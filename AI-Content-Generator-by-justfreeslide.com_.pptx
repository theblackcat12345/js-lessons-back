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24" r:id="rId3"/>
    <p:sldId id="325" r:id="rId4"/>
    <p:sldId id="326" r:id="rId5"/>
    <p:sldId id="327" r:id="rId6"/>
    <p:sldId id="340" r:id="rId7"/>
    <p:sldId id="341" r:id="rId8"/>
    <p:sldId id="328" r:id="rId9"/>
    <p:sldId id="332" r:id="rId10"/>
    <p:sldId id="329" r:id="rId11"/>
    <p:sldId id="330" r:id="rId12"/>
    <p:sldId id="347" r:id="rId13"/>
    <p:sldId id="313" r:id="rId14"/>
    <p:sldId id="294" r:id="rId15"/>
    <p:sldId id="331" r:id="rId16"/>
    <p:sldId id="335" r:id="rId17"/>
    <p:sldId id="343" r:id="rId18"/>
    <p:sldId id="344" r:id="rId19"/>
    <p:sldId id="333" r:id="rId20"/>
    <p:sldId id="334" r:id="rId21"/>
    <p:sldId id="336" r:id="rId22"/>
    <p:sldId id="258" r:id="rId23"/>
    <p:sldId id="339" r:id="rId24"/>
    <p:sldId id="301" r:id="rId25"/>
    <p:sldId id="342" r:id="rId26"/>
    <p:sldId id="345" r:id="rId27"/>
    <p:sldId id="337" r:id="rId28"/>
    <p:sldId id="338" r:id="rId29"/>
    <p:sldId id="302" r:id="rId30"/>
    <p:sldId id="3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slides" id="{A992AFF9-0917-476B-BD9A-8A9CDD817961}">
          <p14:sldIdLst>
            <p14:sldId id="256"/>
          </p14:sldIdLst>
        </p14:section>
        <p14:section name="About Us" id="{4EFA573C-CCF1-4F57-B9CB-B149F3A304C1}">
          <p14:sldIdLst>
            <p14:sldId id="324"/>
            <p14:sldId id="325"/>
            <p14:sldId id="326"/>
            <p14:sldId id="327"/>
            <p14:sldId id="340"/>
            <p14:sldId id="341"/>
            <p14:sldId id="328"/>
            <p14:sldId id="332"/>
          </p14:sldIdLst>
        </p14:section>
        <p14:section name="Product" id="{7B8CD699-5ACB-42F9-86EF-3E8110DC38B4}">
          <p14:sldIdLst>
            <p14:sldId id="329"/>
            <p14:sldId id="330"/>
            <p14:sldId id="347"/>
            <p14:sldId id="313"/>
            <p14:sldId id="294"/>
            <p14:sldId id="331"/>
            <p14:sldId id="335"/>
            <p14:sldId id="343"/>
            <p14:sldId id="344"/>
          </p14:sldIdLst>
        </p14:section>
        <p14:section name="Pricing Table" id="{7B8DF92F-89BA-41DF-B5EA-1CD0B058A26F}">
          <p14:sldIdLst>
            <p14:sldId id="333"/>
          </p14:sldIdLst>
        </p14:section>
        <p14:section name="Customers" id="{FF552BAB-F019-4E75-B2DA-A4A5208C367F}">
          <p14:sldIdLst>
            <p14:sldId id="334"/>
            <p14:sldId id="336"/>
          </p14:sldIdLst>
        </p14:section>
        <p14:section name="Break Slide" id="{124204B8-7E85-4096-9AE5-FE04F3654881}">
          <p14:sldIdLst>
            <p14:sldId id="258"/>
          </p14:sldIdLst>
        </p14:section>
        <p14:section name="Infographic" id="{BF87C1BF-9139-4999-A179-9A1409E533E4}">
          <p14:sldIdLst>
            <p14:sldId id="339"/>
            <p14:sldId id="301"/>
            <p14:sldId id="342"/>
          </p14:sldIdLst>
        </p14:section>
        <p14:section name="Chart" id="{1D5F8C96-9B0C-437F-9B5C-7CF0797CF3E3}">
          <p14:sldIdLst>
            <p14:sldId id="345"/>
          </p14:sldIdLst>
        </p14:section>
        <p14:section name="Contact Page" id="{6CC25A2F-BA2C-4B0B-A1CE-9AE7B6E47C3C}">
          <p14:sldIdLst>
            <p14:sldId id="337"/>
          </p14:sldIdLst>
        </p14:section>
        <p14:section name="Thank you" id="{735A7B7D-3086-4D3A-8B0E-D083469F0735}">
          <p14:sldIdLst>
            <p14:sldId id="338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pos="1028" userDrawn="1">
          <p15:clr>
            <a:srgbClr val="A4A3A4"/>
          </p15:clr>
        </p15:guide>
        <p15:guide id="2" orient="horz" pos="2568" userDrawn="1">
          <p15:clr>
            <a:srgbClr val="A4A3A4"/>
          </p15:clr>
        </p15:guide>
        <p15:guide id="3" pos="5858" userDrawn="1">
          <p15:clr>
            <a:srgbClr val="A4A3A4"/>
          </p15:clr>
        </p15:guide>
        <p15:guide id="4" pos="6924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278"/>
    <a:srgbClr val="00CBF7"/>
    <a:srgbClr val="15E1A2"/>
    <a:srgbClr val="5646E8"/>
    <a:srgbClr val="FBFBFC"/>
    <a:srgbClr val="D9D9D9"/>
    <a:srgbClr val="F8F8FA"/>
    <a:srgbClr val="7F7F7F"/>
    <a:srgbClr val="404040"/>
    <a:srgbClr val="F4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394" autoAdjust="0"/>
  </p:normalViewPr>
  <p:slideViewPr>
    <p:cSldViewPr snapToGrid="0">
      <p:cViewPr varScale="1">
        <p:scale>
          <a:sx n="106" d="100"/>
          <a:sy n="106" d="100"/>
        </p:scale>
        <p:origin x="499" y="82"/>
      </p:cViewPr>
      <p:guideLst>
        <p:guide pos="1028"/>
        <p:guide orient="horz" pos="2568"/>
        <p:guide pos="5858"/>
        <p:guide pos="6924"/>
        <p:guide orient="horz" pos="1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138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5054A-1E18-4A15-BD97-8CA5D8E26916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6C485-678B-4D77-9E84-54A716350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6C485-678B-4D77-9E84-54A7163505E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91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6C485-678B-4D77-9E84-54A7163505E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4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6C485-678B-4D77-9E84-54A7163505E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54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E6C485-678B-4D77-9E84-54A7163505E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86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15E1A2"/>
            </a:gs>
            <a:gs pos="100000">
              <a:srgbClr val="00CBF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24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15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58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F8B4F9-A85B-494B-8CE9-BEEB6792D9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334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718790-49A9-4562-A847-636899562B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385438">
            <a:off x="1220880" y="1970454"/>
            <a:ext cx="1844003" cy="3825568"/>
          </a:xfrm>
          <a:custGeom>
            <a:avLst/>
            <a:gdLst>
              <a:gd name="connsiteX0" fmla="*/ 1637642 w 1844003"/>
              <a:gd name="connsiteY0" fmla="*/ 14597 h 3825568"/>
              <a:gd name="connsiteX1" fmla="*/ 1768900 w 1844003"/>
              <a:gd name="connsiteY1" fmla="*/ 203381 h 3825568"/>
              <a:gd name="connsiteX2" fmla="*/ 1843951 w 1844003"/>
              <a:gd name="connsiteY2" fmla="*/ 3582906 h 3825568"/>
              <a:gd name="connsiteX3" fmla="*/ 1640623 w 1844003"/>
              <a:gd name="connsiteY3" fmla="*/ 3795470 h 3825568"/>
              <a:gd name="connsiteX4" fmla="*/ 287667 w 1844003"/>
              <a:gd name="connsiteY4" fmla="*/ 3825516 h 3825568"/>
              <a:gd name="connsiteX5" fmla="*/ 75103 w 1844003"/>
              <a:gd name="connsiteY5" fmla="*/ 3622188 h 3825568"/>
              <a:gd name="connsiteX6" fmla="*/ 53 w 1844003"/>
              <a:gd name="connsiteY6" fmla="*/ 242662 h 3825568"/>
              <a:gd name="connsiteX7" fmla="*/ 203380 w 1844003"/>
              <a:gd name="connsiteY7" fmla="*/ 30099 h 3825568"/>
              <a:gd name="connsiteX8" fmla="*/ 1556337 w 1844003"/>
              <a:gd name="connsiteY8" fmla="*/ 53 h 3825568"/>
              <a:gd name="connsiteX9" fmla="*/ 1637642 w 1844003"/>
              <a:gd name="connsiteY9" fmla="*/ 14597 h 382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44003" h="3825568">
                <a:moveTo>
                  <a:pt x="1637642" y="14597"/>
                </a:moveTo>
                <a:cubicBezTo>
                  <a:pt x="1712978" y="44507"/>
                  <a:pt x="1766988" y="117247"/>
                  <a:pt x="1768900" y="203381"/>
                </a:cubicBezTo>
                <a:lnTo>
                  <a:pt x="1843951" y="3582906"/>
                </a:lnTo>
                <a:cubicBezTo>
                  <a:pt x="1846501" y="3697752"/>
                  <a:pt x="1755469" y="3792920"/>
                  <a:pt x="1640623" y="3795470"/>
                </a:cubicBezTo>
                <a:lnTo>
                  <a:pt x="287667" y="3825516"/>
                </a:lnTo>
                <a:cubicBezTo>
                  <a:pt x="172821" y="3828066"/>
                  <a:pt x="77654" y="3737034"/>
                  <a:pt x="75103" y="3622188"/>
                </a:cubicBezTo>
                <a:lnTo>
                  <a:pt x="53" y="242662"/>
                </a:lnTo>
                <a:cubicBezTo>
                  <a:pt x="-2498" y="127817"/>
                  <a:pt x="88535" y="32649"/>
                  <a:pt x="203380" y="30099"/>
                </a:cubicBezTo>
                <a:lnTo>
                  <a:pt x="1556337" y="53"/>
                </a:lnTo>
                <a:cubicBezTo>
                  <a:pt x="1585048" y="-585"/>
                  <a:pt x="1612530" y="4627"/>
                  <a:pt x="1637642" y="14597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A33A7F-68E2-45C0-ADC8-485C712D6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037992">
            <a:off x="2825750" y="1385420"/>
            <a:ext cx="1954650" cy="4193905"/>
          </a:xfrm>
          <a:custGeom>
            <a:avLst/>
            <a:gdLst>
              <a:gd name="connsiteX0" fmla="*/ 165661 w 1954650"/>
              <a:gd name="connsiteY0" fmla="*/ 17217 h 4193905"/>
              <a:gd name="connsiteX1" fmla="*/ 254050 w 1954650"/>
              <a:gd name="connsiteY1" fmla="*/ 6 h 4193905"/>
              <a:gd name="connsiteX2" fmla="*/ 1729445 w 1954650"/>
              <a:gd name="connsiteY2" fmla="*/ 10177 h 4193905"/>
              <a:gd name="connsiteX3" fmla="*/ 1954645 w 1954650"/>
              <a:gd name="connsiteY3" fmla="*/ 238504 h 4193905"/>
              <a:gd name="connsiteX4" fmla="*/ 1928929 w 1954650"/>
              <a:gd name="connsiteY4" fmla="*/ 3968699 h 4193905"/>
              <a:gd name="connsiteX5" fmla="*/ 1700602 w 1954650"/>
              <a:gd name="connsiteY5" fmla="*/ 4193900 h 4193905"/>
              <a:gd name="connsiteX6" fmla="*/ 225207 w 1954650"/>
              <a:gd name="connsiteY6" fmla="*/ 4183728 h 4193905"/>
              <a:gd name="connsiteX7" fmla="*/ 6 w 1954650"/>
              <a:gd name="connsiteY7" fmla="*/ 3955401 h 4193905"/>
              <a:gd name="connsiteX8" fmla="*/ 25723 w 1954650"/>
              <a:gd name="connsiteY8" fmla="*/ 225206 h 4193905"/>
              <a:gd name="connsiteX9" fmla="*/ 165661 w 1954650"/>
              <a:gd name="connsiteY9" fmla="*/ 17217 h 4193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54650" h="4193905">
                <a:moveTo>
                  <a:pt x="165661" y="17217"/>
                </a:moveTo>
                <a:cubicBezTo>
                  <a:pt x="192869" y="5929"/>
                  <a:pt x="222741" y="-210"/>
                  <a:pt x="254050" y="6"/>
                </a:cubicBezTo>
                <a:lnTo>
                  <a:pt x="1729445" y="10177"/>
                </a:lnTo>
                <a:cubicBezTo>
                  <a:pt x="1854683" y="11041"/>
                  <a:pt x="1955509" y="113266"/>
                  <a:pt x="1954645" y="238504"/>
                </a:cubicBezTo>
                <a:lnTo>
                  <a:pt x="1928929" y="3968699"/>
                </a:lnTo>
                <a:cubicBezTo>
                  <a:pt x="1928065" y="4093937"/>
                  <a:pt x="1825840" y="4194763"/>
                  <a:pt x="1700602" y="4193900"/>
                </a:cubicBezTo>
                <a:lnTo>
                  <a:pt x="225207" y="4183728"/>
                </a:lnTo>
                <a:cubicBezTo>
                  <a:pt x="99969" y="4182865"/>
                  <a:pt x="-857" y="4080639"/>
                  <a:pt x="6" y="3955401"/>
                </a:cubicBezTo>
                <a:lnTo>
                  <a:pt x="25723" y="225206"/>
                </a:lnTo>
                <a:cubicBezTo>
                  <a:pt x="26371" y="131277"/>
                  <a:pt x="84034" y="51081"/>
                  <a:pt x="165661" y="17217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430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31EF6D-0F44-4F1F-A1DE-CB1A93FE05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55893" y="2469916"/>
            <a:ext cx="3973389" cy="2489434"/>
          </a:xfrm>
          <a:custGeom>
            <a:avLst/>
            <a:gdLst>
              <a:gd name="connsiteX0" fmla="*/ 98582 w 3973389"/>
              <a:gd name="connsiteY0" fmla="*/ 0 h 2489434"/>
              <a:gd name="connsiteX1" fmla="*/ 3874807 w 3973389"/>
              <a:gd name="connsiteY1" fmla="*/ 0 h 2489434"/>
              <a:gd name="connsiteX2" fmla="*/ 3973389 w 3973389"/>
              <a:gd name="connsiteY2" fmla="*/ 98582 h 2489434"/>
              <a:gd name="connsiteX3" fmla="*/ 3973389 w 3973389"/>
              <a:gd name="connsiteY3" fmla="*/ 2390852 h 2489434"/>
              <a:gd name="connsiteX4" fmla="*/ 3874807 w 3973389"/>
              <a:gd name="connsiteY4" fmla="*/ 2489434 h 2489434"/>
              <a:gd name="connsiteX5" fmla="*/ 98582 w 3973389"/>
              <a:gd name="connsiteY5" fmla="*/ 2489434 h 2489434"/>
              <a:gd name="connsiteX6" fmla="*/ 0 w 3973389"/>
              <a:gd name="connsiteY6" fmla="*/ 2390852 h 2489434"/>
              <a:gd name="connsiteX7" fmla="*/ 0 w 3973389"/>
              <a:gd name="connsiteY7" fmla="*/ 98582 h 2489434"/>
              <a:gd name="connsiteX8" fmla="*/ 98582 w 3973389"/>
              <a:gd name="connsiteY8" fmla="*/ 0 h 2489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73389" h="2489434">
                <a:moveTo>
                  <a:pt x="98582" y="0"/>
                </a:moveTo>
                <a:lnTo>
                  <a:pt x="3874807" y="0"/>
                </a:lnTo>
                <a:cubicBezTo>
                  <a:pt x="3929252" y="0"/>
                  <a:pt x="3973389" y="44137"/>
                  <a:pt x="3973389" y="98582"/>
                </a:cubicBezTo>
                <a:lnTo>
                  <a:pt x="3973389" y="2390852"/>
                </a:lnTo>
                <a:cubicBezTo>
                  <a:pt x="3973389" y="2445297"/>
                  <a:pt x="3929252" y="2489434"/>
                  <a:pt x="3874807" y="2489434"/>
                </a:cubicBezTo>
                <a:lnTo>
                  <a:pt x="98582" y="2489434"/>
                </a:lnTo>
                <a:cubicBezTo>
                  <a:pt x="44137" y="2489434"/>
                  <a:pt x="0" y="2445297"/>
                  <a:pt x="0" y="2390852"/>
                </a:cubicBezTo>
                <a:lnTo>
                  <a:pt x="0" y="98582"/>
                </a:lnTo>
                <a:cubicBezTo>
                  <a:pt x="0" y="44137"/>
                  <a:pt x="44137" y="0"/>
                  <a:pt x="9858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666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9CA7CB4-5F36-4071-92EF-4879746506B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46630" y="793751"/>
            <a:ext cx="2506596" cy="5403850"/>
          </a:xfrm>
          <a:custGeom>
            <a:avLst/>
            <a:gdLst>
              <a:gd name="connsiteX0" fmla="*/ 302145 w 2506596"/>
              <a:gd name="connsiteY0" fmla="*/ 0 h 5403850"/>
              <a:gd name="connsiteX1" fmla="*/ 2204451 w 2506596"/>
              <a:gd name="connsiteY1" fmla="*/ 0 h 5403850"/>
              <a:gd name="connsiteX2" fmla="*/ 2506596 w 2506596"/>
              <a:gd name="connsiteY2" fmla="*/ 302145 h 5403850"/>
              <a:gd name="connsiteX3" fmla="*/ 2506596 w 2506596"/>
              <a:gd name="connsiteY3" fmla="*/ 5101705 h 5403850"/>
              <a:gd name="connsiteX4" fmla="*/ 2204451 w 2506596"/>
              <a:gd name="connsiteY4" fmla="*/ 5403850 h 5403850"/>
              <a:gd name="connsiteX5" fmla="*/ 302145 w 2506596"/>
              <a:gd name="connsiteY5" fmla="*/ 5403850 h 5403850"/>
              <a:gd name="connsiteX6" fmla="*/ 0 w 2506596"/>
              <a:gd name="connsiteY6" fmla="*/ 5101705 h 5403850"/>
              <a:gd name="connsiteX7" fmla="*/ 0 w 2506596"/>
              <a:gd name="connsiteY7" fmla="*/ 302145 h 5403850"/>
              <a:gd name="connsiteX8" fmla="*/ 302145 w 2506596"/>
              <a:gd name="connsiteY8" fmla="*/ 0 h 54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6596" h="5403850">
                <a:moveTo>
                  <a:pt x="302145" y="0"/>
                </a:moveTo>
                <a:lnTo>
                  <a:pt x="2204451" y="0"/>
                </a:lnTo>
                <a:cubicBezTo>
                  <a:pt x="2371321" y="0"/>
                  <a:pt x="2506596" y="135275"/>
                  <a:pt x="2506596" y="302145"/>
                </a:cubicBezTo>
                <a:lnTo>
                  <a:pt x="2506596" y="5101705"/>
                </a:lnTo>
                <a:cubicBezTo>
                  <a:pt x="2506596" y="5268575"/>
                  <a:pt x="2371321" y="5403850"/>
                  <a:pt x="2204451" y="5403850"/>
                </a:cubicBezTo>
                <a:lnTo>
                  <a:pt x="302145" y="5403850"/>
                </a:lnTo>
                <a:cubicBezTo>
                  <a:pt x="135275" y="5403850"/>
                  <a:pt x="0" y="5268575"/>
                  <a:pt x="0" y="5101705"/>
                </a:cubicBezTo>
                <a:lnTo>
                  <a:pt x="0" y="302145"/>
                </a:lnTo>
                <a:cubicBezTo>
                  <a:pt x="0" y="135275"/>
                  <a:pt x="135275" y="0"/>
                  <a:pt x="3021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066FE7-7398-4D9C-BFE1-FC8A2A9CE6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9655" y="1889760"/>
            <a:ext cx="1631793" cy="3481440"/>
          </a:xfrm>
          <a:custGeom>
            <a:avLst/>
            <a:gdLst>
              <a:gd name="connsiteX0" fmla="*/ 202897 w 1631793"/>
              <a:gd name="connsiteY0" fmla="*/ 0 h 3481440"/>
              <a:gd name="connsiteX1" fmla="*/ 1428896 w 1631793"/>
              <a:gd name="connsiteY1" fmla="*/ 0 h 3481440"/>
              <a:gd name="connsiteX2" fmla="*/ 1631793 w 1631793"/>
              <a:gd name="connsiteY2" fmla="*/ 202897 h 3481440"/>
              <a:gd name="connsiteX3" fmla="*/ 1631793 w 1631793"/>
              <a:gd name="connsiteY3" fmla="*/ 3278543 h 3481440"/>
              <a:gd name="connsiteX4" fmla="*/ 1428896 w 1631793"/>
              <a:gd name="connsiteY4" fmla="*/ 3481440 h 3481440"/>
              <a:gd name="connsiteX5" fmla="*/ 202897 w 1631793"/>
              <a:gd name="connsiteY5" fmla="*/ 3481440 h 3481440"/>
              <a:gd name="connsiteX6" fmla="*/ 0 w 1631793"/>
              <a:gd name="connsiteY6" fmla="*/ 3278543 h 3481440"/>
              <a:gd name="connsiteX7" fmla="*/ 0 w 1631793"/>
              <a:gd name="connsiteY7" fmla="*/ 202897 h 3481440"/>
              <a:gd name="connsiteX8" fmla="*/ 202897 w 1631793"/>
              <a:gd name="connsiteY8" fmla="*/ 0 h 348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1793" h="3481440">
                <a:moveTo>
                  <a:pt x="202897" y="0"/>
                </a:moveTo>
                <a:lnTo>
                  <a:pt x="1428896" y="0"/>
                </a:lnTo>
                <a:cubicBezTo>
                  <a:pt x="1540953" y="0"/>
                  <a:pt x="1631793" y="90840"/>
                  <a:pt x="1631793" y="202897"/>
                </a:cubicBezTo>
                <a:lnTo>
                  <a:pt x="1631793" y="3278543"/>
                </a:lnTo>
                <a:cubicBezTo>
                  <a:pt x="1631793" y="3390600"/>
                  <a:pt x="1540953" y="3481440"/>
                  <a:pt x="1428896" y="3481440"/>
                </a:cubicBezTo>
                <a:lnTo>
                  <a:pt x="202897" y="3481440"/>
                </a:lnTo>
                <a:cubicBezTo>
                  <a:pt x="90840" y="3481440"/>
                  <a:pt x="0" y="3390600"/>
                  <a:pt x="0" y="3278543"/>
                </a:cubicBezTo>
                <a:lnTo>
                  <a:pt x="0" y="202897"/>
                </a:lnTo>
                <a:cubicBezTo>
                  <a:pt x="0" y="90840"/>
                  <a:pt x="90840" y="0"/>
                  <a:pt x="20289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462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ED0D3F9-73E0-4E08-9E18-7AA7CE7A6E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81726" y="4470400"/>
            <a:ext cx="2176760" cy="1339851"/>
          </a:xfrm>
          <a:custGeom>
            <a:avLst/>
            <a:gdLst>
              <a:gd name="connsiteX0" fmla="*/ 3417 w 2176760"/>
              <a:gd name="connsiteY0" fmla="*/ 0 h 1339851"/>
              <a:gd name="connsiteX1" fmla="*/ 2173343 w 2176760"/>
              <a:gd name="connsiteY1" fmla="*/ 0 h 1339851"/>
              <a:gd name="connsiteX2" fmla="*/ 2176760 w 2176760"/>
              <a:gd name="connsiteY2" fmla="*/ 3417 h 1339851"/>
              <a:gd name="connsiteX3" fmla="*/ 2176760 w 2176760"/>
              <a:gd name="connsiteY3" fmla="*/ 1336434 h 1339851"/>
              <a:gd name="connsiteX4" fmla="*/ 2173343 w 2176760"/>
              <a:gd name="connsiteY4" fmla="*/ 1339851 h 1339851"/>
              <a:gd name="connsiteX5" fmla="*/ 3417 w 2176760"/>
              <a:gd name="connsiteY5" fmla="*/ 1339851 h 1339851"/>
              <a:gd name="connsiteX6" fmla="*/ 0 w 2176760"/>
              <a:gd name="connsiteY6" fmla="*/ 1336434 h 1339851"/>
              <a:gd name="connsiteX7" fmla="*/ 0 w 2176760"/>
              <a:gd name="connsiteY7" fmla="*/ 3417 h 1339851"/>
              <a:gd name="connsiteX8" fmla="*/ 3417 w 2176760"/>
              <a:gd name="connsiteY8" fmla="*/ 0 h 13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6760" h="1339851">
                <a:moveTo>
                  <a:pt x="3417" y="0"/>
                </a:moveTo>
                <a:lnTo>
                  <a:pt x="2173343" y="0"/>
                </a:lnTo>
                <a:cubicBezTo>
                  <a:pt x="2175230" y="0"/>
                  <a:pt x="2176760" y="1530"/>
                  <a:pt x="2176760" y="3417"/>
                </a:cubicBezTo>
                <a:lnTo>
                  <a:pt x="2176760" y="1336434"/>
                </a:lnTo>
                <a:cubicBezTo>
                  <a:pt x="2176760" y="1338321"/>
                  <a:pt x="2175230" y="1339851"/>
                  <a:pt x="2173343" y="1339851"/>
                </a:cubicBezTo>
                <a:lnTo>
                  <a:pt x="3417" y="1339851"/>
                </a:lnTo>
                <a:cubicBezTo>
                  <a:pt x="1530" y="1339851"/>
                  <a:pt x="0" y="1338321"/>
                  <a:pt x="0" y="1336434"/>
                </a:cubicBezTo>
                <a:lnTo>
                  <a:pt x="0" y="3417"/>
                </a:lnTo>
                <a:cubicBezTo>
                  <a:pt x="0" y="1530"/>
                  <a:pt x="1530" y="0"/>
                  <a:pt x="34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F4FAC48-F36F-4BC7-97CC-2FA3CFD5066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22801" y="4059190"/>
            <a:ext cx="3316230" cy="2056625"/>
          </a:xfrm>
          <a:custGeom>
            <a:avLst/>
            <a:gdLst>
              <a:gd name="connsiteX0" fmla="*/ 5244 w 3316230"/>
              <a:gd name="connsiteY0" fmla="*/ 0 h 2056625"/>
              <a:gd name="connsiteX1" fmla="*/ 3310986 w 3316230"/>
              <a:gd name="connsiteY1" fmla="*/ 0 h 2056625"/>
              <a:gd name="connsiteX2" fmla="*/ 3316230 w 3316230"/>
              <a:gd name="connsiteY2" fmla="*/ 5244 h 2056625"/>
              <a:gd name="connsiteX3" fmla="*/ 3316230 w 3316230"/>
              <a:gd name="connsiteY3" fmla="*/ 2051381 h 2056625"/>
              <a:gd name="connsiteX4" fmla="*/ 3310986 w 3316230"/>
              <a:gd name="connsiteY4" fmla="*/ 2056625 h 2056625"/>
              <a:gd name="connsiteX5" fmla="*/ 5244 w 3316230"/>
              <a:gd name="connsiteY5" fmla="*/ 2056625 h 2056625"/>
              <a:gd name="connsiteX6" fmla="*/ 0 w 3316230"/>
              <a:gd name="connsiteY6" fmla="*/ 2051381 h 2056625"/>
              <a:gd name="connsiteX7" fmla="*/ 0 w 3316230"/>
              <a:gd name="connsiteY7" fmla="*/ 5244 h 2056625"/>
              <a:gd name="connsiteX8" fmla="*/ 5244 w 3316230"/>
              <a:gd name="connsiteY8" fmla="*/ 0 h 205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16230" h="2056625">
                <a:moveTo>
                  <a:pt x="5244" y="0"/>
                </a:moveTo>
                <a:lnTo>
                  <a:pt x="3310986" y="0"/>
                </a:lnTo>
                <a:cubicBezTo>
                  <a:pt x="3313882" y="0"/>
                  <a:pt x="3316230" y="2348"/>
                  <a:pt x="3316230" y="5244"/>
                </a:cubicBezTo>
                <a:lnTo>
                  <a:pt x="3316230" y="2051381"/>
                </a:lnTo>
                <a:cubicBezTo>
                  <a:pt x="3316230" y="2054277"/>
                  <a:pt x="3313882" y="2056625"/>
                  <a:pt x="3310986" y="2056625"/>
                </a:cubicBezTo>
                <a:lnTo>
                  <a:pt x="5244" y="2056625"/>
                </a:lnTo>
                <a:cubicBezTo>
                  <a:pt x="2348" y="2056625"/>
                  <a:pt x="0" y="2054277"/>
                  <a:pt x="0" y="2051381"/>
                </a:cubicBezTo>
                <a:lnTo>
                  <a:pt x="0" y="5244"/>
                </a:lnTo>
                <a:cubicBezTo>
                  <a:pt x="0" y="2348"/>
                  <a:pt x="2348" y="0"/>
                  <a:pt x="52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6792FB-EFA7-484E-BD45-0C2032DF0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03346" y="4470400"/>
            <a:ext cx="2149476" cy="1339851"/>
          </a:xfrm>
          <a:custGeom>
            <a:avLst/>
            <a:gdLst>
              <a:gd name="connsiteX0" fmla="*/ 3417 w 2149476"/>
              <a:gd name="connsiteY0" fmla="*/ 0 h 1339851"/>
              <a:gd name="connsiteX1" fmla="*/ 2146059 w 2149476"/>
              <a:gd name="connsiteY1" fmla="*/ 0 h 1339851"/>
              <a:gd name="connsiteX2" fmla="*/ 2149476 w 2149476"/>
              <a:gd name="connsiteY2" fmla="*/ 3417 h 1339851"/>
              <a:gd name="connsiteX3" fmla="*/ 2149476 w 2149476"/>
              <a:gd name="connsiteY3" fmla="*/ 1336434 h 1339851"/>
              <a:gd name="connsiteX4" fmla="*/ 2146059 w 2149476"/>
              <a:gd name="connsiteY4" fmla="*/ 1339851 h 1339851"/>
              <a:gd name="connsiteX5" fmla="*/ 3417 w 2149476"/>
              <a:gd name="connsiteY5" fmla="*/ 1339851 h 1339851"/>
              <a:gd name="connsiteX6" fmla="*/ 0 w 2149476"/>
              <a:gd name="connsiteY6" fmla="*/ 1336434 h 1339851"/>
              <a:gd name="connsiteX7" fmla="*/ 0 w 2149476"/>
              <a:gd name="connsiteY7" fmla="*/ 3417 h 1339851"/>
              <a:gd name="connsiteX8" fmla="*/ 3417 w 2149476"/>
              <a:gd name="connsiteY8" fmla="*/ 0 h 13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9476" h="1339851">
                <a:moveTo>
                  <a:pt x="3417" y="0"/>
                </a:moveTo>
                <a:lnTo>
                  <a:pt x="2146059" y="0"/>
                </a:lnTo>
                <a:cubicBezTo>
                  <a:pt x="2147946" y="0"/>
                  <a:pt x="2149476" y="1530"/>
                  <a:pt x="2149476" y="3417"/>
                </a:cubicBezTo>
                <a:lnTo>
                  <a:pt x="2149476" y="1336434"/>
                </a:lnTo>
                <a:cubicBezTo>
                  <a:pt x="2149476" y="1338321"/>
                  <a:pt x="2147946" y="1339851"/>
                  <a:pt x="2146059" y="1339851"/>
                </a:cubicBezTo>
                <a:lnTo>
                  <a:pt x="3417" y="1339851"/>
                </a:lnTo>
                <a:cubicBezTo>
                  <a:pt x="1530" y="1339851"/>
                  <a:pt x="0" y="1338321"/>
                  <a:pt x="0" y="1336434"/>
                </a:cubicBezTo>
                <a:lnTo>
                  <a:pt x="0" y="3417"/>
                </a:lnTo>
                <a:cubicBezTo>
                  <a:pt x="0" y="1530"/>
                  <a:pt x="1530" y="0"/>
                  <a:pt x="34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825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0D88106-FC5B-4E19-9FCF-8085C6E2CBBE}"/>
              </a:ext>
            </a:extLst>
          </p:cNvPr>
          <p:cNvSpPr/>
          <p:nvPr userDrawn="1"/>
        </p:nvSpPr>
        <p:spPr>
          <a:xfrm>
            <a:off x="2534708" y="552383"/>
            <a:ext cx="2724437" cy="5722878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5B023E-0D7C-4989-800C-2636B01A27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46629" y="552383"/>
            <a:ext cx="2712515" cy="5722878"/>
          </a:xfrm>
          <a:custGeom>
            <a:avLst/>
            <a:gdLst>
              <a:gd name="connsiteX0" fmla="*/ 302145 w 2506596"/>
              <a:gd name="connsiteY0" fmla="*/ 0 h 5403850"/>
              <a:gd name="connsiteX1" fmla="*/ 2204451 w 2506596"/>
              <a:gd name="connsiteY1" fmla="*/ 0 h 5403850"/>
              <a:gd name="connsiteX2" fmla="*/ 2506596 w 2506596"/>
              <a:gd name="connsiteY2" fmla="*/ 302145 h 5403850"/>
              <a:gd name="connsiteX3" fmla="*/ 2506596 w 2506596"/>
              <a:gd name="connsiteY3" fmla="*/ 5101705 h 5403850"/>
              <a:gd name="connsiteX4" fmla="*/ 2204451 w 2506596"/>
              <a:gd name="connsiteY4" fmla="*/ 5403850 h 5403850"/>
              <a:gd name="connsiteX5" fmla="*/ 302145 w 2506596"/>
              <a:gd name="connsiteY5" fmla="*/ 5403850 h 5403850"/>
              <a:gd name="connsiteX6" fmla="*/ 0 w 2506596"/>
              <a:gd name="connsiteY6" fmla="*/ 5101705 h 5403850"/>
              <a:gd name="connsiteX7" fmla="*/ 0 w 2506596"/>
              <a:gd name="connsiteY7" fmla="*/ 302145 h 5403850"/>
              <a:gd name="connsiteX8" fmla="*/ 302145 w 2506596"/>
              <a:gd name="connsiteY8" fmla="*/ 0 h 54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6596" h="5403850">
                <a:moveTo>
                  <a:pt x="302145" y="0"/>
                </a:moveTo>
                <a:lnTo>
                  <a:pt x="2204451" y="0"/>
                </a:lnTo>
                <a:cubicBezTo>
                  <a:pt x="2371321" y="0"/>
                  <a:pt x="2506596" y="135275"/>
                  <a:pt x="2506596" y="302145"/>
                </a:cubicBezTo>
                <a:lnTo>
                  <a:pt x="2506596" y="5101705"/>
                </a:lnTo>
                <a:cubicBezTo>
                  <a:pt x="2506596" y="5268575"/>
                  <a:pt x="2371321" y="5403850"/>
                  <a:pt x="2204451" y="5403850"/>
                </a:cubicBezTo>
                <a:lnTo>
                  <a:pt x="302145" y="5403850"/>
                </a:lnTo>
                <a:cubicBezTo>
                  <a:pt x="135275" y="5403850"/>
                  <a:pt x="0" y="5268575"/>
                  <a:pt x="0" y="5101705"/>
                </a:cubicBezTo>
                <a:lnTo>
                  <a:pt x="0" y="302145"/>
                </a:lnTo>
                <a:cubicBezTo>
                  <a:pt x="0" y="135275"/>
                  <a:pt x="135275" y="0"/>
                  <a:pt x="3021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410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5D0C82F-3200-45F3-AE72-1571D2BDCF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91234"/>
            <a:ext cx="6191252" cy="2442130"/>
          </a:xfrm>
          <a:custGeom>
            <a:avLst/>
            <a:gdLst>
              <a:gd name="connsiteX0" fmla="*/ 0 w 6191252"/>
              <a:gd name="connsiteY0" fmla="*/ 0 h 2442130"/>
              <a:gd name="connsiteX1" fmla="*/ 5456440 w 6191252"/>
              <a:gd name="connsiteY1" fmla="*/ 0 h 2442130"/>
              <a:gd name="connsiteX2" fmla="*/ 6191252 w 6191252"/>
              <a:gd name="connsiteY2" fmla="*/ 734812 h 2442130"/>
              <a:gd name="connsiteX3" fmla="*/ 6191252 w 6191252"/>
              <a:gd name="connsiteY3" fmla="*/ 1707318 h 2442130"/>
              <a:gd name="connsiteX4" fmla="*/ 5456440 w 6191252"/>
              <a:gd name="connsiteY4" fmla="*/ 2442130 h 2442130"/>
              <a:gd name="connsiteX5" fmla="*/ 0 w 6191252"/>
              <a:gd name="connsiteY5" fmla="*/ 2442130 h 2442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91252" h="2442130">
                <a:moveTo>
                  <a:pt x="0" y="0"/>
                </a:moveTo>
                <a:lnTo>
                  <a:pt x="5456440" y="0"/>
                </a:lnTo>
                <a:cubicBezTo>
                  <a:pt x="5862265" y="0"/>
                  <a:pt x="6191252" y="328987"/>
                  <a:pt x="6191252" y="734812"/>
                </a:cubicBezTo>
                <a:lnTo>
                  <a:pt x="6191252" y="1707318"/>
                </a:lnTo>
                <a:cubicBezTo>
                  <a:pt x="6191252" y="2113143"/>
                  <a:pt x="5862265" y="2442130"/>
                  <a:pt x="5456440" y="2442130"/>
                </a:cubicBezTo>
                <a:lnTo>
                  <a:pt x="0" y="2442130"/>
                </a:lnTo>
                <a:close/>
              </a:path>
            </a:pathLst>
          </a:custGeom>
          <a:pattFill prst="pct80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2000">
                <a:latin typeface="Lato" panose="020F0502020204030203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650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2AA667-4055-4E9D-B41C-381DA74E8D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2934" y="733096"/>
            <a:ext cx="2482525" cy="5618505"/>
          </a:xfrm>
          <a:custGeom>
            <a:avLst/>
            <a:gdLst>
              <a:gd name="connsiteX0" fmla="*/ 394721 w 2482525"/>
              <a:gd name="connsiteY0" fmla="*/ 0 h 5618505"/>
              <a:gd name="connsiteX1" fmla="*/ 2087804 w 2482525"/>
              <a:gd name="connsiteY1" fmla="*/ 0 h 5618505"/>
              <a:gd name="connsiteX2" fmla="*/ 2482525 w 2482525"/>
              <a:gd name="connsiteY2" fmla="*/ 394721 h 5618505"/>
              <a:gd name="connsiteX3" fmla="*/ 2482525 w 2482525"/>
              <a:gd name="connsiteY3" fmla="*/ 5223784 h 5618505"/>
              <a:gd name="connsiteX4" fmla="*/ 2087804 w 2482525"/>
              <a:gd name="connsiteY4" fmla="*/ 5618505 h 5618505"/>
              <a:gd name="connsiteX5" fmla="*/ 394721 w 2482525"/>
              <a:gd name="connsiteY5" fmla="*/ 5618505 h 5618505"/>
              <a:gd name="connsiteX6" fmla="*/ 0 w 2482525"/>
              <a:gd name="connsiteY6" fmla="*/ 5223784 h 5618505"/>
              <a:gd name="connsiteX7" fmla="*/ 0 w 2482525"/>
              <a:gd name="connsiteY7" fmla="*/ 394721 h 5618505"/>
              <a:gd name="connsiteX8" fmla="*/ 394721 w 2482525"/>
              <a:gd name="connsiteY8" fmla="*/ 0 h 561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525" h="5618505">
                <a:moveTo>
                  <a:pt x="394721" y="0"/>
                </a:moveTo>
                <a:lnTo>
                  <a:pt x="2087804" y="0"/>
                </a:lnTo>
                <a:cubicBezTo>
                  <a:pt x="2305802" y="0"/>
                  <a:pt x="2482525" y="176723"/>
                  <a:pt x="2482525" y="394721"/>
                </a:cubicBezTo>
                <a:lnTo>
                  <a:pt x="2482525" y="5223784"/>
                </a:lnTo>
                <a:cubicBezTo>
                  <a:pt x="2482525" y="5441782"/>
                  <a:pt x="2305802" y="5618505"/>
                  <a:pt x="2087804" y="5618505"/>
                </a:cubicBezTo>
                <a:lnTo>
                  <a:pt x="394721" y="5618505"/>
                </a:lnTo>
                <a:cubicBezTo>
                  <a:pt x="176723" y="5618505"/>
                  <a:pt x="0" y="5441782"/>
                  <a:pt x="0" y="5223784"/>
                </a:cubicBezTo>
                <a:lnTo>
                  <a:pt x="0" y="394721"/>
                </a:lnTo>
                <a:cubicBezTo>
                  <a:pt x="0" y="176723"/>
                  <a:pt x="176723" y="0"/>
                  <a:pt x="394721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626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F2BEC670-CB29-4785-BF88-3B61D64CAE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10826" y="558653"/>
            <a:ext cx="2655835" cy="5788808"/>
          </a:xfrm>
          <a:custGeom>
            <a:avLst/>
            <a:gdLst>
              <a:gd name="connsiteX0" fmla="*/ 394721 w 2482525"/>
              <a:gd name="connsiteY0" fmla="*/ 0 h 5618505"/>
              <a:gd name="connsiteX1" fmla="*/ 2087804 w 2482525"/>
              <a:gd name="connsiteY1" fmla="*/ 0 h 5618505"/>
              <a:gd name="connsiteX2" fmla="*/ 2482525 w 2482525"/>
              <a:gd name="connsiteY2" fmla="*/ 394721 h 5618505"/>
              <a:gd name="connsiteX3" fmla="*/ 2482525 w 2482525"/>
              <a:gd name="connsiteY3" fmla="*/ 5223784 h 5618505"/>
              <a:gd name="connsiteX4" fmla="*/ 2087804 w 2482525"/>
              <a:gd name="connsiteY4" fmla="*/ 5618505 h 5618505"/>
              <a:gd name="connsiteX5" fmla="*/ 394721 w 2482525"/>
              <a:gd name="connsiteY5" fmla="*/ 5618505 h 5618505"/>
              <a:gd name="connsiteX6" fmla="*/ 0 w 2482525"/>
              <a:gd name="connsiteY6" fmla="*/ 5223784 h 5618505"/>
              <a:gd name="connsiteX7" fmla="*/ 0 w 2482525"/>
              <a:gd name="connsiteY7" fmla="*/ 394721 h 5618505"/>
              <a:gd name="connsiteX8" fmla="*/ 394721 w 2482525"/>
              <a:gd name="connsiteY8" fmla="*/ 0 h 561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525" h="5618505">
                <a:moveTo>
                  <a:pt x="394721" y="0"/>
                </a:moveTo>
                <a:lnTo>
                  <a:pt x="2087804" y="0"/>
                </a:lnTo>
                <a:cubicBezTo>
                  <a:pt x="2305802" y="0"/>
                  <a:pt x="2482525" y="176723"/>
                  <a:pt x="2482525" y="394721"/>
                </a:cubicBezTo>
                <a:lnTo>
                  <a:pt x="2482525" y="5223784"/>
                </a:lnTo>
                <a:cubicBezTo>
                  <a:pt x="2482525" y="5441782"/>
                  <a:pt x="2305802" y="5618505"/>
                  <a:pt x="2087804" y="5618505"/>
                </a:cubicBezTo>
                <a:lnTo>
                  <a:pt x="394721" y="5618505"/>
                </a:lnTo>
                <a:cubicBezTo>
                  <a:pt x="176723" y="5618505"/>
                  <a:pt x="0" y="5441782"/>
                  <a:pt x="0" y="5223784"/>
                </a:cubicBezTo>
                <a:lnTo>
                  <a:pt x="0" y="394721"/>
                </a:lnTo>
                <a:cubicBezTo>
                  <a:pt x="0" y="176723"/>
                  <a:pt x="176723" y="0"/>
                  <a:pt x="394721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6254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0">
              <a:srgbClr val="00CBF7"/>
            </a:gs>
            <a:gs pos="100000">
              <a:srgbClr val="00D27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EE30DB11-0F33-4CC5-B385-F9203A6848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626232">
            <a:off x="9238133" y="1716112"/>
            <a:ext cx="2016074" cy="4184485"/>
          </a:xfrm>
          <a:custGeom>
            <a:avLst/>
            <a:gdLst>
              <a:gd name="connsiteX0" fmla="*/ 394721 w 2482525"/>
              <a:gd name="connsiteY0" fmla="*/ 0 h 5618505"/>
              <a:gd name="connsiteX1" fmla="*/ 2087804 w 2482525"/>
              <a:gd name="connsiteY1" fmla="*/ 0 h 5618505"/>
              <a:gd name="connsiteX2" fmla="*/ 2482525 w 2482525"/>
              <a:gd name="connsiteY2" fmla="*/ 394721 h 5618505"/>
              <a:gd name="connsiteX3" fmla="*/ 2482525 w 2482525"/>
              <a:gd name="connsiteY3" fmla="*/ 5223784 h 5618505"/>
              <a:gd name="connsiteX4" fmla="*/ 2087804 w 2482525"/>
              <a:gd name="connsiteY4" fmla="*/ 5618505 h 5618505"/>
              <a:gd name="connsiteX5" fmla="*/ 394721 w 2482525"/>
              <a:gd name="connsiteY5" fmla="*/ 5618505 h 5618505"/>
              <a:gd name="connsiteX6" fmla="*/ 0 w 2482525"/>
              <a:gd name="connsiteY6" fmla="*/ 5223784 h 5618505"/>
              <a:gd name="connsiteX7" fmla="*/ 0 w 2482525"/>
              <a:gd name="connsiteY7" fmla="*/ 394721 h 5618505"/>
              <a:gd name="connsiteX8" fmla="*/ 394721 w 2482525"/>
              <a:gd name="connsiteY8" fmla="*/ 0 h 561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525" h="5618505">
                <a:moveTo>
                  <a:pt x="394721" y="0"/>
                </a:moveTo>
                <a:lnTo>
                  <a:pt x="2087804" y="0"/>
                </a:lnTo>
                <a:cubicBezTo>
                  <a:pt x="2305802" y="0"/>
                  <a:pt x="2482525" y="176723"/>
                  <a:pt x="2482525" y="394721"/>
                </a:cubicBezTo>
                <a:lnTo>
                  <a:pt x="2482525" y="5223784"/>
                </a:lnTo>
                <a:cubicBezTo>
                  <a:pt x="2482525" y="5441782"/>
                  <a:pt x="2305802" y="5618505"/>
                  <a:pt x="2087804" y="5618505"/>
                </a:cubicBezTo>
                <a:lnTo>
                  <a:pt x="394721" y="5618505"/>
                </a:lnTo>
                <a:cubicBezTo>
                  <a:pt x="176723" y="5618505"/>
                  <a:pt x="0" y="5441782"/>
                  <a:pt x="0" y="5223784"/>
                </a:cubicBezTo>
                <a:lnTo>
                  <a:pt x="0" y="394721"/>
                </a:lnTo>
                <a:cubicBezTo>
                  <a:pt x="0" y="176723"/>
                  <a:pt x="176723" y="0"/>
                  <a:pt x="394721" y="0"/>
                </a:cubicBezTo>
                <a:close/>
              </a:path>
            </a:pathLst>
          </a:cu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B0B2A44-3965-4477-9D00-C724248A90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33932" y="567559"/>
            <a:ext cx="2655835" cy="5722879"/>
          </a:xfrm>
          <a:custGeom>
            <a:avLst/>
            <a:gdLst>
              <a:gd name="connsiteX0" fmla="*/ 394721 w 2482525"/>
              <a:gd name="connsiteY0" fmla="*/ 0 h 5618505"/>
              <a:gd name="connsiteX1" fmla="*/ 2087804 w 2482525"/>
              <a:gd name="connsiteY1" fmla="*/ 0 h 5618505"/>
              <a:gd name="connsiteX2" fmla="*/ 2482525 w 2482525"/>
              <a:gd name="connsiteY2" fmla="*/ 394721 h 5618505"/>
              <a:gd name="connsiteX3" fmla="*/ 2482525 w 2482525"/>
              <a:gd name="connsiteY3" fmla="*/ 5223784 h 5618505"/>
              <a:gd name="connsiteX4" fmla="*/ 2087804 w 2482525"/>
              <a:gd name="connsiteY4" fmla="*/ 5618505 h 5618505"/>
              <a:gd name="connsiteX5" fmla="*/ 394721 w 2482525"/>
              <a:gd name="connsiteY5" fmla="*/ 5618505 h 5618505"/>
              <a:gd name="connsiteX6" fmla="*/ 0 w 2482525"/>
              <a:gd name="connsiteY6" fmla="*/ 5223784 h 5618505"/>
              <a:gd name="connsiteX7" fmla="*/ 0 w 2482525"/>
              <a:gd name="connsiteY7" fmla="*/ 394721 h 5618505"/>
              <a:gd name="connsiteX8" fmla="*/ 394721 w 2482525"/>
              <a:gd name="connsiteY8" fmla="*/ 0 h 561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82525" h="5618505">
                <a:moveTo>
                  <a:pt x="394721" y="0"/>
                </a:moveTo>
                <a:lnTo>
                  <a:pt x="2087804" y="0"/>
                </a:lnTo>
                <a:cubicBezTo>
                  <a:pt x="2305802" y="0"/>
                  <a:pt x="2482525" y="176723"/>
                  <a:pt x="2482525" y="394721"/>
                </a:cubicBezTo>
                <a:lnTo>
                  <a:pt x="2482525" y="5223784"/>
                </a:lnTo>
                <a:cubicBezTo>
                  <a:pt x="2482525" y="5441782"/>
                  <a:pt x="2305802" y="5618505"/>
                  <a:pt x="2087804" y="5618505"/>
                </a:cubicBezTo>
                <a:lnTo>
                  <a:pt x="394721" y="5618505"/>
                </a:lnTo>
                <a:cubicBezTo>
                  <a:pt x="176723" y="5618505"/>
                  <a:pt x="0" y="5441782"/>
                  <a:pt x="0" y="5223784"/>
                </a:cubicBezTo>
                <a:lnTo>
                  <a:pt x="0" y="394721"/>
                </a:lnTo>
                <a:cubicBezTo>
                  <a:pt x="0" y="176723"/>
                  <a:pt x="176723" y="0"/>
                  <a:pt x="394721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2675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BAA7CD-737C-4BAD-BFB0-FE398DEFD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00300" y="927100"/>
            <a:ext cx="2305050" cy="4997450"/>
          </a:xfrm>
          <a:custGeom>
            <a:avLst/>
            <a:gdLst>
              <a:gd name="connsiteX0" fmla="*/ 287394 w 2305050"/>
              <a:gd name="connsiteY0" fmla="*/ 0 h 4997450"/>
              <a:gd name="connsiteX1" fmla="*/ 2017656 w 2305050"/>
              <a:gd name="connsiteY1" fmla="*/ 0 h 4997450"/>
              <a:gd name="connsiteX2" fmla="*/ 2305050 w 2305050"/>
              <a:gd name="connsiteY2" fmla="*/ 287394 h 4997450"/>
              <a:gd name="connsiteX3" fmla="*/ 2305050 w 2305050"/>
              <a:gd name="connsiteY3" fmla="*/ 4710056 h 4997450"/>
              <a:gd name="connsiteX4" fmla="*/ 2017656 w 2305050"/>
              <a:gd name="connsiteY4" fmla="*/ 4997450 h 4997450"/>
              <a:gd name="connsiteX5" fmla="*/ 287394 w 2305050"/>
              <a:gd name="connsiteY5" fmla="*/ 4997450 h 4997450"/>
              <a:gd name="connsiteX6" fmla="*/ 0 w 2305050"/>
              <a:gd name="connsiteY6" fmla="*/ 4710056 h 4997450"/>
              <a:gd name="connsiteX7" fmla="*/ 0 w 2305050"/>
              <a:gd name="connsiteY7" fmla="*/ 287394 h 4997450"/>
              <a:gd name="connsiteX8" fmla="*/ 287394 w 2305050"/>
              <a:gd name="connsiteY8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5050" h="4997450">
                <a:moveTo>
                  <a:pt x="287394" y="0"/>
                </a:moveTo>
                <a:lnTo>
                  <a:pt x="2017656" y="0"/>
                </a:lnTo>
                <a:cubicBezTo>
                  <a:pt x="2176379" y="0"/>
                  <a:pt x="2305050" y="128671"/>
                  <a:pt x="2305050" y="287394"/>
                </a:cubicBezTo>
                <a:lnTo>
                  <a:pt x="2305050" y="4710056"/>
                </a:lnTo>
                <a:cubicBezTo>
                  <a:pt x="2305050" y="4868779"/>
                  <a:pt x="2176379" y="4997450"/>
                  <a:pt x="2017656" y="4997450"/>
                </a:cubicBezTo>
                <a:lnTo>
                  <a:pt x="287394" y="4997450"/>
                </a:lnTo>
                <a:cubicBezTo>
                  <a:pt x="128671" y="4997450"/>
                  <a:pt x="0" y="4868779"/>
                  <a:pt x="0" y="4710056"/>
                </a:cubicBezTo>
                <a:lnTo>
                  <a:pt x="0" y="287394"/>
                </a:lnTo>
                <a:cubicBezTo>
                  <a:pt x="0" y="128671"/>
                  <a:pt x="128671" y="0"/>
                  <a:pt x="287394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0525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988D578-41B6-4CED-BC17-F3EFB4652D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0723291">
            <a:off x="2617824" y="4120073"/>
            <a:ext cx="2212320" cy="4784144"/>
          </a:xfrm>
          <a:custGeom>
            <a:avLst/>
            <a:gdLst>
              <a:gd name="connsiteX0" fmla="*/ 287394 w 2305050"/>
              <a:gd name="connsiteY0" fmla="*/ 0 h 4997450"/>
              <a:gd name="connsiteX1" fmla="*/ 2017656 w 2305050"/>
              <a:gd name="connsiteY1" fmla="*/ 0 h 4997450"/>
              <a:gd name="connsiteX2" fmla="*/ 2305050 w 2305050"/>
              <a:gd name="connsiteY2" fmla="*/ 287394 h 4997450"/>
              <a:gd name="connsiteX3" fmla="*/ 2305050 w 2305050"/>
              <a:gd name="connsiteY3" fmla="*/ 4710056 h 4997450"/>
              <a:gd name="connsiteX4" fmla="*/ 2017656 w 2305050"/>
              <a:gd name="connsiteY4" fmla="*/ 4997450 h 4997450"/>
              <a:gd name="connsiteX5" fmla="*/ 287394 w 2305050"/>
              <a:gd name="connsiteY5" fmla="*/ 4997450 h 4997450"/>
              <a:gd name="connsiteX6" fmla="*/ 0 w 2305050"/>
              <a:gd name="connsiteY6" fmla="*/ 4710056 h 4997450"/>
              <a:gd name="connsiteX7" fmla="*/ 0 w 2305050"/>
              <a:gd name="connsiteY7" fmla="*/ 287394 h 4997450"/>
              <a:gd name="connsiteX8" fmla="*/ 287394 w 2305050"/>
              <a:gd name="connsiteY8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5050" h="4997450">
                <a:moveTo>
                  <a:pt x="287394" y="0"/>
                </a:moveTo>
                <a:lnTo>
                  <a:pt x="2017656" y="0"/>
                </a:lnTo>
                <a:cubicBezTo>
                  <a:pt x="2176379" y="0"/>
                  <a:pt x="2305050" y="128671"/>
                  <a:pt x="2305050" y="287394"/>
                </a:cubicBezTo>
                <a:lnTo>
                  <a:pt x="2305050" y="4710056"/>
                </a:lnTo>
                <a:cubicBezTo>
                  <a:pt x="2305050" y="4868779"/>
                  <a:pt x="2176379" y="4997450"/>
                  <a:pt x="2017656" y="4997450"/>
                </a:cubicBezTo>
                <a:lnTo>
                  <a:pt x="287394" y="4997450"/>
                </a:lnTo>
                <a:cubicBezTo>
                  <a:pt x="128671" y="4997450"/>
                  <a:pt x="0" y="4868779"/>
                  <a:pt x="0" y="4710056"/>
                </a:cubicBezTo>
                <a:lnTo>
                  <a:pt x="0" y="287394"/>
                </a:lnTo>
                <a:cubicBezTo>
                  <a:pt x="0" y="128671"/>
                  <a:pt x="128671" y="0"/>
                  <a:pt x="287394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B89F054-F301-4F67-99F4-34BC6933A2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914874">
            <a:off x="7330400" y="4147727"/>
            <a:ext cx="2275791" cy="4784144"/>
          </a:xfrm>
          <a:custGeom>
            <a:avLst/>
            <a:gdLst>
              <a:gd name="connsiteX0" fmla="*/ 287394 w 2305050"/>
              <a:gd name="connsiteY0" fmla="*/ 0 h 4997450"/>
              <a:gd name="connsiteX1" fmla="*/ 2017656 w 2305050"/>
              <a:gd name="connsiteY1" fmla="*/ 0 h 4997450"/>
              <a:gd name="connsiteX2" fmla="*/ 2305050 w 2305050"/>
              <a:gd name="connsiteY2" fmla="*/ 287394 h 4997450"/>
              <a:gd name="connsiteX3" fmla="*/ 2305050 w 2305050"/>
              <a:gd name="connsiteY3" fmla="*/ 4710056 h 4997450"/>
              <a:gd name="connsiteX4" fmla="*/ 2017656 w 2305050"/>
              <a:gd name="connsiteY4" fmla="*/ 4997450 h 4997450"/>
              <a:gd name="connsiteX5" fmla="*/ 287394 w 2305050"/>
              <a:gd name="connsiteY5" fmla="*/ 4997450 h 4997450"/>
              <a:gd name="connsiteX6" fmla="*/ 0 w 2305050"/>
              <a:gd name="connsiteY6" fmla="*/ 4710056 h 4997450"/>
              <a:gd name="connsiteX7" fmla="*/ 0 w 2305050"/>
              <a:gd name="connsiteY7" fmla="*/ 287394 h 4997450"/>
              <a:gd name="connsiteX8" fmla="*/ 287394 w 2305050"/>
              <a:gd name="connsiteY8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5050" h="4997450">
                <a:moveTo>
                  <a:pt x="287394" y="0"/>
                </a:moveTo>
                <a:lnTo>
                  <a:pt x="2017656" y="0"/>
                </a:lnTo>
                <a:cubicBezTo>
                  <a:pt x="2176379" y="0"/>
                  <a:pt x="2305050" y="128671"/>
                  <a:pt x="2305050" y="287394"/>
                </a:cubicBezTo>
                <a:lnTo>
                  <a:pt x="2305050" y="4710056"/>
                </a:lnTo>
                <a:cubicBezTo>
                  <a:pt x="2305050" y="4868779"/>
                  <a:pt x="2176379" y="4997450"/>
                  <a:pt x="2017656" y="4997450"/>
                </a:cubicBezTo>
                <a:lnTo>
                  <a:pt x="287394" y="4997450"/>
                </a:lnTo>
                <a:cubicBezTo>
                  <a:pt x="128671" y="4997450"/>
                  <a:pt x="0" y="4868779"/>
                  <a:pt x="0" y="4710056"/>
                </a:cubicBezTo>
                <a:lnTo>
                  <a:pt x="0" y="287394"/>
                </a:lnTo>
                <a:cubicBezTo>
                  <a:pt x="0" y="128671"/>
                  <a:pt x="128671" y="0"/>
                  <a:pt x="287394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B6D537-5BE6-421A-816A-90C441D36AE6}"/>
              </a:ext>
            </a:extLst>
          </p:cNvPr>
          <p:cNvSpPr/>
          <p:nvPr userDrawn="1"/>
        </p:nvSpPr>
        <p:spPr>
          <a:xfrm>
            <a:off x="655371" y="2497755"/>
            <a:ext cx="10871579" cy="4360246"/>
          </a:xfrm>
          <a:custGeom>
            <a:avLst/>
            <a:gdLst>
              <a:gd name="connsiteX0" fmla="*/ 7540589 w 15081178"/>
              <a:gd name="connsiteY0" fmla="*/ 0 h 6048583"/>
              <a:gd name="connsiteX1" fmla="*/ 15022541 w 15081178"/>
              <a:gd name="connsiteY1" fmla="*/ 5794522 h 6048583"/>
              <a:gd name="connsiteX2" fmla="*/ 15081178 w 15081178"/>
              <a:gd name="connsiteY2" fmla="*/ 6048583 h 6048583"/>
              <a:gd name="connsiteX3" fmla="*/ 0 w 15081178"/>
              <a:gd name="connsiteY3" fmla="*/ 6048583 h 6048583"/>
              <a:gd name="connsiteX4" fmla="*/ 58637 w 15081178"/>
              <a:gd name="connsiteY4" fmla="*/ 5794522 h 6048583"/>
              <a:gd name="connsiteX5" fmla="*/ 7540589 w 15081178"/>
              <a:gd name="connsiteY5" fmla="*/ 0 h 604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081178" h="6048583">
                <a:moveTo>
                  <a:pt x="7540589" y="0"/>
                </a:moveTo>
                <a:cubicBezTo>
                  <a:pt x="11140439" y="0"/>
                  <a:pt x="14165193" y="2462278"/>
                  <a:pt x="15022541" y="5794522"/>
                </a:cubicBezTo>
                <a:lnTo>
                  <a:pt x="15081178" y="6048583"/>
                </a:lnTo>
                <a:lnTo>
                  <a:pt x="0" y="6048583"/>
                </a:lnTo>
                <a:lnTo>
                  <a:pt x="58637" y="5794522"/>
                </a:lnTo>
                <a:cubicBezTo>
                  <a:pt x="915985" y="2462278"/>
                  <a:pt x="3940739" y="0"/>
                  <a:pt x="7540589" y="0"/>
                </a:cubicBezTo>
                <a:close/>
              </a:path>
            </a:pathLst>
          </a:custGeom>
          <a:gradFill>
            <a:gsLst>
              <a:gs pos="0">
                <a:srgbClr val="00D278"/>
              </a:gs>
              <a:gs pos="100000">
                <a:srgbClr val="EEEDF2">
                  <a:alpha val="0"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39AB3B2-9242-4668-8F54-23401975C6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6300" y="2919413"/>
            <a:ext cx="2833687" cy="6186487"/>
          </a:xfrm>
          <a:custGeom>
            <a:avLst/>
            <a:gdLst>
              <a:gd name="connsiteX0" fmla="*/ 287394 w 2305050"/>
              <a:gd name="connsiteY0" fmla="*/ 0 h 4997450"/>
              <a:gd name="connsiteX1" fmla="*/ 2017656 w 2305050"/>
              <a:gd name="connsiteY1" fmla="*/ 0 h 4997450"/>
              <a:gd name="connsiteX2" fmla="*/ 2305050 w 2305050"/>
              <a:gd name="connsiteY2" fmla="*/ 287394 h 4997450"/>
              <a:gd name="connsiteX3" fmla="*/ 2305050 w 2305050"/>
              <a:gd name="connsiteY3" fmla="*/ 4710056 h 4997450"/>
              <a:gd name="connsiteX4" fmla="*/ 2017656 w 2305050"/>
              <a:gd name="connsiteY4" fmla="*/ 4997450 h 4997450"/>
              <a:gd name="connsiteX5" fmla="*/ 287394 w 2305050"/>
              <a:gd name="connsiteY5" fmla="*/ 4997450 h 4997450"/>
              <a:gd name="connsiteX6" fmla="*/ 0 w 2305050"/>
              <a:gd name="connsiteY6" fmla="*/ 4710056 h 4997450"/>
              <a:gd name="connsiteX7" fmla="*/ 0 w 2305050"/>
              <a:gd name="connsiteY7" fmla="*/ 287394 h 4997450"/>
              <a:gd name="connsiteX8" fmla="*/ 287394 w 2305050"/>
              <a:gd name="connsiteY8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05050" h="4997450">
                <a:moveTo>
                  <a:pt x="287394" y="0"/>
                </a:moveTo>
                <a:lnTo>
                  <a:pt x="2017656" y="0"/>
                </a:lnTo>
                <a:cubicBezTo>
                  <a:pt x="2176379" y="0"/>
                  <a:pt x="2305050" y="128671"/>
                  <a:pt x="2305050" y="287394"/>
                </a:cubicBezTo>
                <a:lnTo>
                  <a:pt x="2305050" y="4710056"/>
                </a:lnTo>
                <a:cubicBezTo>
                  <a:pt x="2305050" y="4868779"/>
                  <a:pt x="2176379" y="4997450"/>
                  <a:pt x="2017656" y="4997450"/>
                </a:cubicBezTo>
                <a:lnTo>
                  <a:pt x="287394" y="4997450"/>
                </a:lnTo>
                <a:cubicBezTo>
                  <a:pt x="128671" y="4997450"/>
                  <a:pt x="0" y="4868779"/>
                  <a:pt x="0" y="4710056"/>
                </a:cubicBezTo>
                <a:lnTo>
                  <a:pt x="0" y="287394"/>
                </a:lnTo>
                <a:cubicBezTo>
                  <a:pt x="0" y="128671"/>
                  <a:pt x="128671" y="0"/>
                  <a:pt x="287394" y="0"/>
                </a:cubicBezTo>
                <a:close/>
              </a:path>
            </a:pathLst>
          </a:cu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1938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CBD38A-B004-4434-86D1-5B6C1A9A90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420" y="3239267"/>
            <a:ext cx="2889380" cy="1591527"/>
          </a:xfrm>
          <a:custGeom>
            <a:avLst/>
            <a:gdLst>
              <a:gd name="connsiteX0" fmla="*/ 131205 w 2889380"/>
              <a:gd name="connsiteY0" fmla="*/ 0 h 1591527"/>
              <a:gd name="connsiteX1" fmla="*/ 2758175 w 2889380"/>
              <a:gd name="connsiteY1" fmla="*/ 0 h 1591527"/>
              <a:gd name="connsiteX2" fmla="*/ 2889380 w 2889380"/>
              <a:gd name="connsiteY2" fmla="*/ 131205 h 1591527"/>
              <a:gd name="connsiteX3" fmla="*/ 2889380 w 2889380"/>
              <a:gd name="connsiteY3" fmla="*/ 1460322 h 1591527"/>
              <a:gd name="connsiteX4" fmla="*/ 2758175 w 2889380"/>
              <a:gd name="connsiteY4" fmla="*/ 1591527 h 1591527"/>
              <a:gd name="connsiteX5" fmla="*/ 131205 w 2889380"/>
              <a:gd name="connsiteY5" fmla="*/ 1591527 h 1591527"/>
              <a:gd name="connsiteX6" fmla="*/ 0 w 2889380"/>
              <a:gd name="connsiteY6" fmla="*/ 1460322 h 1591527"/>
              <a:gd name="connsiteX7" fmla="*/ 0 w 2889380"/>
              <a:gd name="connsiteY7" fmla="*/ 131205 h 1591527"/>
              <a:gd name="connsiteX8" fmla="*/ 131205 w 2889380"/>
              <a:gd name="connsiteY8" fmla="*/ 0 h 159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9380" h="1591527">
                <a:moveTo>
                  <a:pt x="131205" y="0"/>
                </a:moveTo>
                <a:lnTo>
                  <a:pt x="2758175" y="0"/>
                </a:lnTo>
                <a:cubicBezTo>
                  <a:pt x="2830638" y="0"/>
                  <a:pt x="2889380" y="58742"/>
                  <a:pt x="2889380" y="131205"/>
                </a:cubicBezTo>
                <a:lnTo>
                  <a:pt x="2889380" y="1460322"/>
                </a:lnTo>
                <a:cubicBezTo>
                  <a:pt x="2889380" y="1532785"/>
                  <a:pt x="2830638" y="1591527"/>
                  <a:pt x="2758175" y="1591527"/>
                </a:cubicBezTo>
                <a:lnTo>
                  <a:pt x="131205" y="1591527"/>
                </a:lnTo>
                <a:cubicBezTo>
                  <a:pt x="58742" y="1591527"/>
                  <a:pt x="0" y="1532785"/>
                  <a:pt x="0" y="1460322"/>
                </a:cubicBezTo>
                <a:lnTo>
                  <a:pt x="0" y="131205"/>
                </a:lnTo>
                <a:cubicBezTo>
                  <a:pt x="0" y="58742"/>
                  <a:pt x="58742" y="0"/>
                  <a:pt x="131205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CB86AF9-229F-49C7-BEEB-54EA0D7994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5911" y="3202094"/>
            <a:ext cx="2888103" cy="1610625"/>
          </a:xfrm>
          <a:custGeom>
            <a:avLst/>
            <a:gdLst>
              <a:gd name="connsiteX0" fmla="*/ 132780 w 2888103"/>
              <a:gd name="connsiteY0" fmla="*/ 0 h 1610625"/>
              <a:gd name="connsiteX1" fmla="*/ 2755323 w 2888103"/>
              <a:gd name="connsiteY1" fmla="*/ 0 h 1610625"/>
              <a:gd name="connsiteX2" fmla="*/ 2888103 w 2888103"/>
              <a:gd name="connsiteY2" fmla="*/ 132780 h 1610625"/>
              <a:gd name="connsiteX3" fmla="*/ 2888103 w 2888103"/>
              <a:gd name="connsiteY3" fmla="*/ 1477845 h 1610625"/>
              <a:gd name="connsiteX4" fmla="*/ 2755323 w 2888103"/>
              <a:gd name="connsiteY4" fmla="*/ 1610625 h 1610625"/>
              <a:gd name="connsiteX5" fmla="*/ 132780 w 2888103"/>
              <a:gd name="connsiteY5" fmla="*/ 1610625 h 1610625"/>
              <a:gd name="connsiteX6" fmla="*/ 0 w 2888103"/>
              <a:gd name="connsiteY6" fmla="*/ 1477845 h 1610625"/>
              <a:gd name="connsiteX7" fmla="*/ 0 w 2888103"/>
              <a:gd name="connsiteY7" fmla="*/ 132780 h 1610625"/>
              <a:gd name="connsiteX8" fmla="*/ 132780 w 2888103"/>
              <a:gd name="connsiteY8" fmla="*/ 0 h 161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8103" h="1610625">
                <a:moveTo>
                  <a:pt x="132780" y="0"/>
                </a:moveTo>
                <a:lnTo>
                  <a:pt x="2755323" y="0"/>
                </a:lnTo>
                <a:cubicBezTo>
                  <a:pt x="2828655" y="0"/>
                  <a:pt x="2888103" y="59448"/>
                  <a:pt x="2888103" y="132780"/>
                </a:cubicBezTo>
                <a:lnTo>
                  <a:pt x="2888103" y="1477845"/>
                </a:lnTo>
                <a:cubicBezTo>
                  <a:pt x="2888103" y="1551177"/>
                  <a:pt x="2828655" y="1610625"/>
                  <a:pt x="2755323" y="1610625"/>
                </a:cubicBezTo>
                <a:lnTo>
                  <a:pt x="132780" y="1610625"/>
                </a:lnTo>
                <a:cubicBezTo>
                  <a:pt x="59448" y="1610625"/>
                  <a:pt x="0" y="1551177"/>
                  <a:pt x="0" y="1477845"/>
                </a:cubicBezTo>
                <a:lnTo>
                  <a:pt x="0" y="132780"/>
                </a:lnTo>
                <a:cubicBezTo>
                  <a:pt x="0" y="59448"/>
                  <a:pt x="59448" y="0"/>
                  <a:pt x="132780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41A71A5-E12F-475D-95C7-B0778062AA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8535" y="3239266"/>
            <a:ext cx="2870850" cy="1573452"/>
          </a:xfrm>
          <a:custGeom>
            <a:avLst/>
            <a:gdLst>
              <a:gd name="connsiteX0" fmla="*/ 129715 w 2870850"/>
              <a:gd name="connsiteY0" fmla="*/ 0 h 1573452"/>
              <a:gd name="connsiteX1" fmla="*/ 2741135 w 2870850"/>
              <a:gd name="connsiteY1" fmla="*/ 0 h 1573452"/>
              <a:gd name="connsiteX2" fmla="*/ 2870850 w 2870850"/>
              <a:gd name="connsiteY2" fmla="*/ 129715 h 1573452"/>
              <a:gd name="connsiteX3" fmla="*/ 2870850 w 2870850"/>
              <a:gd name="connsiteY3" fmla="*/ 1443737 h 1573452"/>
              <a:gd name="connsiteX4" fmla="*/ 2741135 w 2870850"/>
              <a:gd name="connsiteY4" fmla="*/ 1573452 h 1573452"/>
              <a:gd name="connsiteX5" fmla="*/ 129715 w 2870850"/>
              <a:gd name="connsiteY5" fmla="*/ 1573452 h 1573452"/>
              <a:gd name="connsiteX6" fmla="*/ 0 w 2870850"/>
              <a:gd name="connsiteY6" fmla="*/ 1443737 h 1573452"/>
              <a:gd name="connsiteX7" fmla="*/ 0 w 2870850"/>
              <a:gd name="connsiteY7" fmla="*/ 129715 h 1573452"/>
              <a:gd name="connsiteX8" fmla="*/ 129715 w 2870850"/>
              <a:gd name="connsiteY8" fmla="*/ 0 h 157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70850" h="1573452">
                <a:moveTo>
                  <a:pt x="129715" y="0"/>
                </a:moveTo>
                <a:lnTo>
                  <a:pt x="2741135" y="0"/>
                </a:lnTo>
                <a:cubicBezTo>
                  <a:pt x="2812775" y="0"/>
                  <a:pt x="2870850" y="58075"/>
                  <a:pt x="2870850" y="129715"/>
                </a:cubicBezTo>
                <a:lnTo>
                  <a:pt x="2870850" y="1443737"/>
                </a:lnTo>
                <a:cubicBezTo>
                  <a:pt x="2870850" y="1515377"/>
                  <a:pt x="2812775" y="1573452"/>
                  <a:pt x="2741135" y="1573452"/>
                </a:cubicBezTo>
                <a:lnTo>
                  <a:pt x="129715" y="1573452"/>
                </a:lnTo>
                <a:cubicBezTo>
                  <a:pt x="58075" y="1573452"/>
                  <a:pt x="0" y="1515377"/>
                  <a:pt x="0" y="1443737"/>
                </a:cubicBezTo>
                <a:lnTo>
                  <a:pt x="0" y="129715"/>
                </a:lnTo>
                <a:cubicBezTo>
                  <a:pt x="0" y="58075"/>
                  <a:pt x="58075" y="0"/>
                  <a:pt x="129715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6712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6A9257-965E-46FF-AF26-11B9F17901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4755" y="931133"/>
            <a:ext cx="4355526" cy="5247729"/>
          </a:xfrm>
          <a:custGeom>
            <a:avLst/>
            <a:gdLst>
              <a:gd name="connsiteX0" fmla="*/ 497358 w 4355526"/>
              <a:gd name="connsiteY0" fmla="*/ 0 h 5247729"/>
              <a:gd name="connsiteX1" fmla="*/ 3858168 w 4355526"/>
              <a:gd name="connsiteY1" fmla="*/ 0 h 5247729"/>
              <a:gd name="connsiteX2" fmla="*/ 4355526 w 4355526"/>
              <a:gd name="connsiteY2" fmla="*/ 497358 h 5247729"/>
              <a:gd name="connsiteX3" fmla="*/ 4355526 w 4355526"/>
              <a:gd name="connsiteY3" fmla="*/ 4750371 h 5247729"/>
              <a:gd name="connsiteX4" fmla="*/ 3858168 w 4355526"/>
              <a:gd name="connsiteY4" fmla="*/ 5247729 h 5247729"/>
              <a:gd name="connsiteX5" fmla="*/ 497358 w 4355526"/>
              <a:gd name="connsiteY5" fmla="*/ 5247729 h 5247729"/>
              <a:gd name="connsiteX6" fmla="*/ 0 w 4355526"/>
              <a:gd name="connsiteY6" fmla="*/ 4750371 h 5247729"/>
              <a:gd name="connsiteX7" fmla="*/ 0 w 4355526"/>
              <a:gd name="connsiteY7" fmla="*/ 497358 h 5247729"/>
              <a:gd name="connsiteX8" fmla="*/ 497358 w 4355526"/>
              <a:gd name="connsiteY8" fmla="*/ 0 h 5247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55526" h="5247729">
                <a:moveTo>
                  <a:pt x="497358" y="0"/>
                </a:moveTo>
                <a:lnTo>
                  <a:pt x="3858168" y="0"/>
                </a:lnTo>
                <a:cubicBezTo>
                  <a:pt x="4132851" y="0"/>
                  <a:pt x="4355526" y="222675"/>
                  <a:pt x="4355526" y="497358"/>
                </a:cubicBezTo>
                <a:lnTo>
                  <a:pt x="4355526" y="4750371"/>
                </a:lnTo>
                <a:cubicBezTo>
                  <a:pt x="4355526" y="5025054"/>
                  <a:pt x="4132851" y="5247729"/>
                  <a:pt x="3858168" y="5247729"/>
                </a:cubicBezTo>
                <a:lnTo>
                  <a:pt x="497358" y="5247729"/>
                </a:lnTo>
                <a:cubicBezTo>
                  <a:pt x="222675" y="5247729"/>
                  <a:pt x="0" y="5025054"/>
                  <a:pt x="0" y="4750371"/>
                </a:cubicBezTo>
                <a:lnTo>
                  <a:pt x="0" y="497358"/>
                </a:lnTo>
                <a:cubicBezTo>
                  <a:pt x="0" y="222675"/>
                  <a:pt x="222675" y="0"/>
                  <a:pt x="497358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4135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22F293F-7134-4AAD-A070-99F2163629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49707" y="3295651"/>
            <a:ext cx="2205414" cy="1347436"/>
          </a:xfrm>
          <a:custGeom>
            <a:avLst/>
            <a:gdLst>
              <a:gd name="connsiteX0" fmla="*/ 287071 w 2205414"/>
              <a:gd name="connsiteY0" fmla="*/ 0 h 1347436"/>
              <a:gd name="connsiteX1" fmla="*/ 1918343 w 2205414"/>
              <a:gd name="connsiteY1" fmla="*/ 0 h 1347436"/>
              <a:gd name="connsiteX2" fmla="*/ 2205414 w 2205414"/>
              <a:gd name="connsiteY2" fmla="*/ 287071 h 1347436"/>
              <a:gd name="connsiteX3" fmla="*/ 2205414 w 2205414"/>
              <a:gd name="connsiteY3" fmla="*/ 1060365 h 1347436"/>
              <a:gd name="connsiteX4" fmla="*/ 1918343 w 2205414"/>
              <a:gd name="connsiteY4" fmla="*/ 1347436 h 1347436"/>
              <a:gd name="connsiteX5" fmla="*/ 287071 w 2205414"/>
              <a:gd name="connsiteY5" fmla="*/ 1347436 h 1347436"/>
              <a:gd name="connsiteX6" fmla="*/ 0 w 2205414"/>
              <a:gd name="connsiteY6" fmla="*/ 1060365 h 1347436"/>
              <a:gd name="connsiteX7" fmla="*/ 0 w 2205414"/>
              <a:gd name="connsiteY7" fmla="*/ 287071 h 1347436"/>
              <a:gd name="connsiteX8" fmla="*/ 287071 w 2205414"/>
              <a:gd name="connsiteY8" fmla="*/ 0 h 134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5414" h="1347436">
                <a:moveTo>
                  <a:pt x="287071" y="0"/>
                </a:moveTo>
                <a:lnTo>
                  <a:pt x="1918343" y="0"/>
                </a:lnTo>
                <a:cubicBezTo>
                  <a:pt x="2076888" y="0"/>
                  <a:pt x="2205414" y="128526"/>
                  <a:pt x="2205414" y="287071"/>
                </a:cubicBezTo>
                <a:lnTo>
                  <a:pt x="2205414" y="1060365"/>
                </a:lnTo>
                <a:cubicBezTo>
                  <a:pt x="2205414" y="1218910"/>
                  <a:pt x="2076888" y="1347436"/>
                  <a:pt x="1918343" y="1347436"/>
                </a:cubicBezTo>
                <a:lnTo>
                  <a:pt x="287071" y="1347436"/>
                </a:lnTo>
                <a:cubicBezTo>
                  <a:pt x="128526" y="1347436"/>
                  <a:pt x="0" y="1218910"/>
                  <a:pt x="0" y="1060365"/>
                </a:cubicBezTo>
                <a:lnTo>
                  <a:pt x="0" y="287071"/>
                </a:lnTo>
                <a:cubicBezTo>
                  <a:pt x="0" y="128526"/>
                  <a:pt x="128526" y="0"/>
                  <a:pt x="28707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C55109-C782-4B40-89F8-B0BB0C1408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678" y="3292171"/>
            <a:ext cx="2205414" cy="1347436"/>
          </a:xfrm>
          <a:custGeom>
            <a:avLst/>
            <a:gdLst>
              <a:gd name="connsiteX0" fmla="*/ 287071 w 2205414"/>
              <a:gd name="connsiteY0" fmla="*/ 0 h 1347436"/>
              <a:gd name="connsiteX1" fmla="*/ 1918343 w 2205414"/>
              <a:gd name="connsiteY1" fmla="*/ 0 h 1347436"/>
              <a:gd name="connsiteX2" fmla="*/ 2205414 w 2205414"/>
              <a:gd name="connsiteY2" fmla="*/ 287071 h 1347436"/>
              <a:gd name="connsiteX3" fmla="*/ 2205414 w 2205414"/>
              <a:gd name="connsiteY3" fmla="*/ 1060365 h 1347436"/>
              <a:gd name="connsiteX4" fmla="*/ 1918343 w 2205414"/>
              <a:gd name="connsiteY4" fmla="*/ 1347436 h 1347436"/>
              <a:gd name="connsiteX5" fmla="*/ 287071 w 2205414"/>
              <a:gd name="connsiteY5" fmla="*/ 1347436 h 1347436"/>
              <a:gd name="connsiteX6" fmla="*/ 0 w 2205414"/>
              <a:gd name="connsiteY6" fmla="*/ 1060365 h 1347436"/>
              <a:gd name="connsiteX7" fmla="*/ 0 w 2205414"/>
              <a:gd name="connsiteY7" fmla="*/ 287071 h 1347436"/>
              <a:gd name="connsiteX8" fmla="*/ 287071 w 2205414"/>
              <a:gd name="connsiteY8" fmla="*/ 0 h 134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5414" h="1347436">
                <a:moveTo>
                  <a:pt x="287071" y="0"/>
                </a:moveTo>
                <a:lnTo>
                  <a:pt x="1918343" y="0"/>
                </a:lnTo>
                <a:cubicBezTo>
                  <a:pt x="2076888" y="0"/>
                  <a:pt x="2205414" y="128526"/>
                  <a:pt x="2205414" y="287071"/>
                </a:cubicBezTo>
                <a:lnTo>
                  <a:pt x="2205414" y="1060365"/>
                </a:lnTo>
                <a:cubicBezTo>
                  <a:pt x="2205414" y="1218910"/>
                  <a:pt x="2076888" y="1347436"/>
                  <a:pt x="1918343" y="1347436"/>
                </a:cubicBezTo>
                <a:lnTo>
                  <a:pt x="287071" y="1347436"/>
                </a:lnTo>
                <a:cubicBezTo>
                  <a:pt x="128526" y="1347436"/>
                  <a:pt x="0" y="1218910"/>
                  <a:pt x="0" y="1060365"/>
                </a:cubicBezTo>
                <a:lnTo>
                  <a:pt x="0" y="287071"/>
                </a:lnTo>
                <a:cubicBezTo>
                  <a:pt x="0" y="128526"/>
                  <a:pt x="128526" y="0"/>
                  <a:pt x="28707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B7A766E-1DEB-4674-8DC7-49DE9F76A35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81193" y="3292171"/>
            <a:ext cx="2205414" cy="1347436"/>
          </a:xfrm>
          <a:custGeom>
            <a:avLst/>
            <a:gdLst>
              <a:gd name="connsiteX0" fmla="*/ 287071 w 2205414"/>
              <a:gd name="connsiteY0" fmla="*/ 0 h 1347436"/>
              <a:gd name="connsiteX1" fmla="*/ 1918343 w 2205414"/>
              <a:gd name="connsiteY1" fmla="*/ 0 h 1347436"/>
              <a:gd name="connsiteX2" fmla="*/ 2205414 w 2205414"/>
              <a:gd name="connsiteY2" fmla="*/ 287071 h 1347436"/>
              <a:gd name="connsiteX3" fmla="*/ 2205414 w 2205414"/>
              <a:gd name="connsiteY3" fmla="*/ 1060365 h 1347436"/>
              <a:gd name="connsiteX4" fmla="*/ 1918343 w 2205414"/>
              <a:gd name="connsiteY4" fmla="*/ 1347436 h 1347436"/>
              <a:gd name="connsiteX5" fmla="*/ 287071 w 2205414"/>
              <a:gd name="connsiteY5" fmla="*/ 1347436 h 1347436"/>
              <a:gd name="connsiteX6" fmla="*/ 0 w 2205414"/>
              <a:gd name="connsiteY6" fmla="*/ 1060365 h 1347436"/>
              <a:gd name="connsiteX7" fmla="*/ 0 w 2205414"/>
              <a:gd name="connsiteY7" fmla="*/ 287071 h 1347436"/>
              <a:gd name="connsiteX8" fmla="*/ 287071 w 2205414"/>
              <a:gd name="connsiteY8" fmla="*/ 0 h 134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5414" h="1347436">
                <a:moveTo>
                  <a:pt x="287071" y="0"/>
                </a:moveTo>
                <a:lnTo>
                  <a:pt x="1918343" y="0"/>
                </a:lnTo>
                <a:cubicBezTo>
                  <a:pt x="2076888" y="0"/>
                  <a:pt x="2205414" y="128526"/>
                  <a:pt x="2205414" y="287071"/>
                </a:cubicBezTo>
                <a:lnTo>
                  <a:pt x="2205414" y="1060365"/>
                </a:lnTo>
                <a:cubicBezTo>
                  <a:pt x="2205414" y="1218910"/>
                  <a:pt x="2076888" y="1347436"/>
                  <a:pt x="1918343" y="1347436"/>
                </a:cubicBezTo>
                <a:lnTo>
                  <a:pt x="287071" y="1347436"/>
                </a:lnTo>
                <a:cubicBezTo>
                  <a:pt x="128526" y="1347436"/>
                  <a:pt x="0" y="1218910"/>
                  <a:pt x="0" y="1060365"/>
                </a:cubicBezTo>
                <a:lnTo>
                  <a:pt x="0" y="287071"/>
                </a:lnTo>
                <a:cubicBezTo>
                  <a:pt x="0" y="128526"/>
                  <a:pt x="128526" y="0"/>
                  <a:pt x="28707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E92F34C-2848-43CF-B4BD-4E850AC234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39307" y="3292171"/>
            <a:ext cx="2210271" cy="1347436"/>
          </a:xfrm>
          <a:custGeom>
            <a:avLst/>
            <a:gdLst>
              <a:gd name="connsiteX0" fmla="*/ 306124 w 2210271"/>
              <a:gd name="connsiteY0" fmla="*/ 0 h 1347436"/>
              <a:gd name="connsiteX1" fmla="*/ 1904147 w 2210271"/>
              <a:gd name="connsiteY1" fmla="*/ 0 h 1347436"/>
              <a:gd name="connsiteX2" fmla="*/ 2210271 w 2210271"/>
              <a:gd name="connsiteY2" fmla="*/ 306124 h 1347436"/>
              <a:gd name="connsiteX3" fmla="*/ 2210271 w 2210271"/>
              <a:gd name="connsiteY3" fmla="*/ 1041312 h 1347436"/>
              <a:gd name="connsiteX4" fmla="*/ 1904147 w 2210271"/>
              <a:gd name="connsiteY4" fmla="*/ 1347436 h 1347436"/>
              <a:gd name="connsiteX5" fmla="*/ 306124 w 2210271"/>
              <a:gd name="connsiteY5" fmla="*/ 1347436 h 1347436"/>
              <a:gd name="connsiteX6" fmla="*/ 0 w 2210271"/>
              <a:gd name="connsiteY6" fmla="*/ 1041312 h 1347436"/>
              <a:gd name="connsiteX7" fmla="*/ 0 w 2210271"/>
              <a:gd name="connsiteY7" fmla="*/ 306124 h 1347436"/>
              <a:gd name="connsiteX8" fmla="*/ 306124 w 2210271"/>
              <a:gd name="connsiteY8" fmla="*/ 0 h 134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0271" h="1347436">
                <a:moveTo>
                  <a:pt x="306124" y="0"/>
                </a:moveTo>
                <a:lnTo>
                  <a:pt x="1904147" y="0"/>
                </a:lnTo>
                <a:cubicBezTo>
                  <a:pt x="2073215" y="0"/>
                  <a:pt x="2210271" y="137056"/>
                  <a:pt x="2210271" y="306124"/>
                </a:cubicBezTo>
                <a:lnTo>
                  <a:pt x="2210271" y="1041312"/>
                </a:lnTo>
                <a:cubicBezTo>
                  <a:pt x="2210271" y="1210380"/>
                  <a:pt x="2073215" y="1347436"/>
                  <a:pt x="1904147" y="1347436"/>
                </a:cubicBezTo>
                <a:lnTo>
                  <a:pt x="306124" y="1347436"/>
                </a:lnTo>
                <a:cubicBezTo>
                  <a:pt x="137056" y="1347436"/>
                  <a:pt x="0" y="1210380"/>
                  <a:pt x="0" y="1041312"/>
                </a:cubicBezTo>
                <a:lnTo>
                  <a:pt x="0" y="306124"/>
                </a:lnTo>
                <a:cubicBezTo>
                  <a:pt x="0" y="137056"/>
                  <a:pt x="137056" y="0"/>
                  <a:pt x="306124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2200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510107E4-200E-4D73-809E-E0AD842F7E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0617" y="1396657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2A0D30E-F8BB-41BD-8A8D-52EAEB2107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25163" y="1396656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2385BE53-D502-40C5-ACEA-3E75E4B3FC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19709" y="1397114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2BDC7AE-6954-44BC-9969-48A15AF33FA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0617" y="3697074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EB7EF1A-1BE4-40B5-A8D1-11996E9B21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25163" y="3697073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E5B97A93-D2F6-4D8F-B54D-F67882FD6DD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9709" y="3697531"/>
            <a:ext cx="1354982" cy="1354982"/>
          </a:xfrm>
          <a:custGeom>
            <a:avLst/>
            <a:gdLst>
              <a:gd name="connsiteX0" fmla="*/ 677491 w 1354982"/>
              <a:gd name="connsiteY0" fmla="*/ 0 h 1354982"/>
              <a:gd name="connsiteX1" fmla="*/ 1354982 w 1354982"/>
              <a:gd name="connsiteY1" fmla="*/ 677491 h 1354982"/>
              <a:gd name="connsiteX2" fmla="*/ 677491 w 1354982"/>
              <a:gd name="connsiteY2" fmla="*/ 1354982 h 1354982"/>
              <a:gd name="connsiteX3" fmla="*/ 0 w 1354982"/>
              <a:gd name="connsiteY3" fmla="*/ 677491 h 1354982"/>
              <a:gd name="connsiteX4" fmla="*/ 677491 w 1354982"/>
              <a:gd name="connsiteY4" fmla="*/ 0 h 1354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4982" h="1354982">
                <a:moveTo>
                  <a:pt x="677491" y="0"/>
                </a:moveTo>
                <a:cubicBezTo>
                  <a:pt x="1051659" y="0"/>
                  <a:pt x="1354982" y="303323"/>
                  <a:pt x="1354982" y="677491"/>
                </a:cubicBezTo>
                <a:cubicBezTo>
                  <a:pt x="1354982" y="1051659"/>
                  <a:pt x="1051659" y="1354982"/>
                  <a:pt x="677491" y="1354982"/>
                </a:cubicBezTo>
                <a:cubicBezTo>
                  <a:pt x="303323" y="1354982"/>
                  <a:pt x="0" y="1051659"/>
                  <a:pt x="0" y="677491"/>
                </a:cubicBezTo>
                <a:cubicBezTo>
                  <a:pt x="0" y="303323"/>
                  <a:pt x="303323" y="0"/>
                  <a:pt x="677491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0841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64FD0B2-9573-478C-8FDC-EA16E43343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49371" y="567561"/>
            <a:ext cx="2724437" cy="5722878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2222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BB6C93-4BBF-40E5-B7BB-9F395CAD74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41831" y="2741744"/>
            <a:ext cx="2479719" cy="5303706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95836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6F0AF1CE-7FB1-4DBA-8EB7-BB6E9E750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841831" y="2741744"/>
            <a:ext cx="2479719" cy="5303706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8309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F8F8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043E1E0-0B30-415F-A824-C275AE0B01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528" y="-768373"/>
            <a:ext cx="2471344" cy="5296927"/>
          </a:xfrm>
          <a:custGeom>
            <a:avLst/>
            <a:gdLst>
              <a:gd name="connsiteX0" fmla="*/ 305384 w 2471344"/>
              <a:gd name="connsiteY0" fmla="*/ 0 h 5296927"/>
              <a:gd name="connsiteX1" fmla="*/ 2165960 w 2471344"/>
              <a:gd name="connsiteY1" fmla="*/ 0 h 5296927"/>
              <a:gd name="connsiteX2" fmla="*/ 2471344 w 2471344"/>
              <a:gd name="connsiteY2" fmla="*/ 305384 h 5296927"/>
              <a:gd name="connsiteX3" fmla="*/ 2471344 w 2471344"/>
              <a:gd name="connsiteY3" fmla="*/ 4991543 h 5296927"/>
              <a:gd name="connsiteX4" fmla="*/ 2165960 w 2471344"/>
              <a:gd name="connsiteY4" fmla="*/ 5296927 h 5296927"/>
              <a:gd name="connsiteX5" fmla="*/ 305384 w 2471344"/>
              <a:gd name="connsiteY5" fmla="*/ 5296927 h 5296927"/>
              <a:gd name="connsiteX6" fmla="*/ 0 w 2471344"/>
              <a:gd name="connsiteY6" fmla="*/ 4991543 h 5296927"/>
              <a:gd name="connsiteX7" fmla="*/ 0 w 2471344"/>
              <a:gd name="connsiteY7" fmla="*/ 305384 h 5296927"/>
              <a:gd name="connsiteX8" fmla="*/ 305384 w 2471344"/>
              <a:gd name="connsiteY8" fmla="*/ 0 h 529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344" h="5296927">
                <a:moveTo>
                  <a:pt x="305384" y="0"/>
                </a:moveTo>
                <a:lnTo>
                  <a:pt x="2165960" y="0"/>
                </a:lnTo>
                <a:cubicBezTo>
                  <a:pt x="2334619" y="0"/>
                  <a:pt x="2471344" y="136725"/>
                  <a:pt x="2471344" y="305384"/>
                </a:cubicBezTo>
                <a:lnTo>
                  <a:pt x="2471344" y="4991543"/>
                </a:lnTo>
                <a:cubicBezTo>
                  <a:pt x="2471344" y="5160202"/>
                  <a:pt x="2334619" y="5296927"/>
                  <a:pt x="2165960" y="5296927"/>
                </a:cubicBezTo>
                <a:lnTo>
                  <a:pt x="305384" y="5296927"/>
                </a:lnTo>
                <a:cubicBezTo>
                  <a:pt x="136725" y="5296927"/>
                  <a:pt x="0" y="5160202"/>
                  <a:pt x="0" y="4991543"/>
                </a:cubicBezTo>
                <a:lnTo>
                  <a:pt x="0" y="305384"/>
                </a:lnTo>
                <a:cubicBezTo>
                  <a:pt x="0" y="136725"/>
                  <a:pt x="136725" y="0"/>
                  <a:pt x="305384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74BC83-B907-4397-B37B-26F4044BB2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38234" y="2236637"/>
            <a:ext cx="2441193" cy="5337870"/>
          </a:xfrm>
          <a:custGeom>
            <a:avLst/>
            <a:gdLst>
              <a:gd name="connsiteX0" fmla="*/ 301658 w 2441193"/>
              <a:gd name="connsiteY0" fmla="*/ 0 h 5337870"/>
              <a:gd name="connsiteX1" fmla="*/ 2139535 w 2441193"/>
              <a:gd name="connsiteY1" fmla="*/ 0 h 5337870"/>
              <a:gd name="connsiteX2" fmla="*/ 2441193 w 2441193"/>
              <a:gd name="connsiteY2" fmla="*/ 301658 h 5337870"/>
              <a:gd name="connsiteX3" fmla="*/ 2441193 w 2441193"/>
              <a:gd name="connsiteY3" fmla="*/ 5036212 h 5337870"/>
              <a:gd name="connsiteX4" fmla="*/ 2139535 w 2441193"/>
              <a:gd name="connsiteY4" fmla="*/ 5337870 h 5337870"/>
              <a:gd name="connsiteX5" fmla="*/ 301658 w 2441193"/>
              <a:gd name="connsiteY5" fmla="*/ 5337870 h 5337870"/>
              <a:gd name="connsiteX6" fmla="*/ 0 w 2441193"/>
              <a:gd name="connsiteY6" fmla="*/ 5036212 h 5337870"/>
              <a:gd name="connsiteX7" fmla="*/ 0 w 2441193"/>
              <a:gd name="connsiteY7" fmla="*/ 301658 h 5337870"/>
              <a:gd name="connsiteX8" fmla="*/ 301658 w 2441193"/>
              <a:gd name="connsiteY8" fmla="*/ 0 h 533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1193" h="5337870">
                <a:moveTo>
                  <a:pt x="301658" y="0"/>
                </a:moveTo>
                <a:lnTo>
                  <a:pt x="2139535" y="0"/>
                </a:lnTo>
                <a:cubicBezTo>
                  <a:pt x="2306136" y="0"/>
                  <a:pt x="2441193" y="135057"/>
                  <a:pt x="2441193" y="301658"/>
                </a:cubicBezTo>
                <a:lnTo>
                  <a:pt x="2441193" y="5036212"/>
                </a:lnTo>
                <a:cubicBezTo>
                  <a:pt x="2441193" y="5202813"/>
                  <a:pt x="2306136" y="5337870"/>
                  <a:pt x="2139535" y="5337870"/>
                </a:cubicBezTo>
                <a:lnTo>
                  <a:pt x="301658" y="5337870"/>
                </a:lnTo>
                <a:cubicBezTo>
                  <a:pt x="135057" y="5337870"/>
                  <a:pt x="0" y="5202813"/>
                  <a:pt x="0" y="5036212"/>
                </a:cubicBezTo>
                <a:lnTo>
                  <a:pt x="0" y="301658"/>
                </a:lnTo>
                <a:cubicBezTo>
                  <a:pt x="0" y="135057"/>
                  <a:pt x="135057" y="0"/>
                  <a:pt x="301658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1514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E7585-848D-4BDA-81D9-CA1BAA550E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98" t="19498" r="38598" b="19498"/>
          <a:stretch/>
        </p:blipFill>
        <p:spPr>
          <a:xfrm>
            <a:off x="3345656" y="1635170"/>
            <a:ext cx="2180015" cy="445959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D82CA5-34B4-42A5-8F7D-09F33E2EF93E}"/>
              </a:ext>
            </a:extLst>
          </p:cNvPr>
          <p:cNvSpPr/>
          <p:nvPr userDrawn="1"/>
        </p:nvSpPr>
        <p:spPr>
          <a:xfrm>
            <a:off x="1225359" y="1852363"/>
            <a:ext cx="1895423" cy="3981474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57A305-A74D-41B3-8B67-F064FD8BB995}"/>
              </a:ext>
            </a:extLst>
          </p:cNvPr>
          <p:cNvSpPr/>
          <p:nvPr userDrawn="1"/>
        </p:nvSpPr>
        <p:spPr>
          <a:xfrm>
            <a:off x="-985756" y="1874230"/>
            <a:ext cx="1895423" cy="3981474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68A398C5-A5A3-434A-998C-8EE948A319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4361" y="1909763"/>
            <a:ext cx="1861517" cy="3924073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DB67BF5-FE2D-41B9-9E47-7365697332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5359" y="1874230"/>
            <a:ext cx="1861517" cy="3924073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3E41C20-D927-4095-A51E-4CF91E1016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76120" y="1902930"/>
            <a:ext cx="1861517" cy="3924073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61691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B433AB-7280-460B-8548-9E7E1D0AC2FC}"/>
              </a:ext>
            </a:extLst>
          </p:cNvPr>
          <p:cNvSpPr/>
          <p:nvPr userDrawn="1"/>
        </p:nvSpPr>
        <p:spPr>
          <a:xfrm rot="1610554">
            <a:off x="410531" y="-1007620"/>
            <a:ext cx="2622267" cy="5508263"/>
          </a:xfrm>
          <a:prstGeom prst="roundRect">
            <a:avLst>
              <a:gd name="adj" fmla="val 10050"/>
            </a:avLst>
          </a:prstGeom>
          <a:solidFill>
            <a:srgbClr val="F9F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3C74092-082B-4882-9F64-FCBB4B3B52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606575">
            <a:off x="434166" y="-1007882"/>
            <a:ext cx="2591946" cy="5540324"/>
          </a:xfrm>
          <a:custGeom>
            <a:avLst/>
            <a:gdLst>
              <a:gd name="connsiteX0" fmla="*/ 305384 w 2471344"/>
              <a:gd name="connsiteY0" fmla="*/ 0 h 5296927"/>
              <a:gd name="connsiteX1" fmla="*/ 2165960 w 2471344"/>
              <a:gd name="connsiteY1" fmla="*/ 0 h 5296927"/>
              <a:gd name="connsiteX2" fmla="*/ 2471344 w 2471344"/>
              <a:gd name="connsiteY2" fmla="*/ 305384 h 5296927"/>
              <a:gd name="connsiteX3" fmla="*/ 2471344 w 2471344"/>
              <a:gd name="connsiteY3" fmla="*/ 4991543 h 5296927"/>
              <a:gd name="connsiteX4" fmla="*/ 2165960 w 2471344"/>
              <a:gd name="connsiteY4" fmla="*/ 5296927 h 5296927"/>
              <a:gd name="connsiteX5" fmla="*/ 305384 w 2471344"/>
              <a:gd name="connsiteY5" fmla="*/ 5296927 h 5296927"/>
              <a:gd name="connsiteX6" fmla="*/ 0 w 2471344"/>
              <a:gd name="connsiteY6" fmla="*/ 4991543 h 5296927"/>
              <a:gd name="connsiteX7" fmla="*/ 0 w 2471344"/>
              <a:gd name="connsiteY7" fmla="*/ 305384 h 5296927"/>
              <a:gd name="connsiteX8" fmla="*/ 305384 w 2471344"/>
              <a:gd name="connsiteY8" fmla="*/ 0 h 529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344" h="5296927">
                <a:moveTo>
                  <a:pt x="305384" y="0"/>
                </a:moveTo>
                <a:lnTo>
                  <a:pt x="2165960" y="0"/>
                </a:lnTo>
                <a:cubicBezTo>
                  <a:pt x="2334619" y="0"/>
                  <a:pt x="2471344" y="136725"/>
                  <a:pt x="2471344" y="305384"/>
                </a:cubicBezTo>
                <a:lnTo>
                  <a:pt x="2471344" y="4991543"/>
                </a:lnTo>
                <a:cubicBezTo>
                  <a:pt x="2471344" y="5160202"/>
                  <a:pt x="2334619" y="5296927"/>
                  <a:pt x="2165960" y="5296927"/>
                </a:cubicBezTo>
                <a:lnTo>
                  <a:pt x="305384" y="5296927"/>
                </a:lnTo>
                <a:cubicBezTo>
                  <a:pt x="136725" y="5296927"/>
                  <a:pt x="0" y="5160202"/>
                  <a:pt x="0" y="4991543"/>
                </a:cubicBezTo>
                <a:lnTo>
                  <a:pt x="0" y="305384"/>
                </a:lnTo>
                <a:cubicBezTo>
                  <a:pt x="0" y="136725"/>
                  <a:pt x="136725" y="0"/>
                  <a:pt x="305384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2065EF0-BED7-4286-8B0C-40CB45119B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476805">
            <a:off x="1993130" y="3138477"/>
            <a:ext cx="2431763" cy="5253179"/>
          </a:xfrm>
          <a:custGeom>
            <a:avLst/>
            <a:gdLst>
              <a:gd name="connsiteX0" fmla="*/ 305384 w 2471344"/>
              <a:gd name="connsiteY0" fmla="*/ 0 h 5296927"/>
              <a:gd name="connsiteX1" fmla="*/ 2165960 w 2471344"/>
              <a:gd name="connsiteY1" fmla="*/ 0 h 5296927"/>
              <a:gd name="connsiteX2" fmla="*/ 2471344 w 2471344"/>
              <a:gd name="connsiteY2" fmla="*/ 305384 h 5296927"/>
              <a:gd name="connsiteX3" fmla="*/ 2471344 w 2471344"/>
              <a:gd name="connsiteY3" fmla="*/ 4991543 h 5296927"/>
              <a:gd name="connsiteX4" fmla="*/ 2165960 w 2471344"/>
              <a:gd name="connsiteY4" fmla="*/ 5296927 h 5296927"/>
              <a:gd name="connsiteX5" fmla="*/ 305384 w 2471344"/>
              <a:gd name="connsiteY5" fmla="*/ 5296927 h 5296927"/>
              <a:gd name="connsiteX6" fmla="*/ 0 w 2471344"/>
              <a:gd name="connsiteY6" fmla="*/ 4991543 h 5296927"/>
              <a:gd name="connsiteX7" fmla="*/ 0 w 2471344"/>
              <a:gd name="connsiteY7" fmla="*/ 305384 h 5296927"/>
              <a:gd name="connsiteX8" fmla="*/ 305384 w 2471344"/>
              <a:gd name="connsiteY8" fmla="*/ 0 h 529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1344" h="5296927">
                <a:moveTo>
                  <a:pt x="305384" y="0"/>
                </a:moveTo>
                <a:lnTo>
                  <a:pt x="2165960" y="0"/>
                </a:lnTo>
                <a:cubicBezTo>
                  <a:pt x="2334619" y="0"/>
                  <a:pt x="2471344" y="136725"/>
                  <a:pt x="2471344" y="305384"/>
                </a:cubicBezTo>
                <a:lnTo>
                  <a:pt x="2471344" y="4991543"/>
                </a:lnTo>
                <a:cubicBezTo>
                  <a:pt x="2471344" y="5160202"/>
                  <a:pt x="2334619" y="5296927"/>
                  <a:pt x="2165960" y="5296927"/>
                </a:cubicBezTo>
                <a:lnTo>
                  <a:pt x="305384" y="5296927"/>
                </a:lnTo>
                <a:cubicBezTo>
                  <a:pt x="136725" y="5296927"/>
                  <a:pt x="0" y="5160202"/>
                  <a:pt x="0" y="4991543"/>
                </a:cubicBezTo>
                <a:lnTo>
                  <a:pt x="0" y="305384"/>
                </a:lnTo>
                <a:cubicBezTo>
                  <a:pt x="0" y="136725"/>
                  <a:pt x="136725" y="0"/>
                  <a:pt x="305384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126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84D2E3-1892-4E23-9890-F477878099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317" y="2605057"/>
            <a:ext cx="1503640" cy="29870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9AE1EE-3645-4A7D-80CF-582DA21373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2773" y="2605057"/>
            <a:ext cx="1503640" cy="298703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34C744-1341-49D3-9B85-F02CC3047793}"/>
              </a:ext>
            </a:extLst>
          </p:cNvPr>
          <p:cNvSpPr/>
          <p:nvPr userDrawn="1"/>
        </p:nvSpPr>
        <p:spPr>
          <a:xfrm>
            <a:off x="4394264" y="2545146"/>
            <a:ext cx="1687675" cy="3445528"/>
          </a:xfrm>
          <a:prstGeom prst="roundRect">
            <a:avLst>
              <a:gd name="adj" fmla="val 10050"/>
            </a:avLst>
          </a:prstGeom>
          <a:solidFill>
            <a:srgbClr val="F9F8FA"/>
          </a:solidFill>
          <a:ln>
            <a:noFill/>
          </a:ln>
          <a:effectLst>
            <a:outerShdw blurRad="266700" dist="38100" dir="10800000" sx="103000" sy="103000" algn="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4C81C2B-0418-4C64-B801-36D646E874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2128" y="2701925"/>
            <a:ext cx="1314477" cy="2775295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50C9E02-6718-4AC6-AB02-F63F6EDFC7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7354" y="2701924"/>
            <a:ext cx="1314477" cy="2775295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B8C9CAF-2818-4FCB-9C26-A221B5ED62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4264" y="2562194"/>
            <a:ext cx="1623848" cy="3428480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6499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bg>
      <p:bgPr>
        <a:gradFill flip="none" rotWithShape="1">
          <a:gsLst>
            <a:gs pos="0">
              <a:srgbClr val="D9D9D9">
                <a:alpha val="22000"/>
              </a:srgbClr>
            </a:gs>
            <a:gs pos="100000">
              <a:srgbClr val="D9D9D9">
                <a:alpha val="24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825247-901C-4D5E-96FC-EC10C5548B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38613" y="2943225"/>
            <a:ext cx="3914774" cy="2455068"/>
          </a:xfrm>
          <a:custGeom>
            <a:avLst/>
            <a:gdLst>
              <a:gd name="connsiteX0" fmla="*/ 0 w 3914774"/>
              <a:gd name="connsiteY0" fmla="*/ 0 h 2455068"/>
              <a:gd name="connsiteX1" fmla="*/ 3914774 w 3914774"/>
              <a:gd name="connsiteY1" fmla="*/ 0 h 2455068"/>
              <a:gd name="connsiteX2" fmla="*/ 3914774 w 3914774"/>
              <a:gd name="connsiteY2" fmla="*/ 2455068 h 2455068"/>
              <a:gd name="connsiteX3" fmla="*/ 0 w 3914774"/>
              <a:gd name="connsiteY3" fmla="*/ 2455068 h 24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4774" h="2455068">
                <a:moveTo>
                  <a:pt x="0" y="0"/>
                </a:moveTo>
                <a:lnTo>
                  <a:pt x="3914774" y="0"/>
                </a:lnTo>
                <a:lnTo>
                  <a:pt x="3914774" y="2455068"/>
                </a:lnTo>
                <a:lnTo>
                  <a:pt x="0" y="2455068"/>
                </a:ln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2750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0BEE22-B384-4CBB-89E8-BB47EBD882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98" t="19498" r="38598" b="19498"/>
          <a:stretch/>
        </p:blipFill>
        <p:spPr>
          <a:xfrm>
            <a:off x="6157685" y="1898939"/>
            <a:ext cx="2180015" cy="445959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A65EEE-E87A-4CC7-BC1D-08F37B90D2BA}"/>
              </a:ext>
            </a:extLst>
          </p:cNvPr>
          <p:cNvSpPr/>
          <p:nvPr userDrawn="1"/>
        </p:nvSpPr>
        <p:spPr>
          <a:xfrm>
            <a:off x="4037388" y="2116132"/>
            <a:ext cx="1895423" cy="3981474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0253CE-4886-4121-AA5F-84BB981B049F}"/>
              </a:ext>
            </a:extLst>
          </p:cNvPr>
          <p:cNvSpPr/>
          <p:nvPr userDrawn="1"/>
        </p:nvSpPr>
        <p:spPr>
          <a:xfrm>
            <a:off x="1826273" y="2137999"/>
            <a:ext cx="1895423" cy="3981474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5F88F9-7B68-4432-B9D9-2A25FE1C0914}"/>
              </a:ext>
            </a:extLst>
          </p:cNvPr>
          <p:cNvSpPr/>
          <p:nvPr userDrawn="1"/>
        </p:nvSpPr>
        <p:spPr>
          <a:xfrm>
            <a:off x="8562574" y="2077630"/>
            <a:ext cx="1895423" cy="3981474"/>
          </a:xfrm>
          <a:prstGeom prst="roundRect">
            <a:avLst>
              <a:gd name="adj" fmla="val 100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BA9D6C05-BF5D-46E3-8A6A-9E68EEAF851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7299" y="2174081"/>
            <a:ext cx="1812925" cy="3923525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BC7E2C-FB33-4E3E-9FEE-5E87434941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33228" y="2116132"/>
            <a:ext cx="1895423" cy="3981474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F0F4D2F-D536-4906-809A-8018A9D8CE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26273" y="2145106"/>
            <a:ext cx="1895423" cy="3981474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1BD4DBE-80F1-47D1-8051-BAA576CB09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52751" y="2077630"/>
            <a:ext cx="1895423" cy="3981474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84689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3BE391C-9303-4B21-BB03-284D6256282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0697721">
            <a:off x="6061282" y="4007226"/>
            <a:ext cx="1896382" cy="4034555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CE6ABD-BF07-4126-B3D5-0E2983EF4EB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91439" y="1419224"/>
            <a:ext cx="2352674" cy="5076825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AEB1E57-F688-424A-9907-F44D5CECFB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940062">
            <a:off x="10024506" y="2978284"/>
            <a:ext cx="2319128" cy="5118619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61352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62ED12-501A-4EE2-8AF3-AEDC1DDA54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619" y="2512220"/>
            <a:ext cx="3831432" cy="2436018"/>
          </a:xfrm>
          <a:custGeom>
            <a:avLst/>
            <a:gdLst>
              <a:gd name="connsiteX0" fmla="*/ 0 w 3914774"/>
              <a:gd name="connsiteY0" fmla="*/ 0 h 2455068"/>
              <a:gd name="connsiteX1" fmla="*/ 3914774 w 3914774"/>
              <a:gd name="connsiteY1" fmla="*/ 0 h 2455068"/>
              <a:gd name="connsiteX2" fmla="*/ 3914774 w 3914774"/>
              <a:gd name="connsiteY2" fmla="*/ 2455068 h 2455068"/>
              <a:gd name="connsiteX3" fmla="*/ 0 w 3914774"/>
              <a:gd name="connsiteY3" fmla="*/ 2455068 h 24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4774" h="2455068">
                <a:moveTo>
                  <a:pt x="0" y="0"/>
                </a:moveTo>
                <a:lnTo>
                  <a:pt x="3914774" y="0"/>
                </a:lnTo>
                <a:lnTo>
                  <a:pt x="3914774" y="2455068"/>
                </a:lnTo>
                <a:lnTo>
                  <a:pt x="0" y="2455068"/>
                </a:ln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63069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14F5426-15A6-443A-AFF4-B60BCE64D1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78966" y="1485880"/>
            <a:ext cx="4179714" cy="2330262"/>
          </a:xfrm>
          <a:custGeom>
            <a:avLst/>
            <a:gdLst>
              <a:gd name="connsiteX0" fmla="*/ 0 w 3914774"/>
              <a:gd name="connsiteY0" fmla="*/ 0 h 2455068"/>
              <a:gd name="connsiteX1" fmla="*/ 3914774 w 3914774"/>
              <a:gd name="connsiteY1" fmla="*/ 0 h 2455068"/>
              <a:gd name="connsiteX2" fmla="*/ 3914774 w 3914774"/>
              <a:gd name="connsiteY2" fmla="*/ 2455068 h 2455068"/>
              <a:gd name="connsiteX3" fmla="*/ 0 w 3914774"/>
              <a:gd name="connsiteY3" fmla="*/ 2455068 h 24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4774" h="2455068">
                <a:moveTo>
                  <a:pt x="0" y="0"/>
                </a:moveTo>
                <a:lnTo>
                  <a:pt x="3914774" y="0"/>
                </a:lnTo>
                <a:lnTo>
                  <a:pt x="3914774" y="2455068"/>
                </a:lnTo>
                <a:lnTo>
                  <a:pt x="0" y="2455068"/>
                </a:ln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C885D0D-A99C-4D14-AC33-8DF767A623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12919" y="3694066"/>
            <a:ext cx="1353677" cy="2048251"/>
          </a:xfrm>
          <a:custGeom>
            <a:avLst/>
            <a:gdLst>
              <a:gd name="connsiteX0" fmla="*/ 85918 w 1353677"/>
              <a:gd name="connsiteY0" fmla="*/ 0 h 2048251"/>
              <a:gd name="connsiteX1" fmla="*/ 1267759 w 1353677"/>
              <a:gd name="connsiteY1" fmla="*/ 0 h 2048251"/>
              <a:gd name="connsiteX2" fmla="*/ 1353677 w 1353677"/>
              <a:gd name="connsiteY2" fmla="*/ 85918 h 2048251"/>
              <a:gd name="connsiteX3" fmla="*/ 1353677 w 1353677"/>
              <a:gd name="connsiteY3" fmla="*/ 1962333 h 2048251"/>
              <a:gd name="connsiteX4" fmla="*/ 1267759 w 1353677"/>
              <a:gd name="connsiteY4" fmla="*/ 2048251 h 2048251"/>
              <a:gd name="connsiteX5" fmla="*/ 85918 w 1353677"/>
              <a:gd name="connsiteY5" fmla="*/ 2048251 h 2048251"/>
              <a:gd name="connsiteX6" fmla="*/ 0 w 1353677"/>
              <a:gd name="connsiteY6" fmla="*/ 1962333 h 2048251"/>
              <a:gd name="connsiteX7" fmla="*/ 0 w 1353677"/>
              <a:gd name="connsiteY7" fmla="*/ 85918 h 2048251"/>
              <a:gd name="connsiteX8" fmla="*/ 85918 w 1353677"/>
              <a:gd name="connsiteY8" fmla="*/ 0 h 2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3677" h="2048251">
                <a:moveTo>
                  <a:pt x="85918" y="0"/>
                </a:moveTo>
                <a:lnTo>
                  <a:pt x="1267759" y="0"/>
                </a:lnTo>
                <a:cubicBezTo>
                  <a:pt x="1315210" y="0"/>
                  <a:pt x="1353677" y="38467"/>
                  <a:pt x="1353677" y="85918"/>
                </a:cubicBezTo>
                <a:lnTo>
                  <a:pt x="1353677" y="1962333"/>
                </a:lnTo>
                <a:cubicBezTo>
                  <a:pt x="1353677" y="2009784"/>
                  <a:pt x="1315210" y="2048251"/>
                  <a:pt x="1267759" y="2048251"/>
                </a:cubicBezTo>
                <a:lnTo>
                  <a:pt x="85918" y="2048251"/>
                </a:lnTo>
                <a:cubicBezTo>
                  <a:pt x="38467" y="2048251"/>
                  <a:pt x="0" y="2009784"/>
                  <a:pt x="0" y="1962333"/>
                </a:cubicBezTo>
                <a:lnTo>
                  <a:pt x="0" y="85918"/>
                </a:lnTo>
                <a:cubicBezTo>
                  <a:pt x="0" y="38467"/>
                  <a:pt x="38467" y="0"/>
                  <a:pt x="85918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71878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bg>
      <p:bgPr>
        <a:gradFill>
          <a:gsLst>
            <a:gs pos="0">
              <a:srgbClr val="EEEDF2">
                <a:alpha val="21000"/>
              </a:srgbClr>
            </a:gs>
            <a:gs pos="100000">
              <a:srgbClr val="EEEDF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101">
            <a:extLst>
              <a:ext uri="{FF2B5EF4-FFF2-40B4-BE49-F238E27FC236}">
                <a16:creationId xmlns:a16="http://schemas.microsoft.com/office/drawing/2014/main" id="{C7C4AB03-4F49-4F12-82CF-50125B8B47E6}"/>
              </a:ext>
            </a:extLst>
          </p:cNvPr>
          <p:cNvSpPr/>
          <p:nvPr userDrawn="1"/>
        </p:nvSpPr>
        <p:spPr>
          <a:xfrm rot="16200000">
            <a:off x="7107901" y="1366917"/>
            <a:ext cx="3140750" cy="4171347"/>
          </a:xfrm>
          <a:prstGeom prst="rect">
            <a:avLst/>
          </a:prstGeom>
          <a:solidFill>
            <a:srgbClr val="606060"/>
          </a:solidFill>
          <a:ln w="25400" cap="flat">
            <a:solidFill>
              <a:srgbClr val="000000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 panose="020B0604020202020204" pitchFamily="34" charset="0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5F804C4-170A-4EF7-91F6-CB90681CE6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92602" y="1882214"/>
            <a:ext cx="4171348" cy="3140751"/>
          </a:xfrm>
          <a:custGeom>
            <a:avLst/>
            <a:gdLst>
              <a:gd name="connsiteX0" fmla="*/ 0 w 3914774"/>
              <a:gd name="connsiteY0" fmla="*/ 0 h 2455068"/>
              <a:gd name="connsiteX1" fmla="*/ 3914774 w 3914774"/>
              <a:gd name="connsiteY1" fmla="*/ 0 h 2455068"/>
              <a:gd name="connsiteX2" fmla="*/ 3914774 w 3914774"/>
              <a:gd name="connsiteY2" fmla="*/ 2455068 h 2455068"/>
              <a:gd name="connsiteX3" fmla="*/ 0 w 3914774"/>
              <a:gd name="connsiteY3" fmla="*/ 2455068 h 245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4774" h="2455068">
                <a:moveTo>
                  <a:pt x="0" y="0"/>
                </a:moveTo>
                <a:lnTo>
                  <a:pt x="3914774" y="0"/>
                </a:lnTo>
                <a:lnTo>
                  <a:pt x="3914774" y="2455068"/>
                </a:lnTo>
                <a:lnTo>
                  <a:pt x="0" y="2455068"/>
                </a:ln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8275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0">
              <a:srgbClr val="00CBF7"/>
            </a:gs>
            <a:gs pos="100000">
              <a:srgbClr val="00D278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FD53546A-EB2F-4455-AB52-EA1594B3B9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37678" y="1207363"/>
            <a:ext cx="2177988" cy="4707661"/>
          </a:xfrm>
          <a:custGeom>
            <a:avLst/>
            <a:gdLst>
              <a:gd name="connsiteX0" fmla="*/ 273806 w 2724437"/>
              <a:gd name="connsiteY0" fmla="*/ 0 h 5722878"/>
              <a:gd name="connsiteX1" fmla="*/ 2450631 w 2724437"/>
              <a:gd name="connsiteY1" fmla="*/ 0 h 5722878"/>
              <a:gd name="connsiteX2" fmla="*/ 2724437 w 2724437"/>
              <a:gd name="connsiteY2" fmla="*/ 273806 h 5722878"/>
              <a:gd name="connsiteX3" fmla="*/ 2724437 w 2724437"/>
              <a:gd name="connsiteY3" fmla="*/ 5449072 h 5722878"/>
              <a:gd name="connsiteX4" fmla="*/ 2450631 w 2724437"/>
              <a:gd name="connsiteY4" fmla="*/ 5722878 h 5722878"/>
              <a:gd name="connsiteX5" fmla="*/ 273806 w 2724437"/>
              <a:gd name="connsiteY5" fmla="*/ 5722878 h 5722878"/>
              <a:gd name="connsiteX6" fmla="*/ 0 w 2724437"/>
              <a:gd name="connsiteY6" fmla="*/ 5449072 h 5722878"/>
              <a:gd name="connsiteX7" fmla="*/ 0 w 2724437"/>
              <a:gd name="connsiteY7" fmla="*/ 273806 h 5722878"/>
              <a:gd name="connsiteX8" fmla="*/ 273806 w 2724437"/>
              <a:gd name="connsiteY8" fmla="*/ 0 h 572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24437" h="5722878">
                <a:moveTo>
                  <a:pt x="273806" y="0"/>
                </a:moveTo>
                <a:lnTo>
                  <a:pt x="2450631" y="0"/>
                </a:lnTo>
                <a:cubicBezTo>
                  <a:pt x="2601850" y="0"/>
                  <a:pt x="2724437" y="122587"/>
                  <a:pt x="2724437" y="273806"/>
                </a:cubicBezTo>
                <a:lnTo>
                  <a:pt x="2724437" y="5449072"/>
                </a:lnTo>
                <a:cubicBezTo>
                  <a:pt x="2724437" y="5600291"/>
                  <a:pt x="2601850" y="5722878"/>
                  <a:pt x="2450631" y="5722878"/>
                </a:cubicBezTo>
                <a:lnTo>
                  <a:pt x="273806" y="5722878"/>
                </a:lnTo>
                <a:cubicBezTo>
                  <a:pt x="122587" y="5722878"/>
                  <a:pt x="0" y="5600291"/>
                  <a:pt x="0" y="5449072"/>
                </a:cubicBezTo>
                <a:lnTo>
                  <a:pt x="0" y="273806"/>
                </a:lnTo>
                <a:cubicBezTo>
                  <a:pt x="0" y="122587"/>
                  <a:pt x="122587" y="0"/>
                  <a:pt x="273806" y="0"/>
                </a:cubicBezTo>
                <a:close/>
              </a:path>
            </a:pathLst>
          </a:custGeom>
          <a:pattFill prst="pct5">
            <a:fgClr>
              <a:srgbClr val="D9D9D9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8445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06BAC1-11BC-45CA-9BA4-38414A124F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299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06BAC1-11BC-45CA-9BA4-38414A124F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5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53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50" r:id="rId3"/>
    <p:sldLayoutId id="214748368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1" r:id="rId10"/>
    <p:sldLayoutId id="2147483652" r:id="rId11"/>
    <p:sldLayoutId id="2147483658" r:id="rId12"/>
    <p:sldLayoutId id="2147483660" r:id="rId13"/>
    <p:sldLayoutId id="2147483659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2" r:id="rId34"/>
    <p:sldLayoutId id="2147483683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D278"/>
            </a:gs>
            <a:gs pos="100000">
              <a:srgbClr val="00CBF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AF9295-2EF2-41E1-A1F2-A011A9B538B2}"/>
              </a:ext>
            </a:extLst>
          </p:cNvPr>
          <p:cNvSpPr txBox="1"/>
          <p:nvPr/>
        </p:nvSpPr>
        <p:spPr>
          <a:xfrm>
            <a:off x="639120" y="4459263"/>
            <a:ext cx="5075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spc="1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Technology Presentation Template</a:t>
            </a:r>
            <a:endParaRPr lang="en-ID" sz="1600" spc="1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B692789-993E-460D-8BE0-324E852A74AE}"/>
              </a:ext>
            </a:extLst>
          </p:cNvPr>
          <p:cNvSpPr/>
          <p:nvPr/>
        </p:nvSpPr>
        <p:spPr>
          <a:xfrm rot="5400000">
            <a:off x="3563035" y="-2602514"/>
            <a:ext cx="663592" cy="6511421"/>
          </a:xfrm>
          <a:custGeom>
            <a:avLst/>
            <a:gdLst>
              <a:gd name="connsiteX0" fmla="*/ 0 w 663592"/>
              <a:gd name="connsiteY0" fmla="*/ 331796 h 6511421"/>
              <a:gd name="connsiteX1" fmla="*/ 331796 w 663592"/>
              <a:gd name="connsiteY1" fmla="*/ 0 h 6511421"/>
              <a:gd name="connsiteX2" fmla="*/ 331796 w 663592"/>
              <a:gd name="connsiteY2" fmla="*/ 0 h 6511421"/>
              <a:gd name="connsiteX3" fmla="*/ 663592 w 663592"/>
              <a:gd name="connsiteY3" fmla="*/ 331796 h 6511421"/>
              <a:gd name="connsiteX4" fmla="*/ 663592 w 663592"/>
              <a:gd name="connsiteY4" fmla="*/ 6179625 h 6511421"/>
              <a:gd name="connsiteX5" fmla="*/ 331796 w 663592"/>
              <a:gd name="connsiteY5" fmla="*/ 6511421 h 6511421"/>
              <a:gd name="connsiteX6" fmla="*/ 331796 w 663592"/>
              <a:gd name="connsiteY6" fmla="*/ 6511421 h 6511421"/>
              <a:gd name="connsiteX7" fmla="*/ 0 w 663592"/>
              <a:gd name="connsiteY7" fmla="*/ 6179625 h 6511421"/>
              <a:gd name="connsiteX8" fmla="*/ 0 w 663592"/>
              <a:gd name="connsiteY8" fmla="*/ 331796 h 6511421"/>
              <a:gd name="connsiteX0" fmla="*/ 3563035 w 4226627"/>
              <a:gd name="connsiteY0" fmla="*/ 331796 h 6511421"/>
              <a:gd name="connsiteX1" fmla="*/ 0 w 4226627"/>
              <a:gd name="connsiteY1" fmla="*/ 2602514 h 6511421"/>
              <a:gd name="connsiteX2" fmla="*/ 3894831 w 4226627"/>
              <a:gd name="connsiteY2" fmla="*/ 0 h 6511421"/>
              <a:gd name="connsiteX3" fmla="*/ 3894831 w 4226627"/>
              <a:gd name="connsiteY3" fmla="*/ 0 h 6511421"/>
              <a:gd name="connsiteX4" fmla="*/ 4226627 w 4226627"/>
              <a:gd name="connsiteY4" fmla="*/ 331796 h 6511421"/>
              <a:gd name="connsiteX5" fmla="*/ 4226627 w 4226627"/>
              <a:gd name="connsiteY5" fmla="*/ 6179625 h 6511421"/>
              <a:gd name="connsiteX6" fmla="*/ 3894831 w 4226627"/>
              <a:gd name="connsiteY6" fmla="*/ 6511421 h 6511421"/>
              <a:gd name="connsiteX7" fmla="*/ 3894831 w 4226627"/>
              <a:gd name="connsiteY7" fmla="*/ 6511421 h 6511421"/>
              <a:gd name="connsiteX8" fmla="*/ 3563035 w 4226627"/>
              <a:gd name="connsiteY8" fmla="*/ 6179625 h 6511421"/>
              <a:gd name="connsiteX9" fmla="*/ 3563035 w 4226627"/>
              <a:gd name="connsiteY9" fmla="*/ 331796 h 6511421"/>
              <a:gd name="connsiteX0" fmla="*/ 0 w 663592"/>
              <a:gd name="connsiteY0" fmla="*/ 331796 h 6511421"/>
              <a:gd name="connsiteX1" fmla="*/ 331796 w 663592"/>
              <a:gd name="connsiteY1" fmla="*/ 0 h 6511421"/>
              <a:gd name="connsiteX2" fmla="*/ 331796 w 663592"/>
              <a:gd name="connsiteY2" fmla="*/ 0 h 6511421"/>
              <a:gd name="connsiteX3" fmla="*/ 663592 w 663592"/>
              <a:gd name="connsiteY3" fmla="*/ 331796 h 6511421"/>
              <a:gd name="connsiteX4" fmla="*/ 663592 w 663592"/>
              <a:gd name="connsiteY4" fmla="*/ 6179625 h 6511421"/>
              <a:gd name="connsiteX5" fmla="*/ 331796 w 663592"/>
              <a:gd name="connsiteY5" fmla="*/ 6511421 h 6511421"/>
              <a:gd name="connsiteX6" fmla="*/ 331796 w 663592"/>
              <a:gd name="connsiteY6" fmla="*/ 6511421 h 6511421"/>
              <a:gd name="connsiteX7" fmla="*/ 0 w 663592"/>
              <a:gd name="connsiteY7" fmla="*/ 6179625 h 6511421"/>
              <a:gd name="connsiteX8" fmla="*/ 0 w 663592"/>
              <a:gd name="connsiteY8" fmla="*/ 331796 h 651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3592" h="6511421">
                <a:moveTo>
                  <a:pt x="0" y="331796"/>
                </a:moveTo>
                <a:cubicBezTo>
                  <a:pt x="0" y="148550"/>
                  <a:pt x="148550" y="0"/>
                  <a:pt x="331796" y="0"/>
                </a:cubicBezTo>
                <a:lnTo>
                  <a:pt x="331796" y="0"/>
                </a:lnTo>
                <a:cubicBezTo>
                  <a:pt x="515042" y="0"/>
                  <a:pt x="663592" y="148550"/>
                  <a:pt x="663592" y="331796"/>
                </a:cubicBezTo>
                <a:lnTo>
                  <a:pt x="663592" y="6179625"/>
                </a:lnTo>
                <a:cubicBezTo>
                  <a:pt x="663592" y="6362871"/>
                  <a:pt x="515042" y="6511421"/>
                  <a:pt x="331796" y="6511421"/>
                </a:cubicBezTo>
                <a:lnTo>
                  <a:pt x="331796" y="6511421"/>
                </a:lnTo>
                <a:cubicBezTo>
                  <a:pt x="148550" y="6511421"/>
                  <a:pt x="0" y="6362871"/>
                  <a:pt x="0" y="6179625"/>
                </a:cubicBezTo>
                <a:lnTo>
                  <a:pt x="0" y="33179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50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FCD9DC-3773-4D7F-8380-6934FC3614BF}"/>
              </a:ext>
            </a:extLst>
          </p:cNvPr>
          <p:cNvSpPr txBox="1"/>
          <p:nvPr/>
        </p:nvSpPr>
        <p:spPr>
          <a:xfrm>
            <a:off x="639120" y="2158768"/>
            <a:ext cx="476925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6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 C</a:t>
            </a:r>
            <a:r>
              <a:rPr lang="en-US" altLang="zh-CN" sz="66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ontent</a:t>
            </a:r>
            <a:endParaRPr lang="en-US" altLang="zh-CN" sz="6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6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Generator</a:t>
            </a:r>
            <a:endParaRPr lang="en-ID" sz="6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BE33F-4A0F-4233-9054-CD56016653D4}"/>
              </a:ext>
            </a:extLst>
          </p:cNvPr>
          <p:cNvSpPr txBox="1"/>
          <p:nvPr/>
        </p:nvSpPr>
        <p:spPr>
          <a:xfrm>
            <a:off x="872767" y="5451503"/>
            <a:ext cx="10615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</a:t>
            </a:r>
            <a:r>
              <a:rPr lang="en-US" altLang="zh-CN" sz="1100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xplore Now</a:t>
            </a:r>
            <a:endParaRPr lang="en-ID" sz="1100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A625D78-7873-49A7-98D5-F6495E1EAAC3}"/>
              </a:ext>
            </a:extLst>
          </p:cNvPr>
          <p:cNvCxnSpPr>
            <a:cxnSpLocks/>
          </p:cNvCxnSpPr>
          <p:nvPr/>
        </p:nvCxnSpPr>
        <p:spPr>
          <a:xfrm>
            <a:off x="2120694" y="5582308"/>
            <a:ext cx="527621" cy="0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C5F4F1A-A141-BA63-5BF0-11FBAB5C5379}"/>
              </a:ext>
            </a:extLst>
          </p:cNvPr>
          <p:cNvSpPr/>
          <p:nvPr/>
        </p:nvSpPr>
        <p:spPr>
          <a:xfrm rot="5400000">
            <a:off x="7045125" y="1594257"/>
            <a:ext cx="4650154" cy="4650154"/>
          </a:xfrm>
          <a:prstGeom prst="ellipse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7DED766-A311-18A2-2DEE-A3B747C6F530}"/>
              </a:ext>
            </a:extLst>
          </p:cNvPr>
          <p:cNvSpPr/>
          <p:nvPr/>
        </p:nvSpPr>
        <p:spPr>
          <a:xfrm>
            <a:off x="7777599" y="2326731"/>
            <a:ext cx="3185206" cy="3185206"/>
          </a:xfrm>
          <a:prstGeom prst="ellipse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94C1DC-E92B-14F6-3A19-B1FD990E14D3}"/>
              </a:ext>
            </a:extLst>
          </p:cNvPr>
          <p:cNvSpPr/>
          <p:nvPr/>
        </p:nvSpPr>
        <p:spPr>
          <a:xfrm rot="16200000">
            <a:off x="6211531" y="760663"/>
            <a:ext cx="6317343" cy="6317343"/>
          </a:xfrm>
          <a:prstGeom prst="ellipse">
            <a:avLst/>
          </a:prstGeom>
          <a:noFill/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963164-6419-E117-FBEE-7E267D0DD287}"/>
              </a:ext>
            </a:extLst>
          </p:cNvPr>
          <p:cNvSpPr/>
          <p:nvPr/>
        </p:nvSpPr>
        <p:spPr>
          <a:xfrm>
            <a:off x="9316202" y="3865334"/>
            <a:ext cx="108000" cy="108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6BE692-4824-6041-AD2B-BCA093283183}"/>
              </a:ext>
            </a:extLst>
          </p:cNvPr>
          <p:cNvSpPr>
            <a:spLocks noChangeAspect="1"/>
          </p:cNvSpPr>
          <p:nvPr/>
        </p:nvSpPr>
        <p:spPr>
          <a:xfrm>
            <a:off x="9280202" y="3829334"/>
            <a:ext cx="180000" cy="180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92A085-EFF3-BA29-662C-F018F6900F4D}"/>
              </a:ext>
            </a:extLst>
          </p:cNvPr>
          <p:cNvSpPr>
            <a:spLocks noChangeAspect="1"/>
          </p:cNvSpPr>
          <p:nvPr/>
        </p:nvSpPr>
        <p:spPr>
          <a:xfrm>
            <a:off x="9298202" y="3847334"/>
            <a:ext cx="144000" cy="144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2D4CB1-09CC-2792-307C-393F19B36681}"/>
              </a:ext>
            </a:extLst>
          </p:cNvPr>
          <p:cNvSpPr>
            <a:spLocks noChangeAspect="1"/>
          </p:cNvSpPr>
          <p:nvPr/>
        </p:nvSpPr>
        <p:spPr>
          <a:xfrm>
            <a:off x="9262202" y="3811334"/>
            <a:ext cx="216000" cy="216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576440-8C14-6E24-A289-A48722787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625049"/>
              </p:ext>
            </p:extLst>
          </p:nvPr>
        </p:nvGraphicFramePr>
        <p:xfrm>
          <a:off x="1125909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US" altLang="zh-CN" dirty="0"/>
                        <a:t>bout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F7EFF0-9758-EDDE-6F58-476E9D382704}"/>
              </a:ext>
            </a:extLst>
          </p:cNvPr>
          <p:cNvSpPr/>
          <p:nvPr/>
        </p:nvSpPr>
        <p:spPr>
          <a:xfrm rot="5400000">
            <a:off x="1499209" y="4456982"/>
            <a:ext cx="538029" cy="225065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64A4A05-23A9-A928-6502-AAD4FB9D3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12135" y="3261267"/>
            <a:ext cx="1316135" cy="1316135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C7BC455-CF6F-A295-DC4D-4E859BEDBEA6}"/>
              </a:ext>
            </a:extLst>
          </p:cNvPr>
          <p:cNvSpPr/>
          <p:nvPr/>
        </p:nvSpPr>
        <p:spPr>
          <a:xfrm>
            <a:off x="8155531" y="2704663"/>
            <a:ext cx="2429343" cy="2429343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8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434471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2232430"/>
            <a:ext cx="5343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Future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Artificial </a:t>
            </a:r>
            <a:r>
              <a:rPr lang="en-US" sz="3600" b="1" dirty="0" err="1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Intelegent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324E-BE6D-F3F0-CA25-4AEED7EDACD6}"/>
              </a:ext>
            </a:extLst>
          </p:cNvPr>
          <p:cNvSpPr/>
          <p:nvPr/>
        </p:nvSpPr>
        <p:spPr>
          <a:xfrm>
            <a:off x="1679213" y="3877422"/>
            <a:ext cx="8842174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</p:spTree>
    <p:extLst>
      <p:ext uri="{BB962C8B-B14F-4D97-AF65-F5344CB8AC3E}">
        <p14:creationId xmlns:p14="http://schemas.microsoft.com/office/powerpoint/2010/main" val="413167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110760E-945D-4C2F-260E-2950387585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77968" y="3110457"/>
            <a:ext cx="1346400" cy="134743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53DB9-EF22-91AF-4309-5B12D5C1EC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40939" y="3106977"/>
            <a:ext cx="1346400" cy="134743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42BD23-26BC-BE8B-50BA-D0E3DF9B8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9454" y="3106977"/>
            <a:ext cx="1346400" cy="134743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277A75-985D-1C2E-A1A4-21906823A2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67568" y="3106977"/>
            <a:ext cx="1346400" cy="1347436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9893F-86C2-F776-D277-80459C93DC4A}"/>
              </a:ext>
            </a:extLst>
          </p:cNvPr>
          <p:cNvSpPr txBox="1"/>
          <p:nvPr/>
        </p:nvSpPr>
        <p:spPr>
          <a:xfrm>
            <a:off x="3428570" y="1318030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Team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77D3B7-F86E-B1E9-854D-FE852AF52861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7FDC5A-79F1-E5DA-E5C2-F40F48B88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30464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4623BDA-556B-67FE-B1A0-EF364A2CA1DB}"/>
              </a:ext>
            </a:extLst>
          </p:cNvPr>
          <p:cNvSpPr txBox="1"/>
          <p:nvPr/>
        </p:nvSpPr>
        <p:spPr>
          <a:xfrm>
            <a:off x="1045786" y="4803494"/>
            <a:ext cx="2210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Terry </a:t>
            </a:r>
            <a:r>
              <a:rPr lang="en-US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Geidt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Graphic Designer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97658B-792A-AF8F-674C-910DF74E0BC6}"/>
              </a:ext>
            </a:extLst>
          </p:cNvPr>
          <p:cNvSpPr txBox="1"/>
          <p:nvPr/>
        </p:nvSpPr>
        <p:spPr>
          <a:xfrm>
            <a:off x="3675653" y="4803494"/>
            <a:ext cx="2210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Kaiya Lubin</a:t>
            </a:r>
          </a:p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Web Designer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24BE6B-4F6C-AB99-BC89-76B922575A5A}"/>
              </a:ext>
            </a:extLst>
          </p:cNvPr>
          <p:cNvSpPr txBox="1"/>
          <p:nvPr/>
        </p:nvSpPr>
        <p:spPr>
          <a:xfrm>
            <a:off x="6305520" y="4803494"/>
            <a:ext cx="2210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Martin Curtis</a:t>
            </a:r>
          </a:p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Developer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31E40-6F1D-FE28-6E78-26B558526020}"/>
              </a:ext>
            </a:extLst>
          </p:cNvPr>
          <p:cNvSpPr txBox="1"/>
          <p:nvPr/>
        </p:nvSpPr>
        <p:spPr>
          <a:xfrm>
            <a:off x="8935386" y="4803494"/>
            <a:ext cx="2210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Mira </a:t>
            </a:r>
            <a:r>
              <a:rPr lang="en-US" sz="2000" b="1" dirty="0" err="1">
                <a:latin typeface="Poppins" panose="00000500000000000000" pitchFamily="2" charset="0"/>
                <a:cs typeface="Poppins" panose="00000500000000000000" pitchFamily="2" charset="0"/>
              </a:rPr>
              <a:t>Kenter</a:t>
            </a:r>
            <a:endParaRPr lang="en-US" sz="20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BP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BE9378-2032-6BF4-F618-AD5E446E32D8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05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38EE933-D6B8-81C4-F81E-165A389315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55893" y="2944478"/>
            <a:ext cx="3973389" cy="248943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F3AFF5-E8A5-D25E-EE8F-0FE0030EC0D8}"/>
              </a:ext>
            </a:extLst>
          </p:cNvPr>
          <p:cNvSpPr txBox="1"/>
          <p:nvPr/>
        </p:nvSpPr>
        <p:spPr>
          <a:xfrm>
            <a:off x="3428570" y="1318030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Mission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AAE2F8-0059-EF04-18EA-6406427C2F58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667932-DF4B-1541-02DA-9DD1BC420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98954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C82767B-377D-AA08-B08C-B2400CEE43A3}"/>
              </a:ext>
            </a:extLst>
          </p:cNvPr>
          <p:cNvSpPr/>
          <p:nvPr/>
        </p:nvSpPr>
        <p:spPr>
          <a:xfrm>
            <a:off x="1162718" y="3520230"/>
            <a:ext cx="5419256" cy="133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</p:spTree>
    <p:extLst>
      <p:ext uri="{BB962C8B-B14F-4D97-AF65-F5344CB8AC3E}">
        <p14:creationId xmlns:p14="http://schemas.microsoft.com/office/powerpoint/2010/main" val="398229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Vision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Statement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324E-BE6D-F3F0-CA25-4AEED7EDACD6}"/>
              </a:ext>
            </a:extLst>
          </p:cNvPr>
          <p:cNvSpPr/>
          <p:nvPr/>
        </p:nvSpPr>
        <p:spPr>
          <a:xfrm>
            <a:off x="1679213" y="2407439"/>
            <a:ext cx="8842174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D1C7AE-541E-9D74-49C3-C42BA40D3E3F}"/>
              </a:ext>
            </a:extLst>
          </p:cNvPr>
          <p:cNvGrpSpPr/>
          <p:nvPr/>
        </p:nvGrpSpPr>
        <p:grpSpPr>
          <a:xfrm>
            <a:off x="1163638" y="4583569"/>
            <a:ext cx="2836844" cy="1242613"/>
            <a:chOff x="1163638" y="4398374"/>
            <a:chExt cx="2234558" cy="124261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DA573E-198E-16B1-AFC3-F7C1D83138C6}"/>
                </a:ext>
              </a:extLst>
            </p:cNvPr>
            <p:cNvSpPr txBox="1"/>
            <p:nvPr/>
          </p:nvSpPr>
          <p:spPr>
            <a:xfrm>
              <a:off x="1163638" y="4398374"/>
              <a:ext cx="2061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01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4318D4-F94A-1529-F59A-22F6CBB5891B}"/>
                </a:ext>
              </a:extLst>
            </p:cNvPr>
            <p:cNvSpPr txBox="1"/>
            <p:nvPr/>
          </p:nvSpPr>
          <p:spPr>
            <a:xfrm>
              <a:off x="1163638" y="4737278"/>
              <a:ext cx="2234558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0BE903-935D-B595-C3FF-8C8170DC4288}"/>
              </a:ext>
            </a:extLst>
          </p:cNvPr>
          <p:cNvGrpSpPr/>
          <p:nvPr/>
        </p:nvGrpSpPr>
        <p:grpSpPr>
          <a:xfrm>
            <a:off x="4592997" y="4583569"/>
            <a:ext cx="3009391" cy="1242613"/>
            <a:chOff x="3942671" y="4398374"/>
            <a:chExt cx="2370472" cy="124261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EF5093-BE01-542A-A43D-E8196B8D2AFD}"/>
                </a:ext>
              </a:extLst>
            </p:cNvPr>
            <p:cNvSpPr txBox="1"/>
            <p:nvPr/>
          </p:nvSpPr>
          <p:spPr>
            <a:xfrm>
              <a:off x="3942672" y="4398374"/>
              <a:ext cx="2100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02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1203AE-F611-8875-78F8-296919937DA9}"/>
                </a:ext>
              </a:extLst>
            </p:cNvPr>
            <p:cNvSpPr txBox="1"/>
            <p:nvPr/>
          </p:nvSpPr>
          <p:spPr>
            <a:xfrm>
              <a:off x="3942671" y="4737278"/>
              <a:ext cx="2370472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fvvdvxhsv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9B46F8-1A53-337E-13F3-A05BEFF02C25}"/>
              </a:ext>
            </a:extLst>
          </p:cNvPr>
          <p:cNvGrpSpPr/>
          <p:nvPr/>
        </p:nvGrpSpPr>
        <p:grpSpPr>
          <a:xfrm>
            <a:off x="8194903" y="4583569"/>
            <a:ext cx="3009391" cy="1242613"/>
            <a:chOff x="3942671" y="4398374"/>
            <a:chExt cx="2370472" cy="124261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02A534-752A-3480-65AA-2F4C44A1CB0E}"/>
                </a:ext>
              </a:extLst>
            </p:cNvPr>
            <p:cNvSpPr txBox="1"/>
            <p:nvPr/>
          </p:nvSpPr>
          <p:spPr>
            <a:xfrm>
              <a:off x="3942672" y="4398374"/>
              <a:ext cx="2100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03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9641DE-A99F-2187-07B4-3ABB78860B4E}"/>
                </a:ext>
              </a:extLst>
            </p:cNvPr>
            <p:cNvSpPr txBox="1"/>
            <p:nvPr/>
          </p:nvSpPr>
          <p:spPr>
            <a:xfrm>
              <a:off x="3942671" y="4737278"/>
              <a:ext cx="2370472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fvvdvxhsv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038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Timeline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324E-BE6D-F3F0-CA25-4AEED7EDACD6}"/>
              </a:ext>
            </a:extLst>
          </p:cNvPr>
          <p:cNvSpPr/>
          <p:nvPr/>
        </p:nvSpPr>
        <p:spPr>
          <a:xfrm>
            <a:off x="1679213" y="2407439"/>
            <a:ext cx="8842174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D1C7AE-541E-9D74-49C3-C42BA40D3E3F}"/>
              </a:ext>
            </a:extLst>
          </p:cNvPr>
          <p:cNvGrpSpPr/>
          <p:nvPr/>
        </p:nvGrpSpPr>
        <p:grpSpPr>
          <a:xfrm>
            <a:off x="1163638" y="4583569"/>
            <a:ext cx="2836844" cy="1242613"/>
            <a:chOff x="1163638" y="4398374"/>
            <a:chExt cx="2234558" cy="124261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DA573E-198E-16B1-AFC3-F7C1D83138C6}"/>
                </a:ext>
              </a:extLst>
            </p:cNvPr>
            <p:cNvSpPr txBox="1"/>
            <p:nvPr/>
          </p:nvSpPr>
          <p:spPr>
            <a:xfrm>
              <a:off x="1163638" y="4398374"/>
              <a:ext cx="2061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Start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4318D4-F94A-1529-F59A-22F6CBB5891B}"/>
                </a:ext>
              </a:extLst>
            </p:cNvPr>
            <p:cNvSpPr txBox="1"/>
            <p:nvPr/>
          </p:nvSpPr>
          <p:spPr>
            <a:xfrm>
              <a:off x="1163638" y="4737278"/>
              <a:ext cx="2234558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0BE903-935D-B595-C3FF-8C8170DC4288}"/>
              </a:ext>
            </a:extLst>
          </p:cNvPr>
          <p:cNvGrpSpPr/>
          <p:nvPr/>
        </p:nvGrpSpPr>
        <p:grpSpPr>
          <a:xfrm>
            <a:off x="4592997" y="4583569"/>
            <a:ext cx="3009391" cy="1242613"/>
            <a:chOff x="3942671" y="4398374"/>
            <a:chExt cx="2370472" cy="124261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EF5093-BE01-542A-A43D-E8196B8D2AFD}"/>
                </a:ext>
              </a:extLst>
            </p:cNvPr>
            <p:cNvSpPr txBox="1"/>
            <p:nvPr/>
          </p:nvSpPr>
          <p:spPr>
            <a:xfrm>
              <a:off x="3942672" y="4398374"/>
              <a:ext cx="2100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Grow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1203AE-F611-8875-78F8-296919937DA9}"/>
                </a:ext>
              </a:extLst>
            </p:cNvPr>
            <p:cNvSpPr txBox="1"/>
            <p:nvPr/>
          </p:nvSpPr>
          <p:spPr>
            <a:xfrm>
              <a:off x="3942671" y="4737278"/>
              <a:ext cx="2370472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fvvdvxhsv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79B46F8-1A53-337E-13F3-A05BEFF02C25}"/>
              </a:ext>
            </a:extLst>
          </p:cNvPr>
          <p:cNvGrpSpPr/>
          <p:nvPr/>
        </p:nvGrpSpPr>
        <p:grpSpPr>
          <a:xfrm>
            <a:off x="8194903" y="4583569"/>
            <a:ext cx="3009391" cy="1242613"/>
            <a:chOff x="3942671" y="4398374"/>
            <a:chExt cx="2370472" cy="124261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202A534-752A-3480-65AA-2F4C44A1CB0E}"/>
                </a:ext>
              </a:extLst>
            </p:cNvPr>
            <p:cNvSpPr txBox="1"/>
            <p:nvPr/>
          </p:nvSpPr>
          <p:spPr>
            <a:xfrm>
              <a:off x="3942672" y="4398374"/>
              <a:ext cx="2100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First Target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A9641DE-A99F-2187-07B4-3ABB78860B4E}"/>
                </a:ext>
              </a:extLst>
            </p:cNvPr>
            <p:cNvSpPr txBox="1"/>
            <p:nvPr/>
          </p:nvSpPr>
          <p:spPr>
            <a:xfrm>
              <a:off x="3942671" y="4737278"/>
              <a:ext cx="2370472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fvvdvxhsv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1F7D745-67A4-58D8-6189-3A01705E1D0A}"/>
              </a:ext>
            </a:extLst>
          </p:cNvPr>
          <p:cNvSpPr/>
          <p:nvPr/>
        </p:nvSpPr>
        <p:spPr>
          <a:xfrm rot="16200000">
            <a:off x="6391200" y="-1749472"/>
            <a:ext cx="323999" cy="112776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23E7E-BF40-E935-E63A-5FD4872F3155}"/>
              </a:ext>
            </a:extLst>
          </p:cNvPr>
          <p:cNvSpPr/>
          <p:nvPr/>
        </p:nvSpPr>
        <p:spPr>
          <a:xfrm>
            <a:off x="4656138" y="3727328"/>
            <a:ext cx="2856720" cy="324000"/>
          </a:xfrm>
          <a:prstGeom prst="rect">
            <a:avLst/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3BC1-C87D-981F-E60C-BBE515A9F537}"/>
              </a:ext>
            </a:extLst>
          </p:cNvPr>
          <p:cNvSpPr txBox="1"/>
          <p:nvPr/>
        </p:nvSpPr>
        <p:spPr>
          <a:xfrm>
            <a:off x="1163638" y="3720051"/>
            <a:ext cx="211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2019</a:t>
            </a:r>
            <a:endParaRPr lang="id-ID" sz="1600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FC375-2D72-2B61-4962-263166983252}"/>
              </a:ext>
            </a:extLst>
          </p:cNvPr>
          <p:cNvSpPr txBox="1"/>
          <p:nvPr/>
        </p:nvSpPr>
        <p:spPr>
          <a:xfrm>
            <a:off x="4694529" y="3720051"/>
            <a:ext cx="211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2021</a:t>
            </a:r>
            <a:endParaRPr lang="id-ID" sz="1600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C4236-CAD5-212D-E393-E3BBA5D0957F}"/>
              </a:ext>
            </a:extLst>
          </p:cNvPr>
          <p:cNvSpPr txBox="1"/>
          <p:nvPr/>
        </p:nvSpPr>
        <p:spPr>
          <a:xfrm>
            <a:off x="8194903" y="3720051"/>
            <a:ext cx="211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2024</a:t>
            </a:r>
            <a:endParaRPr lang="id-ID" sz="1600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27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Timeline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324E-BE6D-F3F0-CA25-4AEED7EDACD6}"/>
              </a:ext>
            </a:extLst>
          </p:cNvPr>
          <p:cNvSpPr/>
          <p:nvPr/>
        </p:nvSpPr>
        <p:spPr>
          <a:xfrm>
            <a:off x="1679213" y="2407439"/>
            <a:ext cx="8842174" cy="83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D1C7AE-541E-9D74-49C3-C42BA40D3E3F}"/>
              </a:ext>
            </a:extLst>
          </p:cNvPr>
          <p:cNvGrpSpPr/>
          <p:nvPr/>
        </p:nvGrpSpPr>
        <p:grpSpPr>
          <a:xfrm>
            <a:off x="1163638" y="4583569"/>
            <a:ext cx="2836844" cy="1242613"/>
            <a:chOff x="1163638" y="4398374"/>
            <a:chExt cx="2234558" cy="124261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6DA573E-198E-16B1-AFC3-F7C1D83138C6}"/>
                </a:ext>
              </a:extLst>
            </p:cNvPr>
            <p:cNvSpPr txBox="1"/>
            <p:nvPr/>
          </p:nvSpPr>
          <p:spPr>
            <a:xfrm>
              <a:off x="1163638" y="4398374"/>
              <a:ext cx="20613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S</a:t>
              </a:r>
              <a:r>
                <a:rPr lang="en-US" altLang="zh-CN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econd Goal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54318D4-F94A-1529-F59A-22F6CBB5891B}"/>
                </a:ext>
              </a:extLst>
            </p:cNvPr>
            <p:cNvSpPr txBox="1"/>
            <p:nvPr/>
          </p:nvSpPr>
          <p:spPr>
            <a:xfrm>
              <a:off x="1163638" y="4737278"/>
              <a:ext cx="2234558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0BE903-935D-B595-C3FF-8C8170DC4288}"/>
              </a:ext>
            </a:extLst>
          </p:cNvPr>
          <p:cNvGrpSpPr/>
          <p:nvPr/>
        </p:nvGrpSpPr>
        <p:grpSpPr>
          <a:xfrm>
            <a:off x="4592997" y="4583569"/>
            <a:ext cx="3009391" cy="1242613"/>
            <a:chOff x="3942671" y="4398374"/>
            <a:chExt cx="2370472" cy="124261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EF5093-BE01-542A-A43D-E8196B8D2AFD}"/>
                </a:ext>
              </a:extLst>
            </p:cNvPr>
            <p:cNvSpPr txBox="1"/>
            <p:nvPr/>
          </p:nvSpPr>
          <p:spPr>
            <a:xfrm>
              <a:off x="3942672" y="4398374"/>
              <a:ext cx="21006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Poppins" panose="00000500000000000000" pitchFamily="2" charset="0"/>
                  <a:ea typeface="Jost" pitchFamily="2" charset="0"/>
                  <a:cs typeface="Poppins" panose="00000500000000000000" pitchFamily="2" charset="0"/>
                </a:rPr>
                <a:t>Third Goal</a:t>
              </a:r>
              <a:endParaRPr lang="id-ID" sz="20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61203AE-F611-8875-78F8-296919937DA9}"/>
                </a:ext>
              </a:extLst>
            </p:cNvPr>
            <p:cNvSpPr txBox="1"/>
            <p:nvPr/>
          </p:nvSpPr>
          <p:spPr>
            <a:xfrm>
              <a:off x="3942671" y="4737278"/>
              <a:ext cx="2370472" cy="903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. do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eiusmod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tempor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inc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fvvdvxhsv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ididunt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ID" sz="900" dirty="0" err="1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ut</a:t>
              </a:r>
              <a:r>
                <a:rPr lang="en-ID" sz="900" dirty="0">
                  <a:solidFill>
                    <a:schemeClr val="accent3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labore et dolore magna</a:t>
              </a:r>
              <a:endParaRPr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11F7D745-67A4-58D8-6189-3A01705E1D0A}"/>
              </a:ext>
            </a:extLst>
          </p:cNvPr>
          <p:cNvSpPr/>
          <p:nvPr/>
        </p:nvSpPr>
        <p:spPr>
          <a:xfrm rot="5400000" flipH="1">
            <a:off x="3791424" y="-70672"/>
            <a:ext cx="323999" cy="7920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53BC1-C87D-981F-E60C-BBE515A9F537}"/>
              </a:ext>
            </a:extLst>
          </p:cNvPr>
          <p:cNvSpPr txBox="1"/>
          <p:nvPr/>
        </p:nvSpPr>
        <p:spPr>
          <a:xfrm>
            <a:off x="1163638" y="3720051"/>
            <a:ext cx="211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2025</a:t>
            </a:r>
            <a:endParaRPr lang="id-ID" sz="1600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FC375-2D72-2B61-4962-263166983252}"/>
              </a:ext>
            </a:extLst>
          </p:cNvPr>
          <p:cNvSpPr txBox="1"/>
          <p:nvPr/>
        </p:nvSpPr>
        <p:spPr>
          <a:xfrm>
            <a:off x="4694529" y="3720051"/>
            <a:ext cx="2112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F</a:t>
            </a:r>
            <a:r>
              <a:rPr lang="en-US" altLang="zh-CN" sz="1600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uture</a:t>
            </a:r>
            <a:endParaRPr lang="id-ID" sz="1600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82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Services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AC47A0-6AF7-4264-8B09-BAB3D884F301}"/>
              </a:ext>
            </a:extLst>
          </p:cNvPr>
          <p:cNvGrpSpPr/>
          <p:nvPr/>
        </p:nvGrpSpPr>
        <p:grpSpPr>
          <a:xfrm>
            <a:off x="1174205" y="2297104"/>
            <a:ext cx="2981351" cy="1766622"/>
            <a:chOff x="1133831" y="2941321"/>
            <a:chExt cx="2981351" cy="176662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03DF2A1-21E2-CA80-69BF-168B929B0227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noFill/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108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53EC5B4-81A2-322D-D636-0AC1590AE5B4}"/>
                </a:ext>
              </a:extLst>
            </p:cNvPr>
            <p:cNvSpPr/>
            <p:nvPr/>
          </p:nvSpPr>
          <p:spPr>
            <a:xfrm>
              <a:off x="1321207" y="3197875"/>
              <a:ext cx="178927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Development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87862E-1E90-868E-EACB-C611AF66FED5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9C3E91C-0DEA-0816-AF94-C13574EAD024}"/>
              </a:ext>
            </a:extLst>
          </p:cNvPr>
          <p:cNvGrpSpPr/>
          <p:nvPr/>
        </p:nvGrpSpPr>
        <p:grpSpPr>
          <a:xfrm>
            <a:off x="4610609" y="2297104"/>
            <a:ext cx="2981351" cy="1766622"/>
            <a:chOff x="1133831" y="2941321"/>
            <a:chExt cx="2981351" cy="1766622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8D31AB4-491A-CD12-9FA9-E978D60CCC3D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noFill/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108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D05E71-E529-9561-6E9A-704EAB6366DC}"/>
                </a:ext>
              </a:extLst>
            </p:cNvPr>
            <p:cNvSpPr/>
            <p:nvPr/>
          </p:nvSpPr>
          <p:spPr>
            <a:xfrm>
              <a:off x="1321207" y="3197875"/>
              <a:ext cx="10454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Coding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123136B-F63D-1D3E-32C0-62903BAB981F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B80E59-A322-456F-BA1A-6B6602EEB6E4}"/>
              </a:ext>
            </a:extLst>
          </p:cNvPr>
          <p:cNvGrpSpPr/>
          <p:nvPr/>
        </p:nvGrpSpPr>
        <p:grpSpPr>
          <a:xfrm>
            <a:off x="8047012" y="2297104"/>
            <a:ext cx="2981351" cy="1766622"/>
            <a:chOff x="1133831" y="2941321"/>
            <a:chExt cx="2981351" cy="176662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4058C01-B9C3-5B31-AE49-D11CB7741F9A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gradFill>
              <a:gsLst>
                <a:gs pos="0">
                  <a:srgbClr val="00CBF7"/>
                </a:gs>
                <a:gs pos="100000">
                  <a:srgbClr val="00D278"/>
                </a:gs>
              </a:gsLst>
              <a:lin ang="10800000" scaled="0"/>
            </a:gradFill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46FCAE-B61B-1281-F319-EF2680A9BD0C}"/>
                </a:ext>
              </a:extLst>
            </p:cNvPr>
            <p:cNvSpPr/>
            <p:nvPr/>
          </p:nvSpPr>
          <p:spPr>
            <a:xfrm>
              <a:off x="1321207" y="3197875"/>
              <a:ext cx="13853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Operation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CB84AA9-4278-75E4-3CF8-0C2BE19A776A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FE6DF7A-D5F8-30AF-D086-E20B1584E380}"/>
              </a:ext>
            </a:extLst>
          </p:cNvPr>
          <p:cNvGrpSpPr/>
          <p:nvPr/>
        </p:nvGrpSpPr>
        <p:grpSpPr>
          <a:xfrm>
            <a:off x="1178968" y="4466509"/>
            <a:ext cx="2981351" cy="1766622"/>
            <a:chOff x="1133831" y="2941321"/>
            <a:chExt cx="2981351" cy="176662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74C601ED-2BC7-181A-0F0C-C1430FABD31B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noFill/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108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4DD6140-A198-ED85-4F28-1AB1A345662E}"/>
                </a:ext>
              </a:extLst>
            </p:cNvPr>
            <p:cNvSpPr/>
            <p:nvPr/>
          </p:nvSpPr>
          <p:spPr>
            <a:xfrm>
              <a:off x="1321207" y="3197875"/>
              <a:ext cx="10038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Design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C4F3E57-9124-EE15-DE06-204666A15AC9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4BFC04-71FD-C129-B3F1-7BFD941E07D9}"/>
              </a:ext>
            </a:extLst>
          </p:cNvPr>
          <p:cNvGrpSpPr/>
          <p:nvPr/>
        </p:nvGrpSpPr>
        <p:grpSpPr>
          <a:xfrm>
            <a:off x="4615372" y="4466509"/>
            <a:ext cx="2981351" cy="1766622"/>
            <a:chOff x="1133831" y="2941321"/>
            <a:chExt cx="2981351" cy="176662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B6248F1-A12E-C07C-25E2-C76A1D19549E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noFill/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108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55AB523-E96D-CFB5-84F6-54562012988E}"/>
                </a:ext>
              </a:extLst>
            </p:cNvPr>
            <p:cNvSpPr/>
            <p:nvPr/>
          </p:nvSpPr>
          <p:spPr>
            <a:xfrm>
              <a:off x="1321207" y="3197875"/>
              <a:ext cx="174278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E-commerce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E571A5E-B7DD-C3E7-23EE-E47624A14A09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04BEF0D-779B-C4F4-427F-2510472F9A00}"/>
              </a:ext>
            </a:extLst>
          </p:cNvPr>
          <p:cNvGrpSpPr/>
          <p:nvPr/>
        </p:nvGrpSpPr>
        <p:grpSpPr>
          <a:xfrm>
            <a:off x="8051775" y="4466509"/>
            <a:ext cx="2981351" cy="1766622"/>
            <a:chOff x="1133831" y="2941321"/>
            <a:chExt cx="2981351" cy="176662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69E82F30-8CD0-884C-330E-18905D0E7858}"/>
                </a:ext>
              </a:extLst>
            </p:cNvPr>
            <p:cNvSpPr/>
            <p:nvPr/>
          </p:nvSpPr>
          <p:spPr>
            <a:xfrm>
              <a:off x="1133831" y="2941321"/>
              <a:ext cx="2981351" cy="1766622"/>
            </a:xfrm>
            <a:prstGeom prst="roundRect">
              <a:avLst>
                <a:gd name="adj" fmla="val 5165"/>
              </a:avLst>
            </a:prstGeom>
            <a:noFill/>
            <a:ln w="12700"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108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9B5807D-1764-0025-1C35-B4F73420F505}"/>
                </a:ext>
              </a:extLst>
            </p:cNvPr>
            <p:cNvSpPr/>
            <p:nvPr/>
          </p:nvSpPr>
          <p:spPr>
            <a:xfrm>
              <a:off x="1321207" y="3197875"/>
              <a:ext cx="12666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Payment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6749E17-A7F3-43D4-512F-E1BF27B530FA}"/>
                </a:ext>
              </a:extLst>
            </p:cNvPr>
            <p:cNvSpPr/>
            <p:nvPr/>
          </p:nvSpPr>
          <p:spPr>
            <a:xfrm>
              <a:off x="1321207" y="3627741"/>
              <a:ext cx="2494236" cy="7965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05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 and typesetting industry. Lorem Ipsum has been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5949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D6F116E-2D9D-D1C8-0FF0-E6E8DF028E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92713" y="2226847"/>
            <a:ext cx="4836570" cy="1822684"/>
          </a:xfrm>
          <a:prstGeom prst="round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C4355D-7C79-7638-E65F-838D4814AEBE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B4E003-0589-95D3-0AC6-88BA451B68F9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F7FFDC-37EE-4B09-6634-E5FA03BF3B2D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Highlights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76414B-4FC5-F847-0490-15529E126314}"/>
              </a:ext>
            </a:extLst>
          </p:cNvPr>
          <p:cNvSpPr/>
          <p:nvPr/>
        </p:nvSpPr>
        <p:spPr>
          <a:xfrm>
            <a:off x="1188575" y="4292602"/>
            <a:ext cx="2322927" cy="224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11C805-C0D5-48F3-967D-F08DCE67594C}"/>
              </a:ext>
            </a:extLst>
          </p:cNvPr>
          <p:cNvSpPr/>
          <p:nvPr/>
        </p:nvSpPr>
        <p:spPr>
          <a:xfrm>
            <a:off x="3690644" y="4292601"/>
            <a:ext cx="2322927" cy="2244000"/>
          </a:xfrm>
          <a:prstGeom prst="roundRect">
            <a:avLst/>
          </a:prstGeom>
          <a:solidFill>
            <a:srgbClr val="00D2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EC7CFF-1DC6-82B4-361F-51D1D2D35072}"/>
              </a:ext>
            </a:extLst>
          </p:cNvPr>
          <p:cNvSpPr/>
          <p:nvPr/>
        </p:nvSpPr>
        <p:spPr>
          <a:xfrm>
            <a:off x="6192712" y="4292601"/>
            <a:ext cx="2322927" cy="224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0A913A-AC29-B771-81CE-8633A075E999}"/>
              </a:ext>
            </a:extLst>
          </p:cNvPr>
          <p:cNvSpPr/>
          <p:nvPr/>
        </p:nvSpPr>
        <p:spPr>
          <a:xfrm>
            <a:off x="8694780" y="4292600"/>
            <a:ext cx="2322927" cy="2244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6C36B4-17BE-CE8C-D09C-618EFACE17E0}"/>
              </a:ext>
            </a:extLst>
          </p:cNvPr>
          <p:cNvSpPr/>
          <p:nvPr/>
        </p:nvSpPr>
        <p:spPr>
          <a:xfrm>
            <a:off x="1383464" y="5132903"/>
            <a:ext cx="1933149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endParaRPr lang="en-US" sz="11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FABF0-74D5-F700-601D-F2789CB3B366}"/>
              </a:ext>
            </a:extLst>
          </p:cNvPr>
          <p:cNvSpPr txBox="1"/>
          <p:nvPr/>
        </p:nvSpPr>
        <p:spPr>
          <a:xfrm>
            <a:off x="1188575" y="4554468"/>
            <a:ext cx="232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500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155935-D5B7-02A3-E91B-5690DE0AA6EB}"/>
              </a:ext>
            </a:extLst>
          </p:cNvPr>
          <p:cNvSpPr/>
          <p:nvPr/>
        </p:nvSpPr>
        <p:spPr>
          <a:xfrm>
            <a:off x="3869785" y="5149980"/>
            <a:ext cx="1933149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US" sz="1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US" sz="11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endParaRPr lang="en-US" sz="11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9922-581A-C6A6-A534-8BD32C24FA68}"/>
              </a:ext>
            </a:extLst>
          </p:cNvPr>
          <p:cNvSpPr txBox="1"/>
          <p:nvPr/>
        </p:nvSpPr>
        <p:spPr>
          <a:xfrm>
            <a:off x="3674896" y="4571545"/>
            <a:ext cx="232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7A2C64-CCFC-5EF1-0A7B-B0CCF2AF2E46}"/>
              </a:ext>
            </a:extLst>
          </p:cNvPr>
          <p:cNvSpPr/>
          <p:nvPr/>
        </p:nvSpPr>
        <p:spPr>
          <a:xfrm>
            <a:off x="6356107" y="5149980"/>
            <a:ext cx="1933149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endParaRPr lang="en-US" sz="11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E07B23-04DE-0933-D240-77E813229571}"/>
              </a:ext>
            </a:extLst>
          </p:cNvPr>
          <p:cNvSpPr txBox="1"/>
          <p:nvPr/>
        </p:nvSpPr>
        <p:spPr>
          <a:xfrm>
            <a:off x="6161218" y="4571545"/>
            <a:ext cx="232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600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11C66F-F1B4-2F48-13CD-9F98D1DA19EC}"/>
              </a:ext>
            </a:extLst>
          </p:cNvPr>
          <p:cNvSpPr/>
          <p:nvPr/>
        </p:nvSpPr>
        <p:spPr>
          <a:xfrm>
            <a:off x="8889669" y="5149980"/>
            <a:ext cx="1933149" cy="108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US" sz="1100" dirty="0" err="1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endParaRPr lang="en-US" sz="11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E18631-DF78-B38B-462F-DE63C78D5BFD}"/>
              </a:ext>
            </a:extLst>
          </p:cNvPr>
          <p:cNvSpPr txBox="1"/>
          <p:nvPr/>
        </p:nvSpPr>
        <p:spPr>
          <a:xfrm>
            <a:off x="8694781" y="4571545"/>
            <a:ext cx="2322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5000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5A43C3-FE79-87FB-9F90-AF5FB7BD0F6E}"/>
              </a:ext>
            </a:extLst>
          </p:cNvPr>
          <p:cNvSpPr/>
          <p:nvPr/>
        </p:nvSpPr>
        <p:spPr>
          <a:xfrm>
            <a:off x="1137007" y="2387847"/>
            <a:ext cx="4665927" cy="133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Ut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enim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ad minim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veniam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quis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nostrud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exercitation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ullamco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</a:t>
            </a:r>
          </a:p>
        </p:txBody>
      </p:sp>
    </p:spTree>
    <p:extLst>
      <p:ext uri="{BB962C8B-B14F-4D97-AF65-F5344CB8AC3E}">
        <p14:creationId xmlns:p14="http://schemas.microsoft.com/office/powerpoint/2010/main" val="98540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3DEB5B1-B4DD-5ED4-C011-F89C682080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795EB2-3B04-0E90-4F69-BE16F6E58F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EB6C44-E47C-87EF-71E0-1D32A1E26A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DE5BA4-D6C6-11E3-1989-B114589DDE87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752F11-D92C-2CEA-2AB3-E7E09E761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21741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0EBB9F0-A3DB-EBEF-AB81-7D58A2882BF8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Ear Of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409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2D903A4-659A-2CDD-D586-FDB7C1E44730}"/>
              </a:ext>
            </a:extLst>
          </p:cNvPr>
          <p:cNvGrpSpPr/>
          <p:nvPr/>
        </p:nvGrpSpPr>
        <p:grpSpPr>
          <a:xfrm>
            <a:off x="1042423" y="3698240"/>
            <a:ext cx="2217556" cy="2462440"/>
            <a:chOff x="1042423" y="4074160"/>
            <a:chExt cx="2217556" cy="24624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B4EA548-99C7-2A49-FF40-756F9E8ED285}"/>
                </a:ext>
              </a:extLst>
            </p:cNvPr>
            <p:cNvSpPr/>
            <p:nvPr/>
          </p:nvSpPr>
          <p:spPr>
            <a:xfrm>
              <a:off x="1042423" y="4074160"/>
              <a:ext cx="2217556" cy="24624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94D8F4-DA60-D765-57C9-2D166C0B88B9}"/>
                </a:ext>
              </a:extLst>
            </p:cNvPr>
            <p:cNvSpPr txBox="1"/>
            <p:nvPr/>
          </p:nvSpPr>
          <p:spPr>
            <a:xfrm>
              <a:off x="1121892" y="4893643"/>
              <a:ext cx="20586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Multiple rounds conversations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909EDC-157F-FB33-2749-FD9B3E23FC9C}"/>
                </a:ext>
              </a:extLst>
            </p:cNvPr>
            <p:cNvSpPr/>
            <p:nvPr/>
          </p:nvSpPr>
          <p:spPr>
            <a:xfrm>
              <a:off x="1125165" y="5542238"/>
              <a:ext cx="2055345" cy="576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1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2BFF4C7-A6C1-6D43-08AB-25B357974AFD}"/>
              </a:ext>
            </a:extLst>
          </p:cNvPr>
          <p:cNvGrpSpPr/>
          <p:nvPr/>
        </p:nvGrpSpPr>
        <p:grpSpPr>
          <a:xfrm>
            <a:off x="3674718" y="3698240"/>
            <a:ext cx="2217556" cy="2462440"/>
            <a:chOff x="1042423" y="4074160"/>
            <a:chExt cx="2217556" cy="246244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30BF6B9-A071-57FC-9C74-6549F9646AB2}"/>
                </a:ext>
              </a:extLst>
            </p:cNvPr>
            <p:cNvSpPr/>
            <p:nvPr/>
          </p:nvSpPr>
          <p:spPr>
            <a:xfrm>
              <a:off x="1042423" y="4074160"/>
              <a:ext cx="2217556" cy="24624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6B544F-0FB0-B086-3A5B-A222D478DB5D}"/>
                </a:ext>
              </a:extLst>
            </p:cNvPr>
            <p:cNvSpPr txBox="1"/>
            <p:nvPr/>
          </p:nvSpPr>
          <p:spPr>
            <a:xfrm>
              <a:off x="1121892" y="4893643"/>
              <a:ext cx="20586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Content creation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5B0CAB5-A8FC-5792-3A94-7D4BBE1115DF}"/>
                </a:ext>
              </a:extLst>
            </p:cNvPr>
            <p:cNvSpPr/>
            <p:nvPr/>
          </p:nvSpPr>
          <p:spPr>
            <a:xfrm>
              <a:off x="1125165" y="5542238"/>
              <a:ext cx="2055345" cy="576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1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0F20C6F-1B9E-E17E-EE9B-6A3BFE404244}"/>
              </a:ext>
            </a:extLst>
          </p:cNvPr>
          <p:cNvGrpSpPr/>
          <p:nvPr/>
        </p:nvGrpSpPr>
        <p:grpSpPr>
          <a:xfrm>
            <a:off x="6307013" y="3698240"/>
            <a:ext cx="2217556" cy="2462440"/>
            <a:chOff x="1042423" y="4074160"/>
            <a:chExt cx="2217556" cy="246244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7912021-FD5B-EEF1-729E-260C9D2EEEE4}"/>
                </a:ext>
              </a:extLst>
            </p:cNvPr>
            <p:cNvSpPr/>
            <p:nvPr/>
          </p:nvSpPr>
          <p:spPr>
            <a:xfrm>
              <a:off x="1042423" y="4074160"/>
              <a:ext cx="2217556" cy="24624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E3164D-6EAD-1416-172C-74EFC03CE7B2}"/>
                </a:ext>
              </a:extLst>
            </p:cNvPr>
            <p:cNvSpPr txBox="1"/>
            <p:nvPr/>
          </p:nvSpPr>
          <p:spPr>
            <a:xfrm>
              <a:off x="1121892" y="4893643"/>
              <a:ext cx="20586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Logical reasoning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3FEEB8D-E6BC-C34D-F298-F03C0CCFB770}"/>
                </a:ext>
              </a:extLst>
            </p:cNvPr>
            <p:cNvSpPr/>
            <p:nvPr/>
          </p:nvSpPr>
          <p:spPr>
            <a:xfrm>
              <a:off x="1125165" y="5542238"/>
              <a:ext cx="2055345" cy="576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1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F1905C-B2E6-1068-310C-F6E1BE32198E}"/>
              </a:ext>
            </a:extLst>
          </p:cNvPr>
          <p:cNvGrpSpPr/>
          <p:nvPr/>
        </p:nvGrpSpPr>
        <p:grpSpPr>
          <a:xfrm>
            <a:off x="8939307" y="3698240"/>
            <a:ext cx="2217556" cy="2462440"/>
            <a:chOff x="1042423" y="4074160"/>
            <a:chExt cx="2217556" cy="246244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13911C4-70BB-D394-5F77-040A1235C678}"/>
                </a:ext>
              </a:extLst>
            </p:cNvPr>
            <p:cNvSpPr/>
            <p:nvPr/>
          </p:nvSpPr>
          <p:spPr>
            <a:xfrm>
              <a:off x="1042423" y="4074160"/>
              <a:ext cx="2217556" cy="246244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E828B7-893B-25D4-DC98-6E938A072592}"/>
                </a:ext>
              </a:extLst>
            </p:cNvPr>
            <p:cNvSpPr txBox="1"/>
            <p:nvPr/>
          </p:nvSpPr>
          <p:spPr>
            <a:xfrm>
              <a:off x="1121892" y="4893643"/>
              <a:ext cx="205861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Poppins" panose="00000500000000000000" pitchFamily="2" charset="0"/>
                  <a:cs typeface="Poppins" panose="00000500000000000000" pitchFamily="2" charset="0"/>
                </a:rPr>
                <a:t>Knowledge Enhancement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9DBB93-EE49-5B49-DC09-9F7AEA472FA3}"/>
                </a:ext>
              </a:extLst>
            </p:cNvPr>
            <p:cNvSpPr/>
            <p:nvPr/>
          </p:nvSpPr>
          <p:spPr>
            <a:xfrm>
              <a:off x="1125165" y="5542238"/>
              <a:ext cx="2055345" cy="5761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spcAft>
                  <a:spcPts val="1200"/>
                </a:spcAft>
              </a:pPr>
              <a:r>
                <a:rPr lang="en-US" sz="11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 text of the printing</a:t>
              </a:r>
            </a:p>
          </p:txBody>
        </p:sp>
      </p:grp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3BAF087-AFDF-2BD3-3212-E7B91A6AF7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49707" y="2919731"/>
            <a:ext cx="2205414" cy="1347436"/>
          </a:xfrm>
          <a:prstGeom prst="round2Same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60C26-3675-C476-EB49-BD9A9A514B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678" y="2916251"/>
            <a:ext cx="2205414" cy="1347436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A8F049-6181-ED76-44A2-5F28827EC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81193" y="2916251"/>
            <a:ext cx="2205414" cy="1347436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559B1F-16B5-76F0-E300-9DA97E9084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39307" y="2916251"/>
            <a:ext cx="2210271" cy="1347436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1953D7-ADF5-C8AB-D78A-16DA9D09226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B5A570-2264-811E-D18F-397D6ADD0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296573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9352A3-EA50-C0CD-C05A-4922DD9FA0AE}"/>
              </a:ext>
            </a:extLst>
          </p:cNvPr>
          <p:cNvSpPr txBox="1"/>
          <p:nvPr/>
        </p:nvSpPr>
        <p:spPr>
          <a:xfrm>
            <a:off x="2816145" y="1318026"/>
            <a:ext cx="656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Four Core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Capabilities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64EE3B-EB56-8308-FEE5-73E839C204A2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79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FB4ED7-DBFF-ABAC-CB72-B0FCD6CC1F11}"/>
              </a:ext>
            </a:extLst>
          </p:cNvPr>
          <p:cNvSpPr/>
          <p:nvPr/>
        </p:nvSpPr>
        <p:spPr>
          <a:xfrm>
            <a:off x="1631950" y="2052320"/>
            <a:ext cx="3305810" cy="4484280"/>
          </a:xfrm>
          <a:prstGeom prst="roundRect">
            <a:avLst>
              <a:gd name="adj" fmla="val 5910"/>
            </a:avLst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54B31D-3A53-73DF-8E42-4EE1181C952D}"/>
              </a:ext>
            </a:extLst>
          </p:cNvPr>
          <p:cNvSpPr/>
          <p:nvPr/>
        </p:nvSpPr>
        <p:spPr>
          <a:xfrm>
            <a:off x="5122244" y="2052320"/>
            <a:ext cx="5869605" cy="2164079"/>
          </a:xfrm>
          <a:prstGeom prst="roundRect">
            <a:avLst>
              <a:gd name="adj" fmla="val 79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052D8E-DE56-12EA-7DE4-9631805AA2DD}"/>
              </a:ext>
            </a:extLst>
          </p:cNvPr>
          <p:cNvSpPr/>
          <p:nvPr/>
        </p:nvSpPr>
        <p:spPr>
          <a:xfrm>
            <a:off x="5122243" y="4372521"/>
            <a:ext cx="5869605" cy="2164079"/>
          </a:xfrm>
          <a:prstGeom prst="roundRect">
            <a:avLst>
              <a:gd name="adj" fmla="val 79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2080EE6-89DC-73D9-3193-8BD11093BAD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336664" y="3429001"/>
            <a:ext cx="1896382" cy="3107600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708D77-3735-DF5E-1213-7285EBFEAC2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45040" y="2672080"/>
            <a:ext cx="2352674" cy="1544319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4D9E911-424C-FF6B-A2A3-9B6D2F5863D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78586" y="4836159"/>
            <a:ext cx="2319128" cy="1700442"/>
          </a:xfrm>
          <a:prstGeom prst="round2Same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E911E3-CAF3-6C71-1401-4C4D7A21462B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A7C26E-3E8E-4DAF-5F97-EEECCCEE3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39750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6B5217-B683-0FD8-8EF7-096DC799697B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</a:t>
            </a:r>
            <a:r>
              <a:rPr lang="en-US" altLang="zh-CN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owerful </a:t>
            </a:r>
            <a:r>
              <a:rPr lang="en-US" altLang="zh-CN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EF412A-64D2-87C9-2A86-8B542BF36E08}"/>
              </a:ext>
            </a:extLst>
          </p:cNvPr>
          <p:cNvSpPr txBox="1"/>
          <p:nvPr/>
        </p:nvSpPr>
        <p:spPr>
          <a:xfrm>
            <a:off x="1867535" y="2281624"/>
            <a:ext cx="283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Al-Driven Assessments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36A742-A338-85C8-A1A1-5597C7405935}"/>
              </a:ext>
            </a:extLst>
          </p:cNvPr>
          <p:cNvSpPr txBox="1"/>
          <p:nvPr/>
        </p:nvSpPr>
        <p:spPr>
          <a:xfrm>
            <a:off x="1740499" y="2691596"/>
            <a:ext cx="30887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blandit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. do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eiusmod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tempor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incididunt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ut</a:t>
            </a:r>
            <a:r>
              <a:rPr lang="en-ID" sz="9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labore et dolore magna</a:t>
            </a:r>
            <a:endParaRPr sz="9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8C28E4-A2AF-17E6-C044-9087834E5371}"/>
              </a:ext>
            </a:extLst>
          </p:cNvPr>
          <p:cNvSpPr txBox="1"/>
          <p:nvPr/>
        </p:nvSpPr>
        <p:spPr>
          <a:xfrm>
            <a:off x="5289874" y="4582016"/>
            <a:ext cx="3139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Behavioral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B72A1-23F2-1C15-04DE-CFA207B65682}"/>
              </a:ext>
            </a:extLst>
          </p:cNvPr>
          <p:cNvSpPr txBox="1"/>
          <p:nvPr/>
        </p:nvSpPr>
        <p:spPr>
          <a:xfrm>
            <a:off x="5289874" y="2281624"/>
            <a:ext cx="3039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Real-Time Feedback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733559-440D-C9B7-BA00-F5E412A0BC8D}"/>
              </a:ext>
            </a:extLst>
          </p:cNvPr>
          <p:cNvSpPr txBox="1"/>
          <p:nvPr/>
        </p:nvSpPr>
        <p:spPr>
          <a:xfrm>
            <a:off x="5289874" y="2807078"/>
            <a:ext cx="296004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. do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eiusmod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tempor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inci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didunt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ut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labore et dolore magna , Lorem ipsum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sit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consectetur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adipiscing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elit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sed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eiusmod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tempor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incididunt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ut</a:t>
            </a:r>
            <a:endParaRPr sz="900" dirty="0">
              <a:solidFill>
                <a:schemeClr val="accent3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AA0F02-695F-8838-9DAE-0ABCD9DBB8A9}"/>
              </a:ext>
            </a:extLst>
          </p:cNvPr>
          <p:cNvSpPr txBox="1"/>
          <p:nvPr/>
        </p:nvSpPr>
        <p:spPr>
          <a:xfrm>
            <a:off x="5289874" y="4995879"/>
            <a:ext cx="296004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. do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eiusmod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tempor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inci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didunt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ut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labore et dolore magna , Lorem ipsum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sit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consectetur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adipiscing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elit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sed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eiusmod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tempor</a:t>
            </a:r>
            <a:r>
              <a:rPr lang="en-ID" sz="900" dirty="0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ID" sz="900" dirty="0" err="1">
                <a:solidFill>
                  <a:schemeClr val="accent3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incididunt</a:t>
            </a:r>
            <a:endParaRPr sz="900" dirty="0">
              <a:solidFill>
                <a:schemeClr val="accent3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E808BB-4212-831B-68EA-C388A8097AEF}"/>
              </a:ext>
            </a:extLst>
          </p:cNvPr>
          <p:cNvGrpSpPr/>
          <p:nvPr/>
        </p:nvGrpSpPr>
        <p:grpSpPr>
          <a:xfrm>
            <a:off x="5402513" y="3748030"/>
            <a:ext cx="1072011" cy="284483"/>
            <a:chOff x="2903787" y="7571539"/>
            <a:chExt cx="1346277" cy="26035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E53858-FDF7-E82A-FFB9-78CCB93662A4}"/>
                </a:ext>
              </a:extLst>
            </p:cNvPr>
            <p:cNvSpPr txBox="1"/>
            <p:nvPr/>
          </p:nvSpPr>
          <p:spPr>
            <a:xfrm>
              <a:off x="2932524" y="7582000"/>
              <a:ext cx="1288800" cy="23941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E</a:t>
              </a:r>
              <a:r>
                <a:rPr lang="en-US" altLang="zh-CN" sz="1100" dirty="0">
                  <a:latin typeface="Poppins" panose="00000500000000000000" pitchFamily="2" charset="0"/>
                  <a:cs typeface="Poppins" panose="00000500000000000000" pitchFamily="2" charset="0"/>
                </a:rPr>
                <a:t>xplore Now</a:t>
              </a:r>
              <a:endParaRPr lang="en-ID" sz="11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713E579C-5676-4A3D-BBE5-98C539C12369}"/>
                </a:ext>
              </a:extLst>
            </p:cNvPr>
            <p:cNvSpPr/>
            <p:nvPr/>
          </p:nvSpPr>
          <p:spPr>
            <a:xfrm rot="5400000">
              <a:off x="3446750" y="7028576"/>
              <a:ext cx="260351" cy="1346277"/>
            </a:xfrm>
            <a:prstGeom prst="roundRect">
              <a:avLst>
                <a:gd name="adj" fmla="val 50000"/>
              </a:avLst>
            </a:prstGeom>
            <a:noFill/>
            <a:ln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02B25B-1E42-AFFD-F649-D5C94E08A2B5}"/>
              </a:ext>
            </a:extLst>
          </p:cNvPr>
          <p:cNvGrpSpPr/>
          <p:nvPr/>
        </p:nvGrpSpPr>
        <p:grpSpPr>
          <a:xfrm>
            <a:off x="5379628" y="5936831"/>
            <a:ext cx="1072011" cy="284483"/>
            <a:chOff x="2903787" y="7571539"/>
            <a:chExt cx="1346277" cy="26035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90E5C5-61A2-E04E-9167-AD9BCB062E83}"/>
                </a:ext>
              </a:extLst>
            </p:cNvPr>
            <p:cNvSpPr txBox="1"/>
            <p:nvPr/>
          </p:nvSpPr>
          <p:spPr>
            <a:xfrm>
              <a:off x="2932524" y="7582000"/>
              <a:ext cx="1288800" cy="23941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E</a:t>
              </a:r>
              <a:r>
                <a:rPr lang="en-US" altLang="zh-CN" sz="1100" dirty="0">
                  <a:latin typeface="Poppins" panose="00000500000000000000" pitchFamily="2" charset="0"/>
                  <a:cs typeface="Poppins" panose="00000500000000000000" pitchFamily="2" charset="0"/>
                </a:rPr>
                <a:t>xplore Now</a:t>
              </a:r>
              <a:endParaRPr lang="en-ID" sz="11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B8205268-5DCF-C1DD-7CA2-94A4F4D52F2E}"/>
                </a:ext>
              </a:extLst>
            </p:cNvPr>
            <p:cNvSpPr/>
            <p:nvPr/>
          </p:nvSpPr>
          <p:spPr>
            <a:xfrm rot="5400000">
              <a:off x="3446750" y="7028576"/>
              <a:ext cx="260351" cy="1346277"/>
            </a:xfrm>
            <a:prstGeom prst="roundRect">
              <a:avLst>
                <a:gd name="adj" fmla="val 50000"/>
              </a:avLst>
            </a:prstGeom>
            <a:noFill/>
            <a:ln>
              <a:gradFill>
                <a:gsLst>
                  <a:gs pos="0">
                    <a:srgbClr val="00CBF7"/>
                  </a:gs>
                  <a:gs pos="100000">
                    <a:srgbClr val="00D278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9402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790D6D20-4184-4DAC-AE53-DB6934BF33F9}"/>
              </a:ext>
            </a:extLst>
          </p:cNvPr>
          <p:cNvSpPr/>
          <p:nvPr/>
        </p:nvSpPr>
        <p:spPr>
          <a:xfrm>
            <a:off x="792481" y="2317710"/>
            <a:ext cx="10607040" cy="4529386"/>
          </a:xfrm>
          <a:prstGeom prst="round2SameRect">
            <a:avLst>
              <a:gd name="adj1" fmla="val 8434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DA2C4746-5649-4993-B13F-11AE60B93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29331" y="2741801"/>
            <a:ext cx="2724437" cy="5722878"/>
          </a:xfrm>
        </p:spPr>
        <p:txBody>
          <a:bodyPr/>
          <a:lstStyle/>
          <a:p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70DCEF3-8F08-7E94-861F-1003A9E5F70E}"/>
              </a:ext>
            </a:extLst>
          </p:cNvPr>
          <p:cNvGrpSpPr/>
          <p:nvPr/>
        </p:nvGrpSpPr>
        <p:grpSpPr>
          <a:xfrm>
            <a:off x="1371202" y="3003054"/>
            <a:ext cx="493283" cy="493283"/>
            <a:chOff x="1371202" y="3003054"/>
            <a:chExt cx="493283" cy="493283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EC7CD91-6A56-4D09-BE73-47CEDD87CC9B}"/>
                </a:ext>
              </a:extLst>
            </p:cNvPr>
            <p:cNvSpPr/>
            <p:nvPr/>
          </p:nvSpPr>
          <p:spPr>
            <a:xfrm>
              <a:off x="1371202" y="3003054"/>
              <a:ext cx="493283" cy="493283"/>
            </a:xfrm>
            <a:prstGeom prst="roundRect">
              <a:avLst>
                <a:gd name="adj" fmla="val 23224"/>
              </a:avLst>
            </a:prstGeom>
            <a:solidFill>
              <a:srgbClr val="15E1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85A291-031D-4A95-93C8-0AABE399D0FF}"/>
                </a:ext>
              </a:extLst>
            </p:cNvPr>
            <p:cNvSpPr/>
            <p:nvPr/>
          </p:nvSpPr>
          <p:spPr>
            <a:xfrm>
              <a:off x="1481642" y="3113494"/>
              <a:ext cx="272403" cy="272403"/>
            </a:xfrm>
            <a:custGeom>
              <a:avLst/>
              <a:gdLst>
                <a:gd name="connsiteX0" fmla="*/ 533400 w 723900"/>
                <a:gd name="connsiteY0" fmla="*/ 657225 h 723900"/>
                <a:gd name="connsiteX1" fmla="*/ 571500 w 723900"/>
                <a:gd name="connsiteY1" fmla="*/ 657225 h 723900"/>
                <a:gd name="connsiteX2" fmla="*/ 571500 w 723900"/>
                <a:gd name="connsiteY2" fmla="*/ 723900 h 723900"/>
                <a:gd name="connsiteX3" fmla="*/ 533400 w 723900"/>
                <a:gd name="connsiteY3" fmla="*/ 723900 h 723900"/>
                <a:gd name="connsiteX4" fmla="*/ 457200 w 723900"/>
                <a:gd name="connsiteY4" fmla="*/ 657225 h 723900"/>
                <a:gd name="connsiteX5" fmla="*/ 495300 w 723900"/>
                <a:gd name="connsiteY5" fmla="*/ 657225 h 723900"/>
                <a:gd name="connsiteX6" fmla="*/ 495300 w 723900"/>
                <a:gd name="connsiteY6" fmla="*/ 723900 h 723900"/>
                <a:gd name="connsiteX7" fmla="*/ 457200 w 723900"/>
                <a:gd name="connsiteY7" fmla="*/ 723900 h 723900"/>
                <a:gd name="connsiteX8" fmla="*/ 381000 w 723900"/>
                <a:gd name="connsiteY8" fmla="*/ 657225 h 723900"/>
                <a:gd name="connsiteX9" fmla="*/ 419100 w 723900"/>
                <a:gd name="connsiteY9" fmla="*/ 657225 h 723900"/>
                <a:gd name="connsiteX10" fmla="*/ 419100 w 723900"/>
                <a:gd name="connsiteY10" fmla="*/ 723900 h 723900"/>
                <a:gd name="connsiteX11" fmla="*/ 381000 w 723900"/>
                <a:gd name="connsiteY11" fmla="*/ 723900 h 723900"/>
                <a:gd name="connsiteX12" fmla="*/ 304800 w 723900"/>
                <a:gd name="connsiteY12" fmla="*/ 657225 h 723900"/>
                <a:gd name="connsiteX13" fmla="*/ 342900 w 723900"/>
                <a:gd name="connsiteY13" fmla="*/ 657225 h 723900"/>
                <a:gd name="connsiteX14" fmla="*/ 342900 w 723900"/>
                <a:gd name="connsiteY14" fmla="*/ 723900 h 723900"/>
                <a:gd name="connsiteX15" fmla="*/ 304800 w 723900"/>
                <a:gd name="connsiteY15" fmla="*/ 723900 h 723900"/>
                <a:gd name="connsiteX16" fmla="*/ 228600 w 723900"/>
                <a:gd name="connsiteY16" fmla="*/ 657225 h 723900"/>
                <a:gd name="connsiteX17" fmla="*/ 266700 w 723900"/>
                <a:gd name="connsiteY17" fmla="*/ 657225 h 723900"/>
                <a:gd name="connsiteX18" fmla="*/ 266700 w 723900"/>
                <a:gd name="connsiteY18" fmla="*/ 723900 h 723900"/>
                <a:gd name="connsiteX19" fmla="*/ 228600 w 723900"/>
                <a:gd name="connsiteY19" fmla="*/ 723900 h 723900"/>
                <a:gd name="connsiteX20" fmla="*/ 152400 w 723900"/>
                <a:gd name="connsiteY20" fmla="*/ 657225 h 723900"/>
                <a:gd name="connsiteX21" fmla="*/ 190500 w 723900"/>
                <a:gd name="connsiteY21" fmla="*/ 657225 h 723900"/>
                <a:gd name="connsiteX22" fmla="*/ 190500 w 723900"/>
                <a:gd name="connsiteY22" fmla="*/ 723900 h 723900"/>
                <a:gd name="connsiteX23" fmla="*/ 152400 w 723900"/>
                <a:gd name="connsiteY23" fmla="*/ 723900 h 723900"/>
                <a:gd name="connsiteX24" fmla="*/ 657225 w 723900"/>
                <a:gd name="connsiteY24" fmla="*/ 533400 h 723900"/>
                <a:gd name="connsiteX25" fmla="*/ 723900 w 723900"/>
                <a:gd name="connsiteY25" fmla="*/ 533400 h 723900"/>
                <a:gd name="connsiteX26" fmla="*/ 723900 w 723900"/>
                <a:gd name="connsiteY26" fmla="*/ 571500 h 723900"/>
                <a:gd name="connsiteX27" fmla="*/ 657225 w 723900"/>
                <a:gd name="connsiteY27" fmla="*/ 571500 h 723900"/>
                <a:gd name="connsiteX28" fmla="*/ 0 w 723900"/>
                <a:gd name="connsiteY28" fmla="*/ 533400 h 723900"/>
                <a:gd name="connsiteX29" fmla="*/ 66675 w 723900"/>
                <a:gd name="connsiteY29" fmla="*/ 533400 h 723900"/>
                <a:gd name="connsiteX30" fmla="*/ 66675 w 723900"/>
                <a:gd name="connsiteY30" fmla="*/ 571500 h 723900"/>
                <a:gd name="connsiteX31" fmla="*/ 0 w 723900"/>
                <a:gd name="connsiteY31" fmla="*/ 571500 h 723900"/>
                <a:gd name="connsiteX32" fmla="*/ 657225 w 723900"/>
                <a:gd name="connsiteY32" fmla="*/ 457200 h 723900"/>
                <a:gd name="connsiteX33" fmla="*/ 723900 w 723900"/>
                <a:gd name="connsiteY33" fmla="*/ 457200 h 723900"/>
                <a:gd name="connsiteX34" fmla="*/ 723900 w 723900"/>
                <a:gd name="connsiteY34" fmla="*/ 495300 h 723900"/>
                <a:gd name="connsiteX35" fmla="*/ 657225 w 723900"/>
                <a:gd name="connsiteY35" fmla="*/ 495300 h 723900"/>
                <a:gd name="connsiteX36" fmla="*/ 0 w 723900"/>
                <a:gd name="connsiteY36" fmla="*/ 457200 h 723900"/>
                <a:gd name="connsiteX37" fmla="*/ 66675 w 723900"/>
                <a:gd name="connsiteY37" fmla="*/ 457200 h 723900"/>
                <a:gd name="connsiteX38" fmla="*/ 66675 w 723900"/>
                <a:gd name="connsiteY38" fmla="*/ 495300 h 723900"/>
                <a:gd name="connsiteX39" fmla="*/ 0 w 723900"/>
                <a:gd name="connsiteY39" fmla="*/ 495300 h 723900"/>
                <a:gd name="connsiteX40" fmla="*/ 657225 w 723900"/>
                <a:gd name="connsiteY40" fmla="*/ 381000 h 723900"/>
                <a:gd name="connsiteX41" fmla="*/ 723900 w 723900"/>
                <a:gd name="connsiteY41" fmla="*/ 381000 h 723900"/>
                <a:gd name="connsiteX42" fmla="*/ 723900 w 723900"/>
                <a:gd name="connsiteY42" fmla="*/ 419100 h 723900"/>
                <a:gd name="connsiteX43" fmla="*/ 657225 w 723900"/>
                <a:gd name="connsiteY43" fmla="*/ 419100 h 723900"/>
                <a:gd name="connsiteX44" fmla="*/ 0 w 723900"/>
                <a:gd name="connsiteY44" fmla="*/ 381000 h 723900"/>
                <a:gd name="connsiteX45" fmla="*/ 66675 w 723900"/>
                <a:gd name="connsiteY45" fmla="*/ 381000 h 723900"/>
                <a:gd name="connsiteX46" fmla="*/ 66675 w 723900"/>
                <a:gd name="connsiteY46" fmla="*/ 419100 h 723900"/>
                <a:gd name="connsiteX47" fmla="*/ 0 w 723900"/>
                <a:gd name="connsiteY47" fmla="*/ 419100 h 723900"/>
                <a:gd name="connsiteX48" fmla="*/ 657225 w 723900"/>
                <a:gd name="connsiteY48" fmla="*/ 304800 h 723900"/>
                <a:gd name="connsiteX49" fmla="*/ 723900 w 723900"/>
                <a:gd name="connsiteY49" fmla="*/ 304800 h 723900"/>
                <a:gd name="connsiteX50" fmla="*/ 723900 w 723900"/>
                <a:gd name="connsiteY50" fmla="*/ 342900 h 723900"/>
                <a:gd name="connsiteX51" fmla="*/ 657225 w 723900"/>
                <a:gd name="connsiteY51" fmla="*/ 342900 h 723900"/>
                <a:gd name="connsiteX52" fmla="*/ 0 w 723900"/>
                <a:gd name="connsiteY52" fmla="*/ 304800 h 723900"/>
                <a:gd name="connsiteX53" fmla="*/ 66675 w 723900"/>
                <a:gd name="connsiteY53" fmla="*/ 304800 h 723900"/>
                <a:gd name="connsiteX54" fmla="*/ 66675 w 723900"/>
                <a:gd name="connsiteY54" fmla="*/ 342900 h 723900"/>
                <a:gd name="connsiteX55" fmla="*/ 0 w 723900"/>
                <a:gd name="connsiteY55" fmla="*/ 342900 h 723900"/>
                <a:gd name="connsiteX56" fmla="*/ 238125 w 723900"/>
                <a:gd name="connsiteY56" fmla="*/ 238125 h 723900"/>
                <a:gd name="connsiteX57" fmla="*/ 485775 w 723900"/>
                <a:gd name="connsiteY57" fmla="*/ 238125 h 723900"/>
                <a:gd name="connsiteX58" fmla="*/ 485775 w 723900"/>
                <a:gd name="connsiteY58" fmla="*/ 485775 h 723900"/>
                <a:gd name="connsiteX59" fmla="*/ 238125 w 723900"/>
                <a:gd name="connsiteY59" fmla="*/ 485775 h 723900"/>
                <a:gd name="connsiteX60" fmla="*/ 657225 w 723900"/>
                <a:gd name="connsiteY60" fmla="*/ 228600 h 723900"/>
                <a:gd name="connsiteX61" fmla="*/ 723900 w 723900"/>
                <a:gd name="connsiteY61" fmla="*/ 228600 h 723900"/>
                <a:gd name="connsiteX62" fmla="*/ 723900 w 723900"/>
                <a:gd name="connsiteY62" fmla="*/ 266700 h 723900"/>
                <a:gd name="connsiteX63" fmla="*/ 657225 w 723900"/>
                <a:gd name="connsiteY63" fmla="*/ 266700 h 723900"/>
                <a:gd name="connsiteX64" fmla="*/ 0 w 723900"/>
                <a:gd name="connsiteY64" fmla="*/ 228600 h 723900"/>
                <a:gd name="connsiteX65" fmla="*/ 66675 w 723900"/>
                <a:gd name="connsiteY65" fmla="*/ 228600 h 723900"/>
                <a:gd name="connsiteX66" fmla="*/ 66675 w 723900"/>
                <a:gd name="connsiteY66" fmla="*/ 266700 h 723900"/>
                <a:gd name="connsiteX67" fmla="*/ 0 w 723900"/>
                <a:gd name="connsiteY67" fmla="*/ 266700 h 723900"/>
                <a:gd name="connsiteX68" fmla="*/ 200025 w 723900"/>
                <a:gd name="connsiteY68" fmla="*/ 200025 h 723900"/>
                <a:gd name="connsiteX69" fmla="*/ 200025 w 723900"/>
                <a:gd name="connsiteY69" fmla="*/ 523875 h 723900"/>
                <a:gd name="connsiteX70" fmla="*/ 523875 w 723900"/>
                <a:gd name="connsiteY70" fmla="*/ 523875 h 723900"/>
                <a:gd name="connsiteX71" fmla="*/ 523875 w 723900"/>
                <a:gd name="connsiteY71" fmla="*/ 200025 h 723900"/>
                <a:gd name="connsiteX72" fmla="*/ 657225 w 723900"/>
                <a:gd name="connsiteY72" fmla="*/ 152400 h 723900"/>
                <a:gd name="connsiteX73" fmla="*/ 723900 w 723900"/>
                <a:gd name="connsiteY73" fmla="*/ 152400 h 723900"/>
                <a:gd name="connsiteX74" fmla="*/ 723900 w 723900"/>
                <a:gd name="connsiteY74" fmla="*/ 190500 h 723900"/>
                <a:gd name="connsiteX75" fmla="*/ 657225 w 723900"/>
                <a:gd name="connsiteY75" fmla="*/ 190500 h 723900"/>
                <a:gd name="connsiteX76" fmla="*/ 0 w 723900"/>
                <a:gd name="connsiteY76" fmla="*/ 152400 h 723900"/>
                <a:gd name="connsiteX77" fmla="*/ 66675 w 723900"/>
                <a:gd name="connsiteY77" fmla="*/ 152400 h 723900"/>
                <a:gd name="connsiteX78" fmla="*/ 66675 w 723900"/>
                <a:gd name="connsiteY78" fmla="*/ 190500 h 723900"/>
                <a:gd name="connsiteX79" fmla="*/ 0 w 723900"/>
                <a:gd name="connsiteY79" fmla="*/ 190500 h 723900"/>
                <a:gd name="connsiteX80" fmla="*/ 142875 w 723900"/>
                <a:gd name="connsiteY80" fmla="*/ 104775 h 723900"/>
                <a:gd name="connsiteX81" fmla="*/ 581025 w 723900"/>
                <a:gd name="connsiteY81" fmla="*/ 104775 h 723900"/>
                <a:gd name="connsiteX82" fmla="*/ 619125 w 723900"/>
                <a:gd name="connsiteY82" fmla="*/ 142875 h 723900"/>
                <a:gd name="connsiteX83" fmla="*/ 619125 w 723900"/>
                <a:gd name="connsiteY83" fmla="*/ 581025 h 723900"/>
                <a:gd name="connsiteX84" fmla="*/ 581025 w 723900"/>
                <a:gd name="connsiteY84" fmla="*/ 619125 h 723900"/>
                <a:gd name="connsiteX85" fmla="*/ 142875 w 723900"/>
                <a:gd name="connsiteY85" fmla="*/ 619125 h 723900"/>
                <a:gd name="connsiteX86" fmla="*/ 104775 w 723900"/>
                <a:gd name="connsiteY86" fmla="*/ 581025 h 723900"/>
                <a:gd name="connsiteX87" fmla="*/ 104775 w 723900"/>
                <a:gd name="connsiteY87" fmla="*/ 142875 h 723900"/>
                <a:gd name="connsiteX88" fmla="*/ 142875 w 723900"/>
                <a:gd name="connsiteY88" fmla="*/ 104775 h 723900"/>
                <a:gd name="connsiteX89" fmla="*/ 533400 w 723900"/>
                <a:gd name="connsiteY89" fmla="*/ 0 h 723900"/>
                <a:gd name="connsiteX90" fmla="*/ 571500 w 723900"/>
                <a:gd name="connsiteY90" fmla="*/ 0 h 723900"/>
                <a:gd name="connsiteX91" fmla="*/ 571500 w 723900"/>
                <a:gd name="connsiteY91" fmla="*/ 66675 h 723900"/>
                <a:gd name="connsiteX92" fmla="*/ 533400 w 723900"/>
                <a:gd name="connsiteY92" fmla="*/ 66675 h 723900"/>
                <a:gd name="connsiteX93" fmla="*/ 457200 w 723900"/>
                <a:gd name="connsiteY93" fmla="*/ 0 h 723900"/>
                <a:gd name="connsiteX94" fmla="*/ 495300 w 723900"/>
                <a:gd name="connsiteY94" fmla="*/ 0 h 723900"/>
                <a:gd name="connsiteX95" fmla="*/ 495300 w 723900"/>
                <a:gd name="connsiteY95" fmla="*/ 66675 h 723900"/>
                <a:gd name="connsiteX96" fmla="*/ 457200 w 723900"/>
                <a:gd name="connsiteY96" fmla="*/ 66675 h 723900"/>
                <a:gd name="connsiteX97" fmla="*/ 381000 w 723900"/>
                <a:gd name="connsiteY97" fmla="*/ 0 h 723900"/>
                <a:gd name="connsiteX98" fmla="*/ 419100 w 723900"/>
                <a:gd name="connsiteY98" fmla="*/ 0 h 723900"/>
                <a:gd name="connsiteX99" fmla="*/ 419100 w 723900"/>
                <a:gd name="connsiteY99" fmla="*/ 66675 h 723900"/>
                <a:gd name="connsiteX100" fmla="*/ 381000 w 723900"/>
                <a:gd name="connsiteY100" fmla="*/ 66675 h 723900"/>
                <a:gd name="connsiteX101" fmla="*/ 304800 w 723900"/>
                <a:gd name="connsiteY101" fmla="*/ 0 h 723900"/>
                <a:gd name="connsiteX102" fmla="*/ 342900 w 723900"/>
                <a:gd name="connsiteY102" fmla="*/ 0 h 723900"/>
                <a:gd name="connsiteX103" fmla="*/ 342900 w 723900"/>
                <a:gd name="connsiteY103" fmla="*/ 66675 h 723900"/>
                <a:gd name="connsiteX104" fmla="*/ 304800 w 723900"/>
                <a:gd name="connsiteY104" fmla="*/ 66675 h 723900"/>
                <a:gd name="connsiteX105" fmla="*/ 228600 w 723900"/>
                <a:gd name="connsiteY105" fmla="*/ 0 h 723900"/>
                <a:gd name="connsiteX106" fmla="*/ 266700 w 723900"/>
                <a:gd name="connsiteY106" fmla="*/ 0 h 723900"/>
                <a:gd name="connsiteX107" fmla="*/ 266700 w 723900"/>
                <a:gd name="connsiteY107" fmla="*/ 66675 h 723900"/>
                <a:gd name="connsiteX108" fmla="*/ 228600 w 723900"/>
                <a:gd name="connsiteY108" fmla="*/ 66675 h 723900"/>
                <a:gd name="connsiteX109" fmla="*/ 152400 w 723900"/>
                <a:gd name="connsiteY109" fmla="*/ 0 h 723900"/>
                <a:gd name="connsiteX110" fmla="*/ 190500 w 723900"/>
                <a:gd name="connsiteY110" fmla="*/ 0 h 723900"/>
                <a:gd name="connsiteX111" fmla="*/ 190500 w 723900"/>
                <a:gd name="connsiteY111" fmla="*/ 66675 h 723900"/>
                <a:gd name="connsiteX112" fmla="*/ 152400 w 723900"/>
                <a:gd name="connsiteY112" fmla="*/ 66675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723900" h="723900">
                  <a:moveTo>
                    <a:pt x="533400" y="657225"/>
                  </a:moveTo>
                  <a:lnTo>
                    <a:pt x="571500" y="657225"/>
                  </a:lnTo>
                  <a:lnTo>
                    <a:pt x="571500" y="723900"/>
                  </a:lnTo>
                  <a:lnTo>
                    <a:pt x="533400" y="723900"/>
                  </a:lnTo>
                  <a:close/>
                  <a:moveTo>
                    <a:pt x="457200" y="657225"/>
                  </a:moveTo>
                  <a:lnTo>
                    <a:pt x="495300" y="657225"/>
                  </a:lnTo>
                  <a:lnTo>
                    <a:pt x="495300" y="723900"/>
                  </a:lnTo>
                  <a:lnTo>
                    <a:pt x="457200" y="723900"/>
                  </a:lnTo>
                  <a:close/>
                  <a:moveTo>
                    <a:pt x="381000" y="657225"/>
                  </a:moveTo>
                  <a:lnTo>
                    <a:pt x="419100" y="657225"/>
                  </a:lnTo>
                  <a:lnTo>
                    <a:pt x="419100" y="723900"/>
                  </a:lnTo>
                  <a:lnTo>
                    <a:pt x="381000" y="723900"/>
                  </a:lnTo>
                  <a:close/>
                  <a:moveTo>
                    <a:pt x="304800" y="657225"/>
                  </a:moveTo>
                  <a:lnTo>
                    <a:pt x="342900" y="657225"/>
                  </a:lnTo>
                  <a:lnTo>
                    <a:pt x="342900" y="723900"/>
                  </a:lnTo>
                  <a:lnTo>
                    <a:pt x="304800" y="723900"/>
                  </a:lnTo>
                  <a:close/>
                  <a:moveTo>
                    <a:pt x="228600" y="657225"/>
                  </a:moveTo>
                  <a:lnTo>
                    <a:pt x="266700" y="657225"/>
                  </a:lnTo>
                  <a:lnTo>
                    <a:pt x="266700" y="723900"/>
                  </a:lnTo>
                  <a:lnTo>
                    <a:pt x="228600" y="723900"/>
                  </a:lnTo>
                  <a:close/>
                  <a:moveTo>
                    <a:pt x="152400" y="657225"/>
                  </a:moveTo>
                  <a:lnTo>
                    <a:pt x="190500" y="657225"/>
                  </a:lnTo>
                  <a:lnTo>
                    <a:pt x="190500" y="723900"/>
                  </a:lnTo>
                  <a:lnTo>
                    <a:pt x="152400" y="723900"/>
                  </a:lnTo>
                  <a:close/>
                  <a:moveTo>
                    <a:pt x="657225" y="533400"/>
                  </a:moveTo>
                  <a:lnTo>
                    <a:pt x="723900" y="533400"/>
                  </a:lnTo>
                  <a:lnTo>
                    <a:pt x="723900" y="571500"/>
                  </a:lnTo>
                  <a:lnTo>
                    <a:pt x="657225" y="571500"/>
                  </a:lnTo>
                  <a:close/>
                  <a:moveTo>
                    <a:pt x="0" y="533400"/>
                  </a:moveTo>
                  <a:lnTo>
                    <a:pt x="66675" y="533400"/>
                  </a:lnTo>
                  <a:lnTo>
                    <a:pt x="66675" y="571500"/>
                  </a:lnTo>
                  <a:lnTo>
                    <a:pt x="0" y="571500"/>
                  </a:lnTo>
                  <a:close/>
                  <a:moveTo>
                    <a:pt x="657225" y="457200"/>
                  </a:moveTo>
                  <a:lnTo>
                    <a:pt x="723900" y="457200"/>
                  </a:lnTo>
                  <a:lnTo>
                    <a:pt x="723900" y="495300"/>
                  </a:lnTo>
                  <a:lnTo>
                    <a:pt x="657225" y="495300"/>
                  </a:lnTo>
                  <a:close/>
                  <a:moveTo>
                    <a:pt x="0" y="457200"/>
                  </a:moveTo>
                  <a:lnTo>
                    <a:pt x="66675" y="457200"/>
                  </a:lnTo>
                  <a:lnTo>
                    <a:pt x="66675" y="495300"/>
                  </a:lnTo>
                  <a:lnTo>
                    <a:pt x="0" y="495300"/>
                  </a:lnTo>
                  <a:close/>
                  <a:moveTo>
                    <a:pt x="657225" y="381000"/>
                  </a:moveTo>
                  <a:lnTo>
                    <a:pt x="723900" y="381000"/>
                  </a:lnTo>
                  <a:lnTo>
                    <a:pt x="723900" y="419100"/>
                  </a:lnTo>
                  <a:lnTo>
                    <a:pt x="657225" y="419100"/>
                  </a:lnTo>
                  <a:close/>
                  <a:moveTo>
                    <a:pt x="0" y="381000"/>
                  </a:moveTo>
                  <a:lnTo>
                    <a:pt x="66675" y="381000"/>
                  </a:lnTo>
                  <a:lnTo>
                    <a:pt x="66675" y="419100"/>
                  </a:lnTo>
                  <a:lnTo>
                    <a:pt x="0" y="419100"/>
                  </a:lnTo>
                  <a:close/>
                  <a:moveTo>
                    <a:pt x="657225" y="304800"/>
                  </a:moveTo>
                  <a:lnTo>
                    <a:pt x="723900" y="304800"/>
                  </a:lnTo>
                  <a:lnTo>
                    <a:pt x="723900" y="342900"/>
                  </a:lnTo>
                  <a:lnTo>
                    <a:pt x="657225" y="342900"/>
                  </a:lnTo>
                  <a:close/>
                  <a:moveTo>
                    <a:pt x="0" y="304800"/>
                  </a:moveTo>
                  <a:lnTo>
                    <a:pt x="66675" y="304800"/>
                  </a:lnTo>
                  <a:lnTo>
                    <a:pt x="66675" y="342900"/>
                  </a:lnTo>
                  <a:lnTo>
                    <a:pt x="0" y="342900"/>
                  </a:lnTo>
                  <a:close/>
                  <a:moveTo>
                    <a:pt x="238125" y="238125"/>
                  </a:moveTo>
                  <a:lnTo>
                    <a:pt x="485775" y="238125"/>
                  </a:lnTo>
                  <a:lnTo>
                    <a:pt x="485775" y="485775"/>
                  </a:lnTo>
                  <a:lnTo>
                    <a:pt x="238125" y="485775"/>
                  </a:lnTo>
                  <a:close/>
                  <a:moveTo>
                    <a:pt x="657225" y="228600"/>
                  </a:moveTo>
                  <a:lnTo>
                    <a:pt x="723900" y="228600"/>
                  </a:lnTo>
                  <a:lnTo>
                    <a:pt x="723900" y="266700"/>
                  </a:lnTo>
                  <a:lnTo>
                    <a:pt x="657225" y="266700"/>
                  </a:lnTo>
                  <a:close/>
                  <a:moveTo>
                    <a:pt x="0" y="228600"/>
                  </a:moveTo>
                  <a:lnTo>
                    <a:pt x="66675" y="228600"/>
                  </a:lnTo>
                  <a:lnTo>
                    <a:pt x="66675" y="266700"/>
                  </a:lnTo>
                  <a:lnTo>
                    <a:pt x="0" y="266700"/>
                  </a:lnTo>
                  <a:close/>
                  <a:moveTo>
                    <a:pt x="200025" y="200025"/>
                  </a:moveTo>
                  <a:lnTo>
                    <a:pt x="200025" y="523875"/>
                  </a:lnTo>
                  <a:lnTo>
                    <a:pt x="523875" y="523875"/>
                  </a:lnTo>
                  <a:lnTo>
                    <a:pt x="523875" y="200025"/>
                  </a:lnTo>
                  <a:close/>
                  <a:moveTo>
                    <a:pt x="657225" y="152400"/>
                  </a:moveTo>
                  <a:lnTo>
                    <a:pt x="723900" y="152400"/>
                  </a:lnTo>
                  <a:lnTo>
                    <a:pt x="723900" y="190500"/>
                  </a:lnTo>
                  <a:lnTo>
                    <a:pt x="657225" y="190500"/>
                  </a:lnTo>
                  <a:close/>
                  <a:moveTo>
                    <a:pt x="0" y="152400"/>
                  </a:moveTo>
                  <a:lnTo>
                    <a:pt x="66675" y="152400"/>
                  </a:lnTo>
                  <a:lnTo>
                    <a:pt x="66675" y="190500"/>
                  </a:lnTo>
                  <a:lnTo>
                    <a:pt x="0" y="190500"/>
                  </a:lnTo>
                  <a:close/>
                  <a:moveTo>
                    <a:pt x="142875" y="104775"/>
                  </a:moveTo>
                  <a:lnTo>
                    <a:pt x="581025" y="104775"/>
                  </a:lnTo>
                  <a:cubicBezTo>
                    <a:pt x="602067" y="104775"/>
                    <a:pt x="619125" y="121833"/>
                    <a:pt x="619125" y="142875"/>
                  </a:cubicBezTo>
                  <a:lnTo>
                    <a:pt x="619125" y="581025"/>
                  </a:lnTo>
                  <a:cubicBezTo>
                    <a:pt x="619125" y="602067"/>
                    <a:pt x="602067" y="619125"/>
                    <a:pt x="581025" y="619125"/>
                  </a:cubicBezTo>
                  <a:lnTo>
                    <a:pt x="142875" y="619125"/>
                  </a:lnTo>
                  <a:cubicBezTo>
                    <a:pt x="121833" y="619125"/>
                    <a:pt x="104775" y="602067"/>
                    <a:pt x="104775" y="581025"/>
                  </a:cubicBezTo>
                  <a:lnTo>
                    <a:pt x="104775" y="142875"/>
                  </a:lnTo>
                  <a:cubicBezTo>
                    <a:pt x="104775" y="121833"/>
                    <a:pt x="121833" y="104775"/>
                    <a:pt x="142875" y="104775"/>
                  </a:cubicBezTo>
                  <a:close/>
                  <a:moveTo>
                    <a:pt x="533400" y="0"/>
                  </a:moveTo>
                  <a:lnTo>
                    <a:pt x="571500" y="0"/>
                  </a:lnTo>
                  <a:lnTo>
                    <a:pt x="571500" y="66675"/>
                  </a:lnTo>
                  <a:lnTo>
                    <a:pt x="533400" y="66675"/>
                  </a:lnTo>
                  <a:close/>
                  <a:moveTo>
                    <a:pt x="457200" y="0"/>
                  </a:moveTo>
                  <a:lnTo>
                    <a:pt x="495300" y="0"/>
                  </a:lnTo>
                  <a:lnTo>
                    <a:pt x="495300" y="66675"/>
                  </a:lnTo>
                  <a:lnTo>
                    <a:pt x="457200" y="66675"/>
                  </a:lnTo>
                  <a:close/>
                  <a:moveTo>
                    <a:pt x="381000" y="0"/>
                  </a:moveTo>
                  <a:lnTo>
                    <a:pt x="419100" y="0"/>
                  </a:lnTo>
                  <a:lnTo>
                    <a:pt x="419100" y="66675"/>
                  </a:lnTo>
                  <a:lnTo>
                    <a:pt x="381000" y="66675"/>
                  </a:lnTo>
                  <a:close/>
                  <a:moveTo>
                    <a:pt x="304800" y="0"/>
                  </a:moveTo>
                  <a:lnTo>
                    <a:pt x="342900" y="0"/>
                  </a:lnTo>
                  <a:lnTo>
                    <a:pt x="342900" y="66675"/>
                  </a:lnTo>
                  <a:lnTo>
                    <a:pt x="304800" y="66675"/>
                  </a:lnTo>
                  <a:close/>
                  <a:moveTo>
                    <a:pt x="228600" y="0"/>
                  </a:moveTo>
                  <a:lnTo>
                    <a:pt x="266700" y="0"/>
                  </a:lnTo>
                  <a:lnTo>
                    <a:pt x="266700" y="66675"/>
                  </a:lnTo>
                  <a:lnTo>
                    <a:pt x="228600" y="66675"/>
                  </a:lnTo>
                  <a:close/>
                  <a:moveTo>
                    <a:pt x="152400" y="0"/>
                  </a:moveTo>
                  <a:lnTo>
                    <a:pt x="190500" y="0"/>
                  </a:lnTo>
                  <a:lnTo>
                    <a:pt x="190500" y="66675"/>
                  </a:lnTo>
                  <a:lnTo>
                    <a:pt x="152400" y="6667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3211D07-847D-4076-B476-731CD513C2F3}"/>
              </a:ext>
            </a:extLst>
          </p:cNvPr>
          <p:cNvSpPr txBox="1"/>
          <p:nvPr/>
        </p:nvSpPr>
        <p:spPr>
          <a:xfrm>
            <a:off x="1270956" y="3822552"/>
            <a:ext cx="3179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5E1A2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P</a:t>
            </a:r>
            <a:r>
              <a:rPr lang="en-US" altLang="zh-CN" sz="2000" b="1" dirty="0">
                <a:solidFill>
                  <a:srgbClr val="15E1A2"/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owerful AI Model</a:t>
            </a:r>
            <a:endParaRPr lang="en-US" sz="2000" b="1" dirty="0">
              <a:solidFill>
                <a:srgbClr val="15E1A2"/>
              </a:solidFill>
              <a:latin typeface="Poppins" panose="00000500000000000000" pitchFamily="2" charset="0"/>
              <a:ea typeface="Open Sans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9F759C-A581-4460-8F3E-25BA5202D501}"/>
              </a:ext>
            </a:extLst>
          </p:cNvPr>
          <p:cNvSpPr txBox="1"/>
          <p:nvPr/>
        </p:nvSpPr>
        <p:spPr>
          <a:xfrm>
            <a:off x="1270956" y="4191884"/>
            <a:ext cx="4237022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Lorem ipsum dolor sit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amet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consectetur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adipiscing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elit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sed do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eiusmod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tempor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incididunt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ut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labore et dolore magna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aliqua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. Ut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enim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ad minim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veniam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quis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nostrud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exercitation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ullamco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Lorem ipsum dolor sit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amet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consectetur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adipiscing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elit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, sed do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eiusmod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tempor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incididunt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</a:t>
            </a:r>
            <a:r>
              <a:rPr lang="en-US" sz="1100" kern="500" dirty="0" err="1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ut</a:t>
            </a:r>
            <a:r>
              <a:rPr lang="en-US" sz="1100" kern="5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ea typeface="Open Sans" pitchFamily="2" charset="0"/>
                <a:cs typeface="Poppins" panose="00000500000000000000" pitchFamily="2" charset="0"/>
              </a:rPr>
              <a:t> labore et dolore magna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11B2B90-5F43-8119-A9C7-22990DFB762C}"/>
              </a:ext>
            </a:extLst>
          </p:cNvPr>
          <p:cNvGrpSpPr/>
          <p:nvPr/>
        </p:nvGrpSpPr>
        <p:grpSpPr>
          <a:xfrm>
            <a:off x="6214725" y="4561169"/>
            <a:ext cx="2889975" cy="1820893"/>
            <a:chOff x="6778605" y="4728809"/>
            <a:chExt cx="2889975" cy="182089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B4A1EAE-061C-427D-92CA-D2C5295455FD}"/>
                </a:ext>
              </a:extLst>
            </p:cNvPr>
            <p:cNvSpPr/>
            <p:nvPr/>
          </p:nvSpPr>
          <p:spPr>
            <a:xfrm>
              <a:off x="6778605" y="4958175"/>
              <a:ext cx="2889380" cy="1591527"/>
            </a:xfrm>
            <a:prstGeom prst="roundRect">
              <a:avLst>
                <a:gd name="adj" fmla="val 8244"/>
              </a:avLst>
            </a:prstGeom>
            <a:solidFill>
              <a:srgbClr val="F8F8FA"/>
            </a:solidFill>
            <a:ln>
              <a:noFill/>
            </a:ln>
            <a:effectLst>
              <a:outerShdw blurRad="520700" dist="38100" sx="103000" sy="103000" algn="l" rotWithShape="0">
                <a:schemeClr val="bg1">
                  <a:lumMod val="75000"/>
                  <a:alpha val="2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4BF1575B-12E2-4CD4-98CF-664588157FFC}"/>
                </a:ext>
              </a:extLst>
            </p:cNvPr>
            <p:cNvSpPr/>
            <p:nvPr/>
          </p:nvSpPr>
          <p:spPr>
            <a:xfrm>
              <a:off x="6778606" y="4728809"/>
              <a:ext cx="2889974" cy="358140"/>
            </a:xfrm>
            <a:prstGeom prst="round2SameRect">
              <a:avLst>
                <a:gd name="adj1" fmla="val 33954"/>
                <a:gd name="adj2" fmla="val 0"/>
              </a:avLst>
            </a:prstGeom>
            <a:gradFill>
              <a:gsLst>
                <a:gs pos="0">
                  <a:srgbClr val="00CBF7"/>
                </a:gs>
                <a:gs pos="100000">
                  <a:srgbClr val="00D278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A7E586E-F93B-46FC-B50F-3487A4E30446}"/>
                </a:ext>
              </a:extLst>
            </p:cNvPr>
            <p:cNvGrpSpPr/>
            <p:nvPr/>
          </p:nvGrpSpPr>
          <p:grpSpPr>
            <a:xfrm>
              <a:off x="6944832" y="4818097"/>
              <a:ext cx="2620595" cy="187184"/>
              <a:chOff x="1137647" y="3156338"/>
              <a:chExt cx="2620595" cy="187184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0C107E7-908B-4743-A96A-9E09FB7824CD}"/>
                  </a:ext>
                </a:extLst>
              </p:cNvPr>
              <p:cNvSpPr/>
              <p:nvPr/>
            </p:nvSpPr>
            <p:spPr>
              <a:xfrm>
                <a:off x="1137647" y="3203444"/>
                <a:ext cx="92972" cy="9297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E5BE58E-D072-4C5B-9575-8B097A84D827}"/>
                  </a:ext>
                </a:extLst>
              </p:cNvPr>
              <p:cNvSpPr/>
              <p:nvPr/>
            </p:nvSpPr>
            <p:spPr>
              <a:xfrm>
                <a:off x="1297578" y="3203444"/>
                <a:ext cx="92972" cy="9297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DB62EAB-B337-4BCE-9BD0-34C1F2ABFC76}"/>
                  </a:ext>
                </a:extLst>
              </p:cNvPr>
              <p:cNvSpPr/>
              <p:nvPr/>
            </p:nvSpPr>
            <p:spPr>
              <a:xfrm>
                <a:off x="1453223" y="3203444"/>
                <a:ext cx="92972" cy="92972"/>
              </a:xfrm>
              <a:prstGeom prst="ellipse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30" name="Multiplication Sign 29">
                <a:extLst>
                  <a:ext uri="{FF2B5EF4-FFF2-40B4-BE49-F238E27FC236}">
                    <a16:creationId xmlns:a16="http://schemas.microsoft.com/office/drawing/2014/main" id="{B7F18D79-F2F5-4549-8B7B-8449E99F8CAE}"/>
                  </a:ext>
                </a:extLst>
              </p:cNvPr>
              <p:cNvSpPr/>
              <p:nvPr/>
            </p:nvSpPr>
            <p:spPr>
              <a:xfrm>
                <a:off x="3571058" y="3156338"/>
                <a:ext cx="187184" cy="187184"/>
              </a:xfrm>
              <a:prstGeom prst="mathMultiply">
                <a:avLst>
                  <a:gd name="adj1" fmla="val 9992"/>
                </a:avLst>
              </a:prstGeom>
              <a:solidFill>
                <a:srgbClr val="F9F8FA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A608EE6-BDF7-4602-B1FE-454B4655EC1C}"/>
                </a:ext>
              </a:extLst>
            </p:cNvPr>
            <p:cNvSpPr txBox="1"/>
            <p:nvPr/>
          </p:nvSpPr>
          <p:spPr>
            <a:xfrm>
              <a:off x="7211689" y="5261726"/>
              <a:ext cx="2023213" cy="1174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kern="500" dirty="0">
                  <a:solidFill>
                    <a:schemeClr val="bg1">
                      <a:lumMod val="75000"/>
                    </a:schemeClr>
                  </a:solidFill>
                  <a:latin typeface="Poppins" panose="00000500000000000000" pitchFamily="2" charset="0"/>
                  <a:ea typeface="Open Sans" pitchFamily="2" charset="0"/>
                  <a:cs typeface="Poppins" panose="00000500000000000000" pitchFamily="2" charset="0"/>
                </a:rPr>
                <a:t>Hi! </a:t>
              </a:r>
            </a:p>
            <a:p>
              <a:pPr>
                <a:lnSpc>
                  <a:spcPct val="150000"/>
                </a:lnSpc>
              </a:pPr>
              <a:r>
                <a:rPr lang="en-US" sz="1200" kern="500" dirty="0">
                  <a:solidFill>
                    <a:schemeClr val="bg1">
                      <a:lumMod val="75000"/>
                    </a:schemeClr>
                  </a:solidFill>
                  <a:latin typeface="Poppins" panose="00000500000000000000" pitchFamily="2" charset="0"/>
                  <a:ea typeface="Open Sans" pitchFamily="2" charset="0"/>
                  <a:cs typeface="Poppins" panose="00000500000000000000" pitchFamily="2" charset="0"/>
                </a:rPr>
                <a:t>Have You Ever Thought About Starting Your Own Business?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00E0BCF-3C8D-DC49-7998-F5BBD44B08C0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98280DD-BF65-0E73-A5B4-04ECCE92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87747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1758441-5C9A-F1FA-C68A-AF192AA6EECC}"/>
              </a:ext>
            </a:extLst>
          </p:cNvPr>
          <p:cNvSpPr txBox="1"/>
          <p:nvPr/>
        </p:nvSpPr>
        <p:spPr>
          <a:xfrm>
            <a:off x="2213162" y="1328186"/>
            <a:ext cx="77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Multiple Rounds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Conversations</a:t>
            </a:r>
          </a:p>
        </p:txBody>
      </p:sp>
    </p:spTree>
    <p:extLst>
      <p:ext uri="{BB962C8B-B14F-4D97-AF65-F5344CB8AC3E}">
        <p14:creationId xmlns:p14="http://schemas.microsoft.com/office/powerpoint/2010/main" val="611117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1D19F5F8-AFC1-1800-244F-36CE1BFE40D9}"/>
              </a:ext>
            </a:extLst>
          </p:cNvPr>
          <p:cNvSpPr/>
          <p:nvPr/>
        </p:nvSpPr>
        <p:spPr>
          <a:xfrm>
            <a:off x="792481" y="2317710"/>
            <a:ext cx="10607040" cy="4529386"/>
          </a:xfrm>
          <a:prstGeom prst="round2SameRect">
            <a:avLst>
              <a:gd name="adj1" fmla="val 8434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E0B69F-D179-4DF1-A984-B9D4F9F27A32}"/>
              </a:ext>
            </a:extLst>
          </p:cNvPr>
          <p:cNvSpPr/>
          <p:nvPr/>
        </p:nvSpPr>
        <p:spPr>
          <a:xfrm>
            <a:off x="5769257" y="2952297"/>
            <a:ext cx="4204804" cy="4204804"/>
          </a:xfrm>
          <a:prstGeom prst="ellipse">
            <a:avLst/>
          </a:prstGeom>
          <a:gradFill flip="none" rotWithShape="1">
            <a:gsLst>
              <a:gs pos="0">
                <a:srgbClr val="422BBD">
                  <a:alpha val="21000"/>
                </a:srgbClr>
              </a:gs>
              <a:gs pos="100000">
                <a:srgbClr val="EEEDF2">
                  <a:alpha val="0"/>
                </a:srgb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D212BF-B095-4E33-9679-27DF27CE5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23" y="1940404"/>
            <a:ext cx="5431197" cy="5431197"/>
          </a:xfrm>
          <a:prstGeom prst="rect">
            <a:avLst/>
          </a:prstGeom>
        </p:spPr>
      </p:pic>
      <p:sp>
        <p:nvSpPr>
          <p:cNvPr id="7" name="TextBox 23">
            <a:extLst>
              <a:ext uri="{FF2B5EF4-FFF2-40B4-BE49-F238E27FC236}">
                <a16:creationId xmlns:a16="http://schemas.microsoft.com/office/drawing/2014/main" id="{FA0F98C3-E316-4819-8698-C9E8A1E2E9D8}"/>
              </a:ext>
            </a:extLst>
          </p:cNvPr>
          <p:cNvSpPr txBox="1"/>
          <p:nvPr/>
        </p:nvSpPr>
        <p:spPr>
          <a:xfrm>
            <a:off x="1255676" y="4311100"/>
            <a:ext cx="4513581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</a:p>
          <a:p>
            <a:pPr>
              <a:lnSpc>
                <a:spcPct val="150000"/>
              </a:lnSpc>
            </a:pPr>
            <a:endParaRPr lang="en-SG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SG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38E48-752D-4A05-A541-2A3CB7EEF598}"/>
              </a:ext>
            </a:extLst>
          </p:cNvPr>
          <p:cNvSpPr/>
          <p:nvPr/>
        </p:nvSpPr>
        <p:spPr>
          <a:xfrm>
            <a:off x="1255676" y="3904327"/>
            <a:ext cx="19591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2000" b="1" dirty="0">
                <a:solidFill>
                  <a:srgbClr val="15E1A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Web Services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04F33AE-FC30-4122-AE72-44F63734B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7158" y="3303293"/>
            <a:ext cx="3973389" cy="2489434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DBA5E1-9459-F91E-8C0A-83504136F468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470C800-E60E-9081-F3CF-7E521214B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805315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7C5115A-0C4F-4E8B-71ED-51855CE851B9}"/>
              </a:ext>
            </a:extLst>
          </p:cNvPr>
          <p:cNvSpPr txBox="1"/>
          <p:nvPr/>
        </p:nvSpPr>
        <p:spPr>
          <a:xfrm>
            <a:off x="2213162" y="1328186"/>
            <a:ext cx="77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Multiple Rounds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Conversations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E292B90-21EE-D7F3-63EF-36635347247A}"/>
              </a:ext>
            </a:extLst>
          </p:cNvPr>
          <p:cNvSpPr/>
          <p:nvPr/>
        </p:nvSpPr>
        <p:spPr>
          <a:xfrm>
            <a:off x="1371202" y="3003054"/>
            <a:ext cx="493283" cy="493283"/>
          </a:xfrm>
          <a:prstGeom prst="roundRect">
            <a:avLst>
              <a:gd name="adj" fmla="val 23224"/>
            </a:avLst>
          </a:prstGeom>
          <a:solidFill>
            <a:srgbClr val="15E1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Graphic 55" descr="Web design with solid fill">
            <a:extLst>
              <a:ext uri="{FF2B5EF4-FFF2-40B4-BE49-F238E27FC236}">
                <a16:creationId xmlns:a16="http://schemas.microsoft.com/office/drawing/2014/main" id="{3E54DFCF-2E33-B6CA-6603-F09B1C623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7843" y="306969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55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27EB0AB-0F15-0DDC-7C33-D3B9215572FA}"/>
              </a:ext>
            </a:extLst>
          </p:cNvPr>
          <p:cNvSpPr/>
          <p:nvPr/>
        </p:nvSpPr>
        <p:spPr>
          <a:xfrm>
            <a:off x="792481" y="2317710"/>
            <a:ext cx="10607040" cy="4529386"/>
          </a:xfrm>
          <a:prstGeom prst="round2SameRect">
            <a:avLst>
              <a:gd name="adj1" fmla="val 8434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362FB42-D234-AD95-6B0F-BDC3A42897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6638" y="2945126"/>
            <a:ext cx="4355526" cy="524772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AC8BB5-E22D-F760-878F-2A31DEA74288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302787-A72D-4823-6261-F517C891A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814380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A199DAE-F3D1-92B3-0D67-A42D7C9412BE}"/>
              </a:ext>
            </a:extLst>
          </p:cNvPr>
          <p:cNvSpPr txBox="1"/>
          <p:nvPr/>
        </p:nvSpPr>
        <p:spPr>
          <a:xfrm>
            <a:off x="2213162" y="1328186"/>
            <a:ext cx="77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Multiple Rounds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Conversations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8A384C12-06A9-A00E-62A9-BDA88BA8BB80}"/>
              </a:ext>
            </a:extLst>
          </p:cNvPr>
          <p:cNvSpPr txBox="1"/>
          <p:nvPr/>
        </p:nvSpPr>
        <p:spPr>
          <a:xfrm>
            <a:off x="6514782" y="3835773"/>
            <a:ext cx="4513581" cy="1591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mollis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necla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Donec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viverra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eleifend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lacus</a:t>
            </a:r>
            <a:r>
              <a:rPr lang="en-SG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</a:t>
            </a:r>
          </a:p>
          <a:p>
            <a:pPr>
              <a:lnSpc>
                <a:spcPct val="150000"/>
              </a:lnSpc>
            </a:pPr>
            <a:endParaRPr lang="en-SG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SG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F5CEA7-2448-4AE7-D7FE-EEC638A14C71}"/>
              </a:ext>
            </a:extLst>
          </p:cNvPr>
          <p:cNvSpPr/>
          <p:nvPr/>
        </p:nvSpPr>
        <p:spPr>
          <a:xfrm>
            <a:off x="6514782" y="3429000"/>
            <a:ext cx="20681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sz="2000" b="1" dirty="0">
                <a:solidFill>
                  <a:srgbClr val="15E1A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More Features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698A87B-5B7E-0EAD-FCC7-851F9B844AD1}"/>
              </a:ext>
            </a:extLst>
          </p:cNvPr>
          <p:cNvGrpSpPr/>
          <p:nvPr/>
        </p:nvGrpSpPr>
        <p:grpSpPr>
          <a:xfrm>
            <a:off x="6575238" y="5634674"/>
            <a:ext cx="3249054" cy="360000"/>
            <a:chOff x="6575238" y="5605057"/>
            <a:chExt cx="3249054" cy="3600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EC3060-D1DB-83A0-5767-669607532B37}"/>
                </a:ext>
              </a:extLst>
            </p:cNvPr>
            <p:cNvSpPr txBox="1"/>
            <p:nvPr/>
          </p:nvSpPr>
          <p:spPr>
            <a:xfrm>
              <a:off x="6954621" y="5631169"/>
              <a:ext cx="2869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AI Summarize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0" name="Graphic 19" descr="Artificial Intelligence outline">
              <a:extLst>
                <a:ext uri="{FF2B5EF4-FFF2-40B4-BE49-F238E27FC236}">
                  <a16:creationId xmlns:a16="http://schemas.microsoft.com/office/drawing/2014/main" id="{2CDD3A40-7003-98A6-0444-92A215214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5238" y="5605057"/>
              <a:ext cx="360000" cy="3600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7EB9E8A-ACBD-FD52-5257-41C8C757E3EB}"/>
              </a:ext>
            </a:extLst>
          </p:cNvPr>
          <p:cNvGrpSpPr/>
          <p:nvPr/>
        </p:nvGrpSpPr>
        <p:grpSpPr>
          <a:xfrm>
            <a:off x="6575238" y="5139947"/>
            <a:ext cx="3249054" cy="360000"/>
            <a:chOff x="6575238" y="5139947"/>
            <a:chExt cx="3249054" cy="3600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90B66D1-499A-1E0D-C6ED-FF4CC4AB4325}"/>
                </a:ext>
              </a:extLst>
            </p:cNvPr>
            <p:cNvSpPr txBox="1"/>
            <p:nvPr/>
          </p:nvSpPr>
          <p:spPr>
            <a:xfrm>
              <a:off x="6954621" y="5166059"/>
              <a:ext cx="2869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Translate line by line</a:t>
              </a:r>
              <a:endPara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pic>
          <p:nvPicPr>
            <p:cNvPr id="22" name="Graphic 21" descr="World outline">
              <a:extLst>
                <a:ext uri="{FF2B5EF4-FFF2-40B4-BE49-F238E27FC236}">
                  <a16:creationId xmlns:a16="http://schemas.microsoft.com/office/drawing/2014/main" id="{D955DB68-DF55-9B61-9A3A-D7D5DFA63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75238" y="5139947"/>
              <a:ext cx="360000" cy="3600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D1BA1A-30B3-01F0-30DA-71FB89E4B11B}"/>
              </a:ext>
            </a:extLst>
          </p:cNvPr>
          <p:cNvGrpSpPr/>
          <p:nvPr/>
        </p:nvGrpSpPr>
        <p:grpSpPr>
          <a:xfrm>
            <a:off x="6575238" y="6129400"/>
            <a:ext cx="3249054" cy="360000"/>
            <a:chOff x="6575238" y="6129400"/>
            <a:chExt cx="3249054" cy="3600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3D0174-3C7A-C6FD-F192-3D3A052A828E}"/>
                </a:ext>
              </a:extLst>
            </p:cNvPr>
            <p:cNvSpPr txBox="1"/>
            <p:nvPr/>
          </p:nvSpPr>
          <p:spPr>
            <a:xfrm>
              <a:off x="6954621" y="6155512"/>
              <a:ext cx="28696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Image generation</a:t>
              </a:r>
            </a:p>
          </p:txBody>
        </p:sp>
        <p:pic>
          <p:nvPicPr>
            <p:cNvPr id="24" name="Graphic 23" descr="Images outline">
              <a:extLst>
                <a:ext uri="{FF2B5EF4-FFF2-40B4-BE49-F238E27FC236}">
                  <a16:creationId xmlns:a16="http://schemas.microsoft.com/office/drawing/2014/main" id="{AC79BAB3-AFB5-B82F-DB78-E39EF37FF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75238" y="6129400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8972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355DEC-CFB0-6166-D429-92F2043E87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19663" y="2720040"/>
            <a:ext cx="2352674" cy="50768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27062-DA56-4609-76CD-ED8DF315B52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0697721">
            <a:off x="3289506" y="5308042"/>
            <a:ext cx="1896382" cy="403455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CAFCC7-4D32-D789-60A7-1AA7DBCB312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940062">
            <a:off x="7252730" y="4279100"/>
            <a:ext cx="2319128" cy="511861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E3D482-0A83-84D2-14CE-95505DD2BF1C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D47AE6-FC8D-2E6A-849D-236B69F74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634590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50A1DA-1A63-44F7-2DBC-02A142338A0F}"/>
              </a:ext>
            </a:extLst>
          </p:cNvPr>
          <p:cNvSpPr txBox="1"/>
          <p:nvPr/>
        </p:nvSpPr>
        <p:spPr>
          <a:xfrm>
            <a:off x="2213162" y="1328186"/>
            <a:ext cx="77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</a:t>
            </a:r>
            <a:r>
              <a:rPr lang="en-US" altLang="zh-CN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est AI </a:t>
            </a:r>
            <a:r>
              <a:rPr lang="en-US" altLang="zh-CN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Solution</a:t>
            </a:r>
            <a:endParaRPr lang="en-US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BA6D4D-36C4-4D01-F984-B1873FF6878D}"/>
              </a:ext>
            </a:extLst>
          </p:cNvPr>
          <p:cNvGrpSpPr/>
          <p:nvPr/>
        </p:nvGrpSpPr>
        <p:grpSpPr>
          <a:xfrm>
            <a:off x="2873031" y="2512684"/>
            <a:ext cx="2688341" cy="646331"/>
            <a:chOff x="1446835" y="3229647"/>
            <a:chExt cx="2688341" cy="64633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EE4DB9E-6BF2-B3DA-6A09-9A45DD4617DB}"/>
                </a:ext>
              </a:extLst>
            </p:cNvPr>
            <p:cNvSpPr/>
            <p:nvPr/>
          </p:nvSpPr>
          <p:spPr>
            <a:xfrm>
              <a:off x="2465408" y="3551978"/>
              <a:ext cx="1669768" cy="324000"/>
            </a:xfrm>
            <a:prstGeom prst="roundRect">
              <a:avLst>
                <a:gd name="adj" fmla="val 0"/>
              </a:avLst>
            </a:prstGeom>
            <a:solidFill>
              <a:srgbClr val="00C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8ABE282-DE94-DF93-2CB2-066EC00B1A54}"/>
                </a:ext>
              </a:extLst>
            </p:cNvPr>
            <p:cNvSpPr/>
            <p:nvPr/>
          </p:nvSpPr>
          <p:spPr>
            <a:xfrm>
              <a:off x="1446835" y="3229647"/>
              <a:ext cx="2688341" cy="64633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CBF7"/>
                </a:gs>
                <a:gs pos="100000">
                  <a:srgbClr val="00D278"/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7FE21B2-B7A0-B89B-1087-A2B9A9C2D3A2}"/>
              </a:ext>
            </a:extLst>
          </p:cNvPr>
          <p:cNvSpPr txBox="1"/>
          <p:nvPr/>
        </p:nvSpPr>
        <p:spPr>
          <a:xfrm>
            <a:off x="3106032" y="2651183"/>
            <a:ext cx="222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 here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F2AB7C-AAE8-F384-5B56-A553B32A9CC6}"/>
              </a:ext>
            </a:extLst>
          </p:cNvPr>
          <p:cNvGrpSpPr/>
          <p:nvPr/>
        </p:nvGrpSpPr>
        <p:grpSpPr>
          <a:xfrm>
            <a:off x="1170778" y="5108417"/>
            <a:ext cx="2688341" cy="646331"/>
            <a:chOff x="1446835" y="3229647"/>
            <a:chExt cx="2688341" cy="64633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A5FBB2D-F6A0-A1AC-DEDA-2CE362899302}"/>
                </a:ext>
              </a:extLst>
            </p:cNvPr>
            <p:cNvSpPr/>
            <p:nvPr/>
          </p:nvSpPr>
          <p:spPr>
            <a:xfrm>
              <a:off x="2465408" y="3551978"/>
              <a:ext cx="1669768" cy="324000"/>
            </a:xfrm>
            <a:prstGeom prst="roundRect">
              <a:avLst>
                <a:gd name="adj" fmla="val 0"/>
              </a:avLst>
            </a:prstGeom>
            <a:solidFill>
              <a:srgbClr val="00CB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A9F04A5-3361-CF70-FA5B-DF222858D7F0}"/>
                </a:ext>
              </a:extLst>
            </p:cNvPr>
            <p:cNvSpPr/>
            <p:nvPr/>
          </p:nvSpPr>
          <p:spPr>
            <a:xfrm>
              <a:off x="1446835" y="3229647"/>
              <a:ext cx="2688341" cy="64633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CBF7"/>
                </a:gs>
                <a:gs pos="100000">
                  <a:srgbClr val="00D278"/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9C64AE7-7402-2658-2BFF-A7218B3713DF}"/>
              </a:ext>
            </a:extLst>
          </p:cNvPr>
          <p:cNvSpPr txBox="1"/>
          <p:nvPr/>
        </p:nvSpPr>
        <p:spPr>
          <a:xfrm>
            <a:off x="1403779" y="5246916"/>
            <a:ext cx="222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 here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F8B215-FF4E-1737-4410-A6A2218A3CCD}"/>
              </a:ext>
            </a:extLst>
          </p:cNvPr>
          <p:cNvGrpSpPr/>
          <p:nvPr/>
        </p:nvGrpSpPr>
        <p:grpSpPr>
          <a:xfrm>
            <a:off x="8200172" y="3737879"/>
            <a:ext cx="2688341" cy="646331"/>
            <a:chOff x="8200172" y="3737879"/>
            <a:chExt cx="2688341" cy="646331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BDA9E34-DF04-289C-D695-5CBA2FB74685}"/>
                </a:ext>
              </a:extLst>
            </p:cNvPr>
            <p:cNvSpPr/>
            <p:nvPr/>
          </p:nvSpPr>
          <p:spPr>
            <a:xfrm>
              <a:off x="8200172" y="4060210"/>
              <a:ext cx="1669768" cy="324000"/>
            </a:xfrm>
            <a:prstGeom prst="roundRect">
              <a:avLst>
                <a:gd name="adj" fmla="val 0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ABE62A6-7723-8D41-D737-B9862525AF61}"/>
                </a:ext>
              </a:extLst>
            </p:cNvPr>
            <p:cNvSpPr/>
            <p:nvPr/>
          </p:nvSpPr>
          <p:spPr>
            <a:xfrm>
              <a:off x="8200172" y="3737879"/>
              <a:ext cx="2688341" cy="646331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CBF7"/>
                </a:gs>
                <a:gs pos="100000">
                  <a:srgbClr val="00D278"/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3FF8FAE-E54A-0835-1C7F-4F80C8189880}"/>
              </a:ext>
            </a:extLst>
          </p:cNvPr>
          <p:cNvSpPr txBox="1"/>
          <p:nvPr/>
        </p:nvSpPr>
        <p:spPr>
          <a:xfrm>
            <a:off x="8433173" y="3876378"/>
            <a:ext cx="222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66050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41243-C0CB-C515-A70A-97B3307BA2F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F887D-4F7C-1BFB-9637-B8AF0733AFAE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5487F8-2C9A-A55B-D7C7-E4A2027389E7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B</a:t>
            </a:r>
            <a:r>
              <a:rPr lang="en-US" altLang="zh-CN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usiness </a:t>
            </a:r>
            <a:r>
              <a:rPr lang="en-US" altLang="zh-CN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Model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B97B9-A744-F414-37B7-98D88D1F5121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1100A1-805B-3DA9-6E21-BA037EAFEADA}"/>
              </a:ext>
            </a:extLst>
          </p:cNvPr>
          <p:cNvSpPr/>
          <p:nvPr/>
        </p:nvSpPr>
        <p:spPr>
          <a:xfrm>
            <a:off x="2617294" y="3339327"/>
            <a:ext cx="552422" cy="55952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26C69A-5C8E-F0F1-8770-AB29224299D8}"/>
              </a:ext>
            </a:extLst>
          </p:cNvPr>
          <p:cNvSpPr/>
          <p:nvPr/>
        </p:nvSpPr>
        <p:spPr>
          <a:xfrm>
            <a:off x="5622005" y="3145481"/>
            <a:ext cx="935192" cy="947217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2088E-5544-A02F-A2D7-3000DA604E5F}"/>
              </a:ext>
            </a:extLst>
          </p:cNvPr>
          <p:cNvSpPr/>
          <p:nvPr/>
        </p:nvSpPr>
        <p:spPr>
          <a:xfrm>
            <a:off x="1791911" y="4570613"/>
            <a:ext cx="220318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2251FF-934D-2337-17F3-7D97AC7FB213}"/>
              </a:ext>
            </a:extLst>
          </p:cNvPr>
          <p:cNvSpPr txBox="1"/>
          <p:nvPr/>
        </p:nvSpPr>
        <p:spPr>
          <a:xfrm>
            <a:off x="2039072" y="4151453"/>
            <a:ext cx="1708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Invest</a:t>
            </a:r>
            <a:endParaRPr lang="id-ID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91B733-9249-65EF-89EC-18073D890570}"/>
              </a:ext>
            </a:extLst>
          </p:cNvPr>
          <p:cNvSpPr/>
          <p:nvPr/>
        </p:nvSpPr>
        <p:spPr>
          <a:xfrm>
            <a:off x="9028492" y="3339327"/>
            <a:ext cx="552422" cy="55952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84176A-B74E-A32C-681D-CD63AA0E4D49}"/>
              </a:ext>
            </a:extLst>
          </p:cNvPr>
          <p:cNvSpPr/>
          <p:nvPr/>
        </p:nvSpPr>
        <p:spPr>
          <a:xfrm>
            <a:off x="8203109" y="4570613"/>
            <a:ext cx="220318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BA1892-7716-B0AA-9814-C0BB8A7A28A0}"/>
              </a:ext>
            </a:extLst>
          </p:cNvPr>
          <p:cNvSpPr txBox="1"/>
          <p:nvPr/>
        </p:nvSpPr>
        <p:spPr>
          <a:xfrm>
            <a:off x="8450269" y="4151453"/>
            <a:ext cx="1708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Affiliate</a:t>
            </a:r>
            <a:endParaRPr lang="id-ID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7D44C70-CC6D-E390-BA86-538FA44C6838}"/>
              </a:ext>
            </a:extLst>
          </p:cNvPr>
          <p:cNvSpPr/>
          <p:nvPr/>
        </p:nvSpPr>
        <p:spPr>
          <a:xfrm>
            <a:off x="4988008" y="4772846"/>
            <a:ext cx="220318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010C51E-E725-5C69-9DB3-A4D809DA8431}"/>
              </a:ext>
            </a:extLst>
          </p:cNvPr>
          <p:cNvSpPr txBox="1"/>
          <p:nvPr/>
        </p:nvSpPr>
        <p:spPr>
          <a:xfrm>
            <a:off x="5235168" y="4353686"/>
            <a:ext cx="1708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Promote</a:t>
            </a:r>
            <a:endParaRPr lang="id-ID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1" name="Graphic 90">
            <a:extLst>
              <a:ext uri="{FF2B5EF4-FFF2-40B4-BE49-F238E27FC236}">
                <a16:creationId xmlns:a16="http://schemas.microsoft.com/office/drawing/2014/main" id="{D26CE6EE-3854-89C1-0857-FD4C5C186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3403" y="3458987"/>
            <a:ext cx="320204" cy="320204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3194992A-F0C3-C314-A476-61EECD98C7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4236" y="3378870"/>
            <a:ext cx="630731" cy="48044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88EB779C-CD5D-B1AF-E62E-8F0D5B7D199F}"/>
              </a:ext>
            </a:extLst>
          </p:cNvPr>
          <p:cNvGrpSpPr/>
          <p:nvPr/>
        </p:nvGrpSpPr>
        <p:grpSpPr>
          <a:xfrm flipH="1">
            <a:off x="9143225" y="3464007"/>
            <a:ext cx="322955" cy="310165"/>
            <a:chOff x="4598988" y="5057776"/>
            <a:chExt cx="481013" cy="461962"/>
          </a:xfrm>
          <a:solidFill>
            <a:srgbClr val="00D278"/>
          </a:solidFill>
        </p:grpSpPr>
        <p:sp>
          <p:nvSpPr>
            <p:cNvPr id="94" name="Freeform 186">
              <a:extLst>
                <a:ext uri="{FF2B5EF4-FFF2-40B4-BE49-F238E27FC236}">
                  <a16:creationId xmlns:a16="http://schemas.microsoft.com/office/drawing/2014/main" id="{B668E00B-3C8D-887F-167B-13E927874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838" y="5119688"/>
              <a:ext cx="109538" cy="107950"/>
            </a:xfrm>
            <a:custGeom>
              <a:avLst/>
              <a:gdLst>
                <a:gd name="T0" fmla="*/ 301 w 766"/>
                <a:gd name="T1" fmla="*/ 0 h 746"/>
                <a:gd name="T2" fmla="*/ 342 w 766"/>
                <a:gd name="T3" fmla="*/ 3 h 746"/>
                <a:gd name="T4" fmla="*/ 381 w 766"/>
                <a:gd name="T5" fmla="*/ 11 h 746"/>
                <a:gd name="T6" fmla="*/ 418 w 766"/>
                <a:gd name="T7" fmla="*/ 23 h 746"/>
                <a:gd name="T8" fmla="*/ 452 w 766"/>
                <a:gd name="T9" fmla="*/ 41 h 746"/>
                <a:gd name="T10" fmla="*/ 485 w 766"/>
                <a:gd name="T11" fmla="*/ 62 h 746"/>
                <a:gd name="T12" fmla="*/ 513 w 766"/>
                <a:gd name="T13" fmla="*/ 88 h 746"/>
                <a:gd name="T14" fmla="*/ 539 w 766"/>
                <a:gd name="T15" fmla="*/ 117 h 746"/>
                <a:gd name="T16" fmla="*/ 560 w 766"/>
                <a:gd name="T17" fmla="*/ 149 h 746"/>
                <a:gd name="T18" fmla="*/ 578 w 766"/>
                <a:gd name="T19" fmla="*/ 183 h 746"/>
                <a:gd name="T20" fmla="*/ 591 w 766"/>
                <a:gd name="T21" fmla="*/ 220 h 746"/>
                <a:gd name="T22" fmla="*/ 599 w 766"/>
                <a:gd name="T23" fmla="*/ 260 h 746"/>
                <a:gd name="T24" fmla="*/ 601 w 766"/>
                <a:gd name="T25" fmla="*/ 301 h 746"/>
                <a:gd name="T26" fmla="*/ 599 w 766"/>
                <a:gd name="T27" fmla="*/ 340 h 746"/>
                <a:gd name="T28" fmla="*/ 591 w 766"/>
                <a:gd name="T29" fmla="*/ 376 h 746"/>
                <a:gd name="T30" fmla="*/ 579 w 766"/>
                <a:gd name="T31" fmla="*/ 411 h 746"/>
                <a:gd name="T32" fmla="*/ 563 w 766"/>
                <a:gd name="T33" fmla="*/ 445 h 746"/>
                <a:gd name="T34" fmla="*/ 766 w 766"/>
                <a:gd name="T35" fmla="*/ 636 h 746"/>
                <a:gd name="T36" fmla="*/ 729 w 766"/>
                <a:gd name="T37" fmla="*/ 670 h 746"/>
                <a:gd name="T38" fmla="*/ 694 w 766"/>
                <a:gd name="T39" fmla="*/ 707 h 746"/>
                <a:gd name="T40" fmla="*/ 662 w 766"/>
                <a:gd name="T41" fmla="*/ 746 h 746"/>
                <a:gd name="T42" fmla="*/ 459 w 766"/>
                <a:gd name="T43" fmla="*/ 555 h 746"/>
                <a:gd name="T44" fmla="*/ 424 w 766"/>
                <a:gd name="T45" fmla="*/ 574 h 746"/>
                <a:gd name="T46" fmla="*/ 385 w 766"/>
                <a:gd name="T47" fmla="*/ 588 h 746"/>
                <a:gd name="T48" fmla="*/ 344 w 766"/>
                <a:gd name="T49" fmla="*/ 598 h 746"/>
                <a:gd name="T50" fmla="*/ 301 w 766"/>
                <a:gd name="T51" fmla="*/ 601 h 746"/>
                <a:gd name="T52" fmla="*/ 261 w 766"/>
                <a:gd name="T53" fmla="*/ 599 h 746"/>
                <a:gd name="T54" fmla="*/ 221 w 766"/>
                <a:gd name="T55" fmla="*/ 590 h 746"/>
                <a:gd name="T56" fmla="*/ 184 w 766"/>
                <a:gd name="T57" fmla="*/ 577 h 746"/>
                <a:gd name="T58" fmla="*/ 149 w 766"/>
                <a:gd name="T59" fmla="*/ 560 h 746"/>
                <a:gd name="T60" fmla="*/ 117 w 766"/>
                <a:gd name="T61" fmla="*/ 538 h 746"/>
                <a:gd name="T62" fmla="*/ 88 w 766"/>
                <a:gd name="T63" fmla="*/ 513 h 746"/>
                <a:gd name="T64" fmla="*/ 63 w 766"/>
                <a:gd name="T65" fmla="*/ 484 h 746"/>
                <a:gd name="T66" fmla="*/ 41 w 766"/>
                <a:gd name="T67" fmla="*/ 452 h 746"/>
                <a:gd name="T68" fmla="*/ 24 w 766"/>
                <a:gd name="T69" fmla="*/ 417 h 746"/>
                <a:gd name="T70" fmla="*/ 11 w 766"/>
                <a:gd name="T71" fmla="*/ 380 h 746"/>
                <a:gd name="T72" fmla="*/ 3 w 766"/>
                <a:gd name="T73" fmla="*/ 342 h 746"/>
                <a:gd name="T74" fmla="*/ 0 w 766"/>
                <a:gd name="T75" fmla="*/ 301 h 746"/>
                <a:gd name="T76" fmla="*/ 3 w 766"/>
                <a:gd name="T77" fmla="*/ 260 h 746"/>
                <a:gd name="T78" fmla="*/ 11 w 766"/>
                <a:gd name="T79" fmla="*/ 220 h 746"/>
                <a:gd name="T80" fmla="*/ 24 w 766"/>
                <a:gd name="T81" fmla="*/ 183 h 746"/>
                <a:gd name="T82" fmla="*/ 41 w 766"/>
                <a:gd name="T83" fmla="*/ 149 h 746"/>
                <a:gd name="T84" fmla="*/ 63 w 766"/>
                <a:gd name="T85" fmla="*/ 117 h 746"/>
                <a:gd name="T86" fmla="*/ 88 w 766"/>
                <a:gd name="T87" fmla="*/ 88 h 746"/>
                <a:gd name="T88" fmla="*/ 117 w 766"/>
                <a:gd name="T89" fmla="*/ 62 h 746"/>
                <a:gd name="T90" fmla="*/ 149 w 766"/>
                <a:gd name="T91" fmla="*/ 41 h 746"/>
                <a:gd name="T92" fmla="*/ 184 w 766"/>
                <a:gd name="T93" fmla="*/ 23 h 746"/>
                <a:gd name="T94" fmla="*/ 221 w 766"/>
                <a:gd name="T95" fmla="*/ 11 h 746"/>
                <a:gd name="T96" fmla="*/ 261 w 766"/>
                <a:gd name="T97" fmla="*/ 3 h 746"/>
                <a:gd name="T98" fmla="*/ 301 w 766"/>
                <a:gd name="T99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66" h="746">
                  <a:moveTo>
                    <a:pt x="301" y="0"/>
                  </a:moveTo>
                  <a:lnTo>
                    <a:pt x="342" y="3"/>
                  </a:lnTo>
                  <a:lnTo>
                    <a:pt x="381" y="11"/>
                  </a:lnTo>
                  <a:lnTo>
                    <a:pt x="418" y="23"/>
                  </a:lnTo>
                  <a:lnTo>
                    <a:pt x="452" y="41"/>
                  </a:lnTo>
                  <a:lnTo>
                    <a:pt x="485" y="62"/>
                  </a:lnTo>
                  <a:lnTo>
                    <a:pt x="513" y="88"/>
                  </a:lnTo>
                  <a:lnTo>
                    <a:pt x="539" y="117"/>
                  </a:lnTo>
                  <a:lnTo>
                    <a:pt x="560" y="149"/>
                  </a:lnTo>
                  <a:lnTo>
                    <a:pt x="578" y="183"/>
                  </a:lnTo>
                  <a:lnTo>
                    <a:pt x="591" y="220"/>
                  </a:lnTo>
                  <a:lnTo>
                    <a:pt x="599" y="260"/>
                  </a:lnTo>
                  <a:lnTo>
                    <a:pt x="601" y="301"/>
                  </a:lnTo>
                  <a:lnTo>
                    <a:pt x="599" y="340"/>
                  </a:lnTo>
                  <a:lnTo>
                    <a:pt x="591" y="376"/>
                  </a:lnTo>
                  <a:lnTo>
                    <a:pt x="579" y="411"/>
                  </a:lnTo>
                  <a:lnTo>
                    <a:pt x="563" y="445"/>
                  </a:lnTo>
                  <a:lnTo>
                    <a:pt x="766" y="636"/>
                  </a:lnTo>
                  <a:lnTo>
                    <a:pt x="729" y="670"/>
                  </a:lnTo>
                  <a:lnTo>
                    <a:pt x="694" y="707"/>
                  </a:lnTo>
                  <a:lnTo>
                    <a:pt x="662" y="746"/>
                  </a:lnTo>
                  <a:lnTo>
                    <a:pt x="459" y="555"/>
                  </a:lnTo>
                  <a:lnTo>
                    <a:pt x="424" y="574"/>
                  </a:lnTo>
                  <a:lnTo>
                    <a:pt x="385" y="588"/>
                  </a:lnTo>
                  <a:lnTo>
                    <a:pt x="344" y="598"/>
                  </a:lnTo>
                  <a:lnTo>
                    <a:pt x="301" y="601"/>
                  </a:lnTo>
                  <a:lnTo>
                    <a:pt x="261" y="599"/>
                  </a:lnTo>
                  <a:lnTo>
                    <a:pt x="221" y="590"/>
                  </a:lnTo>
                  <a:lnTo>
                    <a:pt x="184" y="577"/>
                  </a:lnTo>
                  <a:lnTo>
                    <a:pt x="149" y="560"/>
                  </a:lnTo>
                  <a:lnTo>
                    <a:pt x="117" y="538"/>
                  </a:lnTo>
                  <a:lnTo>
                    <a:pt x="88" y="513"/>
                  </a:lnTo>
                  <a:lnTo>
                    <a:pt x="63" y="484"/>
                  </a:lnTo>
                  <a:lnTo>
                    <a:pt x="41" y="452"/>
                  </a:lnTo>
                  <a:lnTo>
                    <a:pt x="24" y="417"/>
                  </a:lnTo>
                  <a:lnTo>
                    <a:pt x="11" y="380"/>
                  </a:lnTo>
                  <a:lnTo>
                    <a:pt x="3" y="342"/>
                  </a:lnTo>
                  <a:lnTo>
                    <a:pt x="0" y="301"/>
                  </a:lnTo>
                  <a:lnTo>
                    <a:pt x="3" y="260"/>
                  </a:lnTo>
                  <a:lnTo>
                    <a:pt x="11" y="220"/>
                  </a:lnTo>
                  <a:lnTo>
                    <a:pt x="24" y="183"/>
                  </a:lnTo>
                  <a:lnTo>
                    <a:pt x="41" y="149"/>
                  </a:lnTo>
                  <a:lnTo>
                    <a:pt x="63" y="117"/>
                  </a:lnTo>
                  <a:lnTo>
                    <a:pt x="88" y="88"/>
                  </a:lnTo>
                  <a:lnTo>
                    <a:pt x="117" y="62"/>
                  </a:lnTo>
                  <a:lnTo>
                    <a:pt x="149" y="41"/>
                  </a:lnTo>
                  <a:lnTo>
                    <a:pt x="184" y="23"/>
                  </a:lnTo>
                  <a:lnTo>
                    <a:pt x="221" y="11"/>
                  </a:lnTo>
                  <a:lnTo>
                    <a:pt x="261" y="3"/>
                  </a:lnTo>
                  <a:lnTo>
                    <a:pt x="3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4" name="Freeform 187">
              <a:extLst>
                <a:ext uri="{FF2B5EF4-FFF2-40B4-BE49-F238E27FC236}">
                  <a16:creationId xmlns:a16="http://schemas.microsoft.com/office/drawing/2014/main" id="{9A0B189B-B772-EF3A-AEFF-F7340B805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1" y="5057776"/>
              <a:ext cx="112713" cy="149225"/>
            </a:xfrm>
            <a:custGeom>
              <a:avLst/>
              <a:gdLst>
                <a:gd name="T0" fmla="*/ 482 w 783"/>
                <a:gd name="T1" fmla="*/ 0 h 1042"/>
                <a:gd name="T2" fmla="*/ 482 w 783"/>
                <a:gd name="T3" fmla="*/ 0 h 1042"/>
                <a:gd name="T4" fmla="*/ 523 w 783"/>
                <a:gd name="T5" fmla="*/ 4 h 1042"/>
                <a:gd name="T6" fmla="*/ 562 w 783"/>
                <a:gd name="T7" fmla="*/ 12 h 1042"/>
                <a:gd name="T8" fmla="*/ 599 w 783"/>
                <a:gd name="T9" fmla="*/ 25 h 1042"/>
                <a:gd name="T10" fmla="*/ 634 w 783"/>
                <a:gd name="T11" fmla="*/ 42 h 1042"/>
                <a:gd name="T12" fmla="*/ 666 w 783"/>
                <a:gd name="T13" fmla="*/ 64 h 1042"/>
                <a:gd name="T14" fmla="*/ 694 w 783"/>
                <a:gd name="T15" fmla="*/ 89 h 1042"/>
                <a:gd name="T16" fmla="*/ 720 w 783"/>
                <a:gd name="T17" fmla="*/ 118 h 1042"/>
                <a:gd name="T18" fmla="*/ 741 w 783"/>
                <a:gd name="T19" fmla="*/ 149 h 1042"/>
                <a:gd name="T20" fmla="*/ 759 w 783"/>
                <a:gd name="T21" fmla="*/ 184 h 1042"/>
                <a:gd name="T22" fmla="*/ 772 w 783"/>
                <a:gd name="T23" fmla="*/ 222 h 1042"/>
                <a:gd name="T24" fmla="*/ 780 w 783"/>
                <a:gd name="T25" fmla="*/ 261 h 1042"/>
                <a:gd name="T26" fmla="*/ 783 w 783"/>
                <a:gd name="T27" fmla="*/ 301 h 1042"/>
                <a:gd name="T28" fmla="*/ 780 w 783"/>
                <a:gd name="T29" fmla="*/ 342 h 1042"/>
                <a:gd name="T30" fmla="*/ 772 w 783"/>
                <a:gd name="T31" fmla="*/ 381 h 1042"/>
                <a:gd name="T32" fmla="*/ 759 w 783"/>
                <a:gd name="T33" fmla="*/ 419 h 1042"/>
                <a:gd name="T34" fmla="*/ 741 w 783"/>
                <a:gd name="T35" fmla="*/ 453 h 1042"/>
                <a:gd name="T36" fmla="*/ 720 w 783"/>
                <a:gd name="T37" fmla="*/ 485 h 1042"/>
                <a:gd name="T38" fmla="*/ 694 w 783"/>
                <a:gd name="T39" fmla="*/ 514 h 1042"/>
                <a:gd name="T40" fmla="*/ 666 w 783"/>
                <a:gd name="T41" fmla="*/ 539 h 1042"/>
                <a:gd name="T42" fmla="*/ 634 w 783"/>
                <a:gd name="T43" fmla="*/ 560 h 1042"/>
                <a:gd name="T44" fmla="*/ 599 w 783"/>
                <a:gd name="T45" fmla="*/ 578 h 1042"/>
                <a:gd name="T46" fmla="*/ 562 w 783"/>
                <a:gd name="T47" fmla="*/ 591 h 1042"/>
                <a:gd name="T48" fmla="*/ 523 w 783"/>
                <a:gd name="T49" fmla="*/ 599 h 1042"/>
                <a:gd name="T50" fmla="*/ 482 w 783"/>
                <a:gd name="T51" fmla="*/ 602 h 1042"/>
                <a:gd name="T52" fmla="*/ 454 w 783"/>
                <a:gd name="T53" fmla="*/ 600 h 1042"/>
                <a:gd name="T54" fmla="*/ 426 w 783"/>
                <a:gd name="T55" fmla="*/ 595 h 1042"/>
                <a:gd name="T56" fmla="*/ 398 w 783"/>
                <a:gd name="T57" fmla="*/ 589 h 1042"/>
                <a:gd name="T58" fmla="*/ 130 w 783"/>
                <a:gd name="T59" fmla="*/ 1042 h 1042"/>
                <a:gd name="T60" fmla="*/ 88 w 783"/>
                <a:gd name="T61" fmla="*/ 1012 h 1042"/>
                <a:gd name="T62" fmla="*/ 46 w 783"/>
                <a:gd name="T63" fmla="*/ 987 h 1042"/>
                <a:gd name="T64" fmla="*/ 0 w 783"/>
                <a:gd name="T65" fmla="*/ 964 h 1042"/>
                <a:gd name="T66" fmla="*/ 268 w 783"/>
                <a:gd name="T67" fmla="*/ 513 h 1042"/>
                <a:gd name="T68" fmla="*/ 243 w 783"/>
                <a:gd name="T69" fmla="*/ 484 h 1042"/>
                <a:gd name="T70" fmla="*/ 222 w 783"/>
                <a:gd name="T71" fmla="*/ 452 h 1042"/>
                <a:gd name="T72" fmla="*/ 205 w 783"/>
                <a:gd name="T73" fmla="*/ 418 h 1042"/>
                <a:gd name="T74" fmla="*/ 192 w 783"/>
                <a:gd name="T75" fmla="*/ 381 h 1042"/>
                <a:gd name="T76" fmla="*/ 184 w 783"/>
                <a:gd name="T77" fmla="*/ 342 h 1042"/>
                <a:gd name="T78" fmla="*/ 181 w 783"/>
                <a:gd name="T79" fmla="*/ 301 h 1042"/>
                <a:gd name="T80" fmla="*/ 184 w 783"/>
                <a:gd name="T81" fmla="*/ 261 h 1042"/>
                <a:gd name="T82" fmla="*/ 192 w 783"/>
                <a:gd name="T83" fmla="*/ 221 h 1042"/>
                <a:gd name="T84" fmla="*/ 205 w 783"/>
                <a:gd name="T85" fmla="*/ 184 h 1042"/>
                <a:gd name="T86" fmla="*/ 222 w 783"/>
                <a:gd name="T87" fmla="*/ 149 h 1042"/>
                <a:gd name="T88" fmla="*/ 244 w 783"/>
                <a:gd name="T89" fmla="*/ 118 h 1042"/>
                <a:gd name="T90" fmla="*/ 269 w 783"/>
                <a:gd name="T91" fmla="*/ 89 h 1042"/>
                <a:gd name="T92" fmla="*/ 299 w 783"/>
                <a:gd name="T93" fmla="*/ 64 h 1042"/>
                <a:gd name="T94" fmla="*/ 330 w 783"/>
                <a:gd name="T95" fmla="*/ 42 h 1042"/>
                <a:gd name="T96" fmla="*/ 365 w 783"/>
                <a:gd name="T97" fmla="*/ 25 h 1042"/>
                <a:gd name="T98" fmla="*/ 402 w 783"/>
                <a:gd name="T99" fmla="*/ 12 h 1042"/>
                <a:gd name="T100" fmla="*/ 441 w 783"/>
                <a:gd name="T101" fmla="*/ 4 h 1042"/>
                <a:gd name="T102" fmla="*/ 482 w 783"/>
                <a:gd name="T103" fmla="*/ 0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3" h="1042">
                  <a:moveTo>
                    <a:pt x="482" y="0"/>
                  </a:moveTo>
                  <a:lnTo>
                    <a:pt x="482" y="0"/>
                  </a:lnTo>
                  <a:lnTo>
                    <a:pt x="523" y="4"/>
                  </a:lnTo>
                  <a:lnTo>
                    <a:pt x="562" y="12"/>
                  </a:lnTo>
                  <a:lnTo>
                    <a:pt x="599" y="25"/>
                  </a:lnTo>
                  <a:lnTo>
                    <a:pt x="634" y="42"/>
                  </a:lnTo>
                  <a:lnTo>
                    <a:pt x="666" y="64"/>
                  </a:lnTo>
                  <a:lnTo>
                    <a:pt x="694" y="89"/>
                  </a:lnTo>
                  <a:lnTo>
                    <a:pt x="720" y="118"/>
                  </a:lnTo>
                  <a:lnTo>
                    <a:pt x="741" y="149"/>
                  </a:lnTo>
                  <a:lnTo>
                    <a:pt x="759" y="184"/>
                  </a:lnTo>
                  <a:lnTo>
                    <a:pt x="772" y="222"/>
                  </a:lnTo>
                  <a:lnTo>
                    <a:pt x="780" y="261"/>
                  </a:lnTo>
                  <a:lnTo>
                    <a:pt x="783" y="301"/>
                  </a:lnTo>
                  <a:lnTo>
                    <a:pt x="780" y="342"/>
                  </a:lnTo>
                  <a:lnTo>
                    <a:pt x="772" y="381"/>
                  </a:lnTo>
                  <a:lnTo>
                    <a:pt x="759" y="419"/>
                  </a:lnTo>
                  <a:lnTo>
                    <a:pt x="741" y="453"/>
                  </a:lnTo>
                  <a:lnTo>
                    <a:pt x="720" y="485"/>
                  </a:lnTo>
                  <a:lnTo>
                    <a:pt x="694" y="514"/>
                  </a:lnTo>
                  <a:lnTo>
                    <a:pt x="666" y="539"/>
                  </a:lnTo>
                  <a:lnTo>
                    <a:pt x="634" y="560"/>
                  </a:lnTo>
                  <a:lnTo>
                    <a:pt x="599" y="578"/>
                  </a:lnTo>
                  <a:lnTo>
                    <a:pt x="562" y="591"/>
                  </a:lnTo>
                  <a:lnTo>
                    <a:pt x="523" y="599"/>
                  </a:lnTo>
                  <a:lnTo>
                    <a:pt x="482" y="602"/>
                  </a:lnTo>
                  <a:lnTo>
                    <a:pt x="454" y="600"/>
                  </a:lnTo>
                  <a:lnTo>
                    <a:pt x="426" y="595"/>
                  </a:lnTo>
                  <a:lnTo>
                    <a:pt x="398" y="589"/>
                  </a:lnTo>
                  <a:lnTo>
                    <a:pt x="130" y="1042"/>
                  </a:lnTo>
                  <a:lnTo>
                    <a:pt x="88" y="1012"/>
                  </a:lnTo>
                  <a:lnTo>
                    <a:pt x="46" y="987"/>
                  </a:lnTo>
                  <a:lnTo>
                    <a:pt x="0" y="964"/>
                  </a:lnTo>
                  <a:lnTo>
                    <a:pt x="268" y="513"/>
                  </a:lnTo>
                  <a:lnTo>
                    <a:pt x="243" y="484"/>
                  </a:lnTo>
                  <a:lnTo>
                    <a:pt x="222" y="452"/>
                  </a:lnTo>
                  <a:lnTo>
                    <a:pt x="205" y="418"/>
                  </a:lnTo>
                  <a:lnTo>
                    <a:pt x="192" y="381"/>
                  </a:lnTo>
                  <a:lnTo>
                    <a:pt x="184" y="342"/>
                  </a:lnTo>
                  <a:lnTo>
                    <a:pt x="181" y="301"/>
                  </a:lnTo>
                  <a:lnTo>
                    <a:pt x="184" y="261"/>
                  </a:lnTo>
                  <a:lnTo>
                    <a:pt x="192" y="221"/>
                  </a:lnTo>
                  <a:lnTo>
                    <a:pt x="205" y="184"/>
                  </a:lnTo>
                  <a:lnTo>
                    <a:pt x="222" y="149"/>
                  </a:lnTo>
                  <a:lnTo>
                    <a:pt x="244" y="118"/>
                  </a:lnTo>
                  <a:lnTo>
                    <a:pt x="269" y="89"/>
                  </a:lnTo>
                  <a:lnTo>
                    <a:pt x="299" y="64"/>
                  </a:lnTo>
                  <a:lnTo>
                    <a:pt x="330" y="42"/>
                  </a:lnTo>
                  <a:lnTo>
                    <a:pt x="365" y="25"/>
                  </a:lnTo>
                  <a:lnTo>
                    <a:pt x="402" y="12"/>
                  </a:lnTo>
                  <a:lnTo>
                    <a:pt x="441" y="4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5" name="Freeform 188">
              <a:extLst>
                <a:ext uri="{FF2B5EF4-FFF2-40B4-BE49-F238E27FC236}">
                  <a16:creationId xmlns:a16="http://schemas.microsoft.com/office/drawing/2014/main" id="{20AD0DCA-B492-3E76-4B6D-7A140E42C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0301" y="5262563"/>
              <a:ext cx="139700" cy="87313"/>
            </a:xfrm>
            <a:custGeom>
              <a:avLst/>
              <a:gdLst>
                <a:gd name="T0" fmla="*/ 670 w 970"/>
                <a:gd name="T1" fmla="*/ 0 h 601"/>
                <a:gd name="T2" fmla="*/ 711 w 970"/>
                <a:gd name="T3" fmla="*/ 2 h 601"/>
                <a:gd name="T4" fmla="*/ 750 w 970"/>
                <a:gd name="T5" fmla="*/ 11 h 601"/>
                <a:gd name="T6" fmla="*/ 787 w 970"/>
                <a:gd name="T7" fmla="*/ 24 h 601"/>
                <a:gd name="T8" fmla="*/ 821 w 970"/>
                <a:gd name="T9" fmla="*/ 41 h 601"/>
                <a:gd name="T10" fmla="*/ 854 w 970"/>
                <a:gd name="T11" fmla="*/ 63 h 601"/>
                <a:gd name="T12" fmla="*/ 883 w 970"/>
                <a:gd name="T13" fmla="*/ 88 h 601"/>
                <a:gd name="T14" fmla="*/ 908 w 970"/>
                <a:gd name="T15" fmla="*/ 117 h 601"/>
                <a:gd name="T16" fmla="*/ 930 w 970"/>
                <a:gd name="T17" fmla="*/ 149 h 601"/>
                <a:gd name="T18" fmla="*/ 947 w 970"/>
                <a:gd name="T19" fmla="*/ 184 h 601"/>
                <a:gd name="T20" fmla="*/ 960 w 970"/>
                <a:gd name="T21" fmla="*/ 221 h 601"/>
                <a:gd name="T22" fmla="*/ 968 w 970"/>
                <a:gd name="T23" fmla="*/ 259 h 601"/>
                <a:gd name="T24" fmla="*/ 970 w 970"/>
                <a:gd name="T25" fmla="*/ 300 h 601"/>
                <a:gd name="T26" fmla="*/ 968 w 970"/>
                <a:gd name="T27" fmla="*/ 341 h 601"/>
                <a:gd name="T28" fmla="*/ 960 w 970"/>
                <a:gd name="T29" fmla="*/ 381 h 601"/>
                <a:gd name="T30" fmla="*/ 947 w 970"/>
                <a:gd name="T31" fmla="*/ 418 h 601"/>
                <a:gd name="T32" fmla="*/ 930 w 970"/>
                <a:gd name="T33" fmla="*/ 452 h 601"/>
                <a:gd name="T34" fmla="*/ 908 w 970"/>
                <a:gd name="T35" fmla="*/ 484 h 601"/>
                <a:gd name="T36" fmla="*/ 883 w 970"/>
                <a:gd name="T37" fmla="*/ 513 h 601"/>
                <a:gd name="T38" fmla="*/ 854 w 970"/>
                <a:gd name="T39" fmla="*/ 538 h 601"/>
                <a:gd name="T40" fmla="*/ 821 w 970"/>
                <a:gd name="T41" fmla="*/ 560 h 601"/>
                <a:gd name="T42" fmla="*/ 787 w 970"/>
                <a:gd name="T43" fmla="*/ 578 h 601"/>
                <a:gd name="T44" fmla="*/ 750 w 970"/>
                <a:gd name="T45" fmla="*/ 590 h 601"/>
                <a:gd name="T46" fmla="*/ 711 w 970"/>
                <a:gd name="T47" fmla="*/ 598 h 601"/>
                <a:gd name="T48" fmla="*/ 670 w 970"/>
                <a:gd name="T49" fmla="*/ 601 h 601"/>
                <a:gd name="T50" fmla="*/ 630 w 970"/>
                <a:gd name="T51" fmla="*/ 598 h 601"/>
                <a:gd name="T52" fmla="*/ 592 w 970"/>
                <a:gd name="T53" fmla="*/ 591 h 601"/>
                <a:gd name="T54" fmla="*/ 555 w 970"/>
                <a:gd name="T55" fmla="*/ 578 h 601"/>
                <a:gd name="T56" fmla="*/ 520 w 970"/>
                <a:gd name="T57" fmla="*/ 561 h 601"/>
                <a:gd name="T58" fmla="*/ 489 w 970"/>
                <a:gd name="T59" fmla="*/ 540 h 601"/>
                <a:gd name="T60" fmla="*/ 460 w 970"/>
                <a:gd name="T61" fmla="*/ 515 h 601"/>
                <a:gd name="T62" fmla="*/ 436 w 970"/>
                <a:gd name="T63" fmla="*/ 487 h 601"/>
                <a:gd name="T64" fmla="*/ 413 w 970"/>
                <a:gd name="T65" fmla="*/ 455 h 601"/>
                <a:gd name="T66" fmla="*/ 396 w 970"/>
                <a:gd name="T67" fmla="*/ 422 h 601"/>
                <a:gd name="T68" fmla="*/ 383 w 970"/>
                <a:gd name="T69" fmla="*/ 386 h 601"/>
                <a:gd name="T70" fmla="*/ 375 w 970"/>
                <a:gd name="T71" fmla="*/ 347 h 601"/>
                <a:gd name="T72" fmla="*/ 0 w 970"/>
                <a:gd name="T73" fmla="*/ 310 h 601"/>
                <a:gd name="T74" fmla="*/ 8 w 970"/>
                <a:gd name="T75" fmla="*/ 265 h 601"/>
                <a:gd name="T76" fmla="*/ 14 w 970"/>
                <a:gd name="T77" fmla="*/ 217 h 601"/>
                <a:gd name="T78" fmla="*/ 16 w 970"/>
                <a:gd name="T79" fmla="*/ 168 h 601"/>
                <a:gd name="T80" fmla="*/ 15 w 970"/>
                <a:gd name="T81" fmla="*/ 159 h 601"/>
                <a:gd name="T82" fmla="*/ 389 w 970"/>
                <a:gd name="T83" fmla="*/ 197 h 601"/>
                <a:gd name="T84" fmla="*/ 405 w 970"/>
                <a:gd name="T85" fmla="*/ 159 h 601"/>
                <a:gd name="T86" fmla="*/ 427 w 970"/>
                <a:gd name="T87" fmla="*/ 126 h 601"/>
                <a:gd name="T88" fmla="*/ 452 w 970"/>
                <a:gd name="T89" fmla="*/ 95 h 601"/>
                <a:gd name="T90" fmla="*/ 482 w 970"/>
                <a:gd name="T91" fmla="*/ 68 h 601"/>
                <a:gd name="T92" fmla="*/ 513 w 970"/>
                <a:gd name="T93" fmla="*/ 44 h 601"/>
                <a:gd name="T94" fmla="*/ 549 w 970"/>
                <a:gd name="T95" fmla="*/ 26 h 601"/>
                <a:gd name="T96" fmla="*/ 588 w 970"/>
                <a:gd name="T97" fmla="*/ 12 h 601"/>
                <a:gd name="T98" fmla="*/ 628 w 970"/>
                <a:gd name="T99" fmla="*/ 3 h 601"/>
                <a:gd name="T100" fmla="*/ 670 w 970"/>
                <a:gd name="T101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70" h="601">
                  <a:moveTo>
                    <a:pt x="670" y="0"/>
                  </a:moveTo>
                  <a:lnTo>
                    <a:pt x="711" y="2"/>
                  </a:lnTo>
                  <a:lnTo>
                    <a:pt x="750" y="11"/>
                  </a:lnTo>
                  <a:lnTo>
                    <a:pt x="787" y="24"/>
                  </a:lnTo>
                  <a:lnTo>
                    <a:pt x="821" y="41"/>
                  </a:lnTo>
                  <a:lnTo>
                    <a:pt x="854" y="63"/>
                  </a:lnTo>
                  <a:lnTo>
                    <a:pt x="883" y="88"/>
                  </a:lnTo>
                  <a:lnTo>
                    <a:pt x="908" y="117"/>
                  </a:lnTo>
                  <a:lnTo>
                    <a:pt x="930" y="149"/>
                  </a:lnTo>
                  <a:lnTo>
                    <a:pt x="947" y="184"/>
                  </a:lnTo>
                  <a:lnTo>
                    <a:pt x="960" y="221"/>
                  </a:lnTo>
                  <a:lnTo>
                    <a:pt x="968" y="259"/>
                  </a:lnTo>
                  <a:lnTo>
                    <a:pt x="970" y="300"/>
                  </a:lnTo>
                  <a:lnTo>
                    <a:pt x="968" y="341"/>
                  </a:lnTo>
                  <a:lnTo>
                    <a:pt x="960" y="381"/>
                  </a:lnTo>
                  <a:lnTo>
                    <a:pt x="947" y="418"/>
                  </a:lnTo>
                  <a:lnTo>
                    <a:pt x="930" y="452"/>
                  </a:lnTo>
                  <a:lnTo>
                    <a:pt x="908" y="484"/>
                  </a:lnTo>
                  <a:lnTo>
                    <a:pt x="883" y="513"/>
                  </a:lnTo>
                  <a:lnTo>
                    <a:pt x="854" y="538"/>
                  </a:lnTo>
                  <a:lnTo>
                    <a:pt x="821" y="560"/>
                  </a:lnTo>
                  <a:lnTo>
                    <a:pt x="787" y="578"/>
                  </a:lnTo>
                  <a:lnTo>
                    <a:pt x="750" y="590"/>
                  </a:lnTo>
                  <a:lnTo>
                    <a:pt x="711" y="598"/>
                  </a:lnTo>
                  <a:lnTo>
                    <a:pt x="670" y="601"/>
                  </a:lnTo>
                  <a:lnTo>
                    <a:pt x="630" y="598"/>
                  </a:lnTo>
                  <a:lnTo>
                    <a:pt x="592" y="591"/>
                  </a:lnTo>
                  <a:lnTo>
                    <a:pt x="555" y="578"/>
                  </a:lnTo>
                  <a:lnTo>
                    <a:pt x="520" y="561"/>
                  </a:lnTo>
                  <a:lnTo>
                    <a:pt x="489" y="540"/>
                  </a:lnTo>
                  <a:lnTo>
                    <a:pt x="460" y="515"/>
                  </a:lnTo>
                  <a:lnTo>
                    <a:pt x="436" y="487"/>
                  </a:lnTo>
                  <a:lnTo>
                    <a:pt x="413" y="455"/>
                  </a:lnTo>
                  <a:lnTo>
                    <a:pt x="396" y="422"/>
                  </a:lnTo>
                  <a:lnTo>
                    <a:pt x="383" y="386"/>
                  </a:lnTo>
                  <a:lnTo>
                    <a:pt x="375" y="347"/>
                  </a:lnTo>
                  <a:lnTo>
                    <a:pt x="0" y="310"/>
                  </a:lnTo>
                  <a:lnTo>
                    <a:pt x="8" y="265"/>
                  </a:lnTo>
                  <a:lnTo>
                    <a:pt x="14" y="217"/>
                  </a:lnTo>
                  <a:lnTo>
                    <a:pt x="16" y="168"/>
                  </a:lnTo>
                  <a:lnTo>
                    <a:pt x="15" y="159"/>
                  </a:lnTo>
                  <a:lnTo>
                    <a:pt x="389" y="197"/>
                  </a:lnTo>
                  <a:lnTo>
                    <a:pt x="405" y="159"/>
                  </a:lnTo>
                  <a:lnTo>
                    <a:pt x="427" y="126"/>
                  </a:lnTo>
                  <a:lnTo>
                    <a:pt x="452" y="95"/>
                  </a:lnTo>
                  <a:lnTo>
                    <a:pt x="482" y="68"/>
                  </a:lnTo>
                  <a:lnTo>
                    <a:pt x="513" y="44"/>
                  </a:lnTo>
                  <a:lnTo>
                    <a:pt x="549" y="26"/>
                  </a:lnTo>
                  <a:lnTo>
                    <a:pt x="588" y="12"/>
                  </a:lnTo>
                  <a:lnTo>
                    <a:pt x="628" y="3"/>
                  </a:lnTo>
                  <a:lnTo>
                    <a:pt x="6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6" name="Freeform 189">
              <a:extLst>
                <a:ext uri="{FF2B5EF4-FFF2-40B4-BE49-F238E27FC236}">
                  <a16:creationId xmlns:a16="http://schemas.microsoft.com/office/drawing/2014/main" id="{FAFD1CA9-A642-E36E-E075-4EB2EDB4E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76" y="5380038"/>
              <a:ext cx="87313" cy="139700"/>
            </a:xfrm>
            <a:custGeom>
              <a:avLst/>
              <a:gdLst>
                <a:gd name="T0" fmla="*/ 227 w 602"/>
                <a:gd name="T1" fmla="*/ 0 h 965"/>
                <a:gd name="T2" fmla="*/ 310 w 602"/>
                <a:gd name="T3" fmla="*/ 365 h 965"/>
                <a:gd name="T4" fmla="*/ 353 w 602"/>
                <a:gd name="T5" fmla="*/ 370 h 965"/>
                <a:gd name="T6" fmla="*/ 395 w 602"/>
                <a:gd name="T7" fmla="*/ 380 h 965"/>
                <a:gd name="T8" fmla="*/ 434 w 602"/>
                <a:gd name="T9" fmla="*/ 396 h 965"/>
                <a:gd name="T10" fmla="*/ 469 w 602"/>
                <a:gd name="T11" fmla="*/ 416 h 965"/>
                <a:gd name="T12" fmla="*/ 502 w 602"/>
                <a:gd name="T13" fmla="*/ 442 h 965"/>
                <a:gd name="T14" fmla="*/ 531 w 602"/>
                <a:gd name="T15" fmla="*/ 472 h 965"/>
                <a:gd name="T16" fmla="*/ 555 w 602"/>
                <a:gd name="T17" fmla="*/ 504 h 965"/>
                <a:gd name="T18" fmla="*/ 574 w 602"/>
                <a:gd name="T19" fmla="*/ 541 h 965"/>
                <a:gd name="T20" fmla="*/ 590 w 602"/>
                <a:gd name="T21" fmla="*/ 580 h 965"/>
                <a:gd name="T22" fmla="*/ 599 w 602"/>
                <a:gd name="T23" fmla="*/ 622 h 965"/>
                <a:gd name="T24" fmla="*/ 602 w 602"/>
                <a:gd name="T25" fmla="*/ 665 h 965"/>
                <a:gd name="T26" fmla="*/ 599 w 602"/>
                <a:gd name="T27" fmla="*/ 706 h 965"/>
                <a:gd name="T28" fmla="*/ 591 w 602"/>
                <a:gd name="T29" fmla="*/ 745 h 965"/>
                <a:gd name="T30" fmla="*/ 578 w 602"/>
                <a:gd name="T31" fmla="*/ 782 h 965"/>
                <a:gd name="T32" fmla="*/ 560 w 602"/>
                <a:gd name="T33" fmla="*/ 816 h 965"/>
                <a:gd name="T34" fmla="*/ 539 w 602"/>
                <a:gd name="T35" fmla="*/ 849 h 965"/>
                <a:gd name="T36" fmla="*/ 513 w 602"/>
                <a:gd name="T37" fmla="*/ 878 h 965"/>
                <a:gd name="T38" fmla="*/ 485 w 602"/>
                <a:gd name="T39" fmla="*/ 903 h 965"/>
                <a:gd name="T40" fmla="*/ 453 w 602"/>
                <a:gd name="T41" fmla="*/ 924 h 965"/>
                <a:gd name="T42" fmla="*/ 418 w 602"/>
                <a:gd name="T43" fmla="*/ 942 h 965"/>
                <a:gd name="T44" fmla="*/ 381 w 602"/>
                <a:gd name="T45" fmla="*/ 955 h 965"/>
                <a:gd name="T46" fmla="*/ 342 w 602"/>
                <a:gd name="T47" fmla="*/ 963 h 965"/>
                <a:gd name="T48" fmla="*/ 301 w 602"/>
                <a:gd name="T49" fmla="*/ 965 h 965"/>
                <a:gd name="T50" fmla="*/ 260 w 602"/>
                <a:gd name="T51" fmla="*/ 963 h 965"/>
                <a:gd name="T52" fmla="*/ 221 w 602"/>
                <a:gd name="T53" fmla="*/ 955 h 965"/>
                <a:gd name="T54" fmla="*/ 184 w 602"/>
                <a:gd name="T55" fmla="*/ 942 h 965"/>
                <a:gd name="T56" fmla="*/ 149 w 602"/>
                <a:gd name="T57" fmla="*/ 924 h 965"/>
                <a:gd name="T58" fmla="*/ 117 w 602"/>
                <a:gd name="T59" fmla="*/ 903 h 965"/>
                <a:gd name="T60" fmla="*/ 89 w 602"/>
                <a:gd name="T61" fmla="*/ 878 h 965"/>
                <a:gd name="T62" fmla="*/ 63 w 602"/>
                <a:gd name="T63" fmla="*/ 849 h 965"/>
                <a:gd name="T64" fmla="*/ 42 w 602"/>
                <a:gd name="T65" fmla="*/ 816 h 965"/>
                <a:gd name="T66" fmla="*/ 25 w 602"/>
                <a:gd name="T67" fmla="*/ 782 h 965"/>
                <a:gd name="T68" fmla="*/ 11 w 602"/>
                <a:gd name="T69" fmla="*/ 745 h 965"/>
                <a:gd name="T70" fmla="*/ 3 w 602"/>
                <a:gd name="T71" fmla="*/ 706 h 965"/>
                <a:gd name="T72" fmla="*/ 0 w 602"/>
                <a:gd name="T73" fmla="*/ 665 h 965"/>
                <a:gd name="T74" fmla="*/ 3 w 602"/>
                <a:gd name="T75" fmla="*/ 623 h 965"/>
                <a:gd name="T76" fmla="*/ 12 w 602"/>
                <a:gd name="T77" fmla="*/ 582 h 965"/>
                <a:gd name="T78" fmla="*/ 27 w 602"/>
                <a:gd name="T79" fmla="*/ 544 h 965"/>
                <a:gd name="T80" fmla="*/ 46 w 602"/>
                <a:gd name="T81" fmla="*/ 508 h 965"/>
                <a:gd name="T82" fmla="*/ 69 w 602"/>
                <a:gd name="T83" fmla="*/ 476 h 965"/>
                <a:gd name="T84" fmla="*/ 97 w 602"/>
                <a:gd name="T85" fmla="*/ 446 h 965"/>
                <a:gd name="T86" fmla="*/ 129 w 602"/>
                <a:gd name="T87" fmla="*/ 421 h 965"/>
                <a:gd name="T88" fmla="*/ 163 w 602"/>
                <a:gd name="T89" fmla="*/ 400 h 965"/>
                <a:gd name="T90" fmla="*/ 79 w 602"/>
                <a:gd name="T91" fmla="*/ 34 h 965"/>
                <a:gd name="T92" fmla="*/ 130 w 602"/>
                <a:gd name="T93" fmla="*/ 26 h 965"/>
                <a:gd name="T94" fmla="*/ 179 w 602"/>
                <a:gd name="T95" fmla="*/ 15 h 965"/>
                <a:gd name="T96" fmla="*/ 227 w 602"/>
                <a:gd name="T97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02" h="965">
                  <a:moveTo>
                    <a:pt x="227" y="0"/>
                  </a:moveTo>
                  <a:lnTo>
                    <a:pt x="310" y="365"/>
                  </a:lnTo>
                  <a:lnTo>
                    <a:pt x="353" y="370"/>
                  </a:lnTo>
                  <a:lnTo>
                    <a:pt x="395" y="380"/>
                  </a:lnTo>
                  <a:lnTo>
                    <a:pt x="434" y="396"/>
                  </a:lnTo>
                  <a:lnTo>
                    <a:pt x="469" y="416"/>
                  </a:lnTo>
                  <a:lnTo>
                    <a:pt x="502" y="442"/>
                  </a:lnTo>
                  <a:lnTo>
                    <a:pt x="531" y="472"/>
                  </a:lnTo>
                  <a:lnTo>
                    <a:pt x="555" y="504"/>
                  </a:lnTo>
                  <a:lnTo>
                    <a:pt x="574" y="541"/>
                  </a:lnTo>
                  <a:lnTo>
                    <a:pt x="590" y="580"/>
                  </a:lnTo>
                  <a:lnTo>
                    <a:pt x="599" y="622"/>
                  </a:lnTo>
                  <a:lnTo>
                    <a:pt x="602" y="665"/>
                  </a:lnTo>
                  <a:lnTo>
                    <a:pt x="599" y="706"/>
                  </a:lnTo>
                  <a:lnTo>
                    <a:pt x="591" y="745"/>
                  </a:lnTo>
                  <a:lnTo>
                    <a:pt x="578" y="782"/>
                  </a:lnTo>
                  <a:lnTo>
                    <a:pt x="560" y="816"/>
                  </a:lnTo>
                  <a:lnTo>
                    <a:pt x="539" y="849"/>
                  </a:lnTo>
                  <a:lnTo>
                    <a:pt x="513" y="878"/>
                  </a:lnTo>
                  <a:lnTo>
                    <a:pt x="485" y="903"/>
                  </a:lnTo>
                  <a:lnTo>
                    <a:pt x="453" y="924"/>
                  </a:lnTo>
                  <a:lnTo>
                    <a:pt x="418" y="942"/>
                  </a:lnTo>
                  <a:lnTo>
                    <a:pt x="381" y="955"/>
                  </a:lnTo>
                  <a:lnTo>
                    <a:pt x="342" y="963"/>
                  </a:lnTo>
                  <a:lnTo>
                    <a:pt x="301" y="965"/>
                  </a:lnTo>
                  <a:lnTo>
                    <a:pt x="260" y="963"/>
                  </a:lnTo>
                  <a:lnTo>
                    <a:pt x="221" y="955"/>
                  </a:lnTo>
                  <a:lnTo>
                    <a:pt x="184" y="942"/>
                  </a:lnTo>
                  <a:lnTo>
                    <a:pt x="149" y="924"/>
                  </a:lnTo>
                  <a:lnTo>
                    <a:pt x="117" y="903"/>
                  </a:lnTo>
                  <a:lnTo>
                    <a:pt x="89" y="878"/>
                  </a:lnTo>
                  <a:lnTo>
                    <a:pt x="63" y="849"/>
                  </a:lnTo>
                  <a:lnTo>
                    <a:pt x="42" y="816"/>
                  </a:lnTo>
                  <a:lnTo>
                    <a:pt x="25" y="782"/>
                  </a:lnTo>
                  <a:lnTo>
                    <a:pt x="11" y="745"/>
                  </a:lnTo>
                  <a:lnTo>
                    <a:pt x="3" y="706"/>
                  </a:lnTo>
                  <a:lnTo>
                    <a:pt x="0" y="665"/>
                  </a:lnTo>
                  <a:lnTo>
                    <a:pt x="3" y="623"/>
                  </a:lnTo>
                  <a:lnTo>
                    <a:pt x="12" y="582"/>
                  </a:lnTo>
                  <a:lnTo>
                    <a:pt x="27" y="544"/>
                  </a:lnTo>
                  <a:lnTo>
                    <a:pt x="46" y="508"/>
                  </a:lnTo>
                  <a:lnTo>
                    <a:pt x="69" y="476"/>
                  </a:lnTo>
                  <a:lnTo>
                    <a:pt x="97" y="446"/>
                  </a:lnTo>
                  <a:lnTo>
                    <a:pt x="129" y="421"/>
                  </a:lnTo>
                  <a:lnTo>
                    <a:pt x="163" y="400"/>
                  </a:lnTo>
                  <a:lnTo>
                    <a:pt x="79" y="34"/>
                  </a:lnTo>
                  <a:lnTo>
                    <a:pt x="130" y="26"/>
                  </a:lnTo>
                  <a:lnTo>
                    <a:pt x="179" y="15"/>
                  </a:lnTo>
                  <a:lnTo>
                    <a:pt x="2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7" name="Freeform 190">
              <a:extLst>
                <a:ext uri="{FF2B5EF4-FFF2-40B4-BE49-F238E27FC236}">
                  <a16:creationId xmlns:a16="http://schemas.microsoft.com/office/drawing/2014/main" id="{234B0A1C-43AA-022D-CA9D-989EA3F5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988" y="5307013"/>
              <a:ext cx="153988" cy="90488"/>
            </a:xfrm>
            <a:custGeom>
              <a:avLst/>
              <a:gdLst>
                <a:gd name="T0" fmla="*/ 1017 w 1066"/>
                <a:gd name="T1" fmla="*/ 0 h 621"/>
                <a:gd name="T2" fmla="*/ 1030 w 1066"/>
                <a:gd name="T3" fmla="*/ 49 h 621"/>
                <a:gd name="T4" fmla="*/ 1047 w 1066"/>
                <a:gd name="T5" fmla="*/ 97 h 621"/>
                <a:gd name="T6" fmla="*/ 1066 w 1066"/>
                <a:gd name="T7" fmla="*/ 143 h 621"/>
                <a:gd name="T8" fmla="*/ 599 w 1066"/>
                <a:gd name="T9" fmla="*/ 300 h 621"/>
                <a:gd name="T10" fmla="*/ 600 w 1066"/>
                <a:gd name="T11" fmla="*/ 310 h 621"/>
                <a:gd name="T12" fmla="*/ 601 w 1066"/>
                <a:gd name="T13" fmla="*/ 320 h 621"/>
                <a:gd name="T14" fmla="*/ 599 w 1066"/>
                <a:gd name="T15" fmla="*/ 361 h 621"/>
                <a:gd name="T16" fmla="*/ 591 w 1066"/>
                <a:gd name="T17" fmla="*/ 400 h 621"/>
                <a:gd name="T18" fmla="*/ 577 w 1066"/>
                <a:gd name="T19" fmla="*/ 437 h 621"/>
                <a:gd name="T20" fmla="*/ 560 w 1066"/>
                <a:gd name="T21" fmla="*/ 472 h 621"/>
                <a:gd name="T22" fmla="*/ 539 w 1066"/>
                <a:gd name="T23" fmla="*/ 503 h 621"/>
                <a:gd name="T24" fmla="*/ 513 w 1066"/>
                <a:gd name="T25" fmla="*/ 533 h 621"/>
                <a:gd name="T26" fmla="*/ 485 w 1066"/>
                <a:gd name="T27" fmla="*/ 558 h 621"/>
                <a:gd name="T28" fmla="*/ 452 w 1066"/>
                <a:gd name="T29" fmla="*/ 580 h 621"/>
                <a:gd name="T30" fmla="*/ 417 w 1066"/>
                <a:gd name="T31" fmla="*/ 597 h 621"/>
                <a:gd name="T32" fmla="*/ 380 w 1066"/>
                <a:gd name="T33" fmla="*/ 610 h 621"/>
                <a:gd name="T34" fmla="*/ 341 w 1066"/>
                <a:gd name="T35" fmla="*/ 618 h 621"/>
                <a:gd name="T36" fmla="*/ 300 w 1066"/>
                <a:gd name="T37" fmla="*/ 621 h 621"/>
                <a:gd name="T38" fmla="*/ 259 w 1066"/>
                <a:gd name="T39" fmla="*/ 618 h 621"/>
                <a:gd name="T40" fmla="*/ 220 w 1066"/>
                <a:gd name="T41" fmla="*/ 610 h 621"/>
                <a:gd name="T42" fmla="*/ 184 w 1066"/>
                <a:gd name="T43" fmla="*/ 597 h 621"/>
                <a:gd name="T44" fmla="*/ 149 w 1066"/>
                <a:gd name="T45" fmla="*/ 580 h 621"/>
                <a:gd name="T46" fmla="*/ 116 w 1066"/>
                <a:gd name="T47" fmla="*/ 558 h 621"/>
                <a:gd name="T48" fmla="*/ 88 w 1066"/>
                <a:gd name="T49" fmla="*/ 533 h 621"/>
                <a:gd name="T50" fmla="*/ 62 w 1066"/>
                <a:gd name="T51" fmla="*/ 503 h 621"/>
                <a:gd name="T52" fmla="*/ 41 w 1066"/>
                <a:gd name="T53" fmla="*/ 472 h 621"/>
                <a:gd name="T54" fmla="*/ 23 w 1066"/>
                <a:gd name="T55" fmla="*/ 437 h 621"/>
                <a:gd name="T56" fmla="*/ 11 w 1066"/>
                <a:gd name="T57" fmla="*/ 400 h 621"/>
                <a:gd name="T58" fmla="*/ 3 w 1066"/>
                <a:gd name="T59" fmla="*/ 361 h 621"/>
                <a:gd name="T60" fmla="*/ 0 w 1066"/>
                <a:gd name="T61" fmla="*/ 320 h 621"/>
                <a:gd name="T62" fmla="*/ 3 w 1066"/>
                <a:gd name="T63" fmla="*/ 279 h 621"/>
                <a:gd name="T64" fmla="*/ 11 w 1066"/>
                <a:gd name="T65" fmla="*/ 240 h 621"/>
                <a:gd name="T66" fmla="*/ 23 w 1066"/>
                <a:gd name="T67" fmla="*/ 203 h 621"/>
                <a:gd name="T68" fmla="*/ 41 w 1066"/>
                <a:gd name="T69" fmla="*/ 169 h 621"/>
                <a:gd name="T70" fmla="*/ 62 w 1066"/>
                <a:gd name="T71" fmla="*/ 136 h 621"/>
                <a:gd name="T72" fmla="*/ 88 w 1066"/>
                <a:gd name="T73" fmla="*/ 108 h 621"/>
                <a:gd name="T74" fmla="*/ 116 w 1066"/>
                <a:gd name="T75" fmla="*/ 82 h 621"/>
                <a:gd name="T76" fmla="*/ 149 w 1066"/>
                <a:gd name="T77" fmla="*/ 61 h 621"/>
                <a:gd name="T78" fmla="*/ 184 w 1066"/>
                <a:gd name="T79" fmla="*/ 43 h 621"/>
                <a:gd name="T80" fmla="*/ 220 w 1066"/>
                <a:gd name="T81" fmla="*/ 30 h 621"/>
                <a:gd name="T82" fmla="*/ 259 w 1066"/>
                <a:gd name="T83" fmla="*/ 23 h 621"/>
                <a:gd name="T84" fmla="*/ 300 w 1066"/>
                <a:gd name="T85" fmla="*/ 20 h 621"/>
                <a:gd name="T86" fmla="*/ 340 w 1066"/>
                <a:gd name="T87" fmla="*/ 22 h 621"/>
                <a:gd name="T88" fmla="*/ 376 w 1066"/>
                <a:gd name="T89" fmla="*/ 30 h 621"/>
                <a:gd name="T90" fmla="*/ 412 w 1066"/>
                <a:gd name="T91" fmla="*/ 41 h 621"/>
                <a:gd name="T92" fmla="*/ 446 w 1066"/>
                <a:gd name="T93" fmla="*/ 58 h 621"/>
                <a:gd name="T94" fmla="*/ 476 w 1066"/>
                <a:gd name="T95" fmla="*/ 77 h 621"/>
                <a:gd name="T96" fmla="*/ 505 w 1066"/>
                <a:gd name="T97" fmla="*/ 100 h 621"/>
                <a:gd name="T98" fmla="*/ 530 w 1066"/>
                <a:gd name="T99" fmla="*/ 127 h 621"/>
                <a:gd name="T100" fmla="*/ 552 w 1066"/>
                <a:gd name="T101" fmla="*/ 157 h 621"/>
                <a:gd name="T102" fmla="*/ 1017 w 1066"/>
                <a:gd name="T103" fmla="*/ 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66" h="621">
                  <a:moveTo>
                    <a:pt x="1017" y="0"/>
                  </a:moveTo>
                  <a:lnTo>
                    <a:pt x="1030" y="49"/>
                  </a:lnTo>
                  <a:lnTo>
                    <a:pt x="1047" y="97"/>
                  </a:lnTo>
                  <a:lnTo>
                    <a:pt x="1066" y="143"/>
                  </a:lnTo>
                  <a:lnTo>
                    <a:pt x="599" y="300"/>
                  </a:lnTo>
                  <a:lnTo>
                    <a:pt x="600" y="310"/>
                  </a:lnTo>
                  <a:lnTo>
                    <a:pt x="601" y="320"/>
                  </a:lnTo>
                  <a:lnTo>
                    <a:pt x="599" y="361"/>
                  </a:lnTo>
                  <a:lnTo>
                    <a:pt x="591" y="400"/>
                  </a:lnTo>
                  <a:lnTo>
                    <a:pt x="577" y="437"/>
                  </a:lnTo>
                  <a:lnTo>
                    <a:pt x="560" y="472"/>
                  </a:lnTo>
                  <a:lnTo>
                    <a:pt x="539" y="503"/>
                  </a:lnTo>
                  <a:lnTo>
                    <a:pt x="513" y="533"/>
                  </a:lnTo>
                  <a:lnTo>
                    <a:pt x="485" y="558"/>
                  </a:lnTo>
                  <a:lnTo>
                    <a:pt x="452" y="580"/>
                  </a:lnTo>
                  <a:lnTo>
                    <a:pt x="417" y="597"/>
                  </a:lnTo>
                  <a:lnTo>
                    <a:pt x="380" y="610"/>
                  </a:lnTo>
                  <a:lnTo>
                    <a:pt x="341" y="618"/>
                  </a:lnTo>
                  <a:lnTo>
                    <a:pt x="300" y="621"/>
                  </a:lnTo>
                  <a:lnTo>
                    <a:pt x="259" y="618"/>
                  </a:lnTo>
                  <a:lnTo>
                    <a:pt x="220" y="610"/>
                  </a:lnTo>
                  <a:lnTo>
                    <a:pt x="184" y="597"/>
                  </a:lnTo>
                  <a:lnTo>
                    <a:pt x="149" y="580"/>
                  </a:lnTo>
                  <a:lnTo>
                    <a:pt x="116" y="558"/>
                  </a:lnTo>
                  <a:lnTo>
                    <a:pt x="88" y="533"/>
                  </a:lnTo>
                  <a:lnTo>
                    <a:pt x="62" y="503"/>
                  </a:lnTo>
                  <a:lnTo>
                    <a:pt x="41" y="472"/>
                  </a:lnTo>
                  <a:lnTo>
                    <a:pt x="23" y="437"/>
                  </a:lnTo>
                  <a:lnTo>
                    <a:pt x="11" y="400"/>
                  </a:lnTo>
                  <a:lnTo>
                    <a:pt x="3" y="361"/>
                  </a:lnTo>
                  <a:lnTo>
                    <a:pt x="0" y="320"/>
                  </a:lnTo>
                  <a:lnTo>
                    <a:pt x="3" y="279"/>
                  </a:lnTo>
                  <a:lnTo>
                    <a:pt x="11" y="240"/>
                  </a:lnTo>
                  <a:lnTo>
                    <a:pt x="23" y="203"/>
                  </a:lnTo>
                  <a:lnTo>
                    <a:pt x="41" y="169"/>
                  </a:lnTo>
                  <a:lnTo>
                    <a:pt x="62" y="136"/>
                  </a:lnTo>
                  <a:lnTo>
                    <a:pt x="88" y="108"/>
                  </a:lnTo>
                  <a:lnTo>
                    <a:pt x="116" y="82"/>
                  </a:lnTo>
                  <a:lnTo>
                    <a:pt x="149" y="61"/>
                  </a:lnTo>
                  <a:lnTo>
                    <a:pt x="184" y="43"/>
                  </a:lnTo>
                  <a:lnTo>
                    <a:pt x="220" y="30"/>
                  </a:lnTo>
                  <a:lnTo>
                    <a:pt x="259" y="23"/>
                  </a:lnTo>
                  <a:lnTo>
                    <a:pt x="300" y="20"/>
                  </a:lnTo>
                  <a:lnTo>
                    <a:pt x="340" y="22"/>
                  </a:lnTo>
                  <a:lnTo>
                    <a:pt x="376" y="30"/>
                  </a:lnTo>
                  <a:lnTo>
                    <a:pt x="412" y="41"/>
                  </a:lnTo>
                  <a:lnTo>
                    <a:pt x="446" y="58"/>
                  </a:lnTo>
                  <a:lnTo>
                    <a:pt x="476" y="77"/>
                  </a:lnTo>
                  <a:lnTo>
                    <a:pt x="505" y="100"/>
                  </a:lnTo>
                  <a:lnTo>
                    <a:pt x="530" y="127"/>
                  </a:lnTo>
                  <a:lnTo>
                    <a:pt x="552" y="157"/>
                  </a:lnTo>
                  <a:lnTo>
                    <a:pt x="10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8" name="Freeform 191">
              <a:extLst>
                <a:ext uri="{FF2B5EF4-FFF2-40B4-BE49-F238E27FC236}">
                  <a16:creationId xmlns:a16="http://schemas.microsoft.com/office/drawing/2014/main" id="{F7181E7E-EEF3-3BF4-0A25-968FC1F27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851" y="5211763"/>
              <a:ext cx="147638" cy="149225"/>
            </a:xfrm>
            <a:custGeom>
              <a:avLst/>
              <a:gdLst>
                <a:gd name="T0" fmla="*/ 515 w 1031"/>
                <a:gd name="T1" fmla="*/ 0 h 1031"/>
                <a:gd name="T2" fmla="*/ 571 w 1031"/>
                <a:gd name="T3" fmla="*/ 3 h 1031"/>
                <a:gd name="T4" fmla="*/ 626 w 1031"/>
                <a:gd name="T5" fmla="*/ 12 h 1031"/>
                <a:gd name="T6" fmla="*/ 678 w 1031"/>
                <a:gd name="T7" fmla="*/ 26 h 1031"/>
                <a:gd name="T8" fmla="*/ 728 w 1031"/>
                <a:gd name="T9" fmla="*/ 45 h 1031"/>
                <a:gd name="T10" fmla="*/ 775 w 1031"/>
                <a:gd name="T11" fmla="*/ 70 h 1031"/>
                <a:gd name="T12" fmla="*/ 820 w 1031"/>
                <a:gd name="T13" fmla="*/ 99 h 1031"/>
                <a:gd name="T14" fmla="*/ 861 w 1031"/>
                <a:gd name="T15" fmla="*/ 133 h 1031"/>
                <a:gd name="T16" fmla="*/ 898 w 1031"/>
                <a:gd name="T17" fmla="*/ 170 h 1031"/>
                <a:gd name="T18" fmla="*/ 931 w 1031"/>
                <a:gd name="T19" fmla="*/ 211 h 1031"/>
                <a:gd name="T20" fmla="*/ 961 w 1031"/>
                <a:gd name="T21" fmla="*/ 256 h 1031"/>
                <a:gd name="T22" fmla="*/ 985 w 1031"/>
                <a:gd name="T23" fmla="*/ 302 h 1031"/>
                <a:gd name="T24" fmla="*/ 1005 w 1031"/>
                <a:gd name="T25" fmla="*/ 352 h 1031"/>
                <a:gd name="T26" fmla="*/ 1019 w 1031"/>
                <a:gd name="T27" fmla="*/ 404 h 1031"/>
                <a:gd name="T28" fmla="*/ 1028 w 1031"/>
                <a:gd name="T29" fmla="*/ 459 h 1031"/>
                <a:gd name="T30" fmla="*/ 1031 w 1031"/>
                <a:gd name="T31" fmla="*/ 515 h 1031"/>
                <a:gd name="T32" fmla="*/ 1028 w 1031"/>
                <a:gd name="T33" fmla="*/ 571 h 1031"/>
                <a:gd name="T34" fmla="*/ 1019 w 1031"/>
                <a:gd name="T35" fmla="*/ 626 h 1031"/>
                <a:gd name="T36" fmla="*/ 1005 w 1031"/>
                <a:gd name="T37" fmla="*/ 678 h 1031"/>
                <a:gd name="T38" fmla="*/ 985 w 1031"/>
                <a:gd name="T39" fmla="*/ 728 h 1031"/>
                <a:gd name="T40" fmla="*/ 961 w 1031"/>
                <a:gd name="T41" fmla="*/ 775 h 1031"/>
                <a:gd name="T42" fmla="*/ 931 w 1031"/>
                <a:gd name="T43" fmla="*/ 820 h 1031"/>
                <a:gd name="T44" fmla="*/ 898 w 1031"/>
                <a:gd name="T45" fmla="*/ 860 h 1031"/>
                <a:gd name="T46" fmla="*/ 861 w 1031"/>
                <a:gd name="T47" fmla="*/ 898 h 1031"/>
                <a:gd name="T48" fmla="*/ 820 w 1031"/>
                <a:gd name="T49" fmla="*/ 931 h 1031"/>
                <a:gd name="T50" fmla="*/ 775 w 1031"/>
                <a:gd name="T51" fmla="*/ 960 h 1031"/>
                <a:gd name="T52" fmla="*/ 728 w 1031"/>
                <a:gd name="T53" fmla="*/ 985 h 1031"/>
                <a:gd name="T54" fmla="*/ 678 w 1031"/>
                <a:gd name="T55" fmla="*/ 1004 h 1031"/>
                <a:gd name="T56" fmla="*/ 626 w 1031"/>
                <a:gd name="T57" fmla="*/ 1018 h 1031"/>
                <a:gd name="T58" fmla="*/ 571 w 1031"/>
                <a:gd name="T59" fmla="*/ 1028 h 1031"/>
                <a:gd name="T60" fmla="*/ 515 w 1031"/>
                <a:gd name="T61" fmla="*/ 1031 h 1031"/>
                <a:gd name="T62" fmla="*/ 459 w 1031"/>
                <a:gd name="T63" fmla="*/ 1028 h 1031"/>
                <a:gd name="T64" fmla="*/ 405 w 1031"/>
                <a:gd name="T65" fmla="*/ 1018 h 1031"/>
                <a:gd name="T66" fmla="*/ 353 w 1031"/>
                <a:gd name="T67" fmla="*/ 1004 h 1031"/>
                <a:gd name="T68" fmla="*/ 303 w 1031"/>
                <a:gd name="T69" fmla="*/ 985 h 1031"/>
                <a:gd name="T70" fmla="*/ 256 w 1031"/>
                <a:gd name="T71" fmla="*/ 960 h 1031"/>
                <a:gd name="T72" fmla="*/ 211 w 1031"/>
                <a:gd name="T73" fmla="*/ 931 h 1031"/>
                <a:gd name="T74" fmla="*/ 170 w 1031"/>
                <a:gd name="T75" fmla="*/ 898 h 1031"/>
                <a:gd name="T76" fmla="*/ 133 w 1031"/>
                <a:gd name="T77" fmla="*/ 860 h 1031"/>
                <a:gd name="T78" fmla="*/ 100 w 1031"/>
                <a:gd name="T79" fmla="*/ 820 h 1031"/>
                <a:gd name="T80" fmla="*/ 70 w 1031"/>
                <a:gd name="T81" fmla="*/ 775 h 1031"/>
                <a:gd name="T82" fmla="*/ 46 w 1031"/>
                <a:gd name="T83" fmla="*/ 728 h 1031"/>
                <a:gd name="T84" fmla="*/ 27 w 1031"/>
                <a:gd name="T85" fmla="*/ 678 h 1031"/>
                <a:gd name="T86" fmla="*/ 12 w 1031"/>
                <a:gd name="T87" fmla="*/ 626 h 1031"/>
                <a:gd name="T88" fmla="*/ 3 w 1031"/>
                <a:gd name="T89" fmla="*/ 571 h 1031"/>
                <a:gd name="T90" fmla="*/ 0 w 1031"/>
                <a:gd name="T91" fmla="*/ 515 h 1031"/>
                <a:gd name="T92" fmla="*/ 3 w 1031"/>
                <a:gd name="T93" fmla="*/ 459 h 1031"/>
                <a:gd name="T94" fmla="*/ 12 w 1031"/>
                <a:gd name="T95" fmla="*/ 404 h 1031"/>
                <a:gd name="T96" fmla="*/ 27 w 1031"/>
                <a:gd name="T97" fmla="*/ 352 h 1031"/>
                <a:gd name="T98" fmla="*/ 46 w 1031"/>
                <a:gd name="T99" fmla="*/ 302 h 1031"/>
                <a:gd name="T100" fmla="*/ 70 w 1031"/>
                <a:gd name="T101" fmla="*/ 256 h 1031"/>
                <a:gd name="T102" fmla="*/ 100 w 1031"/>
                <a:gd name="T103" fmla="*/ 211 h 1031"/>
                <a:gd name="T104" fmla="*/ 133 w 1031"/>
                <a:gd name="T105" fmla="*/ 170 h 1031"/>
                <a:gd name="T106" fmla="*/ 170 w 1031"/>
                <a:gd name="T107" fmla="*/ 133 h 1031"/>
                <a:gd name="T108" fmla="*/ 211 w 1031"/>
                <a:gd name="T109" fmla="*/ 99 h 1031"/>
                <a:gd name="T110" fmla="*/ 256 w 1031"/>
                <a:gd name="T111" fmla="*/ 70 h 1031"/>
                <a:gd name="T112" fmla="*/ 303 w 1031"/>
                <a:gd name="T113" fmla="*/ 45 h 1031"/>
                <a:gd name="T114" fmla="*/ 353 w 1031"/>
                <a:gd name="T115" fmla="*/ 26 h 1031"/>
                <a:gd name="T116" fmla="*/ 405 w 1031"/>
                <a:gd name="T117" fmla="*/ 12 h 1031"/>
                <a:gd name="T118" fmla="*/ 459 w 1031"/>
                <a:gd name="T119" fmla="*/ 3 h 1031"/>
                <a:gd name="T120" fmla="*/ 515 w 1031"/>
                <a:gd name="T121" fmla="*/ 0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31" h="1031">
                  <a:moveTo>
                    <a:pt x="515" y="0"/>
                  </a:moveTo>
                  <a:lnTo>
                    <a:pt x="571" y="3"/>
                  </a:lnTo>
                  <a:lnTo>
                    <a:pt x="626" y="12"/>
                  </a:lnTo>
                  <a:lnTo>
                    <a:pt x="678" y="26"/>
                  </a:lnTo>
                  <a:lnTo>
                    <a:pt x="728" y="45"/>
                  </a:lnTo>
                  <a:lnTo>
                    <a:pt x="775" y="70"/>
                  </a:lnTo>
                  <a:lnTo>
                    <a:pt x="820" y="99"/>
                  </a:lnTo>
                  <a:lnTo>
                    <a:pt x="861" y="133"/>
                  </a:lnTo>
                  <a:lnTo>
                    <a:pt x="898" y="170"/>
                  </a:lnTo>
                  <a:lnTo>
                    <a:pt x="931" y="211"/>
                  </a:lnTo>
                  <a:lnTo>
                    <a:pt x="961" y="256"/>
                  </a:lnTo>
                  <a:lnTo>
                    <a:pt x="985" y="302"/>
                  </a:lnTo>
                  <a:lnTo>
                    <a:pt x="1005" y="352"/>
                  </a:lnTo>
                  <a:lnTo>
                    <a:pt x="1019" y="404"/>
                  </a:lnTo>
                  <a:lnTo>
                    <a:pt x="1028" y="459"/>
                  </a:lnTo>
                  <a:lnTo>
                    <a:pt x="1031" y="515"/>
                  </a:lnTo>
                  <a:lnTo>
                    <a:pt x="1028" y="571"/>
                  </a:lnTo>
                  <a:lnTo>
                    <a:pt x="1019" y="626"/>
                  </a:lnTo>
                  <a:lnTo>
                    <a:pt x="1005" y="678"/>
                  </a:lnTo>
                  <a:lnTo>
                    <a:pt x="985" y="728"/>
                  </a:lnTo>
                  <a:lnTo>
                    <a:pt x="961" y="775"/>
                  </a:lnTo>
                  <a:lnTo>
                    <a:pt x="931" y="820"/>
                  </a:lnTo>
                  <a:lnTo>
                    <a:pt x="898" y="860"/>
                  </a:lnTo>
                  <a:lnTo>
                    <a:pt x="861" y="898"/>
                  </a:lnTo>
                  <a:lnTo>
                    <a:pt x="820" y="931"/>
                  </a:lnTo>
                  <a:lnTo>
                    <a:pt x="775" y="960"/>
                  </a:lnTo>
                  <a:lnTo>
                    <a:pt x="728" y="985"/>
                  </a:lnTo>
                  <a:lnTo>
                    <a:pt x="678" y="1004"/>
                  </a:lnTo>
                  <a:lnTo>
                    <a:pt x="626" y="1018"/>
                  </a:lnTo>
                  <a:lnTo>
                    <a:pt x="571" y="1028"/>
                  </a:lnTo>
                  <a:lnTo>
                    <a:pt x="515" y="1031"/>
                  </a:lnTo>
                  <a:lnTo>
                    <a:pt x="459" y="1028"/>
                  </a:lnTo>
                  <a:lnTo>
                    <a:pt x="405" y="1018"/>
                  </a:lnTo>
                  <a:lnTo>
                    <a:pt x="353" y="1004"/>
                  </a:lnTo>
                  <a:lnTo>
                    <a:pt x="303" y="985"/>
                  </a:lnTo>
                  <a:lnTo>
                    <a:pt x="256" y="960"/>
                  </a:lnTo>
                  <a:lnTo>
                    <a:pt x="211" y="931"/>
                  </a:lnTo>
                  <a:lnTo>
                    <a:pt x="170" y="898"/>
                  </a:lnTo>
                  <a:lnTo>
                    <a:pt x="133" y="860"/>
                  </a:lnTo>
                  <a:lnTo>
                    <a:pt x="100" y="820"/>
                  </a:lnTo>
                  <a:lnTo>
                    <a:pt x="70" y="775"/>
                  </a:lnTo>
                  <a:lnTo>
                    <a:pt x="46" y="728"/>
                  </a:lnTo>
                  <a:lnTo>
                    <a:pt x="27" y="678"/>
                  </a:lnTo>
                  <a:lnTo>
                    <a:pt x="12" y="626"/>
                  </a:lnTo>
                  <a:lnTo>
                    <a:pt x="3" y="571"/>
                  </a:lnTo>
                  <a:lnTo>
                    <a:pt x="0" y="515"/>
                  </a:lnTo>
                  <a:lnTo>
                    <a:pt x="3" y="459"/>
                  </a:lnTo>
                  <a:lnTo>
                    <a:pt x="12" y="404"/>
                  </a:lnTo>
                  <a:lnTo>
                    <a:pt x="27" y="352"/>
                  </a:lnTo>
                  <a:lnTo>
                    <a:pt x="46" y="302"/>
                  </a:lnTo>
                  <a:lnTo>
                    <a:pt x="70" y="256"/>
                  </a:lnTo>
                  <a:lnTo>
                    <a:pt x="100" y="211"/>
                  </a:lnTo>
                  <a:lnTo>
                    <a:pt x="133" y="170"/>
                  </a:lnTo>
                  <a:lnTo>
                    <a:pt x="170" y="133"/>
                  </a:lnTo>
                  <a:lnTo>
                    <a:pt x="211" y="99"/>
                  </a:lnTo>
                  <a:lnTo>
                    <a:pt x="256" y="70"/>
                  </a:lnTo>
                  <a:lnTo>
                    <a:pt x="303" y="45"/>
                  </a:lnTo>
                  <a:lnTo>
                    <a:pt x="353" y="26"/>
                  </a:lnTo>
                  <a:lnTo>
                    <a:pt x="405" y="12"/>
                  </a:lnTo>
                  <a:lnTo>
                    <a:pt x="459" y="3"/>
                  </a:lnTo>
                  <a:lnTo>
                    <a:pt x="5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7956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41243-C0CB-C515-A70A-97B3307BA2F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F887D-4F7C-1BFB-9637-B8AF0733AFAE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5487F8-2C9A-A55B-D7C7-E4A2027389E7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Marketing Goals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B97B9-A744-F414-37B7-98D88D1F5121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E120AF-9030-554D-ED7F-292592BA22CC}"/>
              </a:ext>
            </a:extLst>
          </p:cNvPr>
          <p:cNvSpPr/>
          <p:nvPr/>
        </p:nvSpPr>
        <p:spPr>
          <a:xfrm>
            <a:off x="865822" y="3091598"/>
            <a:ext cx="10461715" cy="2638641"/>
          </a:xfrm>
          <a:prstGeom prst="roundRect">
            <a:avLst>
              <a:gd name="adj" fmla="val 8581"/>
            </a:avLst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/>
          </a:p>
        </p:txBody>
      </p:sp>
      <p:sp>
        <p:nvSpPr>
          <p:cNvPr id="11" name="Freeform 101">
            <a:extLst>
              <a:ext uri="{FF2B5EF4-FFF2-40B4-BE49-F238E27FC236}">
                <a16:creationId xmlns:a16="http://schemas.microsoft.com/office/drawing/2014/main" id="{EB986188-52C2-6CE0-72B1-BA3AB9D1F4AB}"/>
              </a:ext>
            </a:extLst>
          </p:cNvPr>
          <p:cNvSpPr>
            <a:spLocks/>
          </p:cNvSpPr>
          <p:nvPr/>
        </p:nvSpPr>
        <p:spPr bwMode="auto">
          <a:xfrm>
            <a:off x="2002634" y="3511751"/>
            <a:ext cx="360000" cy="251680"/>
          </a:xfrm>
          <a:custGeom>
            <a:avLst/>
            <a:gdLst>
              <a:gd name="T0" fmla="*/ 3303 w 3325"/>
              <a:gd name="T1" fmla="*/ 0 h 2495"/>
              <a:gd name="T2" fmla="*/ 3312 w 3325"/>
              <a:gd name="T3" fmla="*/ 3 h 2495"/>
              <a:gd name="T4" fmla="*/ 3319 w 3325"/>
              <a:gd name="T5" fmla="*/ 9 h 2495"/>
              <a:gd name="T6" fmla="*/ 3324 w 3325"/>
              <a:gd name="T7" fmla="*/ 18 h 2495"/>
              <a:gd name="T8" fmla="*/ 3325 w 3325"/>
              <a:gd name="T9" fmla="*/ 28 h 2495"/>
              <a:gd name="T10" fmla="*/ 3321 w 3325"/>
              <a:gd name="T11" fmla="*/ 38 h 2495"/>
              <a:gd name="T12" fmla="*/ 1856 w 3325"/>
              <a:gd name="T13" fmla="*/ 2458 h 2495"/>
              <a:gd name="T14" fmla="*/ 1844 w 3325"/>
              <a:gd name="T15" fmla="*/ 2473 h 2495"/>
              <a:gd name="T16" fmla="*/ 1829 w 3325"/>
              <a:gd name="T17" fmla="*/ 2484 h 2495"/>
              <a:gd name="T18" fmla="*/ 1813 w 3325"/>
              <a:gd name="T19" fmla="*/ 2491 h 2495"/>
              <a:gd name="T20" fmla="*/ 1796 w 3325"/>
              <a:gd name="T21" fmla="*/ 2495 h 2495"/>
              <a:gd name="T22" fmla="*/ 1778 w 3325"/>
              <a:gd name="T23" fmla="*/ 2495 h 2495"/>
              <a:gd name="T24" fmla="*/ 1761 w 3325"/>
              <a:gd name="T25" fmla="*/ 2490 h 2495"/>
              <a:gd name="T26" fmla="*/ 1745 w 3325"/>
              <a:gd name="T27" fmla="*/ 2482 h 2495"/>
              <a:gd name="T28" fmla="*/ 1341 w 3325"/>
              <a:gd name="T29" fmla="*/ 2206 h 2495"/>
              <a:gd name="T30" fmla="*/ 931 w 3325"/>
              <a:gd name="T31" fmla="*/ 2478 h 2495"/>
              <a:gd name="T32" fmla="*/ 916 w 3325"/>
              <a:gd name="T33" fmla="*/ 2485 h 2495"/>
              <a:gd name="T34" fmla="*/ 902 w 3325"/>
              <a:gd name="T35" fmla="*/ 2486 h 2495"/>
              <a:gd name="T36" fmla="*/ 888 w 3325"/>
              <a:gd name="T37" fmla="*/ 2483 h 2495"/>
              <a:gd name="T38" fmla="*/ 875 w 3325"/>
              <a:gd name="T39" fmla="*/ 2477 h 2495"/>
              <a:gd name="T40" fmla="*/ 865 w 3325"/>
              <a:gd name="T41" fmla="*/ 2466 h 2495"/>
              <a:gd name="T42" fmla="*/ 859 w 3325"/>
              <a:gd name="T43" fmla="*/ 2453 h 2495"/>
              <a:gd name="T44" fmla="*/ 856 w 3325"/>
              <a:gd name="T45" fmla="*/ 2437 h 2495"/>
              <a:gd name="T46" fmla="*/ 856 w 3325"/>
              <a:gd name="T47" fmla="*/ 1874 h 2495"/>
              <a:gd name="T48" fmla="*/ 2716 w 3325"/>
              <a:gd name="T49" fmla="*/ 483 h 2495"/>
              <a:gd name="T50" fmla="*/ 519 w 3325"/>
              <a:gd name="T51" fmla="*/ 1643 h 2495"/>
              <a:gd name="T52" fmla="*/ 34 w 3325"/>
              <a:gd name="T53" fmla="*/ 1313 h 2495"/>
              <a:gd name="T54" fmla="*/ 19 w 3325"/>
              <a:gd name="T55" fmla="*/ 1299 h 2495"/>
              <a:gd name="T56" fmla="*/ 8 w 3325"/>
              <a:gd name="T57" fmla="*/ 1283 h 2495"/>
              <a:gd name="T58" fmla="*/ 2 w 3325"/>
              <a:gd name="T59" fmla="*/ 1265 h 2495"/>
              <a:gd name="T60" fmla="*/ 0 w 3325"/>
              <a:gd name="T61" fmla="*/ 1247 h 2495"/>
              <a:gd name="T62" fmla="*/ 0 w 3325"/>
              <a:gd name="T63" fmla="*/ 1247 h 2495"/>
              <a:gd name="T64" fmla="*/ 2 w 3325"/>
              <a:gd name="T65" fmla="*/ 1229 h 2495"/>
              <a:gd name="T66" fmla="*/ 9 w 3325"/>
              <a:gd name="T67" fmla="*/ 1212 h 2495"/>
              <a:gd name="T68" fmla="*/ 19 w 3325"/>
              <a:gd name="T69" fmla="*/ 1196 h 2495"/>
              <a:gd name="T70" fmla="*/ 33 w 3325"/>
              <a:gd name="T71" fmla="*/ 1183 h 2495"/>
              <a:gd name="T72" fmla="*/ 51 w 3325"/>
              <a:gd name="T73" fmla="*/ 1174 h 2495"/>
              <a:gd name="T74" fmla="*/ 3292 w 3325"/>
              <a:gd name="T75" fmla="*/ 2 h 2495"/>
              <a:gd name="T76" fmla="*/ 3303 w 3325"/>
              <a:gd name="T77" fmla="*/ 0 h 2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325" h="2495">
                <a:moveTo>
                  <a:pt x="3303" y="0"/>
                </a:moveTo>
                <a:lnTo>
                  <a:pt x="3312" y="3"/>
                </a:lnTo>
                <a:lnTo>
                  <a:pt x="3319" y="9"/>
                </a:lnTo>
                <a:lnTo>
                  <a:pt x="3324" y="18"/>
                </a:lnTo>
                <a:lnTo>
                  <a:pt x="3325" y="28"/>
                </a:lnTo>
                <a:lnTo>
                  <a:pt x="3321" y="38"/>
                </a:lnTo>
                <a:lnTo>
                  <a:pt x="1856" y="2458"/>
                </a:lnTo>
                <a:lnTo>
                  <a:pt x="1844" y="2473"/>
                </a:lnTo>
                <a:lnTo>
                  <a:pt x="1829" y="2484"/>
                </a:lnTo>
                <a:lnTo>
                  <a:pt x="1813" y="2491"/>
                </a:lnTo>
                <a:lnTo>
                  <a:pt x="1796" y="2495"/>
                </a:lnTo>
                <a:lnTo>
                  <a:pt x="1778" y="2495"/>
                </a:lnTo>
                <a:lnTo>
                  <a:pt x="1761" y="2490"/>
                </a:lnTo>
                <a:lnTo>
                  <a:pt x="1745" y="2482"/>
                </a:lnTo>
                <a:lnTo>
                  <a:pt x="1341" y="2206"/>
                </a:lnTo>
                <a:lnTo>
                  <a:pt x="931" y="2478"/>
                </a:lnTo>
                <a:lnTo>
                  <a:pt x="916" y="2485"/>
                </a:lnTo>
                <a:lnTo>
                  <a:pt x="902" y="2486"/>
                </a:lnTo>
                <a:lnTo>
                  <a:pt x="888" y="2483"/>
                </a:lnTo>
                <a:lnTo>
                  <a:pt x="875" y="2477"/>
                </a:lnTo>
                <a:lnTo>
                  <a:pt x="865" y="2466"/>
                </a:lnTo>
                <a:lnTo>
                  <a:pt x="859" y="2453"/>
                </a:lnTo>
                <a:lnTo>
                  <a:pt x="856" y="2437"/>
                </a:lnTo>
                <a:lnTo>
                  <a:pt x="856" y="1874"/>
                </a:lnTo>
                <a:lnTo>
                  <a:pt x="2716" y="483"/>
                </a:lnTo>
                <a:lnTo>
                  <a:pt x="519" y="1643"/>
                </a:lnTo>
                <a:lnTo>
                  <a:pt x="34" y="1313"/>
                </a:lnTo>
                <a:lnTo>
                  <a:pt x="19" y="1299"/>
                </a:lnTo>
                <a:lnTo>
                  <a:pt x="8" y="1283"/>
                </a:lnTo>
                <a:lnTo>
                  <a:pt x="2" y="1265"/>
                </a:lnTo>
                <a:lnTo>
                  <a:pt x="0" y="1247"/>
                </a:lnTo>
                <a:lnTo>
                  <a:pt x="0" y="1247"/>
                </a:lnTo>
                <a:lnTo>
                  <a:pt x="2" y="1229"/>
                </a:lnTo>
                <a:lnTo>
                  <a:pt x="9" y="1212"/>
                </a:lnTo>
                <a:lnTo>
                  <a:pt x="19" y="1196"/>
                </a:lnTo>
                <a:lnTo>
                  <a:pt x="33" y="1183"/>
                </a:lnTo>
                <a:lnTo>
                  <a:pt x="51" y="1174"/>
                </a:lnTo>
                <a:lnTo>
                  <a:pt x="3292" y="2"/>
                </a:lnTo>
                <a:lnTo>
                  <a:pt x="330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20C26-CDBB-B118-B9A2-E6B53B59C19B}"/>
              </a:ext>
            </a:extLst>
          </p:cNvPr>
          <p:cNvSpPr/>
          <p:nvPr/>
        </p:nvSpPr>
        <p:spPr>
          <a:xfrm>
            <a:off x="1111958" y="4472825"/>
            <a:ext cx="214135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0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0DC1D-A713-5DDF-D879-05F476DF5805}"/>
              </a:ext>
            </a:extLst>
          </p:cNvPr>
          <p:cNvSpPr txBox="1"/>
          <p:nvPr/>
        </p:nvSpPr>
        <p:spPr>
          <a:xfrm>
            <a:off x="1277435" y="4014291"/>
            <a:ext cx="181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Goes Here</a:t>
            </a:r>
            <a:endParaRPr lang="id-ID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4ADA26-74A6-73F4-37A3-DF9A4A12C1FC}"/>
              </a:ext>
            </a:extLst>
          </p:cNvPr>
          <p:cNvSpPr/>
          <p:nvPr/>
        </p:nvSpPr>
        <p:spPr>
          <a:xfrm>
            <a:off x="3717431" y="4472825"/>
            <a:ext cx="214135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0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E2CF5-83EA-C916-E731-906E987589FA}"/>
              </a:ext>
            </a:extLst>
          </p:cNvPr>
          <p:cNvSpPr txBox="1"/>
          <p:nvPr/>
        </p:nvSpPr>
        <p:spPr>
          <a:xfrm>
            <a:off x="3882908" y="4014291"/>
            <a:ext cx="181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Goes Here</a:t>
            </a:r>
            <a:endParaRPr lang="id-ID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3295DA-2248-9A78-1374-B6900FAA4EA5}"/>
              </a:ext>
            </a:extLst>
          </p:cNvPr>
          <p:cNvSpPr/>
          <p:nvPr/>
        </p:nvSpPr>
        <p:spPr>
          <a:xfrm>
            <a:off x="6335949" y="4472825"/>
            <a:ext cx="214135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0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6C328C-51A4-9615-E9A4-FBA33DC464AB}"/>
              </a:ext>
            </a:extLst>
          </p:cNvPr>
          <p:cNvSpPr txBox="1"/>
          <p:nvPr/>
        </p:nvSpPr>
        <p:spPr>
          <a:xfrm>
            <a:off x="6501426" y="4014291"/>
            <a:ext cx="181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Goes Here</a:t>
            </a:r>
            <a:endParaRPr lang="id-ID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F427FF-211E-E58F-8394-21B8B76796A6}"/>
              </a:ext>
            </a:extLst>
          </p:cNvPr>
          <p:cNvSpPr/>
          <p:nvPr/>
        </p:nvSpPr>
        <p:spPr>
          <a:xfrm>
            <a:off x="8959960" y="4472825"/>
            <a:ext cx="214135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d-ID" sz="105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dolor sit amet, consectetur adipiscing elit sed do eiusmod tempor incididunt ut labore et dolore magna aliqua.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D4B12A-1CB0-661F-5575-3B2F0E2A1310}"/>
              </a:ext>
            </a:extLst>
          </p:cNvPr>
          <p:cNvSpPr txBox="1"/>
          <p:nvPr/>
        </p:nvSpPr>
        <p:spPr>
          <a:xfrm>
            <a:off x="9125437" y="4014291"/>
            <a:ext cx="181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Goes Here</a:t>
            </a:r>
            <a:endParaRPr lang="id-ID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80F1D9-4129-E9EB-7AE0-DFC0854D870D}"/>
              </a:ext>
            </a:extLst>
          </p:cNvPr>
          <p:cNvCxnSpPr>
            <a:cxnSpLocks/>
          </p:cNvCxnSpPr>
          <p:nvPr/>
        </p:nvCxnSpPr>
        <p:spPr>
          <a:xfrm>
            <a:off x="6096681" y="3410154"/>
            <a:ext cx="18672" cy="19713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37">
            <a:extLst>
              <a:ext uri="{FF2B5EF4-FFF2-40B4-BE49-F238E27FC236}">
                <a16:creationId xmlns:a16="http://schemas.microsoft.com/office/drawing/2014/main" id="{DAE55F15-7F6E-E471-FBFC-42FEEC3D39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08107" y="3495830"/>
            <a:ext cx="360000" cy="303244"/>
            <a:chOff x="6791" y="3505"/>
            <a:chExt cx="222" cy="187"/>
          </a:xfrm>
          <a:solidFill>
            <a:schemeClr val="bg1"/>
          </a:solidFill>
        </p:grpSpPr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43F7A226-9FFF-BF1F-E475-EC517617A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6" y="3626"/>
              <a:ext cx="36" cy="66"/>
            </a:xfrm>
            <a:custGeom>
              <a:avLst/>
              <a:gdLst>
                <a:gd name="T0" fmla="*/ 537 w 537"/>
                <a:gd name="T1" fmla="*/ 0 h 1003"/>
                <a:gd name="T2" fmla="*/ 537 w 537"/>
                <a:gd name="T3" fmla="*/ 944 h 1003"/>
                <a:gd name="T4" fmla="*/ 535 w 537"/>
                <a:gd name="T5" fmla="*/ 960 h 1003"/>
                <a:gd name="T6" fmla="*/ 529 w 537"/>
                <a:gd name="T7" fmla="*/ 974 h 1003"/>
                <a:gd name="T8" fmla="*/ 520 w 537"/>
                <a:gd name="T9" fmla="*/ 986 h 1003"/>
                <a:gd name="T10" fmla="*/ 508 w 537"/>
                <a:gd name="T11" fmla="*/ 995 h 1003"/>
                <a:gd name="T12" fmla="*/ 493 w 537"/>
                <a:gd name="T13" fmla="*/ 1001 h 1003"/>
                <a:gd name="T14" fmla="*/ 477 w 537"/>
                <a:gd name="T15" fmla="*/ 1003 h 1003"/>
                <a:gd name="T16" fmla="*/ 61 w 537"/>
                <a:gd name="T17" fmla="*/ 1003 h 1003"/>
                <a:gd name="T18" fmla="*/ 44 w 537"/>
                <a:gd name="T19" fmla="*/ 1001 h 1003"/>
                <a:gd name="T20" fmla="*/ 30 w 537"/>
                <a:gd name="T21" fmla="*/ 995 h 1003"/>
                <a:gd name="T22" fmla="*/ 18 w 537"/>
                <a:gd name="T23" fmla="*/ 986 h 1003"/>
                <a:gd name="T24" fmla="*/ 8 w 537"/>
                <a:gd name="T25" fmla="*/ 973 h 1003"/>
                <a:gd name="T26" fmla="*/ 2 w 537"/>
                <a:gd name="T27" fmla="*/ 959 h 1003"/>
                <a:gd name="T28" fmla="*/ 0 w 537"/>
                <a:gd name="T29" fmla="*/ 944 h 1003"/>
                <a:gd name="T30" fmla="*/ 0 w 537"/>
                <a:gd name="T31" fmla="*/ 407 h 1003"/>
                <a:gd name="T32" fmla="*/ 43 w 537"/>
                <a:gd name="T33" fmla="*/ 402 h 1003"/>
                <a:gd name="T34" fmla="*/ 86 w 537"/>
                <a:gd name="T35" fmla="*/ 391 h 1003"/>
                <a:gd name="T36" fmla="*/ 126 w 537"/>
                <a:gd name="T37" fmla="*/ 376 h 1003"/>
                <a:gd name="T38" fmla="*/ 165 w 537"/>
                <a:gd name="T39" fmla="*/ 355 h 1003"/>
                <a:gd name="T40" fmla="*/ 201 w 537"/>
                <a:gd name="T41" fmla="*/ 330 h 1003"/>
                <a:gd name="T42" fmla="*/ 235 w 537"/>
                <a:gd name="T43" fmla="*/ 301 h 1003"/>
                <a:gd name="T44" fmla="*/ 537 w 537"/>
                <a:gd name="T45" fmla="*/ 0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7" h="1003">
                  <a:moveTo>
                    <a:pt x="537" y="0"/>
                  </a:moveTo>
                  <a:lnTo>
                    <a:pt x="537" y="944"/>
                  </a:lnTo>
                  <a:lnTo>
                    <a:pt x="535" y="960"/>
                  </a:lnTo>
                  <a:lnTo>
                    <a:pt x="529" y="974"/>
                  </a:lnTo>
                  <a:lnTo>
                    <a:pt x="520" y="986"/>
                  </a:lnTo>
                  <a:lnTo>
                    <a:pt x="508" y="995"/>
                  </a:lnTo>
                  <a:lnTo>
                    <a:pt x="493" y="1001"/>
                  </a:lnTo>
                  <a:lnTo>
                    <a:pt x="477" y="1003"/>
                  </a:lnTo>
                  <a:lnTo>
                    <a:pt x="61" y="1003"/>
                  </a:lnTo>
                  <a:lnTo>
                    <a:pt x="44" y="1001"/>
                  </a:lnTo>
                  <a:lnTo>
                    <a:pt x="30" y="995"/>
                  </a:lnTo>
                  <a:lnTo>
                    <a:pt x="18" y="986"/>
                  </a:lnTo>
                  <a:lnTo>
                    <a:pt x="8" y="973"/>
                  </a:lnTo>
                  <a:lnTo>
                    <a:pt x="2" y="959"/>
                  </a:lnTo>
                  <a:lnTo>
                    <a:pt x="0" y="944"/>
                  </a:lnTo>
                  <a:lnTo>
                    <a:pt x="0" y="407"/>
                  </a:lnTo>
                  <a:lnTo>
                    <a:pt x="43" y="402"/>
                  </a:lnTo>
                  <a:lnTo>
                    <a:pt x="86" y="391"/>
                  </a:lnTo>
                  <a:lnTo>
                    <a:pt x="126" y="376"/>
                  </a:lnTo>
                  <a:lnTo>
                    <a:pt x="165" y="355"/>
                  </a:lnTo>
                  <a:lnTo>
                    <a:pt x="201" y="330"/>
                  </a:lnTo>
                  <a:lnTo>
                    <a:pt x="235" y="301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3" name="Freeform 40">
              <a:extLst>
                <a:ext uri="{FF2B5EF4-FFF2-40B4-BE49-F238E27FC236}">
                  <a16:creationId xmlns:a16="http://schemas.microsoft.com/office/drawing/2014/main" id="{D26EF157-9A6C-FFA1-3593-0DAA7A76C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6" y="3625"/>
              <a:ext cx="35" cy="67"/>
            </a:xfrm>
            <a:custGeom>
              <a:avLst/>
              <a:gdLst>
                <a:gd name="T0" fmla="*/ 0 w 537"/>
                <a:gd name="T1" fmla="*/ 0 h 1010"/>
                <a:gd name="T2" fmla="*/ 286 w 537"/>
                <a:gd name="T3" fmla="*/ 285 h 1010"/>
                <a:gd name="T4" fmla="*/ 317 w 537"/>
                <a:gd name="T5" fmla="*/ 312 h 1010"/>
                <a:gd name="T6" fmla="*/ 349 w 537"/>
                <a:gd name="T7" fmla="*/ 334 h 1010"/>
                <a:gd name="T8" fmla="*/ 383 w 537"/>
                <a:gd name="T9" fmla="*/ 354 h 1010"/>
                <a:gd name="T10" fmla="*/ 420 w 537"/>
                <a:gd name="T11" fmla="*/ 369 h 1010"/>
                <a:gd name="T12" fmla="*/ 457 w 537"/>
                <a:gd name="T13" fmla="*/ 381 h 1010"/>
                <a:gd name="T14" fmla="*/ 496 w 537"/>
                <a:gd name="T15" fmla="*/ 388 h 1010"/>
                <a:gd name="T16" fmla="*/ 537 w 537"/>
                <a:gd name="T17" fmla="*/ 391 h 1010"/>
                <a:gd name="T18" fmla="*/ 537 w 537"/>
                <a:gd name="T19" fmla="*/ 951 h 1010"/>
                <a:gd name="T20" fmla="*/ 535 w 537"/>
                <a:gd name="T21" fmla="*/ 967 h 1010"/>
                <a:gd name="T22" fmla="*/ 529 w 537"/>
                <a:gd name="T23" fmla="*/ 981 h 1010"/>
                <a:gd name="T24" fmla="*/ 519 w 537"/>
                <a:gd name="T25" fmla="*/ 993 h 1010"/>
                <a:gd name="T26" fmla="*/ 507 w 537"/>
                <a:gd name="T27" fmla="*/ 1002 h 1010"/>
                <a:gd name="T28" fmla="*/ 492 w 537"/>
                <a:gd name="T29" fmla="*/ 1008 h 1010"/>
                <a:gd name="T30" fmla="*/ 477 w 537"/>
                <a:gd name="T31" fmla="*/ 1010 h 1010"/>
                <a:gd name="T32" fmla="*/ 60 w 537"/>
                <a:gd name="T33" fmla="*/ 1010 h 1010"/>
                <a:gd name="T34" fmla="*/ 44 w 537"/>
                <a:gd name="T35" fmla="*/ 1008 h 1010"/>
                <a:gd name="T36" fmla="*/ 30 w 537"/>
                <a:gd name="T37" fmla="*/ 1002 h 1010"/>
                <a:gd name="T38" fmla="*/ 18 w 537"/>
                <a:gd name="T39" fmla="*/ 993 h 1010"/>
                <a:gd name="T40" fmla="*/ 8 w 537"/>
                <a:gd name="T41" fmla="*/ 980 h 1010"/>
                <a:gd name="T42" fmla="*/ 2 w 537"/>
                <a:gd name="T43" fmla="*/ 966 h 1010"/>
                <a:gd name="T44" fmla="*/ 0 w 537"/>
                <a:gd name="T45" fmla="*/ 951 h 1010"/>
                <a:gd name="T46" fmla="*/ 0 w 537"/>
                <a:gd name="T47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37" h="1010">
                  <a:moveTo>
                    <a:pt x="0" y="0"/>
                  </a:moveTo>
                  <a:lnTo>
                    <a:pt x="286" y="285"/>
                  </a:lnTo>
                  <a:lnTo>
                    <a:pt x="317" y="312"/>
                  </a:lnTo>
                  <a:lnTo>
                    <a:pt x="349" y="334"/>
                  </a:lnTo>
                  <a:lnTo>
                    <a:pt x="383" y="354"/>
                  </a:lnTo>
                  <a:lnTo>
                    <a:pt x="420" y="369"/>
                  </a:lnTo>
                  <a:lnTo>
                    <a:pt x="457" y="381"/>
                  </a:lnTo>
                  <a:lnTo>
                    <a:pt x="496" y="388"/>
                  </a:lnTo>
                  <a:lnTo>
                    <a:pt x="537" y="391"/>
                  </a:lnTo>
                  <a:lnTo>
                    <a:pt x="537" y="951"/>
                  </a:lnTo>
                  <a:lnTo>
                    <a:pt x="535" y="967"/>
                  </a:lnTo>
                  <a:lnTo>
                    <a:pt x="529" y="981"/>
                  </a:lnTo>
                  <a:lnTo>
                    <a:pt x="519" y="993"/>
                  </a:lnTo>
                  <a:lnTo>
                    <a:pt x="507" y="1002"/>
                  </a:lnTo>
                  <a:lnTo>
                    <a:pt x="492" y="1008"/>
                  </a:lnTo>
                  <a:lnTo>
                    <a:pt x="477" y="1010"/>
                  </a:lnTo>
                  <a:lnTo>
                    <a:pt x="60" y="1010"/>
                  </a:lnTo>
                  <a:lnTo>
                    <a:pt x="44" y="1008"/>
                  </a:lnTo>
                  <a:lnTo>
                    <a:pt x="30" y="1002"/>
                  </a:lnTo>
                  <a:lnTo>
                    <a:pt x="18" y="993"/>
                  </a:lnTo>
                  <a:lnTo>
                    <a:pt x="8" y="980"/>
                  </a:lnTo>
                  <a:lnTo>
                    <a:pt x="2" y="966"/>
                  </a:lnTo>
                  <a:lnTo>
                    <a:pt x="0" y="9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4" name="Freeform 41">
              <a:extLst>
                <a:ext uri="{FF2B5EF4-FFF2-40B4-BE49-F238E27FC236}">
                  <a16:creationId xmlns:a16="http://schemas.microsoft.com/office/drawing/2014/main" id="{26B4B749-AB2D-9893-6CD7-5708FF203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5" y="3612"/>
              <a:ext cx="36" cy="80"/>
            </a:xfrm>
            <a:custGeom>
              <a:avLst/>
              <a:gdLst>
                <a:gd name="T0" fmla="*/ 537 w 537"/>
                <a:gd name="T1" fmla="*/ 0 h 1201"/>
                <a:gd name="T2" fmla="*/ 537 w 537"/>
                <a:gd name="T3" fmla="*/ 1142 h 1201"/>
                <a:gd name="T4" fmla="*/ 535 w 537"/>
                <a:gd name="T5" fmla="*/ 1158 h 1201"/>
                <a:gd name="T6" fmla="*/ 529 w 537"/>
                <a:gd name="T7" fmla="*/ 1172 h 1201"/>
                <a:gd name="T8" fmla="*/ 520 w 537"/>
                <a:gd name="T9" fmla="*/ 1184 h 1201"/>
                <a:gd name="T10" fmla="*/ 507 w 537"/>
                <a:gd name="T11" fmla="*/ 1193 h 1201"/>
                <a:gd name="T12" fmla="*/ 493 w 537"/>
                <a:gd name="T13" fmla="*/ 1199 h 1201"/>
                <a:gd name="T14" fmla="*/ 478 w 537"/>
                <a:gd name="T15" fmla="*/ 1201 h 1201"/>
                <a:gd name="T16" fmla="*/ 61 w 537"/>
                <a:gd name="T17" fmla="*/ 1201 h 1201"/>
                <a:gd name="T18" fmla="*/ 45 w 537"/>
                <a:gd name="T19" fmla="*/ 1199 h 1201"/>
                <a:gd name="T20" fmla="*/ 30 w 537"/>
                <a:gd name="T21" fmla="*/ 1193 h 1201"/>
                <a:gd name="T22" fmla="*/ 18 w 537"/>
                <a:gd name="T23" fmla="*/ 1184 h 1201"/>
                <a:gd name="T24" fmla="*/ 9 w 537"/>
                <a:gd name="T25" fmla="*/ 1171 h 1201"/>
                <a:gd name="T26" fmla="*/ 2 w 537"/>
                <a:gd name="T27" fmla="*/ 1157 h 1201"/>
                <a:gd name="T28" fmla="*/ 0 w 537"/>
                <a:gd name="T29" fmla="*/ 1142 h 1201"/>
                <a:gd name="T30" fmla="*/ 0 w 537"/>
                <a:gd name="T31" fmla="*/ 523 h 1201"/>
                <a:gd name="T32" fmla="*/ 32 w 537"/>
                <a:gd name="T33" fmla="*/ 501 h 1201"/>
                <a:gd name="T34" fmla="*/ 60 w 537"/>
                <a:gd name="T35" fmla="*/ 475 h 1201"/>
                <a:gd name="T36" fmla="*/ 537 w 537"/>
                <a:gd name="T37" fmla="*/ 0 h 1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7" h="1201">
                  <a:moveTo>
                    <a:pt x="537" y="0"/>
                  </a:moveTo>
                  <a:lnTo>
                    <a:pt x="537" y="1142"/>
                  </a:lnTo>
                  <a:lnTo>
                    <a:pt x="535" y="1158"/>
                  </a:lnTo>
                  <a:lnTo>
                    <a:pt x="529" y="1172"/>
                  </a:lnTo>
                  <a:lnTo>
                    <a:pt x="520" y="1184"/>
                  </a:lnTo>
                  <a:lnTo>
                    <a:pt x="507" y="1193"/>
                  </a:lnTo>
                  <a:lnTo>
                    <a:pt x="493" y="1199"/>
                  </a:lnTo>
                  <a:lnTo>
                    <a:pt x="478" y="1201"/>
                  </a:lnTo>
                  <a:lnTo>
                    <a:pt x="61" y="1201"/>
                  </a:lnTo>
                  <a:lnTo>
                    <a:pt x="45" y="1199"/>
                  </a:lnTo>
                  <a:lnTo>
                    <a:pt x="30" y="1193"/>
                  </a:lnTo>
                  <a:lnTo>
                    <a:pt x="18" y="1184"/>
                  </a:lnTo>
                  <a:lnTo>
                    <a:pt x="9" y="1171"/>
                  </a:lnTo>
                  <a:lnTo>
                    <a:pt x="2" y="1157"/>
                  </a:lnTo>
                  <a:lnTo>
                    <a:pt x="0" y="1142"/>
                  </a:lnTo>
                  <a:lnTo>
                    <a:pt x="0" y="523"/>
                  </a:lnTo>
                  <a:lnTo>
                    <a:pt x="32" y="501"/>
                  </a:lnTo>
                  <a:lnTo>
                    <a:pt x="60" y="475"/>
                  </a:lnTo>
                  <a:lnTo>
                    <a:pt x="5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5" name="Freeform 42">
              <a:extLst>
                <a:ext uri="{FF2B5EF4-FFF2-40B4-BE49-F238E27FC236}">
                  <a16:creationId xmlns:a16="http://schemas.microsoft.com/office/drawing/2014/main" id="{C0D4CC20-D734-20D4-1810-0C8DE3C59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5" y="3566"/>
              <a:ext cx="36" cy="126"/>
            </a:xfrm>
            <a:custGeom>
              <a:avLst/>
              <a:gdLst>
                <a:gd name="T0" fmla="*/ 497 w 537"/>
                <a:gd name="T1" fmla="*/ 0 h 1902"/>
                <a:gd name="T2" fmla="*/ 506 w 537"/>
                <a:gd name="T3" fmla="*/ 9 h 1902"/>
                <a:gd name="T4" fmla="*/ 514 w 537"/>
                <a:gd name="T5" fmla="*/ 17 h 1902"/>
                <a:gd name="T6" fmla="*/ 525 w 537"/>
                <a:gd name="T7" fmla="*/ 27 h 1902"/>
                <a:gd name="T8" fmla="*/ 537 w 537"/>
                <a:gd name="T9" fmla="*/ 38 h 1902"/>
                <a:gd name="T10" fmla="*/ 537 w 537"/>
                <a:gd name="T11" fmla="*/ 1843 h 1902"/>
                <a:gd name="T12" fmla="*/ 535 w 537"/>
                <a:gd name="T13" fmla="*/ 1859 h 1902"/>
                <a:gd name="T14" fmla="*/ 529 w 537"/>
                <a:gd name="T15" fmla="*/ 1873 h 1902"/>
                <a:gd name="T16" fmla="*/ 519 w 537"/>
                <a:gd name="T17" fmla="*/ 1885 h 1902"/>
                <a:gd name="T18" fmla="*/ 507 w 537"/>
                <a:gd name="T19" fmla="*/ 1894 h 1902"/>
                <a:gd name="T20" fmla="*/ 493 w 537"/>
                <a:gd name="T21" fmla="*/ 1900 h 1902"/>
                <a:gd name="T22" fmla="*/ 476 w 537"/>
                <a:gd name="T23" fmla="*/ 1902 h 1902"/>
                <a:gd name="T24" fmla="*/ 60 w 537"/>
                <a:gd name="T25" fmla="*/ 1902 h 1902"/>
                <a:gd name="T26" fmla="*/ 45 w 537"/>
                <a:gd name="T27" fmla="*/ 1900 h 1902"/>
                <a:gd name="T28" fmla="*/ 29 w 537"/>
                <a:gd name="T29" fmla="*/ 1894 h 1902"/>
                <a:gd name="T30" fmla="*/ 17 w 537"/>
                <a:gd name="T31" fmla="*/ 1885 h 1902"/>
                <a:gd name="T32" fmla="*/ 8 w 537"/>
                <a:gd name="T33" fmla="*/ 1872 h 1902"/>
                <a:gd name="T34" fmla="*/ 2 w 537"/>
                <a:gd name="T35" fmla="*/ 1858 h 1902"/>
                <a:gd name="T36" fmla="*/ 0 w 537"/>
                <a:gd name="T37" fmla="*/ 1843 h 1902"/>
                <a:gd name="T38" fmla="*/ 0 w 537"/>
                <a:gd name="T39" fmla="*/ 494 h 1902"/>
                <a:gd name="T40" fmla="*/ 497 w 537"/>
                <a:gd name="T41" fmla="*/ 0 h 1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7" h="1902">
                  <a:moveTo>
                    <a:pt x="497" y="0"/>
                  </a:moveTo>
                  <a:lnTo>
                    <a:pt x="506" y="9"/>
                  </a:lnTo>
                  <a:lnTo>
                    <a:pt x="514" y="17"/>
                  </a:lnTo>
                  <a:lnTo>
                    <a:pt x="525" y="27"/>
                  </a:lnTo>
                  <a:lnTo>
                    <a:pt x="537" y="38"/>
                  </a:lnTo>
                  <a:lnTo>
                    <a:pt x="537" y="1843"/>
                  </a:lnTo>
                  <a:lnTo>
                    <a:pt x="535" y="1859"/>
                  </a:lnTo>
                  <a:lnTo>
                    <a:pt x="529" y="1873"/>
                  </a:lnTo>
                  <a:lnTo>
                    <a:pt x="519" y="1885"/>
                  </a:lnTo>
                  <a:lnTo>
                    <a:pt x="507" y="1894"/>
                  </a:lnTo>
                  <a:lnTo>
                    <a:pt x="493" y="1900"/>
                  </a:lnTo>
                  <a:lnTo>
                    <a:pt x="476" y="1902"/>
                  </a:lnTo>
                  <a:lnTo>
                    <a:pt x="60" y="1902"/>
                  </a:lnTo>
                  <a:lnTo>
                    <a:pt x="45" y="1900"/>
                  </a:lnTo>
                  <a:lnTo>
                    <a:pt x="29" y="1894"/>
                  </a:lnTo>
                  <a:lnTo>
                    <a:pt x="17" y="1885"/>
                  </a:lnTo>
                  <a:lnTo>
                    <a:pt x="8" y="1872"/>
                  </a:lnTo>
                  <a:lnTo>
                    <a:pt x="2" y="1858"/>
                  </a:lnTo>
                  <a:lnTo>
                    <a:pt x="0" y="1843"/>
                  </a:lnTo>
                  <a:lnTo>
                    <a:pt x="0" y="494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6" name="Freeform 43">
              <a:extLst>
                <a:ext uri="{FF2B5EF4-FFF2-40B4-BE49-F238E27FC236}">
                  <a16:creationId xmlns:a16="http://schemas.microsoft.com/office/drawing/2014/main" id="{F06BF4ED-8160-6195-6BD0-EC7A3E97E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1" y="3505"/>
              <a:ext cx="222" cy="135"/>
            </a:xfrm>
            <a:custGeom>
              <a:avLst/>
              <a:gdLst>
                <a:gd name="T0" fmla="*/ 3208 w 3324"/>
                <a:gd name="T1" fmla="*/ 0 h 2016"/>
                <a:gd name="T2" fmla="*/ 3258 w 3324"/>
                <a:gd name="T3" fmla="*/ 8 h 2016"/>
                <a:gd name="T4" fmla="*/ 3296 w 3324"/>
                <a:gd name="T5" fmla="*/ 32 h 2016"/>
                <a:gd name="T6" fmla="*/ 3318 w 3324"/>
                <a:gd name="T7" fmla="*/ 71 h 2016"/>
                <a:gd name="T8" fmla="*/ 3324 w 3324"/>
                <a:gd name="T9" fmla="*/ 123 h 2016"/>
                <a:gd name="T10" fmla="*/ 3297 w 3324"/>
                <a:gd name="T11" fmla="*/ 688 h 2016"/>
                <a:gd name="T12" fmla="*/ 3292 w 3324"/>
                <a:gd name="T13" fmla="*/ 726 h 2016"/>
                <a:gd name="T14" fmla="*/ 3276 w 3324"/>
                <a:gd name="T15" fmla="*/ 765 h 2016"/>
                <a:gd name="T16" fmla="*/ 3247 w 3324"/>
                <a:gd name="T17" fmla="*/ 794 h 2016"/>
                <a:gd name="T18" fmla="*/ 3216 w 3324"/>
                <a:gd name="T19" fmla="*/ 811 h 2016"/>
                <a:gd name="T20" fmla="*/ 3184 w 3324"/>
                <a:gd name="T21" fmla="*/ 817 h 2016"/>
                <a:gd name="T22" fmla="*/ 3150 w 3324"/>
                <a:gd name="T23" fmla="*/ 810 h 2016"/>
                <a:gd name="T24" fmla="*/ 3124 w 3324"/>
                <a:gd name="T25" fmla="*/ 794 h 2016"/>
                <a:gd name="T26" fmla="*/ 3104 w 3324"/>
                <a:gd name="T27" fmla="*/ 775 h 2016"/>
                <a:gd name="T28" fmla="*/ 1633 w 3324"/>
                <a:gd name="T29" fmla="*/ 1943 h 2016"/>
                <a:gd name="T30" fmla="*/ 1589 w 3324"/>
                <a:gd name="T31" fmla="*/ 1974 h 2016"/>
                <a:gd name="T32" fmla="*/ 1540 w 3324"/>
                <a:gd name="T33" fmla="*/ 1990 h 2016"/>
                <a:gd name="T34" fmla="*/ 1486 w 3324"/>
                <a:gd name="T35" fmla="*/ 1990 h 2016"/>
                <a:gd name="T36" fmla="*/ 1437 w 3324"/>
                <a:gd name="T37" fmla="*/ 1974 h 2016"/>
                <a:gd name="T38" fmla="*/ 1395 w 3324"/>
                <a:gd name="T39" fmla="*/ 1943 h 2016"/>
                <a:gd name="T40" fmla="*/ 317 w 3324"/>
                <a:gd name="T41" fmla="*/ 1967 h 2016"/>
                <a:gd name="T42" fmla="*/ 274 w 3324"/>
                <a:gd name="T43" fmla="*/ 1998 h 2016"/>
                <a:gd name="T44" fmla="*/ 225 w 3324"/>
                <a:gd name="T45" fmla="*/ 2014 h 2016"/>
                <a:gd name="T46" fmla="*/ 172 w 3324"/>
                <a:gd name="T47" fmla="*/ 2014 h 2016"/>
                <a:gd name="T48" fmla="*/ 122 w 3324"/>
                <a:gd name="T49" fmla="*/ 1998 h 2016"/>
                <a:gd name="T50" fmla="*/ 80 w 3324"/>
                <a:gd name="T51" fmla="*/ 1967 h 2016"/>
                <a:gd name="T52" fmla="*/ 28 w 3324"/>
                <a:gd name="T53" fmla="*/ 1912 h 2016"/>
                <a:gd name="T54" fmla="*/ 4 w 3324"/>
                <a:gd name="T55" fmla="*/ 1860 h 2016"/>
                <a:gd name="T56" fmla="*/ 0 w 3324"/>
                <a:gd name="T57" fmla="*/ 1804 h 2016"/>
                <a:gd name="T58" fmla="*/ 14 w 3324"/>
                <a:gd name="T59" fmla="*/ 1749 h 2016"/>
                <a:gd name="T60" fmla="*/ 48 w 3324"/>
                <a:gd name="T61" fmla="*/ 1700 h 2016"/>
                <a:gd name="T62" fmla="*/ 770 w 3324"/>
                <a:gd name="T63" fmla="*/ 986 h 2016"/>
                <a:gd name="T64" fmla="*/ 816 w 3324"/>
                <a:gd name="T65" fmla="*/ 962 h 2016"/>
                <a:gd name="T66" fmla="*/ 868 w 3324"/>
                <a:gd name="T67" fmla="*/ 954 h 2016"/>
                <a:gd name="T68" fmla="*/ 920 w 3324"/>
                <a:gd name="T69" fmla="*/ 962 h 2016"/>
                <a:gd name="T70" fmla="*/ 967 w 3324"/>
                <a:gd name="T71" fmla="*/ 986 h 2016"/>
                <a:gd name="T72" fmla="*/ 1514 w 3324"/>
                <a:gd name="T73" fmla="*/ 1527 h 2016"/>
                <a:gd name="T74" fmla="*/ 2583 w 3324"/>
                <a:gd name="T75" fmla="*/ 259 h 2016"/>
                <a:gd name="T76" fmla="*/ 2528 w 3324"/>
                <a:gd name="T77" fmla="*/ 203 h 2016"/>
                <a:gd name="T78" fmla="*/ 2513 w 3324"/>
                <a:gd name="T79" fmla="*/ 184 h 2016"/>
                <a:gd name="T80" fmla="*/ 2500 w 3324"/>
                <a:gd name="T81" fmla="*/ 159 h 2016"/>
                <a:gd name="T82" fmla="*/ 2494 w 3324"/>
                <a:gd name="T83" fmla="*/ 127 h 2016"/>
                <a:gd name="T84" fmla="*/ 2505 w 3324"/>
                <a:gd name="T85" fmla="*/ 88 h 2016"/>
                <a:gd name="T86" fmla="*/ 2526 w 3324"/>
                <a:gd name="T87" fmla="*/ 57 h 2016"/>
                <a:gd name="T88" fmla="*/ 2556 w 3324"/>
                <a:gd name="T89" fmla="*/ 37 h 2016"/>
                <a:gd name="T90" fmla="*/ 2586 w 3324"/>
                <a:gd name="T91" fmla="*/ 29 h 2016"/>
                <a:gd name="T92" fmla="*/ 2616 w 3324"/>
                <a:gd name="T93" fmla="*/ 27 h 2016"/>
                <a:gd name="T94" fmla="*/ 3197 w 3324"/>
                <a:gd name="T95" fmla="*/ 0 h 2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24" h="2016">
                  <a:moveTo>
                    <a:pt x="3197" y="0"/>
                  </a:moveTo>
                  <a:lnTo>
                    <a:pt x="3208" y="0"/>
                  </a:lnTo>
                  <a:lnTo>
                    <a:pt x="3234" y="2"/>
                  </a:lnTo>
                  <a:lnTo>
                    <a:pt x="3258" y="8"/>
                  </a:lnTo>
                  <a:lnTo>
                    <a:pt x="3279" y="18"/>
                  </a:lnTo>
                  <a:lnTo>
                    <a:pt x="3296" y="32"/>
                  </a:lnTo>
                  <a:lnTo>
                    <a:pt x="3309" y="49"/>
                  </a:lnTo>
                  <a:lnTo>
                    <a:pt x="3318" y="71"/>
                  </a:lnTo>
                  <a:lnTo>
                    <a:pt x="3323" y="95"/>
                  </a:lnTo>
                  <a:lnTo>
                    <a:pt x="3324" y="123"/>
                  </a:lnTo>
                  <a:lnTo>
                    <a:pt x="3315" y="311"/>
                  </a:lnTo>
                  <a:lnTo>
                    <a:pt x="3297" y="688"/>
                  </a:lnTo>
                  <a:lnTo>
                    <a:pt x="3296" y="706"/>
                  </a:lnTo>
                  <a:lnTo>
                    <a:pt x="3292" y="726"/>
                  </a:lnTo>
                  <a:lnTo>
                    <a:pt x="3286" y="745"/>
                  </a:lnTo>
                  <a:lnTo>
                    <a:pt x="3276" y="765"/>
                  </a:lnTo>
                  <a:lnTo>
                    <a:pt x="3260" y="783"/>
                  </a:lnTo>
                  <a:lnTo>
                    <a:pt x="3247" y="794"/>
                  </a:lnTo>
                  <a:lnTo>
                    <a:pt x="3232" y="804"/>
                  </a:lnTo>
                  <a:lnTo>
                    <a:pt x="3216" y="811"/>
                  </a:lnTo>
                  <a:lnTo>
                    <a:pt x="3200" y="816"/>
                  </a:lnTo>
                  <a:lnTo>
                    <a:pt x="3184" y="817"/>
                  </a:lnTo>
                  <a:lnTo>
                    <a:pt x="3167" y="815"/>
                  </a:lnTo>
                  <a:lnTo>
                    <a:pt x="3150" y="810"/>
                  </a:lnTo>
                  <a:lnTo>
                    <a:pt x="3137" y="803"/>
                  </a:lnTo>
                  <a:lnTo>
                    <a:pt x="3124" y="794"/>
                  </a:lnTo>
                  <a:lnTo>
                    <a:pt x="3114" y="784"/>
                  </a:lnTo>
                  <a:lnTo>
                    <a:pt x="3104" y="775"/>
                  </a:lnTo>
                  <a:lnTo>
                    <a:pt x="2955" y="627"/>
                  </a:lnTo>
                  <a:lnTo>
                    <a:pt x="1633" y="1943"/>
                  </a:lnTo>
                  <a:lnTo>
                    <a:pt x="1612" y="1960"/>
                  </a:lnTo>
                  <a:lnTo>
                    <a:pt x="1589" y="1974"/>
                  </a:lnTo>
                  <a:lnTo>
                    <a:pt x="1565" y="1984"/>
                  </a:lnTo>
                  <a:lnTo>
                    <a:pt x="1540" y="1990"/>
                  </a:lnTo>
                  <a:lnTo>
                    <a:pt x="1514" y="1992"/>
                  </a:lnTo>
                  <a:lnTo>
                    <a:pt x="1486" y="1990"/>
                  </a:lnTo>
                  <a:lnTo>
                    <a:pt x="1461" y="1984"/>
                  </a:lnTo>
                  <a:lnTo>
                    <a:pt x="1437" y="1974"/>
                  </a:lnTo>
                  <a:lnTo>
                    <a:pt x="1415" y="1960"/>
                  </a:lnTo>
                  <a:lnTo>
                    <a:pt x="1395" y="1943"/>
                  </a:lnTo>
                  <a:lnTo>
                    <a:pt x="868" y="1419"/>
                  </a:lnTo>
                  <a:lnTo>
                    <a:pt x="317" y="1967"/>
                  </a:lnTo>
                  <a:lnTo>
                    <a:pt x="297" y="1984"/>
                  </a:lnTo>
                  <a:lnTo>
                    <a:pt x="274" y="1998"/>
                  </a:lnTo>
                  <a:lnTo>
                    <a:pt x="250" y="2008"/>
                  </a:lnTo>
                  <a:lnTo>
                    <a:pt x="225" y="2014"/>
                  </a:lnTo>
                  <a:lnTo>
                    <a:pt x="199" y="2016"/>
                  </a:lnTo>
                  <a:lnTo>
                    <a:pt x="172" y="2014"/>
                  </a:lnTo>
                  <a:lnTo>
                    <a:pt x="146" y="2008"/>
                  </a:lnTo>
                  <a:lnTo>
                    <a:pt x="122" y="1998"/>
                  </a:lnTo>
                  <a:lnTo>
                    <a:pt x="100" y="1984"/>
                  </a:lnTo>
                  <a:lnTo>
                    <a:pt x="80" y="1967"/>
                  </a:lnTo>
                  <a:lnTo>
                    <a:pt x="48" y="1936"/>
                  </a:lnTo>
                  <a:lnTo>
                    <a:pt x="28" y="1912"/>
                  </a:lnTo>
                  <a:lnTo>
                    <a:pt x="14" y="1887"/>
                  </a:lnTo>
                  <a:lnTo>
                    <a:pt x="4" y="1860"/>
                  </a:lnTo>
                  <a:lnTo>
                    <a:pt x="0" y="1832"/>
                  </a:lnTo>
                  <a:lnTo>
                    <a:pt x="0" y="1804"/>
                  </a:lnTo>
                  <a:lnTo>
                    <a:pt x="4" y="1776"/>
                  </a:lnTo>
                  <a:lnTo>
                    <a:pt x="14" y="1749"/>
                  </a:lnTo>
                  <a:lnTo>
                    <a:pt x="28" y="1723"/>
                  </a:lnTo>
                  <a:lnTo>
                    <a:pt x="48" y="1700"/>
                  </a:lnTo>
                  <a:lnTo>
                    <a:pt x="750" y="1003"/>
                  </a:lnTo>
                  <a:lnTo>
                    <a:pt x="770" y="986"/>
                  </a:lnTo>
                  <a:lnTo>
                    <a:pt x="792" y="972"/>
                  </a:lnTo>
                  <a:lnTo>
                    <a:pt x="816" y="962"/>
                  </a:lnTo>
                  <a:lnTo>
                    <a:pt x="842" y="956"/>
                  </a:lnTo>
                  <a:lnTo>
                    <a:pt x="868" y="954"/>
                  </a:lnTo>
                  <a:lnTo>
                    <a:pt x="894" y="956"/>
                  </a:lnTo>
                  <a:lnTo>
                    <a:pt x="920" y="962"/>
                  </a:lnTo>
                  <a:lnTo>
                    <a:pt x="945" y="972"/>
                  </a:lnTo>
                  <a:lnTo>
                    <a:pt x="967" y="986"/>
                  </a:lnTo>
                  <a:lnTo>
                    <a:pt x="987" y="1003"/>
                  </a:lnTo>
                  <a:lnTo>
                    <a:pt x="1514" y="1527"/>
                  </a:lnTo>
                  <a:lnTo>
                    <a:pt x="2685" y="360"/>
                  </a:lnTo>
                  <a:lnTo>
                    <a:pt x="2583" y="259"/>
                  </a:lnTo>
                  <a:lnTo>
                    <a:pt x="2535" y="210"/>
                  </a:lnTo>
                  <a:lnTo>
                    <a:pt x="2528" y="203"/>
                  </a:lnTo>
                  <a:lnTo>
                    <a:pt x="2521" y="194"/>
                  </a:lnTo>
                  <a:lnTo>
                    <a:pt x="2513" y="184"/>
                  </a:lnTo>
                  <a:lnTo>
                    <a:pt x="2506" y="172"/>
                  </a:lnTo>
                  <a:lnTo>
                    <a:pt x="2500" y="159"/>
                  </a:lnTo>
                  <a:lnTo>
                    <a:pt x="2495" y="144"/>
                  </a:lnTo>
                  <a:lnTo>
                    <a:pt x="2494" y="127"/>
                  </a:lnTo>
                  <a:lnTo>
                    <a:pt x="2498" y="108"/>
                  </a:lnTo>
                  <a:lnTo>
                    <a:pt x="2505" y="88"/>
                  </a:lnTo>
                  <a:lnTo>
                    <a:pt x="2514" y="72"/>
                  </a:lnTo>
                  <a:lnTo>
                    <a:pt x="2526" y="57"/>
                  </a:lnTo>
                  <a:lnTo>
                    <a:pt x="2540" y="45"/>
                  </a:lnTo>
                  <a:lnTo>
                    <a:pt x="2556" y="37"/>
                  </a:lnTo>
                  <a:lnTo>
                    <a:pt x="2571" y="32"/>
                  </a:lnTo>
                  <a:lnTo>
                    <a:pt x="2586" y="29"/>
                  </a:lnTo>
                  <a:lnTo>
                    <a:pt x="2601" y="28"/>
                  </a:lnTo>
                  <a:lnTo>
                    <a:pt x="2616" y="27"/>
                  </a:lnTo>
                  <a:lnTo>
                    <a:pt x="2906" y="13"/>
                  </a:lnTo>
                  <a:lnTo>
                    <a:pt x="31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27" name="Group 258">
            <a:extLst>
              <a:ext uri="{FF2B5EF4-FFF2-40B4-BE49-F238E27FC236}">
                <a16:creationId xmlns:a16="http://schemas.microsoft.com/office/drawing/2014/main" id="{C30989A8-23FF-BB74-8BC5-57C19126184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849826" y="3469298"/>
            <a:ext cx="361621" cy="360000"/>
            <a:chOff x="1234" y="3490"/>
            <a:chExt cx="223" cy="222"/>
          </a:xfrm>
          <a:solidFill>
            <a:schemeClr val="bg1"/>
          </a:solidFill>
        </p:grpSpPr>
        <p:sp>
          <p:nvSpPr>
            <p:cNvPr id="28" name="Freeform 260">
              <a:extLst>
                <a:ext uri="{FF2B5EF4-FFF2-40B4-BE49-F238E27FC236}">
                  <a16:creationId xmlns:a16="http://schemas.microsoft.com/office/drawing/2014/main" id="{02B3F50F-10C4-1EB6-571B-17DF81B1B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3490"/>
              <a:ext cx="141" cy="140"/>
            </a:xfrm>
            <a:custGeom>
              <a:avLst/>
              <a:gdLst>
                <a:gd name="T0" fmla="*/ 1719 w 2103"/>
                <a:gd name="T1" fmla="*/ 0 h 2097"/>
                <a:gd name="T2" fmla="*/ 1763 w 2103"/>
                <a:gd name="T3" fmla="*/ 339 h 2097"/>
                <a:gd name="T4" fmla="*/ 2103 w 2103"/>
                <a:gd name="T5" fmla="*/ 383 h 2097"/>
                <a:gd name="T6" fmla="*/ 1654 w 2103"/>
                <a:gd name="T7" fmla="*/ 830 h 2097"/>
                <a:gd name="T8" fmla="*/ 1510 w 2103"/>
                <a:gd name="T9" fmla="*/ 811 h 2097"/>
                <a:gd name="T10" fmla="*/ 624 w 2103"/>
                <a:gd name="T11" fmla="*/ 1695 h 2097"/>
                <a:gd name="T12" fmla="*/ 631 w 2103"/>
                <a:gd name="T13" fmla="*/ 1722 h 2097"/>
                <a:gd name="T14" fmla="*/ 635 w 2103"/>
                <a:gd name="T15" fmla="*/ 1751 h 2097"/>
                <a:gd name="T16" fmla="*/ 636 w 2103"/>
                <a:gd name="T17" fmla="*/ 1780 h 2097"/>
                <a:gd name="T18" fmla="*/ 633 w 2103"/>
                <a:gd name="T19" fmla="*/ 1823 h 2097"/>
                <a:gd name="T20" fmla="*/ 625 w 2103"/>
                <a:gd name="T21" fmla="*/ 1864 h 2097"/>
                <a:gd name="T22" fmla="*/ 611 w 2103"/>
                <a:gd name="T23" fmla="*/ 1903 h 2097"/>
                <a:gd name="T24" fmla="*/ 593 w 2103"/>
                <a:gd name="T25" fmla="*/ 1940 h 2097"/>
                <a:gd name="T26" fmla="*/ 570 w 2103"/>
                <a:gd name="T27" fmla="*/ 1974 h 2097"/>
                <a:gd name="T28" fmla="*/ 543 w 2103"/>
                <a:gd name="T29" fmla="*/ 2004 h 2097"/>
                <a:gd name="T30" fmla="*/ 512 w 2103"/>
                <a:gd name="T31" fmla="*/ 2030 h 2097"/>
                <a:gd name="T32" fmla="*/ 479 w 2103"/>
                <a:gd name="T33" fmla="*/ 2054 h 2097"/>
                <a:gd name="T34" fmla="*/ 442 w 2103"/>
                <a:gd name="T35" fmla="*/ 2072 h 2097"/>
                <a:gd name="T36" fmla="*/ 402 w 2103"/>
                <a:gd name="T37" fmla="*/ 2086 h 2097"/>
                <a:gd name="T38" fmla="*/ 361 w 2103"/>
                <a:gd name="T39" fmla="*/ 2094 h 2097"/>
                <a:gd name="T40" fmla="*/ 318 w 2103"/>
                <a:gd name="T41" fmla="*/ 2097 h 2097"/>
                <a:gd name="T42" fmla="*/ 274 w 2103"/>
                <a:gd name="T43" fmla="*/ 2094 h 2097"/>
                <a:gd name="T44" fmla="*/ 234 w 2103"/>
                <a:gd name="T45" fmla="*/ 2086 h 2097"/>
                <a:gd name="T46" fmla="*/ 194 w 2103"/>
                <a:gd name="T47" fmla="*/ 2072 h 2097"/>
                <a:gd name="T48" fmla="*/ 158 w 2103"/>
                <a:gd name="T49" fmla="*/ 2054 h 2097"/>
                <a:gd name="T50" fmla="*/ 124 w 2103"/>
                <a:gd name="T51" fmla="*/ 2030 h 2097"/>
                <a:gd name="T52" fmla="*/ 93 w 2103"/>
                <a:gd name="T53" fmla="*/ 2004 h 2097"/>
                <a:gd name="T54" fmla="*/ 66 w 2103"/>
                <a:gd name="T55" fmla="*/ 1974 h 2097"/>
                <a:gd name="T56" fmla="*/ 44 w 2103"/>
                <a:gd name="T57" fmla="*/ 1940 h 2097"/>
                <a:gd name="T58" fmla="*/ 24 w 2103"/>
                <a:gd name="T59" fmla="*/ 1903 h 2097"/>
                <a:gd name="T60" fmla="*/ 11 w 2103"/>
                <a:gd name="T61" fmla="*/ 1864 h 2097"/>
                <a:gd name="T62" fmla="*/ 3 w 2103"/>
                <a:gd name="T63" fmla="*/ 1823 h 2097"/>
                <a:gd name="T64" fmla="*/ 0 w 2103"/>
                <a:gd name="T65" fmla="*/ 1780 h 2097"/>
                <a:gd name="T66" fmla="*/ 3 w 2103"/>
                <a:gd name="T67" fmla="*/ 1736 h 2097"/>
                <a:gd name="T68" fmla="*/ 11 w 2103"/>
                <a:gd name="T69" fmla="*/ 1696 h 2097"/>
                <a:gd name="T70" fmla="*/ 24 w 2103"/>
                <a:gd name="T71" fmla="*/ 1656 h 2097"/>
                <a:gd name="T72" fmla="*/ 44 w 2103"/>
                <a:gd name="T73" fmla="*/ 1620 h 2097"/>
                <a:gd name="T74" fmla="*/ 66 w 2103"/>
                <a:gd name="T75" fmla="*/ 1585 h 2097"/>
                <a:gd name="T76" fmla="*/ 93 w 2103"/>
                <a:gd name="T77" fmla="*/ 1555 h 2097"/>
                <a:gd name="T78" fmla="*/ 124 w 2103"/>
                <a:gd name="T79" fmla="*/ 1529 h 2097"/>
                <a:gd name="T80" fmla="*/ 158 w 2103"/>
                <a:gd name="T81" fmla="*/ 1505 h 2097"/>
                <a:gd name="T82" fmla="*/ 194 w 2103"/>
                <a:gd name="T83" fmla="*/ 1487 h 2097"/>
                <a:gd name="T84" fmla="*/ 234 w 2103"/>
                <a:gd name="T85" fmla="*/ 1474 h 2097"/>
                <a:gd name="T86" fmla="*/ 274 w 2103"/>
                <a:gd name="T87" fmla="*/ 1466 h 2097"/>
                <a:gd name="T88" fmla="*/ 318 w 2103"/>
                <a:gd name="T89" fmla="*/ 1463 h 2097"/>
                <a:gd name="T90" fmla="*/ 347 w 2103"/>
                <a:gd name="T91" fmla="*/ 1464 h 2097"/>
                <a:gd name="T92" fmla="*/ 375 w 2103"/>
                <a:gd name="T93" fmla="*/ 1468 h 2097"/>
                <a:gd name="T94" fmla="*/ 402 w 2103"/>
                <a:gd name="T95" fmla="*/ 1474 h 2097"/>
                <a:gd name="T96" fmla="*/ 1289 w 2103"/>
                <a:gd name="T97" fmla="*/ 590 h 2097"/>
                <a:gd name="T98" fmla="*/ 1269 w 2103"/>
                <a:gd name="T99" fmla="*/ 447 h 2097"/>
                <a:gd name="T100" fmla="*/ 1719 w 2103"/>
                <a:gd name="T101" fmla="*/ 0 h 2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103" h="2097">
                  <a:moveTo>
                    <a:pt x="1719" y="0"/>
                  </a:moveTo>
                  <a:lnTo>
                    <a:pt x="1763" y="339"/>
                  </a:lnTo>
                  <a:lnTo>
                    <a:pt x="2103" y="383"/>
                  </a:lnTo>
                  <a:lnTo>
                    <a:pt x="1654" y="830"/>
                  </a:lnTo>
                  <a:lnTo>
                    <a:pt x="1510" y="811"/>
                  </a:lnTo>
                  <a:lnTo>
                    <a:pt x="624" y="1695"/>
                  </a:lnTo>
                  <a:lnTo>
                    <a:pt x="631" y="1722"/>
                  </a:lnTo>
                  <a:lnTo>
                    <a:pt x="635" y="1751"/>
                  </a:lnTo>
                  <a:lnTo>
                    <a:pt x="636" y="1780"/>
                  </a:lnTo>
                  <a:lnTo>
                    <a:pt x="633" y="1823"/>
                  </a:lnTo>
                  <a:lnTo>
                    <a:pt x="625" y="1864"/>
                  </a:lnTo>
                  <a:lnTo>
                    <a:pt x="611" y="1903"/>
                  </a:lnTo>
                  <a:lnTo>
                    <a:pt x="593" y="1940"/>
                  </a:lnTo>
                  <a:lnTo>
                    <a:pt x="570" y="1974"/>
                  </a:lnTo>
                  <a:lnTo>
                    <a:pt x="543" y="2004"/>
                  </a:lnTo>
                  <a:lnTo>
                    <a:pt x="512" y="2030"/>
                  </a:lnTo>
                  <a:lnTo>
                    <a:pt x="479" y="2054"/>
                  </a:lnTo>
                  <a:lnTo>
                    <a:pt x="442" y="2072"/>
                  </a:lnTo>
                  <a:lnTo>
                    <a:pt x="402" y="2086"/>
                  </a:lnTo>
                  <a:lnTo>
                    <a:pt x="361" y="2094"/>
                  </a:lnTo>
                  <a:lnTo>
                    <a:pt x="318" y="2097"/>
                  </a:lnTo>
                  <a:lnTo>
                    <a:pt x="274" y="2094"/>
                  </a:lnTo>
                  <a:lnTo>
                    <a:pt x="234" y="2086"/>
                  </a:lnTo>
                  <a:lnTo>
                    <a:pt x="194" y="2072"/>
                  </a:lnTo>
                  <a:lnTo>
                    <a:pt x="158" y="2054"/>
                  </a:lnTo>
                  <a:lnTo>
                    <a:pt x="124" y="2030"/>
                  </a:lnTo>
                  <a:lnTo>
                    <a:pt x="93" y="2004"/>
                  </a:lnTo>
                  <a:lnTo>
                    <a:pt x="66" y="1974"/>
                  </a:lnTo>
                  <a:lnTo>
                    <a:pt x="44" y="1940"/>
                  </a:lnTo>
                  <a:lnTo>
                    <a:pt x="24" y="1903"/>
                  </a:lnTo>
                  <a:lnTo>
                    <a:pt x="11" y="1864"/>
                  </a:lnTo>
                  <a:lnTo>
                    <a:pt x="3" y="1823"/>
                  </a:lnTo>
                  <a:lnTo>
                    <a:pt x="0" y="1780"/>
                  </a:lnTo>
                  <a:lnTo>
                    <a:pt x="3" y="1736"/>
                  </a:lnTo>
                  <a:lnTo>
                    <a:pt x="11" y="1696"/>
                  </a:lnTo>
                  <a:lnTo>
                    <a:pt x="24" y="1656"/>
                  </a:lnTo>
                  <a:lnTo>
                    <a:pt x="44" y="1620"/>
                  </a:lnTo>
                  <a:lnTo>
                    <a:pt x="66" y="1585"/>
                  </a:lnTo>
                  <a:lnTo>
                    <a:pt x="93" y="1555"/>
                  </a:lnTo>
                  <a:lnTo>
                    <a:pt x="124" y="1529"/>
                  </a:lnTo>
                  <a:lnTo>
                    <a:pt x="158" y="1505"/>
                  </a:lnTo>
                  <a:lnTo>
                    <a:pt x="194" y="1487"/>
                  </a:lnTo>
                  <a:lnTo>
                    <a:pt x="234" y="1474"/>
                  </a:lnTo>
                  <a:lnTo>
                    <a:pt x="274" y="1466"/>
                  </a:lnTo>
                  <a:lnTo>
                    <a:pt x="318" y="1463"/>
                  </a:lnTo>
                  <a:lnTo>
                    <a:pt x="347" y="1464"/>
                  </a:lnTo>
                  <a:lnTo>
                    <a:pt x="375" y="1468"/>
                  </a:lnTo>
                  <a:lnTo>
                    <a:pt x="402" y="1474"/>
                  </a:lnTo>
                  <a:lnTo>
                    <a:pt x="1289" y="590"/>
                  </a:lnTo>
                  <a:lnTo>
                    <a:pt x="1269" y="447"/>
                  </a:lnTo>
                  <a:lnTo>
                    <a:pt x="17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29" name="Freeform 261">
              <a:extLst>
                <a:ext uri="{FF2B5EF4-FFF2-40B4-BE49-F238E27FC236}">
                  <a16:creationId xmlns:a16="http://schemas.microsoft.com/office/drawing/2014/main" id="{8D15CB8F-5C58-75F8-7AA0-3E28DC7A2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" y="3548"/>
              <a:ext cx="123" cy="122"/>
            </a:xfrm>
            <a:custGeom>
              <a:avLst/>
              <a:gdLst>
                <a:gd name="T0" fmla="*/ 1088 w 1844"/>
                <a:gd name="T1" fmla="*/ 14 h 1837"/>
                <a:gd name="T2" fmla="*/ 956 w 1844"/>
                <a:gd name="T3" fmla="*/ 309 h 1837"/>
                <a:gd name="T4" fmla="*/ 805 w 1844"/>
                <a:gd name="T5" fmla="*/ 319 h 1837"/>
                <a:gd name="T6" fmla="*/ 661 w 1844"/>
                <a:gd name="T7" fmla="*/ 367 h 1837"/>
                <a:gd name="T8" fmla="*/ 529 w 1844"/>
                <a:gd name="T9" fmla="*/ 451 h 1837"/>
                <a:gd name="T10" fmla="*/ 415 w 1844"/>
                <a:gd name="T11" fmla="*/ 576 h 1837"/>
                <a:gd name="T12" fmla="*/ 340 w 1844"/>
                <a:gd name="T13" fmla="*/ 728 h 1837"/>
                <a:gd name="T14" fmla="*/ 310 w 1844"/>
                <a:gd name="T15" fmla="*/ 891 h 1837"/>
                <a:gd name="T16" fmla="*/ 325 w 1844"/>
                <a:gd name="T17" fmla="*/ 1056 h 1837"/>
                <a:gd name="T18" fmla="*/ 384 w 1844"/>
                <a:gd name="T19" fmla="*/ 1212 h 1837"/>
                <a:gd name="T20" fmla="*/ 489 w 1844"/>
                <a:gd name="T21" fmla="*/ 1351 h 1837"/>
                <a:gd name="T22" fmla="*/ 627 w 1844"/>
                <a:gd name="T23" fmla="*/ 1454 h 1837"/>
                <a:gd name="T24" fmla="*/ 785 w 1844"/>
                <a:gd name="T25" fmla="*/ 1514 h 1837"/>
                <a:gd name="T26" fmla="*/ 950 w 1844"/>
                <a:gd name="T27" fmla="*/ 1528 h 1837"/>
                <a:gd name="T28" fmla="*/ 1113 w 1844"/>
                <a:gd name="T29" fmla="*/ 1499 h 1837"/>
                <a:gd name="T30" fmla="*/ 1265 w 1844"/>
                <a:gd name="T31" fmla="*/ 1425 h 1837"/>
                <a:gd name="T32" fmla="*/ 1392 w 1844"/>
                <a:gd name="T33" fmla="*/ 1310 h 1837"/>
                <a:gd name="T34" fmla="*/ 1476 w 1844"/>
                <a:gd name="T35" fmla="*/ 1180 h 1837"/>
                <a:gd name="T36" fmla="*/ 1523 w 1844"/>
                <a:gd name="T37" fmla="*/ 1035 h 1837"/>
                <a:gd name="T38" fmla="*/ 1533 w 1844"/>
                <a:gd name="T39" fmla="*/ 884 h 1837"/>
                <a:gd name="T40" fmla="*/ 1829 w 1844"/>
                <a:gd name="T41" fmla="*/ 753 h 1837"/>
                <a:gd name="T42" fmla="*/ 1843 w 1844"/>
                <a:gd name="T43" fmla="*/ 953 h 1837"/>
                <a:gd name="T44" fmla="*/ 1813 w 1844"/>
                <a:gd name="T45" fmla="*/ 1153 h 1837"/>
                <a:gd name="T46" fmla="*/ 1740 w 1844"/>
                <a:gd name="T47" fmla="*/ 1343 h 1837"/>
                <a:gd name="T48" fmla="*/ 1622 w 1844"/>
                <a:gd name="T49" fmla="*/ 1516 h 1837"/>
                <a:gd name="T50" fmla="*/ 1466 w 1844"/>
                <a:gd name="T51" fmla="*/ 1662 h 1837"/>
                <a:gd name="T52" fmla="*/ 1285 w 1844"/>
                <a:gd name="T53" fmla="*/ 1764 h 1837"/>
                <a:gd name="T54" fmla="*/ 1090 w 1844"/>
                <a:gd name="T55" fmla="*/ 1823 h 1837"/>
                <a:gd name="T56" fmla="*/ 889 w 1844"/>
                <a:gd name="T57" fmla="*/ 1837 h 1837"/>
                <a:gd name="T58" fmla="*/ 688 w 1844"/>
                <a:gd name="T59" fmla="*/ 1808 h 1837"/>
                <a:gd name="T60" fmla="*/ 497 w 1844"/>
                <a:gd name="T61" fmla="*/ 1735 h 1837"/>
                <a:gd name="T62" fmla="*/ 322 w 1844"/>
                <a:gd name="T63" fmla="*/ 1617 h 1837"/>
                <a:gd name="T64" fmla="*/ 177 w 1844"/>
                <a:gd name="T65" fmla="*/ 1460 h 1837"/>
                <a:gd name="T66" fmla="*/ 74 w 1844"/>
                <a:gd name="T67" fmla="*/ 1281 h 1837"/>
                <a:gd name="T68" fmla="*/ 15 w 1844"/>
                <a:gd name="T69" fmla="*/ 1086 h 1837"/>
                <a:gd name="T70" fmla="*/ 0 w 1844"/>
                <a:gd name="T71" fmla="*/ 885 h 1837"/>
                <a:gd name="T72" fmla="*/ 30 w 1844"/>
                <a:gd name="T73" fmla="*/ 685 h 1837"/>
                <a:gd name="T74" fmla="*/ 103 w 1844"/>
                <a:gd name="T75" fmla="*/ 494 h 1837"/>
                <a:gd name="T76" fmla="*/ 221 w 1844"/>
                <a:gd name="T77" fmla="*/ 321 h 1837"/>
                <a:gd name="T78" fmla="*/ 378 w 1844"/>
                <a:gd name="T79" fmla="*/ 176 h 1837"/>
                <a:gd name="T80" fmla="*/ 558 w 1844"/>
                <a:gd name="T81" fmla="*/ 74 h 1837"/>
                <a:gd name="T82" fmla="*/ 752 w 1844"/>
                <a:gd name="T83" fmla="*/ 15 h 1837"/>
                <a:gd name="T84" fmla="*/ 954 w 1844"/>
                <a:gd name="T85" fmla="*/ 0 h 1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44" h="1837">
                  <a:moveTo>
                    <a:pt x="954" y="0"/>
                  </a:moveTo>
                  <a:lnTo>
                    <a:pt x="1021" y="5"/>
                  </a:lnTo>
                  <a:lnTo>
                    <a:pt x="1088" y="14"/>
                  </a:lnTo>
                  <a:lnTo>
                    <a:pt x="1153" y="28"/>
                  </a:lnTo>
                  <a:lnTo>
                    <a:pt x="1218" y="48"/>
                  </a:lnTo>
                  <a:lnTo>
                    <a:pt x="956" y="309"/>
                  </a:lnTo>
                  <a:lnTo>
                    <a:pt x="906" y="309"/>
                  </a:lnTo>
                  <a:lnTo>
                    <a:pt x="855" y="312"/>
                  </a:lnTo>
                  <a:lnTo>
                    <a:pt x="805" y="319"/>
                  </a:lnTo>
                  <a:lnTo>
                    <a:pt x="756" y="331"/>
                  </a:lnTo>
                  <a:lnTo>
                    <a:pt x="708" y="346"/>
                  </a:lnTo>
                  <a:lnTo>
                    <a:pt x="661" y="367"/>
                  </a:lnTo>
                  <a:lnTo>
                    <a:pt x="615" y="390"/>
                  </a:lnTo>
                  <a:lnTo>
                    <a:pt x="570" y="418"/>
                  </a:lnTo>
                  <a:lnTo>
                    <a:pt x="529" y="451"/>
                  </a:lnTo>
                  <a:lnTo>
                    <a:pt x="489" y="487"/>
                  </a:lnTo>
                  <a:lnTo>
                    <a:pt x="449" y="531"/>
                  </a:lnTo>
                  <a:lnTo>
                    <a:pt x="415" y="576"/>
                  </a:lnTo>
                  <a:lnTo>
                    <a:pt x="384" y="625"/>
                  </a:lnTo>
                  <a:lnTo>
                    <a:pt x="360" y="676"/>
                  </a:lnTo>
                  <a:lnTo>
                    <a:pt x="340" y="728"/>
                  </a:lnTo>
                  <a:lnTo>
                    <a:pt x="325" y="782"/>
                  </a:lnTo>
                  <a:lnTo>
                    <a:pt x="315" y="836"/>
                  </a:lnTo>
                  <a:lnTo>
                    <a:pt x="310" y="891"/>
                  </a:lnTo>
                  <a:lnTo>
                    <a:pt x="310" y="946"/>
                  </a:lnTo>
                  <a:lnTo>
                    <a:pt x="315" y="1001"/>
                  </a:lnTo>
                  <a:lnTo>
                    <a:pt x="325" y="1056"/>
                  </a:lnTo>
                  <a:lnTo>
                    <a:pt x="340" y="1110"/>
                  </a:lnTo>
                  <a:lnTo>
                    <a:pt x="360" y="1161"/>
                  </a:lnTo>
                  <a:lnTo>
                    <a:pt x="384" y="1212"/>
                  </a:lnTo>
                  <a:lnTo>
                    <a:pt x="415" y="1261"/>
                  </a:lnTo>
                  <a:lnTo>
                    <a:pt x="449" y="1307"/>
                  </a:lnTo>
                  <a:lnTo>
                    <a:pt x="489" y="1351"/>
                  </a:lnTo>
                  <a:lnTo>
                    <a:pt x="533" y="1390"/>
                  </a:lnTo>
                  <a:lnTo>
                    <a:pt x="579" y="1425"/>
                  </a:lnTo>
                  <a:lnTo>
                    <a:pt x="627" y="1454"/>
                  </a:lnTo>
                  <a:lnTo>
                    <a:pt x="678" y="1479"/>
                  </a:lnTo>
                  <a:lnTo>
                    <a:pt x="731" y="1499"/>
                  </a:lnTo>
                  <a:lnTo>
                    <a:pt x="785" y="1514"/>
                  </a:lnTo>
                  <a:lnTo>
                    <a:pt x="839" y="1523"/>
                  </a:lnTo>
                  <a:lnTo>
                    <a:pt x="895" y="1528"/>
                  </a:lnTo>
                  <a:lnTo>
                    <a:pt x="950" y="1528"/>
                  </a:lnTo>
                  <a:lnTo>
                    <a:pt x="1004" y="1523"/>
                  </a:lnTo>
                  <a:lnTo>
                    <a:pt x="1059" y="1514"/>
                  </a:lnTo>
                  <a:lnTo>
                    <a:pt x="1113" y="1499"/>
                  </a:lnTo>
                  <a:lnTo>
                    <a:pt x="1165" y="1479"/>
                  </a:lnTo>
                  <a:lnTo>
                    <a:pt x="1216" y="1454"/>
                  </a:lnTo>
                  <a:lnTo>
                    <a:pt x="1265" y="1425"/>
                  </a:lnTo>
                  <a:lnTo>
                    <a:pt x="1311" y="1390"/>
                  </a:lnTo>
                  <a:lnTo>
                    <a:pt x="1355" y="1351"/>
                  </a:lnTo>
                  <a:lnTo>
                    <a:pt x="1392" y="1310"/>
                  </a:lnTo>
                  <a:lnTo>
                    <a:pt x="1423" y="1269"/>
                  </a:lnTo>
                  <a:lnTo>
                    <a:pt x="1452" y="1225"/>
                  </a:lnTo>
                  <a:lnTo>
                    <a:pt x="1476" y="1180"/>
                  </a:lnTo>
                  <a:lnTo>
                    <a:pt x="1495" y="1132"/>
                  </a:lnTo>
                  <a:lnTo>
                    <a:pt x="1512" y="1083"/>
                  </a:lnTo>
                  <a:lnTo>
                    <a:pt x="1523" y="1035"/>
                  </a:lnTo>
                  <a:lnTo>
                    <a:pt x="1531" y="985"/>
                  </a:lnTo>
                  <a:lnTo>
                    <a:pt x="1534" y="934"/>
                  </a:lnTo>
                  <a:lnTo>
                    <a:pt x="1533" y="884"/>
                  </a:lnTo>
                  <a:lnTo>
                    <a:pt x="1795" y="622"/>
                  </a:lnTo>
                  <a:lnTo>
                    <a:pt x="1815" y="687"/>
                  </a:lnTo>
                  <a:lnTo>
                    <a:pt x="1829" y="753"/>
                  </a:lnTo>
                  <a:lnTo>
                    <a:pt x="1839" y="820"/>
                  </a:lnTo>
                  <a:lnTo>
                    <a:pt x="1844" y="887"/>
                  </a:lnTo>
                  <a:lnTo>
                    <a:pt x="1843" y="953"/>
                  </a:lnTo>
                  <a:lnTo>
                    <a:pt x="1839" y="1020"/>
                  </a:lnTo>
                  <a:lnTo>
                    <a:pt x="1829" y="1087"/>
                  </a:lnTo>
                  <a:lnTo>
                    <a:pt x="1813" y="1153"/>
                  </a:lnTo>
                  <a:lnTo>
                    <a:pt x="1794" y="1218"/>
                  </a:lnTo>
                  <a:lnTo>
                    <a:pt x="1770" y="1281"/>
                  </a:lnTo>
                  <a:lnTo>
                    <a:pt x="1740" y="1343"/>
                  </a:lnTo>
                  <a:lnTo>
                    <a:pt x="1706" y="1404"/>
                  </a:lnTo>
                  <a:lnTo>
                    <a:pt x="1667" y="1461"/>
                  </a:lnTo>
                  <a:lnTo>
                    <a:pt x="1622" y="1516"/>
                  </a:lnTo>
                  <a:lnTo>
                    <a:pt x="1574" y="1569"/>
                  </a:lnTo>
                  <a:lnTo>
                    <a:pt x="1521" y="1617"/>
                  </a:lnTo>
                  <a:lnTo>
                    <a:pt x="1466" y="1662"/>
                  </a:lnTo>
                  <a:lnTo>
                    <a:pt x="1407" y="1701"/>
                  </a:lnTo>
                  <a:lnTo>
                    <a:pt x="1347" y="1735"/>
                  </a:lnTo>
                  <a:lnTo>
                    <a:pt x="1285" y="1764"/>
                  </a:lnTo>
                  <a:lnTo>
                    <a:pt x="1221" y="1789"/>
                  </a:lnTo>
                  <a:lnTo>
                    <a:pt x="1156" y="1808"/>
                  </a:lnTo>
                  <a:lnTo>
                    <a:pt x="1090" y="1823"/>
                  </a:lnTo>
                  <a:lnTo>
                    <a:pt x="1023" y="1832"/>
                  </a:lnTo>
                  <a:lnTo>
                    <a:pt x="956" y="1837"/>
                  </a:lnTo>
                  <a:lnTo>
                    <a:pt x="889" y="1837"/>
                  </a:lnTo>
                  <a:lnTo>
                    <a:pt x="820" y="1832"/>
                  </a:lnTo>
                  <a:lnTo>
                    <a:pt x="754" y="1823"/>
                  </a:lnTo>
                  <a:lnTo>
                    <a:pt x="688" y="1808"/>
                  </a:lnTo>
                  <a:lnTo>
                    <a:pt x="623" y="1789"/>
                  </a:lnTo>
                  <a:lnTo>
                    <a:pt x="559" y="1764"/>
                  </a:lnTo>
                  <a:lnTo>
                    <a:pt x="497" y="1735"/>
                  </a:lnTo>
                  <a:lnTo>
                    <a:pt x="436" y="1701"/>
                  </a:lnTo>
                  <a:lnTo>
                    <a:pt x="378" y="1662"/>
                  </a:lnTo>
                  <a:lnTo>
                    <a:pt x="322" y="1617"/>
                  </a:lnTo>
                  <a:lnTo>
                    <a:pt x="270" y="1569"/>
                  </a:lnTo>
                  <a:lnTo>
                    <a:pt x="221" y="1516"/>
                  </a:lnTo>
                  <a:lnTo>
                    <a:pt x="177" y="1460"/>
                  </a:lnTo>
                  <a:lnTo>
                    <a:pt x="137" y="1403"/>
                  </a:lnTo>
                  <a:lnTo>
                    <a:pt x="103" y="1343"/>
                  </a:lnTo>
                  <a:lnTo>
                    <a:pt x="74" y="1281"/>
                  </a:lnTo>
                  <a:lnTo>
                    <a:pt x="50" y="1217"/>
                  </a:lnTo>
                  <a:lnTo>
                    <a:pt x="30" y="1152"/>
                  </a:lnTo>
                  <a:lnTo>
                    <a:pt x="15" y="1086"/>
                  </a:lnTo>
                  <a:lnTo>
                    <a:pt x="5" y="1019"/>
                  </a:lnTo>
                  <a:lnTo>
                    <a:pt x="0" y="952"/>
                  </a:lnTo>
                  <a:lnTo>
                    <a:pt x="0" y="885"/>
                  </a:lnTo>
                  <a:lnTo>
                    <a:pt x="5" y="818"/>
                  </a:lnTo>
                  <a:lnTo>
                    <a:pt x="15" y="752"/>
                  </a:lnTo>
                  <a:lnTo>
                    <a:pt x="30" y="685"/>
                  </a:lnTo>
                  <a:lnTo>
                    <a:pt x="50" y="620"/>
                  </a:lnTo>
                  <a:lnTo>
                    <a:pt x="74" y="557"/>
                  </a:lnTo>
                  <a:lnTo>
                    <a:pt x="103" y="494"/>
                  </a:lnTo>
                  <a:lnTo>
                    <a:pt x="137" y="435"/>
                  </a:lnTo>
                  <a:lnTo>
                    <a:pt x="177" y="377"/>
                  </a:lnTo>
                  <a:lnTo>
                    <a:pt x="221" y="321"/>
                  </a:lnTo>
                  <a:lnTo>
                    <a:pt x="270" y="268"/>
                  </a:lnTo>
                  <a:lnTo>
                    <a:pt x="322" y="220"/>
                  </a:lnTo>
                  <a:lnTo>
                    <a:pt x="378" y="176"/>
                  </a:lnTo>
                  <a:lnTo>
                    <a:pt x="436" y="137"/>
                  </a:lnTo>
                  <a:lnTo>
                    <a:pt x="496" y="102"/>
                  </a:lnTo>
                  <a:lnTo>
                    <a:pt x="558" y="74"/>
                  </a:lnTo>
                  <a:lnTo>
                    <a:pt x="621" y="48"/>
                  </a:lnTo>
                  <a:lnTo>
                    <a:pt x="686" y="29"/>
                  </a:lnTo>
                  <a:lnTo>
                    <a:pt x="752" y="15"/>
                  </a:lnTo>
                  <a:lnTo>
                    <a:pt x="819" y="5"/>
                  </a:lnTo>
                  <a:lnTo>
                    <a:pt x="887" y="0"/>
                  </a:lnTo>
                  <a:lnTo>
                    <a:pt x="9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0" name="Freeform 262">
              <a:extLst>
                <a:ext uri="{FF2B5EF4-FFF2-40B4-BE49-F238E27FC236}">
                  <a16:creationId xmlns:a16="http://schemas.microsoft.com/office/drawing/2014/main" id="{636D3F15-EDC0-2F28-A3AC-5DA14967D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3506"/>
              <a:ext cx="207" cy="206"/>
            </a:xfrm>
            <a:custGeom>
              <a:avLst/>
              <a:gdLst>
                <a:gd name="T0" fmla="*/ 1748 w 3109"/>
                <a:gd name="T1" fmla="*/ 11 h 3101"/>
                <a:gd name="T2" fmla="*/ 2004 w 3109"/>
                <a:gd name="T3" fmla="*/ 66 h 3101"/>
                <a:gd name="T4" fmla="*/ 2249 w 3109"/>
                <a:gd name="T5" fmla="*/ 162 h 3101"/>
                <a:gd name="T6" fmla="*/ 2005 w 3109"/>
                <a:gd name="T7" fmla="*/ 423 h 3101"/>
                <a:gd name="T8" fmla="*/ 1781 w 3109"/>
                <a:gd name="T9" fmla="*/ 358 h 3101"/>
                <a:gd name="T10" fmla="*/ 1549 w 3109"/>
                <a:gd name="T11" fmla="*/ 338 h 3101"/>
                <a:gd name="T12" fmla="*/ 1318 w 3109"/>
                <a:gd name="T13" fmla="*/ 360 h 3101"/>
                <a:gd name="T14" fmla="*/ 1095 w 3109"/>
                <a:gd name="T15" fmla="*/ 427 h 3101"/>
                <a:gd name="T16" fmla="*/ 884 w 3109"/>
                <a:gd name="T17" fmla="*/ 538 h 3101"/>
                <a:gd name="T18" fmla="*/ 694 w 3109"/>
                <a:gd name="T19" fmla="*/ 692 h 3101"/>
                <a:gd name="T20" fmla="*/ 539 w 3109"/>
                <a:gd name="T21" fmla="*/ 883 h 3101"/>
                <a:gd name="T22" fmla="*/ 427 w 3109"/>
                <a:gd name="T23" fmla="*/ 1094 h 3101"/>
                <a:gd name="T24" fmla="*/ 361 w 3109"/>
                <a:gd name="T25" fmla="*/ 1319 h 3101"/>
                <a:gd name="T26" fmla="*/ 338 w 3109"/>
                <a:gd name="T27" fmla="*/ 1551 h 3101"/>
                <a:gd name="T28" fmla="*/ 361 w 3109"/>
                <a:gd name="T29" fmla="*/ 1782 h 3101"/>
                <a:gd name="T30" fmla="*/ 427 w 3109"/>
                <a:gd name="T31" fmla="*/ 2007 h 3101"/>
                <a:gd name="T32" fmla="*/ 539 w 3109"/>
                <a:gd name="T33" fmla="*/ 2218 h 3101"/>
                <a:gd name="T34" fmla="*/ 694 w 3109"/>
                <a:gd name="T35" fmla="*/ 2409 h 3101"/>
                <a:gd name="T36" fmla="*/ 885 w 3109"/>
                <a:gd name="T37" fmla="*/ 2565 h 3101"/>
                <a:gd name="T38" fmla="*/ 1097 w 3109"/>
                <a:gd name="T39" fmla="*/ 2675 h 3101"/>
                <a:gd name="T40" fmla="*/ 1322 w 3109"/>
                <a:gd name="T41" fmla="*/ 2742 h 3101"/>
                <a:gd name="T42" fmla="*/ 1555 w 3109"/>
                <a:gd name="T43" fmla="*/ 2764 h 3101"/>
                <a:gd name="T44" fmla="*/ 1787 w 3109"/>
                <a:gd name="T45" fmla="*/ 2742 h 3101"/>
                <a:gd name="T46" fmla="*/ 2012 w 3109"/>
                <a:gd name="T47" fmla="*/ 2675 h 3101"/>
                <a:gd name="T48" fmla="*/ 2224 w 3109"/>
                <a:gd name="T49" fmla="*/ 2565 h 3101"/>
                <a:gd name="T50" fmla="*/ 2415 w 3109"/>
                <a:gd name="T51" fmla="*/ 2409 h 3101"/>
                <a:gd name="T52" fmla="*/ 2570 w 3109"/>
                <a:gd name="T53" fmla="*/ 2219 h 3101"/>
                <a:gd name="T54" fmla="*/ 2681 w 3109"/>
                <a:gd name="T55" fmla="*/ 2010 h 3101"/>
                <a:gd name="T56" fmla="*/ 2748 w 3109"/>
                <a:gd name="T57" fmla="*/ 1786 h 3101"/>
                <a:gd name="T58" fmla="*/ 2772 w 3109"/>
                <a:gd name="T59" fmla="*/ 1556 h 3101"/>
                <a:gd name="T60" fmla="*/ 2750 w 3109"/>
                <a:gd name="T61" fmla="*/ 1326 h 3101"/>
                <a:gd name="T62" fmla="*/ 2685 w 3109"/>
                <a:gd name="T63" fmla="*/ 1102 h 3101"/>
                <a:gd name="T64" fmla="*/ 2947 w 3109"/>
                <a:gd name="T65" fmla="*/ 858 h 3101"/>
                <a:gd name="T66" fmla="*/ 3043 w 3109"/>
                <a:gd name="T67" fmla="*/ 1102 h 3101"/>
                <a:gd name="T68" fmla="*/ 3097 w 3109"/>
                <a:gd name="T69" fmla="*/ 1356 h 3101"/>
                <a:gd name="T70" fmla="*/ 3108 w 3109"/>
                <a:gd name="T71" fmla="*/ 1616 h 3101"/>
                <a:gd name="T72" fmla="*/ 3076 w 3109"/>
                <a:gd name="T73" fmla="*/ 1873 h 3101"/>
                <a:gd name="T74" fmla="*/ 2999 w 3109"/>
                <a:gd name="T75" fmla="*/ 2125 h 3101"/>
                <a:gd name="T76" fmla="*/ 2881 w 3109"/>
                <a:gd name="T77" fmla="*/ 2362 h 3101"/>
                <a:gd name="T78" fmla="*/ 2718 w 3109"/>
                <a:gd name="T79" fmla="*/ 2580 h 3101"/>
                <a:gd name="T80" fmla="*/ 2514 w 3109"/>
                <a:gd name="T81" fmla="*/ 2771 h 3101"/>
                <a:gd name="T82" fmla="*/ 2283 w 3109"/>
                <a:gd name="T83" fmla="*/ 2921 h 3101"/>
                <a:gd name="T84" fmla="*/ 2035 w 3109"/>
                <a:gd name="T85" fmla="*/ 3026 h 3101"/>
                <a:gd name="T86" fmla="*/ 1776 w 3109"/>
                <a:gd name="T87" fmla="*/ 3086 h 3101"/>
                <a:gd name="T88" fmla="*/ 1510 w 3109"/>
                <a:gd name="T89" fmla="*/ 3101 h 3101"/>
                <a:gd name="T90" fmla="*/ 1247 w 3109"/>
                <a:gd name="T91" fmla="*/ 3070 h 3101"/>
                <a:gd name="T92" fmla="*/ 990 w 3109"/>
                <a:gd name="T93" fmla="*/ 2996 h 3101"/>
                <a:gd name="T94" fmla="*/ 747 w 3109"/>
                <a:gd name="T95" fmla="*/ 2877 h 3101"/>
                <a:gd name="T96" fmla="*/ 523 w 3109"/>
                <a:gd name="T97" fmla="*/ 2712 h 3101"/>
                <a:gd name="T98" fmla="*/ 330 w 3109"/>
                <a:gd name="T99" fmla="*/ 2507 h 3101"/>
                <a:gd name="T100" fmla="*/ 180 w 3109"/>
                <a:gd name="T101" fmla="*/ 2277 h 3101"/>
                <a:gd name="T102" fmla="*/ 75 w 3109"/>
                <a:gd name="T103" fmla="*/ 2029 h 3101"/>
                <a:gd name="T104" fmla="*/ 15 w 3109"/>
                <a:gd name="T105" fmla="*/ 1771 h 3101"/>
                <a:gd name="T106" fmla="*/ 0 w 3109"/>
                <a:gd name="T107" fmla="*/ 1506 h 3101"/>
                <a:gd name="T108" fmla="*/ 29 w 3109"/>
                <a:gd name="T109" fmla="*/ 1244 h 3101"/>
                <a:gd name="T110" fmla="*/ 105 w 3109"/>
                <a:gd name="T111" fmla="*/ 987 h 3101"/>
                <a:gd name="T112" fmla="*/ 225 w 3109"/>
                <a:gd name="T113" fmla="*/ 745 h 3101"/>
                <a:gd name="T114" fmla="*/ 390 w 3109"/>
                <a:gd name="T115" fmla="*/ 522 h 3101"/>
                <a:gd name="T116" fmla="*/ 593 w 3109"/>
                <a:gd name="T117" fmla="*/ 332 h 3101"/>
                <a:gd name="T118" fmla="*/ 818 w 3109"/>
                <a:gd name="T119" fmla="*/ 184 h 3101"/>
                <a:gd name="T120" fmla="*/ 1061 w 3109"/>
                <a:gd name="T121" fmla="*/ 79 h 3101"/>
                <a:gd name="T122" fmla="*/ 1316 w 3109"/>
                <a:gd name="T123" fmla="*/ 18 h 3101"/>
                <a:gd name="T124" fmla="*/ 1575 w 3109"/>
                <a:gd name="T125" fmla="*/ 0 h 3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09" h="3101">
                  <a:moveTo>
                    <a:pt x="1575" y="0"/>
                  </a:moveTo>
                  <a:lnTo>
                    <a:pt x="1662" y="3"/>
                  </a:lnTo>
                  <a:lnTo>
                    <a:pt x="1748" y="11"/>
                  </a:lnTo>
                  <a:lnTo>
                    <a:pt x="1835" y="24"/>
                  </a:lnTo>
                  <a:lnTo>
                    <a:pt x="1920" y="43"/>
                  </a:lnTo>
                  <a:lnTo>
                    <a:pt x="2004" y="66"/>
                  </a:lnTo>
                  <a:lnTo>
                    <a:pt x="2088" y="93"/>
                  </a:lnTo>
                  <a:lnTo>
                    <a:pt x="2169" y="126"/>
                  </a:lnTo>
                  <a:lnTo>
                    <a:pt x="2249" y="162"/>
                  </a:lnTo>
                  <a:lnTo>
                    <a:pt x="2328" y="205"/>
                  </a:lnTo>
                  <a:lnTo>
                    <a:pt x="2078" y="454"/>
                  </a:lnTo>
                  <a:lnTo>
                    <a:pt x="2005" y="423"/>
                  </a:lnTo>
                  <a:lnTo>
                    <a:pt x="1931" y="396"/>
                  </a:lnTo>
                  <a:lnTo>
                    <a:pt x="1856" y="375"/>
                  </a:lnTo>
                  <a:lnTo>
                    <a:pt x="1781" y="358"/>
                  </a:lnTo>
                  <a:lnTo>
                    <a:pt x="1704" y="347"/>
                  </a:lnTo>
                  <a:lnTo>
                    <a:pt x="1627" y="340"/>
                  </a:lnTo>
                  <a:lnTo>
                    <a:pt x="1549" y="338"/>
                  </a:lnTo>
                  <a:lnTo>
                    <a:pt x="1472" y="340"/>
                  </a:lnTo>
                  <a:lnTo>
                    <a:pt x="1396" y="348"/>
                  </a:lnTo>
                  <a:lnTo>
                    <a:pt x="1318" y="360"/>
                  </a:lnTo>
                  <a:lnTo>
                    <a:pt x="1243" y="378"/>
                  </a:lnTo>
                  <a:lnTo>
                    <a:pt x="1168" y="400"/>
                  </a:lnTo>
                  <a:lnTo>
                    <a:pt x="1095" y="427"/>
                  </a:lnTo>
                  <a:lnTo>
                    <a:pt x="1023" y="459"/>
                  </a:lnTo>
                  <a:lnTo>
                    <a:pt x="952" y="496"/>
                  </a:lnTo>
                  <a:lnTo>
                    <a:pt x="884" y="538"/>
                  </a:lnTo>
                  <a:lnTo>
                    <a:pt x="818" y="585"/>
                  </a:lnTo>
                  <a:lnTo>
                    <a:pt x="755" y="637"/>
                  </a:lnTo>
                  <a:lnTo>
                    <a:pt x="694" y="692"/>
                  </a:lnTo>
                  <a:lnTo>
                    <a:pt x="637" y="753"/>
                  </a:lnTo>
                  <a:lnTo>
                    <a:pt x="585" y="817"/>
                  </a:lnTo>
                  <a:lnTo>
                    <a:pt x="539" y="883"/>
                  </a:lnTo>
                  <a:lnTo>
                    <a:pt x="497" y="952"/>
                  </a:lnTo>
                  <a:lnTo>
                    <a:pt x="459" y="1022"/>
                  </a:lnTo>
                  <a:lnTo>
                    <a:pt x="427" y="1094"/>
                  </a:lnTo>
                  <a:lnTo>
                    <a:pt x="400" y="1168"/>
                  </a:lnTo>
                  <a:lnTo>
                    <a:pt x="378" y="1243"/>
                  </a:lnTo>
                  <a:lnTo>
                    <a:pt x="361" y="1319"/>
                  </a:lnTo>
                  <a:lnTo>
                    <a:pt x="348" y="1396"/>
                  </a:lnTo>
                  <a:lnTo>
                    <a:pt x="340" y="1473"/>
                  </a:lnTo>
                  <a:lnTo>
                    <a:pt x="338" y="1551"/>
                  </a:lnTo>
                  <a:lnTo>
                    <a:pt x="340" y="1628"/>
                  </a:lnTo>
                  <a:lnTo>
                    <a:pt x="348" y="1706"/>
                  </a:lnTo>
                  <a:lnTo>
                    <a:pt x="361" y="1782"/>
                  </a:lnTo>
                  <a:lnTo>
                    <a:pt x="378" y="1858"/>
                  </a:lnTo>
                  <a:lnTo>
                    <a:pt x="400" y="1933"/>
                  </a:lnTo>
                  <a:lnTo>
                    <a:pt x="427" y="2007"/>
                  </a:lnTo>
                  <a:lnTo>
                    <a:pt x="459" y="2079"/>
                  </a:lnTo>
                  <a:lnTo>
                    <a:pt x="497" y="2150"/>
                  </a:lnTo>
                  <a:lnTo>
                    <a:pt x="539" y="2218"/>
                  </a:lnTo>
                  <a:lnTo>
                    <a:pt x="585" y="2285"/>
                  </a:lnTo>
                  <a:lnTo>
                    <a:pt x="637" y="2348"/>
                  </a:lnTo>
                  <a:lnTo>
                    <a:pt x="694" y="2409"/>
                  </a:lnTo>
                  <a:lnTo>
                    <a:pt x="755" y="2465"/>
                  </a:lnTo>
                  <a:lnTo>
                    <a:pt x="819" y="2517"/>
                  </a:lnTo>
                  <a:lnTo>
                    <a:pt x="885" y="2565"/>
                  </a:lnTo>
                  <a:lnTo>
                    <a:pt x="954" y="2606"/>
                  </a:lnTo>
                  <a:lnTo>
                    <a:pt x="1025" y="2643"/>
                  </a:lnTo>
                  <a:lnTo>
                    <a:pt x="1097" y="2675"/>
                  </a:lnTo>
                  <a:lnTo>
                    <a:pt x="1171" y="2703"/>
                  </a:lnTo>
                  <a:lnTo>
                    <a:pt x="1246" y="2725"/>
                  </a:lnTo>
                  <a:lnTo>
                    <a:pt x="1322" y="2742"/>
                  </a:lnTo>
                  <a:lnTo>
                    <a:pt x="1400" y="2754"/>
                  </a:lnTo>
                  <a:lnTo>
                    <a:pt x="1477" y="2761"/>
                  </a:lnTo>
                  <a:lnTo>
                    <a:pt x="1555" y="2764"/>
                  </a:lnTo>
                  <a:lnTo>
                    <a:pt x="1632" y="2761"/>
                  </a:lnTo>
                  <a:lnTo>
                    <a:pt x="1711" y="2754"/>
                  </a:lnTo>
                  <a:lnTo>
                    <a:pt x="1787" y="2742"/>
                  </a:lnTo>
                  <a:lnTo>
                    <a:pt x="1863" y="2725"/>
                  </a:lnTo>
                  <a:lnTo>
                    <a:pt x="1938" y="2703"/>
                  </a:lnTo>
                  <a:lnTo>
                    <a:pt x="2012" y="2675"/>
                  </a:lnTo>
                  <a:lnTo>
                    <a:pt x="2085" y="2643"/>
                  </a:lnTo>
                  <a:lnTo>
                    <a:pt x="2156" y="2606"/>
                  </a:lnTo>
                  <a:lnTo>
                    <a:pt x="2224" y="2565"/>
                  </a:lnTo>
                  <a:lnTo>
                    <a:pt x="2291" y="2517"/>
                  </a:lnTo>
                  <a:lnTo>
                    <a:pt x="2354" y="2465"/>
                  </a:lnTo>
                  <a:lnTo>
                    <a:pt x="2415" y="2409"/>
                  </a:lnTo>
                  <a:lnTo>
                    <a:pt x="2472" y="2349"/>
                  </a:lnTo>
                  <a:lnTo>
                    <a:pt x="2524" y="2285"/>
                  </a:lnTo>
                  <a:lnTo>
                    <a:pt x="2570" y="2219"/>
                  </a:lnTo>
                  <a:lnTo>
                    <a:pt x="2612" y="2151"/>
                  </a:lnTo>
                  <a:lnTo>
                    <a:pt x="2650" y="2081"/>
                  </a:lnTo>
                  <a:lnTo>
                    <a:pt x="2681" y="2010"/>
                  </a:lnTo>
                  <a:lnTo>
                    <a:pt x="2709" y="1936"/>
                  </a:lnTo>
                  <a:lnTo>
                    <a:pt x="2731" y="1862"/>
                  </a:lnTo>
                  <a:lnTo>
                    <a:pt x="2748" y="1786"/>
                  </a:lnTo>
                  <a:lnTo>
                    <a:pt x="2762" y="1710"/>
                  </a:lnTo>
                  <a:lnTo>
                    <a:pt x="2769" y="1633"/>
                  </a:lnTo>
                  <a:lnTo>
                    <a:pt x="2772" y="1556"/>
                  </a:lnTo>
                  <a:lnTo>
                    <a:pt x="2770" y="1479"/>
                  </a:lnTo>
                  <a:lnTo>
                    <a:pt x="2763" y="1402"/>
                  </a:lnTo>
                  <a:lnTo>
                    <a:pt x="2750" y="1326"/>
                  </a:lnTo>
                  <a:lnTo>
                    <a:pt x="2734" y="1250"/>
                  </a:lnTo>
                  <a:lnTo>
                    <a:pt x="2712" y="1175"/>
                  </a:lnTo>
                  <a:lnTo>
                    <a:pt x="2685" y="1102"/>
                  </a:lnTo>
                  <a:lnTo>
                    <a:pt x="2654" y="1030"/>
                  </a:lnTo>
                  <a:lnTo>
                    <a:pt x="2904" y="780"/>
                  </a:lnTo>
                  <a:lnTo>
                    <a:pt x="2947" y="858"/>
                  </a:lnTo>
                  <a:lnTo>
                    <a:pt x="2983" y="938"/>
                  </a:lnTo>
                  <a:lnTo>
                    <a:pt x="3016" y="1019"/>
                  </a:lnTo>
                  <a:lnTo>
                    <a:pt x="3043" y="1102"/>
                  </a:lnTo>
                  <a:lnTo>
                    <a:pt x="3067" y="1186"/>
                  </a:lnTo>
                  <a:lnTo>
                    <a:pt x="3084" y="1271"/>
                  </a:lnTo>
                  <a:lnTo>
                    <a:pt x="3097" y="1356"/>
                  </a:lnTo>
                  <a:lnTo>
                    <a:pt x="3106" y="1444"/>
                  </a:lnTo>
                  <a:lnTo>
                    <a:pt x="3109" y="1530"/>
                  </a:lnTo>
                  <a:lnTo>
                    <a:pt x="3108" y="1616"/>
                  </a:lnTo>
                  <a:lnTo>
                    <a:pt x="3102" y="1702"/>
                  </a:lnTo>
                  <a:lnTo>
                    <a:pt x="3091" y="1788"/>
                  </a:lnTo>
                  <a:lnTo>
                    <a:pt x="3076" y="1873"/>
                  </a:lnTo>
                  <a:lnTo>
                    <a:pt x="3055" y="1959"/>
                  </a:lnTo>
                  <a:lnTo>
                    <a:pt x="3030" y="2042"/>
                  </a:lnTo>
                  <a:lnTo>
                    <a:pt x="2999" y="2125"/>
                  </a:lnTo>
                  <a:lnTo>
                    <a:pt x="2965" y="2205"/>
                  </a:lnTo>
                  <a:lnTo>
                    <a:pt x="2925" y="2284"/>
                  </a:lnTo>
                  <a:lnTo>
                    <a:pt x="2881" y="2362"/>
                  </a:lnTo>
                  <a:lnTo>
                    <a:pt x="2831" y="2437"/>
                  </a:lnTo>
                  <a:lnTo>
                    <a:pt x="2777" y="2509"/>
                  </a:lnTo>
                  <a:lnTo>
                    <a:pt x="2718" y="2580"/>
                  </a:lnTo>
                  <a:lnTo>
                    <a:pt x="2654" y="2647"/>
                  </a:lnTo>
                  <a:lnTo>
                    <a:pt x="2585" y="2712"/>
                  </a:lnTo>
                  <a:lnTo>
                    <a:pt x="2514" y="2771"/>
                  </a:lnTo>
                  <a:lnTo>
                    <a:pt x="2439" y="2826"/>
                  </a:lnTo>
                  <a:lnTo>
                    <a:pt x="2362" y="2877"/>
                  </a:lnTo>
                  <a:lnTo>
                    <a:pt x="2283" y="2921"/>
                  </a:lnTo>
                  <a:lnTo>
                    <a:pt x="2202" y="2961"/>
                  </a:lnTo>
                  <a:lnTo>
                    <a:pt x="2119" y="2996"/>
                  </a:lnTo>
                  <a:lnTo>
                    <a:pt x="2035" y="3026"/>
                  </a:lnTo>
                  <a:lnTo>
                    <a:pt x="1949" y="3051"/>
                  </a:lnTo>
                  <a:lnTo>
                    <a:pt x="1863" y="3070"/>
                  </a:lnTo>
                  <a:lnTo>
                    <a:pt x="1776" y="3086"/>
                  </a:lnTo>
                  <a:lnTo>
                    <a:pt x="1687" y="3096"/>
                  </a:lnTo>
                  <a:lnTo>
                    <a:pt x="1599" y="3101"/>
                  </a:lnTo>
                  <a:lnTo>
                    <a:pt x="1510" y="3101"/>
                  </a:lnTo>
                  <a:lnTo>
                    <a:pt x="1422" y="3096"/>
                  </a:lnTo>
                  <a:lnTo>
                    <a:pt x="1335" y="3086"/>
                  </a:lnTo>
                  <a:lnTo>
                    <a:pt x="1247" y="3070"/>
                  </a:lnTo>
                  <a:lnTo>
                    <a:pt x="1161" y="3051"/>
                  </a:lnTo>
                  <a:lnTo>
                    <a:pt x="1074" y="3026"/>
                  </a:lnTo>
                  <a:lnTo>
                    <a:pt x="990" y="2996"/>
                  </a:lnTo>
                  <a:lnTo>
                    <a:pt x="908" y="2961"/>
                  </a:lnTo>
                  <a:lnTo>
                    <a:pt x="826" y="2921"/>
                  </a:lnTo>
                  <a:lnTo>
                    <a:pt x="747" y="2877"/>
                  </a:lnTo>
                  <a:lnTo>
                    <a:pt x="671" y="2826"/>
                  </a:lnTo>
                  <a:lnTo>
                    <a:pt x="596" y="2771"/>
                  </a:lnTo>
                  <a:lnTo>
                    <a:pt x="523" y="2712"/>
                  </a:lnTo>
                  <a:lnTo>
                    <a:pt x="455" y="2647"/>
                  </a:lnTo>
                  <a:lnTo>
                    <a:pt x="390" y="2578"/>
                  </a:lnTo>
                  <a:lnTo>
                    <a:pt x="330" y="2507"/>
                  </a:lnTo>
                  <a:lnTo>
                    <a:pt x="274" y="2432"/>
                  </a:lnTo>
                  <a:lnTo>
                    <a:pt x="225" y="2356"/>
                  </a:lnTo>
                  <a:lnTo>
                    <a:pt x="180" y="2277"/>
                  </a:lnTo>
                  <a:lnTo>
                    <a:pt x="140" y="2196"/>
                  </a:lnTo>
                  <a:lnTo>
                    <a:pt x="105" y="2114"/>
                  </a:lnTo>
                  <a:lnTo>
                    <a:pt x="75" y="2029"/>
                  </a:lnTo>
                  <a:lnTo>
                    <a:pt x="50" y="1944"/>
                  </a:lnTo>
                  <a:lnTo>
                    <a:pt x="29" y="1858"/>
                  </a:lnTo>
                  <a:lnTo>
                    <a:pt x="15" y="1771"/>
                  </a:lnTo>
                  <a:lnTo>
                    <a:pt x="5" y="1683"/>
                  </a:lnTo>
                  <a:lnTo>
                    <a:pt x="0" y="1595"/>
                  </a:lnTo>
                  <a:lnTo>
                    <a:pt x="0" y="1506"/>
                  </a:lnTo>
                  <a:lnTo>
                    <a:pt x="5" y="1418"/>
                  </a:lnTo>
                  <a:lnTo>
                    <a:pt x="15" y="1331"/>
                  </a:lnTo>
                  <a:lnTo>
                    <a:pt x="29" y="1244"/>
                  </a:lnTo>
                  <a:lnTo>
                    <a:pt x="50" y="1157"/>
                  </a:lnTo>
                  <a:lnTo>
                    <a:pt x="75" y="1072"/>
                  </a:lnTo>
                  <a:lnTo>
                    <a:pt x="105" y="987"/>
                  </a:lnTo>
                  <a:lnTo>
                    <a:pt x="140" y="905"/>
                  </a:lnTo>
                  <a:lnTo>
                    <a:pt x="180" y="824"/>
                  </a:lnTo>
                  <a:lnTo>
                    <a:pt x="225" y="745"/>
                  </a:lnTo>
                  <a:lnTo>
                    <a:pt x="274" y="668"/>
                  </a:lnTo>
                  <a:lnTo>
                    <a:pt x="330" y="594"/>
                  </a:lnTo>
                  <a:lnTo>
                    <a:pt x="390" y="522"/>
                  </a:lnTo>
                  <a:lnTo>
                    <a:pt x="455" y="453"/>
                  </a:lnTo>
                  <a:lnTo>
                    <a:pt x="522" y="390"/>
                  </a:lnTo>
                  <a:lnTo>
                    <a:pt x="593" y="332"/>
                  </a:lnTo>
                  <a:lnTo>
                    <a:pt x="666" y="277"/>
                  </a:lnTo>
                  <a:lnTo>
                    <a:pt x="741" y="228"/>
                  </a:lnTo>
                  <a:lnTo>
                    <a:pt x="818" y="184"/>
                  </a:lnTo>
                  <a:lnTo>
                    <a:pt x="899" y="144"/>
                  </a:lnTo>
                  <a:lnTo>
                    <a:pt x="979" y="110"/>
                  </a:lnTo>
                  <a:lnTo>
                    <a:pt x="1061" y="79"/>
                  </a:lnTo>
                  <a:lnTo>
                    <a:pt x="1145" y="54"/>
                  </a:lnTo>
                  <a:lnTo>
                    <a:pt x="1230" y="34"/>
                  </a:lnTo>
                  <a:lnTo>
                    <a:pt x="1316" y="18"/>
                  </a:lnTo>
                  <a:lnTo>
                    <a:pt x="1402" y="7"/>
                  </a:lnTo>
                  <a:lnTo>
                    <a:pt x="1489" y="1"/>
                  </a:lnTo>
                  <a:lnTo>
                    <a:pt x="1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177E974-ECBB-4ACC-EB07-7694240806D4}"/>
              </a:ext>
            </a:extLst>
          </p:cNvPr>
          <p:cNvGrpSpPr>
            <a:grpSpLocks noChangeAspect="1"/>
          </p:cNvGrpSpPr>
          <p:nvPr/>
        </p:nvGrpSpPr>
        <p:grpSpPr>
          <a:xfrm>
            <a:off x="7258875" y="3490002"/>
            <a:ext cx="295501" cy="360000"/>
            <a:chOff x="3900488" y="3781426"/>
            <a:chExt cx="312737" cy="381000"/>
          </a:xfrm>
          <a:solidFill>
            <a:schemeClr val="bg1"/>
          </a:solidFill>
        </p:grpSpPr>
        <p:sp>
          <p:nvSpPr>
            <p:cNvPr id="32" name="Freeform 408">
              <a:extLst>
                <a:ext uri="{FF2B5EF4-FFF2-40B4-BE49-F238E27FC236}">
                  <a16:creationId xmlns:a16="http://schemas.microsoft.com/office/drawing/2014/main" id="{B30291EF-D27A-FCC6-44E4-C7F91764F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0" y="3975101"/>
              <a:ext cx="39687" cy="26988"/>
            </a:xfrm>
            <a:custGeom>
              <a:avLst/>
              <a:gdLst>
                <a:gd name="T0" fmla="*/ 279 w 353"/>
                <a:gd name="T1" fmla="*/ 0 h 227"/>
                <a:gd name="T2" fmla="*/ 296 w 353"/>
                <a:gd name="T3" fmla="*/ 1 h 227"/>
                <a:gd name="T4" fmla="*/ 312 w 353"/>
                <a:gd name="T5" fmla="*/ 6 h 227"/>
                <a:gd name="T6" fmla="*/ 328 w 353"/>
                <a:gd name="T7" fmla="*/ 15 h 227"/>
                <a:gd name="T8" fmla="*/ 340 w 353"/>
                <a:gd name="T9" fmla="*/ 28 h 227"/>
                <a:gd name="T10" fmla="*/ 349 w 353"/>
                <a:gd name="T11" fmla="*/ 43 h 227"/>
                <a:gd name="T12" fmla="*/ 353 w 353"/>
                <a:gd name="T13" fmla="*/ 60 h 227"/>
                <a:gd name="T14" fmla="*/ 353 w 353"/>
                <a:gd name="T15" fmla="*/ 78 h 227"/>
                <a:gd name="T16" fmla="*/ 348 w 353"/>
                <a:gd name="T17" fmla="*/ 95 h 227"/>
                <a:gd name="T18" fmla="*/ 339 w 353"/>
                <a:gd name="T19" fmla="*/ 110 h 227"/>
                <a:gd name="T20" fmla="*/ 327 w 353"/>
                <a:gd name="T21" fmla="*/ 122 h 227"/>
                <a:gd name="T22" fmla="*/ 310 w 353"/>
                <a:gd name="T23" fmla="*/ 131 h 227"/>
                <a:gd name="T24" fmla="*/ 93 w 353"/>
                <a:gd name="T25" fmla="*/ 222 h 227"/>
                <a:gd name="T26" fmla="*/ 76 w 353"/>
                <a:gd name="T27" fmla="*/ 227 h 227"/>
                <a:gd name="T28" fmla="*/ 59 w 353"/>
                <a:gd name="T29" fmla="*/ 226 h 227"/>
                <a:gd name="T30" fmla="*/ 42 w 353"/>
                <a:gd name="T31" fmla="*/ 221 h 227"/>
                <a:gd name="T32" fmla="*/ 27 w 353"/>
                <a:gd name="T33" fmla="*/ 212 h 227"/>
                <a:gd name="T34" fmla="*/ 15 w 353"/>
                <a:gd name="T35" fmla="*/ 199 h 227"/>
                <a:gd name="T36" fmla="*/ 5 w 353"/>
                <a:gd name="T37" fmla="*/ 184 h 227"/>
                <a:gd name="T38" fmla="*/ 0 w 353"/>
                <a:gd name="T39" fmla="*/ 165 h 227"/>
                <a:gd name="T40" fmla="*/ 0 w 353"/>
                <a:gd name="T41" fmla="*/ 147 h 227"/>
                <a:gd name="T42" fmla="*/ 4 w 353"/>
                <a:gd name="T43" fmla="*/ 130 h 227"/>
                <a:gd name="T44" fmla="*/ 13 w 353"/>
                <a:gd name="T45" fmla="*/ 116 h 227"/>
                <a:gd name="T46" fmla="*/ 27 w 353"/>
                <a:gd name="T47" fmla="*/ 104 h 227"/>
                <a:gd name="T48" fmla="*/ 44 w 353"/>
                <a:gd name="T49" fmla="*/ 95 h 227"/>
                <a:gd name="T50" fmla="*/ 261 w 353"/>
                <a:gd name="T51" fmla="*/ 5 h 227"/>
                <a:gd name="T52" fmla="*/ 279 w 353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7">
                  <a:moveTo>
                    <a:pt x="279" y="0"/>
                  </a:moveTo>
                  <a:lnTo>
                    <a:pt x="296" y="1"/>
                  </a:lnTo>
                  <a:lnTo>
                    <a:pt x="312" y="6"/>
                  </a:lnTo>
                  <a:lnTo>
                    <a:pt x="328" y="15"/>
                  </a:lnTo>
                  <a:lnTo>
                    <a:pt x="340" y="28"/>
                  </a:lnTo>
                  <a:lnTo>
                    <a:pt x="349" y="43"/>
                  </a:lnTo>
                  <a:lnTo>
                    <a:pt x="353" y="60"/>
                  </a:lnTo>
                  <a:lnTo>
                    <a:pt x="353" y="78"/>
                  </a:lnTo>
                  <a:lnTo>
                    <a:pt x="348" y="95"/>
                  </a:lnTo>
                  <a:lnTo>
                    <a:pt x="339" y="110"/>
                  </a:lnTo>
                  <a:lnTo>
                    <a:pt x="327" y="122"/>
                  </a:lnTo>
                  <a:lnTo>
                    <a:pt x="310" y="131"/>
                  </a:lnTo>
                  <a:lnTo>
                    <a:pt x="93" y="222"/>
                  </a:lnTo>
                  <a:lnTo>
                    <a:pt x="76" y="227"/>
                  </a:lnTo>
                  <a:lnTo>
                    <a:pt x="59" y="226"/>
                  </a:lnTo>
                  <a:lnTo>
                    <a:pt x="42" y="221"/>
                  </a:lnTo>
                  <a:lnTo>
                    <a:pt x="27" y="212"/>
                  </a:lnTo>
                  <a:lnTo>
                    <a:pt x="15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0"/>
                  </a:lnTo>
                  <a:lnTo>
                    <a:pt x="13" y="116"/>
                  </a:lnTo>
                  <a:lnTo>
                    <a:pt x="27" y="104"/>
                  </a:lnTo>
                  <a:lnTo>
                    <a:pt x="44" y="95"/>
                  </a:lnTo>
                  <a:lnTo>
                    <a:pt x="261" y="5"/>
                  </a:lnTo>
                  <a:lnTo>
                    <a:pt x="2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6" name="Freeform 409">
              <a:extLst>
                <a:ext uri="{FF2B5EF4-FFF2-40B4-BE49-F238E27FC236}">
                  <a16:creationId xmlns:a16="http://schemas.microsoft.com/office/drawing/2014/main" id="{AFA192D8-A593-98E8-5FA1-2AD0707D2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38" y="3871913"/>
              <a:ext cx="39687" cy="25400"/>
            </a:xfrm>
            <a:custGeom>
              <a:avLst/>
              <a:gdLst>
                <a:gd name="T0" fmla="*/ 278 w 353"/>
                <a:gd name="T1" fmla="*/ 0 h 227"/>
                <a:gd name="T2" fmla="*/ 295 w 353"/>
                <a:gd name="T3" fmla="*/ 1 h 227"/>
                <a:gd name="T4" fmla="*/ 312 w 353"/>
                <a:gd name="T5" fmla="*/ 6 h 227"/>
                <a:gd name="T6" fmla="*/ 326 w 353"/>
                <a:gd name="T7" fmla="*/ 16 h 227"/>
                <a:gd name="T8" fmla="*/ 339 w 353"/>
                <a:gd name="T9" fmla="*/ 28 h 227"/>
                <a:gd name="T10" fmla="*/ 348 w 353"/>
                <a:gd name="T11" fmla="*/ 43 h 227"/>
                <a:gd name="T12" fmla="*/ 353 w 353"/>
                <a:gd name="T13" fmla="*/ 61 h 227"/>
                <a:gd name="T14" fmla="*/ 353 w 353"/>
                <a:gd name="T15" fmla="*/ 78 h 227"/>
                <a:gd name="T16" fmla="*/ 347 w 353"/>
                <a:gd name="T17" fmla="*/ 96 h 227"/>
                <a:gd name="T18" fmla="*/ 338 w 353"/>
                <a:gd name="T19" fmla="*/ 110 h 227"/>
                <a:gd name="T20" fmla="*/ 325 w 353"/>
                <a:gd name="T21" fmla="*/ 122 h 227"/>
                <a:gd name="T22" fmla="*/ 310 w 353"/>
                <a:gd name="T23" fmla="*/ 132 h 227"/>
                <a:gd name="T24" fmla="*/ 93 w 353"/>
                <a:gd name="T25" fmla="*/ 222 h 227"/>
                <a:gd name="T26" fmla="*/ 75 w 353"/>
                <a:gd name="T27" fmla="*/ 227 h 227"/>
                <a:gd name="T28" fmla="*/ 58 w 353"/>
                <a:gd name="T29" fmla="*/ 226 h 227"/>
                <a:gd name="T30" fmla="*/ 40 w 353"/>
                <a:gd name="T31" fmla="*/ 221 h 227"/>
                <a:gd name="T32" fmla="*/ 26 w 353"/>
                <a:gd name="T33" fmla="*/ 212 h 227"/>
                <a:gd name="T34" fmla="*/ 14 w 353"/>
                <a:gd name="T35" fmla="*/ 199 h 227"/>
                <a:gd name="T36" fmla="*/ 5 w 353"/>
                <a:gd name="T37" fmla="*/ 184 h 227"/>
                <a:gd name="T38" fmla="*/ 0 w 353"/>
                <a:gd name="T39" fmla="*/ 165 h 227"/>
                <a:gd name="T40" fmla="*/ 0 w 353"/>
                <a:gd name="T41" fmla="*/ 147 h 227"/>
                <a:gd name="T42" fmla="*/ 4 w 353"/>
                <a:gd name="T43" fmla="*/ 131 h 227"/>
                <a:gd name="T44" fmla="*/ 13 w 353"/>
                <a:gd name="T45" fmla="*/ 115 h 227"/>
                <a:gd name="T46" fmla="*/ 26 w 353"/>
                <a:gd name="T47" fmla="*/ 104 h 227"/>
                <a:gd name="T48" fmla="*/ 43 w 353"/>
                <a:gd name="T49" fmla="*/ 96 h 227"/>
                <a:gd name="T50" fmla="*/ 260 w 353"/>
                <a:gd name="T51" fmla="*/ 5 h 227"/>
                <a:gd name="T52" fmla="*/ 278 w 353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7">
                  <a:moveTo>
                    <a:pt x="278" y="0"/>
                  </a:moveTo>
                  <a:lnTo>
                    <a:pt x="295" y="1"/>
                  </a:lnTo>
                  <a:lnTo>
                    <a:pt x="312" y="6"/>
                  </a:lnTo>
                  <a:lnTo>
                    <a:pt x="326" y="16"/>
                  </a:lnTo>
                  <a:lnTo>
                    <a:pt x="339" y="28"/>
                  </a:lnTo>
                  <a:lnTo>
                    <a:pt x="348" y="43"/>
                  </a:lnTo>
                  <a:lnTo>
                    <a:pt x="353" y="61"/>
                  </a:lnTo>
                  <a:lnTo>
                    <a:pt x="353" y="78"/>
                  </a:lnTo>
                  <a:lnTo>
                    <a:pt x="347" y="96"/>
                  </a:lnTo>
                  <a:lnTo>
                    <a:pt x="338" y="110"/>
                  </a:lnTo>
                  <a:lnTo>
                    <a:pt x="325" y="122"/>
                  </a:lnTo>
                  <a:lnTo>
                    <a:pt x="310" y="132"/>
                  </a:lnTo>
                  <a:lnTo>
                    <a:pt x="93" y="222"/>
                  </a:lnTo>
                  <a:lnTo>
                    <a:pt x="75" y="227"/>
                  </a:lnTo>
                  <a:lnTo>
                    <a:pt x="58" y="226"/>
                  </a:lnTo>
                  <a:lnTo>
                    <a:pt x="40" y="221"/>
                  </a:lnTo>
                  <a:lnTo>
                    <a:pt x="26" y="212"/>
                  </a:lnTo>
                  <a:lnTo>
                    <a:pt x="14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1"/>
                  </a:lnTo>
                  <a:lnTo>
                    <a:pt x="13" y="115"/>
                  </a:lnTo>
                  <a:lnTo>
                    <a:pt x="26" y="104"/>
                  </a:lnTo>
                  <a:lnTo>
                    <a:pt x="43" y="96"/>
                  </a:lnTo>
                  <a:lnTo>
                    <a:pt x="260" y="5"/>
                  </a:lnTo>
                  <a:lnTo>
                    <a:pt x="2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7" name="Freeform 410">
              <a:extLst>
                <a:ext uri="{FF2B5EF4-FFF2-40B4-BE49-F238E27FC236}">
                  <a16:creationId xmlns:a16="http://schemas.microsoft.com/office/drawing/2014/main" id="{7D9FD7B5-59D5-F5D8-FC13-C736F482F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488" y="3929063"/>
              <a:ext cx="41275" cy="15875"/>
            </a:xfrm>
            <a:custGeom>
              <a:avLst/>
              <a:gdLst>
                <a:gd name="T0" fmla="*/ 70 w 371"/>
                <a:gd name="T1" fmla="*/ 0 h 137"/>
                <a:gd name="T2" fmla="*/ 305 w 371"/>
                <a:gd name="T3" fmla="*/ 0 h 137"/>
                <a:gd name="T4" fmla="*/ 322 w 371"/>
                <a:gd name="T5" fmla="*/ 2 h 137"/>
                <a:gd name="T6" fmla="*/ 339 w 371"/>
                <a:gd name="T7" fmla="*/ 9 h 137"/>
                <a:gd name="T8" fmla="*/ 352 w 371"/>
                <a:gd name="T9" fmla="*/ 21 h 137"/>
                <a:gd name="T10" fmla="*/ 362 w 371"/>
                <a:gd name="T11" fmla="*/ 35 h 137"/>
                <a:gd name="T12" fmla="*/ 369 w 371"/>
                <a:gd name="T13" fmla="*/ 52 h 137"/>
                <a:gd name="T14" fmla="*/ 371 w 371"/>
                <a:gd name="T15" fmla="*/ 70 h 137"/>
                <a:gd name="T16" fmla="*/ 369 w 371"/>
                <a:gd name="T17" fmla="*/ 87 h 137"/>
                <a:gd name="T18" fmla="*/ 362 w 371"/>
                <a:gd name="T19" fmla="*/ 104 h 137"/>
                <a:gd name="T20" fmla="*/ 351 w 371"/>
                <a:gd name="T21" fmla="*/ 117 h 137"/>
                <a:gd name="T22" fmla="*/ 337 w 371"/>
                <a:gd name="T23" fmla="*/ 127 h 137"/>
                <a:gd name="T24" fmla="*/ 320 w 371"/>
                <a:gd name="T25" fmla="*/ 134 h 137"/>
                <a:gd name="T26" fmla="*/ 302 w 371"/>
                <a:gd name="T27" fmla="*/ 137 h 137"/>
                <a:gd name="T28" fmla="*/ 66 w 371"/>
                <a:gd name="T29" fmla="*/ 137 h 137"/>
                <a:gd name="T30" fmla="*/ 49 w 371"/>
                <a:gd name="T31" fmla="*/ 134 h 137"/>
                <a:gd name="T32" fmla="*/ 33 w 371"/>
                <a:gd name="T33" fmla="*/ 126 h 137"/>
                <a:gd name="T34" fmla="*/ 19 w 371"/>
                <a:gd name="T35" fmla="*/ 115 h 137"/>
                <a:gd name="T36" fmla="*/ 9 w 371"/>
                <a:gd name="T37" fmla="*/ 102 h 137"/>
                <a:gd name="T38" fmla="*/ 3 w 371"/>
                <a:gd name="T39" fmla="*/ 84 h 137"/>
                <a:gd name="T40" fmla="*/ 0 w 371"/>
                <a:gd name="T41" fmla="*/ 67 h 137"/>
                <a:gd name="T42" fmla="*/ 3 w 371"/>
                <a:gd name="T43" fmla="*/ 47 h 137"/>
                <a:gd name="T44" fmla="*/ 9 w 371"/>
                <a:gd name="T45" fmla="*/ 31 h 137"/>
                <a:gd name="T46" fmla="*/ 20 w 371"/>
                <a:gd name="T47" fmla="*/ 18 h 137"/>
                <a:gd name="T48" fmla="*/ 34 w 371"/>
                <a:gd name="T49" fmla="*/ 7 h 137"/>
                <a:gd name="T50" fmla="*/ 51 w 371"/>
                <a:gd name="T51" fmla="*/ 1 h 137"/>
                <a:gd name="T52" fmla="*/ 70 w 371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1" h="137">
                  <a:moveTo>
                    <a:pt x="70" y="0"/>
                  </a:moveTo>
                  <a:lnTo>
                    <a:pt x="305" y="0"/>
                  </a:lnTo>
                  <a:lnTo>
                    <a:pt x="322" y="2"/>
                  </a:lnTo>
                  <a:lnTo>
                    <a:pt x="339" y="9"/>
                  </a:lnTo>
                  <a:lnTo>
                    <a:pt x="352" y="21"/>
                  </a:lnTo>
                  <a:lnTo>
                    <a:pt x="362" y="35"/>
                  </a:lnTo>
                  <a:lnTo>
                    <a:pt x="369" y="52"/>
                  </a:lnTo>
                  <a:lnTo>
                    <a:pt x="371" y="70"/>
                  </a:lnTo>
                  <a:lnTo>
                    <a:pt x="369" y="87"/>
                  </a:lnTo>
                  <a:lnTo>
                    <a:pt x="362" y="104"/>
                  </a:lnTo>
                  <a:lnTo>
                    <a:pt x="351" y="117"/>
                  </a:lnTo>
                  <a:lnTo>
                    <a:pt x="337" y="127"/>
                  </a:lnTo>
                  <a:lnTo>
                    <a:pt x="320" y="134"/>
                  </a:lnTo>
                  <a:lnTo>
                    <a:pt x="302" y="137"/>
                  </a:lnTo>
                  <a:lnTo>
                    <a:pt x="66" y="137"/>
                  </a:lnTo>
                  <a:lnTo>
                    <a:pt x="49" y="134"/>
                  </a:lnTo>
                  <a:lnTo>
                    <a:pt x="33" y="126"/>
                  </a:lnTo>
                  <a:lnTo>
                    <a:pt x="19" y="115"/>
                  </a:lnTo>
                  <a:lnTo>
                    <a:pt x="9" y="102"/>
                  </a:lnTo>
                  <a:lnTo>
                    <a:pt x="3" y="84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31"/>
                  </a:lnTo>
                  <a:lnTo>
                    <a:pt x="20" y="18"/>
                  </a:lnTo>
                  <a:lnTo>
                    <a:pt x="34" y="7"/>
                  </a:lnTo>
                  <a:lnTo>
                    <a:pt x="51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8" name="Freeform 411">
              <a:extLst>
                <a:ext uri="{FF2B5EF4-FFF2-40B4-BE49-F238E27FC236}">
                  <a16:creationId xmlns:a16="http://schemas.microsoft.com/office/drawing/2014/main" id="{DAE36F71-AD8A-3439-FA6A-53689890C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363" y="3929063"/>
              <a:ext cx="42862" cy="15875"/>
            </a:xfrm>
            <a:custGeom>
              <a:avLst/>
              <a:gdLst>
                <a:gd name="T0" fmla="*/ 70 w 372"/>
                <a:gd name="T1" fmla="*/ 0 h 137"/>
                <a:gd name="T2" fmla="*/ 305 w 372"/>
                <a:gd name="T3" fmla="*/ 0 h 137"/>
                <a:gd name="T4" fmla="*/ 324 w 372"/>
                <a:gd name="T5" fmla="*/ 2 h 137"/>
                <a:gd name="T6" fmla="*/ 339 w 372"/>
                <a:gd name="T7" fmla="*/ 9 h 137"/>
                <a:gd name="T8" fmla="*/ 353 w 372"/>
                <a:gd name="T9" fmla="*/ 21 h 137"/>
                <a:gd name="T10" fmla="*/ 363 w 372"/>
                <a:gd name="T11" fmla="*/ 35 h 137"/>
                <a:gd name="T12" fmla="*/ 370 w 372"/>
                <a:gd name="T13" fmla="*/ 52 h 137"/>
                <a:gd name="T14" fmla="*/ 372 w 372"/>
                <a:gd name="T15" fmla="*/ 70 h 137"/>
                <a:gd name="T16" fmla="*/ 370 w 372"/>
                <a:gd name="T17" fmla="*/ 87 h 137"/>
                <a:gd name="T18" fmla="*/ 363 w 372"/>
                <a:gd name="T19" fmla="*/ 104 h 137"/>
                <a:gd name="T20" fmla="*/ 351 w 372"/>
                <a:gd name="T21" fmla="*/ 117 h 137"/>
                <a:gd name="T22" fmla="*/ 337 w 372"/>
                <a:gd name="T23" fmla="*/ 127 h 137"/>
                <a:gd name="T24" fmla="*/ 321 w 372"/>
                <a:gd name="T25" fmla="*/ 134 h 137"/>
                <a:gd name="T26" fmla="*/ 302 w 372"/>
                <a:gd name="T27" fmla="*/ 137 h 137"/>
                <a:gd name="T28" fmla="*/ 67 w 372"/>
                <a:gd name="T29" fmla="*/ 137 h 137"/>
                <a:gd name="T30" fmla="*/ 50 w 372"/>
                <a:gd name="T31" fmla="*/ 134 h 137"/>
                <a:gd name="T32" fmla="*/ 33 w 372"/>
                <a:gd name="T33" fmla="*/ 126 h 137"/>
                <a:gd name="T34" fmla="*/ 20 w 372"/>
                <a:gd name="T35" fmla="*/ 115 h 137"/>
                <a:gd name="T36" fmla="*/ 10 w 372"/>
                <a:gd name="T37" fmla="*/ 102 h 137"/>
                <a:gd name="T38" fmla="*/ 4 w 372"/>
                <a:gd name="T39" fmla="*/ 84 h 137"/>
                <a:gd name="T40" fmla="*/ 0 w 372"/>
                <a:gd name="T41" fmla="*/ 67 h 137"/>
                <a:gd name="T42" fmla="*/ 4 w 372"/>
                <a:gd name="T43" fmla="*/ 47 h 137"/>
                <a:gd name="T44" fmla="*/ 10 w 372"/>
                <a:gd name="T45" fmla="*/ 31 h 137"/>
                <a:gd name="T46" fmla="*/ 21 w 372"/>
                <a:gd name="T47" fmla="*/ 18 h 137"/>
                <a:gd name="T48" fmla="*/ 34 w 372"/>
                <a:gd name="T49" fmla="*/ 7 h 137"/>
                <a:gd name="T50" fmla="*/ 52 w 372"/>
                <a:gd name="T51" fmla="*/ 1 h 137"/>
                <a:gd name="T52" fmla="*/ 70 w 372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2" h="137">
                  <a:moveTo>
                    <a:pt x="70" y="0"/>
                  </a:moveTo>
                  <a:lnTo>
                    <a:pt x="305" y="0"/>
                  </a:lnTo>
                  <a:lnTo>
                    <a:pt x="324" y="2"/>
                  </a:lnTo>
                  <a:lnTo>
                    <a:pt x="339" y="9"/>
                  </a:lnTo>
                  <a:lnTo>
                    <a:pt x="353" y="21"/>
                  </a:lnTo>
                  <a:lnTo>
                    <a:pt x="363" y="35"/>
                  </a:lnTo>
                  <a:lnTo>
                    <a:pt x="370" y="52"/>
                  </a:lnTo>
                  <a:lnTo>
                    <a:pt x="372" y="70"/>
                  </a:lnTo>
                  <a:lnTo>
                    <a:pt x="370" y="87"/>
                  </a:lnTo>
                  <a:lnTo>
                    <a:pt x="363" y="104"/>
                  </a:lnTo>
                  <a:lnTo>
                    <a:pt x="351" y="117"/>
                  </a:lnTo>
                  <a:lnTo>
                    <a:pt x="337" y="127"/>
                  </a:lnTo>
                  <a:lnTo>
                    <a:pt x="321" y="134"/>
                  </a:lnTo>
                  <a:lnTo>
                    <a:pt x="302" y="137"/>
                  </a:lnTo>
                  <a:lnTo>
                    <a:pt x="67" y="137"/>
                  </a:lnTo>
                  <a:lnTo>
                    <a:pt x="50" y="134"/>
                  </a:lnTo>
                  <a:lnTo>
                    <a:pt x="33" y="126"/>
                  </a:lnTo>
                  <a:lnTo>
                    <a:pt x="20" y="115"/>
                  </a:lnTo>
                  <a:lnTo>
                    <a:pt x="10" y="102"/>
                  </a:lnTo>
                  <a:lnTo>
                    <a:pt x="4" y="84"/>
                  </a:lnTo>
                  <a:lnTo>
                    <a:pt x="0" y="67"/>
                  </a:lnTo>
                  <a:lnTo>
                    <a:pt x="4" y="47"/>
                  </a:lnTo>
                  <a:lnTo>
                    <a:pt x="10" y="31"/>
                  </a:lnTo>
                  <a:lnTo>
                    <a:pt x="21" y="18"/>
                  </a:lnTo>
                  <a:lnTo>
                    <a:pt x="34" y="7"/>
                  </a:lnTo>
                  <a:lnTo>
                    <a:pt x="52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39" name="Freeform 412">
              <a:extLst>
                <a:ext uri="{FF2B5EF4-FFF2-40B4-BE49-F238E27FC236}">
                  <a16:creationId xmlns:a16="http://schemas.microsoft.com/office/drawing/2014/main" id="{C134A958-CFA0-B432-5E52-8817B3EC0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850" y="3824288"/>
              <a:ext cx="34925" cy="33338"/>
            </a:xfrm>
            <a:custGeom>
              <a:avLst/>
              <a:gdLst>
                <a:gd name="T0" fmla="*/ 238 w 304"/>
                <a:gd name="T1" fmla="*/ 0 h 303"/>
                <a:gd name="T2" fmla="*/ 255 w 304"/>
                <a:gd name="T3" fmla="*/ 2 h 303"/>
                <a:gd name="T4" fmla="*/ 271 w 304"/>
                <a:gd name="T5" fmla="*/ 9 h 303"/>
                <a:gd name="T6" fmla="*/ 286 w 304"/>
                <a:gd name="T7" fmla="*/ 21 h 303"/>
                <a:gd name="T8" fmla="*/ 296 w 304"/>
                <a:gd name="T9" fmla="*/ 35 h 303"/>
                <a:gd name="T10" fmla="*/ 303 w 304"/>
                <a:gd name="T11" fmla="*/ 51 h 303"/>
                <a:gd name="T12" fmla="*/ 304 w 304"/>
                <a:gd name="T13" fmla="*/ 69 h 303"/>
                <a:gd name="T14" fmla="*/ 302 w 304"/>
                <a:gd name="T15" fmla="*/ 86 h 303"/>
                <a:gd name="T16" fmla="*/ 295 w 304"/>
                <a:gd name="T17" fmla="*/ 103 h 303"/>
                <a:gd name="T18" fmla="*/ 284 w 304"/>
                <a:gd name="T19" fmla="*/ 117 h 303"/>
                <a:gd name="T20" fmla="*/ 117 w 304"/>
                <a:gd name="T21" fmla="*/ 283 h 303"/>
                <a:gd name="T22" fmla="*/ 102 w 304"/>
                <a:gd name="T23" fmla="*/ 295 h 303"/>
                <a:gd name="T24" fmla="*/ 87 w 304"/>
                <a:gd name="T25" fmla="*/ 301 h 303"/>
                <a:gd name="T26" fmla="*/ 70 w 304"/>
                <a:gd name="T27" fmla="*/ 303 h 303"/>
                <a:gd name="T28" fmla="*/ 52 w 304"/>
                <a:gd name="T29" fmla="*/ 300 h 303"/>
                <a:gd name="T30" fmla="*/ 36 w 304"/>
                <a:gd name="T31" fmla="*/ 293 h 303"/>
                <a:gd name="T32" fmla="*/ 21 w 304"/>
                <a:gd name="T33" fmla="*/ 281 h 303"/>
                <a:gd name="T34" fmla="*/ 9 w 304"/>
                <a:gd name="T35" fmla="*/ 267 h 303"/>
                <a:gd name="T36" fmla="*/ 2 w 304"/>
                <a:gd name="T37" fmla="*/ 250 h 303"/>
                <a:gd name="T38" fmla="*/ 0 w 304"/>
                <a:gd name="T39" fmla="*/ 233 h 303"/>
                <a:gd name="T40" fmla="*/ 3 w 304"/>
                <a:gd name="T41" fmla="*/ 216 h 303"/>
                <a:gd name="T42" fmla="*/ 10 w 304"/>
                <a:gd name="T43" fmla="*/ 199 h 303"/>
                <a:gd name="T44" fmla="*/ 23 w 304"/>
                <a:gd name="T45" fmla="*/ 185 h 303"/>
                <a:gd name="T46" fmla="*/ 189 w 304"/>
                <a:gd name="T47" fmla="*/ 19 h 303"/>
                <a:gd name="T48" fmla="*/ 204 w 304"/>
                <a:gd name="T49" fmla="*/ 7 h 303"/>
                <a:gd name="T50" fmla="*/ 220 w 304"/>
                <a:gd name="T51" fmla="*/ 1 h 303"/>
                <a:gd name="T52" fmla="*/ 238 w 304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4" h="303">
                  <a:moveTo>
                    <a:pt x="238" y="0"/>
                  </a:moveTo>
                  <a:lnTo>
                    <a:pt x="255" y="2"/>
                  </a:lnTo>
                  <a:lnTo>
                    <a:pt x="271" y="9"/>
                  </a:lnTo>
                  <a:lnTo>
                    <a:pt x="286" y="21"/>
                  </a:lnTo>
                  <a:lnTo>
                    <a:pt x="296" y="35"/>
                  </a:lnTo>
                  <a:lnTo>
                    <a:pt x="303" y="51"/>
                  </a:lnTo>
                  <a:lnTo>
                    <a:pt x="304" y="69"/>
                  </a:lnTo>
                  <a:lnTo>
                    <a:pt x="302" y="86"/>
                  </a:lnTo>
                  <a:lnTo>
                    <a:pt x="295" y="103"/>
                  </a:lnTo>
                  <a:lnTo>
                    <a:pt x="284" y="117"/>
                  </a:lnTo>
                  <a:lnTo>
                    <a:pt x="117" y="283"/>
                  </a:lnTo>
                  <a:lnTo>
                    <a:pt x="102" y="295"/>
                  </a:lnTo>
                  <a:lnTo>
                    <a:pt x="87" y="301"/>
                  </a:lnTo>
                  <a:lnTo>
                    <a:pt x="70" y="303"/>
                  </a:lnTo>
                  <a:lnTo>
                    <a:pt x="52" y="300"/>
                  </a:lnTo>
                  <a:lnTo>
                    <a:pt x="36" y="293"/>
                  </a:lnTo>
                  <a:lnTo>
                    <a:pt x="21" y="281"/>
                  </a:lnTo>
                  <a:lnTo>
                    <a:pt x="9" y="267"/>
                  </a:lnTo>
                  <a:lnTo>
                    <a:pt x="2" y="250"/>
                  </a:lnTo>
                  <a:lnTo>
                    <a:pt x="0" y="233"/>
                  </a:lnTo>
                  <a:lnTo>
                    <a:pt x="3" y="216"/>
                  </a:lnTo>
                  <a:lnTo>
                    <a:pt x="10" y="199"/>
                  </a:lnTo>
                  <a:lnTo>
                    <a:pt x="23" y="185"/>
                  </a:lnTo>
                  <a:lnTo>
                    <a:pt x="189" y="19"/>
                  </a:lnTo>
                  <a:lnTo>
                    <a:pt x="204" y="7"/>
                  </a:lnTo>
                  <a:lnTo>
                    <a:pt x="220" y="1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0" name="Freeform 413">
              <a:extLst>
                <a:ext uri="{FF2B5EF4-FFF2-40B4-BE49-F238E27FC236}">
                  <a16:creationId xmlns:a16="http://schemas.microsoft.com/office/drawing/2014/main" id="{7CEE96FE-A44B-EB6F-D4B7-469D2EC81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3792538"/>
              <a:ext cx="25400" cy="39688"/>
            </a:xfrm>
            <a:custGeom>
              <a:avLst/>
              <a:gdLst>
                <a:gd name="T0" fmla="*/ 153 w 227"/>
                <a:gd name="T1" fmla="*/ 0 h 353"/>
                <a:gd name="T2" fmla="*/ 170 w 227"/>
                <a:gd name="T3" fmla="*/ 0 h 353"/>
                <a:gd name="T4" fmla="*/ 187 w 227"/>
                <a:gd name="T5" fmla="*/ 4 h 353"/>
                <a:gd name="T6" fmla="*/ 204 w 227"/>
                <a:gd name="T7" fmla="*/ 14 h 353"/>
                <a:gd name="T8" fmla="*/ 215 w 227"/>
                <a:gd name="T9" fmla="*/ 26 h 353"/>
                <a:gd name="T10" fmla="*/ 223 w 227"/>
                <a:gd name="T11" fmla="*/ 42 h 353"/>
                <a:gd name="T12" fmla="*/ 227 w 227"/>
                <a:gd name="T13" fmla="*/ 59 h 353"/>
                <a:gd name="T14" fmla="*/ 227 w 227"/>
                <a:gd name="T15" fmla="*/ 77 h 353"/>
                <a:gd name="T16" fmla="*/ 223 w 227"/>
                <a:gd name="T17" fmla="*/ 94 h 353"/>
                <a:gd name="T18" fmla="*/ 133 w 227"/>
                <a:gd name="T19" fmla="*/ 313 h 353"/>
                <a:gd name="T20" fmla="*/ 124 w 227"/>
                <a:gd name="T21" fmla="*/ 328 h 353"/>
                <a:gd name="T22" fmla="*/ 111 w 227"/>
                <a:gd name="T23" fmla="*/ 341 h 353"/>
                <a:gd name="T24" fmla="*/ 95 w 227"/>
                <a:gd name="T25" fmla="*/ 349 h 353"/>
                <a:gd name="T26" fmla="*/ 78 w 227"/>
                <a:gd name="T27" fmla="*/ 353 h 353"/>
                <a:gd name="T28" fmla="*/ 60 w 227"/>
                <a:gd name="T29" fmla="*/ 353 h 353"/>
                <a:gd name="T30" fmla="*/ 43 w 227"/>
                <a:gd name="T31" fmla="*/ 348 h 353"/>
                <a:gd name="T32" fmla="*/ 26 w 227"/>
                <a:gd name="T33" fmla="*/ 339 h 353"/>
                <a:gd name="T34" fmla="*/ 13 w 227"/>
                <a:gd name="T35" fmla="*/ 325 h 353"/>
                <a:gd name="T36" fmla="*/ 4 w 227"/>
                <a:gd name="T37" fmla="*/ 311 h 353"/>
                <a:gd name="T38" fmla="*/ 0 w 227"/>
                <a:gd name="T39" fmla="*/ 293 h 353"/>
                <a:gd name="T40" fmla="*/ 1 w 227"/>
                <a:gd name="T41" fmla="*/ 276 h 353"/>
                <a:gd name="T42" fmla="*/ 7 w 227"/>
                <a:gd name="T43" fmla="*/ 257 h 353"/>
                <a:gd name="T44" fmla="*/ 97 w 227"/>
                <a:gd name="T45" fmla="*/ 40 h 353"/>
                <a:gd name="T46" fmla="*/ 107 w 227"/>
                <a:gd name="T47" fmla="*/ 24 h 353"/>
                <a:gd name="T48" fmla="*/ 120 w 227"/>
                <a:gd name="T49" fmla="*/ 12 h 353"/>
                <a:gd name="T50" fmla="*/ 135 w 227"/>
                <a:gd name="T51" fmla="*/ 4 h 353"/>
                <a:gd name="T52" fmla="*/ 153 w 227"/>
                <a:gd name="T5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7" h="353">
                  <a:moveTo>
                    <a:pt x="153" y="0"/>
                  </a:moveTo>
                  <a:lnTo>
                    <a:pt x="170" y="0"/>
                  </a:lnTo>
                  <a:lnTo>
                    <a:pt x="187" y="4"/>
                  </a:lnTo>
                  <a:lnTo>
                    <a:pt x="204" y="14"/>
                  </a:lnTo>
                  <a:lnTo>
                    <a:pt x="215" y="26"/>
                  </a:lnTo>
                  <a:lnTo>
                    <a:pt x="223" y="42"/>
                  </a:lnTo>
                  <a:lnTo>
                    <a:pt x="227" y="59"/>
                  </a:lnTo>
                  <a:lnTo>
                    <a:pt x="227" y="77"/>
                  </a:lnTo>
                  <a:lnTo>
                    <a:pt x="223" y="94"/>
                  </a:lnTo>
                  <a:lnTo>
                    <a:pt x="133" y="313"/>
                  </a:lnTo>
                  <a:lnTo>
                    <a:pt x="124" y="328"/>
                  </a:lnTo>
                  <a:lnTo>
                    <a:pt x="111" y="341"/>
                  </a:lnTo>
                  <a:lnTo>
                    <a:pt x="95" y="349"/>
                  </a:lnTo>
                  <a:lnTo>
                    <a:pt x="78" y="353"/>
                  </a:lnTo>
                  <a:lnTo>
                    <a:pt x="60" y="353"/>
                  </a:lnTo>
                  <a:lnTo>
                    <a:pt x="43" y="348"/>
                  </a:lnTo>
                  <a:lnTo>
                    <a:pt x="26" y="339"/>
                  </a:lnTo>
                  <a:lnTo>
                    <a:pt x="13" y="325"/>
                  </a:lnTo>
                  <a:lnTo>
                    <a:pt x="4" y="311"/>
                  </a:lnTo>
                  <a:lnTo>
                    <a:pt x="0" y="293"/>
                  </a:lnTo>
                  <a:lnTo>
                    <a:pt x="1" y="276"/>
                  </a:lnTo>
                  <a:lnTo>
                    <a:pt x="7" y="257"/>
                  </a:lnTo>
                  <a:lnTo>
                    <a:pt x="97" y="40"/>
                  </a:lnTo>
                  <a:lnTo>
                    <a:pt x="107" y="24"/>
                  </a:lnTo>
                  <a:lnTo>
                    <a:pt x="120" y="12"/>
                  </a:lnTo>
                  <a:lnTo>
                    <a:pt x="135" y="4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1" name="Freeform 414">
              <a:extLst>
                <a:ext uri="{FF2B5EF4-FFF2-40B4-BE49-F238E27FC236}">
                  <a16:creationId xmlns:a16="http://schemas.microsoft.com/office/drawing/2014/main" id="{C37F3183-5102-532C-F2FB-7927A7FAE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3781426"/>
              <a:ext cx="15875" cy="41275"/>
            </a:xfrm>
            <a:custGeom>
              <a:avLst/>
              <a:gdLst>
                <a:gd name="T0" fmla="*/ 69 w 136"/>
                <a:gd name="T1" fmla="*/ 0 h 373"/>
                <a:gd name="T2" fmla="*/ 87 w 136"/>
                <a:gd name="T3" fmla="*/ 3 h 373"/>
                <a:gd name="T4" fmla="*/ 103 w 136"/>
                <a:gd name="T5" fmla="*/ 10 h 373"/>
                <a:gd name="T6" fmla="*/ 116 w 136"/>
                <a:gd name="T7" fmla="*/ 22 h 373"/>
                <a:gd name="T8" fmla="*/ 127 w 136"/>
                <a:gd name="T9" fmla="*/ 36 h 373"/>
                <a:gd name="T10" fmla="*/ 134 w 136"/>
                <a:gd name="T11" fmla="*/ 53 h 373"/>
                <a:gd name="T12" fmla="*/ 136 w 136"/>
                <a:gd name="T13" fmla="*/ 70 h 373"/>
                <a:gd name="T14" fmla="*/ 136 w 136"/>
                <a:gd name="T15" fmla="*/ 306 h 373"/>
                <a:gd name="T16" fmla="*/ 133 w 136"/>
                <a:gd name="T17" fmla="*/ 324 h 373"/>
                <a:gd name="T18" fmla="*/ 126 w 136"/>
                <a:gd name="T19" fmla="*/ 340 h 373"/>
                <a:gd name="T20" fmla="*/ 115 w 136"/>
                <a:gd name="T21" fmla="*/ 353 h 373"/>
                <a:gd name="T22" fmla="*/ 101 w 136"/>
                <a:gd name="T23" fmla="*/ 364 h 373"/>
                <a:gd name="T24" fmla="*/ 85 w 136"/>
                <a:gd name="T25" fmla="*/ 371 h 373"/>
                <a:gd name="T26" fmla="*/ 66 w 136"/>
                <a:gd name="T27" fmla="*/ 373 h 373"/>
                <a:gd name="T28" fmla="*/ 47 w 136"/>
                <a:gd name="T29" fmla="*/ 371 h 373"/>
                <a:gd name="T30" fmla="*/ 30 w 136"/>
                <a:gd name="T31" fmla="*/ 364 h 373"/>
                <a:gd name="T32" fmla="*/ 17 w 136"/>
                <a:gd name="T33" fmla="*/ 353 h 373"/>
                <a:gd name="T34" fmla="*/ 7 w 136"/>
                <a:gd name="T35" fmla="*/ 339 h 373"/>
                <a:gd name="T36" fmla="*/ 1 w 136"/>
                <a:gd name="T37" fmla="*/ 323 h 373"/>
                <a:gd name="T38" fmla="*/ 0 w 136"/>
                <a:gd name="T39" fmla="*/ 303 h 373"/>
                <a:gd name="T40" fmla="*/ 0 w 136"/>
                <a:gd name="T41" fmla="*/ 68 h 373"/>
                <a:gd name="T42" fmla="*/ 2 w 136"/>
                <a:gd name="T43" fmla="*/ 49 h 373"/>
                <a:gd name="T44" fmla="*/ 9 w 136"/>
                <a:gd name="T45" fmla="*/ 34 h 373"/>
                <a:gd name="T46" fmla="*/ 20 w 136"/>
                <a:gd name="T47" fmla="*/ 20 h 373"/>
                <a:gd name="T48" fmla="*/ 35 w 136"/>
                <a:gd name="T49" fmla="*/ 9 h 373"/>
                <a:gd name="T50" fmla="*/ 51 w 136"/>
                <a:gd name="T51" fmla="*/ 3 h 373"/>
                <a:gd name="T52" fmla="*/ 69 w 136"/>
                <a:gd name="T53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" h="373">
                  <a:moveTo>
                    <a:pt x="69" y="0"/>
                  </a:moveTo>
                  <a:lnTo>
                    <a:pt x="87" y="3"/>
                  </a:lnTo>
                  <a:lnTo>
                    <a:pt x="103" y="10"/>
                  </a:lnTo>
                  <a:lnTo>
                    <a:pt x="116" y="22"/>
                  </a:lnTo>
                  <a:lnTo>
                    <a:pt x="127" y="36"/>
                  </a:lnTo>
                  <a:lnTo>
                    <a:pt x="134" y="53"/>
                  </a:lnTo>
                  <a:lnTo>
                    <a:pt x="136" y="70"/>
                  </a:lnTo>
                  <a:lnTo>
                    <a:pt x="136" y="306"/>
                  </a:lnTo>
                  <a:lnTo>
                    <a:pt x="133" y="324"/>
                  </a:lnTo>
                  <a:lnTo>
                    <a:pt x="126" y="340"/>
                  </a:lnTo>
                  <a:lnTo>
                    <a:pt x="115" y="353"/>
                  </a:lnTo>
                  <a:lnTo>
                    <a:pt x="101" y="364"/>
                  </a:lnTo>
                  <a:lnTo>
                    <a:pt x="85" y="371"/>
                  </a:lnTo>
                  <a:lnTo>
                    <a:pt x="66" y="373"/>
                  </a:lnTo>
                  <a:lnTo>
                    <a:pt x="47" y="371"/>
                  </a:lnTo>
                  <a:lnTo>
                    <a:pt x="30" y="364"/>
                  </a:lnTo>
                  <a:lnTo>
                    <a:pt x="17" y="353"/>
                  </a:lnTo>
                  <a:lnTo>
                    <a:pt x="7" y="339"/>
                  </a:lnTo>
                  <a:lnTo>
                    <a:pt x="1" y="323"/>
                  </a:lnTo>
                  <a:lnTo>
                    <a:pt x="0" y="303"/>
                  </a:lnTo>
                  <a:lnTo>
                    <a:pt x="0" y="68"/>
                  </a:lnTo>
                  <a:lnTo>
                    <a:pt x="2" y="49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2" name="Freeform 415">
              <a:extLst>
                <a:ext uri="{FF2B5EF4-FFF2-40B4-BE49-F238E27FC236}">
                  <a16:creationId xmlns:a16="http://schemas.microsoft.com/office/drawing/2014/main" id="{BED037B4-D203-C8D4-D688-94B5F247C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975" y="3792538"/>
              <a:ext cx="25400" cy="39688"/>
            </a:xfrm>
            <a:custGeom>
              <a:avLst/>
              <a:gdLst>
                <a:gd name="T0" fmla="*/ 62 w 225"/>
                <a:gd name="T1" fmla="*/ 0 h 355"/>
                <a:gd name="T2" fmla="*/ 79 w 225"/>
                <a:gd name="T3" fmla="*/ 0 h 355"/>
                <a:gd name="T4" fmla="*/ 95 w 225"/>
                <a:gd name="T5" fmla="*/ 5 h 355"/>
                <a:gd name="T6" fmla="*/ 110 w 225"/>
                <a:gd name="T7" fmla="*/ 14 h 355"/>
                <a:gd name="T8" fmla="*/ 123 w 225"/>
                <a:gd name="T9" fmla="*/ 27 h 355"/>
                <a:gd name="T10" fmla="*/ 132 w 225"/>
                <a:gd name="T11" fmla="*/ 43 h 355"/>
                <a:gd name="T12" fmla="*/ 221 w 225"/>
                <a:gd name="T13" fmla="*/ 262 h 355"/>
                <a:gd name="T14" fmla="*/ 225 w 225"/>
                <a:gd name="T15" fmla="*/ 279 h 355"/>
                <a:gd name="T16" fmla="*/ 225 w 225"/>
                <a:gd name="T17" fmla="*/ 297 h 355"/>
                <a:gd name="T18" fmla="*/ 220 w 225"/>
                <a:gd name="T19" fmla="*/ 313 h 355"/>
                <a:gd name="T20" fmla="*/ 211 w 225"/>
                <a:gd name="T21" fmla="*/ 328 h 355"/>
                <a:gd name="T22" fmla="*/ 199 w 225"/>
                <a:gd name="T23" fmla="*/ 341 h 355"/>
                <a:gd name="T24" fmla="*/ 182 w 225"/>
                <a:gd name="T25" fmla="*/ 350 h 355"/>
                <a:gd name="T26" fmla="*/ 164 w 225"/>
                <a:gd name="T27" fmla="*/ 355 h 355"/>
                <a:gd name="T28" fmla="*/ 147 w 225"/>
                <a:gd name="T29" fmla="*/ 355 h 355"/>
                <a:gd name="T30" fmla="*/ 130 w 225"/>
                <a:gd name="T31" fmla="*/ 350 h 355"/>
                <a:gd name="T32" fmla="*/ 115 w 225"/>
                <a:gd name="T33" fmla="*/ 342 h 355"/>
                <a:gd name="T34" fmla="*/ 104 w 225"/>
                <a:gd name="T35" fmla="*/ 328 h 355"/>
                <a:gd name="T36" fmla="*/ 94 w 225"/>
                <a:gd name="T37" fmla="*/ 311 h 355"/>
                <a:gd name="T38" fmla="*/ 5 w 225"/>
                <a:gd name="T39" fmla="*/ 92 h 355"/>
                <a:gd name="T40" fmla="*/ 0 w 225"/>
                <a:gd name="T41" fmla="*/ 75 h 355"/>
                <a:gd name="T42" fmla="*/ 1 w 225"/>
                <a:gd name="T43" fmla="*/ 57 h 355"/>
                <a:gd name="T44" fmla="*/ 6 w 225"/>
                <a:gd name="T45" fmla="*/ 41 h 355"/>
                <a:gd name="T46" fmla="*/ 16 w 225"/>
                <a:gd name="T47" fmla="*/ 26 h 355"/>
                <a:gd name="T48" fmla="*/ 28 w 225"/>
                <a:gd name="T49" fmla="*/ 13 h 355"/>
                <a:gd name="T50" fmla="*/ 44 w 225"/>
                <a:gd name="T51" fmla="*/ 4 h 355"/>
                <a:gd name="T52" fmla="*/ 62 w 225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355">
                  <a:moveTo>
                    <a:pt x="62" y="0"/>
                  </a:moveTo>
                  <a:lnTo>
                    <a:pt x="79" y="0"/>
                  </a:lnTo>
                  <a:lnTo>
                    <a:pt x="95" y="5"/>
                  </a:lnTo>
                  <a:lnTo>
                    <a:pt x="110" y="14"/>
                  </a:lnTo>
                  <a:lnTo>
                    <a:pt x="123" y="27"/>
                  </a:lnTo>
                  <a:lnTo>
                    <a:pt x="132" y="43"/>
                  </a:lnTo>
                  <a:lnTo>
                    <a:pt x="221" y="262"/>
                  </a:lnTo>
                  <a:lnTo>
                    <a:pt x="225" y="279"/>
                  </a:lnTo>
                  <a:lnTo>
                    <a:pt x="225" y="297"/>
                  </a:lnTo>
                  <a:lnTo>
                    <a:pt x="220" y="313"/>
                  </a:lnTo>
                  <a:lnTo>
                    <a:pt x="211" y="328"/>
                  </a:lnTo>
                  <a:lnTo>
                    <a:pt x="199" y="341"/>
                  </a:lnTo>
                  <a:lnTo>
                    <a:pt x="182" y="350"/>
                  </a:lnTo>
                  <a:lnTo>
                    <a:pt x="164" y="355"/>
                  </a:lnTo>
                  <a:lnTo>
                    <a:pt x="147" y="355"/>
                  </a:lnTo>
                  <a:lnTo>
                    <a:pt x="130" y="350"/>
                  </a:lnTo>
                  <a:lnTo>
                    <a:pt x="115" y="342"/>
                  </a:lnTo>
                  <a:lnTo>
                    <a:pt x="104" y="328"/>
                  </a:lnTo>
                  <a:lnTo>
                    <a:pt x="94" y="311"/>
                  </a:lnTo>
                  <a:lnTo>
                    <a:pt x="5" y="92"/>
                  </a:lnTo>
                  <a:lnTo>
                    <a:pt x="0" y="75"/>
                  </a:lnTo>
                  <a:lnTo>
                    <a:pt x="1" y="57"/>
                  </a:lnTo>
                  <a:lnTo>
                    <a:pt x="6" y="41"/>
                  </a:lnTo>
                  <a:lnTo>
                    <a:pt x="16" y="26"/>
                  </a:lnTo>
                  <a:lnTo>
                    <a:pt x="28" y="13"/>
                  </a:lnTo>
                  <a:lnTo>
                    <a:pt x="44" y="4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3" name="Freeform 416">
              <a:extLst>
                <a:ext uri="{FF2B5EF4-FFF2-40B4-BE49-F238E27FC236}">
                  <a16:creationId xmlns:a16="http://schemas.microsoft.com/office/drawing/2014/main" id="{78897E11-8845-B176-3E4D-9FC57B077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824288"/>
              <a:ext cx="33337" cy="34925"/>
            </a:xfrm>
            <a:custGeom>
              <a:avLst/>
              <a:gdLst>
                <a:gd name="T0" fmla="*/ 68 w 301"/>
                <a:gd name="T1" fmla="*/ 0 h 305"/>
                <a:gd name="T2" fmla="*/ 86 w 301"/>
                <a:gd name="T3" fmla="*/ 3 h 305"/>
                <a:gd name="T4" fmla="*/ 102 w 301"/>
                <a:gd name="T5" fmla="*/ 11 h 305"/>
                <a:gd name="T6" fmla="*/ 116 w 301"/>
                <a:gd name="T7" fmla="*/ 21 h 305"/>
                <a:gd name="T8" fmla="*/ 282 w 301"/>
                <a:gd name="T9" fmla="*/ 188 h 305"/>
                <a:gd name="T10" fmla="*/ 293 w 301"/>
                <a:gd name="T11" fmla="*/ 203 h 305"/>
                <a:gd name="T12" fmla="*/ 299 w 301"/>
                <a:gd name="T13" fmla="*/ 219 h 305"/>
                <a:gd name="T14" fmla="*/ 301 w 301"/>
                <a:gd name="T15" fmla="*/ 236 h 305"/>
                <a:gd name="T16" fmla="*/ 298 w 301"/>
                <a:gd name="T17" fmla="*/ 254 h 305"/>
                <a:gd name="T18" fmla="*/ 291 w 301"/>
                <a:gd name="T19" fmla="*/ 270 h 305"/>
                <a:gd name="T20" fmla="*/ 280 w 301"/>
                <a:gd name="T21" fmla="*/ 285 h 305"/>
                <a:gd name="T22" fmla="*/ 266 w 301"/>
                <a:gd name="T23" fmla="*/ 297 h 305"/>
                <a:gd name="T24" fmla="*/ 249 w 301"/>
                <a:gd name="T25" fmla="*/ 303 h 305"/>
                <a:gd name="T26" fmla="*/ 232 w 301"/>
                <a:gd name="T27" fmla="*/ 305 h 305"/>
                <a:gd name="T28" fmla="*/ 214 w 301"/>
                <a:gd name="T29" fmla="*/ 303 h 305"/>
                <a:gd name="T30" fmla="*/ 198 w 301"/>
                <a:gd name="T31" fmla="*/ 295 h 305"/>
                <a:gd name="T32" fmla="*/ 184 w 301"/>
                <a:gd name="T33" fmla="*/ 283 h 305"/>
                <a:gd name="T34" fmla="*/ 18 w 301"/>
                <a:gd name="T35" fmla="*/ 115 h 305"/>
                <a:gd name="T36" fmla="*/ 7 w 301"/>
                <a:gd name="T37" fmla="*/ 101 h 305"/>
                <a:gd name="T38" fmla="*/ 1 w 301"/>
                <a:gd name="T39" fmla="*/ 85 h 305"/>
                <a:gd name="T40" fmla="*/ 0 w 301"/>
                <a:gd name="T41" fmla="*/ 67 h 305"/>
                <a:gd name="T42" fmla="*/ 2 w 301"/>
                <a:gd name="T43" fmla="*/ 50 h 305"/>
                <a:gd name="T44" fmla="*/ 9 w 301"/>
                <a:gd name="T45" fmla="*/ 33 h 305"/>
                <a:gd name="T46" fmla="*/ 20 w 301"/>
                <a:gd name="T47" fmla="*/ 19 h 305"/>
                <a:gd name="T48" fmla="*/ 34 w 301"/>
                <a:gd name="T49" fmla="*/ 9 h 305"/>
                <a:gd name="T50" fmla="*/ 51 w 301"/>
                <a:gd name="T51" fmla="*/ 2 h 305"/>
                <a:gd name="T52" fmla="*/ 68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68" y="0"/>
                  </a:moveTo>
                  <a:lnTo>
                    <a:pt x="86" y="3"/>
                  </a:lnTo>
                  <a:lnTo>
                    <a:pt x="102" y="11"/>
                  </a:lnTo>
                  <a:lnTo>
                    <a:pt x="116" y="21"/>
                  </a:lnTo>
                  <a:lnTo>
                    <a:pt x="282" y="188"/>
                  </a:lnTo>
                  <a:lnTo>
                    <a:pt x="293" y="203"/>
                  </a:lnTo>
                  <a:lnTo>
                    <a:pt x="299" y="219"/>
                  </a:lnTo>
                  <a:lnTo>
                    <a:pt x="301" y="236"/>
                  </a:lnTo>
                  <a:lnTo>
                    <a:pt x="298" y="254"/>
                  </a:lnTo>
                  <a:lnTo>
                    <a:pt x="291" y="270"/>
                  </a:lnTo>
                  <a:lnTo>
                    <a:pt x="280" y="285"/>
                  </a:lnTo>
                  <a:lnTo>
                    <a:pt x="266" y="297"/>
                  </a:lnTo>
                  <a:lnTo>
                    <a:pt x="249" y="303"/>
                  </a:lnTo>
                  <a:lnTo>
                    <a:pt x="232" y="305"/>
                  </a:lnTo>
                  <a:lnTo>
                    <a:pt x="214" y="303"/>
                  </a:lnTo>
                  <a:lnTo>
                    <a:pt x="198" y="295"/>
                  </a:lnTo>
                  <a:lnTo>
                    <a:pt x="184" y="283"/>
                  </a:lnTo>
                  <a:lnTo>
                    <a:pt x="18" y="115"/>
                  </a:lnTo>
                  <a:lnTo>
                    <a:pt x="7" y="101"/>
                  </a:lnTo>
                  <a:lnTo>
                    <a:pt x="1" y="85"/>
                  </a:lnTo>
                  <a:lnTo>
                    <a:pt x="0" y="67"/>
                  </a:lnTo>
                  <a:lnTo>
                    <a:pt x="2" y="50"/>
                  </a:lnTo>
                  <a:lnTo>
                    <a:pt x="9" y="33"/>
                  </a:lnTo>
                  <a:lnTo>
                    <a:pt x="20" y="19"/>
                  </a:lnTo>
                  <a:lnTo>
                    <a:pt x="34" y="9"/>
                  </a:lnTo>
                  <a:lnTo>
                    <a:pt x="51" y="2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4" name="Freeform 417">
              <a:extLst>
                <a:ext uri="{FF2B5EF4-FFF2-40B4-BE49-F238E27FC236}">
                  <a16:creationId xmlns:a16="http://schemas.microsoft.com/office/drawing/2014/main" id="{AFDDF0C9-35D9-A208-3EAF-7DA1C637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38" y="3978276"/>
              <a:ext cx="39687" cy="25400"/>
            </a:xfrm>
            <a:custGeom>
              <a:avLst/>
              <a:gdLst>
                <a:gd name="T0" fmla="*/ 60 w 353"/>
                <a:gd name="T1" fmla="*/ 0 h 228"/>
                <a:gd name="T2" fmla="*/ 77 w 353"/>
                <a:gd name="T3" fmla="*/ 0 h 228"/>
                <a:gd name="T4" fmla="*/ 96 w 353"/>
                <a:gd name="T5" fmla="*/ 5 h 228"/>
                <a:gd name="T6" fmla="*/ 313 w 353"/>
                <a:gd name="T7" fmla="*/ 96 h 228"/>
                <a:gd name="T8" fmla="*/ 328 w 353"/>
                <a:gd name="T9" fmla="*/ 104 h 228"/>
                <a:gd name="T10" fmla="*/ 340 w 353"/>
                <a:gd name="T11" fmla="*/ 117 h 228"/>
                <a:gd name="T12" fmla="*/ 348 w 353"/>
                <a:gd name="T13" fmla="*/ 133 h 228"/>
                <a:gd name="T14" fmla="*/ 353 w 353"/>
                <a:gd name="T15" fmla="*/ 150 h 228"/>
                <a:gd name="T16" fmla="*/ 353 w 353"/>
                <a:gd name="T17" fmla="*/ 168 h 228"/>
                <a:gd name="T18" fmla="*/ 347 w 353"/>
                <a:gd name="T19" fmla="*/ 186 h 228"/>
                <a:gd name="T20" fmla="*/ 338 w 353"/>
                <a:gd name="T21" fmla="*/ 203 h 228"/>
                <a:gd name="T22" fmla="*/ 325 w 353"/>
                <a:gd name="T23" fmla="*/ 215 h 228"/>
                <a:gd name="T24" fmla="*/ 311 w 353"/>
                <a:gd name="T25" fmla="*/ 224 h 228"/>
                <a:gd name="T26" fmla="*/ 293 w 353"/>
                <a:gd name="T27" fmla="*/ 228 h 228"/>
                <a:gd name="T28" fmla="*/ 276 w 353"/>
                <a:gd name="T29" fmla="*/ 227 h 228"/>
                <a:gd name="T30" fmla="*/ 257 w 353"/>
                <a:gd name="T31" fmla="*/ 221 h 228"/>
                <a:gd name="T32" fmla="*/ 40 w 353"/>
                <a:gd name="T33" fmla="*/ 131 h 228"/>
                <a:gd name="T34" fmla="*/ 25 w 353"/>
                <a:gd name="T35" fmla="*/ 121 h 228"/>
                <a:gd name="T36" fmla="*/ 13 w 353"/>
                <a:gd name="T37" fmla="*/ 108 h 228"/>
                <a:gd name="T38" fmla="*/ 5 w 353"/>
                <a:gd name="T39" fmla="*/ 93 h 228"/>
                <a:gd name="T40" fmla="*/ 0 w 353"/>
                <a:gd name="T41" fmla="*/ 75 h 228"/>
                <a:gd name="T42" fmla="*/ 0 w 353"/>
                <a:gd name="T43" fmla="*/ 58 h 228"/>
                <a:gd name="T44" fmla="*/ 6 w 353"/>
                <a:gd name="T45" fmla="*/ 40 h 228"/>
                <a:gd name="T46" fmla="*/ 15 w 353"/>
                <a:gd name="T47" fmla="*/ 25 h 228"/>
                <a:gd name="T48" fmla="*/ 27 w 353"/>
                <a:gd name="T49" fmla="*/ 13 h 228"/>
                <a:gd name="T50" fmla="*/ 42 w 353"/>
                <a:gd name="T51" fmla="*/ 4 h 228"/>
                <a:gd name="T52" fmla="*/ 60 w 353"/>
                <a:gd name="T5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8">
                  <a:moveTo>
                    <a:pt x="60" y="0"/>
                  </a:moveTo>
                  <a:lnTo>
                    <a:pt x="77" y="0"/>
                  </a:lnTo>
                  <a:lnTo>
                    <a:pt x="96" y="5"/>
                  </a:lnTo>
                  <a:lnTo>
                    <a:pt x="313" y="96"/>
                  </a:lnTo>
                  <a:lnTo>
                    <a:pt x="328" y="104"/>
                  </a:lnTo>
                  <a:lnTo>
                    <a:pt x="340" y="117"/>
                  </a:lnTo>
                  <a:lnTo>
                    <a:pt x="348" y="133"/>
                  </a:lnTo>
                  <a:lnTo>
                    <a:pt x="353" y="150"/>
                  </a:lnTo>
                  <a:lnTo>
                    <a:pt x="353" y="168"/>
                  </a:lnTo>
                  <a:lnTo>
                    <a:pt x="347" y="186"/>
                  </a:lnTo>
                  <a:lnTo>
                    <a:pt x="338" y="203"/>
                  </a:lnTo>
                  <a:lnTo>
                    <a:pt x="325" y="215"/>
                  </a:lnTo>
                  <a:lnTo>
                    <a:pt x="311" y="224"/>
                  </a:lnTo>
                  <a:lnTo>
                    <a:pt x="293" y="228"/>
                  </a:lnTo>
                  <a:lnTo>
                    <a:pt x="276" y="227"/>
                  </a:lnTo>
                  <a:lnTo>
                    <a:pt x="257" y="221"/>
                  </a:lnTo>
                  <a:lnTo>
                    <a:pt x="40" y="131"/>
                  </a:lnTo>
                  <a:lnTo>
                    <a:pt x="25" y="121"/>
                  </a:lnTo>
                  <a:lnTo>
                    <a:pt x="13" y="108"/>
                  </a:lnTo>
                  <a:lnTo>
                    <a:pt x="5" y="93"/>
                  </a:lnTo>
                  <a:lnTo>
                    <a:pt x="0" y="75"/>
                  </a:lnTo>
                  <a:lnTo>
                    <a:pt x="0" y="58"/>
                  </a:lnTo>
                  <a:lnTo>
                    <a:pt x="6" y="40"/>
                  </a:lnTo>
                  <a:lnTo>
                    <a:pt x="15" y="25"/>
                  </a:lnTo>
                  <a:lnTo>
                    <a:pt x="27" y="13"/>
                  </a:lnTo>
                  <a:lnTo>
                    <a:pt x="42" y="4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5" name="Freeform 418">
              <a:extLst>
                <a:ext uri="{FF2B5EF4-FFF2-40B4-BE49-F238E27FC236}">
                  <a16:creationId xmlns:a16="http://schemas.microsoft.com/office/drawing/2014/main" id="{A2C7AB4F-0002-4F60-4FF5-CEB0C49B53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0" y="3873501"/>
              <a:ext cx="39687" cy="25400"/>
            </a:xfrm>
            <a:custGeom>
              <a:avLst/>
              <a:gdLst>
                <a:gd name="T0" fmla="*/ 59 w 353"/>
                <a:gd name="T1" fmla="*/ 0 h 226"/>
                <a:gd name="T2" fmla="*/ 78 w 353"/>
                <a:gd name="T3" fmla="*/ 0 h 226"/>
                <a:gd name="T4" fmla="*/ 95 w 353"/>
                <a:gd name="T5" fmla="*/ 4 h 226"/>
                <a:gd name="T6" fmla="*/ 313 w 353"/>
                <a:gd name="T7" fmla="*/ 94 h 226"/>
                <a:gd name="T8" fmla="*/ 329 w 353"/>
                <a:gd name="T9" fmla="*/ 103 h 226"/>
                <a:gd name="T10" fmla="*/ 341 w 353"/>
                <a:gd name="T11" fmla="*/ 116 h 226"/>
                <a:gd name="T12" fmla="*/ 349 w 353"/>
                <a:gd name="T13" fmla="*/ 132 h 226"/>
                <a:gd name="T14" fmla="*/ 353 w 353"/>
                <a:gd name="T15" fmla="*/ 148 h 226"/>
                <a:gd name="T16" fmla="*/ 353 w 353"/>
                <a:gd name="T17" fmla="*/ 167 h 226"/>
                <a:gd name="T18" fmla="*/ 348 w 353"/>
                <a:gd name="T19" fmla="*/ 184 h 226"/>
                <a:gd name="T20" fmla="*/ 339 w 353"/>
                <a:gd name="T21" fmla="*/ 201 h 226"/>
                <a:gd name="T22" fmla="*/ 326 w 353"/>
                <a:gd name="T23" fmla="*/ 214 h 226"/>
                <a:gd name="T24" fmla="*/ 311 w 353"/>
                <a:gd name="T25" fmla="*/ 222 h 226"/>
                <a:gd name="T26" fmla="*/ 294 w 353"/>
                <a:gd name="T27" fmla="*/ 226 h 226"/>
                <a:gd name="T28" fmla="*/ 276 w 353"/>
                <a:gd name="T29" fmla="*/ 225 h 226"/>
                <a:gd name="T30" fmla="*/ 258 w 353"/>
                <a:gd name="T31" fmla="*/ 219 h 226"/>
                <a:gd name="T32" fmla="*/ 41 w 353"/>
                <a:gd name="T33" fmla="*/ 129 h 226"/>
                <a:gd name="T34" fmla="*/ 26 w 353"/>
                <a:gd name="T35" fmla="*/ 120 h 226"/>
                <a:gd name="T36" fmla="*/ 13 w 353"/>
                <a:gd name="T37" fmla="*/ 107 h 226"/>
                <a:gd name="T38" fmla="*/ 5 w 353"/>
                <a:gd name="T39" fmla="*/ 92 h 226"/>
                <a:gd name="T40" fmla="*/ 0 w 353"/>
                <a:gd name="T41" fmla="*/ 74 h 226"/>
                <a:gd name="T42" fmla="*/ 0 w 353"/>
                <a:gd name="T43" fmla="*/ 57 h 226"/>
                <a:gd name="T44" fmla="*/ 5 w 353"/>
                <a:gd name="T45" fmla="*/ 40 h 226"/>
                <a:gd name="T46" fmla="*/ 14 w 353"/>
                <a:gd name="T47" fmla="*/ 24 h 226"/>
                <a:gd name="T48" fmla="*/ 28 w 353"/>
                <a:gd name="T49" fmla="*/ 12 h 226"/>
                <a:gd name="T50" fmla="*/ 43 w 353"/>
                <a:gd name="T51" fmla="*/ 4 h 226"/>
                <a:gd name="T52" fmla="*/ 59 w 353"/>
                <a:gd name="T5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6">
                  <a:moveTo>
                    <a:pt x="59" y="0"/>
                  </a:moveTo>
                  <a:lnTo>
                    <a:pt x="78" y="0"/>
                  </a:lnTo>
                  <a:lnTo>
                    <a:pt x="95" y="4"/>
                  </a:lnTo>
                  <a:lnTo>
                    <a:pt x="313" y="94"/>
                  </a:lnTo>
                  <a:lnTo>
                    <a:pt x="329" y="103"/>
                  </a:lnTo>
                  <a:lnTo>
                    <a:pt x="341" y="116"/>
                  </a:lnTo>
                  <a:lnTo>
                    <a:pt x="349" y="132"/>
                  </a:lnTo>
                  <a:lnTo>
                    <a:pt x="353" y="148"/>
                  </a:lnTo>
                  <a:lnTo>
                    <a:pt x="353" y="167"/>
                  </a:lnTo>
                  <a:lnTo>
                    <a:pt x="348" y="184"/>
                  </a:lnTo>
                  <a:lnTo>
                    <a:pt x="339" y="201"/>
                  </a:lnTo>
                  <a:lnTo>
                    <a:pt x="326" y="214"/>
                  </a:lnTo>
                  <a:lnTo>
                    <a:pt x="311" y="222"/>
                  </a:lnTo>
                  <a:lnTo>
                    <a:pt x="294" y="226"/>
                  </a:lnTo>
                  <a:lnTo>
                    <a:pt x="276" y="225"/>
                  </a:lnTo>
                  <a:lnTo>
                    <a:pt x="258" y="219"/>
                  </a:lnTo>
                  <a:lnTo>
                    <a:pt x="41" y="129"/>
                  </a:lnTo>
                  <a:lnTo>
                    <a:pt x="26" y="120"/>
                  </a:lnTo>
                  <a:lnTo>
                    <a:pt x="13" y="107"/>
                  </a:lnTo>
                  <a:lnTo>
                    <a:pt x="5" y="92"/>
                  </a:lnTo>
                  <a:lnTo>
                    <a:pt x="0" y="74"/>
                  </a:lnTo>
                  <a:lnTo>
                    <a:pt x="0" y="57"/>
                  </a:lnTo>
                  <a:lnTo>
                    <a:pt x="5" y="40"/>
                  </a:lnTo>
                  <a:lnTo>
                    <a:pt x="14" y="24"/>
                  </a:lnTo>
                  <a:lnTo>
                    <a:pt x="28" y="12"/>
                  </a:lnTo>
                  <a:lnTo>
                    <a:pt x="43" y="4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6" name="Freeform 419">
              <a:extLst>
                <a:ext uri="{FF2B5EF4-FFF2-40B4-BE49-F238E27FC236}">
                  <a16:creationId xmlns:a16="http://schemas.microsoft.com/office/drawing/2014/main" id="{38BC99CF-DC2B-5F46-DF88-172B5D27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213" y="4090988"/>
              <a:ext cx="139700" cy="71438"/>
            </a:xfrm>
            <a:custGeom>
              <a:avLst/>
              <a:gdLst>
                <a:gd name="T0" fmla="*/ 160 w 1223"/>
                <a:gd name="T1" fmla="*/ 0 h 638"/>
                <a:gd name="T2" fmla="*/ 1066 w 1223"/>
                <a:gd name="T3" fmla="*/ 3 h 638"/>
                <a:gd name="T4" fmla="*/ 1066 w 1223"/>
                <a:gd name="T5" fmla="*/ 204 h 638"/>
                <a:gd name="T6" fmla="*/ 1157 w 1223"/>
                <a:gd name="T7" fmla="*/ 204 h 638"/>
                <a:gd name="T8" fmla="*/ 1174 w 1223"/>
                <a:gd name="T9" fmla="*/ 206 h 638"/>
                <a:gd name="T10" fmla="*/ 1191 w 1223"/>
                <a:gd name="T11" fmla="*/ 213 h 638"/>
                <a:gd name="T12" fmla="*/ 1204 w 1223"/>
                <a:gd name="T13" fmla="*/ 223 h 638"/>
                <a:gd name="T14" fmla="*/ 1214 w 1223"/>
                <a:gd name="T15" fmla="*/ 237 h 638"/>
                <a:gd name="T16" fmla="*/ 1221 w 1223"/>
                <a:gd name="T17" fmla="*/ 254 h 638"/>
                <a:gd name="T18" fmla="*/ 1223 w 1223"/>
                <a:gd name="T19" fmla="*/ 273 h 638"/>
                <a:gd name="T20" fmla="*/ 1220 w 1223"/>
                <a:gd name="T21" fmla="*/ 291 h 638"/>
                <a:gd name="T22" fmla="*/ 1213 w 1223"/>
                <a:gd name="T23" fmla="*/ 307 h 638"/>
                <a:gd name="T24" fmla="*/ 1203 w 1223"/>
                <a:gd name="T25" fmla="*/ 321 h 638"/>
                <a:gd name="T26" fmla="*/ 1188 w 1223"/>
                <a:gd name="T27" fmla="*/ 331 h 638"/>
                <a:gd name="T28" fmla="*/ 1172 w 1223"/>
                <a:gd name="T29" fmla="*/ 338 h 638"/>
                <a:gd name="T30" fmla="*/ 1154 w 1223"/>
                <a:gd name="T31" fmla="*/ 340 h 638"/>
                <a:gd name="T32" fmla="*/ 1061 w 1223"/>
                <a:gd name="T33" fmla="*/ 340 h 638"/>
                <a:gd name="T34" fmla="*/ 1050 w 1223"/>
                <a:gd name="T35" fmla="*/ 385 h 638"/>
                <a:gd name="T36" fmla="*/ 1035 w 1223"/>
                <a:gd name="T37" fmla="*/ 427 h 638"/>
                <a:gd name="T38" fmla="*/ 1013 w 1223"/>
                <a:gd name="T39" fmla="*/ 467 h 638"/>
                <a:gd name="T40" fmla="*/ 989 w 1223"/>
                <a:gd name="T41" fmla="*/ 504 h 638"/>
                <a:gd name="T42" fmla="*/ 959 w 1223"/>
                <a:gd name="T43" fmla="*/ 537 h 638"/>
                <a:gd name="T44" fmla="*/ 925 w 1223"/>
                <a:gd name="T45" fmla="*/ 566 h 638"/>
                <a:gd name="T46" fmla="*/ 889 w 1223"/>
                <a:gd name="T47" fmla="*/ 591 h 638"/>
                <a:gd name="T48" fmla="*/ 849 w 1223"/>
                <a:gd name="T49" fmla="*/ 610 h 638"/>
                <a:gd name="T50" fmla="*/ 806 w 1223"/>
                <a:gd name="T51" fmla="*/ 625 h 638"/>
                <a:gd name="T52" fmla="*/ 761 w 1223"/>
                <a:gd name="T53" fmla="*/ 635 h 638"/>
                <a:gd name="T54" fmla="*/ 714 w 1223"/>
                <a:gd name="T55" fmla="*/ 638 h 638"/>
                <a:gd name="T56" fmla="*/ 505 w 1223"/>
                <a:gd name="T57" fmla="*/ 638 h 638"/>
                <a:gd name="T58" fmla="*/ 458 w 1223"/>
                <a:gd name="T59" fmla="*/ 635 h 638"/>
                <a:gd name="T60" fmla="*/ 413 w 1223"/>
                <a:gd name="T61" fmla="*/ 624 h 638"/>
                <a:gd name="T62" fmla="*/ 370 w 1223"/>
                <a:gd name="T63" fmla="*/ 610 h 638"/>
                <a:gd name="T64" fmla="*/ 330 w 1223"/>
                <a:gd name="T65" fmla="*/ 590 h 638"/>
                <a:gd name="T66" fmla="*/ 293 w 1223"/>
                <a:gd name="T67" fmla="*/ 565 h 638"/>
                <a:gd name="T68" fmla="*/ 259 w 1223"/>
                <a:gd name="T69" fmla="*/ 535 h 638"/>
                <a:gd name="T70" fmla="*/ 231 w 1223"/>
                <a:gd name="T71" fmla="*/ 502 h 638"/>
                <a:gd name="T72" fmla="*/ 205 w 1223"/>
                <a:gd name="T73" fmla="*/ 465 h 638"/>
                <a:gd name="T74" fmla="*/ 185 w 1223"/>
                <a:gd name="T75" fmla="*/ 425 h 638"/>
                <a:gd name="T76" fmla="*/ 170 w 1223"/>
                <a:gd name="T77" fmla="*/ 382 h 638"/>
                <a:gd name="T78" fmla="*/ 160 w 1223"/>
                <a:gd name="T79" fmla="*/ 337 h 638"/>
                <a:gd name="T80" fmla="*/ 67 w 1223"/>
                <a:gd name="T81" fmla="*/ 337 h 638"/>
                <a:gd name="T82" fmla="*/ 49 w 1223"/>
                <a:gd name="T83" fmla="*/ 335 h 638"/>
                <a:gd name="T84" fmla="*/ 33 w 1223"/>
                <a:gd name="T85" fmla="*/ 328 h 638"/>
                <a:gd name="T86" fmla="*/ 20 w 1223"/>
                <a:gd name="T87" fmla="*/ 316 h 638"/>
                <a:gd name="T88" fmla="*/ 10 w 1223"/>
                <a:gd name="T89" fmla="*/ 302 h 638"/>
                <a:gd name="T90" fmla="*/ 2 w 1223"/>
                <a:gd name="T91" fmla="*/ 286 h 638"/>
                <a:gd name="T92" fmla="*/ 0 w 1223"/>
                <a:gd name="T93" fmla="*/ 268 h 638"/>
                <a:gd name="T94" fmla="*/ 2 w 1223"/>
                <a:gd name="T95" fmla="*/ 250 h 638"/>
                <a:gd name="T96" fmla="*/ 10 w 1223"/>
                <a:gd name="T97" fmla="*/ 234 h 638"/>
                <a:gd name="T98" fmla="*/ 21 w 1223"/>
                <a:gd name="T99" fmla="*/ 220 h 638"/>
                <a:gd name="T100" fmla="*/ 35 w 1223"/>
                <a:gd name="T101" fmla="*/ 210 h 638"/>
                <a:gd name="T102" fmla="*/ 51 w 1223"/>
                <a:gd name="T103" fmla="*/ 204 h 638"/>
                <a:gd name="T104" fmla="*/ 70 w 1223"/>
                <a:gd name="T105" fmla="*/ 200 h 638"/>
                <a:gd name="T106" fmla="*/ 160 w 1223"/>
                <a:gd name="T107" fmla="*/ 200 h 638"/>
                <a:gd name="T108" fmla="*/ 160 w 1223"/>
                <a:gd name="T10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23" h="638">
                  <a:moveTo>
                    <a:pt x="160" y="0"/>
                  </a:moveTo>
                  <a:lnTo>
                    <a:pt x="1066" y="3"/>
                  </a:lnTo>
                  <a:lnTo>
                    <a:pt x="1066" y="204"/>
                  </a:lnTo>
                  <a:lnTo>
                    <a:pt x="1157" y="204"/>
                  </a:lnTo>
                  <a:lnTo>
                    <a:pt x="1174" y="206"/>
                  </a:lnTo>
                  <a:lnTo>
                    <a:pt x="1191" y="213"/>
                  </a:lnTo>
                  <a:lnTo>
                    <a:pt x="1204" y="223"/>
                  </a:lnTo>
                  <a:lnTo>
                    <a:pt x="1214" y="237"/>
                  </a:lnTo>
                  <a:lnTo>
                    <a:pt x="1221" y="254"/>
                  </a:lnTo>
                  <a:lnTo>
                    <a:pt x="1223" y="273"/>
                  </a:lnTo>
                  <a:lnTo>
                    <a:pt x="1220" y="291"/>
                  </a:lnTo>
                  <a:lnTo>
                    <a:pt x="1213" y="307"/>
                  </a:lnTo>
                  <a:lnTo>
                    <a:pt x="1203" y="321"/>
                  </a:lnTo>
                  <a:lnTo>
                    <a:pt x="1188" y="331"/>
                  </a:lnTo>
                  <a:lnTo>
                    <a:pt x="1172" y="338"/>
                  </a:lnTo>
                  <a:lnTo>
                    <a:pt x="1154" y="340"/>
                  </a:lnTo>
                  <a:lnTo>
                    <a:pt x="1061" y="340"/>
                  </a:lnTo>
                  <a:lnTo>
                    <a:pt x="1050" y="385"/>
                  </a:lnTo>
                  <a:lnTo>
                    <a:pt x="1035" y="427"/>
                  </a:lnTo>
                  <a:lnTo>
                    <a:pt x="1013" y="467"/>
                  </a:lnTo>
                  <a:lnTo>
                    <a:pt x="989" y="504"/>
                  </a:lnTo>
                  <a:lnTo>
                    <a:pt x="959" y="537"/>
                  </a:lnTo>
                  <a:lnTo>
                    <a:pt x="925" y="566"/>
                  </a:lnTo>
                  <a:lnTo>
                    <a:pt x="889" y="591"/>
                  </a:lnTo>
                  <a:lnTo>
                    <a:pt x="849" y="610"/>
                  </a:lnTo>
                  <a:lnTo>
                    <a:pt x="806" y="625"/>
                  </a:lnTo>
                  <a:lnTo>
                    <a:pt x="761" y="635"/>
                  </a:lnTo>
                  <a:lnTo>
                    <a:pt x="714" y="638"/>
                  </a:lnTo>
                  <a:lnTo>
                    <a:pt x="505" y="638"/>
                  </a:lnTo>
                  <a:lnTo>
                    <a:pt x="458" y="635"/>
                  </a:lnTo>
                  <a:lnTo>
                    <a:pt x="413" y="624"/>
                  </a:lnTo>
                  <a:lnTo>
                    <a:pt x="370" y="610"/>
                  </a:lnTo>
                  <a:lnTo>
                    <a:pt x="330" y="590"/>
                  </a:lnTo>
                  <a:lnTo>
                    <a:pt x="293" y="565"/>
                  </a:lnTo>
                  <a:lnTo>
                    <a:pt x="259" y="535"/>
                  </a:lnTo>
                  <a:lnTo>
                    <a:pt x="231" y="502"/>
                  </a:lnTo>
                  <a:lnTo>
                    <a:pt x="205" y="465"/>
                  </a:lnTo>
                  <a:lnTo>
                    <a:pt x="185" y="425"/>
                  </a:lnTo>
                  <a:lnTo>
                    <a:pt x="170" y="382"/>
                  </a:lnTo>
                  <a:lnTo>
                    <a:pt x="160" y="337"/>
                  </a:lnTo>
                  <a:lnTo>
                    <a:pt x="67" y="337"/>
                  </a:lnTo>
                  <a:lnTo>
                    <a:pt x="49" y="335"/>
                  </a:lnTo>
                  <a:lnTo>
                    <a:pt x="33" y="328"/>
                  </a:lnTo>
                  <a:lnTo>
                    <a:pt x="20" y="316"/>
                  </a:lnTo>
                  <a:lnTo>
                    <a:pt x="10" y="302"/>
                  </a:lnTo>
                  <a:lnTo>
                    <a:pt x="2" y="286"/>
                  </a:lnTo>
                  <a:lnTo>
                    <a:pt x="0" y="268"/>
                  </a:lnTo>
                  <a:lnTo>
                    <a:pt x="2" y="250"/>
                  </a:lnTo>
                  <a:lnTo>
                    <a:pt x="10" y="234"/>
                  </a:lnTo>
                  <a:lnTo>
                    <a:pt x="21" y="220"/>
                  </a:lnTo>
                  <a:lnTo>
                    <a:pt x="35" y="210"/>
                  </a:lnTo>
                  <a:lnTo>
                    <a:pt x="51" y="204"/>
                  </a:lnTo>
                  <a:lnTo>
                    <a:pt x="70" y="200"/>
                  </a:lnTo>
                  <a:lnTo>
                    <a:pt x="160" y="200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/>
            </a:p>
          </p:txBody>
        </p:sp>
        <p:sp>
          <p:nvSpPr>
            <p:cNvPr id="47" name="Freeform 420">
              <a:extLst>
                <a:ext uri="{FF2B5EF4-FFF2-40B4-BE49-F238E27FC236}">
                  <a16:creationId xmlns:a16="http://schemas.microsoft.com/office/drawing/2014/main" id="{EBDF582A-08C6-2A04-1710-C77354D6A7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7638" y="3836988"/>
              <a:ext cx="198438" cy="238126"/>
            </a:xfrm>
            <a:custGeom>
              <a:avLst/>
              <a:gdLst>
                <a:gd name="T0" fmla="*/ 829 w 1755"/>
                <a:gd name="T1" fmla="*/ 469 h 2100"/>
                <a:gd name="T2" fmla="*/ 809 w 1755"/>
                <a:gd name="T3" fmla="*/ 567 h 2100"/>
                <a:gd name="T4" fmla="*/ 695 w 1755"/>
                <a:gd name="T5" fmla="*/ 640 h 2100"/>
                <a:gd name="T6" fmla="*/ 638 w 1755"/>
                <a:gd name="T7" fmla="*/ 764 h 2100"/>
                <a:gd name="T8" fmla="*/ 663 w 1755"/>
                <a:gd name="T9" fmla="*/ 911 h 2100"/>
                <a:gd name="T10" fmla="*/ 767 w 1755"/>
                <a:gd name="T11" fmla="*/ 1016 h 2100"/>
                <a:gd name="T12" fmla="*/ 901 w 1755"/>
                <a:gd name="T13" fmla="*/ 1045 h 2100"/>
                <a:gd name="T14" fmla="*/ 971 w 1755"/>
                <a:gd name="T15" fmla="*/ 1101 h 2100"/>
                <a:gd name="T16" fmla="*/ 971 w 1755"/>
                <a:gd name="T17" fmla="*/ 1192 h 2100"/>
                <a:gd name="T18" fmla="*/ 901 w 1755"/>
                <a:gd name="T19" fmla="*/ 1248 h 2100"/>
                <a:gd name="T20" fmla="*/ 818 w 1755"/>
                <a:gd name="T21" fmla="*/ 1232 h 2100"/>
                <a:gd name="T22" fmla="*/ 754 w 1755"/>
                <a:gd name="T23" fmla="*/ 1196 h 2100"/>
                <a:gd name="T24" fmla="*/ 693 w 1755"/>
                <a:gd name="T25" fmla="*/ 1229 h 2100"/>
                <a:gd name="T26" fmla="*/ 691 w 1755"/>
                <a:gd name="T27" fmla="*/ 1298 h 2100"/>
                <a:gd name="T28" fmla="*/ 779 w 1755"/>
                <a:gd name="T29" fmla="*/ 1368 h 2100"/>
                <a:gd name="T30" fmla="*/ 818 w 1755"/>
                <a:gd name="T31" fmla="*/ 1462 h 2100"/>
                <a:gd name="T32" fmla="*/ 878 w 1755"/>
                <a:gd name="T33" fmla="*/ 1497 h 2100"/>
                <a:gd name="T34" fmla="*/ 938 w 1755"/>
                <a:gd name="T35" fmla="*/ 1462 h 2100"/>
                <a:gd name="T36" fmla="*/ 980 w 1755"/>
                <a:gd name="T37" fmla="*/ 1367 h 2100"/>
                <a:gd name="T38" fmla="*/ 1081 w 1755"/>
                <a:gd name="T39" fmla="*/ 1278 h 2100"/>
                <a:gd name="T40" fmla="*/ 1121 w 1755"/>
                <a:gd name="T41" fmla="*/ 1146 h 2100"/>
                <a:gd name="T42" fmla="*/ 1074 w 1755"/>
                <a:gd name="T43" fmla="*/ 1002 h 2100"/>
                <a:gd name="T44" fmla="*/ 955 w 1755"/>
                <a:gd name="T45" fmla="*/ 916 h 2100"/>
                <a:gd name="T46" fmla="*/ 833 w 1755"/>
                <a:gd name="T47" fmla="*/ 892 h 2100"/>
                <a:gd name="T48" fmla="*/ 778 w 1755"/>
                <a:gd name="T49" fmla="*/ 823 h 2100"/>
                <a:gd name="T50" fmla="*/ 798 w 1755"/>
                <a:gd name="T51" fmla="*/ 734 h 2100"/>
                <a:gd name="T52" fmla="*/ 878 w 1755"/>
                <a:gd name="T53" fmla="*/ 695 h 2100"/>
                <a:gd name="T54" fmla="*/ 954 w 1755"/>
                <a:gd name="T55" fmla="*/ 728 h 2100"/>
                <a:gd name="T56" fmla="*/ 1020 w 1755"/>
                <a:gd name="T57" fmla="*/ 748 h 2100"/>
                <a:gd name="T58" fmla="*/ 1071 w 1755"/>
                <a:gd name="T59" fmla="*/ 700 h 2100"/>
                <a:gd name="T60" fmla="*/ 1054 w 1755"/>
                <a:gd name="T61" fmla="*/ 633 h 2100"/>
                <a:gd name="T62" fmla="*/ 948 w 1755"/>
                <a:gd name="T63" fmla="*/ 567 h 2100"/>
                <a:gd name="T64" fmla="*/ 928 w 1755"/>
                <a:gd name="T65" fmla="*/ 469 h 2100"/>
                <a:gd name="T66" fmla="*/ 902 w 1755"/>
                <a:gd name="T67" fmla="*/ 0 h 2100"/>
                <a:gd name="T68" fmla="*/ 1186 w 1755"/>
                <a:gd name="T69" fmla="*/ 56 h 2100"/>
                <a:gd name="T70" fmla="*/ 1430 w 1755"/>
                <a:gd name="T71" fmla="*/ 195 h 2100"/>
                <a:gd name="T72" fmla="*/ 1616 w 1755"/>
                <a:gd name="T73" fmla="*/ 405 h 2100"/>
                <a:gd name="T74" fmla="*/ 1729 w 1755"/>
                <a:gd name="T75" fmla="*/ 665 h 2100"/>
                <a:gd name="T76" fmla="*/ 1752 w 1755"/>
                <a:gd name="T77" fmla="*/ 954 h 2100"/>
                <a:gd name="T78" fmla="*/ 1691 w 1755"/>
                <a:gd name="T79" fmla="*/ 1215 h 2100"/>
                <a:gd name="T80" fmla="*/ 1558 w 1755"/>
                <a:gd name="T81" fmla="*/ 1438 h 2100"/>
                <a:gd name="T82" fmla="*/ 1383 w 1755"/>
                <a:gd name="T83" fmla="*/ 1714 h 2100"/>
                <a:gd name="T84" fmla="*/ 1272 w 1755"/>
                <a:gd name="T85" fmla="*/ 2020 h 2100"/>
                <a:gd name="T86" fmla="*/ 445 w 1755"/>
                <a:gd name="T87" fmla="*/ 1915 h 2100"/>
                <a:gd name="T88" fmla="*/ 289 w 1755"/>
                <a:gd name="T89" fmla="*/ 1573 h 2100"/>
                <a:gd name="T90" fmla="*/ 110 w 1755"/>
                <a:gd name="T91" fmla="*/ 1307 h 2100"/>
                <a:gd name="T92" fmla="*/ 18 w 1755"/>
                <a:gd name="T93" fmla="*/ 1059 h 2100"/>
                <a:gd name="T94" fmla="*/ 6 w 1755"/>
                <a:gd name="T95" fmla="*/ 778 h 2100"/>
                <a:gd name="T96" fmla="*/ 87 w 1755"/>
                <a:gd name="T97" fmla="*/ 500 h 2100"/>
                <a:gd name="T98" fmla="*/ 250 w 1755"/>
                <a:gd name="T99" fmla="*/ 267 h 2100"/>
                <a:gd name="T100" fmla="*/ 477 w 1755"/>
                <a:gd name="T101" fmla="*/ 98 h 2100"/>
                <a:gd name="T102" fmla="*/ 752 w 1755"/>
                <a:gd name="T103" fmla="*/ 8 h 2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55" h="2100">
                  <a:moveTo>
                    <a:pt x="878" y="449"/>
                  </a:moveTo>
                  <a:lnTo>
                    <a:pt x="860" y="451"/>
                  </a:lnTo>
                  <a:lnTo>
                    <a:pt x="844" y="458"/>
                  </a:lnTo>
                  <a:lnTo>
                    <a:pt x="829" y="469"/>
                  </a:lnTo>
                  <a:lnTo>
                    <a:pt x="818" y="483"/>
                  </a:lnTo>
                  <a:lnTo>
                    <a:pt x="811" y="499"/>
                  </a:lnTo>
                  <a:lnTo>
                    <a:pt x="809" y="519"/>
                  </a:lnTo>
                  <a:lnTo>
                    <a:pt x="809" y="567"/>
                  </a:lnTo>
                  <a:lnTo>
                    <a:pt x="776" y="579"/>
                  </a:lnTo>
                  <a:lnTo>
                    <a:pt x="746" y="596"/>
                  </a:lnTo>
                  <a:lnTo>
                    <a:pt x="719" y="616"/>
                  </a:lnTo>
                  <a:lnTo>
                    <a:pt x="695" y="640"/>
                  </a:lnTo>
                  <a:lnTo>
                    <a:pt x="675" y="668"/>
                  </a:lnTo>
                  <a:lnTo>
                    <a:pt x="658" y="697"/>
                  </a:lnTo>
                  <a:lnTo>
                    <a:pt x="646" y="729"/>
                  </a:lnTo>
                  <a:lnTo>
                    <a:pt x="638" y="764"/>
                  </a:lnTo>
                  <a:lnTo>
                    <a:pt x="636" y="800"/>
                  </a:lnTo>
                  <a:lnTo>
                    <a:pt x="639" y="839"/>
                  </a:lnTo>
                  <a:lnTo>
                    <a:pt x="648" y="876"/>
                  </a:lnTo>
                  <a:lnTo>
                    <a:pt x="663" y="911"/>
                  </a:lnTo>
                  <a:lnTo>
                    <a:pt x="682" y="943"/>
                  </a:lnTo>
                  <a:lnTo>
                    <a:pt x="707" y="971"/>
                  </a:lnTo>
                  <a:lnTo>
                    <a:pt x="735" y="995"/>
                  </a:lnTo>
                  <a:lnTo>
                    <a:pt x="767" y="1016"/>
                  </a:lnTo>
                  <a:lnTo>
                    <a:pt x="802" y="1030"/>
                  </a:lnTo>
                  <a:lnTo>
                    <a:pt x="839" y="1039"/>
                  </a:lnTo>
                  <a:lnTo>
                    <a:pt x="877" y="1042"/>
                  </a:lnTo>
                  <a:lnTo>
                    <a:pt x="901" y="1045"/>
                  </a:lnTo>
                  <a:lnTo>
                    <a:pt x="923" y="1053"/>
                  </a:lnTo>
                  <a:lnTo>
                    <a:pt x="942" y="1065"/>
                  </a:lnTo>
                  <a:lnTo>
                    <a:pt x="958" y="1081"/>
                  </a:lnTo>
                  <a:lnTo>
                    <a:pt x="971" y="1101"/>
                  </a:lnTo>
                  <a:lnTo>
                    <a:pt x="979" y="1122"/>
                  </a:lnTo>
                  <a:lnTo>
                    <a:pt x="982" y="1147"/>
                  </a:lnTo>
                  <a:lnTo>
                    <a:pt x="979" y="1171"/>
                  </a:lnTo>
                  <a:lnTo>
                    <a:pt x="971" y="1192"/>
                  </a:lnTo>
                  <a:lnTo>
                    <a:pt x="958" y="1212"/>
                  </a:lnTo>
                  <a:lnTo>
                    <a:pt x="942" y="1228"/>
                  </a:lnTo>
                  <a:lnTo>
                    <a:pt x="923" y="1240"/>
                  </a:lnTo>
                  <a:lnTo>
                    <a:pt x="901" y="1248"/>
                  </a:lnTo>
                  <a:lnTo>
                    <a:pt x="877" y="1251"/>
                  </a:lnTo>
                  <a:lnTo>
                    <a:pt x="856" y="1249"/>
                  </a:lnTo>
                  <a:lnTo>
                    <a:pt x="836" y="1242"/>
                  </a:lnTo>
                  <a:lnTo>
                    <a:pt x="818" y="1232"/>
                  </a:lnTo>
                  <a:lnTo>
                    <a:pt x="802" y="1218"/>
                  </a:lnTo>
                  <a:lnTo>
                    <a:pt x="787" y="1206"/>
                  </a:lnTo>
                  <a:lnTo>
                    <a:pt x="771" y="1198"/>
                  </a:lnTo>
                  <a:lnTo>
                    <a:pt x="754" y="1196"/>
                  </a:lnTo>
                  <a:lnTo>
                    <a:pt x="736" y="1197"/>
                  </a:lnTo>
                  <a:lnTo>
                    <a:pt x="720" y="1204"/>
                  </a:lnTo>
                  <a:lnTo>
                    <a:pt x="704" y="1215"/>
                  </a:lnTo>
                  <a:lnTo>
                    <a:pt x="693" y="1229"/>
                  </a:lnTo>
                  <a:lnTo>
                    <a:pt x="686" y="1246"/>
                  </a:lnTo>
                  <a:lnTo>
                    <a:pt x="683" y="1263"/>
                  </a:lnTo>
                  <a:lnTo>
                    <a:pt x="685" y="1280"/>
                  </a:lnTo>
                  <a:lnTo>
                    <a:pt x="691" y="1298"/>
                  </a:lnTo>
                  <a:lnTo>
                    <a:pt x="701" y="1312"/>
                  </a:lnTo>
                  <a:lnTo>
                    <a:pt x="725" y="1335"/>
                  </a:lnTo>
                  <a:lnTo>
                    <a:pt x="752" y="1352"/>
                  </a:lnTo>
                  <a:lnTo>
                    <a:pt x="779" y="1368"/>
                  </a:lnTo>
                  <a:lnTo>
                    <a:pt x="809" y="1379"/>
                  </a:lnTo>
                  <a:lnTo>
                    <a:pt x="809" y="1427"/>
                  </a:lnTo>
                  <a:lnTo>
                    <a:pt x="811" y="1446"/>
                  </a:lnTo>
                  <a:lnTo>
                    <a:pt x="818" y="1462"/>
                  </a:lnTo>
                  <a:lnTo>
                    <a:pt x="829" y="1477"/>
                  </a:lnTo>
                  <a:lnTo>
                    <a:pt x="844" y="1488"/>
                  </a:lnTo>
                  <a:lnTo>
                    <a:pt x="860" y="1494"/>
                  </a:lnTo>
                  <a:lnTo>
                    <a:pt x="878" y="1497"/>
                  </a:lnTo>
                  <a:lnTo>
                    <a:pt x="897" y="1494"/>
                  </a:lnTo>
                  <a:lnTo>
                    <a:pt x="913" y="1488"/>
                  </a:lnTo>
                  <a:lnTo>
                    <a:pt x="928" y="1477"/>
                  </a:lnTo>
                  <a:lnTo>
                    <a:pt x="938" y="1462"/>
                  </a:lnTo>
                  <a:lnTo>
                    <a:pt x="945" y="1446"/>
                  </a:lnTo>
                  <a:lnTo>
                    <a:pt x="948" y="1427"/>
                  </a:lnTo>
                  <a:lnTo>
                    <a:pt x="948" y="1379"/>
                  </a:lnTo>
                  <a:lnTo>
                    <a:pt x="980" y="1367"/>
                  </a:lnTo>
                  <a:lnTo>
                    <a:pt x="1009" y="1350"/>
                  </a:lnTo>
                  <a:lnTo>
                    <a:pt x="1037" y="1330"/>
                  </a:lnTo>
                  <a:lnTo>
                    <a:pt x="1061" y="1305"/>
                  </a:lnTo>
                  <a:lnTo>
                    <a:pt x="1081" y="1278"/>
                  </a:lnTo>
                  <a:lnTo>
                    <a:pt x="1097" y="1249"/>
                  </a:lnTo>
                  <a:lnTo>
                    <a:pt x="1111" y="1216"/>
                  </a:lnTo>
                  <a:lnTo>
                    <a:pt x="1118" y="1182"/>
                  </a:lnTo>
                  <a:lnTo>
                    <a:pt x="1121" y="1146"/>
                  </a:lnTo>
                  <a:lnTo>
                    <a:pt x="1118" y="1107"/>
                  </a:lnTo>
                  <a:lnTo>
                    <a:pt x="1109" y="1069"/>
                  </a:lnTo>
                  <a:lnTo>
                    <a:pt x="1094" y="1034"/>
                  </a:lnTo>
                  <a:lnTo>
                    <a:pt x="1074" y="1002"/>
                  </a:lnTo>
                  <a:lnTo>
                    <a:pt x="1050" y="975"/>
                  </a:lnTo>
                  <a:lnTo>
                    <a:pt x="1022" y="950"/>
                  </a:lnTo>
                  <a:lnTo>
                    <a:pt x="990" y="930"/>
                  </a:lnTo>
                  <a:lnTo>
                    <a:pt x="955" y="916"/>
                  </a:lnTo>
                  <a:lnTo>
                    <a:pt x="918" y="907"/>
                  </a:lnTo>
                  <a:lnTo>
                    <a:pt x="878" y="903"/>
                  </a:lnTo>
                  <a:lnTo>
                    <a:pt x="855" y="901"/>
                  </a:lnTo>
                  <a:lnTo>
                    <a:pt x="833" y="892"/>
                  </a:lnTo>
                  <a:lnTo>
                    <a:pt x="814" y="880"/>
                  </a:lnTo>
                  <a:lnTo>
                    <a:pt x="798" y="864"/>
                  </a:lnTo>
                  <a:lnTo>
                    <a:pt x="785" y="844"/>
                  </a:lnTo>
                  <a:lnTo>
                    <a:pt x="778" y="823"/>
                  </a:lnTo>
                  <a:lnTo>
                    <a:pt x="775" y="799"/>
                  </a:lnTo>
                  <a:lnTo>
                    <a:pt x="778" y="775"/>
                  </a:lnTo>
                  <a:lnTo>
                    <a:pt x="785" y="753"/>
                  </a:lnTo>
                  <a:lnTo>
                    <a:pt x="798" y="734"/>
                  </a:lnTo>
                  <a:lnTo>
                    <a:pt x="814" y="718"/>
                  </a:lnTo>
                  <a:lnTo>
                    <a:pt x="833" y="706"/>
                  </a:lnTo>
                  <a:lnTo>
                    <a:pt x="855" y="697"/>
                  </a:lnTo>
                  <a:lnTo>
                    <a:pt x="878" y="695"/>
                  </a:lnTo>
                  <a:lnTo>
                    <a:pt x="900" y="697"/>
                  </a:lnTo>
                  <a:lnTo>
                    <a:pt x="920" y="703"/>
                  </a:lnTo>
                  <a:lnTo>
                    <a:pt x="939" y="714"/>
                  </a:lnTo>
                  <a:lnTo>
                    <a:pt x="954" y="728"/>
                  </a:lnTo>
                  <a:lnTo>
                    <a:pt x="968" y="739"/>
                  </a:lnTo>
                  <a:lnTo>
                    <a:pt x="985" y="747"/>
                  </a:lnTo>
                  <a:lnTo>
                    <a:pt x="1002" y="750"/>
                  </a:lnTo>
                  <a:lnTo>
                    <a:pt x="1020" y="748"/>
                  </a:lnTo>
                  <a:lnTo>
                    <a:pt x="1037" y="741"/>
                  </a:lnTo>
                  <a:lnTo>
                    <a:pt x="1052" y="730"/>
                  </a:lnTo>
                  <a:lnTo>
                    <a:pt x="1064" y="716"/>
                  </a:lnTo>
                  <a:lnTo>
                    <a:pt x="1071" y="700"/>
                  </a:lnTo>
                  <a:lnTo>
                    <a:pt x="1074" y="683"/>
                  </a:lnTo>
                  <a:lnTo>
                    <a:pt x="1072" y="664"/>
                  </a:lnTo>
                  <a:lnTo>
                    <a:pt x="1066" y="648"/>
                  </a:lnTo>
                  <a:lnTo>
                    <a:pt x="1054" y="633"/>
                  </a:lnTo>
                  <a:lnTo>
                    <a:pt x="1031" y="611"/>
                  </a:lnTo>
                  <a:lnTo>
                    <a:pt x="1005" y="593"/>
                  </a:lnTo>
                  <a:lnTo>
                    <a:pt x="978" y="578"/>
                  </a:lnTo>
                  <a:lnTo>
                    <a:pt x="948" y="567"/>
                  </a:lnTo>
                  <a:lnTo>
                    <a:pt x="948" y="519"/>
                  </a:lnTo>
                  <a:lnTo>
                    <a:pt x="945" y="499"/>
                  </a:lnTo>
                  <a:lnTo>
                    <a:pt x="938" y="483"/>
                  </a:lnTo>
                  <a:lnTo>
                    <a:pt x="928" y="469"/>
                  </a:lnTo>
                  <a:lnTo>
                    <a:pt x="913" y="458"/>
                  </a:lnTo>
                  <a:lnTo>
                    <a:pt x="897" y="451"/>
                  </a:lnTo>
                  <a:lnTo>
                    <a:pt x="878" y="449"/>
                  </a:lnTo>
                  <a:close/>
                  <a:moveTo>
                    <a:pt x="902" y="0"/>
                  </a:moveTo>
                  <a:lnTo>
                    <a:pt x="976" y="5"/>
                  </a:lnTo>
                  <a:lnTo>
                    <a:pt x="1048" y="16"/>
                  </a:lnTo>
                  <a:lnTo>
                    <a:pt x="1119" y="33"/>
                  </a:lnTo>
                  <a:lnTo>
                    <a:pt x="1186" y="56"/>
                  </a:lnTo>
                  <a:lnTo>
                    <a:pt x="1252" y="83"/>
                  </a:lnTo>
                  <a:lnTo>
                    <a:pt x="1314" y="116"/>
                  </a:lnTo>
                  <a:lnTo>
                    <a:pt x="1375" y="153"/>
                  </a:lnTo>
                  <a:lnTo>
                    <a:pt x="1430" y="195"/>
                  </a:lnTo>
                  <a:lnTo>
                    <a:pt x="1483" y="242"/>
                  </a:lnTo>
                  <a:lnTo>
                    <a:pt x="1531" y="293"/>
                  </a:lnTo>
                  <a:lnTo>
                    <a:pt x="1576" y="346"/>
                  </a:lnTo>
                  <a:lnTo>
                    <a:pt x="1616" y="405"/>
                  </a:lnTo>
                  <a:lnTo>
                    <a:pt x="1652" y="465"/>
                  </a:lnTo>
                  <a:lnTo>
                    <a:pt x="1683" y="529"/>
                  </a:lnTo>
                  <a:lnTo>
                    <a:pt x="1708" y="596"/>
                  </a:lnTo>
                  <a:lnTo>
                    <a:pt x="1729" y="665"/>
                  </a:lnTo>
                  <a:lnTo>
                    <a:pt x="1744" y="736"/>
                  </a:lnTo>
                  <a:lnTo>
                    <a:pt x="1752" y="810"/>
                  </a:lnTo>
                  <a:lnTo>
                    <a:pt x="1755" y="885"/>
                  </a:lnTo>
                  <a:lnTo>
                    <a:pt x="1752" y="954"/>
                  </a:lnTo>
                  <a:lnTo>
                    <a:pt x="1744" y="1022"/>
                  </a:lnTo>
                  <a:lnTo>
                    <a:pt x="1732" y="1088"/>
                  </a:lnTo>
                  <a:lnTo>
                    <a:pt x="1714" y="1152"/>
                  </a:lnTo>
                  <a:lnTo>
                    <a:pt x="1691" y="1215"/>
                  </a:lnTo>
                  <a:lnTo>
                    <a:pt x="1663" y="1274"/>
                  </a:lnTo>
                  <a:lnTo>
                    <a:pt x="1632" y="1332"/>
                  </a:lnTo>
                  <a:lnTo>
                    <a:pt x="1597" y="1386"/>
                  </a:lnTo>
                  <a:lnTo>
                    <a:pt x="1558" y="1438"/>
                  </a:lnTo>
                  <a:lnTo>
                    <a:pt x="1508" y="1503"/>
                  </a:lnTo>
                  <a:lnTo>
                    <a:pt x="1462" y="1571"/>
                  </a:lnTo>
                  <a:lnTo>
                    <a:pt x="1421" y="1642"/>
                  </a:lnTo>
                  <a:lnTo>
                    <a:pt x="1383" y="1714"/>
                  </a:lnTo>
                  <a:lnTo>
                    <a:pt x="1349" y="1788"/>
                  </a:lnTo>
                  <a:lnTo>
                    <a:pt x="1320" y="1864"/>
                  </a:lnTo>
                  <a:lnTo>
                    <a:pt x="1294" y="1941"/>
                  </a:lnTo>
                  <a:lnTo>
                    <a:pt x="1272" y="2020"/>
                  </a:lnTo>
                  <a:lnTo>
                    <a:pt x="1256" y="2100"/>
                  </a:lnTo>
                  <a:lnTo>
                    <a:pt x="492" y="2097"/>
                  </a:lnTo>
                  <a:lnTo>
                    <a:pt x="471" y="2005"/>
                  </a:lnTo>
                  <a:lnTo>
                    <a:pt x="445" y="1915"/>
                  </a:lnTo>
                  <a:lnTo>
                    <a:pt x="414" y="1827"/>
                  </a:lnTo>
                  <a:lnTo>
                    <a:pt x="377" y="1739"/>
                  </a:lnTo>
                  <a:lnTo>
                    <a:pt x="335" y="1655"/>
                  </a:lnTo>
                  <a:lnTo>
                    <a:pt x="289" y="1573"/>
                  </a:lnTo>
                  <a:lnTo>
                    <a:pt x="238" y="1493"/>
                  </a:lnTo>
                  <a:lnTo>
                    <a:pt x="182" y="1416"/>
                  </a:lnTo>
                  <a:lnTo>
                    <a:pt x="144" y="1363"/>
                  </a:lnTo>
                  <a:lnTo>
                    <a:pt x="110" y="1307"/>
                  </a:lnTo>
                  <a:lnTo>
                    <a:pt x="80" y="1249"/>
                  </a:lnTo>
                  <a:lnTo>
                    <a:pt x="55" y="1187"/>
                  </a:lnTo>
                  <a:lnTo>
                    <a:pt x="34" y="1124"/>
                  </a:lnTo>
                  <a:lnTo>
                    <a:pt x="18" y="1059"/>
                  </a:lnTo>
                  <a:lnTo>
                    <a:pt x="8" y="992"/>
                  </a:lnTo>
                  <a:lnTo>
                    <a:pt x="1" y="923"/>
                  </a:lnTo>
                  <a:lnTo>
                    <a:pt x="0" y="853"/>
                  </a:lnTo>
                  <a:lnTo>
                    <a:pt x="6" y="778"/>
                  </a:lnTo>
                  <a:lnTo>
                    <a:pt x="18" y="706"/>
                  </a:lnTo>
                  <a:lnTo>
                    <a:pt x="35" y="635"/>
                  </a:lnTo>
                  <a:lnTo>
                    <a:pt x="59" y="566"/>
                  </a:lnTo>
                  <a:lnTo>
                    <a:pt x="87" y="500"/>
                  </a:lnTo>
                  <a:lnTo>
                    <a:pt x="121" y="437"/>
                  </a:lnTo>
                  <a:lnTo>
                    <a:pt x="159" y="377"/>
                  </a:lnTo>
                  <a:lnTo>
                    <a:pt x="203" y="321"/>
                  </a:lnTo>
                  <a:lnTo>
                    <a:pt x="250" y="267"/>
                  </a:lnTo>
                  <a:lnTo>
                    <a:pt x="301" y="218"/>
                  </a:lnTo>
                  <a:lnTo>
                    <a:pt x="357" y="174"/>
                  </a:lnTo>
                  <a:lnTo>
                    <a:pt x="416" y="134"/>
                  </a:lnTo>
                  <a:lnTo>
                    <a:pt x="477" y="98"/>
                  </a:lnTo>
                  <a:lnTo>
                    <a:pt x="543" y="67"/>
                  </a:lnTo>
                  <a:lnTo>
                    <a:pt x="610" y="42"/>
                  </a:lnTo>
                  <a:lnTo>
                    <a:pt x="680" y="23"/>
                  </a:lnTo>
                  <a:lnTo>
                    <a:pt x="752" y="8"/>
                  </a:lnTo>
                  <a:lnTo>
                    <a:pt x="826" y="1"/>
                  </a:lnTo>
                  <a:lnTo>
                    <a:pt x="9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 dirty="0"/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C0F9A9B-C4E2-B9B8-EB22-7A74C07C0446}"/>
              </a:ext>
            </a:extLst>
          </p:cNvPr>
          <p:cNvCxnSpPr>
            <a:cxnSpLocks/>
          </p:cNvCxnSpPr>
          <p:nvPr/>
        </p:nvCxnSpPr>
        <p:spPr>
          <a:xfrm>
            <a:off x="3468798" y="3410154"/>
            <a:ext cx="18672" cy="19713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C17B177-EBDA-9132-CD26-2BB9C87C04B8}"/>
              </a:ext>
            </a:extLst>
          </p:cNvPr>
          <p:cNvCxnSpPr>
            <a:cxnSpLocks/>
          </p:cNvCxnSpPr>
          <p:nvPr/>
        </p:nvCxnSpPr>
        <p:spPr>
          <a:xfrm>
            <a:off x="8708565" y="3410154"/>
            <a:ext cx="18672" cy="197135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86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620461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3428570" y="1318026"/>
            <a:ext cx="5343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Pricing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Table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7324E-BE6D-F3F0-CA25-4AEED7EDACD6}"/>
              </a:ext>
            </a:extLst>
          </p:cNvPr>
          <p:cNvSpPr/>
          <p:nvPr/>
        </p:nvSpPr>
        <p:spPr>
          <a:xfrm>
            <a:off x="1298920" y="2133119"/>
            <a:ext cx="9602760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labore et dolore magna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aliqua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0DACFB-812D-30A7-61EE-A5C51DB37893}"/>
              </a:ext>
            </a:extLst>
          </p:cNvPr>
          <p:cNvGrpSpPr/>
          <p:nvPr/>
        </p:nvGrpSpPr>
        <p:grpSpPr>
          <a:xfrm>
            <a:off x="8442591" y="3444763"/>
            <a:ext cx="2054415" cy="2603736"/>
            <a:chOff x="8533291" y="3071379"/>
            <a:chExt cx="2134806" cy="270562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8CB4ED-764A-6A66-B0AC-6A287C524983}"/>
                </a:ext>
              </a:extLst>
            </p:cNvPr>
            <p:cNvSpPr/>
            <p:nvPr/>
          </p:nvSpPr>
          <p:spPr>
            <a:xfrm>
              <a:off x="8535541" y="3071380"/>
              <a:ext cx="2132556" cy="27056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DE51C1A4-00C6-3B94-5E95-8F4E3D00F039}"/>
                </a:ext>
              </a:extLst>
            </p:cNvPr>
            <p:cNvSpPr/>
            <p:nvPr/>
          </p:nvSpPr>
          <p:spPr>
            <a:xfrm>
              <a:off x="8533291" y="3071379"/>
              <a:ext cx="2132556" cy="410123"/>
            </a:xfrm>
            <a:prstGeom prst="round2Same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Business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7BD415-A3B0-AC94-E2F6-7707AE585521}"/>
                </a:ext>
              </a:extLst>
            </p:cNvPr>
            <p:cNvSpPr/>
            <p:nvPr/>
          </p:nvSpPr>
          <p:spPr>
            <a:xfrm>
              <a:off x="8533291" y="5239472"/>
              <a:ext cx="2132556" cy="537530"/>
            </a:xfrm>
            <a:prstGeom prst="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 enterprises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8E79DF6-62E3-8F41-148E-1C7885255123}"/>
                </a:ext>
              </a:extLst>
            </p:cNvPr>
            <p:cNvSpPr/>
            <p:nvPr/>
          </p:nvSpPr>
          <p:spPr>
            <a:xfrm>
              <a:off x="8533291" y="3481502"/>
              <a:ext cx="2132556" cy="7954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427314-946E-D687-5AEC-94C9A0E10F75}"/>
                </a:ext>
              </a:extLst>
            </p:cNvPr>
            <p:cNvSpPr txBox="1"/>
            <p:nvPr/>
          </p:nvSpPr>
          <p:spPr>
            <a:xfrm>
              <a:off x="9194565" y="3687252"/>
              <a:ext cx="796553" cy="4464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2400" b="1" dirty="0">
                  <a:latin typeface="Poppins" panose="00000500000000000000" pitchFamily="2" charset="0"/>
                  <a:cs typeface="Poppins" panose="00000500000000000000" pitchFamily="2" charset="0"/>
                </a:rPr>
                <a:t>$99</a:t>
              </a:r>
            </a:p>
            <a:p>
              <a:pPr algn="ctr">
                <a:lnSpc>
                  <a:spcPct val="6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monthly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A0B4F7-CF96-519C-E6C2-5F05F9BB4CCB}"/>
                </a:ext>
              </a:extLst>
            </p:cNvPr>
            <p:cNvSpPr txBox="1"/>
            <p:nvPr/>
          </p:nvSpPr>
          <p:spPr>
            <a:xfrm>
              <a:off x="9013066" y="4435430"/>
              <a:ext cx="1173007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Free shipping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D91722F-2F65-CEDE-6404-01F38D9FA83C}"/>
                </a:ext>
              </a:extLst>
            </p:cNvPr>
            <p:cNvSpPr txBox="1"/>
            <p:nvPr/>
          </p:nvSpPr>
          <p:spPr>
            <a:xfrm>
              <a:off x="9040550" y="4787501"/>
              <a:ext cx="1118038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10% Discount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8AD3D2-E769-EFAB-0AE4-F74BCFDF3537}"/>
              </a:ext>
            </a:extLst>
          </p:cNvPr>
          <p:cNvGrpSpPr/>
          <p:nvPr/>
        </p:nvGrpSpPr>
        <p:grpSpPr>
          <a:xfrm>
            <a:off x="1694994" y="3444763"/>
            <a:ext cx="2054415" cy="2603736"/>
            <a:chOff x="1521653" y="3071379"/>
            <a:chExt cx="2134806" cy="27056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2E15C04-91C5-921F-7FA7-827FDB1EFF53}"/>
                </a:ext>
              </a:extLst>
            </p:cNvPr>
            <p:cNvSpPr/>
            <p:nvPr/>
          </p:nvSpPr>
          <p:spPr>
            <a:xfrm>
              <a:off x="1523903" y="3071380"/>
              <a:ext cx="2132556" cy="27056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E57C9D85-B917-8B37-4957-E1618B942AD4}"/>
                </a:ext>
              </a:extLst>
            </p:cNvPr>
            <p:cNvSpPr/>
            <p:nvPr/>
          </p:nvSpPr>
          <p:spPr>
            <a:xfrm>
              <a:off x="1521653" y="3071379"/>
              <a:ext cx="2132556" cy="411423"/>
            </a:xfrm>
            <a:prstGeom prst="round2Same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Standard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3644EE-B66D-817B-7F14-A11BFAC6972C}"/>
                </a:ext>
              </a:extLst>
            </p:cNvPr>
            <p:cNvSpPr/>
            <p:nvPr/>
          </p:nvSpPr>
          <p:spPr>
            <a:xfrm>
              <a:off x="1521653" y="5239472"/>
              <a:ext cx="2132556" cy="537530"/>
            </a:xfrm>
            <a:prstGeom prst="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 personal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F8B270-D4C3-CF11-4EAD-F13EFF7B64EF}"/>
                </a:ext>
              </a:extLst>
            </p:cNvPr>
            <p:cNvSpPr/>
            <p:nvPr/>
          </p:nvSpPr>
          <p:spPr>
            <a:xfrm>
              <a:off x="1521653" y="3482802"/>
              <a:ext cx="2132556" cy="794140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361328-2DEC-E3C7-9606-03CC391BFD2A}"/>
                </a:ext>
              </a:extLst>
            </p:cNvPr>
            <p:cNvSpPr txBox="1"/>
            <p:nvPr/>
          </p:nvSpPr>
          <p:spPr>
            <a:xfrm>
              <a:off x="2062290" y="3673163"/>
              <a:ext cx="1003497" cy="446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2400" b="1" dirty="0">
                  <a:latin typeface="Poppins" panose="00000500000000000000" pitchFamily="2" charset="0"/>
                  <a:cs typeface="Poppins" panose="00000500000000000000" pitchFamily="2" charset="0"/>
                </a:rPr>
                <a:t>$29</a:t>
              </a:r>
            </a:p>
            <a:p>
              <a:pPr algn="ctr">
                <a:lnSpc>
                  <a:spcPct val="6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monthly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731697-B979-8DA0-70EC-C9E37A678EC5}"/>
                </a:ext>
              </a:extLst>
            </p:cNvPr>
            <p:cNvSpPr txBox="1"/>
            <p:nvPr/>
          </p:nvSpPr>
          <p:spPr>
            <a:xfrm>
              <a:off x="1979614" y="4435430"/>
              <a:ext cx="1173007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Free shipping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51F12A-57F9-8A28-9539-7A108A4979D4}"/>
                </a:ext>
              </a:extLst>
            </p:cNvPr>
            <p:cNvSpPr txBox="1"/>
            <p:nvPr/>
          </p:nvSpPr>
          <p:spPr>
            <a:xfrm>
              <a:off x="2017995" y="4787501"/>
              <a:ext cx="1118038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10% Discount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8D90BAA-302C-E2C8-B0E0-72BF81AEF6F5}"/>
              </a:ext>
            </a:extLst>
          </p:cNvPr>
          <p:cNvGrpSpPr/>
          <p:nvPr/>
        </p:nvGrpSpPr>
        <p:grpSpPr>
          <a:xfrm>
            <a:off x="4785775" y="2936240"/>
            <a:ext cx="2635262" cy="3337373"/>
            <a:chOff x="4779992" y="2542957"/>
            <a:chExt cx="2738383" cy="346796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EAF2EE-82D6-3418-1AC8-B68BA6716825}"/>
                </a:ext>
              </a:extLst>
            </p:cNvPr>
            <p:cNvSpPr/>
            <p:nvPr/>
          </p:nvSpPr>
          <p:spPr>
            <a:xfrm>
              <a:off x="4779992" y="2542957"/>
              <a:ext cx="2733433" cy="34679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F50D21BE-EC3E-8A38-5406-C728EA2F0004}"/>
                </a:ext>
              </a:extLst>
            </p:cNvPr>
            <p:cNvSpPr/>
            <p:nvPr/>
          </p:nvSpPr>
          <p:spPr>
            <a:xfrm>
              <a:off x="4784942" y="2542957"/>
              <a:ext cx="2733433" cy="481364"/>
            </a:xfrm>
            <a:prstGeom prst="round2Same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Premium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99ADC6D-6934-B990-E32B-2F3D1C72D400}"/>
                </a:ext>
              </a:extLst>
            </p:cNvPr>
            <p:cNvSpPr/>
            <p:nvPr/>
          </p:nvSpPr>
          <p:spPr>
            <a:xfrm>
              <a:off x="4784942" y="5321938"/>
              <a:ext cx="2733433" cy="688987"/>
            </a:xfrm>
            <a:prstGeom prst="rect">
              <a:avLst/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prstClr val="white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For startups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7002B1E-735E-A2D5-9F6B-726C4BBF7691}"/>
                </a:ext>
              </a:extLst>
            </p:cNvPr>
            <p:cNvSpPr/>
            <p:nvPr/>
          </p:nvSpPr>
          <p:spPr>
            <a:xfrm>
              <a:off x="4784942" y="3024320"/>
              <a:ext cx="2733433" cy="1063882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13" dirty="0">
                <a:solidFill>
                  <a:prstClr val="white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BC30517-F8F6-03EB-E00A-8518A013039C}"/>
                </a:ext>
              </a:extLst>
            </p:cNvPr>
            <p:cNvSpPr txBox="1"/>
            <p:nvPr/>
          </p:nvSpPr>
          <p:spPr>
            <a:xfrm>
              <a:off x="5628736" y="3347438"/>
              <a:ext cx="1021425" cy="5231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60000"/>
                </a:lnSpc>
              </a:pPr>
              <a:r>
                <a:rPr lang="en-US" sz="3200" b="1" dirty="0">
                  <a:latin typeface="Poppins" panose="00000500000000000000" pitchFamily="2" charset="0"/>
                  <a:cs typeface="Poppins" panose="00000500000000000000" pitchFamily="2" charset="0"/>
                </a:rPr>
                <a:t>$49</a:t>
              </a:r>
            </a:p>
            <a:p>
              <a:pPr algn="ctr">
                <a:lnSpc>
                  <a:spcPct val="60000"/>
                </a:lnSpc>
              </a:pPr>
              <a:r>
                <a:rPr lang="en-US" sz="1100" dirty="0">
                  <a:latin typeface="Poppins" panose="00000500000000000000" pitchFamily="2" charset="0"/>
                  <a:cs typeface="Poppins" panose="00000500000000000000" pitchFamily="2" charset="0"/>
                </a:rPr>
                <a:t>monthly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D5F278-1562-ED33-AAE5-73EDB80640A0}"/>
                </a:ext>
              </a:extLst>
            </p:cNvPr>
            <p:cNvSpPr txBox="1"/>
            <p:nvPr/>
          </p:nvSpPr>
          <p:spPr>
            <a:xfrm>
              <a:off x="5565154" y="4245614"/>
              <a:ext cx="1173008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Free shipping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4B709E8-31B0-3766-CACD-0BE19151F556}"/>
                </a:ext>
              </a:extLst>
            </p:cNvPr>
            <p:cNvSpPr txBox="1"/>
            <p:nvPr/>
          </p:nvSpPr>
          <p:spPr>
            <a:xfrm>
              <a:off x="5592640" y="4548132"/>
              <a:ext cx="1118039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10% Discount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46B285B-36A2-60BB-1DD7-5442E114860D}"/>
                </a:ext>
              </a:extLst>
            </p:cNvPr>
            <p:cNvSpPr txBox="1"/>
            <p:nvPr/>
          </p:nvSpPr>
          <p:spPr>
            <a:xfrm>
              <a:off x="5712571" y="4878624"/>
              <a:ext cx="878174" cy="271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prstClr val="black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Best offer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431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758457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Our Happy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Customers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857695-C97D-2B90-D7EE-27F25D9D7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07690"/>
              </p:ext>
            </p:extLst>
          </p:nvPr>
        </p:nvGraphicFramePr>
        <p:xfrm>
          <a:off x="2025571" y="2297390"/>
          <a:ext cx="8140860" cy="4092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3620">
                  <a:extLst>
                    <a:ext uri="{9D8B030D-6E8A-4147-A177-3AD203B41FA5}">
                      <a16:colId xmlns:a16="http://schemas.microsoft.com/office/drawing/2014/main" val="3171489149"/>
                    </a:ext>
                  </a:extLst>
                </a:gridCol>
                <a:gridCol w="2713620">
                  <a:extLst>
                    <a:ext uri="{9D8B030D-6E8A-4147-A177-3AD203B41FA5}">
                      <a16:colId xmlns:a16="http://schemas.microsoft.com/office/drawing/2014/main" val="3422354753"/>
                    </a:ext>
                  </a:extLst>
                </a:gridCol>
                <a:gridCol w="2713620">
                  <a:extLst>
                    <a:ext uri="{9D8B030D-6E8A-4147-A177-3AD203B41FA5}">
                      <a16:colId xmlns:a16="http://schemas.microsoft.com/office/drawing/2014/main" val="3664641678"/>
                    </a:ext>
                  </a:extLst>
                </a:gridCol>
              </a:tblGrid>
              <a:tr h="136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73516"/>
                  </a:ext>
                </a:extLst>
              </a:tr>
              <a:tr h="136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976888"/>
                  </a:ext>
                </a:extLst>
              </a:tr>
              <a:tr h="13642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  <a:endParaRPr lang="en-US" sz="1800" b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  <a:endParaRPr lang="en-US" sz="1800" b="1" kern="1200" noProof="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 dirty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BRAND LOGO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42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620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CDE074-7166-2075-1CB6-1F96889738EB}"/>
              </a:ext>
            </a:extLst>
          </p:cNvPr>
          <p:cNvSpPr/>
          <p:nvPr/>
        </p:nvSpPr>
        <p:spPr>
          <a:xfrm>
            <a:off x="994138" y="2561685"/>
            <a:ext cx="3317874" cy="1828799"/>
          </a:xfrm>
          <a:prstGeom prst="roundRect">
            <a:avLst/>
          </a:prstGeom>
          <a:solidFill>
            <a:srgbClr val="00D2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BFFAAC-E6EB-76F4-869B-D697C370BF02}"/>
              </a:ext>
            </a:extLst>
          </p:cNvPr>
          <p:cNvSpPr/>
          <p:nvPr/>
        </p:nvSpPr>
        <p:spPr>
          <a:xfrm>
            <a:off x="4449824" y="2561685"/>
            <a:ext cx="3317874" cy="18287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DB2DD5-B9AE-9B88-3367-02C1F15DC4E1}"/>
              </a:ext>
            </a:extLst>
          </p:cNvPr>
          <p:cNvSpPr/>
          <p:nvPr/>
        </p:nvSpPr>
        <p:spPr>
          <a:xfrm>
            <a:off x="7905510" y="2561685"/>
            <a:ext cx="3317874" cy="18287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0FFFCB-8D6C-22D7-61DF-0B6F643BAABC}"/>
              </a:ext>
            </a:extLst>
          </p:cNvPr>
          <p:cNvSpPr/>
          <p:nvPr/>
        </p:nvSpPr>
        <p:spPr>
          <a:xfrm>
            <a:off x="980192" y="4618303"/>
            <a:ext cx="3317874" cy="18287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5E352C-7320-31D2-EB79-60808EE78EF2}"/>
              </a:ext>
            </a:extLst>
          </p:cNvPr>
          <p:cNvSpPr/>
          <p:nvPr/>
        </p:nvSpPr>
        <p:spPr>
          <a:xfrm>
            <a:off x="4435878" y="4618303"/>
            <a:ext cx="3317874" cy="18287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CE731B-372F-E9BB-E98B-418A56453B9F}"/>
              </a:ext>
            </a:extLst>
          </p:cNvPr>
          <p:cNvSpPr/>
          <p:nvPr/>
        </p:nvSpPr>
        <p:spPr>
          <a:xfrm>
            <a:off x="7891564" y="4618303"/>
            <a:ext cx="3317874" cy="182879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0833E9-0FBE-69DE-49C4-EFF4A3E40B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39046" y="2754818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7F8C0-4BC2-F7DE-67D4-5018772934F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87943" y="2754858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E84648-76D6-F147-8D87-5F27207337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46949" y="2754818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B8FBAEA-286A-DC36-BABB-797896D759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39046" y="4858466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9C999C-D271-7579-ABDB-F9C2CBCBDB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87943" y="4858506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BA7F9-27AC-7015-42FA-B3185601D6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46949" y="4858466"/>
            <a:ext cx="540000" cy="540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89764F-3E27-0E0B-032E-8283E1EF41E3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875D70-D26D-BC26-2E41-E1E6DCF817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45917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AD9AE06-91BA-ED54-DD84-58B1F095FADF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Customer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testimonials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91ED820-7563-8F36-E2C3-9C2E24856195}"/>
              </a:ext>
            </a:extLst>
          </p:cNvPr>
          <p:cNvGrpSpPr/>
          <p:nvPr/>
        </p:nvGrpSpPr>
        <p:grpSpPr>
          <a:xfrm>
            <a:off x="1167980" y="2754858"/>
            <a:ext cx="2970189" cy="1555255"/>
            <a:chOff x="1167980" y="2558085"/>
            <a:chExt cx="2970189" cy="1555255"/>
          </a:xfrm>
        </p:grpSpPr>
        <p:sp>
          <p:nvSpPr>
            <p:cNvPr id="17" name="TextBox 23">
              <a:extLst>
                <a:ext uri="{FF2B5EF4-FFF2-40B4-BE49-F238E27FC236}">
                  <a16:creationId xmlns:a16="http://schemas.microsoft.com/office/drawing/2014/main" id="{96CE9630-037C-692E-DA6A-C4DE3A18A5DD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FCB55F-82A0-25C6-C5D3-A9BD5DF5EEC6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61CD6C4-67B5-BDDF-C66D-23B276CF04F7}"/>
              </a:ext>
            </a:extLst>
          </p:cNvPr>
          <p:cNvGrpSpPr/>
          <p:nvPr/>
        </p:nvGrpSpPr>
        <p:grpSpPr>
          <a:xfrm>
            <a:off x="4623667" y="2754858"/>
            <a:ext cx="2970189" cy="1555255"/>
            <a:chOff x="1167980" y="2558085"/>
            <a:chExt cx="2970189" cy="1555255"/>
          </a:xfrm>
        </p:grpSpPr>
        <p:sp>
          <p:nvSpPr>
            <p:cNvPr id="21" name="TextBox 23">
              <a:extLst>
                <a:ext uri="{FF2B5EF4-FFF2-40B4-BE49-F238E27FC236}">
                  <a16:creationId xmlns:a16="http://schemas.microsoft.com/office/drawing/2014/main" id="{1D8A1862-3650-40EB-CD02-4202FD91147A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805BD3-7F56-FD21-99B0-25F8FAB50111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5E34EE-1CED-E42B-5A11-44CE92A9D0C6}"/>
              </a:ext>
            </a:extLst>
          </p:cNvPr>
          <p:cNvGrpSpPr/>
          <p:nvPr/>
        </p:nvGrpSpPr>
        <p:grpSpPr>
          <a:xfrm>
            <a:off x="8079353" y="2754858"/>
            <a:ext cx="2970189" cy="1555255"/>
            <a:chOff x="1167980" y="2558085"/>
            <a:chExt cx="2970189" cy="155525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2748F1-FD5B-6465-51A8-9D5BEC90BA22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7793CCE-F9B3-CD7C-8ACC-5FFBE98833A2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EFD0C7D-8A51-97BC-9795-FFF65400CD53}"/>
              </a:ext>
            </a:extLst>
          </p:cNvPr>
          <p:cNvGrpSpPr/>
          <p:nvPr/>
        </p:nvGrpSpPr>
        <p:grpSpPr>
          <a:xfrm>
            <a:off x="1200150" y="4825802"/>
            <a:ext cx="2970189" cy="1555255"/>
            <a:chOff x="1167980" y="2558085"/>
            <a:chExt cx="2970189" cy="1555255"/>
          </a:xfrm>
        </p:grpSpPr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91A28D0B-4ECB-1D1E-4D9C-A602931B0285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6CBE6A-2DCB-3869-E965-11FB736C08F4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9A5BCE-F477-E11A-7B27-8D9E3CF2BFF8}"/>
              </a:ext>
            </a:extLst>
          </p:cNvPr>
          <p:cNvGrpSpPr/>
          <p:nvPr/>
        </p:nvGrpSpPr>
        <p:grpSpPr>
          <a:xfrm>
            <a:off x="4655837" y="4825802"/>
            <a:ext cx="2970189" cy="1555255"/>
            <a:chOff x="1167980" y="2558085"/>
            <a:chExt cx="2970189" cy="1555255"/>
          </a:xfrm>
        </p:grpSpPr>
        <p:sp>
          <p:nvSpPr>
            <p:cNvPr id="30" name="TextBox 23">
              <a:extLst>
                <a:ext uri="{FF2B5EF4-FFF2-40B4-BE49-F238E27FC236}">
                  <a16:creationId xmlns:a16="http://schemas.microsoft.com/office/drawing/2014/main" id="{EB4A7998-B3A8-AC13-6A68-1252E74936AF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0080C9D-3C94-18FF-2961-5F0B09819C77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34151A-A03A-53CE-EF67-A6216C5141DF}"/>
              </a:ext>
            </a:extLst>
          </p:cNvPr>
          <p:cNvGrpSpPr/>
          <p:nvPr/>
        </p:nvGrpSpPr>
        <p:grpSpPr>
          <a:xfrm>
            <a:off x="8111523" y="4825802"/>
            <a:ext cx="2970189" cy="1555255"/>
            <a:chOff x="1167980" y="2558085"/>
            <a:chExt cx="2970189" cy="155525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BD6073F-D7A0-F9DC-A850-D1D061CF5FBC}"/>
                </a:ext>
              </a:extLst>
            </p:cNvPr>
            <p:cNvSpPr txBox="1"/>
            <p:nvPr/>
          </p:nvSpPr>
          <p:spPr>
            <a:xfrm>
              <a:off x="1167980" y="3283241"/>
              <a:ext cx="2970189" cy="83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“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Fusce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vehicula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arcu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, sit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amet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blandi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dolor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mollis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necla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Donec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viverra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eleifend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</a:t>
              </a:r>
              <a:r>
                <a:rPr lang="en-SG" sz="1100" dirty="0" err="1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lacus</a:t>
              </a:r>
              <a:r>
                <a:rPr lang="en-SG" sz="1100" dirty="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”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880CB2-8105-5294-5094-5F47EACA7ED6}"/>
                </a:ext>
              </a:extLst>
            </p:cNvPr>
            <p:cNvSpPr txBox="1"/>
            <p:nvPr/>
          </p:nvSpPr>
          <p:spPr>
            <a:xfrm>
              <a:off x="2016858" y="2558085"/>
              <a:ext cx="18403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Poppins" panose="00000500000000000000" pitchFamily="2" charset="0"/>
                  <a:cs typeface="Poppins" panose="00000500000000000000" pitchFamily="2" charset="0"/>
                </a:rPr>
                <a:t>Jonh</a:t>
              </a:r>
              <a:r>
                <a:rPr lang="en-US" dirty="0">
                  <a:latin typeface="Poppins" panose="00000500000000000000" pitchFamily="2" charset="0"/>
                  <a:cs typeface="Poppins" panose="00000500000000000000" pitchFamily="2" charset="0"/>
                </a:rPr>
                <a:t> Smish</a:t>
              </a:r>
            </a:p>
            <a:p>
              <a:r>
                <a:rPr lang="en-US" sz="1400" dirty="0" err="1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Cto</a:t>
              </a:r>
              <a:r>
                <a:rPr lang="en-US" sz="140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, AIT System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4D927C6-67AA-8751-A04C-322F5BA3FCEB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More than 100000 users testimony our product</a:t>
            </a:r>
          </a:p>
        </p:txBody>
      </p:sp>
    </p:spTree>
    <p:extLst>
      <p:ext uri="{BB962C8B-B14F-4D97-AF65-F5344CB8AC3E}">
        <p14:creationId xmlns:p14="http://schemas.microsoft.com/office/powerpoint/2010/main" val="1636156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D4EBAD2D-B3D2-4705-83B9-2834994AC4E9}"/>
              </a:ext>
            </a:extLst>
          </p:cNvPr>
          <p:cNvSpPr txBox="1"/>
          <p:nvPr/>
        </p:nvSpPr>
        <p:spPr>
          <a:xfrm>
            <a:off x="2856825" y="4438278"/>
            <a:ext cx="650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00D278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Take a five-minute break</a:t>
            </a:r>
            <a:endParaRPr lang="en-ID" dirty="0">
              <a:solidFill>
                <a:srgbClr val="00D278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DD1453-0F9E-4A0E-8FFB-60A3C5211455}"/>
              </a:ext>
            </a:extLst>
          </p:cNvPr>
          <p:cNvSpPr txBox="1"/>
          <p:nvPr/>
        </p:nvSpPr>
        <p:spPr>
          <a:xfrm>
            <a:off x="2323510" y="3014034"/>
            <a:ext cx="7538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80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Break Slide</a:t>
            </a:r>
          </a:p>
        </p:txBody>
      </p:sp>
      <p:pic>
        <p:nvPicPr>
          <p:cNvPr id="3" name="Graphic 2" descr="Hourglass Finished with solid fill">
            <a:extLst>
              <a:ext uri="{FF2B5EF4-FFF2-40B4-BE49-F238E27FC236}">
                <a16:creationId xmlns:a16="http://schemas.microsoft.com/office/drawing/2014/main" id="{A355E37E-6B72-C02D-404A-4B113AD85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4007" y="18218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22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002165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Infographic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Slide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BE646E-6AD9-2B05-00E5-6AA957729634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CCD91A-DFA2-8B4B-A7DA-3DA75B28B02D}"/>
              </a:ext>
            </a:extLst>
          </p:cNvPr>
          <p:cNvSpPr txBox="1"/>
          <p:nvPr/>
        </p:nvSpPr>
        <p:spPr>
          <a:xfrm>
            <a:off x="2869609" y="4055520"/>
            <a:ext cx="636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</a:rPr>
              <a:t>31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978466-BD64-E6F1-2523-DBCBAB6EAE50}"/>
              </a:ext>
            </a:extLst>
          </p:cNvPr>
          <p:cNvSpPr/>
          <p:nvPr/>
        </p:nvSpPr>
        <p:spPr>
          <a:xfrm>
            <a:off x="2956973" y="4739081"/>
            <a:ext cx="4619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Age</a:t>
            </a:r>
            <a:endParaRPr lang="en-ID" sz="11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Block Arc 55">
            <a:extLst>
              <a:ext uri="{FF2B5EF4-FFF2-40B4-BE49-F238E27FC236}">
                <a16:creationId xmlns:a16="http://schemas.microsoft.com/office/drawing/2014/main" id="{D0E89F8E-067B-9936-2865-192A22175470}"/>
              </a:ext>
            </a:extLst>
          </p:cNvPr>
          <p:cNvSpPr/>
          <p:nvPr/>
        </p:nvSpPr>
        <p:spPr>
          <a:xfrm>
            <a:off x="2135522" y="3499488"/>
            <a:ext cx="2104886" cy="2104885"/>
          </a:xfrm>
          <a:prstGeom prst="blockArc">
            <a:avLst>
              <a:gd name="adj1" fmla="val 10800000"/>
              <a:gd name="adj2" fmla="val 8446587"/>
              <a:gd name="adj3" fmla="val 8921"/>
            </a:avLst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0D0074-49E0-A880-2F47-8B5B9F0643E9}"/>
              </a:ext>
            </a:extLst>
          </p:cNvPr>
          <p:cNvSpPr txBox="1"/>
          <p:nvPr/>
        </p:nvSpPr>
        <p:spPr>
          <a:xfrm>
            <a:off x="8703854" y="4036465"/>
            <a:ext cx="620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>
                <a:latin typeface="Poppins" panose="00000500000000000000" pitchFamily="2" charset="0"/>
                <a:cs typeface="Poppins" panose="00000500000000000000" pitchFamily="2" charset="0"/>
              </a:rPr>
              <a:t>21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488B3F-1C49-1741-4D91-10C9DD583015}"/>
              </a:ext>
            </a:extLst>
          </p:cNvPr>
          <p:cNvSpPr/>
          <p:nvPr/>
        </p:nvSpPr>
        <p:spPr>
          <a:xfrm>
            <a:off x="8695840" y="4720026"/>
            <a:ext cx="63671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Award</a:t>
            </a:r>
            <a:endParaRPr lang="en-ID" sz="1100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Block Arc 56">
            <a:extLst>
              <a:ext uri="{FF2B5EF4-FFF2-40B4-BE49-F238E27FC236}">
                <a16:creationId xmlns:a16="http://schemas.microsoft.com/office/drawing/2014/main" id="{5224591D-AFC8-818B-A8B2-61DEB56FB0D2}"/>
              </a:ext>
            </a:extLst>
          </p:cNvPr>
          <p:cNvSpPr/>
          <p:nvPr/>
        </p:nvSpPr>
        <p:spPr>
          <a:xfrm>
            <a:off x="7961752" y="3499488"/>
            <a:ext cx="2104886" cy="2104885"/>
          </a:xfrm>
          <a:prstGeom prst="blockArc">
            <a:avLst>
              <a:gd name="adj1" fmla="val 10800000"/>
              <a:gd name="adj2" fmla="val 8446587"/>
              <a:gd name="adj3" fmla="val 8921"/>
            </a:avLst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DE9BCC-E2D0-F65B-1B6F-0BEB80CE1A2A}"/>
              </a:ext>
            </a:extLst>
          </p:cNvPr>
          <p:cNvSpPr txBox="1"/>
          <p:nvPr/>
        </p:nvSpPr>
        <p:spPr>
          <a:xfrm>
            <a:off x="5775511" y="4036465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>
                <a:latin typeface="Poppins" panose="00000500000000000000" pitchFamily="2" charset="0"/>
                <a:cs typeface="Poppins" panose="00000500000000000000" pitchFamily="2" charset="0"/>
              </a:rPr>
              <a:t>16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1679F8-25B1-A719-E2C8-49F4378F2FAE}"/>
              </a:ext>
            </a:extLst>
          </p:cNvPr>
          <p:cNvSpPr/>
          <p:nvPr/>
        </p:nvSpPr>
        <p:spPr>
          <a:xfrm>
            <a:off x="5628034" y="4720026"/>
            <a:ext cx="94609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Experience</a:t>
            </a:r>
            <a:endParaRPr lang="en-ID" sz="110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Block Arc 57">
            <a:extLst>
              <a:ext uri="{FF2B5EF4-FFF2-40B4-BE49-F238E27FC236}">
                <a16:creationId xmlns:a16="http://schemas.microsoft.com/office/drawing/2014/main" id="{BD025183-F7BD-666B-AB6B-EC31D83C6306}"/>
              </a:ext>
            </a:extLst>
          </p:cNvPr>
          <p:cNvSpPr/>
          <p:nvPr/>
        </p:nvSpPr>
        <p:spPr>
          <a:xfrm>
            <a:off x="5048637" y="3499488"/>
            <a:ext cx="2104886" cy="2104885"/>
          </a:xfrm>
          <a:prstGeom prst="blockArc">
            <a:avLst>
              <a:gd name="adj1" fmla="val 10800000"/>
              <a:gd name="adj2" fmla="val 8446587"/>
              <a:gd name="adj3" fmla="val 8921"/>
            </a:avLst>
          </a:pr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61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6">
            <a:extLst>
              <a:ext uri="{FF2B5EF4-FFF2-40B4-BE49-F238E27FC236}">
                <a16:creationId xmlns:a16="http://schemas.microsoft.com/office/drawing/2014/main" id="{9FF9D640-7D7D-4239-B91A-5F086D57A38A}"/>
              </a:ext>
            </a:extLst>
          </p:cNvPr>
          <p:cNvSpPr>
            <a:spLocks/>
          </p:cNvSpPr>
          <p:nvPr/>
        </p:nvSpPr>
        <p:spPr bwMode="auto">
          <a:xfrm>
            <a:off x="1466850" y="3088124"/>
            <a:ext cx="2072720" cy="1773782"/>
          </a:xfrm>
          <a:custGeom>
            <a:avLst/>
            <a:gdLst>
              <a:gd name="T0" fmla="*/ 697 w 697"/>
              <a:gd name="T1" fmla="*/ 549 h 596"/>
              <a:gd name="T2" fmla="*/ 607 w 697"/>
              <a:gd name="T3" fmla="*/ 500 h 596"/>
              <a:gd name="T4" fmla="*/ 607 w 697"/>
              <a:gd name="T5" fmla="*/ 516 h 596"/>
              <a:gd name="T6" fmla="*/ 289 w 697"/>
              <a:gd name="T7" fmla="*/ 516 h 596"/>
              <a:gd name="T8" fmla="*/ 62 w 697"/>
              <a:gd name="T9" fmla="*/ 289 h 596"/>
              <a:gd name="T10" fmla="*/ 289 w 697"/>
              <a:gd name="T11" fmla="*/ 62 h 596"/>
              <a:gd name="T12" fmla="*/ 516 w 697"/>
              <a:gd name="T13" fmla="*/ 289 h 596"/>
              <a:gd name="T14" fmla="*/ 404 w 697"/>
              <a:gd name="T15" fmla="*/ 485 h 596"/>
              <a:gd name="T16" fmla="*/ 502 w 697"/>
              <a:gd name="T17" fmla="*/ 485 h 596"/>
              <a:gd name="T18" fmla="*/ 546 w 697"/>
              <a:gd name="T19" fmla="*/ 422 h 596"/>
              <a:gd name="T20" fmla="*/ 579 w 697"/>
              <a:gd name="T21" fmla="*/ 289 h 596"/>
              <a:gd name="T22" fmla="*/ 289 w 697"/>
              <a:gd name="T23" fmla="*/ 0 h 596"/>
              <a:gd name="T24" fmla="*/ 0 w 697"/>
              <a:gd name="T25" fmla="*/ 289 h 596"/>
              <a:gd name="T26" fmla="*/ 289 w 697"/>
              <a:gd name="T27" fmla="*/ 578 h 596"/>
              <a:gd name="T28" fmla="*/ 607 w 697"/>
              <a:gd name="T29" fmla="*/ 578 h 596"/>
              <a:gd name="T30" fmla="*/ 607 w 697"/>
              <a:gd name="T31" fmla="*/ 596 h 596"/>
              <a:gd name="T32" fmla="*/ 697 w 697"/>
              <a:gd name="T33" fmla="*/ 549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97" h="596">
                <a:moveTo>
                  <a:pt x="697" y="549"/>
                </a:moveTo>
                <a:cubicBezTo>
                  <a:pt x="607" y="500"/>
                  <a:pt x="607" y="500"/>
                  <a:pt x="607" y="500"/>
                </a:cubicBezTo>
                <a:cubicBezTo>
                  <a:pt x="607" y="516"/>
                  <a:pt x="607" y="516"/>
                  <a:pt x="607" y="516"/>
                </a:cubicBezTo>
                <a:cubicBezTo>
                  <a:pt x="289" y="516"/>
                  <a:pt x="289" y="516"/>
                  <a:pt x="289" y="516"/>
                </a:cubicBezTo>
                <a:cubicBezTo>
                  <a:pt x="164" y="516"/>
                  <a:pt x="62" y="414"/>
                  <a:pt x="62" y="289"/>
                </a:cubicBezTo>
                <a:cubicBezTo>
                  <a:pt x="62" y="164"/>
                  <a:pt x="164" y="62"/>
                  <a:pt x="289" y="62"/>
                </a:cubicBezTo>
                <a:cubicBezTo>
                  <a:pt x="415" y="62"/>
                  <a:pt x="516" y="164"/>
                  <a:pt x="516" y="289"/>
                </a:cubicBezTo>
                <a:cubicBezTo>
                  <a:pt x="516" y="373"/>
                  <a:pt x="471" y="446"/>
                  <a:pt x="404" y="485"/>
                </a:cubicBezTo>
                <a:cubicBezTo>
                  <a:pt x="502" y="485"/>
                  <a:pt x="502" y="485"/>
                  <a:pt x="502" y="485"/>
                </a:cubicBezTo>
                <a:cubicBezTo>
                  <a:pt x="519" y="466"/>
                  <a:pt x="534" y="445"/>
                  <a:pt x="546" y="422"/>
                </a:cubicBezTo>
                <a:cubicBezTo>
                  <a:pt x="568" y="381"/>
                  <a:pt x="579" y="336"/>
                  <a:pt x="579" y="289"/>
                </a:cubicBezTo>
                <a:cubicBezTo>
                  <a:pt x="579" y="130"/>
                  <a:pt x="449" y="0"/>
                  <a:pt x="289" y="0"/>
                </a:cubicBezTo>
                <a:cubicBezTo>
                  <a:pt x="130" y="0"/>
                  <a:pt x="0" y="130"/>
                  <a:pt x="0" y="289"/>
                </a:cubicBezTo>
                <a:cubicBezTo>
                  <a:pt x="0" y="449"/>
                  <a:pt x="130" y="578"/>
                  <a:pt x="289" y="578"/>
                </a:cubicBezTo>
                <a:cubicBezTo>
                  <a:pt x="607" y="578"/>
                  <a:pt x="607" y="578"/>
                  <a:pt x="607" y="578"/>
                </a:cubicBezTo>
                <a:cubicBezTo>
                  <a:pt x="607" y="596"/>
                  <a:pt x="607" y="596"/>
                  <a:pt x="607" y="596"/>
                </a:cubicBezTo>
                <a:lnTo>
                  <a:pt x="697" y="549"/>
                </a:lnTo>
                <a:close/>
              </a:path>
            </a:pathLst>
          </a:cu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ACDDD7EB-CBD4-4A78-80E6-A76672344B21}"/>
              </a:ext>
            </a:extLst>
          </p:cNvPr>
          <p:cNvSpPr>
            <a:spLocks/>
          </p:cNvSpPr>
          <p:nvPr/>
        </p:nvSpPr>
        <p:spPr bwMode="auto">
          <a:xfrm>
            <a:off x="4013421" y="3088124"/>
            <a:ext cx="2068998" cy="1773782"/>
          </a:xfrm>
          <a:custGeom>
            <a:avLst/>
            <a:gdLst>
              <a:gd name="T0" fmla="*/ 696 w 696"/>
              <a:gd name="T1" fmla="*/ 549 h 596"/>
              <a:gd name="T2" fmla="*/ 607 w 696"/>
              <a:gd name="T3" fmla="*/ 500 h 596"/>
              <a:gd name="T4" fmla="*/ 607 w 696"/>
              <a:gd name="T5" fmla="*/ 516 h 596"/>
              <a:gd name="T6" fmla="*/ 469 w 696"/>
              <a:gd name="T7" fmla="*/ 516 h 596"/>
              <a:gd name="T8" fmla="*/ 289 w 696"/>
              <a:gd name="T9" fmla="*/ 516 h 596"/>
              <a:gd name="T10" fmla="*/ 62 w 696"/>
              <a:gd name="T11" fmla="*/ 289 h 596"/>
              <a:gd name="T12" fmla="*/ 289 w 696"/>
              <a:gd name="T13" fmla="*/ 62 h 596"/>
              <a:gd name="T14" fmla="*/ 516 w 696"/>
              <a:gd name="T15" fmla="*/ 289 h 596"/>
              <a:gd name="T16" fmla="*/ 403 w 696"/>
              <a:gd name="T17" fmla="*/ 485 h 596"/>
              <a:gd name="T18" fmla="*/ 501 w 696"/>
              <a:gd name="T19" fmla="*/ 485 h 596"/>
              <a:gd name="T20" fmla="*/ 546 w 696"/>
              <a:gd name="T21" fmla="*/ 422 h 596"/>
              <a:gd name="T22" fmla="*/ 578 w 696"/>
              <a:gd name="T23" fmla="*/ 289 h 596"/>
              <a:gd name="T24" fmla="*/ 289 w 696"/>
              <a:gd name="T25" fmla="*/ 0 h 596"/>
              <a:gd name="T26" fmla="*/ 0 w 696"/>
              <a:gd name="T27" fmla="*/ 289 h 596"/>
              <a:gd name="T28" fmla="*/ 289 w 696"/>
              <a:gd name="T29" fmla="*/ 578 h 596"/>
              <a:gd name="T30" fmla="*/ 607 w 696"/>
              <a:gd name="T31" fmla="*/ 578 h 596"/>
              <a:gd name="T32" fmla="*/ 607 w 696"/>
              <a:gd name="T33" fmla="*/ 596 h 596"/>
              <a:gd name="T34" fmla="*/ 696 w 696"/>
              <a:gd name="T35" fmla="*/ 549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96" h="596">
                <a:moveTo>
                  <a:pt x="696" y="549"/>
                </a:moveTo>
                <a:cubicBezTo>
                  <a:pt x="607" y="500"/>
                  <a:pt x="607" y="500"/>
                  <a:pt x="607" y="500"/>
                </a:cubicBezTo>
                <a:cubicBezTo>
                  <a:pt x="607" y="516"/>
                  <a:pt x="607" y="516"/>
                  <a:pt x="607" y="516"/>
                </a:cubicBezTo>
                <a:cubicBezTo>
                  <a:pt x="469" y="516"/>
                  <a:pt x="469" y="516"/>
                  <a:pt x="469" y="516"/>
                </a:cubicBezTo>
                <a:cubicBezTo>
                  <a:pt x="289" y="516"/>
                  <a:pt x="289" y="516"/>
                  <a:pt x="289" y="516"/>
                </a:cubicBezTo>
                <a:cubicBezTo>
                  <a:pt x="164" y="516"/>
                  <a:pt x="62" y="414"/>
                  <a:pt x="62" y="289"/>
                </a:cubicBezTo>
                <a:cubicBezTo>
                  <a:pt x="62" y="164"/>
                  <a:pt x="164" y="62"/>
                  <a:pt x="289" y="62"/>
                </a:cubicBezTo>
                <a:cubicBezTo>
                  <a:pt x="414" y="62"/>
                  <a:pt x="516" y="164"/>
                  <a:pt x="516" y="289"/>
                </a:cubicBezTo>
                <a:cubicBezTo>
                  <a:pt x="516" y="373"/>
                  <a:pt x="471" y="446"/>
                  <a:pt x="403" y="485"/>
                </a:cubicBezTo>
                <a:cubicBezTo>
                  <a:pt x="501" y="485"/>
                  <a:pt x="501" y="485"/>
                  <a:pt x="501" y="485"/>
                </a:cubicBezTo>
                <a:cubicBezTo>
                  <a:pt x="519" y="466"/>
                  <a:pt x="534" y="445"/>
                  <a:pt x="546" y="422"/>
                </a:cubicBezTo>
                <a:cubicBezTo>
                  <a:pt x="567" y="381"/>
                  <a:pt x="578" y="336"/>
                  <a:pt x="578" y="289"/>
                </a:cubicBezTo>
                <a:cubicBezTo>
                  <a:pt x="578" y="130"/>
                  <a:pt x="449" y="0"/>
                  <a:pt x="289" y="0"/>
                </a:cubicBezTo>
                <a:cubicBezTo>
                  <a:pt x="129" y="0"/>
                  <a:pt x="0" y="130"/>
                  <a:pt x="0" y="289"/>
                </a:cubicBezTo>
                <a:cubicBezTo>
                  <a:pt x="0" y="449"/>
                  <a:pt x="129" y="578"/>
                  <a:pt x="289" y="578"/>
                </a:cubicBezTo>
                <a:cubicBezTo>
                  <a:pt x="607" y="578"/>
                  <a:pt x="607" y="578"/>
                  <a:pt x="607" y="578"/>
                </a:cubicBezTo>
                <a:cubicBezTo>
                  <a:pt x="607" y="596"/>
                  <a:pt x="607" y="596"/>
                  <a:pt x="607" y="596"/>
                </a:cubicBezTo>
                <a:lnTo>
                  <a:pt x="696" y="549"/>
                </a:lnTo>
                <a:close/>
              </a:path>
            </a:pathLst>
          </a:cu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Freeform 8">
            <a:extLst>
              <a:ext uri="{FF2B5EF4-FFF2-40B4-BE49-F238E27FC236}">
                <a16:creationId xmlns:a16="http://schemas.microsoft.com/office/drawing/2014/main" id="{0337AF86-9E55-412A-B327-59D4EA370ED1}"/>
              </a:ext>
            </a:extLst>
          </p:cNvPr>
          <p:cNvSpPr>
            <a:spLocks/>
          </p:cNvSpPr>
          <p:nvPr/>
        </p:nvSpPr>
        <p:spPr bwMode="auto">
          <a:xfrm>
            <a:off x="6559959" y="3088124"/>
            <a:ext cx="2072720" cy="1773782"/>
          </a:xfrm>
          <a:custGeom>
            <a:avLst/>
            <a:gdLst>
              <a:gd name="T0" fmla="*/ 697 w 697"/>
              <a:gd name="T1" fmla="*/ 549 h 596"/>
              <a:gd name="T2" fmla="*/ 608 w 697"/>
              <a:gd name="T3" fmla="*/ 500 h 596"/>
              <a:gd name="T4" fmla="*/ 608 w 697"/>
              <a:gd name="T5" fmla="*/ 516 h 596"/>
              <a:gd name="T6" fmla="*/ 469 w 697"/>
              <a:gd name="T7" fmla="*/ 516 h 596"/>
              <a:gd name="T8" fmla="*/ 290 w 697"/>
              <a:gd name="T9" fmla="*/ 516 h 596"/>
              <a:gd name="T10" fmla="*/ 62 w 697"/>
              <a:gd name="T11" fmla="*/ 289 h 596"/>
              <a:gd name="T12" fmla="*/ 290 w 697"/>
              <a:gd name="T13" fmla="*/ 62 h 596"/>
              <a:gd name="T14" fmla="*/ 517 w 697"/>
              <a:gd name="T15" fmla="*/ 289 h 596"/>
              <a:gd name="T16" fmla="*/ 404 w 697"/>
              <a:gd name="T17" fmla="*/ 485 h 596"/>
              <a:gd name="T18" fmla="*/ 502 w 697"/>
              <a:gd name="T19" fmla="*/ 485 h 596"/>
              <a:gd name="T20" fmla="*/ 547 w 697"/>
              <a:gd name="T21" fmla="*/ 422 h 596"/>
              <a:gd name="T22" fmla="*/ 579 w 697"/>
              <a:gd name="T23" fmla="*/ 289 h 596"/>
              <a:gd name="T24" fmla="*/ 290 w 697"/>
              <a:gd name="T25" fmla="*/ 0 h 596"/>
              <a:gd name="T26" fmla="*/ 0 w 697"/>
              <a:gd name="T27" fmla="*/ 289 h 596"/>
              <a:gd name="T28" fmla="*/ 290 w 697"/>
              <a:gd name="T29" fmla="*/ 578 h 596"/>
              <a:gd name="T30" fmla="*/ 608 w 697"/>
              <a:gd name="T31" fmla="*/ 578 h 596"/>
              <a:gd name="T32" fmla="*/ 608 w 697"/>
              <a:gd name="T33" fmla="*/ 596 h 596"/>
              <a:gd name="T34" fmla="*/ 697 w 697"/>
              <a:gd name="T35" fmla="*/ 549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97" h="596">
                <a:moveTo>
                  <a:pt x="697" y="549"/>
                </a:moveTo>
                <a:cubicBezTo>
                  <a:pt x="608" y="500"/>
                  <a:pt x="608" y="500"/>
                  <a:pt x="608" y="500"/>
                </a:cubicBezTo>
                <a:cubicBezTo>
                  <a:pt x="608" y="516"/>
                  <a:pt x="608" y="516"/>
                  <a:pt x="608" y="516"/>
                </a:cubicBezTo>
                <a:cubicBezTo>
                  <a:pt x="469" y="516"/>
                  <a:pt x="469" y="516"/>
                  <a:pt x="469" y="516"/>
                </a:cubicBezTo>
                <a:cubicBezTo>
                  <a:pt x="290" y="516"/>
                  <a:pt x="290" y="516"/>
                  <a:pt x="290" y="516"/>
                </a:cubicBezTo>
                <a:cubicBezTo>
                  <a:pt x="164" y="516"/>
                  <a:pt x="62" y="414"/>
                  <a:pt x="62" y="289"/>
                </a:cubicBezTo>
                <a:cubicBezTo>
                  <a:pt x="62" y="164"/>
                  <a:pt x="164" y="62"/>
                  <a:pt x="290" y="62"/>
                </a:cubicBezTo>
                <a:cubicBezTo>
                  <a:pt x="415" y="62"/>
                  <a:pt x="517" y="164"/>
                  <a:pt x="517" y="289"/>
                </a:cubicBezTo>
                <a:cubicBezTo>
                  <a:pt x="517" y="373"/>
                  <a:pt x="471" y="446"/>
                  <a:pt x="404" y="485"/>
                </a:cubicBezTo>
                <a:cubicBezTo>
                  <a:pt x="502" y="485"/>
                  <a:pt x="502" y="485"/>
                  <a:pt x="502" y="485"/>
                </a:cubicBezTo>
                <a:cubicBezTo>
                  <a:pt x="520" y="466"/>
                  <a:pt x="535" y="445"/>
                  <a:pt x="547" y="422"/>
                </a:cubicBezTo>
                <a:cubicBezTo>
                  <a:pt x="568" y="381"/>
                  <a:pt x="579" y="336"/>
                  <a:pt x="579" y="289"/>
                </a:cubicBezTo>
                <a:cubicBezTo>
                  <a:pt x="579" y="130"/>
                  <a:pt x="449" y="0"/>
                  <a:pt x="290" y="0"/>
                </a:cubicBezTo>
                <a:cubicBezTo>
                  <a:pt x="130" y="0"/>
                  <a:pt x="0" y="130"/>
                  <a:pt x="0" y="289"/>
                </a:cubicBezTo>
                <a:cubicBezTo>
                  <a:pt x="0" y="449"/>
                  <a:pt x="130" y="578"/>
                  <a:pt x="290" y="578"/>
                </a:cubicBezTo>
                <a:cubicBezTo>
                  <a:pt x="608" y="578"/>
                  <a:pt x="608" y="578"/>
                  <a:pt x="608" y="578"/>
                </a:cubicBezTo>
                <a:cubicBezTo>
                  <a:pt x="608" y="596"/>
                  <a:pt x="608" y="596"/>
                  <a:pt x="608" y="596"/>
                </a:cubicBezTo>
                <a:lnTo>
                  <a:pt x="697" y="549"/>
                </a:lnTo>
                <a:close/>
              </a:path>
            </a:pathLst>
          </a:cu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Freeform 9">
            <a:extLst>
              <a:ext uri="{FF2B5EF4-FFF2-40B4-BE49-F238E27FC236}">
                <a16:creationId xmlns:a16="http://schemas.microsoft.com/office/drawing/2014/main" id="{FCC63B6A-EA0D-4CE2-BEC0-58E35088FE3F}"/>
              </a:ext>
            </a:extLst>
          </p:cNvPr>
          <p:cNvSpPr>
            <a:spLocks noEditPoints="1"/>
          </p:cNvSpPr>
          <p:nvPr/>
        </p:nvSpPr>
        <p:spPr bwMode="auto">
          <a:xfrm>
            <a:off x="9140016" y="3090604"/>
            <a:ext cx="1717964" cy="1716723"/>
          </a:xfrm>
          <a:custGeom>
            <a:avLst/>
            <a:gdLst>
              <a:gd name="T0" fmla="*/ 289 w 578"/>
              <a:gd name="T1" fmla="*/ 0 h 577"/>
              <a:gd name="T2" fmla="*/ 0 w 578"/>
              <a:gd name="T3" fmla="*/ 288 h 577"/>
              <a:gd name="T4" fmla="*/ 289 w 578"/>
              <a:gd name="T5" fmla="*/ 577 h 577"/>
              <a:gd name="T6" fmla="*/ 578 w 578"/>
              <a:gd name="T7" fmla="*/ 288 h 577"/>
              <a:gd name="T8" fmla="*/ 289 w 578"/>
              <a:gd name="T9" fmla="*/ 0 h 577"/>
              <a:gd name="T10" fmla="*/ 289 w 578"/>
              <a:gd name="T11" fmla="*/ 515 h 577"/>
              <a:gd name="T12" fmla="*/ 62 w 578"/>
              <a:gd name="T13" fmla="*/ 288 h 577"/>
              <a:gd name="T14" fmla="*/ 289 w 578"/>
              <a:gd name="T15" fmla="*/ 62 h 577"/>
              <a:gd name="T16" fmla="*/ 516 w 578"/>
              <a:gd name="T17" fmla="*/ 288 h 577"/>
              <a:gd name="T18" fmla="*/ 289 w 578"/>
              <a:gd name="T19" fmla="*/ 515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8" h="577">
                <a:moveTo>
                  <a:pt x="289" y="0"/>
                </a:moveTo>
                <a:cubicBezTo>
                  <a:pt x="130" y="0"/>
                  <a:pt x="0" y="129"/>
                  <a:pt x="0" y="288"/>
                </a:cubicBezTo>
                <a:cubicBezTo>
                  <a:pt x="0" y="448"/>
                  <a:pt x="130" y="577"/>
                  <a:pt x="289" y="577"/>
                </a:cubicBezTo>
                <a:cubicBezTo>
                  <a:pt x="449" y="577"/>
                  <a:pt x="578" y="448"/>
                  <a:pt x="578" y="288"/>
                </a:cubicBezTo>
                <a:cubicBezTo>
                  <a:pt x="578" y="129"/>
                  <a:pt x="449" y="0"/>
                  <a:pt x="289" y="0"/>
                </a:cubicBezTo>
                <a:close/>
                <a:moveTo>
                  <a:pt x="289" y="515"/>
                </a:moveTo>
                <a:cubicBezTo>
                  <a:pt x="164" y="515"/>
                  <a:pt x="62" y="414"/>
                  <a:pt x="62" y="288"/>
                </a:cubicBezTo>
                <a:cubicBezTo>
                  <a:pt x="62" y="163"/>
                  <a:pt x="164" y="62"/>
                  <a:pt x="289" y="62"/>
                </a:cubicBezTo>
                <a:cubicBezTo>
                  <a:pt x="414" y="62"/>
                  <a:pt x="516" y="163"/>
                  <a:pt x="516" y="288"/>
                </a:cubicBezTo>
                <a:cubicBezTo>
                  <a:pt x="516" y="414"/>
                  <a:pt x="414" y="515"/>
                  <a:pt x="289" y="515"/>
                </a:cubicBezTo>
                <a:close/>
              </a:path>
            </a:pathLst>
          </a:custGeom>
          <a:gradFill>
            <a:gsLst>
              <a:gs pos="0">
                <a:srgbClr val="00CBF7"/>
              </a:gs>
              <a:gs pos="100000">
                <a:srgbClr val="00D278"/>
              </a:gs>
            </a:gsLst>
            <a:lin ang="81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87" name="TextBox 27">
            <a:extLst>
              <a:ext uri="{FF2B5EF4-FFF2-40B4-BE49-F238E27FC236}">
                <a16:creationId xmlns:a16="http://schemas.microsoft.com/office/drawing/2014/main" id="{132E9DB6-2490-4D38-8C74-2C08C41119C3}"/>
              </a:ext>
            </a:extLst>
          </p:cNvPr>
          <p:cNvSpPr txBox="1"/>
          <p:nvPr/>
        </p:nvSpPr>
        <p:spPr>
          <a:xfrm>
            <a:off x="8956973" y="5112143"/>
            <a:ext cx="208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Focus Goal</a:t>
            </a:r>
          </a:p>
        </p:txBody>
      </p:sp>
      <p:sp>
        <p:nvSpPr>
          <p:cNvPr id="88" name="TextBox 23">
            <a:extLst>
              <a:ext uri="{FF2B5EF4-FFF2-40B4-BE49-F238E27FC236}">
                <a16:creationId xmlns:a16="http://schemas.microsoft.com/office/drawing/2014/main" id="{009D5192-EA89-47FD-B343-5404350EFE89}"/>
              </a:ext>
            </a:extLst>
          </p:cNvPr>
          <p:cNvSpPr txBox="1"/>
          <p:nvPr/>
        </p:nvSpPr>
        <p:spPr>
          <a:xfrm>
            <a:off x="8927940" y="5463742"/>
            <a:ext cx="2142116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endParaRPr lang="en-SG" sz="10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89" name="TextBox 27">
            <a:extLst>
              <a:ext uri="{FF2B5EF4-FFF2-40B4-BE49-F238E27FC236}">
                <a16:creationId xmlns:a16="http://schemas.microsoft.com/office/drawing/2014/main" id="{2841CC7B-4B22-430F-A1E8-0EEDD9DB8E95}"/>
              </a:ext>
            </a:extLst>
          </p:cNvPr>
          <p:cNvSpPr txBox="1"/>
          <p:nvPr/>
        </p:nvSpPr>
        <p:spPr>
          <a:xfrm>
            <a:off x="1484499" y="5112143"/>
            <a:ext cx="2033027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C</a:t>
            </a:r>
            <a:r>
              <a:rPr lang="en-US" altLang="zh-CN" sz="14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ollaboration</a:t>
            </a:r>
            <a:endParaRPr lang="en-US" sz="1400" b="1" dirty="0">
              <a:latin typeface="Poppins" panose="00000500000000000000" pitchFamily="2" charset="0"/>
              <a:ea typeface="Jost" pitchFamily="2" charset="0"/>
              <a:cs typeface="Poppins" panose="00000500000000000000" pitchFamily="2" charset="0"/>
            </a:endParaRPr>
          </a:p>
        </p:txBody>
      </p:sp>
      <p:sp>
        <p:nvSpPr>
          <p:cNvPr id="90" name="TextBox 23">
            <a:extLst>
              <a:ext uri="{FF2B5EF4-FFF2-40B4-BE49-F238E27FC236}">
                <a16:creationId xmlns:a16="http://schemas.microsoft.com/office/drawing/2014/main" id="{65319EBA-7366-4D25-A786-FF5A9E5FDF45}"/>
              </a:ext>
            </a:extLst>
          </p:cNvPr>
          <p:cNvSpPr txBox="1"/>
          <p:nvPr/>
        </p:nvSpPr>
        <p:spPr>
          <a:xfrm>
            <a:off x="1354832" y="5463742"/>
            <a:ext cx="2292359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blandi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sit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endParaRPr lang="en-SG" sz="10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91" name="TextBox 27">
            <a:extLst>
              <a:ext uri="{FF2B5EF4-FFF2-40B4-BE49-F238E27FC236}">
                <a16:creationId xmlns:a16="http://schemas.microsoft.com/office/drawing/2014/main" id="{A7A2A5BB-3EAB-4CEE-966E-96D21EDEFF9C}"/>
              </a:ext>
            </a:extLst>
          </p:cNvPr>
          <p:cNvSpPr txBox="1"/>
          <p:nvPr/>
        </p:nvSpPr>
        <p:spPr>
          <a:xfrm>
            <a:off x="3975324" y="5112143"/>
            <a:ext cx="2033027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Background</a:t>
            </a:r>
          </a:p>
        </p:txBody>
      </p:sp>
      <p:sp>
        <p:nvSpPr>
          <p:cNvPr id="92" name="TextBox 23">
            <a:extLst>
              <a:ext uri="{FF2B5EF4-FFF2-40B4-BE49-F238E27FC236}">
                <a16:creationId xmlns:a16="http://schemas.microsoft.com/office/drawing/2014/main" id="{4648E6A6-866E-4B02-BC6E-66096FD939C0}"/>
              </a:ext>
            </a:extLst>
          </p:cNvPr>
          <p:cNvSpPr txBox="1"/>
          <p:nvPr/>
        </p:nvSpPr>
        <p:spPr>
          <a:xfrm>
            <a:off x="3971504" y="5463742"/>
            <a:ext cx="2033027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sit </a:t>
            </a:r>
            <a:r>
              <a:rPr lang="en-SG" sz="100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0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blandi sit</a:t>
            </a:r>
            <a:endParaRPr lang="en-SG" sz="10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93" name="TextBox 27">
            <a:extLst>
              <a:ext uri="{FF2B5EF4-FFF2-40B4-BE49-F238E27FC236}">
                <a16:creationId xmlns:a16="http://schemas.microsoft.com/office/drawing/2014/main" id="{2C43F850-D6FB-41F3-9488-6F79EB7BC7CC}"/>
              </a:ext>
            </a:extLst>
          </p:cNvPr>
          <p:cNvSpPr txBox="1"/>
          <p:nvPr/>
        </p:nvSpPr>
        <p:spPr>
          <a:xfrm>
            <a:off x="6466149" y="5112143"/>
            <a:ext cx="2033027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latin typeface="Poppins" panose="00000500000000000000" pitchFamily="2" charset="0"/>
                <a:ea typeface="Jost" pitchFamily="2" charset="0"/>
                <a:cs typeface="Poppins" panose="00000500000000000000" pitchFamily="2" charset="0"/>
              </a:rPr>
              <a:t>Add Value</a:t>
            </a:r>
          </a:p>
        </p:txBody>
      </p:sp>
      <p:sp>
        <p:nvSpPr>
          <p:cNvPr id="94" name="TextBox 23">
            <a:extLst>
              <a:ext uri="{FF2B5EF4-FFF2-40B4-BE49-F238E27FC236}">
                <a16:creationId xmlns:a16="http://schemas.microsoft.com/office/drawing/2014/main" id="{BD7240FD-2EB0-4DB8-AD2C-E7822478DB85}"/>
              </a:ext>
            </a:extLst>
          </p:cNvPr>
          <p:cNvSpPr txBox="1"/>
          <p:nvPr/>
        </p:nvSpPr>
        <p:spPr>
          <a:xfrm>
            <a:off x="6328844" y="5463742"/>
            <a:ext cx="2274783" cy="532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Fusce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vehicula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dolor</a:t>
            </a:r>
            <a:r>
              <a:rPr lang="en-SG" sz="10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</a:t>
            </a:r>
            <a:r>
              <a:rPr lang="en-SG" sz="10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arcu</a:t>
            </a:r>
            <a:r>
              <a:rPr lang="en-SG" sz="10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, si </a:t>
            </a:r>
            <a:r>
              <a:rPr lang="en-SG" sz="100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amet</a:t>
            </a:r>
            <a:r>
              <a:rPr lang="en-SG" sz="10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 blandi sit a</a:t>
            </a:r>
            <a:endParaRPr lang="en-SG" sz="10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41243-C0CB-C515-A70A-97B3307BA2F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F887D-4F7C-1BFB-9637-B8AF0733A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49681"/>
              </p:ext>
            </p:extLst>
          </p:nvPr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5487F8-2C9A-A55B-D7C7-E4A2027389E7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Infographic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Slide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B97B9-A744-F414-37B7-98D88D1F5121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DA46B-7FBE-CBE1-2AF9-97289E2A3473}"/>
              </a:ext>
            </a:extLst>
          </p:cNvPr>
          <p:cNvSpPr txBox="1"/>
          <p:nvPr/>
        </p:nvSpPr>
        <p:spPr>
          <a:xfrm>
            <a:off x="1846871" y="37134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7F6E8-F1FD-D81B-827E-AF255FCB5249}"/>
              </a:ext>
            </a:extLst>
          </p:cNvPr>
          <p:cNvSpPr txBox="1"/>
          <p:nvPr/>
        </p:nvSpPr>
        <p:spPr>
          <a:xfrm>
            <a:off x="4411847" y="37134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EDDBB-83B7-BB41-78D8-0DD9D2E9DB3C}"/>
              </a:ext>
            </a:extLst>
          </p:cNvPr>
          <p:cNvSpPr txBox="1"/>
          <p:nvPr/>
        </p:nvSpPr>
        <p:spPr>
          <a:xfrm>
            <a:off x="6976823" y="37134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FD545-A2E2-1335-C821-CF835BE9BF01}"/>
              </a:ext>
            </a:extLst>
          </p:cNvPr>
          <p:cNvSpPr txBox="1"/>
          <p:nvPr/>
        </p:nvSpPr>
        <p:spPr>
          <a:xfrm>
            <a:off x="9541798" y="3713405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9916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41243-C0CB-C515-A70A-97B3307BA2F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F887D-4F7C-1BFB-9637-B8AF0733AFAE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5487F8-2C9A-A55B-D7C7-E4A2027389E7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</a:t>
            </a:r>
            <a:r>
              <a:rPr lang="en-US" altLang="zh-CN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orld </a:t>
            </a:r>
            <a:r>
              <a:rPr lang="en-US" altLang="zh-CN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Map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B97B9-A744-F414-37B7-98D88D1F5121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C7CF50C2-471B-E8AE-CCD1-FBBB29302806}"/>
              </a:ext>
            </a:extLst>
          </p:cNvPr>
          <p:cNvGrpSpPr>
            <a:grpSpLocks/>
          </p:cNvGrpSpPr>
          <p:nvPr/>
        </p:nvGrpSpPr>
        <p:grpSpPr bwMode="auto">
          <a:xfrm>
            <a:off x="2617170" y="2749751"/>
            <a:ext cx="6957660" cy="3910273"/>
            <a:chOff x="-1" y="-1"/>
            <a:chExt cx="6477008" cy="3638557"/>
          </a:xfrm>
          <a:solidFill>
            <a:schemeClr val="bg1">
              <a:lumMod val="75000"/>
            </a:schemeClr>
          </a:solidFill>
          <a:effectLst/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55B30AAB-6456-EF04-D067-CED70ED3D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" y="-1"/>
              <a:ext cx="2594759" cy="2068383"/>
              <a:chOff x="0" y="-1"/>
              <a:chExt cx="2594758" cy="2068383"/>
            </a:xfrm>
            <a:grpFill/>
          </p:grpSpPr>
          <p:sp>
            <p:nvSpPr>
              <p:cNvPr id="201" name="AutoShape 9">
                <a:extLst>
                  <a:ext uri="{FF2B5EF4-FFF2-40B4-BE49-F238E27FC236}">
                    <a16:creationId xmlns:a16="http://schemas.microsoft.com/office/drawing/2014/main" id="{876A8E3D-3527-7162-5575-CDED6780D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291" y="113598"/>
                <a:ext cx="638779" cy="750195"/>
              </a:xfrm>
              <a:custGeom>
                <a:avLst/>
                <a:gdLst>
                  <a:gd name="T0" fmla="*/ 319390 w 21600"/>
                  <a:gd name="T1" fmla="*/ 375098 h 21600"/>
                  <a:gd name="T2" fmla="*/ 319390 w 21600"/>
                  <a:gd name="T3" fmla="*/ 375098 h 21600"/>
                  <a:gd name="T4" fmla="*/ 319390 w 21600"/>
                  <a:gd name="T5" fmla="*/ 375098 h 21600"/>
                  <a:gd name="T6" fmla="*/ 319390 w 21600"/>
                  <a:gd name="T7" fmla="*/ 37509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105" y="2560"/>
                    </a:moveTo>
                    <a:lnTo>
                      <a:pt x="5007" y="2560"/>
                    </a:lnTo>
                    <a:lnTo>
                      <a:pt x="5007" y="2626"/>
                    </a:lnTo>
                    <a:lnTo>
                      <a:pt x="4810" y="2691"/>
                    </a:lnTo>
                    <a:lnTo>
                      <a:pt x="4712" y="2823"/>
                    </a:lnTo>
                    <a:lnTo>
                      <a:pt x="4712" y="2888"/>
                    </a:lnTo>
                    <a:lnTo>
                      <a:pt x="4614" y="3020"/>
                    </a:lnTo>
                    <a:lnTo>
                      <a:pt x="4712" y="3085"/>
                    </a:lnTo>
                    <a:lnTo>
                      <a:pt x="4712" y="3873"/>
                    </a:lnTo>
                    <a:lnTo>
                      <a:pt x="4614" y="4004"/>
                    </a:lnTo>
                    <a:lnTo>
                      <a:pt x="3632" y="4004"/>
                    </a:lnTo>
                    <a:lnTo>
                      <a:pt x="3632" y="4070"/>
                    </a:lnTo>
                    <a:lnTo>
                      <a:pt x="3436" y="4201"/>
                    </a:lnTo>
                    <a:lnTo>
                      <a:pt x="3338" y="4201"/>
                    </a:lnTo>
                    <a:lnTo>
                      <a:pt x="2749" y="4267"/>
                    </a:lnTo>
                    <a:lnTo>
                      <a:pt x="2749" y="4530"/>
                    </a:lnTo>
                    <a:lnTo>
                      <a:pt x="2356" y="4792"/>
                    </a:lnTo>
                    <a:lnTo>
                      <a:pt x="2356" y="4924"/>
                    </a:lnTo>
                    <a:lnTo>
                      <a:pt x="2454" y="5055"/>
                    </a:lnTo>
                    <a:lnTo>
                      <a:pt x="2650" y="5120"/>
                    </a:lnTo>
                    <a:lnTo>
                      <a:pt x="2847" y="5120"/>
                    </a:lnTo>
                    <a:lnTo>
                      <a:pt x="3043" y="5186"/>
                    </a:lnTo>
                    <a:lnTo>
                      <a:pt x="3338" y="5186"/>
                    </a:lnTo>
                    <a:lnTo>
                      <a:pt x="3338" y="5514"/>
                    </a:lnTo>
                    <a:lnTo>
                      <a:pt x="3240" y="5646"/>
                    </a:lnTo>
                    <a:lnTo>
                      <a:pt x="3240" y="5777"/>
                    </a:lnTo>
                    <a:lnTo>
                      <a:pt x="3338" y="5908"/>
                    </a:lnTo>
                    <a:lnTo>
                      <a:pt x="3338" y="6237"/>
                    </a:lnTo>
                    <a:lnTo>
                      <a:pt x="3141" y="6368"/>
                    </a:lnTo>
                    <a:lnTo>
                      <a:pt x="2847" y="6368"/>
                    </a:lnTo>
                    <a:lnTo>
                      <a:pt x="2749" y="6434"/>
                    </a:lnTo>
                    <a:lnTo>
                      <a:pt x="2749" y="6565"/>
                    </a:lnTo>
                    <a:lnTo>
                      <a:pt x="2650" y="6631"/>
                    </a:lnTo>
                    <a:lnTo>
                      <a:pt x="2160" y="6631"/>
                    </a:lnTo>
                    <a:lnTo>
                      <a:pt x="2061" y="6696"/>
                    </a:lnTo>
                    <a:lnTo>
                      <a:pt x="2061" y="6762"/>
                    </a:lnTo>
                    <a:lnTo>
                      <a:pt x="1865" y="6827"/>
                    </a:lnTo>
                    <a:lnTo>
                      <a:pt x="1570" y="6959"/>
                    </a:lnTo>
                    <a:lnTo>
                      <a:pt x="1374" y="7024"/>
                    </a:lnTo>
                    <a:lnTo>
                      <a:pt x="785" y="7024"/>
                    </a:lnTo>
                    <a:lnTo>
                      <a:pt x="687" y="7090"/>
                    </a:lnTo>
                    <a:lnTo>
                      <a:pt x="490" y="7156"/>
                    </a:lnTo>
                    <a:lnTo>
                      <a:pt x="490" y="7221"/>
                    </a:lnTo>
                    <a:lnTo>
                      <a:pt x="392" y="7287"/>
                    </a:lnTo>
                    <a:lnTo>
                      <a:pt x="294" y="7287"/>
                    </a:lnTo>
                    <a:lnTo>
                      <a:pt x="294" y="7353"/>
                    </a:lnTo>
                    <a:lnTo>
                      <a:pt x="196" y="7353"/>
                    </a:lnTo>
                    <a:lnTo>
                      <a:pt x="98" y="7418"/>
                    </a:lnTo>
                    <a:lnTo>
                      <a:pt x="0" y="7550"/>
                    </a:lnTo>
                    <a:lnTo>
                      <a:pt x="196" y="7812"/>
                    </a:lnTo>
                    <a:lnTo>
                      <a:pt x="294" y="7878"/>
                    </a:lnTo>
                    <a:lnTo>
                      <a:pt x="490" y="7878"/>
                    </a:lnTo>
                    <a:lnTo>
                      <a:pt x="883" y="8075"/>
                    </a:lnTo>
                    <a:lnTo>
                      <a:pt x="1178" y="8272"/>
                    </a:lnTo>
                    <a:lnTo>
                      <a:pt x="1178" y="8337"/>
                    </a:lnTo>
                    <a:lnTo>
                      <a:pt x="1276" y="8403"/>
                    </a:lnTo>
                    <a:lnTo>
                      <a:pt x="1963" y="8403"/>
                    </a:lnTo>
                    <a:lnTo>
                      <a:pt x="1963" y="8272"/>
                    </a:lnTo>
                    <a:lnTo>
                      <a:pt x="2061" y="8272"/>
                    </a:lnTo>
                    <a:lnTo>
                      <a:pt x="2160" y="8206"/>
                    </a:lnTo>
                    <a:lnTo>
                      <a:pt x="2552" y="8469"/>
                    </a:lnTo>
                    <a:lnTo>
                      <a:pt x="2552" y="8534"/>
                    </a:lnTo>
                    <a:lnTo>
                      <a:pt x="2160" y="8666"/>
                    </a:lnTo>
                    <a:lnTo>
                      <a:pt x="2061" y="8731"/>
                    </a:lnTo>
                    <a:lnTo>
                      <a:pt x="2061" y="8797"/>
                    </a:lnTo>
                    <a:lnTo>
                      <a:pt x="2160" y="8863"/>
                    </a:lnTo>
                    <a:lnTo>
                      <a:pt x="2160" y="8994"/>
                    </a:lnTo>
                    <a:lnTo>
                      <a:pt x="2061" y="8994"/>
                    </a:lnTo>
                    <a:lnTo>
                      <a:pt x="1865" y="8928"/>
                    </a:lnTo>
                    <a:lnTo>
                      <a:pt x="1767" y="8863"/>
                    </a:lnTo>
                    <a:lnTo>
                      <a:pt x="1570" y="8797"/>
                    </a:lnTo>
                    <a:lnTo>
                      <a:pt x="1570" y="8863"/>
                    </a:lnTo>
                    <a:lnTo>
                      <a:pt x="1472" y="8928"/>
                    </a:lnTo>
                    <a:lnTo>
                      <a:pt x="1472" y="9125"/>
                    </a:lnTo>
                    <a:lnTo>
                      <a:pt x="1276" y="9125"/>
                    </a:lnTo>
                    <a:lnTo>
                      <a:pt x="1178" y="9060"/>
                    </a:lnTo>
                    <a:lnTo>
                      <a:pt x="981" y="8994"/>
                    </a:lnTo>
                    <a:lnTo>
                      <a:pt x="883" y="8928"/>
                    </a:lnTo>
                    <a:lnTo>
                      <a:pt x="785" y="8994"/>
                    </a:lnTo>
                    <a:lnTo>
                      <a:pt x="589" y="9060"/>
                    </a:lnTo>
                    <a:lnTo>
                      <a:pt x="392" y="9191"/>
                    </a:lnTo>
                    <a:lnTo>
                      <a:pt x="490" y="9257"/>
                    </a:lnTo>
                    <a:lnTo>
                      <a:pt x="687" y="9519"/>
                    </a:lnTo>
                    <a:lnTo>
                      <a:pt x="1080" y="9651"/>
                    </a:lnTo>
                    <a:lnTo>
                      <a:pt x="1178" y="9716"/>
                    </a:lnTo>
                    <a:lnTo>
                      <a:pt x="1276" y="9716"/>
                    </a:lnTo>
                    <a:lnTo>
                      <a:pt x="1276" y="9979"/>
                    </a:lnTo>
                    <a:lnTo>
                      <a:pt x="1472" y="9979"/>
                    </a:lnTo>
                    <a:lnTo>
                      <a:pt x="1865" y="10110"/>
                    </a:lnTo>
                    <a:lnTo>
                      <a:pt x="2160" y="10307"/>
                    </a:lnTo>
                    <a:lnTo>
                      <a:pt x="2160" y="10373"/>
                    </a:lnTo>
                    <a:lnTo>
                      <a:pt x="2258" y="10438"/>
                    </a:lnTo>
                    <a:lnTo>
                      <a:pt x="2650" y="10438"/>
                    </a:lnTo>
                    <a:lnTo>
                      <a:pt x="3240" y="10241"/>
                    </a:lnTo>
                    <a:lnTo>
                      <a:pt x="3436" y="10110"/>
                    </a:lnTo>
                    <a:lnTo>
                      <a:pt x="3829" y="9979"/>
                    </a:lnTo>
                    <a:lnTo>
                      <a:pt x="4614" y="9979"/>
                    </a:lnTo>
                    <a:lnTo>
                      <a:pt x="4810" y="9913"/>
                    </a:lnTo>
                    <a:lnTo>
                      <a:pt x="5400" y="9913"/>
                    </a:lnTo>
                    <a:lnTo>
                      <a:pt x="5596" y="10044"/>
                    </a:lnTo>
                    <a:lnTo>
                      <a:pt x="5792" y="10307"/>
                    </a:lnTo>
                    <a:lnTo>
                      <a:pt x="5890" y="10307"/>
                    </a:lnTo>
                    <a:lnTo>
                      <a:pt x="6087" y="10373"/>
                    </a:lnTo>
                    <a:lnTo>
                      <a:pt x="6185" y="10438"/>
                    </a:lnTo>
                    <a:lnTo>
                      <a:pt x="6283" y="10635"/>
                    </a:lnTo>
                    <a:lnTo>
                      <a:pt x="6480" y="10832"/>
                    </a:lnTo>
                    <a:lnTo>
                      <a:pt x="6480" y="11489"/>
                    </a:lnTo>
                    <a:lnTo>
                      <a:pt x="6578" y="11555"/>
                    </a:lnTo>
                    <a:lnTo>
                      <a:pt x="6872" y="12145"/>
                    </a:lnTo>
                    <a:lnTo>
                      <a:pt x="6970" y="12408"/>
                    </a:lnTo>
                    <a:lnTo>
                      <a:pt x="6872" y="12605"/>
                    </a:lnTo>
                    <a:lnTo>
                      <a:pt x="6872" y="12802"/>
                    </a:lnTo>
                    <a:lnTo>
                      <a:pt x="7069" y="13065"/>
                    </a:lnTo>
                    <a:lnTo>
                      <a:pt x="7265" y="13196"/>
                    </a:lnTo>
                    <a:lnTo>
                      <a:pt x="7265" y="13327"/>
                    </a:lnTo>
                    <a:lnTo>
                      <a:pt x="7167" y="13393"/>
                    </a:lnTo>
                    <a:lnTo>
                      <a:pt x="7167" y="13458"/>
                    </a:lnTo>
                    <a:lnTo>
                      <a:pt x="6872" y="13458"/>
                    </a:lnTo>
                    <a:lnTo>
                      <a:pt x="6774" y="13524"/>
                    </a:lnTo>
                    <a:lnTo>
                      <a:pt x="6774" y="13655"/>
                    </a:lnTo>
                    <a:lnTo>
                      <a:pt x="7069" y="13852"/>
                    </a:lnTo>
                    <a:lnTo>
                      <a:pt x="7069" y="13984"/>
                    </a:lnTo>
                    <a:lnTo>
                      <a:pt x="6970" y="14049"/>
                    </a:lnTo>
                    <a:lnTo>
                      <a:pt x="6774" y="14115"/>
                    </a:lnTo>
                    <a:lnTo>
                      <a:pt x="6676" y="14246"/>
                    </a:lnTo>
                    <a:lnTo>
                      <a:pt x="6480" y="14378"/>
                    </a:lnTo>
                    <a:lnTo>
                      <a:pt x="6480" y="14443"/>
                    </a:lnTo>
                    <a:lnTo>
                      <a:pt x="6970" y="14443"/>
                    </a:lnTo>
                    <a:lnTo>
                      <a:pt x="7167" y="14378"/>
                    </a:lnTo>
                    <a:lnTo>
                      <a:pt x="7167" y="14312"/>
                    </a:lnTo>
                    <a:lnTo>
                      <a:pt x="7265" y="14246"/>
                    </a:lnTo>
                    <a:lnTo>
                      <a:pt x="7461" y="13984"/>
                    </a:lnTo>
                    <a:lnTo>
                      <a:pt x="7560" y="13918"/>
                    </a:lnTo>
                    <a:lnTo>
                      <a:pt x="7658" y="13918"/>
                    </a:lnTo>
                    <a:lnTo>
                      <a:pt x="7756" y="13984"/>
                    </a:lnTo>
                    <a:lnTo>
                      <a:pt x="7952" y="14246"/>
                    </a:lnTo>
                    <a:lnTo>
                      <a:pt x="7952" y="14378"/>
                    </a:lnTo>
                    <a:lnTo>
                      <a:pt x="8050" y="14509"/>
                    </a:lnTo>
                    <a:lnTo>
                      <a:pt x="8050" y="14640"/>
                    </a:lnTo>
                    <a:lnTo>
                      <a:pt x="8247" y="14772"/>
                    </a:lnTo>
                    <a:lnTo>
                      <a:pt x="8443" y="14772"/>
                    </a:lnTo>
                    <a:lnTo>
                      <a:pt x="8640" y="14837"/>
                    </a:lnTo>
                    <a:lnTo>
                      <a:pt x="8738" y="14968"/>
                    </a:lnTo>
                    <a:lnTo>
                      <a:pt x="8738" y="15231"/>
                    </a:lnTo>
                    <a:lnTo>
                      <a:pt x="8541" y="15231"/>
                    </a:lnTo>
                    <a:lnTo>
                      <a:pt x="8345" y="15165"/>
                    </a:lnTo>
                    <a:lnTo>
                      <a:pt x="8149" y="15034"/>
                    </a:lnTo>
                    <a:lnTo>
                      <a:pt x="7952" y="14968"/>
                    </a:lnTo>
                    <a:lnTo>
                      <a:pt x="7658" y="14903"/>
                    </a:lnTo>
                    <a:lnTo>
                      <a:pt x="7265" y="14903"/>
                    </a:lnTo>
                    <a:lnTo>
                      <a:pt x="7265" y="15034"/>
                    </a:lnTo>
                    <a:lnTo>
                      <a:pt x="7363" y="15100"/>
                    </a:lnTo>
                    <a:lnTo>
                      <a:pt x="7461" y="15231"/>
                    </a:lnTo>
                    <a:lnTo>
                      <a:pt x="7658" y="15297"/>
                    </a:lnTo>
                    <a:lnTo>
                      <a:pt x="7952" y="15362"/>
                    </a:lnTo>
                    <a:lnTo>
                      <a:pt x="8149" y="15428"/>
                    </a:lnTo>
                    <a:lnTo>
                      <a:pt x="8345" y="15428"/>
                    </a:lnTo>
                    <a:lnTo>
                      <a:pt x="8640" y="15625"/>
                    </a:lnTo>
                    <a:lnTo>
                      <a:pt x="8640" y="15888"/>
                    </a:lnTo>
                    <a:lnTo>
                      <a:pt x="8443" y="16085"/>
                    </a:lnTo>
                    <a:lnTo>
                      <a:pt x="8247" y="16216"/>
                    </a:lnTo>
                    <a:lnTo>
                      <a:pt x="8149" y="16347"/>
                    </a:lnTo>
                    <a:lnTo>
                      <a:pt x="7952" y="16413"/>
                    </a:lnTo>
                    <a:lnTo>
                      <a:pt x="7854" y="16479"/>
                    </a:lnTo>
                    <a:lnTo>
                      <a:pt x="7756" y="16479"/>
                    </a:lnTo>
                    <a:lnTo>
                      <a:pt x="7658" y="16544"/>
                    </a:lnTo>
                    <a:lnTo>
                      <a:pt x="7756" y="16610"/>
                    </a:lnTo>
                    <a:lnTo>
                      <a:pt x="7756" y="16675"/>
                    </a:lnTo>
                    <a:lnTo>
                      <a:pt x="7952" y="16675"/>
                    </a:lnTo>
                    <a:lnTo>
                      <a:pt x="7658" y="16872"/>
                    </a:lnTo>
                    <a:lnTo>
                      <a:pt x="7265" y="17266"/>
                    </a:lnTo>
                    <a:lnTo>
                      <a:pt x="7363" y="17332"/>
                    </a:lnTo>
                    <a:lnTo>
                      <a:pt x="7363" y="17463"/>
                    </a:lnTo>
                    <a:lnTo>
                      <a:pt x="7461" y="17660"/>
                    </a:lnTo>
                    <a:lnTo>
                      <a:pt x="7461" y="17857"/>
                    </a:lnTo>
                    <a:lnTo>
                      <a:pt x="7560" y="18054"/>
                    </a:lnTo>
                    <a:lnTo>
                      <a:pt x="7560" y="18317"/>
                    </a:lnTo>
                    <a:lnTo>
                      <a:pt x="7658" y="18579"/>
                    </a:lnTo>
                    <a:lnTo>
                      <a:pt x="7952" y="19170"/>
                    </a:lnTo>
                    <a:lnTo>
                      <a:pt x="8050" y="19302"/>
                    </a:lnTo>
                    <a:lnTo>
                      <a:pt x="8149" y="19499"/>
                    </a:lnTo>
                    <a:lnTo>
                      <a:pt x="8149" y="19696"/>
                    </a:lnTo>
                    <a:lnTo>
                      <a:pt x="8738" y="20352"/>
                    </a:lnTo>
                    <a:lnTo>
                      <a:pt x="8836" y="20352"/>
                    </a:lnTo>
                    <a:lnTo>
                      <a:pt x="8836" y="20615"/>
                    </a:lnTo>
                    <a:lnTo>
                      <a:pt x="8934" y="20812"/>
                    </a:lnTo>
                    <a:lnTo>
                      <a:pt x="9032" y="20943"/>
                    </a:lnTo>
                    <a:lnTo>
                      <a:pt x="9032" y="21074"/>
                    </a:lnTo>
                    <a:lnTo>
                      <a:pt x="9130" y="21140"/>
                    </a:lnTo>
                    <a:lnTo>
                      <a:pt x="9327" y="21206"/>
                    </a:lnTo>
                    <a:lnTo>
                      <a:pt x="9916" y="21206"/>
                    </a:lnTo>
                    <a:lnTo>
                      <a:pt x="10210" y="21140"/>
                    </a:lnTo>
                    <a:lnTo>
                      <a:pt x="10407" y="21074"/>
                    </a:lnTo>
                    <a:lnTo>
                      <a:pt x="10505" y="21074"/>
                    </a:lnTo>
                    <a:lnTo>
                      <a:pt x="10603" y="21009"/>
                    </a:lnTo>
                    <a:lnTo>
                      <a:pt x="10800" y="21009"/>
                    </a:lnTo>
                    <a:lnTo>
                      <a:pt x="10800" y="21074"/>
                    </a:lnTo>
                    <a:lnTo>
                      <a:pt x="10407" y="21337"/>
                    </a:lnTo>
                    <a:lnTo>
                      <a:pt x="10309" y="21337"/>
                    </a:lnTo>
                    <a:lnTo>
                      <a:pt x="10505" y="21468"/>
                    </a:lnTo>
                    <a:lnTo>
                      <a:pt x="10701" y="21534"/>
                    </a:lnTo>
                    <a:lnTo>
                      <a:pt x="10898" y="21534"/>
                    </a:lnTo>
                    <a:lnTo>
                      <a:pt x="11094" y="21600"/>
                    </a:lnTo>
                    <a:lnTo>
                      <a:pt x="11389" y="21600"/>
                    </a:lnTo>
                    <a:lnTo>
                      <a:pt x="11487" y="21534"/>
                    </a:lnTo>
                    <a:lnTo>
                      <a:pt x="11487" y="20943"/>
                    </a:lnTo>
                    <a:lnTo>
                      <a:pt x="11585" y="20746"/>
                    </a:lnTo>
                    <a:lnTo>
                      <a:pt x="11683" y="20680"/>
                    </a:lnTo>
                    <a:lnTo>
                      <a:pt x="11781" y="20549"/>
                    </a:lnTo>
                    <a:lnTo>
                      <a:pt x="11781" y="20286"/>
                    </a:lnTo>
                    <a:lnTo>
                      <a:pt x="11683" y="20221"/>
                    </a:lnTo>
                    <a:lnTo>
                      <a:pt x="11683" y="20089"/>
                    </a:lnTo>
                    <a:lnTo>
                      <a:pt x="11879" y="20024"/>
                    </a:lnTo>
                    <a:lnTo>
                      <a:pt x="11978" y="19958"/>
                    </a:lnTo>
                    <a:lnTo>
                      <a:pt x="12076" y="19958"/>
                    </a:lnTo>
                    <a:lnTo>
                      <a:pt x="12076" y="19893"/>
                    </a:lnTo>
                    <a:lnTo>
                      <a:pt x="12272" y="19367"/>
                    </a:lnTo>
                    <a:lnTo>
                      <a:pt x="12370" y="18908"/>
                    </a:lnTo>
                    <a:lnTo>
                      <a:pt x="12370" y="18776"/>
                    </a:lnTo>
                    <a:lnTo>
                      <a:pt x="12272" y="18711"/>
                    </a:lnTo>
                    <a:lnTo>
                      <a:pt x="12370" y="18579"/>
                    </a:lnTo>
                    <a:lnTo>
                      <a:pt x="12469" y="18579"/>
                    </a:lnTo>
                    <a:lnTo>
                      <a:pt x="12665" y="18514"/>
                    </a:lnTo>
                    <a:lnTo>
                      <a:pt x="12763" y="18514"/>
                    </a:lnTo>
                    <a:lnTo>
                      <a:pt x="12763" y="18579"/>
                    </a:lnTo>
                    <a:lnTo>
                      <a:pt x="13058" y="18579"/>
                    </a:lnTo>
                    <a:lnTo>
                      <a:pt x="13352" y="18382"/>
                    </a:lnTo>
                    <a:lnTo>
                      <a:pt x="13745" y="18251"/>
                    </a:lnTo>
                    <a:lnTo>
                      <a:pt x="13941" y="18251"/>
                    </a:lnTo>
                    <a:lnTo>
                      <a:pt x="14039" y="18120"/>
                    </a:lnTo>
                    <a:lnTo>
                      <a:pt x="14334" y="17857"/>
                    </a:lnTo>
                    <a:lnTo>
                      <a:pt x="15610" y="17004"/>
                    </a:lnTo>
                    <a:lnTo>
                      <a:pt x="15807" y="16938"/>
                    </a:lnTo>
                    <a:lnTo>
                      <a:pt x="15905" y="17004"/>
                    </a:lnTo>
                    <a:lnTo>
                      <a:pt x="16003" y="16938"/>
                    </a:lnTo>
                    <a:lnTo>
                      <a:pt x="16003" y="16807"/>
                    </a:lnTo>
                    <a:lnTo>
                      <a:pt x="16101" y="16741"/>
                    </a:lnTo>
                    <a:lnTo>
                      <a:pt x="16199" y="16610"/>
                    </a:lnTo>
                    <a:lnTo>
                      <a:pt x="16199" y="16544"/>
                    </a:lnTo>
                    <a:lnTo>
                      <a:pt x="16494" y="16347"/>
                    </a:lnTo>
                    <a:lnTo>
                      <a:pt x="16592" y="16347"/>
                    </a:lnTo>
                    <a:lnTo>
                      <a:pt x="16690" y="16413"/>
                    </a:lnTo>
                    <a:lnTo>
                      <a:pt x="16789" y="16544"/>
                    </a:lnTo>
                    <a:lnTo>
                      <a:pt x="17083" y="16544"/>
                    </a:lnTo>
                    <a:lnTo>
                      <a:pt x="17083" y="16413"/>
                    </a:lnTo>
                    <a:lnTo>
                      <a:pt x="17181" y="16347"/>
                    </a:lnTo>
                    <a:lnTo>
                      <a:pt x="17574" y="16347"/>
                    </a:lnTo>
                    <a:lnTo>
                      <a:pt x="17672" y="16282"/>
                    </a:lnTo>
                    <a:lnTo>
                      <a:pt x="17869" y="16216"/>
                    </a:lnTo>
                    <a:lnTo>
                      <a:pt x="17967" y="16085"/>
                    </a:lnTo>
                    <a:lnTo>
                      <a:pt x="18163" y="16019"/>
                    </a:lnTo>
                    <a:lnTo>
                      <a:pt x="18359" y="15888"/>
                    </a:lnTo>
                    <a:lnTo>
                      <a:pt x="18654" y="15756"/>
                    </a:lnTo>
                    <a:lnTo>
                      <a:pt x="18850" y="15691"/>
                    </a:lnTo>
                    <a:lnTo>
                      <a:pt x="18949" y="15625"/>
                    </a:lnTo>
                    <a:lnTo>
                      <a:pt x="19145" y="15559"/>
                    </a:lnTo>
                    <a:lnTo>
                      <a:pt x="19145" y="15428"/>
                    </a:lnTo>
                    <a:lnTo>
                      <a:pt x="18949" y="15297"/>
                    </a:lnTo>
                    <a:lnTo>
                      <a:pt x="18752" y="15231"/>
                    </a:lnTo>
                    <a:lnTo>
                      <a:pt x="17770" y="15231"/>
                    </a:lnTo>
                    <a:lnTo>
                      <a:pt x="17770" y="15297"/>
                    </a:lnTo>
                    <a:lnTo>
                      <a:pt x="17574" y="15428"/>
                    </a:lnTo>
                    <a:lnTo>
                      <a:pt x="17378" y="15494"/>
                    </a:lnTo>
                    <a:lnTo>
                      <a:pt x="17083" y="15559"/>
                    </a:lnTo>
                    <a:lnTo>
                      <a:pt x="16690" y="15559"/>
                    </a:lnTo>
                    <a:lnTo>
                      <a:pt x="16592" y="15494"/>
                    </a:lnTo>
                    <a:lnTo>
                      <a:pt x="16396" y="15494"/>
                    </a:lnTo>
                    <a:lnTo>
                      <a:pt x="16396" y="15297"/>
                    </a:lnTo>
                    <a:lnTo>
                      <a:pt x="16690" y="15297"/>
                    </a:lnTo>
                    <a:lnTo>
                      <a:pt x="16887" y="15362"/>
                    </a:lnTo>
                    <a:lnTo>
                      <a:pt x="17083" y="15362"/>
                    </a:lnTo>
                    <a:lnTo>
                      <a:pt x="17574" y="15165"/>
                    </a:lnTo>
                    <a:lnTo>
                      <a:pt x="17869" y="14772"/>
                    </a:lnTo>
                    <a:lnTo>
                      <a:pt x="17476" y="14706"/>
                    </a:lnTo>
                    <a:lnTo>
                      <a:pt x="17574" y="14706"/>
                    </a:lnTo>
                    <a:lnTo>
                      <a:pt x="17770" y="14575"/>
                    </a:lnTo>
                    <a:lnTo>
                      <a:pt x="17770" y="14509"/>
                    </a:lnTo>
                    <a:lnTo>
                      <a:pt x="17672" y="14378"/>
                    </a:lnTo>
                    <a:lnTo>
                      <a:pt x="17574" y="14378"/>
                    </a:lnTo>
                    <a:lnTo>
                      <a:pt x="17476" y="14312"/>
                    </a:lnTo>
                    <a:lnTo>
                      <a:pt x="17476" y="14115"/>
                    </a:lnTo>
                    <a:lnTo>
                      <a:pt x="17574" y="14115"/>
                    </a:lnTo>
                    <a:lnTo>
                      <a:pt x="17770" y="14049"/>
                    </a:lnTo>
                    <a:lnTo>
                      <a:pt x="17967" y="14049"/>
                    </a:lnTo>
                    <a:lnTo>
                      <a:pt x="17967" y="14115"/>
                    </a:lnTo>
                    <a:lnTo>
                      <a:pt x="18065" y="14181"/>
                    </a:lnTo>
                    <a:lnTo>
                      <a:pt x="18163" y="14312"/>
                    </a:lnTo>
                    <a:lnTo>
                      <a:pt x="18359" y="14706"/>
                    </a:lnTo>
                    <a:lnTo>
                      <a:pt x="18556" y="14837"/>
                    </a:lnTo>
                    <a:lnTo>
                      <a:pt x="18556" y="14968"/>
                    </a:lnTo>
                    <a:lnTo>
                      <a:pt x="18654" y="14968"/>
                    </a:lnTo>
                    <a:lnTo>
                      <a:pt x="19439" y="15034"/>
                    </a:lnTo>
                    <a:lnTo>
                      <a:pt x="19341" y="14246"/>
                    </a:lnTo>
                    <a:lnTo>
                      <a:pt x="19341" y="14181"/>
                    </a:lnTo>
                    <a:lnTo>
                      <a:pt x="19243" y="14049"/>
                    </a:lnTo>
                    <a:lnTo>
                      <a:pt x="18752" y="13721"/>
                    </a:lnTo>
                    <a:lnTo>
                      <a:pt x="18654" y="13590"/>
                    </a:lnTo>
                    <a:lnTo>
                      <a:pt x="18654" y="13524"/>
                    </a:lnTo>
                    <a:lnTo>
                      <a:pt x="18949" y="13524"/>
                    </a:lnTo>
                    <a:lnTo>
                      <a:pt x="18949" y="12933"/>
                    </a:lnTo>
                    <a:lnTo>
                      <a:pt x="18850" y="12933"/>
                    </a:lnTo>
                    <a:lnTo>
                      <a:pt x="18850" y="12868"/>
                    </a:lnTo>
                    <a:lnTo>
                      <a:pt x="18752" y="12736"/>
                    </a:lnTo>
                    <a:lnTo>
                      <a:pt x="18752" y="12605"/>
                    </a:lnTo>
                    <a:lnTo>
                      <a:pt x="18949" y="12605"/>
                    </a:lnTo>
                    <a:lnTo>
                      <a:pt x="19243" y="12539"/>
                    </a:lnTo>
                    <a:lnTo>
                      <a:pt x="19439" y="12539"/>
                    </a:lnTo>
                    <a:lnTo>
                      <a:pt x="19734" y="12342"/>
                    </a:lnTo>
                    <a:lnTo>
                      <a:pt x="19734" y="12145"/>
                    </a:lnTo>
                    <a:lnTo>
                      <a:pt x="20127" y="11948"/>
                    </a:lnTo>
                    <a:lnTo>
                      <a:pt x="20618" y="11489"/>
                    </a:lnTo>
                    <a:lnTo>
                      <a:pt x="20912" y="11161"/>
                    </a:lnTo>
                    <a:lnTo>
                      <a:pt x="20814" y="11029"/>
                    </a:lnTo>
                    <a:lnTo>
                      <a:pt x="20814" y="10898"/>
                    </a:lnTo>
                    <a:lnTo>
                      <a:pt x="20716" y="10767"/>
                    </a:lnTo>
                    <a:lnTo>
                      <a:pt x="20519" y="10635"/>
                    </a:lnTo>
                    <a:lnTo>
                      <a:pt x="20323" y="10635"/>
                    </a:lnTo>
                    <a:lnTo>
                      <a:pt x="20323" y="10504"/>
                    </a:lnTo>
                    <a:lnTo>
                      <a:pt x="20225" y="10373"/>
                    </a:lnTo>
                    <a:lnTo>
                      <a:pt x="20225" y="10307"/>
                    </a:lnTo>
                    <a:lnTo>
                      <a:pt x="19930" y="10110"/>
                    </a:lnTo>
                    <a:lnTo>
                      <a:pt x="19341" y="10110"/>
                    </a:lnTo>
                    <a:lnTo>
                      <a:pt x="19047" y="10176"/>
                    </a:lnTo>
                    <a:lnTo>
                      <a:pt x="18752" y="10176"/>
                    </a:lnTo>
                    <a:lnTo>
                      <a:pt x="18752" y="9060"/>
                    </a:lnTo>
                    <a:lnTo>
                      <a:pt x="18654" y="8928"/>
                    </a:lnTo>
                    <a:lnTo>
                      <a:pt x="18654" y="8863"/>
                    </a:lnTo>
                    <a:lnTo>
                      <a:pt x="18556" y="8797"/>
                    </a:lnTo>
                    <a:lnTo>
                      <a:pt x="18359" y="8731"/>
                    </a:lnTo>
                    <a:lnTo>
                      <a:pt x="18261" y="8666"/>
                    </a:lnTo>
                    <a:lnTo>
                      <a:pt x="18163" y="8534"/>
                    </a:lnTo>
                    <a:lnTo>
                      <a:pt x="18163" y="8469"/>
                    </a:lnTo>
                    <a:lnTo>
                      <a:pt x="18359" y="8403"/>
                    </a:lnTo>
                    <a:lnTo>
                      <a:pt x="18359" y="8337"/>
                    </a:lnTo>
                    <a:lnTo>
                      <a:pt x="18458" y="8206"/>
                    </a:lnTo>
                    <a:lnTo>
                      <a:pt x="18556" y="7944"/>
                    </a:lnTo>
                    <a:lnTo>
                      <a:pt x="18654" y="7550"/>
                    </a:lnTo>
                    <a:lnTo>
                      <a:pt x="18654" y="6893"/>
                    </a:lnTo>
                    <a:lnTo>
                      <a:pt x="18556" y="6171"/>
                    </a:lnTo>
                    <a:lnTo>
                      <a:pt x="18556" y="6105"/>
                    </a:lnTo>
                    <a:lnTo>
                      <a:pt x="18654" y="6040"/>
                    </a:lnTo>
                    <a:lnTo>
                      <a:pt x="18654" y="5908"/>
                    </a:lnTo>
                    <a:lnTo>
                      <a:pt x="18752" y="5777"/>
                    </a:lnTo>
                    <a:lnTo>
                      <a:pt x="18850" y="5711"/>
                    </a:lnTo>
                    <a:lnTo>
                      <a:pt x="19047" y="5646"/>
                    </a:lnTo>
                    <a:lnTo>
                      <a:pt x="19243" y="5646"/>
                    </a:lnTo>
                    <a:lnTo>
                      <a:pt x="19341" y="5711"/>
                    </a:lnTo>
                    <a:lnTo>
                      <a:pt x="19734" y="5711"/>
                    </a:lnTo>
                    <a:lnTo>
                      <a:pt x="19930" y="5580"/>
                    </a:lnTo>
                    <a:lnTo>
                      <a:pt x="20029" y="5449"/>
                    </a:lnTo>
                    <a:lnTo>
                      <a:pt x="20029" y="4792"/>
                    </a:lnTo>
                    <a:lnTo>
                      <a:pt x="20225" y="4727"/>
                    </a:lnTo>
                    <a:lnTo>
                      <a:pt x="20323" y="4595"/>
                    </a:lnTo>
                    <a:lnTo>
                      <a:pt x="20421" y="4530"/>
                    </a:lnTo>
                    <a:lnTo>
                      <a:pt x="19930" y="4530"/>
                    </a:lnTo>
                    <a:lnTo>
                      <a:pt x="19734" y="4595"/>
                    </a:lnTo>
                    <a:lnTo>
                      <a:pt x="19538" y="4595"/>
                    </a:lnTo>
                    <a:lnTo>
                      <a:pt x="19439" y="4530"/>
                    </a:lnTo>
                    <a:lnTo>
                      <a:pt x="19538" y="4464"/>
                    </a:lnTo>
                    <a:lnTo>
                      <a:pt x="19832" y="4398"/>
                    </a:lnTo>
                    <a:lnTo>
                      <a:pt x="20127" y="4267"/>
                    </a:lnTo>
                    <a:lnTo>
                      <a:pt x="20421" y="4201"/>
                    </a:lnTo>
                    <a:lnTo>
                      <a:pt x="20716" y="4070"/>
                    </a:lnTo>
                    <a:lnTo>
                      <a:pt x="20912" y="3939"/>
                    </a:lnTo>
                    <a:lnTo>
                      <a:pt x="21305" y="3545"/>
                    </a:lnTo>
                    <a:lnTo>
                      <a:pt x="21403" y="3348"/>
                    </a:lnTo>
                    <a:lnTo>
                      <a:pt x="21403" y="2823"/>
                    </a:lnTo>
                    <a:lnTo>
                      <a:pt x="21599" y="2757"/>
                    </a:lnTo>
                    <a:lnTo>
                      <a:pt x="20716" y="2363"/>
                    </a:lnTo>
                    <a:lnTo>
                      <a:pt x="20716" y="2494"/>
                    </a:lnTo>
                    <a:lnTo>
                      <a:pt x="20421" y="2691"/>
                    </a:lnTo>
                    <a:lnTo>
                      <a:pt x="20323" y="2560"/>
                    </a:lnTo>
                    <a:lnTo>
                      <a:pt x="20127" y="2429"/>
                    </a:lnTo>
                    <a:lnTo>
                      <a:pt x="20029" y="2429"/>
                    </a:lnTo>
                    <a:lnTo>
                      <a:pt x="19930" y="2494"/>
                    </a:lnTo>
                    <a:lnTo>
                      <a:pt x="19930" y="2691"/>
                    </a:lnTo>
                    <a:lnTo>
                      <a:pt x="20127" y="2823"/>
                    </a:lnTo>
                    <a:lnTo>
                      <a:pt x="20127" y="2888"/>
                    </a:lnTo>
                    <a:lnTo>
                      <a:pt x="20029" y="3020"/>
                    </a:lnTo>
                    <a:lnTo>
                      <a:pt x="19930" y="3217"/>
                    </a:lnTo>
                    <a:lnTo>
                      <a:pt x="19538" y="3545"/>
                    </a:lnTo>
                    <a:lnTo>
                      <a:pt x="18949" y="3873"/>
                    </a:lnTo>
                    <a:lnTo>
                      <a:pt x="18261" y="4201"/>
                    </a:lnTo>
                    <a:lnTo>
                      <a:pt x="17770" y="4464"/>
                    </a:lnTo>
                    <a:lnTo>
                      <a:pt x="17378" y="4595"/>
                    </a:lnTo>
                    <a:lnTo>
                      <a:pt x="17476" y="4530"/>
                    </a:lnTo>
                    <a:lnTo>
                      <a:pt x="17770" y="4267"/>
                    </a:lnTo>
                    <a:lnTo>
                      <a:pt x="18556" y="3610"/>
                    </a:lnTo>
                    <a:lnTo>
                      <a:pt x="18752" y="3282"/>
                    </a:lnTo>
                    <a:lnTo>
                      <a:pt x="19047" y="2888"/>
                    </a:lnTo>
                    <a:lnTo>
                      <a:pt x="19538" y="2166"/>
                    </a:lnTo>
                    <a:lnTo>
                      <a:pt x="19439" y="2100"/>
                    </a:lnTo>
                    <a:lnTo>
                      <a:pt x="19341" y="2100"/>
                    </a:lnTo>
                    <a:lnTo>
                      <a:pt x="19145" y="2035"/>
                    </a:lnTo>
                    <a:lnTo>
                      <a:pt x="18949" y="2100"/>
                    </a:lnTo>
                    <a:lnTo>
                      <a:pt x="18752" y="2100"/>
                    </a:lnTo>
                    <a:lnTo>
                      <a:pt x="18458" y="2232"/>
                    </a:lnTo>
                    <a:lnTo>
                      <a:pt x="18458" y="2297"/>
                    </a:lnTo>
                    <a:lnTo>
                      <a:pt x="17967" y="2626"/>
                    </a:lnTo>
                    <a:lnTo>
                      <a:pt x="17574" y="2757"/>
                    </a:lnTo>
                    <a:lnTo>
                      <a:pt x="17476" y="2823"/>
                    </a:lnTo>
                    <a:lnTo>
                      <a:pt x="17476" y="2626"/>
                    </a:lnTo>
                    <a:lnTo>
                      <a:pt x="17672" y="2560"/>
                    </a:lnTo>
                    <a:lnTo>
                      <a:pt x="17869" y="2429"/>
                    </a:lnTo>
                    <a:lnTo>
                      <a:pt x="18065" y="2232"/>
                    </a:lnTo>
                    <a:lnTo>
                      <a:pt x="17869" y="1969"/>
                    </a:lnTo>
                    <a:lnTo>
                      <a:pt x="17279" y="1969"/>
                    </a:lnTo>
                    <a:lnTo>
                      <a:pt x="16690" y="2100"/>
                    </a:lnTo>
                    <a:lnTo>
                      <a:pt x="16199" y="2363"/>
                    </a:lnTo>
                    <a:lnTo>
                      <a:pt x="16003" y="2560"/>
                    </a:lnTo>
                    <a:lnTo>
                      <a:pt x="16003" y="2363"/>
                    </a:lnTo>
                    <a:lnTo>
                      <a:pt x="16101" y="2232"/>
                    </a:lnTo>
                    <a:lnTo>
                      <a:pt x="16101" y="2100"/>
                    </a:lnTo>
                    <a:lnTo>
                      <a:pt x="16690" y="1903"/>
                    </a:lnTo>
                    <a:lnTo>
                      <a:pt x="16985" y="1838"/>
                    </a:lnTo>
                    <a:lnTo>
                      <a:pt x="17279" y="1838"/>
                    </a:lnTo>
                    <a:lnTo>
                      <a:pt x="17574" y="1772"/>
                    </a:lnTo>
                    <a:lnTo>
                      <a:pt x="17770" y="1772"/>
                    </a:lnTo>
                    <a:lnTo>
                      <a:pt x="17770" y="1706"/>
                    </a:lnTo>
                    <a:lnTo>
                      <a:pt x="17967" y="1575"/>
                    </a:lnTo>
                    <a:lnTo>
                      <a:pt x="18065" y="1444"/>
                    </a:lnTo>
                    <a:lnTo>
                      <a:pt x="18065" y="1313"/>
                    </a:lnTo>
                    <a:lnTo>
                      <a:pt x="17967" y="1181"/>
                    </a:lnTo>
                    <a:lnTo>
                      <a:pt x="17770" y="1050"/>
                    </a:lnTo>
                    <a:lnTo>
                      <a:pt x="17574" y="984"/>
                    </a:lnTo>
                    <a:lnTo>
                      <a:pt x="17279" y="919"/>
                    </a:lnTo>
                    <a:lnTo>
                      <a:pt x="16690" y="919"/>
                    </a:lnTo>
                    <a:lnTo>
                      <a:pt x="16690" y="590"/>
                    </a:lnTo>
                    <a:lnTo>
                      <a:pt x="16396" y="590"/>
                    </a:lnTo>
                    <a:lnTo>
                      <a:pt x="16199" y="656"/>
                    </a:lnTo>
                    <a:lnTo>
                      <a:pt x="16101" y="722"/>
                    </a:lnTo>
                    <a:lnTo>
                      <a:pt x="15709" y="853"/>
                    </a:lnTo>
                    <a:lnTo>
                      <a:pt x="15414" y="853"/>
                    </a:lnTo>
                    <a:lnTo>
                      <a:pt x="15119" y="919"/>
                    </a:lnTo>
                    <a:lnTo>
                      <a:pt x="14138" y="1247"/>
                    </a:lnTo>
                    <a:lnTo>
                      <a:pt x="14236" y="1181"/>
                    </a:lnTo>
                    <a:lnTo>
                      <a:pt x="14629" y="984"/>
                    </a:lnTo>
                    <a:lnTo>
                      <a:pt x="15021" y="722"/>
                    </a:lnTo>
                    <a:lnTo>
                      <a:pt x="15414" y="525"/>
                    </a:lnTo>
                    <a:lnTo>
                      <a:pt x="15807" y="459"/>
                    </a:lnTo>
                    <a:lnTo>
                      <a:pt x="15807" y="393"/>
                    </a:lnTo>
                    <a:lnTo>
                      <a:pt x="15905" y="328"/>
                    </a:lnTo>
                    <a:lnTo>
                      <a:pt x="15807" y="262"/>
                    </a:lnTo>
                    <a:lnTo>
                      <a:pt x="15807" y="196"/>
                    </a:lnTo>
                    <a:lnTo>
                      <a:pt x="15610" y="131"/>
                    </a:lnTo>
                    <a:lnTo>
                      <a:pt x="15316" y="65"/>
                    </a:lnTo>
                    <a:lnTo>
                      <a:pt x="14629" y="65"/>
                    </a:lnTo>
                    <a:lnTo>
                      <a:pt x="13647" y="0"/>
                    </a:lnTo>
                    <a:lnTo>
                      <a:pt x="12665" y="131"/>
                    </a:lnTo>
                    <a:lnTo>
                      <a:pt x="11781" y="393"/>
                    </a:lnTo>
                    <a:lnTo>
                      <a:pt x="10407" y="984"/>
                    </a:lnTo>
                    <a:lnTo>
                      <a:pt x="10505" y="1050"/>
                    </a:lnTo>
                    <a:lnTo>
                      <a:pt x="10701" y="1116"/>
                    </a:lnTo>
                    <a:lnTo>
                      <a:pt x="10800" y="1247"/>
                    </a:lnTo>
                    <a:lnTo>
                      <a:pt x="10996" y="1378"/>
                    </a:lnTo>
                    <a:lnTo>
                      <a:pt x="11094" y="1575"/>
                    </a:lnTo>
                    <a:lnTo>
                      <a:pt x="11192" y="1838"/>
                    </a:lnTo>
                    <a:lnTo>
                      <a:pt x="10112" y="1247"/>
                    </a:lnTo>
                    <a:lnTo>
                      <a:pt x="9621" y="1313"/>
                    </a:lnTo>
                    <a:lnTo>
                      <a:pt x="9916" y="2035"/>
                    </a:lnTo>
                    <a:lnTo>
                      <a:pt x="9130" y="1575"/>
                    </a:lnTo>
                    <a:lnTo>
                      <a:pt x="8149" y="1772"/>
                    </a:lnTo>
                    <a:lnTo>
                      <a:pt x="8050" y="1772"/>
                    </a:lnTo>
                    <a:lnTo>
                      <a:pt x="8050" y="1838"/>
                    </a:lnTo>
                    <a:lnTo>
                      <a:pt x="7952" y="1969"/>
                    </a:lnTo>
                    <a:lnTo>
                      <a:pt x="8050" y="2166"/>
                    </a:lnTo>
                    <a:lnTo>
                      <a:pt x="8149" y="2297"/>
                    </a:lnTo>
                    <a:lnTo>
                      <a:pt x="8345" y="2494"/>
                    </a:lnTo>
                    <a:lnTo>
                      <a:pt x="7461" y="2100"/>
                    </a:lnTo>
                    <a:lnTo>
                      <a:pt x="6283" y="2297"/>
                    </a:lnTo>
                    <a:lnTo>
                      <a:pt x="5105" y="256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2" name="AutoShape 10">
                <a:extLst>
                  <a:ext uri="{FF2B5EF4-FFF2-40B4-BE49-F238E27FC236}">
                    <a16:creationId xmlns:a16="http://schemas.microsoft.com/office/drawing/2014/main" id="{50B24FDA-F491-D893-F043-B97944AF5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278" y="1740125"/>
                <a:ext cx="560951" cy="328257"/>
              </a:xfrm>
              <a:custGeom>
                <a:avLst/>
                <a:gdLst>
                  <a:gd name="T0" fmla="*/ 280476 w 21600"/>
                  <a:gd name="T1" fmla="*/ 164129 h 21600"/>
                  <a:gd name="T2" fmla="*/ 280476 w 21600"/>
                  <a:gd name="T3" fmla="*/ 164129 h 21600"/>
                  <a:gd name="T4" fmla="*/ 280476 w 21600"/>
                  <a:gd name="T5" fmla="*/ 164129 h 21600"/>
                  <a:gd name="T6" fmla="*/ 280476 w 21600"/>
                  <a:gd name="T7" fmla="*/ 1641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928" y="16200"/>
                    </a:moveTo>
                    <a:lnTo>
                      <a:pt x="21152" y="15851"/>
                    </a:lnTo>
                    <a:lnTo>
                      <a:pt x="21152" y="15503"/>
                    </a:lnTo>
                    <a:lnTo>
                      <a:pt x="21264" y="15503"/>
                    </a:lnTo>
                    <a:lnTo>
                      <a:pt x="21376" y="15154"/>
                    </a:lnTo>
                    <a:lnTo>
                      <a:pt x="21376" y="14980"/>
                    </a:lnTo>
                    <a:lnTo>
                      <a:pt x="21488" y="14980"/>
                    </a:lnTo>
                    <a:lnTo>
                      <a:pt x="21488" y="14806"/>
                    </a:lnTo>
                    <a:lnTo>
                      <a:pt x="21599" y="14632"/>
                    </a:lnTo>
                    <a:lnTo>
                      <a:pt x="21599" y="14283"/>
                    </a:lnTo>
                    <a:lnTo>
                      <a:pt x="21488" y="14283"/>
                    </a:lnTo>
                    <a:lnTo>
                      <a:pt x="21376" y="14109"/>
                    </a:lnTo>
                    <a:lnTo>
                      <a:pt x="19921" y="14109"/>
                    </a:lnTo>
                    <a:lnTo>
                      <a:pt x="19697" y="14283"/>
                    </a:lnTo>
                    <a:lnTo>
                      <a:pt x="19473" y="14283"/>
                    </a:lnTo>
                    <a:lnTo>
                      <a:pt x="19361" y="14458"/>
                    </a:lnTo>
                    <a:lnTo>
                      <a:pt x="19137" y="14283"/>
                    </a:lnTo>
                    <a:lnTo>
                      <a:pt x="18913" y="14283"/>
                    </a:lnTo>
                    <a:lnTo>
                      <a:pt x="18802" y="14458"/>
                    </a:lnTo>
                    <a:lnTo>
                      <a:pt x="18690" y="14806"/>
                    </a:lnTo>
                    <a:lnTo>
                      <a:pt x="18690" y="15154"/>
                    </a:lnTo>
                    <a:lnTo>
                      <a:pt x="18578" y="15503"/>
                    </a:lnTo>
                    <a:lnTo>
                      <a:pt x="18578" y="16374"/>
                    </a:lnTo>
                    <a:lnTo>
                      <a:pt x="18354" y="16548"/>
                    </a:lnTo>
                    <a:lnTo>
                      <a:pt x="18242" y="16722"/>
                    </a:lnTo>
                    <a:lnTo>
                      <a:pt x="18018" y="16722"/>
                    </a:lnTo>
                    <a:lnTo>
                      <a:pt x="17570" y="17070"/>
                    </a:lnTo>
                    <a:lnTo>
                      <a:pt x="17459" y="17070"/>
                    </a:lnTo>
                    <a:lnTo>
                      <a:pt x="17235" y="17245"/>
                    </a:lnTo>
                    <a:lnTo>
                      <a:pt x="16451" y="17245"/>
                    </a:lnTo>
                    <a:lnTo>
                      <a:pt x="15892" y="17070"/>
                    </a:lnTo>
                    <a:lnTo>
                      <a:pt x="15444" y="16896"/>
                    </a:lnTo>
                    <a:lnTo>
                      <a:pt x="14996" y="16548"/>
                    </a:lnTo>
                    <a:lnTo>
                      <a:pt x="14661" y="16374"/>
                    </a:lnTo>
                    <a:lnTo>
                      <a:pt x="14661" y="16200"/>
                    </a:lnTo>
                    <a:lnTo>
                      <a:pt x="14549" y="16200"/>
                    </a:lnTo>
                    <a:lnTo>
                      <a:pt x="14437" y="16025"/>
                    </a:lnTo>
                    <a:lnTo>
                      <a:pt x="14325" y="15677"/>
                    </a:lnTo>
                    <a:lnTo>
                      <a:pt x="14325" y="15329"/>
                    </a:lnTo>
                    <a:lnTo>
                      <a:pt x="14213" y="14980"/>
                    </a:lnTo>
                    <a:lnTo>
                      <a:pt x="14213" y="14109"/>
                    </a:lnTo>
                    <a:lnTo>
                      <a:pt x="13989" y="13238"/>
                    </a:lnTo>
                    <a:lnTo>
                      <a:pt x="13653" y="12367"/>
                    </a:lnTo>
                    <a:lnTo>
                      <a:pt x="13653" y="11496"/>
                    </a:lnTo>
                    <a:lnTo>
                      <a:pt x="13541" y="10974"/>
                    </a:lnTo>
                    <a:lnTo>
                      <a:pt x="13541" y="10625"/>
                    </a:lnTo>
                    <a:lnTo>
                      <a:pt x="13653" y="10103"/>
                    </a:lnTo>
                    <a:lnTo>
                      <a:pt x="13653" y="9754"/>
                    </a:lnTo>
                    <a:lnTo>
                      <a:pt x="13541" y="8361"/>
                    </a:lnTo>
                    <a:lnTo>
                      <a:pt x="13430" y="8361"/>
                    </a:lnTo>
                    <a:lnTo>
                      <a:pt x="12982" y="7838"/>
                    </a:lnTo>
                    <a:lnTo>
                      <a:pt x="12422" y="6967"/>
                    </a:lnTo>
                    <a:lnTo>
                      <a:pt x="11751" y="5574"/>
                    </a:lnTo>
                    <a:lnTo>
                      <a:pt x="11639" y="5399"/>
                    </a:lnTo>
                    <a:lnTo>
                      <a:pt x="11527" y="5051"/>
                    </a:lnTo>
                    <a:lnTo>
                      <a:pt x="11303" y="4877"/>
                    </a:lnTo>
                    <a:lnTo>
                      <a:pt x="11079" y="4529"/>
                    </a:lnTo>
                    <a:lnTo>
                      <a:pt x="10855" y="4354"/>
                    </a:lnTo>
                    <a:lnTo>
                      <a:pt x="10632" y="4354"/>
                    </a:lnTo>
                    <a:lnTo>
                      <a:pt x="10520" y="4529"/>
                    </a:lnTo>
                    <a:lnTo>
                      <a:pt x="10408" y="4529"/>
                    </a:lnTo>
                    <a:lnTo>
                      <a:pt x="10296" y="4703"/>
                    </a:lnTo>
                    <a:lnTo>
                      <a:pt x="9736" y="4703"/>
                    </a:lnTo>
                    <a:lnTo>
                      <a:pt x="9401" y="4354"/>
                    </a:lnTo>
                    <a:lnTo>
                      <a:pt x="9177" y="4180"/>
                    </a:lnTo>
                    <a:lnTo>
                      <a:pt x="8729" y="3658"/>
                    </a:lnTo>
                    <a:lnTo>
                      <a:pt x="8281" y="2612"/>
                    </a:lnTo>
                    <a:lnTo>
                      <a:pt x="8058" y="1219"/>
                    </a:lnTo>
                    <a:lnTo>
                      <a:pt x="7946" y="1045"/>
                    </a:lnTo>
                    <a:lnTo>
                      <a:pt x="7834" y="1045"/>
                    </a:lnTo>
                    <a:lnTo>
                      <a:pt x="7610" y="870"/>
                    </a:lnTo>
                    <a:lnTo>
                      <a:pt x="6715" y="870"/>
                    </a:lnTo>
                    <a:lnTo>
                      <a:pt x="6491" y="1219"/>
                    </a:lnTo>
                    <a:lnTo>
                      <a:pt x="6267" y="1393"/>
                    </a:lnTo>
                    <a:lnTo>
                      <a:pt x="5595" y="1741"/>
                    </a:lnTo>
                    <a:lnTo>
                      <a:pt x="4364" y="1741"/>
                    </a:lnTo>
                    <a:lnTo>
                      <a:pt x="3805" y="1567"/>
                    </a:lnTo>
                    <a:lnTo>
                      <a:pt x="3021" y="1219"/>
                    </a:lnTo>
                    <a:lnTo>
                      <a:pt x="2350" y="870"/>
                    </a:lnTo>
                    <a:lnTo>
                      <a:pt x="1790" y="348"/>
                    </a:lnTo>
                    <a:lnTo>
                      <a:pt x="1678" y="174"/>
                    </a:lnTo>
                    <a:lnTo>
                      <a:pt x="1454" y="0"/>
                    </a:lnTo>
                    <a:lnTo>
                      <a:pt x="783" y="174"/>
                    </a:lnTo>
                    <a:lnTo>
                      <a:pt x="0" y="870"/>
                    </a:lnTo>
                    <a:lnTo>
                      <a:pt x="335" y="1916"/>
                    </a:lnTo>
                    <a:lnTo>
                      <a:pt x="671" y="3135"/>
                    </a:lnTo>
                    <a:lnTo>
                      <a:pt x="1007" y="4180"/>
                    </a:lnTo>
                    <a:lnTo>
                      <a:pt x="1231" y="5051"/>
                    </a:lnTo>
                    <a:lnTo>
                      <a:pt x="1343" y="5399"/>
                    </a:lnTo>
                    <a:lnTo>
                      <a:pt x="1678" y="6967"/>
                    </a:lnTo>
                    <a:lnTo>
                      <a:pt x="1790" y="7141"/>
                    </a:lnTo>
                    <a:lnTo>
                      <a:pt x="1902" y="7141"/>
                    </a:lnTo>
                    <a:lnTo>
                      <a:pt x="2126" y="7316"/>
                    </a:lnTo>
                    <a:lnTo>
                      <a:pt x="2462" y="7664"/>
                    </a:lnTo>
                    <a:lnTo>
                      <a:pt x="2686" y="8012"/>
                    </a:lnTo>
                    <a:lnTo>
                      <a:pt x="2909" y="8535"/>
                    </a:lnTo>
                    <a:lnTo>
                      <a:pt x="3133" y="9232"/>
                    </a:lnTo>
                    <a:lnTo>
                      <a:pt x="3245" y="9406"/>
                    </a:lnTo>
                    <a:lnTo>
                      <a:pt x="3469" y="10277"/>
                    </a:lnTo>
                    <a:lnTo>
                      <a:pt x="3805" y="11148"/>
                    </a:lnTo>
                    <a:lnTo>
                      <a:pt x="4700" y="12541"/>
                    </a:lnTo>
                    <a:lnTo>
                      <a:pt x="5148" y="12890"/>
                    </a:lnTo>
                    <a:lnTo>
                      <a:pt x="5483" y="12890"/>
                    </a:lnTo>
                    <a:lnTo>
                      <a:pt x="5483" y="12541"/>
                    </a:lnTo>
                    <a:lnTo>
                      <a:pt x="5260" y="12193"/>
                    </a:lnTo>
                    <a:lnTo>
                      <a:pt x="5036" y="11670"/>
                    </a:lnTo>
                    <a:lnTo>
                      <a:pt x="4812" y="10974"/>
                    </a:lnTo>
                    <a:lnTo>
                      <a:pt x="4588" y="10451"/>
                    </a:lnTo>
                    <a:lnTo>
                      <a:pt x="4476" y="10103"/>
                    </a:lnTo>
                    <a:lnTo>
                      <a:pt x="4140" y="9406"/>
                    </a:lnTo>
                    <a:lnTo>
                      <a:pt x="3805" y="8187"/>
                    </a:lnTo>
                    <a:lnTo>
                      <a:pt x="3469" y="7141"/>
                    </a:lnTo>
                    <a:lnTo>
                      <a:pt x="2909" y="6270"/>
                    </a:lnTo>
                    <a:lnTo>
                      <a:pt x="2350" y="5051"/>
                    </a:lnTo>
                    <a:lnTo>
                      <a:pt x="1902" y="3658"/>
                    </a:lnTo>
                    <a:lnTo>
                      <a:pt x="1678" y="2090"/>
                    </a:lnTo>
                    <a:lnTo>
                      <a:pt x="1678" y="1393"/>
                    </a:lnTo>
                    <a:lnTo>
                      <a:pt x="1790" y="1219"/>
                    </a:lnTo>
                    <a:lnTo>
                      <a:pt x="1902" y="1219"/>
                    </a:lnTo>
                    <a:lnTo>
                      <a:pt x="2350" y="1567"/>
                    </a:lnTo>
                    <a:lnTo>
                      <a:pt x="2462" y="2090"/>
                    </a:lnTo>
                    <a:lnTo>
                      <a:pt x="3245" y="4529"/>
                    </a:lnTo>
                    <a:lnTo>
                      <a:pt x="3805" y="5748"/>
                    </a:lnTo>
                    <a:lnTo>
                      <a:pt x="4364" y="6793"/>
                    </a:lnTo>
                    <a:lnTo>
                      <a:pt x="4476" y="6793"/>
                    </a:lnTo>
                    <a:lnTo>
                      <a:pt x="4700" y="6967"/>
                    </a:lnTo>
                    <a:lnTo>
                      <a:pt x="4924" y="6967"/>
                    </a:lnTo>
                    <a:lnTo>
                      <a:pt x="5260" y="7490"/>
                    </a:lnTo>
                    <a:lnTo>
                      <a:pt x="5372" y="7838"/>
                    </a:lnTo>
                    <a:lnTo>
                      <a:pt x="5483" y="8361"/>
                    </a:lnTo>
                    <a:lnTo>
                      <a:pt x="5595" y="8535"/>
                    </a:lnTo>
                    <a:lnTo>
                      <a:pt x="5931" y="9232"/>
                    </a:lnTo>
                    <a:lnTo>
                      <a:pt x="6491" y="10103"/>
                    </a:lnTo>
                    <a:lnTo>
                      <a:pt x="6938" y="10974"/>
                    </a:lnTo>
                    <a:lnTo>
                      <a:pt x="7834" y="12367"/>
                    </a:lnTo>
                    <a:lnTo>
                      <a:pt x="7946" y="12890"/>
                    </a:lnTo>
                    <a:lnTo>
                      <a:pt x="8058" y="13935"/>
                    </a:lnTo>
                    <a:lnTo>
                      <a:pt x="8281" y="15329"/>
                    </a:lnTo>
                    <a:lnTo>
                      <a:pt x="8281" y="17245"/>
                    </a:lnTo>
                    <a:lnTo>
                      <a:pt x="8393" y="17245"/>
                    </a:lnTo>
                    <a:lnTo>
                      <a:pt x="8617" y="17419"/>
                    </a:lnTo>
                    <a:lnTo>
                      <a:pt x="8953" y="17593"/>
                    </a:lnTo>
                    <a:lnTo>
                      <a:pt x="9512" y="17767"/>
                    </a:lnTo>
                    <a:lnTo>
                      <a:pt x="9736" y="17767"/>
                    </a:lnTo>
                    <a:lnTo>
                      <a:pt x="10408" y="18116"/>
                    </a:lnTo>
                    <a:lnTo>
                      <a:pt x="11079" y="18812"/>
                    </a:lnTo>
                    <a:lnTo>
                      <a:pt x="11639" y="19509"/>
                    </a:lnTo>
                    <a:lnTo>
                      <a:pt x="12646" y="19509"/>
                    </a:lnTo>
                    <a:lnTo>
                      <a:pt x="12870" y="19683"/>
                    </a:lnTo>
                    <a:lnTo>
                      <a:pt x="13430" y="20032"/>
                    </a:lnTo>
                    <a:lnTo>
                      <a:pt x="14213" y="20554"/>
                    </a:lnTo>
                    <a:lnTo>
                      <a:pt x="15220" y="20903"/>
                    </a:lnTo>
                    <a:lnTo>
                      <a:pt x="17235" y="20903"/>
                    </a:lnTo>
                    <a:lnTo>
                      <a:pt x="17347" y="21077"/>
                    </a:lnTo>
                    <a:lnTo>
                      <a:pt x="17570" y="21251"/>
                    </a:lnTo>
                    <a:lnTo>
                      <a:pt x="17570" y="21600"/>
                    </a:lnTo>
                    <a:lnTo>
                      <a:pt x="17682" y="21600"/>
                    </a:lnTo>
                    <a:lnTo>
                      <a:pt x="17682" y="21251"/>
                    </a:lnTo>
                    <a:lnTo>
                      <a:pt x="17794" y="21077"/>
                    </a:lnTo>
                    <a:lnTo>
                      <a:pt x="17906" y="20729"/>
                    </a:lnTo>
                    <a:lnTo>
                      <a:pt x="18018" y="20554"/>
                    </a:lnTo>
                    <a:lnTo>
                      <a:pt x="18018" y="20032"/>
                    </a:lnTo>
                    <a:lnTo>
                      <a:pt x="17906" y="19858"/>
                    </a:lnTo>
                    <a:lnTo>
                      <a:pt x="17906" y="19335"/>
                    </a:lnTo>
                    <a:lnTo>
                      <a:pt x="19361" y="19335"/>
                    </a:lnTo>
                    <a:lnTo>
                      <a:pt x="19361" y="18464"/>
                    </a:lnTo>
                    <a:lnTo>
                      <a:pt x="18802" y="17593"/>
                    </a:lnTo>
                    <a:lnTo>
                      <a:pt x="19025" y="17593"/>
                    </a:lnTo>
                    <a:lnTo>
                      <a:pt x="19025" y="16896"/>
                    </a:lnTo>
                    <a:lnTo>
                      <a:pt x="20145" y="16896"/>
                    </a:lnTo>
                    <a:lnTo>
                      <a:pt x="20145" y="16548"/>
                    </a:lnTo>
                    <a:lnTo>
                      <a:pt x="20256" y="16548"/>
                    </a:lnTo>
                    <a:lnTo>
                      <a:pt x="20368" y="16722"/>
                    </a:lnTo>
                    <a:lnTo>
                      <a:pt x="20592" y="16374"/>
                    </a:lnTo>
                    <a:lnTo>
                      <a:pt x="20816" y="16374"/>
                    </a:lnTo>
                    <a:lnTo>
                      <a:pt x="20928" y="162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3" name="AutoShape 11">
                <a:extLst>
                  <a:ext uri="{FF2B5EF4-FFF2-40B4-BE49-F238E27FC236}">
                    <a16:creationId xmlns:a16="http://schemas.microsoft.com/office/drawing/2014/main" id="{3798C209-F1EA-7D2F-738D-9085F20D1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614" y="508243"/>
                <a:ext cx="403826" cy="422677"/>
              </a:xfrm>
              <a:custGeom>
                <a:avLst/>
                <a:gdLst>
                  <a:gd name="T0" fmla="*/ 201913 w 21600"/>
                  <a:gd name="T1" fmla="*/ 211339 h 21600"/>
                  <a:gd name="T2" fmla="*/ 201913 w 21600"/>
                  <a:gd name="T3" fmla="*/ 211339 h 21600"/>
                  <a:gd name="T4" fmla="*/ 201913 w 21600"/>
                  <a:gd name="T5" fmla="*/ 211339 h 21600"/>
                  <a:gd name="T6" fmla="*/ 201913 w 21600"/>
                  <a:gd name="T7" fmla="*/ 21133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215" y="8370"/>
                    </a:moveTo>
                    <a:lnTo>
                      <a:pt x="7148" y="8505"/>
                    </a:lnTo>
                    <a:lnTo>
                      <a:pt x="7148" y="8235"/>
                    </a:lnTo>
                    <a:lnTo>
                      <a:pt x="7303" y="8235"/>
                    </a:lnTo>
                    <a:lnTo>
                      <a:pt x="8235" y="8640"/>
                    </a:lnTo>
                    <a:lnTo>
                      <a:pt x="8546" y="8640"/>
                    </a:lnTo>
                    <a:lnTo>
                      <a:pt x="9012" y="8775"/>
                    </a:lnTo>
                    <a:lnTo>
                      <a:pt x="10411" y="9315"/>
                    </a:lnTo>
                    <a:lnTo>
                      <a:pt x="10722" y="9585"/>
                    </a:lnTo>
                    <a:lnTo>
                      <a:pt x="10722" y="9855"/>
                    </a:lnTo>
                    <a:lnTo>
                      <a:pt x="10566" y="10125"/>
                    </a:lnTo>
                    <a:lnTo>
                      <a:pt x="10566" y="9990"/>
                    </a:lnTo>
                    <a:lnTo>
                      <a:pt x="11343" y="9990"/>
                    </a:lnTo>
                    <a:lnTo>
                      <a:pt x="11499" y="10125"/>
                    </a:lnTo>
                    <a:lnTo>
                      <a:pt x="11810" y="10260"/>
                    </a:lnTo>
                    <a:lnTo>
                      <a:pt x="11810" y="10530"/>
                    </a:lnTo>
                    <a:lnTo>
                      <a:pt x="11965" y="10800"/>
                    </a:lnTo>
                    <a:lnTo>
                      <a:pt x="12120" y="11474"/>
                    </a:lnTo>
                    <a:lnTo>
                      <a:pt x="12120" y="13229"/>
                    </a:lnTo>
                    <a:lnTo>
                      <a:pt x="11654" y="14174"/>
                    </a:lnTo>
                    <a:lnTo>
                      <a:pt x="11654" y="14714"/>
                    </a:lnTo>
                    <a:lnTo>
                      <a:pt x="11343" y="15524"/>
                    </a:lnTo>
                    <a:lnTo>
                      <a:pt x="10877" y="15794"/>
                    </a:lnTo>
                    <a:lnTo>
                      <a:pt x="10877" y="15929"/>
                    </a:lnTo>
                    <a:lnTo>
                      <a:pt x="10722" y="15929"/>
                    </a:lnTo>
                    <a:lnTo>
                      <a:pt x="10566" y="16064"/>
                    </a:lnTo>
                    <a:lnTo>
                      <a:pt x="9634" y="16064"/>
                    </a:lnTo>
                    <a:lnTo>
                      <a:pt x="9634" y="15929"/>
                    </a:lnTo>
                    <a:lnTo>
                      <a:pt x="9323" y="15929"/>
                    </a:lnTo>
                    <a:lnTo>
                      <a:pt x="8702" y="16469"/>
                    </a:lnTo>
                    <a:lnTo>
                      <a:pt x="8546" y="16874"/>
                    </a:lnTo>
                    <a:lnTo>
                      <a:pt x="8546" y="17144"/>
                    </a:lnTo>
                    <a:lnTo>
                      <a:pt x="8702" y="17279"/>
                    </a:lnTo>
                    <a:lnTo>
                      <a:pt x="8857" y="17549"/>
                    </a:lnTo>
                    <a:lnTo>
                      <a:pt x="9012" y="17684"/>
                    </a:lnTo>
                    <a:lnTo>
                      <a:pt x="9479" y="17819"/>
                    </a:lnTo>
                    <a:lnTo>
                      <a:pt x="9789" y="17954"/>
                    </a:lnTo>
                    <a:lnTo>
                      <a:pt x="10566" y="17954"/>
                    </a:lnTo>
                    <a:lnTo>
                      <a:pt x="10877" y="17684"/>
                    </a:lnTo>
                    <a:lnTo>
                      <a:pt x="11188" y="17684"/>
                    </a:lnTo>
                    <a:lnTo>
                      <a:pt x="11343" y="17549"/>
                    </a:lnTo>
                    <a:lnTo>
                      <a:pt x="11343" y="17414"/>
                    </a:lnTo>
                    <a:lnTo>
                      <a:pt x="11188" y="17279"/>
                    </a:lnTo>
                    <a:lnTo>
                      <a:pt x="12587" y="18494"/>
                    </a:lnTo>
                    <a:lnTo>
                      <a:pt x="13519" y="18629"/>
                    </a:lnTo>
                    <a:lnTo>
                      <a:pt x="13519" y="19169"/>
                    </a:lnTo>
                    <a:lnTo>
                      <a:pt x="13674" y="19439"/>
                    </a:lnTo>
                    <a:lnTo>
                      <a:pt x="14296" y="19979"/>
                    </a:lnTo>
                    <a:lnTo>
                      <a:pt x="14917" y="20114"/>
                    </a:lnTo>
                    <a:lnTo>
                      <a:pt x="14917" y="20249"/>
                    </a:lnTo>
                    <a:lnTo>
                      <a:pt x="15228" y="20249"/>
                    </a:lnTo>
                    <a:lnTo>
                      <a:pt x="15539" y="20384"/>
                    </a:lnTo>
                    <a:lnTo>
                      <a:pt x="15694" y="20654"/>
                    </a:lnTo>
                    <a:lnTo>
                      <a:pt x="16005" y="20924"/>
                    </a:lnTo>
                    <a:lnTo>
                      <a:pt x="16005" y="21059"/>
                    </a:lnTo>
                    <a:lnTo>
                      <a:pt x="16161" y="21059"/>
                    </a:lnTo>
                    <a:lnTo>
                      <a:pt x="16627" y="21464"/>
                    </a:lnTo>
                    <a:lnTo>
                      <a:pt x="16938" y="21599"/>
                    </a:lnTo>
                    <a:lnTo>
                      <a:pt x="17093" y="21599"/>
                    </a:lnTo>
                    <a:lnTo>
                      <a:pt x="17248" y="21464"/>
                    </a:lnTo>
                    <a:lnTo>
                      <a:pt x="17248" y="20924"/>
                    </a:lnTo>
                    <a:lnTo>
                      <a:pt x="16782" y="20114"/>
                    </a:lnTo>
                    <a:lnTo>
                      <a:pt x="16471" y="19844"/>
                    </a:lnTo>
                    <a:lnTo>
                      <a:pt x="16316" y="19574"/>
                    </a:lnTo>
                    <a:lnTo>
                      <a:pt x="16005" y="19574"/>
                    </a:lnTo>
                    <a:lnTo>
                      <a:pt x="16005" y="19439"/>
                    </a:lnTo>
                    <a:lnTo>
                      <a:pt x="15850" y="19304"/>
                    </a:lnTo>
                    <a:lnTo>
                      <a:pt x="16005" y="19169"/>
                    </a:lnTo>
                    <a:lnTo>
                      <a:pt x="16316" y="19169"/>
                    </a:lnTo>
                    <a:lnTo>
                      <a:pt x="17248" y="19574"/>
                    </a:lnTo>
                    <a:lnTo>
                      <a:pt x="17715" y="19709"/>
                    </a:lnTo>
                    <a:lnTo>
                      <a:pt x="18336" y="20249"/>
                    </a:lnTo>
                    <a:lnTo>
                      <a:pt x="18492" y="20519"/>
                    </a:lnTo>
                    <a:lnTo>
                      <a:pt x="18647" y="20654"/>
                    </a:lnTo>
                    <a:lnTo>
                      <a:pt x="18647" y="20789"/>
                    </a:lnTo>
                    <a:lnTo>
                      <a:pt x="18802" y="20789"/>
                    </a:lnTo>
                    <a:lnTo>
                      <a:pt x="19113" y="20519"/>
                    </a:lnTo>
                    <a:lnTo>
                      <a:pt x="19113" y="20384"/>
                    </a:lnTo>
                    <a:lnTo>
                      <a:pt x="19269" y="20249"/>
                    </a:lnTo>
                    <a:lnTo>
                      <a:pt x="19269" y="19979"/>
                    </a:lnTo>
                    <a:lnTo>
                      <a:pt x="19424" y="19574"/>
                    </a:lnTo>
                    <a:lnTo>
                      <a:pt x="19424" y="19304"/>
                    </a:lnTo>
                    <a:lnTo>
                      <a:pt x="19113" y="18764"/>
                    </a:lnTo>
                    <a:lnTo>
                      <a:pt x="17870" y="17684"/>
                    </a:lnTo>
                    <a:lnTo>
                      <a:pt x="17559" y="17549"/>
                    </a:lnTo>
                    <a:lnTo>
                      <a:pt x="17404" y="17414"/>
                    </a:lnTo>
                    <a:lnTo>
                      <a:pt x="17248" y="17414"/>
                    </a:lnTo>
                    <a:lnTo>
                      <a:pt x="17093" y="17279"/>
                    </a:lnTo>
                    <a:lnTo>
                      <a:pt x="16938" y="17009"/>
                    </a:lnTo>
                    <a:lnTo>
                      <a:pt x="16938" y="16874"/>
                    </a:lnTo>
                    <a:lnTo>
                      <a:pt x="16782" y="16874"/>
                    </a:lnTo>
                    <a:lnTo>
                      <a:pt x="16471" y="16604"/>
                    </a:lnTo>
                    <a:lnTo>
                      <a:pt x="16161" y="16064"/>
                    </a:lnTo>
                    <a:lnTo>
                      <a:pt x="16161" y="15524"/>
                    </a:lnTo>
                    <a:lnTo>
                      <a:pt x="16005" y="15254"/>
                    </a:lnTo>
                    <a:lnTo>
                      <a:pt x="16005" y="14579"/>
                    </a:lnTo>
                    <a:lnTo>
                      <a:pt x="16316" y="14039"/>
                    </a:lnTo>
                    <a:lnTo>
                      <a:pt x="16627" y="14039"/>
                    </a:lnTo>
                    <a:lnTo>
                      <a:pt x="16782" y="14174"/>
                    </a:lnTo>
                    <a:lnTo>
                      <a:pt x="17093" y="14309"/>
                    </a:lnTo>
                    <a:lnTo>
                      <a:pt x="17248" y="14579"/>
                    </a:lnTo>
                    <a:lnTo>
                      <a:pt x="17248" y="14849"/>
                    </a:lnTo>
                    <a:lnTo>
                      <a:pt x="17404" y="15254"/>
                    </a:lnTo>
                    <a:lnTo>
                      <a:pt x="17404" y="15389"/>
                    </a:lnTo>
                    <a:lnTo>
                      <a:pt x="17559" y="15524"/>
                    </a:lnTo>
                    <a:lnTo>
                      <a:pt x="17715" y="15794"/>
                    </a:lnTo>
                    <a:lnTo>
                      <a:pt x="17870" y="16199"/>
                    </a:lnTo>
                    <a:lnTo>
                      <a:pt x="17870" y="16469"/>
                    </a:lnTo>
                    <a:lnTo>
                      <a:pt x="18025" y="16604"/>
                    </a:lnTo>
                    <a:lnTo>
                      <a:pt x="18025" y="16739"/>
                    </a:lnTo>
                    <a:lnTo>
                      <a:pt x="18181" y="16874"/>
                    </a:lnTo>
                    <a:lnTo>
                      <a:pt x="18492" y="16874"/>
                    </a:lnTo>
                    <a:lnTo>
                      <a:pt x="18802" y="16739"/>
                    </a:lnTo>
                    <a:lnTo>
                      <a:pt x="19113" y="16469"/>
                    </a:lnTo>
                    <a:lnTo>
                      <a:pt x="19269" y="16469"/>
                    </a:lnTo>
                    <a:lnTo>
                      <a:pt x="19579" y="16199"/>
                    </a:lnTo>
                    <a:lnTo>
                      <a:pt x="20512" y="15794"/>
                    </a:lnTo>
                    <a:lnTo>
                      <a:pt x="21133" y="15794"/>
                    </a:lnTo>
                    <a:lnTo>
                      <a:pt x="21600" y="15389"/>
                    </a:lnTo>
                    <a:lnTo>
                      <a:pt x="21289" y="14849"/>
                    </a:lnTo>
                    <a:lnTo>
                      <a:pt x="20978" y="14849"/>
                    </a:lnTo>
                    <a:lnTo>
                      <a:pt x="20823" y="14714"/>
                    </a:lnTo>
                    <a:lnTo>
                      <a:pt x="20667" y="14714"/>
                    </a:lnTo>
                    <a:lnTo>
                      <a:pt x="20667" y="14444"/>
                    </a:lnTo>
                    <a:lnTo>
                      <a:pt x="21444" y="14309"/>
                    </a:lnTo>
                    <a:lnTo>
                      <a:pt x="21444" y="14039"/>
                    </a:lnTo>
                    <a:lnTo>
                      <a:pt x="20978" y="13634"/>
                    </a:lnTo>
                    <a:lnTo>
                      <a:pt x="20978" y="13499"/>
                    </a:lnTo>
                    <a:lnTo>
                      <a:pt x="20823" y="13364"/>
                    </a:lnTo>
                    <a:lnTo>
                      <a:pt x="20356" y="13364"/>
                    </a:lnTo>
                    <a:lnTo>
                      <a:pt x="20356" y="13499"/>
                    </a:lnTo>
                    <a:lnTo>
                      <a:pt x="20046" y="13499"/>
                    </a:lnTo>
                    <a:lnTo>
                      <a:pt x="19890" y="13634"/>
                    </a:lnTo>
                    <a:lnTo>
                      <a:pt x="19735" y="13634"/>
                    </a:lnTo>
                    <a:lnTo>
                      <a:pt x="19735" y="13229"/>
                    </a:lnTo>
                    <a:lnTo>
                      <a:pt x="19579" y="13094"/>
                    </a:lnTo>
                    <a:lnTo>
                      <a:pt x="19579" y="12824"/>
                    </a:lnTo>
                    <a:lnTo>
                      <a:pt x="18958" y="12284"/>
                    </a:lnTo>
                    <a:lnTo>
                      <a:pt x="17715" y="11879"/>
                    </a:lnTo>
                    <a:lnTo>
                      <a:pt x="16782" y="11204"/>
                    </a:lnTo>
                    <a:lnTo>
                      <a:pt x="16627" y="11204"/>
                    </a:lnTo>
                    <a:lnTo>
                      <a:pt x="16471" y="11339"/>
                    </a:lnTo>
                    <a:lnTo>
                      <a:pt x="16005" y="11339"/>
                    </a:lnTo>
                    <a:lnTo>
                      <a:pt x="16005" y="10934"/>
                    </a:lnTo>
                    <a:lnTo>
                      <a:pt x="16161" y="10665"/>
                    </a:lnTo>
                    <a:lnTo>
                      <a:pt x="16161" y="10530"/>
                    </a:lnTo>
                    <a:lnTo>
                      <a:pt x="16316" y="10260"/>
                    </a:lnTo>
                    <a:lnTo>
                      <a:pt x="16161" y="10125"/>
                    </a:lnTo>
                    <a:lnTo>
                      <a:pt x="16938" y="9990"/>
                    </a:lnTo>
                    <a:lnTo>
                      <a:pt x="17093" y="9990"/>
                    </a:lnTo>
                    <a:lnTo>
                      <a:pt x="17093" y="9855"/>
                    </a:lnTo>
                    <a:lnTo>
                      <a:pt x="17248" y="9720"/>
                    </a:lnTo>
                    <a:lnTo>
                      <a:pt x="17248" y="9450"/>
                    </a:lnTo>
                    <a:lnTo>
                      <a:pt x="16938" y="9180"/>
                    </a:lnTo>
                    <a:lnTo>
                      <a:pt x="16938" y="8910"/>
                    </a:lnTo>
                    <a:lnTo>
                      <a:pt x="16782" y="8775"/>
                    </a:lnTo>
                    <a:lnTo>
                      <a:pt x="16938" y="8505"/>
                    </a:lnTo>
                    <a:lnTo>
                      <a:pt x="17093" y="8370"/>
                    </a:lnTo>
                    <a:lnTo>
                      <a:pt x="17093" y="8235"/>
                    </a:lnTo>
                    <a:lnTo>
                      <a:pt x="16938" y="8100"/>
                    </a:lnTo>
                    <a:lnTo>
                      <a:pt x="16938" y="7965"/>
                    </a:lnTo>
                    <a:lnTo>
                      <a:pt x="16627" y="7830"/>
                    </a:lnTo>
                    <a:lnTo>
                      <a:pt x="16161" y="7830"/>
                    </a:lnTo>
                    <a:lnTo>
                      <a:pt x="16161" y="7020"/>
                    </a:lnTo>
                    <a:lnTo>
                      <a:pt x="16005" y="7020"/>
                    </a:lnTo>
                    <a:lnTo>
                      <a:pt x="15850" y="6885"/>
                    </a:lnTo>
                    <a:lnTo>
                      <a:pt x="15539" y="6885"/>
                    </a:lnTo>
                    <a:lnTo>
                      <a:pt x="15228" y="6615"/>
                    </a:lnTo>
                    <a:lnTo>
                      <a:pt x="15228" y="6480"/>
                    </a:lnTo>
                    <a:lnTo>
                      <a:pt x="14917" y="6210"/>
                    </a:lnTo>
                    <a:lnTo>
                      <a:pt x="14762" y="6210"/>
                    </a:lnTo>
                    <a:lnTo>
                      <a:pt x="14451" y="6345"/>
                    </a:lnTo>
                    <a:lnTo>
                      <a:pt x="14296" y="6345"/>
                    </a:lnTo>
                    <a:lnTo>
                      <a:pt x="14141" y="6480"/>
                    </a:lnTo>
                    <a:lnTo>
                      <a:pt x="13674" y="6480"/>
                    </a:lnTo>
                    <a:lnTo>
                      <a:pt x="13674" y="6345"/>
                    </a:lnTo>
                    <a:lnTo>
                      <a:pt x="13830" y="6075"/>
                    </a:lnTo>
                    <a:lnTo>
                      <a:pt x="13830" y="5940"/>
                    </a:lnTo>
                    <a:lnTo>
                      <a:pt x="13985" y="5805"/>
                    </a:lnTo>
                    <a:lnTo>
                      <a:pt x="13985" y="5535"/>
                    </a:lnTo>
                    <a:lnTo>
                      <a:pt x="13830" y="5265"/>
                    </a:lnTo>
                    <a:lnTo>
                      <a:pt x="13674" y="5265"/>
                    </a:lnTo>
                    <a:lnTo>
                      <a:pt x="13364" y="5130"/>
                    </a:lnTo>
                    <a:lnTo>
                      <a:pt x="13208" y="5265"/>
                    </a:lnTo>
                    <a:lnTo>
                      <a:pt x="12897" y="5265"/>
                    </a:lnTo>
                    <a:lnTo>
                      <a:pt x="12742" y="5130"/>
                    </a:lnTo>
                    <a:lnTo>
                      <a:pt x="12431" y="4995"/>
                    </a:lnTo>
                    <a:lnTo>
                      <a:pt x="12120" y="4725"/>
                    </a:lnTo>
                    <a:lnTo>
                      <a:pt x="11654" y="3915"/>
                    </a:lnTo>
                    <a:lnTo>
                      <a:pt x="11188" y="3645"/>
                    </a:lnTo>
                    <a:lnTo>
                      <a:pt x="10256" y="3240"/>
                    </a:lnTo>
                    <a:lnTo>
                      <a:pt x="8857" y="3105"/>
                    </a:lnTo>
                    <a:lnTo>
                      <a:pt x="8702" y="3105"/>
                    </a:lnTo>
                    <a:lnTo>
                      <a:pt x="8391" y="3240"/>
                    </a:lnTo>
                    <a:lnTo>
                      <a:pt x="7614" y="3240"/>
                    </a:lnTo>
                    <a:lnTo>
                      <a:pt x="7458" y="2970"/>
                    </a:lnTo>
                    <a:lnTo>
                      <a:pt x="7303" y="2565"/>
                    </a:lnTo>
                    <a:lnTo>
                      <a:pt x="6060" y="2970"/>
                    </a:lnTo>
                    <a:lnTo>
                      <a:pt x="6060" y="2835"/>
                    </a:lnTo>
                    <a:lnTo>
                      <a:pt x="6215" y="2700"/>
                    </a:lnTo>
                    <a:lnTo>
                      <a:pt x="6371" y="2295"/>
                    </a:lnTo>
                    <a:lnTo>
                      <a:pt x="6371" y="1755"/>
                    </a:lnTo>
                    <a:lnTo>
                      <a:pt x="6526" y="1620"/>
                    </a:lnTo>
                    <a:lnTo>
                      <a:pt x="6526" y="1080"/>
                    </a:lnTo>
                    <a:lnTo>
                      <a:pt x="6682" y="810"/>
                    </a:lnTo>
                    <a:lnTo>
                      <a:pt x="6526" y="540"/>
                    </a:lnTo>
                    <a:lnTo>
                      <a:pt x="6215" y="270"/>
                    </a:lnTo>
                    <a:lnTo>
                      <a:pt x="5905" y="270"/>
                    </a:lnTo>
                    <a:lnTo>
                      <a:pt x="5283" y="540"/>
                    </a:lnTo>
                    <a:lnTo>
                      <a:pt x="4661" y="1080"/>
                    </a:lnTo>
                    <a:lnTo>
                      <a:pt x="4351" y="1620"/>
                    </a:lnTo>
                    <a:lnTo>
                      <a:pt x="4351" y="1890"/>
                    </a:lnTo>
                    <a:lnTo>
                      <a:pt x="4195" y="2430"/>
                    </a:lnTo>
                    <a:lnTo>
                      <a:pt x="4195" y="3105"/>
                    </a:lnTo>
                    <a:lnTo>
                      <a:pt x="4351" y="3915"/>
                    </a:lnTo>
                    <a:lnTo>
                      <a:pt x="5594" y="5265"/>
                    </a:lnTo>
                    <a:lnTo>
                      <a:pt x="5594" y="6210"/>
                    </a:lnTo>
                    <a:lnTo>
                      <a:pt x="5438" y="6210"/>
                    </a:lnTo>
                    <a:lnTo>
                      <a:pt x="4972" y="5805"/>
                    </a:lnTo>
                    <a:lnTo>
                      <a:pt x="4351" y="5130"/>
                    </a:lnTo>
                    <a:lnTo>
                      <a:pt x="3729" y="4050"/>
                    </a:lnTo>
                    <a:lnTo>
                      <a:pt x="3418" y="2565"/>
                    </a:lnTo>
                    <a:lnTo>
                      <a:pt x="3418" y="2160"/>
                    </a:lnTo>
                    <a:lnTo>
                      <a:pt x="3574" y="1350"/>
                    </a:lnTo>
                    <a:lnTo>
                      <a:pt x="4040" y="270"/>
                    </a:lnTo>
                    <a:lnTo>
                      <a:pt x="4040" y="135"/>
                    </a:lnTo>
                    <a:lnTo>
                      <a:pt x="3729" y="0"/>
                    </a:lnTo>
                    <a:lnTo>
                      <a:pt x="3107" y="0"/>
                    </a:lnTo>
                    <a:lnTo>
                      <a:pt x="2486" y="270"/>
                    </a:lnTo>
                    <a:lnTo>
                      <a:pt x="1398" y="945"/>
                    </a:lnTo>
                    <a:lnTo>
                      <a:pt x="310" y="2835"/>
                    </a:lnTo>
                    <a:lnTo>
                      <a:pt x="155" y="3780"/>
                    </a:lnTo>
                    <a:lnTo>
                      <a:pt x="155" y="3915"/>
                    </a:lnTo>
                    <a:lnTo>
                      <a:pt x="0" y="3915"/>
                    </a:lnTo>
                    <a:lnTo>
                      <a:pt x="0" y="4050"/>
                    </a:lnTo>
                    <a:lnTo>
                      <a:pt x="466" y="4860"/>
                    </a:lnTo>
                    <a:lnTo>
                      <a:pt x="1398" y="5940"/>
                    </a:lnTo>
                    <a:lnTo>
                      <a:pt x="1709" y="6615"/>
                    </a:lnTo>
                    <a:lnTo>
                      <a:pt x="1864" y="7020"/>
                    </a:lnTo>
                    <a:lnTo>
                      <a:pt x="1709" y="7290"/>
                    </a:lnTo>
                    <a:lnTo>
                      <a:pt x="2020" y="7560"/>
                    </a:lnTo>
                    <a:lnTo>
                      <a:pt x="2330" y="7290"/>
                    </a:lnTo>
                    <a:lnTo>
                      <a:pt x="2486" y="7290"/>
                    </a:lnTo>
                    <a:lnTo>
                      <a:pt x="3107" y="7560"/>
                    </a:lnTo>
                    <a:lnTo>
                      <a:pt x="3729" y="7965"/>
                    </a:lnTo>
                    <a:lnTo>
                      <a:pt x="4817" y="8235"/>
                    </a:lnTo>
                    <a:lnTo>
                      <a:pt x="6215" y="837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4" name="AutoShape 12">
                <a:extLst>
                  <a:ext uri="{FF2B5EF4-FFF2-40B4-BE49-F238E27FC236}">
                    <a16:creationId xmlns:a16="http://schemas.microsoft.com/office/drawing/2014/main" id="{085FB696-B966-07FE-9BED-D511EA09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101" y="822484"/>
                <a:ext cx="116009" cy="76717"/>
              </a:xfrm>
              <a:custGeom>
                <a:avLst/>
                <a:gdLst>
                  <a:gd name="T0" fmla="*/ 58005 w 21600"/>
                  <a:gd name="T1" fmla="*/ 38359 h 21600"/>
                  <a:gd name="T2" fmla="*/ 58005 w 21600"/>
                  <a:gd name="T3" fmla="*/ 38359 h 21600"/>
                  <a:gd name="T4" fmla="*/ 58005 w 21600"/>
                  <a:gd name="T5" fmla="*/ 38359 h 21600"/>
                  <a:gd name="T6" fmla="*/ 58005 w 21600"/>
                  <a:gd name="T7" fmla="*/ 3835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20" y="13406"/>
                    </a:moveTo>
                    <a:lnTo>
                      <a:pt x="0" y="17131"/>
                    </a:lnTo>
                    <a:lnTo>
                      <a:pt x="540" y="17131"/>
                    </a:lnTo>
                    <a:lnTo>
                      <a:pt x="1080" y="16386"/>
                    </a:lnTo>
                    <a:lnTo>
                      <a:pt x="3240" y="16386"/>
                    </a:lnTo>
                    <a:lnTo>
                      <a:pt x="4319" y="17875"/>
                    </a:lnTo>
                    <a:lnTo>
                      <a:pt x="4319" y="19365"/>
                    </a:lnTo>
                    <a:lnTo>
                      <a:pt x="5939" y="21599"/>
                    </a:lnTo>
                    <a:lnTo>
                      <a:pt x="8100" y="21599"/>
                    </a:lnTo>
                    <a:lnTo>
                      <a:pt x="9180" y="20855"/>
                    </a:lnTo>
                    <a:lnTo>
                      <a:pt x="14579" y="16386"/>
                    </a:lnTo>
                    <a:lnTo>
                      <a:pt x="19440" y="17875"/>
                    </a:lnTo>
                    <a:lnTo>
                      <a:pt x="21599" y="15641"/>
                    </a:lnTo>
                    <a:lnTo>
                      <a:pt x="21599" y="14896"/>
                    </a:lnTo>
                    <a:lnTo>
                      <a:pt x="17820" y="9682"/>
                    </a:lnTo>
                    <a:lnTo>
                      <a:pt x="16199" y="8937"/>
                    </a:lnTo>
                    <a:lnTo>
                      <a:pt x="15660" y="8193"/>
                    </a:lnTo>
                    <a:lnTo>
                      <a:pt x="14579" y="7448"/>
                    </a:lnTo>
                    <a:lnTo>
                      <a:pt x="13499" y="5958"/>
                    </a:lnTo>
                    <a:lnTo>
                      <a:pt x="10260" y="3724"/>
                    </a:lnTo>
                    <a:lnTo>
                      <a:pt x="9180" y="3724"/>
                    </a:lnTo>
                    <a:lnTo>
                      <a:pt x="8639" y="0"/>
                    </a:lnTo>
                    <a:lnTo>
                      <a:pt x="5939" y="5213"/>
                    </a:lnTo>
                    <a:lnTo>
                      <a:pt x="4860" y="5213"/>
                    </a:lnTo>
                    <a:lnTo>
                      <a:pt x="4319" y="5958"/>
                    </a:lnTo>
                    <a:lnTo>
                      <a:pt x="3240" y="6703"/>
                    </a:lnTo>
                    <a:lnTo>
                      <a:pt x="1620" y="8937"/>
                    </a:lnTo>
                    <a:lnTo>
                      <a:pt x="1620" y="1340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5" name="AutoShape 13">
                <a:extLst>
                  <a:ext uri="{FF2B5EF4-FFF2-40B4-BE49-F238E27FC236}">
                    <a16:creationId xmlns:a16="http://schemas.microsoft.com/office/drawing/2014/main" id="{F8B4D346-5688-49A2-E0CD-56C182E05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4411" y="394644"/>
                <a:ext cx="121882" cy="160810"/>
              </a:xfrm>
              <a:custGeom>
                <a:avLst/>
                <a:gdLst>
                  <a:gd name="T0" fmla="*/ 60941 w 21600"/>
                  <a:gd name="T1" fmla="*/ 80405 h 21600"/>
                  <a:gd name="T2" fmla="*/ 60941 w 21600"/>
                  <a:gd name="T3" fmla="*/ 80405 h 21600"/>
                  <a:gd name="T4" fmla="*/ 60941 w 21600"/>
                  <a:gd name="T5" fmla="*/ 80405 h 21600"/>
                  <a:gd name="T6" fmla="*/ 60941 w 21600"/>
                  <a:gd name="T7" fmla="*/ 8040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600" y="8498"/>
                    </a:moveTo>
                    <a:lnTo>
                      <a:pt x="3085" y="8144"/>
                    </a:lnTo>
                    <a:lnTo>
                      <a:pt x="514" y="8144"/>
                    </a:lnTo>
                    <a:lnTo>
                      <a:pt x="514" y="8498"/>
                    </a:lnTo>
                    <a:lnTo>
                      <a:pt x="0" y="8852"/>
                    </a:lnTo>
                    <a:lnTo>
                      <a:pt x="0" y="9914"/>
                    </a:lnTo>
                    <a:lnTo>
                      <a:pt x="514" y="10977"/>
                    </a:lnTo>
                    <a:lnTo>
                      <a:pt x="514" y="11685"/>
                    </a:lnTo>
                    <a:lnTo>
                      <a:pt x="1028" y="12393"/>
                    </a:lnTo>
                    <a:lnTo>
                      <a:pt x="1542" y="13455"/>
                    </a:lnTo>
                    <a:lnTo>
                      <a:pt x="3600" y="14872"/>
                    </a:lnTo>
                    <a:lnTo>
                      <a:pt x="5142" y="15226"/>
                    </a:lnTo>
                    <a:lnTo>
                      <a:pt x="7200" y="16642"/>
                    </a:lnTo>
                    <a:lnTo>
                      <a:pt x="8228" y="18059"/>
                    </a:lnTo>
                    <a:lnTo>
                      <a:pt x="8228" y="18767"/>
                    </a:lnTo>
                    <a:lnTo>
                      <a:pt x="8742" y="19121"/>
                    </a:lnTo>
                    <a:lnTo>
                      <a:pt x="8742" y="19829"/>
                    </a:lnTo>
                    <a:lnTo>
                      <a:pt x="11314" y="21600"/>
                    </a:lnTo>
                    <a:lnTo>
                      <a:pt x="14400" y="21600"/>
                    </a:lnTo>
                    <a:lnTo>
                      <a:pt x="16457" y="21245"/>
                    </a:lnTo>
                    <a:lnTo>
                      <a:pt x="19542" y="20183"/>
                    </a:lnTo>
                    <a:lnTo>
                      <a:pt x="20571" y="19475"/>
                    </a:lnTo>
                    <a:lnTo>
                      <a:pt x="21599" y="18413"/>
                    </a:lnTo>
                    <a:lnTo>
                      <a:pt x="21599" y="15580"/>
                    </a:lnTo>
                    <a:lnTo>
                      <a:pt x="21085" y="13455"/>
                    </a:lnTo>
                    <a:lnTo>
                      <a:pt x="20571" y="12039"/>
                    </a:lnTo>
                    <a:lnTo>
                      <a:pt x="20571" y="9560"/>
                    </a:lnTo>
                    <a:lnTo>
                      <a:pt x="20057" y="9560"/>
                    </a:lnTo>
                    <a:lnTo>
                      <a:pt x="19542" y="9914"/>
                    </a:lnTo>
                    <a:lnTo>
                      <a:pt x="16457" y="9914"/>
                    </a:lnTo>
                    <a:lnTo>
                      <a:pt x="15428" y="9560"/>
                    </a:lnTo>
                    <a:lnTo>
                      <a:pt x="15428" y="8498"/>
                    </a:lnTo>
                    <a:lnTo>
                      <a:pt x="15942" y="8144"/>
                    </a:lnTo>
                    <a:lnTo>
                      <a:pt x="16457" y="7436"/>
                    </a:lnTo>
                    <a:lnTo>
                      <a:pt x="17485" y="7081"/>
                    </a:lnTo>
                    <a:lnTo>
                      <a:pt x="18514" y="6373"/>
                    </a:lnTo>
                    <a:lnTo>
                      <a:pt x="19542" y="6373"/>
                    </a:lnTo>
                    <a:lnTo>
                      <a:pt x="20057" y="5665"/>
                    </a:lnTo>
                    <a:lnTo>
                      <a:pt x="20057" y="5311"/>
                    </a:lnTo>
                    <a:lnTo>
                      <a:pt x="20571" y="4249"/>
                    </a:lnTo>
                    <a:lnTo>
                      <a:pt x="20571" y="3540"/>
                    </a:lnTo>
                    <a:lnTo>
                      <a:pt x="19542" y="2124"/>
                    </a:lnTo>
                    <a:lnTo>
                      <a:pt x="18514" y="1770"/>
                    </a:lnTo>
                    <a:lnTo>
                      <a:pt x="17485" y="0"/>
                    </a:lnTo>
                    <a:lnTo>
                      <a:pt x="16457" y="0"/>
                    </a:lnTo>
                    <a:lnTo>
                      <a:pt x="14914" y="354"/>
                    </a:lnTo>
                    <a:lnTo>
                      <a:pt x="13885" y="708"/>
                    </a:lnTo>
                    <a:lnTo>
                      <a:pt x="10285" y="708"/>
                    </a:lnTo>
                    <a:lnTo>
                      <a:pt x="9257" y="354"/>
                    </a:lnTo>
                    <a:lnTo>
                      <a:pt x="8228" y="354"/>
                    </a:lnTo>
                    <a:lnTo>
                      <a:pt x="6171" y="1062"/>
                    </a:lnTo>
                    <a:lnTo>
                      <a:pt x="5657" y="1416"/>
                    </a:lnTo>
                    <a:lnTo>
                      <a:pt x="5142" y="2478"/>
                    </a:lnTo>
                    <a:lnTo>
                      <a:pt x="5142" y="4249"/>
                    </a:lnTo>
                    <a:lnTo>
                      <a:pt x="5657" y="4957"/>
                    </a:lnTo>
                    <a:lnTo>
                      <a:pt x="6171" y="6019"/>
                    </a:lnTo>
                    <a:lnTo>
                      <a:pt x="7200" y="6373"/>
                    </a:lnTo>
                    <a:lnTo>
                      <a:pt x="7200" y="6727"/>
                    </a:lnTo>
                    <a:lnTo>
                      <a:pt x="8228" y="7436"/>
                    </a:lnTo>
                    <a:lnTo>
                      <a:pt x="8228" y="8144"/>
                    </a:lnTo>
                    <a:lnTo>
                      <a:pt x="8742" y="8498"/>
                    </a:lnTo>
                    <a:lnTo>
                      <a:pt x="8742" y="9206"/>
                    </a:lnTo>
                    <a:lnTo>
                      <a:pt x="8228" y="9914"/>
                    </a:lnTo>
                    <a:lnTo>
                      <a:pt x="7200" y="10268"/>
                    </a:lnTo>
                    <a:lnTo>
                      <a:pt x="6685" y="10268"/>
                    </a:lnTo>
                    <a:lnTo>
                      <a:pt x="6171" y="9914"/>
                    </a:lnTo>
                    <a:lnTo>
                      <a:pt x="5142" y="9560"/>
                    </a:lnTo>
                    <a:lnTo>
                      <a:pt x="3600" y="849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6" name="AutoShape 14">
                <a:extLst>
                  <a:ext uri="{FF2B5EF4-FFF2-40B4-BE49-F238E27FC236}">
                    <a16:creationId xmlns:a16="http://schemas.microsoft.com/office/drawing/2014/main" id="{C2310FFC-1F89-18A4-0646-7A7C51289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3665" y="410135"/>
                <a:ext cx="98388" cy="140155"/>
              </a:xfrm>
              <a:custGeom>
                <a:avLst/>
                <a:gdLst>
                  <a:gd name="T0" fmla="*/ 49194 w 21600"/>
                  <a:gd name="T1" fmla="*/ 70078 h 21600"/>
                  <a:gd name="T2" fmla="*/ 49194 w 21600"/>
                  <a:gd name="T3" fmla="*/ 70078 h 21600"/>
                  <a:gd name="T4" fmla="*/ 49194 w 21600"/>
                  <a:gd name="T5" fmla="*/ 70078 h 21600"/>
                  <a:gd name="T6" fmla="*/ 49194 w 21600"/>
                  <a:gd name="T7" fmla="*/ 700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lnTo>
                      <a:pt x="8258" y="0"/>
                    </a:lnTo>
                    <a:lnTo>
                      <a:pt x="6988" y="407"/>
                    </a:lnTo>
                    <a:lnTo>
                      <a:pt x="6352" y="815"/>
                    </a:lnTo>
                    <a:lnTo>
                      <a:pt x="6352" y="407"/>
                    </a:lnTo>
                    <a:lnTo>
                      <a:pt x="5082" y="407"/>
                    </a:lnTo>
                    <a:lnTo>
                      <a:pt x="4447" y="815"/>
                    </a:lnTo>
                    <a:lnTo>
                      <a:pt x="1905" y="4075"/>
                    </a:lnTo>
                    <a:lnTo>
                      <a:pt x="1270" y="4483"/>
                    </a:lnTo>
                    <a:lnTo>
                      <a:pt x="0" y="6113"/>
                    </a:lnTo>
                    <a:lnTo>
                      <a:pt x="635" y="6520"/>
                    </a:lnTo>
                    <a:lnTo>
                      <a:pt x="1270" y="7335"/>
                    </a:lnTo>
                    <a:lnTo>
                      <a:pt x="1270" y="8558"/>
                    </a:lnTo>
                    <a:lnTo>
                      <a:pt x="635" y="9373"/>
                    </a:lnTo>
                    <a:lnTo>
                      <a:pt x="635" y="12226"/>
                    </a:lnTo>
                    <a:lnTo>
                      <a:pt x="1270" y="13449"/>
                    </a:lnTo>
                    <a:lnTo>
                      <a:pt x="1905" y="15079"/>
                    </a:lnTo>
                    <a:lnTo>
                      <a:pt x="2541" y="21192"/>
                    </a:lnTo>
                    <a:lnTo>
                      <a:pt x="3176" y="21599"/>
                    </a:lnTo>
                    <a:lnTo>
                      <a:pt x="5717" y="21599"/>
                    </a:lnTo>
                    <a:lnTo>
                      <a:pt x="6352" y="21192"/>
                    </a:lnTo>
                    <a:lnTo>
                      <a:pt x="7623" y="20784"/>
                    </a:lnTo>
                    <a:lnTo>
                      <a:pt x="7623" y="19969"/>
                    </a:lnTo>
                    <a:lnTo>
                      <a:pt x="8258" y="18339"/>
                    </a:lnTo>
                    <a:lnTo>
                      <a:pt x="7623" y="17932"/>
                    </a:lnTo>
                    <a:lnTo>
                      <a:pt x="7623" y="16709"/>
                    </a:lnTo>
                    <a:lnTo>
                      <a:pt x="6988" y="15894"/>
                    </a:lnTo>
                    <a:lnTo>
                      <a:pt x="6988" y="15486"/>
                    </a:lnTo>
                    <a:lnTo>
                      <a:pt x="7623" y="14671"/>
                    </a:lnTo>
                    <a:lnTo>
                      <a:pt x="8258" y="14264"/>
                    </a:lnTo>
                    <a:lnTo>
                      <a:pt x="9529" y="13856"/>
                    </a:lnTo>
                    <a:lnTo>
                      <a:pt x="12070" y="13856"/>
                    </a:lnTo>
                    <a:lnTo>
                      <a:pt x="12705" y="13449"/>
                    </a:lnTo>
                    <a:lnTo>
                      <a:pt x="13976" y="13449"/>
                    </a:lnTo>
                    <a:lnTo>
                      <a:pt x="16517" y="11818"/>
                    </a:lnTo>
                    <a:lnTo>
                      <a:pt x="17152" y="10596"/>
                    </a:lnTo>
                    <a:lnTo>
                      <a:pt x="17152" y="10188"/>
                    </a:lnTo>
                    <a:lnTo>
                      <a:pt x="17788" y="9781"/>
                    </a:lnTo>
                    <a:lnTo>
                      <a:pt x="19058" y="8558"/>
                    </a:lnTo>
                    <a:lnTo>
                      <a:pt x="19694" y="7743"/>
                    </a:lnTo>
                    <a:lnTo>
                      <a:pt x="19694" y="6113"/>
                    </a:lnTo>
                    <a:lnTo>
                      <a:pt x="20329" y="4890"/>
                    </a:lnTo>
                    <a:lnTo>
                      <a:pt x="20329" y="4483"/>
                    </a:lnTo>
                    <a:lnTo>
                      <a:pt x="21599" y="3667"/>
                    </a:lnTo>
                    <a:lnTo>
                      <a:pt x="21599" y="2445"/>
                    </a:lnTo>
                    <a:lnTo>
                      <a:pt x="20964" y="2037"/>
                    </a:lnTo>
                    <a:lnTo>
                      <a:pt x="19694" y="1630"/>
                    </a:lnTo>
                    <a:lnTo>
                      <a:pt x="13976" y="1630"/>
                    </a:lnTo>
                    <a:lnTo>
                      <a:pt x="11435" y="815"/>
                    </a:lnTo>
                    <a:lnTo>
                      <a:pt x="108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7" name="AutoShape 15">
                <a:extLst>
                  <a:ext uri="{FF2B5EF4-FFF2-40B4-BE49-F238E27FC236}">
                    <a16:creationId xmlns:a16="http://schemas.microsoft.com/office/drawing/2014/main" id="{12CBCA3F-DA1A-1B04-7AFB-FEF94981AE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892" y="373252"/>
                <a:ext cx="150517" cy="153433"/>
              </a:xfrm>
              <a:custGeom>
                <a:avLst/>
                <a:gdLst>
                  <a:gd name="T0" fmla="*/ 75259 w 21600"/>
                  <a:gd name="T1" fmla="*/ 76717 h 21600"/>
                  <a:gd name="T2" fmla="*/ 75259 w 21600"/>
                  <a:gd name="T3" fmla="*/ 76717 h 21600"/>
                  <a:gd name="T4" fmla="*/ 75259 w 21600"/>
                  <a:gd name="T5" fmla="*/ 76717 h 21600"/>
                  <a:gd name="T6" fmla="*/ 75259 w 21600"/>
                  <a:gd name="T7" fmla="*/ 7671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30" y="14896"/>
                    </a:moveTo>
                    <a:lnTo>
                      <a:pt x="415" y="14896"/>
                    </a:lnTo>
                    <a:lnTo>
                      <a:pt x="0" y="15268"/>
                    </a:lnTo>
                    <a:lnTo>
                      <a:pt x="0" y="16758"/>
                    </a:lnTo>
                    <a:lnTo>
                      <a:pt x="830" y="17131"/>
                    </a:lnTo>
                    <a:lnTo>
                      <a:pt x="1246" y="17503"/>
                    </a:lnTo>
                    <a:lnTo>
                      <a:pt x="1661" y="17503"/>
                    </a:lnTo>
                    <a:lnTo>
                      <a:pt x="2076" y="17875"/>
                    </a:lnTo>
                    <a:lnTo>
                      <a:pt x="2907" y="19365"/>
                    </a:lnTo>
                    <a:lnTo>
                      <a:pt x="2907" y="20482"/>
                    </a:lnTo>
                    <a:lnTo>
                      <a:pt x="3323" y="20482"/>
                    </a:lnTo>
                    <a:lnTo>
                      <a:pt x="4153" y="21227"/>
                    </a:lnTo>
                    <a:lnTo>
                      <a:pt x="4984" y="21599"/>
                    </a:lnTo>
                    <a:lnTo>
                      <a:pt x="5815" y="21599"/>
                    </a:lnTo>
                    <a:lnTo>
                      <a:pt x="7061" y="20482"/>
                    </a:lnTo>
                    <a:lnTo>
                      <a:pt x="7061" y="20110"/>
                    </a:lnTo>
                    <a:lnTo>
                      <a:pt x="7476" y="19737"/>
                    </a:lnTo>
                    <a:lnTo>
                      <a:pt x="7892" y="19737"/>
                    </a:lnTo>
                    <a:lnTo>
                      <a:pt x="8723" y="19365"/>
                    </a:lnTo>
                    <a:lnTo>
                      <a:pt x="9553" y="19737"/>
                    </a:lnTo>
                    <a:lnTo>
                      <a:pt x="10384" y="19737"/>
                    </a:lnTo>
                    <a:lnTo>
                      <a:pt x="11215" y="18993"/>
                    </a:lnTo>
                    <a:lnTo>
                      <a:pt x="11215" y="18248"/>
                    </a:lnTo>
                    <a:lnTo>
                      <a:pt x="11630" y="17131"/>
                    </a:lnTo>
                    <a:lnTo>
                      <a:pt x="11630" y="16386"/>
                    </a:lnTo>
                    <a:lnTo>
                      <a:pt x="12461" y="13779"/>
                    </a:lnTo>
                    <a:lnTo>
                      <a:pt x="14123" y="11172"/>
                    </a:lnTo>
                    <a:lnTo>
                      <a:pt x="17030" y="8937"/>
                    </a:lnTo>
                    <a:lnTo>
                      <a:pt x="21600" y="7448"/>
                    </a:lnTo>
                    <a:lnTo>
                      <a:pt x="21600" y="5958"/>
                    </a:lnTo>
                    <a:lnTo>
                      <a:pt x="21184" y="5586"/>
                    </a:lnTo>
                    <a:lnTo>
                      <a:pt x="19523" y="4841"/>
                    </a:lnTo>
                    <a:lnTo>
                      <a:pt x="18276" y="3724"/>
                    </a:lnTo>
                    <a:lnTo>
                      <a:pt x="18276" y="3351"/>
                    </a:lnTo>
                    <a:lnTo>
                      <a:pt x="17446" y="2606"/>
                    </a:lnTo>
                    <a:lnTo>
                      <a:pt x="16200" y="2606"/>
                    </a:lnTo>
                    <a:lnTo>
                      <a:pt x="14953" y="3724"/>
                    </a:lnTo>
                    <a:lnTo>
                      <a:pt x="14538" y="3724"/>
                    </a:lnTo>
                    <a:lnTo>
                      <a:pt x="14538" y="4096"/>
                    </a:lnTo>
                    <a:lnTo>
                      <a:pt x="14123" y="4096"/>
                    </a:lnTo>
                    <a:lnTo>
                      <a:pt x="13707" y="3724"/>
                    </a:lnTo>
                    <a:lnTo>
                      <a:pt x="13707" y="2979"/>
                    </a:lnTo>
                    <a:lnTo>
                      <a:pt x="12046" y="1489"/>
                    </a:lnTo>
                    <a:lnTo>
                      <a:pt x="10800" y="1489"/>
                    </a:lnTo>
                    <a:lnTo>
                      <a:pt x="10384" y="2234"/>
                    </a:lnTo>
                    <a:lnTo>
                      <a:pt x="8723" y="1862"/>
                    </a:lnTo>
                    <a:lnTo>
                      <a:pt x="9138" y="1489"/>
                    </a:lnTo>
                    <a:lnTo>
                      <a:pt x="9138" y="1117"/>
                    </a:lnTo>
                    <a:lnTo>
                      <a:pt x="9553" y="744"/>
                    </a:lnTo>
                    <a:lnTo>
                      <a:pt x="9553" y="0"/>
                    </a:lnTo>
                    <a:lnTo>
                      <a:pt x="8307" y="0"/>
                    </a:lnTo>
                    <a:lnTo>
                      <a:pt x="7061" y="372"/>
                    </a:lnTo>
                    <a:lnTo>
                      <a:pt x="6230" y="744"/>
                    </a:lnTo>
                    <a:lnTo>
                      <a:pt x="5399" y="1489"/>
                    </a:lnTo>
                    <a:lnTo>
                      <a:pt x="5399" y="1862"/>
                    </a:lnTo>
                    <a:lnTo>
                      <a:pt x="3738" y="1862"/>
                    </a:lnTo>
                    <a:lnTo>
                      <a:pt x="3323" y="2234"/>
                    </a:lnTo>
                    <a:lnTo>
                      <a:pt x="3323" y="2606"/>
                    </a:lnTo>
                    <a:lnTo>
                      <a:pt x="2907" y="3351"/>
                    </a:lnTo>
                    <a:lnTo>
                      <a:pt x="2907" y="4468"/>
                    </a:lnTo>
                    <a:lnTo>
                      <a:pt x="3323" y="4841"/>
                    </a:lnTo>
                    <a:lnTo>
                      <a:pt x="3323" y="5213"/>
                    </a:lnTo>
                    <a:lnTo>
                      <a:pt x="3738" y="5586"/>
                    </a:lnTo>
                    <a:lnTo>
                      <a:pt x="3738" y="6703"/>
                    </a:lnTo>
                    <a:lnTo>
                      <a:pt x="2492" y="8937"/>
                    </a:lnTo>
                    <a:lnTo>
                      <a:pt x="1661" y="10055"/>
                    </a:lnTo>
                    <a:lnTo>
                      <a:pt x="1246" y="11917"/>
                    </a:lnTo>
                    <a:lnTo>
                      <a:pt x="830" y="1489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8" name="AutoShape 16">
                <a:extLst>
                  <a:ext uri="{FF2B5EF4-FFF2-40B4-BE49-F238E27FC236}">
                    <a16:creationId xmlns:a16="http://schemas.microsoft.com/office/drawing/2014/main" id="{6953EF06-7A07-7E42-5627-959AF53F7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657" y="447018"/>
                <a:ext cx="337011" cy="246377"/>
              </a:xfrm>
              <a:custGeom>
                <a:avLst/>
                <a:gdLst>
                  <a:gd name="T0" fmla="*/ 168506 w 21600"/>
                  <a:gd name="T1" fmla="*/ 123189 h 21600"/>
                  <a:gd name="T2" fmla="*/ 168506 w 21600"/>
                  <a:gd name="T3" fmla="*/ 123189 h 21600"/>
                  <a:gd name="T4" fmla="*/ 168506 w 21600"/>
                  <a:gd name="T5" fmla="*/ 123189 h 21600"/>
                  <a:gd name="T6" fmla="*/ 168506 w 21600"/>
                  <a:gd name="T7" fmla="*/ 12318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234" y="8593"/>
                    </a:moveTo>
                    <a:lnTo>
                      <a:pt x="2234" y="8825"/>
                    </a:lnTo>
                    <a:lnTo>
                      <a:pt x="3724" y="8825"/>
                    </a:lnTo>
                    <a:lnTo>
                      <a:pt x="3910" y="8593"/>
                    </a:lnTo>
                    <a:lnTo>
                      <a:pt x="4282" y="8593"/>
                    </a:lnTo>
                    <a:lnTo>
                      <a:pt x="4282" y="9290"/>
                    </a:lnTo>
                    <a:lnTo>
                      <a:pt x="4096" y="9754"/>
                    </a:lnTo>
                    <a:lnTo>
                      <a:pt x="3910" y="9987"/>
                    </a:lnTo>
                    <a:lnTo>
                      <a:pt x="3351" y="9987"/>
                    </a:lnTo>
                    <a:lnTo>
                      <a:pt x="2793" y="10219"/>
                    </a:lnTo>
                    <a:lnTo>
                      <a:pt x="2606" y="10219"/>
                    </a:lnTo>
                    <a:lnTo>
                      <a:pt x="2420" y="9987"/>
                    </a:lnTo>
                    <a:lnTo>
                      <a:pt x="1303" y="9987"/>
                    </a:lnTo>
                    <a:lnTo>
                      <a:pt x="931" y="10219"/>
                    </a:lnTo>
                    <a:lnTo>
                      <a:pt x="744" y="10451"/>
                    </a:lnTo>
                    <a:lnTo>
                      <a:pt x="744" y="11845"/>
                    </a:lnTo>
                    <a:lnTo>
                      <a:pt x="931" y="11845"/>
                    </a:lnTo>
                    <a:lnTo>
                      <a:pt x="1303" y="12077"/>
                    </a:lnTo>
                    <a:lnTo>
                      <a:pt x="1862" y="12077"/>
                    </a:lnTo>
                    <a:lnTo>
                      <a:pt x="2420" y="12309"/>
                    </a:lnTo>
                    <a:lnTo>
                      <a:pt x="3351" y="12309"/>
                    </a:lnTo>
                    <a:lnTo>
                      <a:pt x="3910" y="12077"/>
                    </a:lnTo>
                    <a:lnTo>
                      <a:pt x="6331" y="12077"/>
                    </a:lnTo>
                    <a:lnTo>
                      <a:pt x="7448" y="12309"/>
                    </a:lnTo>
                    <a:lnTo>
                      <a:pt x="8006" y="13006"/>
                    </a:lnTo>
                    <a:lnTo>
                      <a:pt x="8006" y="14400"/>
                    </a:lnTo>
                    <a:lnTo>
                      <a:pt x="7820" y="14864"/>
                    </a:lnTo>
                    <a:lnTo>
                      <a:pt x="7448" y="15329"/>
                    </a:lnTo>
                    <a:lnTo>
                      <a:pt x="7075" y="15329"/>
                    </a:lnTo>
                    <a:lnTo>
                      <a:pt x="6517" y="15096"/>
                    </a:lnTo>
                    <a:lnTo>
                      <a:pt x="6331" y="14864"/>
                    </a:lnTo>
                    <a:lnTo>
                      <a:pt x="5213" y="14864"/>
                    </a:lnTo>
                    <a:lnTo>
                      <a:pt x="4655" y="15096"/>
                    </a:lnTo>
                    <a:lnTo>
                      <a:pt x="3910" y="15329"/>
                    </a:lnTo>
                    <a:lnTo>
                      <a:pt x="3724" y="15329"/>
                    </a:lnTo>
                    <a:lnTo>
                      <a:pt x="3537" y="15096"/>
                    </a:lnTo>
                    <a:lnTo>
                      <a:pt x="2793" y="15096"/>
                    </a:lnTo>
                    <a:lnTo>
                      <a:pt x="2420" y="15329"/>
                    </a:lnTo>
                    <a:lnTo>
                      <a:pt x="2234" y="15561"/>
                    </a:lnTo>
                    <a:lnTo>
                      <a:pt x="1862" y="16490"/>
                    </a:lnTo>
                    <a:lnTo>
                      <a:pt x="1862" y="16722"/>
                    </a:lnTo>
                    <a:lnTo>
                      <a:pt x="2234" y="17187"/>
                    </a:lnTo>
                    <a:lnTo>
                      <a:pt x="2420" y="17651"/>
                    </a:lnTo>
                    <a:lnTo>
                      <a:pt x="2979" y="17883"/>
                    </a:lnTo>
                    <a:lnTo>
                      <a:pt x="3724" y="18348"/>
                    </a:lnTo>
                    <a:lnTo>
                      <a:pt x="4468" y="18580"/>
                    </a:lnTo>
                    <a:lnTo>
                      <a:pt x="4655" y="18812"/>
                    </a:lnTo>
                    <a:lnTo>
                      <a:pt x="4841" y="18812"/>
                    </a:lnTo>
                    <a:lnTo>
                      <a:pt x="5399" y="19277"/>
                    </a:lnTo>
                    <a:lnTo>
                      <a:pt x="5772" y="19509"/>
                    </a:lnTo>
                    <a:lnTo>
                      <a:pt x="6144" y="20206"/>
                    </a:lnTo>
                    <a:lnTo>
                      <a:pt x="6331" y="20670"/>
                    </a:lnTo>
                    <a:lnTo>
                      <a:pt x="6517" y="21600"/>
                    </a:lnTo>
                    <a:lnTo>
                      <a:pt x="7075" y="21367"/>
                    </a:lnTo>
                    <a:lnTo>
                      <a:pt x="8379" y="21135"/>
                    </a:lnTo>
                    <a:lnTo>
                      <a:pt x="10241" y="20670"/>
                    </a:lnTo>
                    <a:lnTo>
                      <a:pt x="12103" y="19741"/>
                    </a:lnTo>
                    <a:lnTo>
                      <a:pt x="13593" y="18812"/>
                    </a:lnTo>
                    <a:lnTo>
                      <a:pt x="15268" y="18812"/>
                    </a:lnTo>
                    <a:lnTo>
                      <a:pt x="15827" y="19045"/>
                    </a:lnTo>
                    <a:lnTo>
                      <a:pt x="16572" y="19974"/>
                    </a:lnTo>
                    <a:lnTo>
                      <a:pt x="16944" y="19974"/>
                    </a:lnTo>
                    <a:lnTo>
                      <a:pt x="17317" y="19509"/>
                    </a:lnTo>
                    <a:lnTo>
                      <a:pt x="17503" y="19509"/>
                    </a:lnTo>
                    <a:lnTo>
                      <a:pt x="17875" y="19974"/>
                    </a:lnTo>
                    <a:lnTo>
                      <a:pt x="18062" y="19974"/>
                    </a:lnTo>
                    <a:lnTo>
                      <a:pt x="18806" y="19509"/>
                    </a:lnTo>
                    <a:lnTo>
                      <a:pt x="19365" y="19045"/>
                    </a:lnTo>
                    <a:lnTo>
                      <a:pt x="19551" y="18812"/>
                    </a:lnTo>
                    <a:lnTo>
                      <a:pt x="19551" y="18116"/>
                    </a:lnTo>
                    <a:lnTo>
                      <a:pt x="19365" y="17883"/>
                    </a:lnTo>
                    <a:lnTo>
                      <a:pt x="18434" y="17883"/>
                    </a:lnTo>
                    <a:lnTo>
                      <a:pt x="18434" y="17651"/>
                    </a:lnTo>
                    <a:lnTo>
                      <a:pt x="18248" y="17651"/>
                    </a:lnTo>
                    <a:lnTo>
                      <a:pt x="18062" y="17419"/>
                    </a:lnTo>
                    <a:lnTo>
                      <a:pt x="18062" y="17187"/>
                    </a:lnTo>
                    <a:lnTo>
                      <a:pt x="18248" y="16954"/>
                    </a:lnTo>
                    <a:lnTo>
                      <a:pt x="18620" y="16722"/>
                    </a:lnTo>
                    <a:lnTo>
                      <a:pt x="18993" y="16722"/>
                    </a:lnTo>
                    <a:lnTo>
                      <a:pt x="19365" y="16490"/>
                    </a:lnTo>
                    <a:lnTo>
                      <a:pt x="19737" y="16490"/>
                    </a:lnTo>
                    <a:lnTo>
                      <a:pt x="20296" y="16258"/>
                    </a:lnTo>
                    <a:lnTo>
                      <a:pt x="20668" y="16490"/>
                    </a:lnTo>
                    <a:lnTo>
                      <a:pt x="21227" y="16490"/>
                    </a:lnTo>
                    <a:lnTo>
                      <a:pt x="21600" y="16025"/>
                    </a:lnTo>
                    <a:lnTo>
                      <a:pt x="21600" y="15329"/>
                    </a:lnTo>
                    <a:lnTo>
                      <a:pt x="21413" y="14864"/>
                    </a:lnTo>
                    <a:lnTo>
                      <a:pt x="21041" y="14632"/>
                    </a:lnTo>
                    <a:lnTo>
                      <a:pt x="20482" y="14400"/>
                    </a:lnTo>
                    <a:lnTo>
                      <a:pt x="20110" y="14167"/>
                    </a:lnTo>
                    <a:lnTo>
                      <a:pt x="19551" y="13703"/>
                    </a:lnTo>
                    <a:lnTo>
                      <a:pt x="18806" y="13470"/>
                    </a:lnTo>
                    <a:lnTo>
                      <a:pt x="17317" y="13238"/>
                    </a:lnTo>
                    <a:lnTo>
                      <a:pt x="16572" y="11380"/>
                    </a:lnTo>
                    <a:lnTo>
                      <a:pt x="16200" y="9058"/>
                    </a:lnTo>
                    <a:lnTo>
                      <a:pt x="16200" y="6038"/>
                    </a:lnTo>
                    <a:lnTo>
                      <a:pt x="16013" y="5574"/>
                    </a:lnTo>
                    <a:lnTo>
                      <a:pt x="15827" y="4412"/>
                    </a:lnTo>
                    <a:lnTo>
                      <a:pt x="15455" y="3251"/>
                    </a:lnTo>
                    <a:lnTo>
                      <a:pt x="14896" y="2322"/>
                    </a:lnTo>
                    <a:lnTo>
                      <a:pt x="13965" y="2090"/>
                    </a:lnTo>
                    <a:lnTo>
                      <a:pt x="13779" y="2322"/>
                    </a:lnTo>
                    <a:lnTo>
                      <a:pt x="13593" y="2787"/>
                    </a:lnTo>
                    <a:lnTo>
                      <a:pt x="13220" y="3251"/>
                    </a:lnTo>
                    <a:lnTo>
                      <a:pt x="13034" y="3716"/>
                    </a:lnTo>
                    <a:lnTo>
                      <a:pt x="13034" y="4877"/>
                    </a:lnTo>
                    <a:lnTo>
                      <a:pt x="11731" y="2787"/>
                    </a:lnTo>
                    <a:lnTo>
                      <a:pt x="11731" y="2554"/>
                    </a:lnTo>
                    <a:lnTo>
                      <a:pt x="11544" y="2554"/>
                    </a:lnTo>
                    <a:lnTo>
                      <a:pt x="10986" y="1858"/>
                    </a:lnTo>
                    <a:lnTo>
                      <a:pt x="10800" y="2090"/>
                    </a:lnTo>
                    <a:lnTo>
                      <a:pt x="10427" y="2322"/>
                    </a:lnTo>
                    <a:lnTo>
                      <a:pt x="10055" y="3251"/>
                    </a:lnTo>
                    <a:lnTo>
                      <a:pt x="9682" y="3716"/>
                    </a:lnTo>
                    <a:lnTo>
                      <a:pt x="9310" y="3483"/>
                    </a:lnTo>
                    <a:lnTo>
                      <a:pt x="9124" y="3019"/>
                    </a:lnTo>
                    <a:lnTo>
                      <a:pt x="8937" y="2322"/>
                    </a:lnTo>
                    <a:lnTo>
                      <a:pt x="8751" y="1858"/>
                    </a:lnTo>
                    <a:lnTo>
                      <a:pt x="8379" y="1393"/>
                    </a:lnTo>
                    <a:lnTo>
                      <a:pt x="8193" y="929"/>
                    </a:lnTo>
                    <a:lnTo>
                      <a:pt x="8006" y="696"/>
                    </a:lnTo>
                    <a:lnTo>
                      <a:pt x="7820" y="696"/>
                    </a:lnTo>
                    <a:lnTo>
                      <a:pt x="7448" y="1161"/>
                    </a:lnTo>
                    <a:lnTo>
                      <a:pt x="7448" y="3251"/>
                    </a:lnTo>
                    <a:lnTo>
                      <a:pt x="7262" y="3716"/>
                    </a:lnTo>
                    <a:lnTo>
                      <a:pt x="7075" y="3948"/>
                    </a:lnTo>
                    <a:lnTo>
                      <a:pt x="6517" y="3948"/>
                    </a:lnTo>
                    <a:lnTo>
                      <a:pt x="6144" y="3716"/>
                    </a:lnTo>
                    <a:lnTo>
                      <a:pt x="5772" y="2787"/>
                    </a:lnTo>
                    <a:lnTo>
                      <a:pt x="5772" y="1625"/>
                    </a:lnTo>
                    <a:lnTo>
                      <a:pt x="5958" y="1161"/>
                    </a:lnTo>
                    <a:lnTo>
                      <a:pt x="5958" y="464"/>
                    </a:lnTo>
                    <a:lnTo>
                      <a:pt x="5586" y="0"/>
                    </a:lnTo>
                    <a:lnTo>
                      <a:pt x="5027" y="0"/>
                    </a:lnTo>
                    <a:lnTo>
                      <a:pt x="4655" y="232"/>
                    </a:lnTo>
                    <a:lnTo>
                      <a:pt x="3724" y="929"/>
                    </a:lnTo>
                    <a:lnTo>
                      <a:pt x="2420" y="1858"/>
                    </a:lnTo>
                    <a:lnTo>
                      <a:pt x="1303" y="2787"/>
                    </a:lnTo>
                    <a:lnTo>
                      <a:pt x="744" y="4180"/>
                    </a:lnTo>
                    <a:lnTo>
                      <a:pt x="744" y="5109"/>
                    </a:lnTo>
                    <a:lnTo>
                      <a:pt x="558" y="5574"/>
                    </a:lnTo>
                    <a:lnTo>
                      <a:pt x="558" y="6038"/>
                    </a:lnTo>
                    <a:lnTo>
                      <a:pt x="186" y="6503"/>
                    </a:lnTo>
                    <a:lnTo>
                      <a:pt x="186" y="6735"/>
                    </a:lnTo>
                    <a:lnTo>
                      <a:pt x="0" y="6967"/>
                    </a:lnTo>
                    <a:lnTo>
                      <a:pt x="0" y="7896"/>
                    </a:lnTo>
                    <a:lnTo>
                      <a:pt x="186" y="8129"/>
                    </a:lnTo>
                    <a:lnTo>
                      <a:pt x="931" y="8593"/>
                    </a:lnTo>
                    <a:lnTo>
                      <a:pt x="2234" y="859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9" name="AutoShape 17">
                <a:extLst>
                  <a:ext uri="{FF2B5EF4-FFF2-40B4-BE49-F238E27FC236}">
                    <a16:creationId xmlns:a16="http://schemas.microsoft.com/office/drawing/2014/main" id="{9C7536EB-0F64-DEB4-1CEB-A65B4DC0A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5405" y="164496"/>
                <a:ext cx="171810" cy="118764"/>
              </a:xfrm>
              <a:custGeom>
                <a:avLst/>
                <a:gdLst>
                  <a:gd name="T0" fmla="*/ 85905 w 21600"/>
                  <a:gd name="T1" fmla="*/ 59382 h 21600"/>
                  <a:gd name="T2" fmla="*/ 85905 w 21600"/>
                  <a:gd name="T3" fmla="*/ 59382 h 21600"/>
                  <a:gd name="T4" fmla="*/ 85905 w 21600"/>
                  <a:gd name="T5" fmla="*/ 59382 h 21600"/>
                  <a:gd name="T6" fmla="*/ 85905 w 21600"/>
                  <a:gd name="T7" fmla="*/ 5938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983" y="4799"/>
                    </a:moveTo>
                    <a:lnTo>
                      <a:pt x="10616" y="5279"/>
                    </a:lnTo>
                    <a:lnTo>
                      <a:pt x="9518" y="7199"/>
                    </a:lnTo>
                    <a:lnTo>
                      <a:pt x="8054" y="9599"/>
                    </a:lnTo>
                    <a:lnTo>
                      <a:pt x="6589" y="12479"/>
                    </a:lnTo>
                    <a:lnTo>
                      <a:pt x="4759" y="14399"/>
                    </a:lnTo>
                    <a:lnTo>
                      <a:pt x="3294" y="15839"/>
                    </a:lnTo>
                    <a:lnTo>
                      <a:pt x="2562" y="15839"/>
                    </a:lnTo>
                    <a:lnTo>
                      <a:pt x="2196" y="16319"/>
                    </a:lnTo>
                    <a:lnTo>
                      <a:pt x="366" y="16319"/>
                    </a:lnTo>
                    <a:lnTo>
                      <a:pt x="0" y="16799"/>
                    </a:lnTo>
                    <a:lnTo>
                      <a:pt x="0" y="17759"/>
                    </a:lnTo>
                    <a:lnTo>
                      <a:pt x="366" y="18239"/>
                    </a:lnTo>
                    <a:lnTo>
                      <a:pt x="1098" y="19680"/>
                    </a:lnTo>
                    <a:lnTo>
                      <a:pt x="3294" y="21119"/>
                    </a:lnTo>
                    <a:lnTo>
                      <a:pt x="5125" y="21600"/>
                    </a:lnTo>
                    <a:lnTo>
                      <a:pt x="7322" y="20159"/>
                    </a:lnTo>
                    <a:lnTo>
                      <a:pt x="7322" y="20640"/>
                    </a:lnTo>
                    <a:lnTo>
                      <a:pt x="7688" y="20640"/>
                    </a:lnTo>
                    <a:lnTo>
                      <a:pt x="8420" y="21600"/>
                    </a:lnTo>
                    <a:lnTo>
                      <a:pt x="9152" y="21600"/>
                    </a:lnTo>
                    <a:lnTo>
                      <a:pt x="10250" y="21119"/>
                    </a:lnTo>
                    <a:lnTo>
                      <a:pt x="10616" y="21119"/>
                    </a:lnTo>
                    <a:lnTo>
                      <a:pt x="10983" y="20640"/>
                    </a:lnTo>
                    <a:lnTo>
                      <a:pt x="11349" y="19680"/>
                    </a:lnTo>
                    <a:lnTo>
                      <a:pt x="12813" y="17759"/>
                    </a:lnTo>
                    <a:lnTo>
                      <a:pt x="13179" y="16319"/>
                    </a:lnTo>
                    <a:lnTo>
                      <a:pt x="13911" y="15359"/>
                    </a:lnTo>
                    <a:lnTo>
                      <a:pt x="14277" y="13919"/>
                    </a:lnTo>
                    <a:lnTo>
                      <a:pt x="14644" y="14399"/>
                    </a:lnTo>
                    <a:lnTo>
                      <a:pt x="16108" y="15359"/>
                    </a:lnTo>
                    <a:lnTo>
                      <a:pt x="16840" y="15359"/>
                    </a:lnTo>
                    <a:lnTo>
                      <a:pt x="17938" y="14879"/>
                    </a:lnTo>
                    <a:lnTo>
                      <a:pt x="18671" y="13439"/>
                    </a:lnTo>
                    <a:lnTo>
                      <a:pt x="19403" y="12479"/>
                    </a:lnTo>
                    <a:lnTo>
                      <a:pt x="19403" y="10559"/>
                    </a:lnTo>
                    <a:lnTo>
                      <a:pt x="18671" y="10079"/>
                    </a:lnTo>
                    <a:lnTo>
                      <a:pt x="19037" y="10079"/>
                    </a:lnTo>
                    <a:lnTo>
                      <a:pt x="19037" y="9599"/>
                    </a:lnTo>
                    <a:lnTo>
                      <a:pt x="19403" y="9119"/>
                    </a:lnTo>
                    <a:lnTo>
                      <a:pt x="20135" y="7199"/>
                    </a:lnTo>
                    <a:lnTo>
                      <a:pt x="20135" y="6719"/>
                    </a:lnTo>
                    <a:lnTo>
                      <a:pt x="19769" y="6239"/>
                    </a:lnTo>
                    <a:lnTo>
                      <a:pt x="19769" y="5279"/>
                    </a:lnTo>
                    <a:lnTo>
                      <a:pt x="20135" y="4799"/>
                    </a:lnTo>
                    <a:lnTo>
                      <a:pt x="20501" y="3839"/>
                    </a:lnTo>
                    <a:lnTo>
                      <a:pt x="20867" y="3359"/>
                    </a:lnTo>
                    <a:lnTo>
                      <a:pt x="21233" y="3359"/>
                    </a:lnTo>
                    <a:lnTo>
                      <a:pt x="21599" y="2879"/>
                    </a:lnTo>
                    <a:lnTo>
                      <a:pt x="21233" y="2879"/>
                    </a:lnTo>
                    <a:lnTo>
                      <a:pt x="19769" y="959"/>
                    </a:lnTo>
                    <a:lnTo>
                      <a:pt x="19037" y="479"/>
                    </a:lnTo>
                    <a:lnTo>
                      <a:pt x="18671" y="0"/>
                    </a:lnTo>
                    <a:lnTo>
                      <a:pt x="18305" y="0"/>
                    </a:lnTo>
                    <a:lnTo>
                      <a:pt x="15742" y="2879"/>
                    </a:lnTo>
                    <a:lnTo>
                      <a:pt x="13911" y="2879"/>
                    </a:lnTo>
                    <a:lnTo>
                      <a:pt x="11715" y="3839"/>
                    </a:lnTo>
                    <a:lnTo>
                      <a:pt x="10983" y="47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0" name="AutoShape 18">
                <a:extLst>
                  <a:ext uri="{FF2B5EF4-FFF2-40B4-BE49-F238E27FC236}">
                    <a16:creationId xmlns:a16="http://schemas.microsoft.com/office/drawing/2014/main" id="{293AF345-43DB-8926-52DF-253C77A1D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403" y="111385"/>
                <a:ext cx="31573" cy="36884"/>
              </a:xfrm>
              <a:custGeom>
                <a:avLst/>
                <a:gdLst>
                  <a:gd name="T0" fmla="*/ 15787 w 21600"/>
                  <a:gd name="T1" fmla="*/ 18442 h 21600"/>
                  <a:gd name="T2" fmla="*/ 15787 w 21600"/>
                  <a:gd name="T3" fmla="*/ 18442 h 21600"/>
                  <a:gd name="T4" fmla="*/ 15787 w 21600"/>
                  <a:gd name="T5" fmla="*/ 18442 h 21600"/>
                  <a:gd name="T6" fmla="*/ 15787 w 21600"/>
                  <a:gd name="T7" fmla="*/ 1844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709" y="1542"/>
                    </a:moveTo>
                    <a:lnTo>
                      <a:pt x="13745" y="1542"/>
                    </a:lnTo>
                    <a:lnTo>
                      <a:pt x="11781" y="0"/>
                    </a:lnTo>
                    <a:lnTo>
                      <a:pt x="5890" y="0"/>
                    </a:lnTo>
                    <a:lnTo>
                      <a:pt x="1963" y="3085"/>
                    </a:lnTo>
                    <a:lnTo>
                      <a:pt x="1963" y="6171"/>
                    </a:lnTo>
                    <a:lnTo>
                      <a:pt x="0" y="9257"/>
                    </a:lnTo>
                    <a:lnTo>
                      <a:pt x="1963" y="15428"/>
                    </a:lnTo>
                    <a:lnTo>
                      <a:pt x="5890" y="18514"/>
                    </a:lnTo>
                    <a:lnTo>
                      <a:pt x="9818" y="20057"/>
                    </a:lnTo>
                    <a:lnTo>
                      <a:pt x="13745" y="20057"/>
                    </a:lnTo>
                    <a:lnTo>
                      <a:pt x="15709" y="21600"/>
                    </a:lnTo>
                    <a:lnTo>
                      <a:pt x="19636" y="20057"/>
                    </a:lnTo>
                    <a:lnTo>
                      <a:pt x="21599" y="18514"/>
                    </a:lnTo>
                    <a:lnTo>
                      <a:pt x="21599" y="7714"/>
                    </a:lnTo>
                    <a:lnTo>
                      <a:pt x="19636" y="4628"/>
                    </a:lnTo>
                    <a:lnTo>
                      <a:pt x="15709" y="15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1" name="AutoShape 19">
                <a:extLst>
                  <a:ext uri="{FF2B5EF4-FFF2-40B4-BE49-F238E27FC236}">
                    <a16:creationId xmlns:a16="http://schemas.microsoft.com/office/drawing/2014/main" id="{8C86B43B-F56B-52EA-5605-AEE84A1B7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848" y="61225"/>
                <a:ext cx="99122" cy="55325"/>
              </a:xfrm>
              <a:custGeom>
                <a:avLst/>
                <a:gdLst>
                  <a:gd name="T0" fmla="*/ 49561 w 21600"/>
                  <a:gd name="T1" fmla="*/ 27663 h 21600"/>
                  <a:gd name="T2" fmla="*/ 49561 w 21600"/>
                  <a:gd name="T3" fmla="*/ 27663 h 21600"/>
                  <a:gd name="T4" fmla="*/ 49561 w 21600"/>
                  <a:gd name="T5" fmla="*/ 27663 h 21600"/>
                  <a:gd name="T6" fmla="*/ 49561 w 21600"/>
                  <a:gd name="T7" fmla="*/ 2766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811" y="6171"/>
                    </a:moveTo>
                    <a:lnTo>
                      <a:pt x="3176" y="7199"/>
                    </a:lnTo>
                    <a:lnTo>
                      <a:pt x="2541" y="7199"/>
                    </a:lnTo>
                    <a:lnTo>
                      <a:pt x="635" y="10285"/>
                    </a:lnTo>
                    <a:lnTo>
                      <a:pt x="0" y="12342"/>
                    </a:lnTo>
                    <a:lnTo>
                      <a:pt x="0" y="13371"/>
                    </a:lnTo>
                    <a:lnTo>
                      <a:pt x="1270" y="17485"/>
                    </a:lnTo>
                    <a:lnTo>
                      <a:pt x="3176" y="18514"/>
                    </a:lnTo>
                    <a:lnTo>
                      <a:pt x="3811" y="18514"/>
                    </a:lnTo>
                    <a:lnTo>
                      <a:pt x="3811" y="17485"/>
                    </a:lnTo>
                    <a:lnTo>
                      <a:pt x="5717" y="14399"/>
                    </a:lnTo>
                    <a:lnTo>
                      <a:pt x="6988" y="13371"/>
                    </a:lnTo>
                    <a:lnTo>
                      <a:pt x="8258" y="14399"/>
                    </a:lnTo>
                    <a:lnTo>
                      <a:pt x="11435" y="19542"/>
                    </a:lnTo>
                    <a:lnTo>
                      <a:pt x="13341" y="21600"/>
                    </a:lnTo>
                    <a:lnTo>
                      <a:pt x="16517" y="20571"/>
                    </a:lnTo>
                    <a:lnTo>
                      <a:pt x="19694" y="16457"/>
                    </a:lnTo>
                    <a:lnTo>
                      <a:pt x="21599" y="13371"/>
                    </a:lnTo>
                    <a:lnTo>
                      <a:pt x="21599" y="11314"/>
                    </a:lnTo>
                    <a:lnTo>
                      <a:pt x="19694" y="8228"/>
                    </a:lnTo>
                    <a:lnTo>
                      <a:pt x="18423" y="7199"/>
                    </a:lnTo>
                    <a:lnTo>
                      <a:pt x="12705" y="1028"/>
                    </a:lnTo>
                    <a:lnTo>
                      <a:pt x="11435" y="1028"/>
                    </a:lnTo>
                    <a:lnTo>
                      <a:pt x="10164" y="0"/>
                    </a:lnTo>
                    <a:lnTo>
                      <a:pt x="8894" y="0"/>
                    </a:lnTo>
                    <a:lnTo>
                      <a:pt x="7623" y="1028"/>
                    </a:lnTo>
                    <a:lnTo>
                      <a:pt x="5717" y="3085"/>
                    </a:lnTo>
                    <a:lnTo>
                      <a:pt x="3811" y="61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2" name="AutoShape 20">
                <a:extLst>
                  <a:ext uri="{FF2B5EF4-FFF2-40B4-BE49-F238E27FC236}">
                    <a16:creationId xmlns:a16="http://schemas.microsoft.com/office/drawing/2014/main" id="{608E2956-C0F0-4B15-D0BF-F5E3572F3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5848" y="132777"/>
                <a:ext cx="84438" cy="44998"/>
              </a:xfrm>
              <a:custGeom>
                <a:avLst/>
                <a:gdLst>
                  <a:gd name="T0" fmla="*/ 42219 w 21600"/>
                  <a:gd name="T1" fmla="*/ 22499 h 21600"/>
                  <a:gd name="T2" fmla="*/ 42219 w 21600"/>
                  <a:gd name="T3" fmla="*/ 22499 h 21600"/>
                  <a:gd name="T4" fmla="*/ 42219 w 21600"/>
                  <a:gd name="T5" fmla="*/ 22499 h 21600"/>
                  <a:gd name="T6" fmla="*/ 42219 w 21600"/>
                  <a:gd name="T7" fmla="*/ 2249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468" y="0"/>
                    </a:moveTo>
                    <a:lnTo>
                      <a:pt x="1489" y="5082"/>
                    </a:lnTo>
                    <a:lnTo>
                      <a:pt x="0" y="10164"/>
                    </a:lnTo>
                    <a:lnTo>
                      <a:pt x="0" y="16517"/>
                    </a:lnTo>
                    <a:lnTo>
                      <a:pt x="2234" y="21600"/>
                    </a:lnTo>
                    <a:lnTo>
                      <a:pt x="8937" y="21600"/>
                    </a:lnTo>
                    <a:lnTo>
                      <a:pt x="11917" y="20329"/>
                    </a:lnTo>
                    <a:lnTo>
                      <a:pt x="12662" y="19058"/>
                    </a:lnTo>
                    <a:lnTo>
                      <a:pt x="14151" y="17788"/>
                    </a:lnTo>
                    <a:lnTo>
                      <a:pt x="17875" y="11435"/>
                    </a:lnTo>
                    <a:lnTo>
                      <a:pt x="20110" y="11435"/>
                    </a:lnTo>
                    <a:lnTo>
                      <a:pt x="21600" y="8894"/>
                    </a:lnTo>
                    <a:lnTo>
                      <a:pt x="21600" y="7623"/>
                    </a:lnTo>
                    <a:lnTo>
                      <a:pt x="20855" y="5082"/>
                    </a:lnTo>
                    <a:lnTo>
                      <a:pt x="20110" y="3811"/>
                    </a:lnTo>
                    <a:lnTo>
                      <a:pt x="17875" y="2541"/>
                    </a:lnTo>
                    <a:lnTo>
                      <a:pt x="11917" y="1270"/>
                    </a:lnTo>
                    <a:lnTo>
                      <a:pt x="6703" y="0"/>
                    </a:lnTo>
                    <a:lnTo>
                      <a:pt x="4468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3" name="AutoShape 21">
                <a:extLst>
                  <a:ext uri="{FF2B5EF4-FFF2-40B4-BE49-F238E27FC236}">
                    <a16:creationId xmlns:a16="http://schemas.microsoft.com/office/drawing/2014/main" id="{8458F61B-16ED-5468-5D64-2C2137F33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651" y="272931"/>
                <a:ext cx="28636" cy="36884"/>
              </a:xfrm>
              <a:custGeom>
                <a:avLst/>
                <a:gdLst>
                  <a:gd name="T0" fmla="*/ 14318 w 21600"/>
                  <a:gd name="T1" fmla="*/ 18442 h 21600"/>
                  <a:gd name="T2" fmla="*/ 14318 w 21600"/>
                  <a:gd name="T3" fmla="*/ 18442 h 21600"/>
                  <a:gd name="T4" fmla="*/ 14318 w 21600"/>
                  <a:gd name="T5" fmla="*/ 18442 h 21600"/>
                  <a:gd name="T6" fmla="*/ 14318 w 21600"/>
                  <a:gd name="T7" fmla="*/ 1844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279" y="0"/>
                    </a:moveTo>
                    <a:lnTo>
                      <a:pt x="15120" y="0"/>
                    </a:lnTo>
                    <a:lnTo>
                      <a:pt x="12960" y="1542"/>
                    </a:lnTo>
                    <a:lnTo>
                      <a:pt x="10800" y="4628"/>
                    </a:lnTo>
                    <a:lnTo>
                      <a:pt x="2160" y="10800"/>
                    </a:lnTo>
                    <a:lnTo>
                      <a:pt x="0" y="13885"/>
                    </a:lnTo>
                    <a:lnTo>
                      <a:pt x="0" y="18514"/>
                    </a:lnTo>
                    <a:lnTo>
                      <a:pt x="2160" y="21600"/>
                    </a:lnTo>
                    <a:lnTo>
                      <a:pt x="10800" y="21600"/>
                    </a:lnTo>
                    <a:lnTo>
                      <a:pt x="15120" y="20057"/>
                    </a:lnTo>
                    <a:lnTo>
                      <a:pt x="17279" y="16971"/>
                    </a:lnTo>
                    <a:lnTo>
                      <a:pt x="19439" y="12342"/>
                    </a:lnTo>
                    <a:lnTo>
                      <a:pt x="21599" y="10800"/>
                    </a:lnTo>
                    <a:lnTo>
                      <a:pt x="21599" y="1542"/>
                    </a:lnTo>
                    <a:lnTo>
                      <a:pt x="19439" y="0"/>
                    </a:lnTo>
                    <a:lnTo>
                      <a:pt x="1727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4" name="AutoShape 22">
                <a:extLst>
                  <a:ext uri="{FF2B5EF4-FFF2-40B4-BE49-F238E27FC236}">
                    <a16:creationId xmlns:a16="http://schemas.microsoft.com/office/drawing/2014/main" id="{4210DEC4-92E0-C5D4-8586-06A6851DF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714" y="298749"/>
                <a:ext cx="165202" cy="119501"/>
              </a:xfrm>
              <a:custGeom>
                <a:avLst/>
                <a:gdLst>
                  <a:gd name="T0" fmla="*/ 82601 w 21600"/>
                  <a:gd name="T1" fmla="*/ 59751 h 21600"/>
                  <a:gd name="T2" fmla="*/ 82601 w 21600"/>
                  <a:gd name="T3" fmla="*/ 59751 h 21600"/>
                  <a:gd name="T4" fmla="*/ 82601 w 21600"/>
                  <a:gd name="T5" fmla="*/ 59751 h 21600"/>
                  <a:gd name="T6" fmla="*/ 82601 w 21600"/>
                  <a:gd name="T7" fmla="*/ 5975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684" y="4800"/>
                    </a:moveTo>
                    <a:lnTo>
                      <a:pt x="5305" y="4800"/>
                    </a:lnTo>
                    <a:lnTo>
                      <a:pt x="4926" y="4319"/>
                    </a:lnTo>
                    <a:lnTo>
                      <a:pt x="3031" y="4319"/>
                    </a:lnTo>
                    <a:lnTo>
                      <a:pt x="2273" y="5279"/>
                    </a:lnTo>
                    <a:lnTo>
                      <a:pt x="1894" y="6720"/>
                    </a:lnTo>
                    <a:lnTo>
                      <a:pt x="1894" y="8160"/>
                    </a:lnTo>
                    <a:lnTo>
                      <a:pt x="1515" y="8160"/>
                    </a:lnTo>
                    <a:lnTo>
                      <a:pt x="1515" y="11040"/>
                    </a:lnTo>
                    <a:lnTo>
                      <a:pt x="0" y="12960"/>
                    </a:lnTo>
                    <a:lnTo>
                      <a:pt x="0" y="14400"/>
                    </a:lnTo>
                    <a:lnTo>
                      <a:pt x="757" y="14880"/>
                    </a:lnTo>
                    <a:lnTo>
                      <a:pt x="1515" y="15840"/>
                    </a:lnTo>
                    <a:lnTo>
                      <a:pt x="1515" y="16320"/>
                    </a:lnTo>
                    <a:lnTo>
                      <a:pt x="2273" y="17280"/>
                    </a:lnTo>
                    <a:lnTo>
                      <a:pt x="4547" y="17280"/>
                    </a:lnTo>
                    <a:lnTo>
                      <a:pt x="4926" y="16800"/>
                    </a:lnTo>
                    <a:lnTo>
                      <a:pt x="5684" y="16320"/>
                    </a:lnTo>
                    <a:lnTo>
                      <a:pt x="5684" y="15360"/>
                    </a:lnTo>
                    <a:lnTo>
                      <a:pt x="6063" y="14400"/>
                    </a:lnTo>
                    <a:lnTo>
                      <a:pt x="6063" y="15360"/>
                    </a:lnTo>
                    <a:lnTo>
                      <a:pt x="6821" y="16320"/>
                    </a:lnTo>
                    <a:lnTo>
                      <a:pt x="8715" y="16320"/>
                    </a:lnTo>
                    <a:lnTo>
                      <a:pt x="9094" y="15840"/>
                    </a:lnTo>
                    <a:lnTo>
                      <a:pt x="9473" y="15840"/>
                    </a:lnTo>
                    <a:lnTo>
                      <a:pt x="9852" y="15360"/>
                    </a:lnTo>
                    <a:lnTo>
                      <a:pt x="10989" y="15360"/>
                    </a:lnTo>
                    <a:lnTo>
                      <a:pt x="11368" y="15840"/>
                    </a:lnTo>
                    <a:lnTo>
                      <a:pt x="10989" y="16320"/>
                    </a:lnTo>
                    <a:lnTo>
                      <a:pt x="10610" y="17280"/>
                    </a:lnTo>
                    <a:lnTo>
                      <a:pt x="10231" y="17280"/>
                    </a:lnTo>
                    <a:lnTo>
                      <a:pt x="9852" y="17760"/>
                    </a:lnTo>
                    <a:lnTo>
                      <a:pt x="7578" y="18720"/>
                    </a:lnTo>
                    <a:lnTo>
                      <a:pt x="6442" y="19680"/>
                    </a:lnTo>
                    <a:lnTo>
                      <a:pt x="4926" y="20640"/>
                    </a:lnTo>
                    <a:lnTo>
                      <a:pt x="4926" y="21120"/>
                    </a:lnTo>
                    <a:lnTo>
                      <a:pt x="6063" y="21120"/>
                    </a:lnTo>
                    <a:lnTo>
                      <a:pt x="7199" y="21600"/>
                    </a:lnTo>
                    <a:lnTo>
                      <a:pt x="9852" y="21120"/>
                    </a:lnTo>
                    <a:lnTo>
                      <a:pt x="12126" y="19200"/>
                    </a:lnTo>
                    <a:lnTo>
                      <a:pt x="14021" y="18240"/>
                    </a:lnTo>
                    <a:lnTo>
                      <a:pt x="14021" y="17760"/>
                    </a:lnTo>
                    <a:lnTo>
                      <a:pt x="14778" y="16800"/>
                    </a:lnTo>
                    <a:lnTo>
                      <a:pt x="15157" y="16800"/>
                    </a:lnTo>
                    <a:lnTo>
                      <a:pt x="15915" y="17760"/>
                    </a:lnTo>
                    <a:lnTo>
                      <a:pt x="17052" y="17760"/>
                    </a:lnTo>
                    <a:lnTo>
                      <a:pt x="17431" y="16800"/>
                    </a:lnTo>
                    <a:lnTo>
                      <a:pt x="17431" y="17280"/>
                    </a:lnTo>
                    <a:lnTo>
                      <a:pt x="19705" y="17280"/>
                    </a:lnTo>
                    <a:lnTo>
                      <a:pt x="20463" y="16320"/>
                    </a:lnTo>
                    <a:lnTo>
                      <a:pt x="20842" y="15360"/>
                    </a:lnTo>
                    <a:lnTo>
                      <a:pt x="21221" y="13440"/>
                    </a:lnTo>
                    <a:lnTo>
                      <a:pt x="21600" y="11040"/>
                    </a:lnTo>
                    <a:lnTo>
                      <a:pt x="21600" y="9119"/>
                    </a:lnTo>
                    <a:lnTo>
                      <a:pt x="20463" y="8160"/>
                    </a:lnTo>
                    <a:lnTo>
                      <a:pt x="20084" y="8160"/>
                    </a:lnTo>
                    <a:lnTo>
                      <a:pt x="19705" y="8640"/>
                    </a:lnTo>
                    <a:lnTo>
                      <a:pt x="18947" y="9119"/>
                    </a:lnTo>
                    <a:lnTo>
                      <a:pt x="17810" y="9119"/>
                    </a:lnTo>
                    <a:lnTo>
                      <a:pt x="17431" y="8640"/>
                    </a:lnTo>
                    <a:lnTo>
                      <a:pt x="17052" y="7680"/>
                    </a:lnTo>
                    <a:lnTo>
                      <a:pt x="17052" y="7199"/>
                    </a:lnTo>
                    <a:lnTo>
                      <a:pt x="16673" y="6720"/>
                    </a:lnTo>
                    <a:lnTo>
                      <a:pt x="16294" y="5759"/>
                    </a:lnTo>
                    <a:lnTo>
                      <a:pt x="15915" y="3839"/>
                    </a:lnTo>
                    <a:lnTo>
                      <a:pt x="15915" y="3359"/>
                    </a:lnTo>
                    <a:lnTo>
                      <a:pt x="15536" y="2399"/>
                    </a:lnTo>
                    <a:lnTo>
                      <a:pt x="15536" y="0"/>
                    </a:lnTo>
                    <a:lnTo>
                      <a:pt x="15157" y="0"/>
                    </a:lnTo>
                    <a:lnTo>
                      <a:pt x="12884" y="1439"/>
                    </a:lnTo>
                    <a:lnTo>
                      <a:pt x="12126" y="3359"/>
                    </a:lnTo>
                    <a:lnTo>
                      <a:pt x="12505" y="4800"/>
                    </a:lnTo>
                    <a:lnTo>
                      <a:pt x="12126" y="5279"/>
                    </a:lnTo>
                    <a:lnTo>
                      <a:pt x="12126" y="5759"/>
                    </a:lnTo>
                    <a:lnTo>
                      <a:pt x="12505" y="6720"/>
                    </a:lnTo>
                    <a:lnTo>
                      <a:pt x="13263" y="7199"/>
                    </a:lnTo>
                    <a:lnTo>
                      <a:pt x="12884" y="7680"/>
                    </a:lnTo>
                    <a:lnTo>
                      <a:pt x="12505" y="8640"/>
                    </a:lnTo>
                    <a:lnTo>
                      <a:pt x="12126" y="9119"/>
                    </a:lnTo>
                    <a:lnTo>
                      <a:pt x="11368" y="11040"/>
                    </a:lnTo>
                    <a:lnTo>
                      <a:pt x="10989" y="11520"/>
                    </a:lnTo>
                    <a:lnTo>
                      <a:pt x="10610" y="11520"/>
                    </a:lnTo>
                    <a:lnTo>
                      <a:pt x="10610" y="11040"/>
                    </a:lnTo>
                    <a:lnTo>
                      <a:pt x="10231" y="10559"/>
                    </a:lnTo>
                    <a:lnTo>
                      <a:pt x="10231" y="8160"/>
                    </a:lnTo>
                    <a:lnTo>
                      <a:pt x="9473" y="6240"/>
                    </a:lnTo>
                    <a:lnTo>
                      <a:pt x="8715" y="5759"/>
                    </a:lnTo>
                    <a:lnTo>
                      <a:pt x="8336" y="5759"/>
                    </a:lnTo>
                    <a:lnTo>
                      <a:pt x="7578" y="6240"/>
                    </a:lnTo>
                    <a:lnTo>
                      <a:pt x="7199" y="6240"/>
                    </a:lnTo>
                    <a:lnTo>
                      <a:pt x="6821" y="6720"/>
                    </a:lnTo>
                    <a:lnTo>
                      <a:pt x="6442" y="6720"/>
                    </a:lnTo>
                    <a:lnTo>
                      <a:pt x="6063" y="6240"/>
                    </a:lnTo>
                    <a:lnTo>
                      <a:pt x="5684" y="48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5" name="AutoShape 23">
                <a:extLst>
                  <a:ext uri="{FF2B5EF4-FFF2-40B4-BE49-F238E27FC236}">
                    <a16:creationId xmlns:a16="http://schemas.microsoft.com/office/drawing/2014/main" id="{E4E9BBCB-405F-C796-F52A-10641FFCC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099" y="126876"/>
                <a:ext cx="28636" cy="63439"/>
              </a:xfrm>
              <a:custGeom>
                <a:avLst/>
                <a:gdLst>
                  <a:gd name="T0" fmla="*/ 14318 w 21600"/>
                  <a:gd name="T1" fmla="*/ 31720 h 21600"/>
                  <a:gd name="T2" fmla="*/ 14318 w 21600"/>
                  <a:gd name="T3" fmla="*/ 31720 h 21600"/>
                  <a:gd name="T4" fmla="*/ 14318 w 21600"/>
                  <a:gd name="T5" fmla="*/ 31720 h 21600"/>
                  <a:gd name="T6" fmla="*/ 14318 w 21600"/>
                  <a:gd name="T7" fmla="*/ 3172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3599"/>
                    </a:moveTo>
                    <a:lnTo>
                      <a:pt x="8639" y="2699"/>
                    </a:lnTo>
                    <a:lnTo>
                      <a:pt x="8639" y="1799"/>
                    </a:lnTo>
                    <a:lnTo>
                      <a:pt x="6480" y="899"/>
                    </a:lnTo>
                    <a:lnTo>
                      <a:pt x="6480" y="0"/>
                    </a:lnTo>
                    <a:lnTo>
                      <a:pt x="4320" y="0"/>
                    </a:lnTo>
                    <a:lnTo>
                      <a:pt x="2160" y="899"/>
                    </a:lnTo>
                    <a:lnTo>
                      <a:pt x="2160" y="5399"/>
                    </a:lnTo>
                    <a:lnTo>
                      <a:pt x="0" y="9899"/>
                    </a:lnTo>
                    <a:lnTo>
                      <a:pt x="2160" y="11699"/>
                    </a:lnTo>
                    <a:lnTo>
                      <a:pt x="2160" y="15299"/>
                    </a:lnTo>
                    <a:lnTo>
                      <a:pt x="4320" y="17099"/>
                    </a:lnTo>
                    <a:lnTo>
                      <a:pt x="12960" y="20699"/>
                    </a:lnTo>
                    <a:lnTo>
                      <a:pt x="19439" y="21600"/>
                    </a:lnTo>
                    <a:lnTo>
                      <a:pt x="19439" y="20699"/>
                    </a:lnTo>
                    <a:lnTo>
                      <a:pt x="21599" y="20699"/>
                    </a:lnTo>
                    <a:lnTo>
                      <a:pt x="21599" y="17099"/>
                    </a:lnTo>
                    <a:lnTo>
                      <a:pt x="10800" y="3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6" name="AutoShape 24">
                <a:extLst>
                  <a:ext uri="{FF2B5EF4-FFF2-40B4-BE49-F238E27FC236}">
                    <a16:creationId xmlns:a16="http://schemas.microsoft.com/office/drawing/2014/main" id="{778F309D-3C65-67D9-D5E4-B04842669D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4411" y="216870"/>
                <a:ext cx="107198" cy="119501"/>
              </a:xfrm>
              <a:custGeom>
                <a:avLst/>
                <a:gdLst>
                  <a:gd name="T0" fmla="*/ 53599 w 21600"/>
                  <a:gd name="T1" fmla="*/ 59751 h 21600"/>
                  <a:gd name="T2" fmla="*/ 53599 w 21600"/>
                  <a:gd name="T3" fmla="*/ 59751 h 21600"/>
                  <a:gd name="T4" fmla="*/ 53599 w 21600"/>
                  <a:gd name="T5" fmla="*/ 59751 h 21600"/>
                  <a:gd name="T6" fmla="*/ 53599 w 21600"/>
                  <a:gd name="T7" fmla="*/ 5975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670" y="2399"/>
                    </a:moveTo>
                    <a:lnTo>
                      <a:pt x="4086" y="2399"/>
                    </a:lnTo>
                    <a:lnTo>
                      <a:pt x="2918" y="1439"/>
                    </a:lnTo>
                    <a:lnTo>
                      <a:pt x="583" y="1439"/>
                    </a:lnTo>
                    <a:lnTo>
                      <a:pt x="583" y="1919"/>
                    </a:lnTo>
                    <a:lnTo>
                      <a:pt x="0" y="2399"/>
                    </a:lnTo>
                    <a:lnTo>
                      <a:pt x="0" y="3359"/>
                    </a:lnTo>
                    <a:lnTo>
                      <a:pt x="583" y="5279"/>
                    </a:lnTo>
                    <a:lnTo>
                      <a:pt x="1167" y="5759"/>
                    </a:lnTo>
                    <a:lnTo>
                      <a:pt x="1751" y="6720"/>
                    </a:lnTo>
                    <a:lnTo>
                      <a:pt x="2335" y="8160"/>
                    </a:lnTo>
                    <a:lnTo>
                      <a:pt x="3502" y="9119"/>
                    </a:lnTo>
                    <a:lnTo>
                      <a:pt x="4670" y="12000"/>
                    </a:lnTo>
                    <a:lnTo>
                      <a:pt x="8172" y="12000"/>
                    </a:lnTo>
                    <a:lnTo>
                      <a:pt x="9340" y="12480"/>
                    </a:lnTo>
                    <a:lnTo>
                      <a:pt x="9924" y="12960"/>
                    </a:lnTo>
                    <a:lnTo>
                      <a:pt x="10508" y="13920"/>
                    </a:lnTo>
                    <a:lnTo>
                      <a:pt x="11091" y="15360"/>
                    </a:lnTo>
                    <a:lnTo>
                      <a:pt x="11091" y="16800"/>
                    </a:lnTo>
                    <a:lnTo>
                      <a:pt x="12259" y="19680"/>
                    </a:lnTo>
                    <a:lnTo>
                      <a:pt x="14010" y="20640"/>
                    </a:lnTo>
                    <a:lnTo>
                      <a:pt x="15178" y="21120"/>
                    </a:lnTo>
                    <a:lnTo>
                      <a:pt x="16929" y="21600"/>
                    </a:lnTo>
                    <a:lnTo>
                      <a:pt x="18681" y="21600"/>
                    </a:lnTo>
                    <a:lnTo>
                      <a:pt x="19848" y="20640"/>
                    </a:lnTo>
                    <a:lnTo>
                      <a:pt x="21016" y="20159"/>
                    </a:lnTo>
                    <a:lnTo>
                      <a:pt x="21600" y="20159"/>
                    </a:lnTo>
                    <a:lnTo>
                      <a:pt x="21600" y="19680"/>
                    </a:lnTo>
                    <a:lnTo>
                      <a:pt x="21016" y="20159"/>
                    </a:lnTo>
                    <a:lnTo>
                      <a:pt x="20432" y="20159"/>
                    </a:lnTo>
                    <a:lnTo>
                      <a:pt x="19848" y="20640"/>
                    </a:lnTo>
                    <a:lnTo>
                      <a:pt x="18681" y="20640"/>
                    </a:lnTo>
                    <a:lnTo>
                      <a:pt x="18681" y="17280"/>
                    </a:lnTo>
                    <a:lnTo>
                      <a:pt x="18097" y="13920"/>
                    </a:lnTo>
                    <a:lnTo>
                      <a:pt x="16345" y="10559"/>
                    </a:lnTo>
                    <a:lnTo>
                      <a:pt x="16929" y="10079"/>
                    </a:lnTo>
                    <a:lnTo>
                      <a:pt x="19264" y="6240"/>
                    </a:lnTo>
                    <a:lnTo>
                      <a:pt x="19848" y="3839"/>
                    </a:lnTo>
                    <a:lnTo>
                      <a:pt x="19264" y="1919"/>
                    </a:lnTo>
                    <a:lnTo>
                      <a:pt x="17513" y="959"/>
                    </a:lnTo>
                    <a:lnTo>
                      <a:pt x="16345" y="479"/>
                    </a:lnTo>
                    <a:lnTo>
                      <a:pt x="15762" y="479"/>
                    </a:lnTo>
                    <a:lnTo>
                      <a:pt x="14594" y="0"/>
                    </a:lnTo>
                    <a:lnTo>
                      <a:pt x="11091" y="0"/>
                    </a:lnTo>
                    <a:lnTo>
                      <a:pt x="10508" y="479"/>
                    </a:lnTo>
                    <a:lnTo>
                      <a:pt x="10508" y="1439"/>
                    </a:lnTo>
                    <a:lnTo>
                      <a:pt x="11091" y="3359"/>
                    </a:lnTo>
                    <a:lnTo>
                      <a:pt x="11675" y="5759"/>
                    </a:lnTo>
                    <a:lnTo>
                      <a:pt x="12843" y="7680"/>
                    </a:lnTo>
                    <a:lnTo>
                      <a:pt x="12843" y="9119"/>
                    </a:lnTo>
                    <a:lnTo>
                      <a:pt x="11091" y="9119"/>
                    </a:lnTo>
                    <a:lnTo>
                      <a:pt x="9340" y="7680"/>
                    </a:lnTo>
                    <a:lnTo>
                      <a:pt x="5837" y="5759"/>
                    </a:lnTo>
                    <a:lnTo>
                      <a:pt x="4670" y="4319"/>
                    </a:lnTo>
                    <a:lnTo>
                      <a:pt x="4670" y="23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7" name="AutoShape 25">
                <a:extLst>
                  <a:ext uri="{FF2B5EF4-FFF2-40B4-BE49-F238E27FC236}">
                    <a16:creationId xmlns:a16="http://schemas.microsoft.com/office/drawing/2014/main" id="{1A0ADB26-2F33-50D1-6E60-F1BC86FDD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4545" y="293586"/>
                <a:ext cx="63878" cy="61226"/>
              </a:xfrm>
              <a:custGeom>
                <a:avLst/>
                <a:gdLst>
                  <a:gd name="T0" fmla="*/ 31939 w 21600"/>
                  <a:gd name="T1" fmla="*/ 30613 h 21600"/>
                  <a:gd name="T2" fmla="*/ 31939 w 21600"/>
                  <a:gd name="T3" fmla="*/ 30613 h 21600"/>
                  <a:gd name="T4" fmla="*/ 31939 w 21600"/>
                  <a:gd name="T5" fmla="*/ 30613 h 21600"/>
                  <a:gd name="T6" fmla="*/ 31939 w 21600"/>
                  <a:gd name="T7" fmla="*/ 3061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909" y="939"/>
                    </a:moveTo>
                    <a:lnTo>
                      <a:pt x="3927" y="0"/>
                    </a:lnTo>
                    <a:lnTo>
                      <a:pt x="1963" y="0"/>
                    </a:lnTo>
                    <a:lnTo>
                      <a:pt x="981" y="939"/>
                    </a:lnTo>
                    <a:lnTo>
                      <a:pt x="981" y="1878"/>
                    </a:lnTo>
                    <a:lnTo>
                      <a:pt x="2945" y="5634"/>
                    </a:lnTo>
                    <a:lnTo>
                      <a:pt x="2945" y="6573"/>
                    </a:lnTo>
                    <a:lnTo>
                      <a:pt x="1963" y="8452"/>
                    </a:lnTo>
                    <a:lnTo>
                      <a:pt x="1963" y="13147"/>
                    </a:lnTo>
                    <a:lnTo>
                      <a:pt x="981" y="15965"/>
                    </a:lnTo>
                    <a:lnTo>
                      <a:pt x="0" y="17843"/>
                    </a:lnTo>
                    <a:lnTo>
                      <a:pt x="7854" y="15965"/>
                    </a:lnTo>
                    <a:lnTo>
                      <a:pt x="11781" y="21600"/>
                    </a:lnTo>
                    <a:lnTo>
                      <a:pt x="11781" y="20660"/>
                    </a:lnTo>
                    <a:lnTo>
                      <a:pt x="13745" y="20660"/>
                    </a:lnTo>
                    <a:lnTo>
                      <a:pt x="17672" y="18782"/>
                    </a:lnTo>
                    <a:lnTo>
                      <a:pt x="19636" y="16904"/>
                    </a:lnTo>
                    <a:lnTo>
                      <a:pt x="20618" y="15026"/>
                    </a:lnTo>
                    <a:lnTo>
                      <a:pt x="20618" y="13147"/>
                    </a:lnTo>
                    <a:lnTo>
                      <a:pt x="21600" y="11269"/>
                    </a:lnTo>
                    <a:lnTo>
                      <a:pt x="19636" y="5634"/>
                    </a:lnTo>
                    <a:lnTo>
                      <a:pt x="18654" y="5634"/>
                    </a:lnTo>
                    <a:lnTo>
                      <a:pt x="17672" y="4695"/>
                    </a:lnTo>
                    <a:lnTo>
                      <a:pt x="16690" y="2817"/>
                    </a:lnTo>
                    <a:lnTo>
                      <a:pt x="14727" y="1878"/>
                    </a:lnTo>
                    <a:lnTo>
                      <a:pt x="12763" y="0"/>
                    </a:lnTo>
                    <a:lnTo>
                      <a:pt x="7854" y="0"/>
                    </a:lnTo>
                    <a:lnTo>
                      <a:pt x="4909" y="93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8" name="AutoShape 26">
                <a:extLst>
                  <a:ext uri="{FF2B5EF4-FFF2-40B4-BE49-F238E27FC236}">
                    <a16:creationId xmlns:a16="http://schemas.microsoft.com/office/drawing/2014/main" id="{82575434-0FE4-90A4-8D0E-B8414C602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233" y="269981"/>
                <a:ext cx="244499" cy="129828"/>
              </a:xfrm>
              <a:custGeom>
                <a:avLst/>
                <a:gdLst>
                  <a:gd name="T0" fmla="*/ 122250 w 21600"/>
                  <a:gd name="T1" fmla="*/ 64914 h 21600"/>
                  <a:gd name="T2" fmla="*/ 122250 w 21600"/>
                  <a:gd name="T3" fmla="*/ 64914 h 21600"/>
                  <a:gd name="T4" fmla="*/ 122250 w 21600"/>
                  <a:gd name="T5" fmla="*/ 64914 h 21600"/>
                  <a:gd name="T6" fmla="*/ 122250 w 21600"/>
                  <a:gd name="T7" fmla="*/ 6491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42" y="440"/>
                    </a:moveTo>
                    <a:lnTo>
                      <a:pt x="1285" y="440"/>
                    </a:lnTo>
                    <a:lnTo>
                      <a:pt x="1028" y="0"/>
                    </a:lnTo>
                    <a:lnTo>
                      <a:pt x="257" y="0"/>
                    </a:lnTo>
                    <a:lnTo>
                      <a:pt x="0" y="440"/>
                    </a:lnTo>
                    <a:lnTo>
                      <a:pt x="0" y="2204"/>
                    </a:lnTo>
                    <a:lnTo>
                      <a:pt x="257" y="3526"/>
                    </a:lnTo>
                    <a:lnTo>
                      <a:pt x="514" y="5289"/>
                    </a:lnTo>
                    <a:lnTo>
                      <a:pt x="514" y="5730"/>
                    </a:lnTo>
                    <a:lnTo>
                      <a:pt x="771" y="6171"/>
                    </a:lnTo>
                    <a:lnTo>
                      <a:pt x="771" y="6612"/>
                    </a:lnTo>
                    <a:lnTo>
                      <a:pt x="1028" y="7053"/>
                    </a:lnTo>
                    <a:lnTo>
                      <a:pt x="2057" y="7053"/>
                    </a:lnTo>
                    <a:lnTo>
                      <a:pt x="2571" y="6612"/>
                    </a:lnTo>
                    <a:lnTo>
                      <a:pt x="3342" y="5730"/>
                    </a:lnTo>
                    <a:lnTo>
                      <a:pt x="3600" y="5730"/>
                    </a:lnTo>
                    <a:lnTo>
                      <a:pt x="3600" y="5289"/>
                    </a:lnTo>
                    <a:lnTo>
                      <a:pt x="4371" y="5289"/>
                    </a:lnTo>
                    <a:lnTo>
                      <a:pt x="4628" y="6171"/>
                    </a:lnTo>
                    <a:lnTo>
                      <a:pt x="4628" y="7053"/>
                    </a:lnTo>
                    <a:lnTo>
                      <a:pt x="4885" y="8375"/>
                    </a:lnTo>
                    <a:lnTo>
                      <a:pt x="4885" y="10579"/>
                    </a:lnTo>
                    <a:lnTo>
                      <a:pt x="5657" y="15869"/>
                    </a:lnTo>
                    <a:lnTo>
                      <a:pt x="5142" y="15869"/>
                    </a:lnTo>
                    <a:lnTo>
                      <a:pt x="4885" y="16310"/>
                    </a:lnTo>
                    <a:lnTo>
                      <a:pt x="4885" y="17632"/>
                    </a:lnTo>
                    <a:lnTo>
                      <a:pt x="5142" y="18514"/>
                    </a:lnTo>
                    <a:lnTo>
                      <a:pt x="5657" y="19395"/>
                    </a:lnTo>
                    <a:lnTo>
                      <a:pt x="6942" y="19395"/>
                    </a:lnTo>
                    <a:lnTo>
                      <a:pt x="7457" y="18514"/>
                    </a:lnTo>
                    <a:lnTo>
                      <a:pt x="8228" y="18514"/>
                    </a:lnTo>
                    <a:lnTo>
                      <a:pt x="8742" y="18955"/>
                    </a:lnTo>
                    <a:lnTo>
                      <a:pt x="9514" y="20277"/>
                    </a:lnTo>
                    <a:lnTo>
                      <a:pt x="10542" y="20718"/>
                    </a:lnTo>
                    <a:lnTo>
                      <a:pt x="12085" y="21600"/>
                    </a:lnTo>
                    <a:lnTo>
                      <a:pt x="13628" y="21159"/>
                    </a:lnTo>
                    <a:lnTo>
                      <a:pt x="15171" y="21159"/>
                    </a:lnTo>
                    <a:lnTo>
                      <a:pt x="15171" y="20277"/>
                    </a:lnTo>
                    <a:lnTo>
                      <a:pt x="15428" y="19836"/>
                    </a:lnTo>
                    <a:lnTo>
                      <a:pt x="15428" y="19395"/>
                    </a:lnTo>
                    <a:lnTo>
                      <a:pt x="15685" y="18955"/>
                    </a:lnTo>
                    <a:lnTo>
                      <a:pt x="16457" y="18955"/>
                    </a:lnTo>
                    <a:lnTo>
                      <a:pt x="17228" y="19395"/>
                    </a:lnTo>
                    <a:lnTo>
                      <a:pt x="17999" y="20277"/>
                    </a:lnTo>
                    <a:lnTo>
                      <a:pt x="19028" y="20277"/>
                    </a:lnTo>
                    <a:lnTo>
                      <a:pt x="19799" y="18955"/>
                    </a:lnTo>
                    <a:lnTo>
                      <a:pt x="19799" y="16751"/>
                    </a:lnTo>
                    <a:lnTo>
                      <a:pt x="20057" y="16751"/>
                    </a:lnTo>
                    <a:lnTo>
                      <a:pt x="20314" y="16310"/>
                    </a:lnTo>
                    <a:lnTo>
                      <a:pt x="20828" y="16310"/>
                    </a:lnTo>
                    <a:lnTo>
                      <a:pt x="21085" y="15869"/>
                    </a:lnTo>
                    <a:lnTo>
                      <a:pt x="21085" y="14546"/>
                    </a:lnTo>
                    <a:lnTo>
                      <a:pt x="21599" y="13665"/>
                    </a:lnTo>
                    <a:lnTo>
                      <a:pt x="21599" y="12783"/>
                    </a:lnTo>
                    <a:lnTo>
                      <a:pt x="21342" y="12342"/>
                    </a:lnTo>
                    <a:lnTo>
                      <a:pt x="20314" y="11461"/>
                    </a:lnTo>
                    <a:lnTo>
                      <a:pt x="18257" y="10579"/>
                    </a:lnTo>
                    <a:lnTo>
                      <a:pt x="17742" y="10579"/>
                    </a:lnTo>
                    <a:lnTo>
                      <a:pt x="16714" y="9697"/>
                    </a:lnTo>
                    <a:lnTo>
                      <a:pt x="14142" y="9697"/>
                    </a:lnTo>
                    <a:lnTo>
                      <a:pt x="14142" y="10138"/>
                    </a:lnTo>
                    <a:lnTo>
                      <a:pt x="13885" y="10138"/>
                    </a:lnTo>
                    <a:lnTo>
                      <a:pt x="13628" y="10579"/>
                    </a:lnTo>
                    <a:lnTo>
                      <a:pt x="12857" y="11020"/>
                    </a:lnTo>
                    <a:lnTo>
                      <a:pt x="12342" y="11020"/>
                    </a:lnTo>
                    <a:lnTo>
                      <a:pt x="11571" y="10579"/>
                    </a:lnTo>
                    <a:lnTo>
                      <a:pt x="10542" y="9697"/>
                    </a:lnTo>
                    <a:lnTo>
                      <a:pt x="7971" y="7053"/>
                    </a:lnTo>
                    <a:lnTo>
                      <a:pt x="7714" y="6612"/>
                    </a:lnTo>
                    <a:lnTo>
                      <a:pt x="7457" y="5730"/>
                    </a:lnTo>
                    <a:lnTo>
                      <a:pt x="7199" y="5289"/>
                    </a:lnTo>
                    <a:lnTo>
                      <a:pt x="6685" y="5289"/>
                    </a:lnTo>
                    <a:lnTo>
                      <a:pt x="6685" y="4848"/>
                    </a:lnTo>
                    <a:lnTo>
                      <a:pt x="6428" y="4848"/>
                    </a:lnTo>
                    <a:lnTo>
                      <a:pt x="6428" y="2204"/>
                    </a:lnTo>
                    <a:lnTo>
                      <a:pt x="6171" y="2204"/>
                    </a:lnTo>
                    <a:lnTo>
                      <a:pt x="5914" y="1763"/>
                    </a:lnTo>
                    <a:lnTo>
                      <a:pt x="5400" y="1763"/>
                    </a:lnTo>
                    <a:lnTo>
                      <a:pt x="4628" y="3085"/>
                    </a:lnTo>
                    <a:lnTo>
                      <a:pt x="3857" y="3085"/>
                    </a:lnTo>
                    <a:lnTo>
                      <a:pt x="3600" y="2644"/>
                    </a:lnTo>
                    <a:lnTo>
                      <a:pt x="3600" y="1322"/>
                    </a:lnTo>
                    <a:lnTo>
                      <a:pt x="3085" y="881"/>
                    </a:lnTo>
                    <a:lnTo>
                      <a:pt x="2828" y="440"/>
                    </a:lnTo>
                    <a:lnTo>
                      <a:pt x="1542" y="440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19" name="AutoShape 27">
                <a:extLst>
                  <a:ext uri="{FF2B5EF4-FFF2-40B4-BE49-F238E27FC236}">
                    <a16:creationId xmlns:a16="http://schemas.microsoft.com/office/drawing/2014/main" id="{46935483-A96B-8B6C-8236-1D97FD996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541" y="-1"/>
                <a:ext cx="127756" cy="134992"/>
              </a:xfrm>
              <a:custGeom>
                <a:avLst/>
                <a:gdLst>
                  <a:gd name="T0" fmla="*/ 63878 w 21600"/>
                  <a:gd name="T1" fmla="*/ 67496 h 21600"/>
                  <a:gd name="T2" fmla="*/ 63878 w 21600"/>
                  <a:gd name="T3" fmla="*/ 67496 h 21600"/>
                  <a:gd name="T4" fmla="*/ 63878 w 21600"/>
                  <a:gd name="T5" fmla="*/ 67496 h 21600"/>
                  <a:gd name="T6" fmla="*/ 63878 w 21600"/>
                  <a:gd name="T7" fmla="*/ 6749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363" y="9741"/>
                    </a:moveTo>
                    <a:lnTo>
                      <a:pt x="7363" y="9317"/>
                    </a:lnTo>
                    <a:lnTo>
                      <a:pt x="6872" y="8894"/>
                    </a:lnTo>
                    <a:lnTo>
                      <a:pt x="5890" y="7199"/>
                    </a:lnTo>
                    <a:lnTo>
                      <a:pt x="4909" y="6776"/>
                    </a:lnTo>
                    <a:lnTo>
                      <a:pt x="3436" y="6352"/>
                    </a:lnTo>
                    <a:lnTo>
                      <a:pt x="3436" y="5929"/>
                    </a:lnTo>
                    <a:lnTo>
                      <a:pt x="2945" y="5505"/>
                    </a:lnTo>
                    <a:lnTo>
                      <a:pt x="1963" y="5082"/>
                    </a:lnTo>
                    <a:lnTo>
                      <a:pt x="1472" y="4235"/>
                    </a:lnTo>
                    <a:lnTo>
                      <a:pt x="490" y="3388"/>
                    </a:lnTo>
                    <a:lnTo>
                      <a:pt x="490" y="2541"/>
                    </a:lnTo>
                    <a:lnTo>
                      <a:pt x="0" y="1694"/>
                    </a:lnTo>
                    <a:lnTo>
                      <a:pt x="1963" y="0"/>
                    </a:lnTo>
                    <a:lnTo>
                      <a:pt x="3927" y="0"/>
                    </a:lnTo>
                    <a:lnTo>
                      <a:pt x="6872" y="1270"/>
                    </a:lnTo>
                    <a:lnTo>
                      <a:pt x="7363" y="2117"/>
                    </a:lnTo>
                    <a:lnTo>
                      <a:pt x="7854" y="3388"/>
                    </a:lnTo>
                    <a:lnTo>
                      <a:pt x="7854" y="4235"/>
                    </a:lnTo>
                    <a:lnTo>
                      <a:pt x="8836" y="5082"/>
                    </a:lnTo>
                    <a:lnTo>
                      <a:pt x="9818" y="5505"/>
                    </a:lnTo>
                    <a:lnTo>
                      <a:pt x="10800" y="5505"/>
                    </a:lnTo>
                    <a:lnTo>
                      <a:pt x="10800" y="2964"/>
                    </a:lnTo>
                    <a:lnTo>
                      <a:pt x="11781" y="2117"/>
                    </a:lnTo>
                    <a:lnTo>
                      <a:pt x="12272" y="2117"/>
                    </a:lnTo>
                    <a:lnTo>
                      <a:pt x="13254" y="2541"/>
                    </a:lnTo>
                    <a:lnTo>
                      <a:pt x="14727" y="2964"/>
                    </a:lnTo>
                    <a:lnTo>
                      <a:pt x="14727" y="3388"/>
                    </a:lnTo>
                    <a:lnTo>
                      <a:pt x="14236" y="4235"/>
                    </a:lnTo>
                    <a:lnTo>
                      <a:pt x="14236" y="6352"/>
                    </a:lnTo>
                    <a:lnTo>
                      <a:pt x="14727" y="7199"/>
                    </a:lnTo>
                    <a:lnTo>
                      <a:pt x="14727" y="8470"/>
                    </a:lnTo>
                    <a:lnTo>
                      <a:pt x="16199" y="9741"/>
                    </a:lnTo>
                    <a:lnTo>
                      <a:pt x="16690" y="9741"/>
                    </a:lnTo>
                    <a:lnTo>
                      <a:pt x="17672" y="8894"/>
                    </a:lnTo>
                    <a:lnTo>
                      <a:pt x="18654" y="7199"/>
                    </a:lnTo>
                    <a:lnTo>
                      <a:pt x="18654" y="6776"/>
                    </a:lnTo>
                    <a:lnTo>
                      <a:pt x="20127" y="5505"/>
                    </a:lnTo>
                    <a:lnTo>
                      <a:pt x="20618" y="5505"/>
                    </a:lnTo>
                    <a:lnTo>
                      <a:pt x="21109" y="5929"/>
                    </a:lnTo>
                    <a:lnTo>
                      <a:pt x="21109" y="6776"/>
                    </a:lnTo>
                    <a:lnTo>
                      <a:pt x="21600" y="8047"/>
                    </a:lnTo>
                    <a:lnTo>
                      <a:pt x="21600" y="9741"/>
                    </a:lnTo>
                    <a:lnTo>
                      <a:pt x="21109" y="10164"/>
                    </a:lnTo>
                    <a:lnTo>
                      <a:pt x="20127" y="14399"/>
                    </a:lnTo>
                    <a:lnTo>
                      <a:pt x="20618" y="16941"/>
                    </a:lnTo>
                    <a:lnTo>
                      <a:pt x="21600" y="19058"/>
                    </a:lnTo>
                    <a:lnTo>
                      <a:pt x="21600" y="19482"/>
                    </a:lnTo>
                    <a:lnTo>
                      <a:pt x="21109" y="20329"/>
                    </a:lnTo>
                    <a:lnTo>
                      <a:pt x="20618" y="20752"/>
                    </a:lnTo>
                    <a:lnTo>
                      <a:pt x="20618" y="21176"/>
                    </a:lnTo>
                    <a:lnTo>
                      <a:pt x="20127" y="21600"/>
                    </a:lnTo>
                    <a:lnTo>
                      <a:pt x="19636" y="21600"/>
                    </a:lnTo>
                    <a:lnTo>
                      <a:pt x="19145" y="21176"/>
                    </a:lnTo>
                    <a:lnTo>
                      <a:pt x="19145" y="20329"/>
                    </a:lnTo>
                    <a:lnTo>
                      <a:pt x="18654" y="19482"/>
                    </a:lnTo>
                    <a:lnTo>
                      <a:pt x="18654" y="16941"/>
                    </a:lnTo>
                    <a:lnTo>
                      <a:pt x="17672" y="16094"/>
                    </a:lnTo>
                    <a:lnTo>
                      <a:pt x="16690" y="15670"/>
                    </a:lnTo>
                    <a:lnTo>
                      <a:pt x="16199" y="16517"/>
                    </a:lnTo>
                    <a:lnTo>
                      <a:pt x="15709" y="16094"/>
                    </a:lnTo>
                    <a:lnTo>
                      <a:pt x="12763" y="14823"/>
                    </a:lnTo>
                    <a:lnTo>
                      <a:pt x="11290" y="13976"/>
                    </a:lnTo>
                    <a:lnTo>
                      <a:pt x="10800" y="12705"/>
                    </a:lnTo>
                    <a:lnTo>
                      <a:pt x="7363" y="974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0" name="AutoShape 28">
                <a:extLst>
                  <a:ext uri="{FF2B5EF4-FFF2-40B4-BE49-F238E27FC236}">
                    <a16:creationId xmlns:a16="http://schemas.microsoft.com/office/drawing/2014/main" id="{7153484A-E8DA-E662-036C-997E179E0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728" y="58274"/>
                <a:ext cx="55068" cy="71554"/>
              </a:xfrm>
              <a:custGeom>
                <a:avLst/>
                <a:gdLst>
                  <a:gd name="T0" fmla="*/ 27534 w 21600"/>
                  <a:gd name="T1" fmla="*/ 35777 h 21600"/>
                  <a:gd name="T2" fmla="*/ 27534 w 21600"/>
                  <a:gd name="T3" fmla="*/ 35777 h 21600"/>
                  <a:gd name="T4" fmla="*/ 27534 w 21600"/>
                  <a:gd name="T5" fmla="*/ 35777 h 21600"/>
                  <a:gd name="T6" fmla="*/ 27534 w 21600"/>
                  <a:gd name="T7" fmla="*/ 357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094" y="0"/>
                    </a:moveTo>
                    <a:lnTo>
                      <a:pt x="6821" y="0"/>
                    </a:lnTo>
                    <a:lnTo>
                      <a:pt x="4547" y="799"/>
                    </a:lnTo>
                    <a:lnTo>
                      <a:pt x="2273" y="3999"/>
                    </a:lnTo>
                    <a:lnTo>
                      <a:pt x="1136" y="6400"/>
                    </a:lnTo>
                    <a:lnTo>
                      <a:pt x="1136" y="9599"/>
                    </a:lnTo>
                    <a:lnTo>
                      <a:pt x="0" y="19199"/>
                    </a:lnTo>
                    <a:lnTo>
                      <a:pt x="1136" y="19199"/>
                    </a:lnTo>
                    <a:lnTo>
                      <a:pt x="5684" y="20799"/>
                    </a:lnTo>
                    <a:lnTo>
                      <a:pt x="10231" y="21600"/>
                    </a:lnTo>
                    <a:lnTo>
                      <a:pt x="15915" y="21600"/>
                    </a:lnTo>
                    <a:lnTo>
                      <a:pt x="20463" y="20000"/>
                    </a:lnTo>
                    <a:lnTo>
                      <a:pt x="21599" y="15999"/>
                    </a:lnTo>
                    <a:lnTo>
                      <a:pt x="9094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1" name="AutoShape 29">
                <a:extLst>
                  <a:ext uri="{FF2B5EF4-FFF2-40B4-BE49-F238E27FC236}">
                    <a16:creationId xmlns:a16="http://schemas.microsoft.com/office/drawing/2014/main" id="{DA763D0F-F36A-5F2F-1829-3772FAC61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551" y="71552"/>
                <a:ext cx="99122" cy="193266"/>
              </a:xfrm>
              <a:custGeom>
                <a:avLst/>
                <a:gdLst>
                  <a:gd name="T0" fmla="*/ 49561 w 21600"/>
                  <a:gd name="T1" fmla="*/ 96633 h 21600"/>
                  <a:gd name="T2" fmla="*/ 49561 w 21600"/>
                  <a:gd name="T3" fmla="*/ 96633 h 21600"/>
                  <a:gd name="T4" fmla="*/ 49561 w 21600"/>
                  <a:gd name="T5" fmla="*/ 96633 h 21600"/>
                  <a:gd name="T6" fmla="*/ 49561 w 21600"/>
                  <a:gd name="T7" fmla="*/ 9663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352" y="295"/>
                    </a:moveTo>
                    <a:lnTo>
                      <a:pt x="5717" y="295"/>
                    </a:lnTo>
                    <a:lnTo>
                      <a:pt x="5717" y="0"/>
                    </a:lnTo>
                    <a:lnTo>
                      <a:pt x="3811" y="0"/>
                    </a:lnTo>
                    <a:lnTo>
                      <a:pt x="3176" y="295"/>
                    </a:lnTo>
                    <a:lnTo>
                      <a:pt x="3176" y="1183"/>
                    </a:lnTo>
                    <a:lnTo>
                      <a:pt x="3811" y="1479"/>
                    </a:lnTo>
                    <a:lnTo>
                      <a:pt x="3811" y="2367"/>
                    </a:lnTo>
                    <a:lnTo>
                      <a:pt x="3176" y="2958"/>
                    </a:lnTo>
                    <a:lnTo>
                      <a:pt x="2541" y="2958"/>
                    </a:lnTo>
                    <a:lnTo>
                      <a:pt x="1905" y="3254"/>
                    </a:lnTo>
                    <a:lnTo>
                      <a:pt x="1270" y="3846"/>
                    </a:lnTo>
                    <a:lnTo>
                      <a:pt x="1270" y="4734"/>
                    </a:lnTo>
                    <a:lnTo>
                      <a:pt x="635" y="5917"/>
                    </a:lnTo>
                    <a:lnTo>
                      <a:pt x="635" y="8284"/>
                    </a:lnTo>
                    <a:lnTo>
                      <a:pt x="0" y="8580"/>
                    </a:lnTo>
                    <a:lnTo>
                      <a:pt x="0" y="9764"/>
                    </a:lnTo>
                    <a:lnTo>
                      <a:pt x="635" y="10652"/>
                    </a:lnTo>
                    <a:lnTo>
                      <a:pt x="1905" y="11539"/>
                    </a:lnTo>
                    <a:lnTo>
                      <a:pt x="635" y="12427"/>
                    </a:lnTo>
                    <a:lnTo>
                      <a:pt x="2541" y="12427"/>
                    </a:lnTo>
                    <a:lnTo>
                      <a:pt x="3811" y="13019"/>
                    </a:lnTo>
                    <a:lnTo>
                      <a:pt x="4447" y="13610"/>
                    </a:lnTo>
                    <a:lnTo>
                      <a:pt x="4447" y="14794"/>
                    </a:lnTo>
                    <a:lnTo>
                      <a:pt x="5082" y="15090"/>
                    </a:lnTo>
                    <a:lnTo>
                      <a:pt x="4447" y="15682"/>
                    </a:lnTo>
                    <a:lnTo>
                      <a:pt x="4447" y="15978"/>
                    </a:lnTo>
                    <a:lnTo>
                      <a:pt x="3811" y="15978"/>
                    </a:lnTo>
                    <a:lnTo>
                      <a:pt x="3811" y="16273"/>
                    </a:lnTo>
                    <a:lnTo>
                      <a:pt x="3176" y="16569"/>
                    </a:lnTo>
                    <a:lnTo>
                      <a:pt x="3176" y="17753"/>
                    </a:lnTo>
                    <a:lnTo>
                      <a:pt x="3811" y="18641"/>
                    </a:lnTo>
                    <a:lnTo>
                      <a:pt x="3811" y="18936"/>
                    </a:lnTo>
                    <a:lnTo>
                      <a:pt x="3176" y="19232"/>
                    </a:lnTo>
                    <a:lnTo>
                      <a:pt x="3176" y="19528"/>
                    </a:lnTo>
                    <a:lnTo>
                      <a:pt x="3811" y="20120"/>
                    </a:lnTo>
                    <a:lnTo>
                      <a:pt x="3811" y="20712"/>
                    </a:lnTo>
                    <a:lnTo>
                      <a:pt x="5082" y="21008"/>
                    </a:lnTo>
                    <a:lnTo>
                      <a:pt x="6988" y="21304"/>
                    </a:lnTo>
                    <a:lnTo>
                      <a:pt x="8258" y="21599"/>
                    </a:lnTo>
                    <a:lnTo>
                      <a:pt x="12705" y="21599"/>
                    </a:lnTo>
                    <a:lnTo>
                      <a:pt x="13976" y="21304"/>
                    </a:lnTo>
                    <a:lnTo>
                      <a:pt x="15247" y="20712"/>
                    </a:lnTo>
                    <a:lnTo>
                      <a:pt x="15882" y="19824"/>
                    </a:lnTo>
                    <a:lnTo>
                      <a:pt x="16517" y="19232"/>
                    </a:lnTo>
                    <a:lnTo>
                      <a:pt x="16517" y="18641"/>
                    </a:lnTo>
                    <a:lnTo>
                      <a:pt x="17788" y="17753"/>
                    </a:lnTo>
                    <a:lnTo>
                      <a:pt x="18423" y="17161"/>
                    </a:lnTo>
                    <a:lnTo>
                      <a:pt x="20329" y="16273"/>
                    </a:lnTo>
                    <a:lnTo>
                      <a:pt x="20329" y="15978"/>
                    </a:lnTo>
                    <a:lnTo>
                      <a:pt x="21599" y="14794"/>
                    </a:lnTo>
                    <a:lnTo>
                      <a:pt x="21599" y="12427"/>
                    </a:lnTo>
                    <a:lnTo>
                      <a:pt x="20964" y="11835"/>
                    </a:lnTo>
                    <a:lnTo>
                      <a:pt x="19694" y="11539"/>
                    </a:lnTo>
                    <a:lnTo>
                      <a:pt x="19058" y="11539"/>
                    </a:lnTo>
                    <a:lnTo>
                      <a:pt x="17788" y="11835"/>
                    </a:lnTo>
                    <a:lnTo>
                      <a:pt x="15882" y="11835"/>
                    </a:lnTo>
                    <a:lnTo>
                      <a:pt x="16517" y="11539"/>
                    </a:lnTo>
                    <a:lnTo>
                      <a:pt x="17152" y="10947"/>
                    </a:lnTo>
                    <a:lnTo>
                      <a:pt x="17788" y="10652"/>
                    </a:lnTo>
                    <a:lnTo>
                      <a:pt x="17788" y="7693"/>
                    </a:lnTo>
                    <a:lnTo>
                      <a:pt x="17152" y="7101"/>
                    </a:lnTo>
                    <a:lnTo>
                      <a:pt x="16517" y="6213"/>
                    </a:lnTo>
                    <a:lnTo>
                      <a:pt x="13976" y="4438"/>
                    </a:lnTo>
                    <a:lnTo>
                      <a:pt x="12705" y="3846"/>
                    </a:lnTo>
                    <a:lnTo>
                      <a:pt x="11435" y="2663"/>
                    </a:lnTo>
                    <a:lnTo>
                      <a:pt x="10164" y="2367"/>
                    </a:lnTo>
                    <a:lnTo>
                      <a:pt x="9529" y="2071"/>
                    </a:lnTo>
                    <a:lnTo>
                      <a:pt x="8258" y="1775"/>
                    </a:lnTo>
                    <a:lnTo>
                      <a:pt x="5717" y="591"/>
                    </a:lnTo>
                    <a:lnTo>
                      <a:pt x="6352" y="29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2" name="AutoShape 30">
                <a:extLst>
                  <a:ext uri="{FF2B5EF4-FFF2-40B4-BE49-F238E27FC236}">
                    <a16:creationId xmlns:a16="http://schemas.microsoft.com/office/drawing/2014/main" id="{EA3DDCB8-A31B-9049-432F-E64E0D594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730" y="618891"/>
                <a:ext cx="72690" cy="61226"/>
              </a:xfrm>
              <a:custGeom>
                <a:avLst/>
                <a:gdLst>
                  <a:gd name="T0" fmla="*/ 36345 w 21600"/>
                  <a:gd name="T1" fmla="*/ 30613 h 21600"/>
                  <a:gd name="T2" fmla="*/ 36345 w 21600"/>
                  <a:gd name="T3" fmla="*/ 30613 h 21600"/>
                  <a:gd name="T4" fmla="*/ 36345 w 21600"/>
                  <a:gd name="T5" fmla="*/ 30613 h 21600"/>
                  <a:gd name="T6" fmla="*/ 36345 w 21600"/>
                  <a:gd name="T7" fmla="*/ 3061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368" y="8452"/>
                    </a:moveTo>
                    <a:lnTo>
                      <a:pt x="7776" y="8452"/>
                    </a:lnTo>
                    <a:lnTo>
                      <a:pt x="6911" y="9391"/>
                    </a:lnTo>
                    <a:lnTo>
                      <a:pt x="5184" y="10330"/>
                    </a:lnTo>
                    <a:lnTo>
                      <a:pt x="3455" y="12208"/>
                    </a:lnTo>
                    <a:lnTo>
                      <a:pt x="1728" y="12208"/>
                    </a:lnTo>
                    <a:lnTo>
                      <a:pt x="0" y="14086"/>
                    </a:lnTo>
                    <a:lnTo>
                      <a:pt x="0" y="17843"/>
                    </a:lnTo>
                    <a:lnTo>
                      <a:pt x="1728" y="18782"/>
                    </a:lnTo>
                    <a:lnTo>
                      <a:pt x="2592" y="19721"/>
                    </a:lnTo>
                    <a:lnTo>
                      <a:pt x="7776" y="21600"/>
                    </a:lnTo>
                    <a:lnTo>
                      <a:pt x="12959" y="21600"/>
                    </a:lnTo>
                    <a:lnTo>
                      <a:pt x="14687" y="20660"/>
                    </a:lnTo>
                    <a:lnTo>
                      <a:pt x="20736" y="20660"/>
                    </a:lnTo>
                    <a:lnTo>
                      <a:pt x="21599" y="21600"/>
                    </a:lnTo>
                    <a:lnTo>
                      <a:pt x="21599" y="20660"/>
                    </a:lnTo>
                    <a:lnTo>
                      <a:pt x="20736" y="19721"/>
                    </a:lnTo>
                    <a:lnTo>
                      <a:pt x="20736" y="16904"/>
                    </a:lnTo>
                    <a:lnTo>
                      <a:pt x="19872" y="14086"/>
                    </a:lnTo>
                    <a:lnTo>
                      <a:pt x="19008" y="12208"/>
                    </a:lnTo>
                    <a:lnTo>
                      <a:pt x="17280" y="10330"/>
                    </a:lnTo>
                    <a:lnTo>
                      <a:pt x="17280" y="8452"/>
                    </a:lnTo>
                    <a:lnTo>
                      <a:pt x="16416" y="6573"/>
                    </a:lnTo>
                    <a:lnTo>
                      <a:pt x="16416" y="4695"/>
                    </a:lnTo>
                    <a:lnTo>
                      <a:pt x="15552" y="2817"/>
                    </a:lnTo>
                    <a:lnTo>
                      <a:pt x="12959" y="0"/>
                    </a:lnTo>
                    <a:lnTo>
                      <a:pt x="11231" y="939"/>
                    </a:lnTo>
                    <a:lnTo>
                      <a:pt x="10368" y="845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3" name="AutoShape 31">
                <a:extLst>
                  <a:ext uri="{FF2B5EF4-FFF2-40B4-BE49-F238E27FC236}">
                    <a16:creationId xmlns:a16="http://schemas.microsoft.com/office/drawing/2014/main" id="{DCC0B4CE-208C-85A3-1935-09A96A6B4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4109" y="404972"/>
                <a:ext cx="87374" cy="58275"/>
              </a:xfrm>
              <a:custGeom>
                <a:avLst/>
                <a:gdLst>
                  <a:gd name="T0" fmla="*/ 43687 w 21600"/>
                  <a:gd name="T1" fmla="*/ 29138 h 21600"/>
                  <a:gd name="T2" fmla="*/ 43687 w 21600"/>
                  <a:gd name="T3" fmla="*/ 29138 h 21600"/>
                  <a:gd name="T4" fmla="*/ 43687 w 21600"/>
                  <a:gd name="T5" fmla="*/ 29138 h 21600"/>
                  <a:gd name="T6" fmla="*/ 43687 w 21600"/>
                  <a:gd name="T7" fmla="*/ 2913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039" y="981"/>
                    </a:moveTo>
                    <a:lnTo>
                      <a:pt x="1439" y="981"/>
                    </a:lnTo>
                    <a:lnTo>
                      <a:pt x="719" y="1963"/>
                    </a:lnTo>
                    <a:lnTo>
                      <a:pt x="0" y="3927"/>
                    </a:lnTo>
                    <a:lnTo>
                      <a:pt x="0" y="13745"/>
                    </a:lnTo>
                    <a:lnTo>
                      <a:pt x="1439" y="17672"/>
                    </a:lnTo>
                    <a:lnTo>
                      <a:pt x="2159" y="18654"/>
                    </a:lnTo>
                    <a:lnTo>
                      <a:pt x="4320" y="19636"/>
                    </a:lnTo>
                    <a:lnTo>
                      <a:pt x="5039" y="20618"/>
                    </a:lnTo>
                    <a:lnTo>
                      <a:pt x="6479" y="21599"/>
                    </a:lnTo>
                    <a:lnTo>
                      <a:pt x="7919" y="21599"/>
                    </a:lnTo>
                    <a:lnTo>
                      <a:pt x="9359" y="20618"/>
                    </a:lnTo>
                    <a:lnTo>
                      <a:pt x="20879" y="20618"/>
                    </a:lnTo>
                    <a:lnTo>
                      <a:pt x="21600" y="17672"/>
                    </a:lnTo>
                    <a:lnTo>
                      <a:pt x="20879" y="16690"/>
                    </a:lnTo>
                    <a:lnTo>
                      <a:pt x="20879" y="13745"/>
                    </a:lnTo>
                    <a:lnTo>
                      <a:pt x="20159" y="10800"/>
                    </a:lnTo>
                    <a:lnTo>
                      <a:pt x="20159" y="7854"/>
                    </a:lnTo>
                    <a:lnTo>
                      <a:pt x="19440" y="5890"/>
                    </a:lnTo>
                    <a:lnTo>
                      <a:pt x="19440" y="2945"/>
                    </a:lnTo>
                    <a:lnTo>
                      <a:pt x="17280" y="0"/>
                    </a:lnTo>
                    <a:lnTo>
                      <a:pt x="13680" y="0"/>
                    </a:lnTo>
                    <a:lnTo>
                      <a:pt x="10800" y="981"/>
                    </a:lnTo>
                    <a:lnTo>
                      <a:pt x="5039" y="98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4" name="AutoShape 32">
                <a:extLst>
                  <a:ext uri="{FF2B5EF4-FFF2-40B4-BE49-F238E27FC236}">
                    <a16:creationId xmlns:a16="http://schemas.microsoft.com/office/drawing/2014/main" id="{F72C207C-056C-489C-32D1-DF2A92147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050" y="677166"/>
                <a:ext cx="34510" cy="42785"/>
              </a:xfrm>
              <a:custGeom>
                <a:avLst/>
                <a:gdLst>
                  <a:gd name="T0" fmla="*/ 17255 w 21600"/>
                  <a:gd name="T1" fmla="*/ 21393 h 21600"/>
                  <a:gd name="T2" fmla="*/ 17255 w 21600"/>
                  <a:gd name="T3" fmla="*/ 21393 h 21600"/>
                  <a:gd name="T4" fmla="*/ 17255 w 21600"/>
                  <a:gd name="T5" fmla="*/ 21393 h 21600"/>
                  <a:gd name="T6" fmla="*/ 17255 w 21600"/>
                  <a:gd name="T7" fmla="*/ 2139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999" y="0"/>
                    </a:moveTo>
                    <a:lnTo>
                      <a:pt x="5400" y="0"/>
                    </a:lnTo>
                    <a:lnTo>
                      <a:pt x="1799" y="2700"/>
                    </a:lnTo>
                    <a:lnTo>
                      <a:pt x="0" y="5400"/>
                    </a:lnTo>
                    <a:lnTo>
                      <a:pt x="0" y="17549"/>
                    </a:lnTo>
                    <a:lnTo>
                      <a:pt x="1799" y="20249"/>
                    </a:lnTo>
                    <a:lnTo>
                      <a:pt x="5400" y="21599"/>
                    </a:lnTo>
                    <a:lnTo>
                      <a:pt x="16199" y="21599"/>
                    </a:lnTo>
                    <a:lnTo>
                      <a:pt x="19799" y="20249"/>
                    </a:lnTo>
                    <a:lnTo>
                      <a:pt x="21599" y="18899"/>
                    </a:lnTo>
                    <a:lnTo>
                      <a:pt x="21599" y="5400"/>
                    </a:lnTo>
                    <a:lnTo>
                      <a:pt x="19799" y="2700"/>
                    </a:lnTo>
                    <a:lnTo>
                      <a:pt x="17999" y="1350"/>
                    </a:lnTo>
                    <a:lnTo>
                      <a:pt x="14399" y="0"/>
                    </a:lnTo>
                    <a:lnTo>
                      <a:pt x="899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5" name="AutoShape 33">
                <a:extLst>
                  <a:ext uri="{FF2B5EF4-FFF2-40B4-BE49-F238E27FC236}">
                    <a16:creationId xmlns:a16="http://schemas.microsoft.com/office/drawing/2014/main" id="{3D68E45B-2940-B16F-0384-9A5BE3CBB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366" y="39833"/>
                <a:ext cx="331137" cy="354812"/>
              </a:xfrm>
              <a:custGeom>
                <a:avLst/>
                <a:gdLst>
                  <a:gd name="T0" fmla="*/ 165569 w 21600"/>
                  <a:gd name="T1" fmla="*/ 177406 h 21600"/>
                  <a:gd name="T2" fmla="*/ 165569 w 21600"/>
                  <a:gd name="T3" fmla="*/ 177406 h 21600"/>
                  <a:gd name="T4" fmla="*/ 165569 w 21600"/>
                  <a:gd name="T5" fmla="*/ 177406 h 21600"/>
                  <a:gd name="T6" fmla="*/ 165569 w 21600"/>
                  <a:gd name="T7" fmla="*/ 17740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031" y="5480"/>
                    </a:moveTo>
                    <a:lnTo>
                      <a:pt x="21599" y="6447"/>
                    </a:lnTo>
                    <a:lnTo>
                      <a:pt x="20463" y="6770"/>
                    </a:lnTo>
                    <a:lnTo>
                      <a:pt x="20084" y="6770"/>
                    </a:lnTo>
                    <a:lnTo>
                      <a:pt x="19705" y="6608"/>
                    </a:lnTo>
                    <a:lnTo>
                      <a:pt x="19515" y="6608"/>
                    </a:lnTo>
                    <a:lnTo>
                      <a:pt x="19326" y="6447"/>
                    </a:lnTo>
                    <a:lnTo>
                      <a:pt x="18568" y="6447"/>
                    </a:lnTo>
                    <a:lnTo>
                      <a:pt x="18568" y="6770"/>
                    </a:lnTo>
                    <a:lnTo>
                      <a:pt x="18757" y="6770"/>
                    </a:lnTo>
                    <a:lnTo>
                      <a:pt x="18947" y="6931"/>
                    </a:lnTo>
                    <a:lnTo>
                      <a:pt x="18947" y="7092"/>
                    </a:lnTo>
                    <a:lnTo>
                      <a:pt x="19136" y="7253"/>
                    </a:lnTo>
                    <a:lnTo>
                      <a:pt x="18947" y="7414"/>
                    </a:lnTo>
                    <a:lnTo>
                      <a:pt x="18378" y="7414"/>
                    </a:lnTo>
                    <a:lnTo>
                      <a:pt x="18189" y="7576"/>
                    </a:lnTo>
                    <a:lnTo>
                      <a:pt x="18189" y="7737"/>
                    </a:lnTo>
                    <a:lnTo>
                      <a:pt x="19326" y="7737"/>
                    </a:lnTo>
                    <a:lnTo>
                      <a:pt x="19705" y="7898"/>
                    </a:lnTo>
                    <a:lnTo>
                      <a:pt x="19326" y="8220"/>
                    </a:lnTo>
                    <a:lnTo>
                      <a:pt x="19136" y="8220"/>
                    </a:lnTo>
                    <a:lnTo>
                      <a:pt x="18947" y="8382"/>
                    </a:lnTo>
                    <a:lnTo>
                      <a:pt x="18947" y="8543"/>
                    </a:lnTo>
                    <a:lnTo>
                      <a:pt x="19136" y="8543"/>
                    </a:lnTo>
                    <a:lnTo>
                      <a:pt x="19136" y="8704"/>
                    </a:lnTo>
                    <a:lnTo>
                      <a:pt x="20273" y="8543"/>
                    </a:lnTo>
                    <a:lnTo>
                      <a:pt x="20463" y="8704"/>
                    </a:lnTo>
                    <a:lnTo>
                      <a:pt x="20463" y="8865"/>
                    </a:lnTo>
                    <a:lnTo>
                      <a:pt x="20084" y="9188"/>
                    </a:lnTo>
                    <a:lnTo>
                      <a:pt x="19705" y="9188"/>
                    </a:lnTo>
                    <a:lnTo>
                      <a:pt x="18947" y="9349"/>
                    </a:lnTo>
                    <a:lnTo>
                      <a:pt x="18378" y="9510"/>
                    </a:lnTo>
                    <a:lnTo>
                      <a:pt x="17810" y="9832"/>
                    </a:lnTo>
                    <a:lnTo>
                      <a:pt x="16673" y="10800"/>
                    </a:lnTo>
                    <a:lnTo>
                      <a:pt x="16294" y="10961"/>
                    </a:lnTo>
                    <a:lnTo>
                      <a:pt x="15726" y="11122"/>
                    </a:lnTo>
                    <a:lnTo>
                      <a:pt x="15347" y="11122"/>
                    </a:lnTo>
                    <a:lnTo>
                      <a:pt x="15726" y="11444"/>
                    </a:lnTo>
                    <a:lnTo>
                      <a:pt x="14968" y="12089"/>
                    </a:lnTo>
                    <a:lnTo>
                      <a:pt x="14589" y="12250"/>
                    </a:lnTo>
                    <a:lnTo>
                      <a:pt x="14399" y="12250"/>
                    </a:lnTo>
                    <a:lnTo>
                      <a:pt x="14399" y="12411"/>
                    </a:lnTo>
                    <a:lnTo>
                      <a:pt x="14589" y="12573"/>
                    </a:lnTo>
                    <a:lnTo>
                      <a:pt x="14589" y="12734"/>
                    </a:lnTo>
                    <a:lnTo>
                      <a:pt x="14021" y="13217"/>
                    </a:lnTo>
                    <a:lnTo>
                      <a:pt x="13831" y="13217"/>
                    </a:lnTo>
                    <a:lnTo>
                      <a:pt x="13263" y="12895"/>
                    </a:lnTo>
                    <a:lnTo>
                      <a:pt x="12505" y="13379"/>
                    </a:lnTo>
                    <a:lnTo>
                      <a:pt x="12315" y="13217"/>
                    </a:lnTo>
                    <a:lnTo>
                      <a:pt x="12126" y="13217"/>
                    </a:lnTo>
                    <a:lnTo>
                      <a:pt x="11368" y="13862"/>
                    </a:lnTo>
                    <a:lnTo>
                      <a:pt x="11368" y="14023"/>
                    </a:lnTo>
                    <a:lnTo>
                      <a:pt x="10800" y="14507"/>
                    </a:lnTo>
                    <a:lnTo>
                      <a:pt x="10231" y="14507"/>
                    </a:lnTo>
                    <a:lnTo>
                      <a:pt x="10042" y="14668"/>
                    </a:lnTo>
                    <a:lnTo>
                      <a:pt x="10042" y="15152"/>
                    </a:lnTo>
                    <a:lnTo>
                      <a:pt x="10231" y="14991"/>
                    </a:lnTo>
                    <a:lnTo>
                      <a:pt x="10610" y="15152"/>
                    </a:lnTo>
                    <a:lnTo>
                      <a:pt x="10989" y="15152"/>
                    </a:lnTo>
                    <a:lnTo>
                      <a:pt x="11368" y="15474"/>
                    </a:lnTo>
                    <a:lnTo>
                      <a:pt x="10800" y="15958"/>
                    </a:lnTo>
                    <a:lnTo>
                      <a:pt x="10610" y="15958"/>
                    </a:lnTo>
                    <a:lnTo>
                      <a:pt x="10421" y="16119"/>
                    </a:lnTo>
                    <a:lnTo>
                      <a:pt x="10421" y="16280"/>
                    </a:lnTo>
                    <a:lnTo>
                      <a:pt x="10231" y="16441"/>
                    </a:lnTo>
                    <a:lnTo>
                      <a:pt x="9852" y="16602"/>
                    </a:lnTo>
                    <a:lnTo>
                      <a:pt x="9663" y="16764"/>
                    </a:lnTo>
                    <a:lnTo>
                      <a:pt x="9473" y="17247"/>
                    </a:lnTo>
                    <a:lnTo>
                      <a:pt x="9094" y="17892"/>
                    </a:lnTo>
                    <a:lnTo>
                      <a:pt x="8715" y="18053"/>
                    </a:lnTo>
                    <a:lnTo>
                      <a:pt x="8336" y="18053"/>
                    </a:lnTo>
                    <a:lnTo>
                      <a:pt x="8147" y="18214"/>
                    </a:lnTo>
                    <a:lnTo>
                      <a:pt x="7768" y="18053"/>
                    </a:lnTo>
                    <a:lnTo>
                      <a:pt x="7578" y="18053"/>
                    </a:lnTo>
                    <a:lnTo>
                      <a:pt x="7389" y="18376"/>
                    </a:lnTo>
                    <a:lnTo>
                      <a:pt x="7389" y="18537"/>
                    </a:lnTo>
                    <a:lnTo>
                      <a:pt x="7199" y="18859"/>
                    </a:lnTo>
                    <a:lnTo>
                      <a:pt x="7199" y="19182"/>
                    </a:lnTo>
                    <a:lnTo>
                      <a:pt x="7389" y="19504"/>
                    </a:lnTo>
                    <a:lnTo>
                      <a:pt x="7389" y="20632"/>
                    </a:lnTo>
                    <a:lnTo>
                      <a:pt x="6821" y="21116"/>
                    </a:lnTo>
                    <a:lnTo>
                      <a:pt x="6442" y="21116"/>
                    </a:lnTo>
                    <a:lnTo>
                      <a:pt x="5873" y="21438"/>
                    </a:lnTo>
                    <a:lnTo>
                      <a:pt x="5494" y="21438"/>
                    </a:lnTo>
                    <a:lnTo>
                      <a:pt x="5115" y="21600"/>
                    </a:lnTo>
                    <a:lnTo>
                      <a:pt x="4926" y="21438"/>
                    </a:lnTo>
                    <a:lnTo>
                      <a:pt x="4736" y="21438"/>
                    </a:lnTo>
                    <a:lnTo>
                      <a:pt x="4547" y="21277"/>
                    </a:lnTo>
                    <a:lnTo>
                      <a:pt x="4547" y="21116"/>
                    </a:lnTo>
                    <a:lnTo>
                      <a:pt x="4357" y="20794"/>
                    </a:lnTo>
                    <a:lnTo>
                      <a:pt x="3600" y="20471"/>
                    </a:lnTo>
                    <a:lnTo>
                      <a:pt x="3031" y="20471"/>
                    </a:lnTo>
                    <a:lnTo>
                      <a:pt x="2652" y="20632"/>
                    </a:lnTo>
                    <a:lnTo>
                      <a:pt x="2273" y="20632"/>
                    </a:lnTo>
                    <a:lnTo>
                      <a:pt x="1705" y="20149"/>
                    </a:lnTo>
                    <a:lnTo>
                      <a:pt x="1515" y="20149"/>
                    </a:lnTo>
                    <a:lnTo>
                      <a:pt x="947" y="19826"/>
                    </a:lnTo>
                    <a:lnTo>
                      <a:pt x="568" y="19665"/>
                    </a:lnTo>
                    <a:lnTo>
                      <a:pt x="189" y="19343"/>
                    </a:lnTo>
                    <a:lnTo>
                      <a:pt x="189" y="19182"/>
                    </a:lnTo>
                    <a:lnTo>
                      <a:pt x="0" y="19182"/>
                    </a:lnTo>
                    <a:lnTo>
                      <a:pt x="0" y="19020"/>
                    </a:lnTo>
                    <a:lnTo>
                      <a:pt x="378" y="18537"/>
                    </a:lnTo>
                    <a:lnTo>
                      <a:pt x="568" y="18214"/>
                    </a:lnTo>
                    <a:lnTo>
                      <a:pt x="947" y="18053"/>
                    </a:lnTo>
                    <a:lnTo>
                      <a:pt x="1136" y="17892"/>
                    </a:lnTo>
                    <a:lnTo>
                      <a:pt x="1515" y="17892"/>
                    </a:lnTo>
                    <a:lnTo>
                      <a:pt x="2273" y="17570"/>
                    </a:lnTo>
                    <a:lnTo>
                      <a:pt x="2273" y="17408"/>
                    </a:lnTo>
                    <a:lnTo>
                      <a:pt x="2084" y="17247"/>
                    </a:lnTo>
                    <a:lnTo>
                      <a:pt x="1705" y="17247"/>
                    </a:lnTo>
                    <a:lnTo>
                      <a:pt x="1705" y="16925"/>
                    </a:lnTo>
                    <a:lnTo>
                      <a:pt x="2084" y="16602"/>
                    </a:lnTo>
                    <a:lnTo>
                      <a:pt x="2463" y="16602"/>
                    </a:lnTo>
                    <a:lnTo>
                      <a:pt x="2652" y="16764"/>
                    </a:lnTo>
                    <a:lnTo>
                      <a:pt x="2842" y="17086"/>
                    </a:lnTo>
                    <a:lnTo>
                      <a:pt x="3410" y="17570"/>
                    </a:lnTo>
                    <a:lnTo>
                      <a:pt x="4168" y="17570"/>
                    </a:lnTo>
                    <a:lnTo>
                      <a:pt x="4168" y="17247"/>
                    </a:lnTo>
                    <a:lnTo>
                      <a:pt x="3978" y="17086"/>
                    </a:lnTo>
                    <a:lnTo>
                      <a:pt x="3978" y="16925"/>
                    </a:lnTo>
                    <a:lnTo>
                      <a:pt x="3789" y="16764"/>
                    </a:lnTo>
                    <a:lnTo>
                      <a:pt x="3789" y="16602"/>
                    </a:lnTo>
                    <a:lnTo>
                      <a:pt x="3410" y="16441"/>
                    </a:lnTo>
                    <a:lnTo>
                      <a:pt x="3410" y="16119"/>
                    </a:lnTo>
                    <a:lnTo>
                      <a:pt x="3600" y="15958"/>
                    </a:lnTo>
                    <a:lnTo>
                      <a:pt x="3789" y="15635"/>
                    </a:lnTo>
                    <a:lnTo>
                      <a:pt x="3789" y="15474"/>
                    </a:lnTo>
                    <a:lnTo>
                      <a:pt x="3410" y="15474"/>
                    </a:lnTo>
                    <a:lnTo>
                      <a:pt x="2652" y="15958"/>
                    </a:lnTo>
                    <a:lnTo>
                      <a:pt x="2463" y="15958"/>
                    </a:lnTo>
                    <a:lnTo>
                      <a:pt x="2273" y="15797"/>
                    </a:lnTo>
                    <a:lnTo>
                      <a:pt x="2463" y="15635"/>
                    </a:lnTo>
                    <a:lnTo>
                      <a:pt x="2463" y="15313"/>
                    </a:lnTo>
                    <a:lnTo>
                      <a:pt x="2842" y="14991"/>
                    </a:lnTo>
                    <a:lnTo>
                      <a:pt x="3221" y="14507"/>
                    </a:lnTo>
                    <a:lnTo>
                      <a:pt x="3410" y="14185"/>
                    </a:lnTo>
                    <a:lnTo>
                      <a:pt x="3600" y="14023"/>
                    </a:lnTo>
                    <a:lnTo>
                      <a:pt x="3789" y="14023"/>
                    </a:lnTo>
                    <a:lnTo>
                      <a:pt x="4168" y="14346"/>
                    </a:lnTo>
                    <a:lnTo>
                      <a:pt x="4357" y="14346"/>
                    </a:lnTo>
                    <a:lnTo>
                      <a:pt x="5494" y="13862"/>
                    </a:lnTo>
                    <a:lnTo>
                      <a:pt x="5873" y="13540"/>
                    </a:lnTo>
                    <a:lnTo>
                      <a:pt x="6063" y="13540"/>
                    </a:lnTo>
                    <a:lnTo>
                      <a:pt x="6442" y="13379"/>
                    </a:lnTo>
                    <a:lnTo>
                      <a:pt x="6442" y="13217"/>
                    </a:lnTo>
                    <a:lnTo>
                      <a:pt x="6252" y="13056"/>
                    </a:lnTo>
                    <a:lnTo>
                      <a:pt x="5873" y="13056"/>
                    </a:lnTo>
                    <a:lnTo>
                      <a:pt x="5684" y="13379"/>
                    </a:lnTo>
                    <a:lnTo>
                      <a:pt x="5305" y="13379"/>
                    </a:lnTo>
                    <a:lnTo>
                      <a:pt x="5115" y="13217"/>
                    </a:lnTo>
                    <a:lnTo>
                      <a:pt x="4926" y="13217"/>
                    </a:lnTo>
                    <a:lnTo>
                      <a:pt x="4736" y="13056"/>
                    </a:lnTo>
                    <a:lnTo>
                      <a:pt x="5115" y="11605"/>
                    </a:lnTo>
                    <a:lnTo>
                      <a:pt x="5494" y="11283"/>
                    </a:lnTo>
                    <a:lnTo>
                      <a:pt x="5684" y="10961"/>
                    </a:lnTo>
                    <a:lnTo>
                      <a:pt x="5684" y="10800"/>
                    </a:lnTo>
                    <a:lnTo>
                      <a:pt x="5494" y="10638"/>
                    </a:lnTo>
                    <a:lnTo>
                      <a:pt x="5115" y="10155"/>
                    </a:lnTo>
                    <a:lnTo>
                      <a:pt x="4926" y="9832"/>
                    </a:lnTo>
                    <a:lnTo>
                      <a:pt x="4926" y="9026"/>
                    </a:lnTo>
                    <a:lnTo>
                      <a:pt x="5305" y="8865"/>
                    </a:lnTo>
                    <a:lnTo>
                      <a:pt x="5494" y="8704"/>
                    </a:lnTo>
                    <a:lnTo>
                      <a:pt x="5684" y="8704"/>
                    </a:lnTo>
                    <a:lnTo>
                      <a:pt x="6063" y="8865"/>
                    </a:lnTo>
                    <a:lnTo>
                      <a:pt x="6442" y="9188"/>
                    </a:lnTo>
                    <a:lnTo>
                      <a:pt x="6631" y="9510"/>
                    </a:lnTo>
                    <a:lnTo>
                      <a:pt x="6821" y="9671"/>
                    </a:lnTo>
                    <a:lnTo>
                      <a:pt x="7010" y="11283"/>
                    </a:lnTo>
                    <a:lnTo>
                      <a:pt x="7010" y="11605"/>
                    </a:lnTo>
                    <a:lnTo>
                      <a:pt x="7199" y="11605"/>
                    </a:lnTo>
                    <a:lnTo>
                      <a:pt x="7389" y="11444"/>
                    </a:lnTo>
                    <a:lnTo>
                      <a:pt x="7389" y="11283"/>
                    </a:lnTo>
                    <a:lnTo>
                      <a:pt x="7768" y="10961"/>
                    </a:lnTo>
                    <a:lnTo>
                      <a:pt x="7768" y="10800"/>
                    </a:lnTo>
                    <a:lnTo>
                      <a:pt x="7578" y="10316"/>
                    </a:lnTo>
                    <a:lnTo>
                      <a:pt x="7578" y="9349"/>
                    </a:lnTo>
                    <a:lnTo>
                      <a:pt x="7768" y="9188"/>
                    </a:lnTo>
                    <a:lnTo>
                      <a:pt x="7957" y="8865"/>
                    </a:lnTo>
                    <a:lnTo>
                      <a:pt x="7957" y="8543"/>
                    </a:lnTo>
                    <a:lnTo>
                      <a:pt x="8147" y="8220"/>
                    </a:lnTo>
                    <a:lnTo>
                      <a:pt x="8147" y="7737"/>
                    </a:lnTo>
                    <a:lnTo>
                      <a:pt x="9852" y="7576"/>
                    </a:lnTo>
                    <a:lnTo>
                      <a:pt x="10231" y="7737"/>
                    </a:lnTo>
                    <a:lnTo>
                      <a:pt x="10989" y="7737"/>
                    </a:lnTo>
                    <a:lnTo>
                      <a:pt x="11178" y="7576"/>
                    </a:lnTo>
                    <a:lnTo>
                      <a:pt x="11368" y="7253"/>
                    </a:lnTo>
                    <a:lnTo>
                      <a:pt x="11557" y="7092"/>
                    </a:lnTo>
                    <a:lnTo>
                      <a:pt x="11936" y="6931"/>
                    </a:lnTo>
                    <a:lnTo>
                      <a:pt x="12315" y="6931"/>
                    </a:lnTo>
                    <a:lnTo>
                      <a:pt x="12126" y="6770"/>
                    </a:lnTo>
                    <a:lnTo>
                      <a:pt x="12505" y="6447"/>
                    </a:lnTo>
                    <a:lnTo>
                      <a:pt x="12694" y="6447"/>
                    </a:lnTo>
                    <a:lnTo>
                      <a:pt x="12694" y="6286"/>
                    </a:lnTo>
                    <a:lnTo>
                      <a:pt x="12315" y="6125"/>
                    </a:lnTo>
                    <a:lnTo>
                      <a:pt x="9094" y="6447"/>
                    </a:lnTo>
                    <a:lnTo>
                      <a:pt x="8715" y="6125"/>
                    </a:lnTo>
                    <a:lnTo>
                      <a:pt x="8526" y="6125"/>
                    </a:lnTo>
                    <a:lnTo>
                      <a:pt x="8147" y="5964"/>
                    </a:lnTo>
                    <a:lnTo>
                      <a:pt x="6631" y="5964"/>
                    </a:lnTo>
                    <a:lnTo>
                      <a:pt x="6252" y="5641"/>
                    </a:lnTo>
                    <a:lnTo>
                      <a:pt x="5873" y="5641"/>
                    </a:lnTo>
                    <a:lnTo>
                      <a:pt x="5873" y="5802"/>
                    </a:lnTo>
                    <a:lnTo>
                      <a:pt x="5494" y="5964"/>
                    </a:lnTo>
                    <a:lnTo>
                      <a:pt x="5115" y="5964"/>
                    </a:lnTo>
                    <a:lnTo>
                      <a:pt x="5115" y="5802"/>
                    </a:lnTo>
                    <a:lnTo>
                      <a:pt x="4168" y="5158"/>
                    </a:lnTo>
                    <a:lnTo>
                      <a:pt x="3978" y="4835"/>
                    </a:lnTo>
                    <a:lnTo>
                      <a:pt x="3978" y="4513"/>
                    </a:lnTo>
                    <a:lnTo>
                      <a:pt x="4168" y="4352"/>
                    </a:lnTo>
                    <a:lnTo>
                      <a:pt x="4357" y="4029"/>
                    </a:lnTo>
                    <a:lnTo>
                      <a:pt x="4168" y="3707"/>
                    </a:lnTo>
                    <a:lnTo>
                      <a:pt x="4168" y="3546"/>
                    </a:lnTo>
                    <a:lnTo>
                      <a:pt x="3978" y="3546"/>
                    </a:lnTo>
                    <a:lnTo>
                      <a:pt x="4168" y="3385"/>
                    </a:lnTo>
                    <a:lnTo>
                      <a:pt x="4168" y="3223"/>
                    </a:lnTo>
                    <a:lnTo>
                      <a:pt x="4547" y="3062"/>
                    </a:lnTo>
                    <a:lnTo>
                      <a:pt x="4736" y="2901"/>
                    </a:lnTo>
                    <a:lnTo>
                      <a:pt x="5305" y="2901"/>
                    </a:lnTo>
                    <a:lnTo>
                      <a:pt x="5684" y="3062"/>
                    </a:lnTo>
                    <a:lnTo>
                      <a:pt x="6063" y="3385"/>
                    </a:lnTo>
                    <a:lnTo>
                      <a:pt x="6252" y="3385"/>
                    </a:lnTo>
                    <a:lnTo>
                      <a:pt x="6442" y="3546"/>
                    </a:lnTo>
                    <a:lnTo>
                      <a:pt x="6631" y="2740"/>
                    </a:lnTo>
                    <a:lnTo>
                      <a:pt x="6631" y="2579"/>
                    </a:lnTo>
                    <a:lnTo>
                      <a:pt x="7010" y="2256"/>
                    </a:lnTo>
                    <a:lnTo>
                      <a:pt x="7389" y="2095"/>
                    </a:lnTo>
                    <a:lnTo>
                      <a:pt x="8147" y="2095"/>
                    </a:lnTo>
                    <a:lnTo>
                      <a:pt x="8526" y="1934"/>
                    </a:lnTo>
                    <a:lnTo>
                      <a:pt x="8715" y="1773"/>
                    </a:lnTo>
                    <a:lnTo>
                      <a:pt x="9094" y="2095"/>
                    </a:lnTo>
                    <a:lnTo>
                      <a:pt x="9473" y="1450"/>
                    </a:lnTo>
                    <a:lnTo>
                      <a:pt x="9473" y="1289"/>
                    </a:lnTo>
                    <a:lnTo>
                      <a:pt x="9663" y="1128"/>
                    </a:lnTo>
                    <a:lnTo>
                      <a:pt x="10042" y="967"/>
                    </a:lnTo>
                    <a:lnTo>
                      <a:pt x="10421" y="644"/>
                    </a:lnTo>
                    <a:lnTo>
                      <a:pt x="11178" y="483"/>
                    </a:lnTo>
                    <a:lnTo>
                      <a:pt x="11368" y="1128"/>
                    </a:lnTo>
                    <a:lnTo>
                      <a:pt x="11557" y="322"/>
                    </a:lnTo>
                    <a:lnTo>
                      <a:pt x="11557" y="161"/>
                    </a:lnTo>
                    <a:lnTo>
                      <a:pt x="11936" y="161"/>
                    </a:lnTo>
                    <a:lnTo>
                      <a:pt x="12315" y="0"/>
                    </a:lnTo>
                    <a:lnTo>
                      <a:pt x="13073" y="0"/>
                    </a:lnTo>
                    <a:lnTo>
                      <a:pt x="14021" y="161"/>
                    </a:lnTo>
                    <a:lnTo>
                      <a:pt x="15157" y="161"/>
                    </a:lnTo>
                    <a:lnTo>
                      <a:pt x="16105" y="322"/>
                    </a:lnTo>
                    <a:lnTo>
                      <a:pt x="16484" y="322"/>
                    </a:lnTo>
                    <a:lnTo>
                      <a:pt x="16484" y="1128"/>
                    </a:lnTo>
                    <a:lnTo>
                      <a:pt x="17052" y="644"/>
                    </a:lnTo>
                    <a:lnTo>
                      <a:pt x="17431" y="483"/>
                    </a:lnTo>
                    <a:lnTo>
                      <a:pt x="17810" y="483"/>
                    </a:lnTo>
                    <a:lnTo>
                      <a:pt x="18189" y="644"/>
                    </a:lnTo>
                    <a:lnTo>
                      <a:pt x="18568" y="644"/>
                    </a:lnTo>
                    <a:lnTo>
                      <a:pt x="18947" y="967"/>
                    </a:lnTo>
                    <a:lnTo>
                      <a:pt x="19136" y="1289"/>
                    </a:lnTo>
                    <a:lnTo>
                      <a:pt x="19515" y="1611"/>
                    </a:lnTo>
                    <a:lnTo>
                      <a:pt x="19894" y="1773"/>
                    </a:lnTo>
                    <a:lnTo>
                      <a:pt x="20084" y="2095"/>
                    </a:lnTo>
                    <a:lnTo>
                      <a:pt x="19705" y="2417"/>
                    </a:lnTo>
                    <a:lnTo>
                      <a:pt x="19894" y="2417"/>
                    </a:lnTo>
                    <a:lnTo>
                      <a:pt x="19894" y="2256"/>
                    </a:lnTo>
                    <a:lnTo>
                      <a:pt x="20273" y="2256"/>
                    </a:lnTo>
                    <a:lnTo>
                      <a:pt x="20463" y="2417"/>
                    </a:lnTo>
                    <a:lnTo>
                      <a:pt x="20842" y="2901"/>
                    </a:lnTo>
                    <a:lnTo>
                      <a:pt x="21031" y="3223"/>
                    </a:lnTo>
                    <a:lnTo>
                      <a:pt x="20652" y="4191"/>
                    </a:lnTo>
                    <a:lnTo>
                      <a:pt x="20463" y="4513"/>
                    </a:lnTo>
                    <a:lnTo>
                      <a:pt x="20652" y="4835"/>
                    </a:lnTo>
                    <a:lnTo>
                      <a:pt x="20652" y="5158"/>
                    </a:lnTo>
                    <a:lnTo>
                      <a:pt x="21031" y="548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6" name="AutoShape 34">
                <a:extLst>
                  <a:ext uri="{FF2B5EF4-FFF2-40B4-BE49-F238E27FC236}">
                    <a16:creationId xmlns:a16="http://schemas.microsoft.com/office/drawing/2014/main" id="{2EB70B52-F2A9-B3DA-AB43-FBE676AAA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197" y="534799"/>
                <a:ext cx="1588868" cy="986244"/>
              </a:xfrm>
              <a:custGeom>
                <a:avLst/>
                <a:gdLst>
                  <a:gd name="T0" fmla="*/ 794434 w 21600"/>
                  <a:gd name="T1" fmla="*/ 493122 h 21600"/>
                  <a:gd name="T2" fmla="*/ 794434 w 21600"/>
                  <a:gd name="T3" fmla="*/ 493122 h 21600"/>
                  <a:gd name="T4" fmla="*/ 794434 w 21600"/>
                  <a:gd name="T5" fmla="*/ 493122 h 21600"/>
                  <a:gd name="T6" fmla="*/ 794434 w 21600"/>
                  <a:gd name="T7" fmla="*/ 49312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782" y="20326"/>
                    </a:moveTo>
                    <a:lnTo>
                      <a:pt x="17058" y="19978"/>
                    </a:lnTo>
                    <a:lnTo>
                      <a:pt x="17374" y="19746"/>
                    </a:lnTo>
                    <a:lnTo>
                      <a:pt x="17651" y="19689"/>
                    </a:lnTo>
                    <a:lnTo>
                      <a:pt x="17888" y="19631"/>
                    </a:lnTo>
                    <a:lnTo>
                      <a:pt x="17967" y="19631"/>
                    </a:lnTo>
                    <a:lnTo>
                      <a:pt x="18085" y="19341"/>
                    </a:lnTo>
                    <a:lnTo>
                      <a:pt x="18164" y="19167"/>
                    </a:lnTo>
                    <a:lnTo>
                      <a:pt x="18243" y="19052"/>
                    </a:lnTo>
                    <a:lnTo>
                      <a:pt x="18401" y="18936"/>
                    </a:lnTo>
                    <a:lnTo>
                      <a:pt x="18440" y="18936"/>
                    </a:lnTo>
                    <a:lnTo>
                      <a:pt x="18480" y="18994"/>
                    </a:lnTo>
                    <a:lnTo>
                      <a:pt x="18519" y="18994"/>
                    </a:lnTo>
                    <a:lnTo>
                      <a:pt x="18638" y="19052"/>
                    </a:lnTo>
                    <a:lnTo>
                      <a:pt x="18677" y="19283"/>
                    </a:lnTo>
                    <a:lnTo>
                      <a:pt x="18638" y="19515"/>
                    </a:lnTo>
                    <a:lnTo>
                      <a:pt x="18559" y="19746"/>
                    </a:lnTo>
                    <a:lnTo>
                      <a:pt x="18519" y="19920"/>
                    </a:lnTo>
                    <a:lnTo>
                      <a:pt x="18480" y="19978"/>
                    </a:lnTo>
                    <a:lnTo>
                      <a:pt x="18677" y="20210"/>
                    </a:lnTo>
                    <a:lnTo>
                      <a:pt x="18875" y="20268"/>
                    </a:lnTo>
                    <a:lnTo>
                      <a:pt x="19033" y="20152"/>
                    </a:lnTo>
                    <a:lnTo>
                      <a:pt x="19151" y="20036"/>
                    </a:lnTo>
                    <a:lnTo>
                      <a:pt x="19191" y="19978"/>
                    </a:lnTo>
                    <a:lnTo>
                      <a:pt x="19349" y="19978"/>
                    </a:lnTo>
                    <a:lnTo>
                      <a:pt x="19388" y="20036"/>
                    </a:lnTo>
                    <a:lnTo>
                      <a:pt x="19388" y="20094"/>
                    </a:lnTo>
                    <a:lnTo>
                      <a:pt x="19230" y="20326"/>
                    </a:lnTo>
                    <a:lnTo>
                      <a:pt x="19191" y="20326"/>
                    </a:lnTo>
                    <a:lnTo>
                      <a:pt x="19072" y="20441"/>
                    </a:lnTo>
                    <a:lnTo>
                      <a:pt x="18993" y="20499"/>
                    </a:lnTo>
                    <a:lnTo>
                      <a:pt x="18954" y="20615"/>
                    </a:lnTo>
                    <a:lnTo>
                      <a:pt x="18954" y="20847"/>
                    </a:lnTo>
                    <a:lnTo>
                      <a:pt x="18993" y="20905"/>
                    </a:lnTo>
                    <a:lnTo>
                      <a:pt x="19112" y="20905"/>
                    </a:lnTo>
                    <a:lnTo>
                      <a:pt x="19586" y="20673"/>
                    </a:lnTo>
                    <a:lnTo>
                      <a:pt x="19783" y="20557"/>
                    </a:lnTo>
                    <a:lnTo>
                      <a:pt x="19941" y="20441"/>
                    </a:lnTo>
                    <a:lnTo>
                      <a:pt x="19980" y="20383"/>
                    </a:lnTo>
                    <a:lnTo>
                      <a:pt x="19980" y="20326"/>
                    </a:lnTo>
                    <a:lnTo>
                      <a:pt x="19862" y="20152"/>
                    </a:lnTo>
                    <a:lnTo>
                      <a:pt x="19823" y="20152"/>
                    </a:lnTo>
                    <a:lnTo>
                      <a:pt x="19744" y="20094"/>
                    </a:lnTo>
                    <a:lnTo>
                      <a:pt x="19665" y="19978"/>
                    </a:lnTo>
                    <a:lnTo>
                      <a:pt x="19546" y="19862"/>
                    </a:lnTo>
                    <a:lnTo>
                      <a:pt x="19388" y="19631"/>
                    </a:lnTo>
                    <a:lnTo>
                      <a:pt x="19349" y="19515"/>
                    </a:lnTo>
                    <a:lnTo>
                      <a:pt x="19191" y="19283"/>
                    </a:lnTo>
                    <a:lnTo>
                      <a:pt x="19151" y="19167"/>
                    </a:lnTo>
                    <a:lnTo>
                      <a:pt x="19191" y="19052"/>
                    </a:lnTo>
                    <a:lnTo>
                      <a:pt x="19191" y="18994"/>
                    </a:lnTo>
                    <a:lnTo>
                      <a:pt x="19230" y="18936"/>
                    </a:lnTo>
                    <a:lnTo>
                      <a:pt x="19230" y="18762"/>
                    </a:lnTo>
                    <a:lnTo>
                      <a:pt x="19191" y="18704"/>
                    </a:lnTo>
                    <a:lnTo>
                      <a:pt x="19151" y="18704"/>
                    </a:lnTo>
                    <a:lnTo>
                      <a:pt x="19112" y="18646"/>
                    </a:lnTo>
                    <a:lnTo>
                      <a:pt x="19072" y="18704"/>
                    </a:lnTo>
                    <a:lnTo>
                      <a:pt x="19033" y="18704"/>
                    </a:lnTo>
                    <a:lnTo>
                      <a:pt x="19033" y="18530"/>
                    </a:lnTo>
                    <a:lnTo>
                      <a:pt x="19151" y="18530"/>
                    </a:lnTo>
                    <a:lnTo>
                      <a:pt x="19309" y="18415"/>
                    </a:lnTo>
                    <a:lnTo>
                      <a:pt x="19349" y="18299"/>
                    </a:lnTo>
                    <a:lnTo>
                      <a:pt x="19388" y="18241"/>
                    </a:lnTo>
                    <a:lnTo>
                      <a:pt x="19388" y="18183"/>
                    </a:lnTo>
                    <a:lnTo>
                      <a:pt x="19349" y="18067"/>
                    </a:lnTo>
                    <a:lnTo>
                      <a:pt x="19270" y="17951"/>
                    </a:lnTo>
                    <a:lnTo>
                      <a:pt x="19112" y="17951"/>
                    </a:lnTo>
                    <a:lnTo>
                      <a:pt x="19072" y="18009"/>
                    </a:lnTo>
                    <a:lnTo>
                      <a:pt x="19033" y="18009"/>
                    </a:lnTo>
                    <a:lnTo>
                      <a:pt x="18717" y="18183"/>
                    </a:lnTo>
                    <a:lnTo>
                      <a:pt x="18480" y="18357"/>
                    </a:lnTo>
                    <a:lnTo>
                      <a:pt x="18361" y="18472"/>
                    </a:lnTo>
                    <a:lnTo>
                      <a:pt x="17927" y="19109"/>
                    </a:lnTo>
                    <a:lnTo>
                      <a:pt x="17730" y="19283"/>
                    </a:lnTo>
                    <a:lnTo>
                      <a:pt x="17611" y="19341"/>
                    </a:lnTo>
                    <a:lnTo>
                      <a:pt x="18204" y="18299"/>
                    </a:lnTo>
                    <a:lnTo>
                      <a:pt x="18322" y="18009"/>
                    </a:lnTo>
                    <a:lnTo>
                      <a:pt x="18361" y="17951"/>
                    </a:lnTo>
                    <a:lnTo>
                      <a:pt x="18796" y="17546"/>
                    </a:lnTo>
                    <a:lnTo>
                      <a:pt x="19112" y="17314"/>
                    </a:lnTo>
                    <a:lnTo>
                      <a:pt x="19230" y="17314"/>
                    </a:lnTo>
                    <a:lnTo>
                      <a:pt x="19546" y="17372"/>
                    </a:lnTo>
                    <a:lnTo>
                      <a:pt x="20178" y="17372"/>
                    </a:lnTo>
                    <a:lnTo>
                      <a:pt x="20415" y="17314"/>
                    </a:lnTo>
                    <a:lnTo>
                      <a:pt x="20494" y="17314"/>
                    </a:lnTo>
                    <a:lnTo>
                      <a:pt x="20652" y="17256"/>
                    </a:lnTo>
                    <a:lnTo>
                      <a:pt x="20770" y="17198"/>
                    </a:lnTo>
                    <a:lnTo>
                      <a:pt x="20889" y="17025"/>
                    </a:lnTo>
                    <a:lnTo>
                      <a:pt x="20928" y="16909"/>
                    </a:lnTo>
                    <a:lnTo>
                      <a:pt x="20928" y="16793"/>
                    </a:lnTo>
                    <a:lnTo>
                      <a:pt x="21007" y="16619"/>
                    </a:lnTo>
                    <a:lnTo>
                      <a:pt x="21086" y="16504"/>
                    </a:lnTo>
                    <a:lnTo>
                      <a:pt x="21244" y="16388"/>
                    </a:lnTo>
                    <a:lnTo>
                      <a:pt x="21323" y="16388"/>
                    </a:lnTo>
                    <a:lnTo>
                      <a:pt x="21363" y="16446"/>
                    </a:lnTo>
                    <a:lnTo>
                      <a:pt x="21521" y="16272"/>
                    </a:lnTo>
                    <a:lnTo>
                      <a:pt x="21599" y="15982"/>
                    </a:lnTo>
                    <a:lnTo>
                      <a:pt x="21599" y="15635"/>
                    </a:lnTo>
                    <a:lnTo>
                      <a:pt x="21560" y="15345"/>
                    </a:lnTo>
                    <a:lnTo>
                      <a:pt x="21481" y="15172"/>
                    </a:lnTo>
                    <a:lnTo>
                      <a:pt x="21363" y="14998"/>
                    </a:lnTo>
                    <a:lnTo>
                      <a:pt x="21284" y="14998"/>
                    </a:lnTo>
                    <a:lnTo>
                      <a:pt x="21244" y="14766"/>
                    </a:lnTo>
                    <a:lnTo>
                      <a:pt x="21205" y="14593"/>
                    </a:lnTo>
                    <a:lnTo>
                      <a:pt x="21165" y="14535"/>
                    </a:lnTo>
                    <a:lnTo>
                      <a:pt x="21165" y="14477"/>
                    </a:lnTo>
                    <a:lnTo>
                      <a:pt x="20770" y="14477"/>
                    </a:lnTo>
                    <a:lnTo>
                      <a:pt x="20691" y="14535"/>
                    </a:lnTo>
                    <a:lnTo>
                      <a:pt x="20652" y="14593"/>
                    </a:lnTo>
                    <a:lnTo>
                      <a:pt x="20612" y="14535"/>
                    </a:lnTo>
                    <a:lnTo>
                      <a:pt x="20573" y="14535"/>
                    </a:lnTo>
                    <a:lnTo>
                      <a:pt x="20533" y="14477"/>
                    </a:lnTo>
                    <a:lnTo>
                      <a:pt x="20415" y="14013"/>
                    </a:lnTo>
                    <a:lnTo>
                      <a:pt x="20336" y="13550"/>
                    </a:lnTo>
                    <a:lnTo>
                      <a:pt x="20257" y="13203"/>
                    </a:lnTo>
                    <a:lnTo>
                      <a:pt x="20217" y="13087"/>
                    </a:lnTo>
                    <a:lnTo>
                      <a:pt x="20217" y="13203"/>
                    </a:lnTo>
                    <a:lnTo>
                      <a:pt x="20178" y="12971"/>
                    </a:lnTo>
                    <a:lnTo>
                      <a:pt x="20059" y="12624"/>
                    </a:lnTo>
                    <a:lnTo>
                      <a:pt x="19941" y="12218"/>
                    </a:lnTo>
                    <a:lnTo>
                      <a:pt x="19783" y="11813"/>
                    </a:lnTo>
                    <a:lnTo>
                      <a:pt x="19665" y="11523"/>
                    </a:lnTo>
                    <a:lnTo>
                      <a:pt x="19625" y="11408"/>
                    </a:lnTo>
                    <a:lnTo>
                      <a:pt x="19586" y="11118"/>
                    </a:lnTo>
                    <a:lnTo>
                      <a:pt x="19507" y="10944"/>
                    </a:lnTo>
                    <a:lnTo>
                      <a:pt x="19467" y="10828"/>
                    </a:lnTo>
                    <a:lnTo>
                      <a:pt x="19388" y="10771"/>
                    </a:lnTo>
                    <a:lnTo>
                      <a:pt x="19349" y="10713"/>
                    </a:lnTo>
                    <a:lnTo>
                      <a:pt x="19230" y="10713"/>
                    </a:lnTo>
                    <a:lnTo>
                      <a:pt x="19230" y="10771"/>
                    </a:lnTo>
                    <a:lnTo>
                      <a:pt x="19191" y="10771"/>
                    </a:lnTo>
                    <a:lnTo>
                      <a:pt x="19230" y="11176"/>
                    </a:lnTo>
                    <a:lnTo>
                      <a:pt x="19151" y="11408"/>
                    </a:lnTo>
                    <a:lnTo>
                      <a:pt x="19033" y="11581"/>
                    </a:lnTo>
                    <a:lnTo>
                      <a:pt x="18914" y="11697"/>
                    </a:lnTo>
                    <a:lnTo>
                      <a:pt x="18835" y="11697"/>
                    </a:lnTo>
                    <a:lnTo>
                      <a:pt x="18598" y="11813"/>
                    </a:lnTo>
                    <a:lnTo>
                      <a:pt x="18401" y="11813"/>
                    </a:lnTo>
                    <a:lnTo>
                      <a:pt x="18282" y="11697"/>
                    </a:lnTo>
                    <a:lnTo>
                      <a:pt x="18243" y="11581"/>
                    </a:lnTo>
                    <a:lnTo>
                      <a:pt x="18204" y="11523"/>
                    </a:lnTo>
                    <a:lnTo>
                      <a:pt x="18125" y="11234"/>
                    </a:lnTo>
                    <a:lnTo>
                      <a:pt x="18125" y="10944"/>
                    </a:lnTo>
                    <a:lnTo>
                      <a:pt x="18164" y="10713"/>
                    </a:lnTo>
                    <a:lnTo>
                      <a:pt x="18204" y="10597"/>
                    </a:lnTo>
                    <a:lnTo>
                      <a:pt x="18085" y="10249"/>
                    </a:lnTo>
                    <a:lnTo>
                      <a:pt x="18125" y="10134"/>
                    </a:lnTo>
                    <a:lnTo>
                      <a:pt x="18125" y="9960"/>
                    </a:lnTo>
                    <a:lnTo>
                      <a:pt x="18085" y="9902"/>
                    </a:lnTo>
                    <a:lnTo>
                      <a:pt x="17927" y="9786"/>
                    </a:lnTo>
                    <a:lnTo>
                      <a:pt x="17848" y="9670"/>
                    </a:lnTo>
                    <a:lnTo>
                      <a:pt x="17769" y="9612"/>
                    </a:lnTo>
                    <a:lnTo>
                      <a:pt x="17730" y="9497"/>
                    </a:lnTo>
                    <a:lnTo>
                      <a:pt x="17690" y="9439"/>
                    </a:lnTo>
                    <a:lnTo>
                      <a:pt x="17651" y="9439"/>
                    </a:lnTo>
                    <a:lnTo>
                      <a:pt x="17572" y="9265"/>
                    </a:lnTo>
                    <a:lnTo>
                      <a:pt x="17493" y="9149"/>
                    </a:lnTo>
                    <a:lnTo>
                      <a:pt x="17335" y="9033"/>
                    </a:lnTo>
                    <a:lnTo>
                      <a:pt x="17177" y="9033"/>
                    </a:lnTo>
                    <a:lnTo>
                      <a:pt x="16387" y="8975"/>
                    </a:lnTo>
                    <a:lnTo>
                      <a:pt x="16308" y="8917"/>
                    </a:lnTo>
                    <a:lnTo>
                      <a:pt x="16150" y="8917"/>
                    </a:lnTo>
                    <a:lnTo>
                      <a:pt x="16032" y="9091"/>
                    </a:lnTo>
                    <a:lnTo>
                      <a:pt x="15992" y="9207"/>
                    </a:lnTo>
                    <a:lnTo>
                      <a:pt x="15992" y="9381"/>
                    </a:lnTo>
                    <a:lnTo>
                      <a:pt x="15913" y="9497"/>
                    </a:lnTo>
                    <a:lnTo>
                      <a:pt x="15913" y="9960"/>
                    </a:lnTo>
                    <a:lnTo>
                      <a:pt x="15992" y="10076"/>
                    </a:lnTo>
                    <a:lnTo>
                      <a:pt x="16032" y="10249"/>
                    </a:lnTo>
                    <a:lnTo>
                      <a:pt x="16071" y="10365"/>
                    </a:lnTo>
                    <a:lnTo>
                      <a:pt x="16071" y="10597"/>
                    </a:lnTo>
                    <a:lnTo>
                      <a:pt x="15953" y="11234"/>
                    </a:lnTo>
                    <a:lnTo>
                      <a:pt x="15874" y="11639"/>
                    </a:lnTo>
                    <a:lnTo>
                      <a:pt x="15834" y="11813"/>
                    </a:lnTo>
                    <a:lnTo>
                      <a:pt x="15913" y="12045"/>
                    </a:lnTo>
                    <a:lnTo>
                      <a:pt x="15992" y="12450"/>
                    </a:lnTo>
                    <a:lnTo>
                      <a:pt x="16071" y="12913"/>
                    </a:lnTo>
                    <a:lnTo>
                      <a:pt x="16111" y="13261"/>
                    </a:lnTo>
                    <a:lnTo>
                      <a:pt x="16150" y="13376"/>
                    </a:lnTo>
                    <a:lnTo>
                      <a:pt x="16150" y="13608"/>
                    </a:lnTo>
                    <a:lnTo>
                      <a:pt x="16032" y="13956"/>
                    </a:lnTo>
                    <a:lnTo>
                      <a:pt x="15992" y="13956"/>
                    </a:lnTo>
                    <a:lnTo>
                      <a:pt x="15953" y="14013"/>
                    </a:lnTo>
                    <a:lnTo>
                      <a:pt x="15913" y="14013"/>
                    </a:lnTo>
                    <a:lnTo>
                      <a:pt x="15874" y="14187"/>
                    </a:lnTo>
                    <a:lnTo>
                      <a:pt x="15795" y="14361"/>
                    </a:lnTo>
                    <a:lnTo>
                      <a:pt x="15716" y="14477"/>
                    </a:lnTo>
                    <a:lnTo>
                      <a:pt x="15558" y="14593"/>
                    </a:lnTo>
                    <a:lnTo>
                      <a:pt x="15597" y="14650"/>
                    </a:lnTo>
                    <a:lnTo>
                      <a:pt x="15597" y="15635"/>
                    </a:lnTo>
                    <a:lnTo>
                      <a:pt x="15676" y="15867"/>
                    </a:lnTo>
                    <a:lnTo>
                      <a:pt x="15795" y="16040"/>
                    </a:lnTo>
                    <a:lnTo>
                      <a:pt x="15795" y="16272"/>
                    </a:lnTo>
                    <a:lnTo>
                      <a:pt x="15755" y="16446"/>
                    </a:lnTo>
                    <a:lnTo>
                      <a:pt x="15676" y="16561"/>
                    </a:lnTo>
                    <a:lnTo>
                      <a:pt x="15637" y="16677"/>
                    </a:lnTo>
                    <a:lnTo>
                      <a:pt x="15518" y="16851"/>
                    </a:lnTo>
                    <a:lnTo>
                      <a:pt x="15439" y="16909"/>
                    </a:lnTo>
                    <a:lnTo>
                      <a:pt x="15360" y="16909"/>
                    </a:lnTo>
                    <a:lnTo>
                      <a:pt x="15202" y="16677"/>
                    </a:lnTo>
                    <a:lnTo>
                      <a:pt x="15202" y="16619"/>
                    </a:lnTo>
                    <a:lnTo>
                      <a:pt x="15084" y="16272"/>
                    </a:lnTo>
                    <a:lnTo>
                      <a:pt x="15084" y="16214"/>
                    </a:lnTo>
                    <a:lnTo>
                      <a:pt x="15044" y="16156"/>
                    </a:lnTo>
                    <a:lnTo>
                      <a:pt x="14887" y="16040"/>
                    </a:lnTo>
                    <a:lnTo>
                      <a:pt x="14847" y="15924"/>
                    </a:lnTo>
                    <a:lnTo>
                      <a:pt x="14847" y="15693"/>
                    </a:lnTo>
                    <a:lnTo>
                      <a:pt x="14808" y="15635"/>
                    </a:lnTo>
                    <a:lnTo>
                      <a:pt x="14768" y="15461"/>
                    </a:lnTo>
                    <a:lnTo>
                      <a:pt x="14729" y="15345"/>
                    </a:lnTo>
                    <a:lnTo>
                      <a:pt x="14729" y="15172"/>
                    </a:lnTo>
                    <a:lnTo>
                      <a:pt x="14689" y="15114"/>
                    </a:lnTo>
                    <a:lnTo>
                      <a:pt x="14689" y="14766"/>
                    </a:lnTo>
                    <a:lnTo>
                      <a:pt x="14650" y="14593"/>
                    </a:lnTo>
                    <a:lnTo>
                      <a:pt x="14571" y="14477"/>
                    </a:lnTo>
                    <a:lnTo>
                      <a:pt x="14531" y="14361"/>
                    </a:lnTo>
                    <a:lnTo>
                      <a:pt x="14452" y="14303"/>
                    </a:lnTo>
                    <a:lnTo>
                      <a:pt x="14413" y="14245"/>
                    </a:lnTo>
                    <a:lnTo>
                      <a:pt x="14334" y="14245"/>
                    </a:lnTo>
                    <a:lnTo>
                      <a:pt x="14097" y="14187"/>
                    </a:lnTo>
                    <a:lnTo>
                      <a:pt x="13860" y="14187"/>
                    </a:lnTo>
                    <a:lnTo>
                      <a:pt x="13623" y="14245"/>
                    </a:lnTo>
                    <a:lnTo>
                      <a:pt x="13544" y="14245"/>
                    </a:lnTo>
                    <a:lnTo>
                      <a:pt x="13228" y="14129"/>
                    </a:lnTo>
                    <a:lnTo>
                      <a:pt x="13031" y="13840"/>
                    </a:lnTo>
                    <a:lnTo>
                      <a:pt x="12873" y="13550"/>
                    </a:lnTo>
                    <a:lnTo>
                      <a:pt x="12833" y="13261"/>
                    </a:lnTo>
                    <a:lnTo>
                      <a:pt x="12833" y="13203"/>
                    </a:lnTo>
                    <a:lnTo>
                      <a:pt x="12715" y="12913"/>
                    </a:lnTo>
                    <a:lnTo>
                      <a:pt x="12557" y="12566"/>
                    </a:lnTo>
                    <a:lnTo>
                      <a:pt x="12438" y="12450"/>
                    </a:lnTo>
                    <a:lnTo>
                      <a:pt x="12399" y="12392"/>
                    </a:lnTo>
                    <a:lnTo>
                      <a:pt x="12320" y="12392"/>
                    </a:lnTo>
                    <a:lnTo>
                      <a:pt x="12280" y="12160"/>
                    </a:lnTo>
                    <a:lnTo>
                      <a:pt x="12201" y="11929"/>
                    </a:lnTo>
                    <a:lnTo>
                      <a:pt x="12162" y="11871"/>
                    </a:lnTo>
                    <a:lnTo>
                      <a:pt x="12004" y="11929"/>
                    </a:lnTo>
                    <a:lnTo>
                      <a:pt x="11885" y="11871"/>
                    </a:lnTo>
                    <a:lnTo>
                      <a:pt x="11806" y="11813"/>
                    </a:lnTo>
                    <a:lnTo>
                      <a:pt x="11727" y="11639"/>
                    </a:lnTo>
                    <a:lnTo>
                      <a:pt x="11688" y="11523"/>
                    </a:lnTo>
                    <a:lnTo>
                      <a:pt x="11688" y="11350"/>
                    </a:lnTo>
                    <a:lnTo>
                      <a:pt x="11648" y="11234"/>
                    </a:lnTo>
                    <a:lnTo>
                      <a:pt x="11648" y="11118"/>
                    </a:lnTo>
                    <a:lnTo>
                      <a:pt x="11688" y="10771"/>
                    </a:lnTo>
                    <a:lnTo>
                      <a:pt x="11806" y="10365"/>
                    </a:lnTo>
                    <a:lnTo>
                      <a:pt x="12004" y="9902"/>
                    </a:lnTo>
                    <a:lnTo>
                      <a:pt x="12201" y="9554"/>
                    </a:lnTo>
                    <a:lnTo>
                      <a:pt x="12320" y="9265"/>
                    </a:lnTo>
                    <a:lnTo>
                      <a:pt x="12399" y="9207"/>
                    </a:lnTo>
                    <a:lnTo>
                      <a:pt x="12517" y="9149"/>
                    </a:lnTo>
                    <a:lnTo>
                      <a:pt x="12715" y="8860"/>
                    </a:lnTo>
                    <a:lnTo>
                      <a:pt x="12715" y="8802"/>
                    </a:lnTo>
                    <a:lnTo>
                      <a:pt x="12754" y="8744"/>
                    </a:lnTo>
                    <a:lnTo>
                      <a:pt x="12715" y="8628"/>
                    </a:lnTo>
                    <a:lnTo>
                      <a:pt x="12715" y="8570"/>
                    </a:lnTo>
                    <a:lnTo>
                      <a:pt x="12754" y="8512"/>
                    </a:lnTo>
                    <a:lnTo>
                      <a:pt x="12754" y="8454"/>
                    </a:lnTo>
                    <a:lnTo>
                      <a:pt x="12833" y="8454"/>
                    </a:lnTo>
                    <a:lnTo>
                      <a:pt x="12873" y="8396"/>
                    </a:lnTo>
                    <a:lnTo>
                      <a:pt x="12952" y="8454"/>
                    </a:lnTo>
                    <a:lnTo>
                      <a:pt x="13070" y="8454"/>
                    </a:lnTo>
                    <a:lnTo>
                      <a:pt x="13228" y="8570"/>
                    </a:lnTo>
                    <a:lnTo>
                      <a:pt x="13268" y="8570"/>
                    </a:lnTo>
                    <a:lnTo>
                      <a:pt x="13307" y="8628"/>
                    </a:lnTo>
                    <a:lnTo>
                      <a:pt x="13386" y="8454"/>
                    </a:lnTo>
                    <a:lnTo>
                      <a:pt x="13465" y="8165"/>
                    </a:lnTo>
                    <a:lnTo>
                      <a:pt x="13465" y="7701"/>
                    </a:lnTo>
                    <a:lnTo>
                      <a:pt x="13504" y="7238"/>
                    </a:lnTo>
                    <a:lnTo>
                      <a:pt x="13623" y="6891"/>
                    </a:lnTo>
                    <a:lnTo>
                      <a:pt x="13781" y="6659"/>
                    </a:lnTo>
                    <a:lnTo>
                      <a:pt x="13820" y="6543"/>
                    </a:lnTo>
                    <a:lnTo>
                      <a:pt x="13860" y="6369"/>
                    </a:lnTo>
                    <a:lnTo>
                      <a:pt x="13899" y="6312"/>
                    </a:lnTo>
                    <a:lnTo>
                      <a:pt x="13899" y="6254"/>
                    </a:lnTo>
                    <a:lnTo>
                      <a:pt x="13860" y="6196"/>
                    </a:lnTo>
                    <a:lnTo>
                      <a:pt x="13820" y="6196"/>
                    </a:lnTo>
                    <a:lnTo>
                      <a:pt x="13781" y="6254"/>
                    </a:lnTo>
                    <a:lnTo>
                      <a:pt x="13189" y="5790"/>
                    </a:lnTo>
                    <a:lnTo>
                      <a:pt x="13189" y="5675"/>
                    </a:lnTo>
                    <a:lnTo>
                      <a:pt x="13228" y="5675"/>
                    </a:lnTo>
                    <a:lnTo>
                      <a:pt x="13268" y="5617"/>
                    </a:lnTo>
                    <a:lnTo>
                      <a:pt x="13425" y="5617"/>
                    </a:lnTo>
                    <a:lnTo>
                      <a:pt x="13504" y="5675"/>
                    </a:lnTo>
                    <a:lnTo>
                      <a:pt x="13662" y="5675"/>
                    </a:lnTo>
                    <a:lnTo>
                      <a:pt x="13702" y="5732"/>
                    </a:lnTo>
                    <a:lnTo>
                      <a:pt x="13741" y="5732"/>
                    </a:lnTo>
                    <a:lnTo>
                      <a:pt x="13820" y="5675"/>
                    </a:lnTo>
                    <a:lnTo>
                      <a:pt x="13899" y="5675"/>
                    </a:lnTo>
                    <a:lnTo>
                      <a:pt x="14018" y="5732"/>
                    </a:lnTo>
                    <a:lnTo>
                      <a:pt x="14136" y="5732"/>
                    </a:lnTo>
                    <a:lnTo>
                      <a:pt x="14215" y="5790"/>
                    </a:lnTo>
                    <a:lnTo>
                      <a:pt x="14294" y="5790"/>
                    </a:lnTo>
                    <a:lnTo>
                      <a:pt x="14334" y="5848"/>
                    </a:lnTo>
                    <a:lnTo>
                      <a:pt x="14452" y="5501"/>
                    </a:lnTo>
                    <a:lnTo>
                      <a:pt x="14571" y="5617"/>
                    </a:lnTo>
                    <a:lnTo>
                      <a:pt x="14768" y="5617"/>
                    </a:lnTo>
                    <a:lnTo>
                      <a:pt x="14847" y="5559"/>
                    </a:lnTo>
                    <a:lnTo>
                      <a:pt x="14887" y="5501"/>
                    </a:lnTo>
                    <a:lnTo>
                      <a:pt x="14926" y="5501"/>
                    </a:lnTo>
                    <a:lnTo>
                      <a:pt x="15123" y="4922"/>
                    </a:lnTo>
                    <a:lnTo>
                      <a:pt x="15202" y="4864"/>
                    </a:lnTo>
                    <a:lnTo>
                      <a:pt x="15242" y="4806"/>
                    </a:lnTo>
                    <a:lnTo>
                      <a:pt x="15242" y="4690"/>
                    </a:lnTo>
                    <a:lnTo>
                      <a:pt x="15281" y="4516"/>
                    </a:lnTo>
                    <a:lnTo>
                      <a:pt x="15281" y="4401"/>
                    </a:lnTo>
                    <a:lnTo>
                      <a:pt x="15202" y="4053"/>
                    </a:lnTo>
                    <a:lnTo>
                      <a:pt x="15163" y="3995"/>
                    </a:lnTo>
                    <a:lnTo>
                      <a:pt x="15084" y="3937"/>
                    </a:lnTo>
                    <a:lnTo>
                      <a:pt x="15044" y="3879"/>
                    </a:lnTo>
                    <a:lnTo>
                      <a:pt x="14965" y="3821"/>
                    </a:lnTo>
                    <a:lnTo>
                      <a:pt x="14926" y="3706"/>
                    </a:lnTo>
                    <a:lnTo>
                      <a:pt x="14926" y="3474"/>
                    </a:lnTo>
                    <a:lnTo>
                      <a:pt x="14965" y="3416"/>
                    </a:lnTo>
                    <a:lnTo>
                      <a:pt x="15084" y="3300"/>
                    </a:lnTo>
                    <a:lnTo>
                      <a:pt x="15202" y="3300"/>
                    </a:lnTo>
                    <a:lnTo>
                      <a:pt x="15281" y="3184"/>
                    </a:lnTo>
                    <a:lnTo>
                      <a:pt x="15281" y="2953"/>
                    </a:lnTo>
                    <a:lnTo>
                      <a:pt x="15202" y="2837"/>
                    </a:lnTo>
                    <a:lnTo>
                      <a:pt x="15123" y="2779"/>
                    </a:lnTo>
                    <a:lnTo>
                      <a:pt x="15084" y="2721"/>
                    </a:lnTo>
                    <a:lnTo>
                      <a:pt x="15044" y="2721"/>
                    </a:lnTo>
                    <a:lnTo>
                      <a:pt x="15005" y="2779"/>
                    </a:lnTo>
                    <a:lnTo>
                      <a:pt x="14965" y="2084"/>
                    </a:lnTo>
                    <a:lnTo>
                      <a:pt x="14887" y="2142"/>
                    </a:lnTo>
                    <a:lnTo>
                      <a:pt x="14689" y="2142"/>
                    </a:lnTo>
                    <a:lnTo>
                      <a:pt x="14531" y="2026"/>
                    </a:lnTo>
                    <a:lnTo>
                      <a:pt x="14413" y="2026"/>
                    </a:lnTo>
                    <a:lnTo>
                      <a:pt x="14492" y="2895"/>
                    </a:lnTo>
                    <a:lnTo>
                      <a:pt x="14373" y="3069"/>
                    </a:lnTo>
                    <a:lnTo>
                      <a:pt x="14334" y="3242"/>
                    </a:lnTo>
                    <a:lnTo>
                      <a:pt x="14255" y="3474"/>
                    </a:lnTo>
                    <a:lnTo>
                      <a:pt x="14176" y="3821"/>
                    </a:lnTo>
                    <a:lnTo>
                      <a:pt x="14176" y="3879"/>
                    </a:lnTo>
                    <a:lnTo>
                      <a:pt x="14097" y="3995"/>
                    </a:lnTo>
                    <a:lnTo>
                      <a:pt x="14018" y="4053"/>
                    </a:lnTo>
                    <a:lnTo>
                      <a:pt x="13978" y="3995"/>
                    </a:lnTo>
                    <a:lnTo>
                      <a:pt x="13899" y="3937"/>
                    </a:lnTo>
                    <a:lnTo>
                      <a:pt x="13820" y="3821"/>
                    </a:lnTo>
                    <a:lnTo>
                      <a:pt x="13741" y="2837"/>
                    </a:lnTo>
                    <a:lnTo>
                      <a:pt x="13702" y="2779"/>
                    </a:lnTo>
                    <a:lnTo>
                      <a:pt x="13702" y="2721"/>
                    </a:lnTo>
                    <a:lnTo>
                      <a:pt x="13662" y="2663"/>
                    </a:lnTo>
                    <a:lnTo>
                      <a:pt x="13662" y="2721"/>
                    </a:lnTo>
                    <a:lnTo>
                      <a:pt x="13623" y="2779"/>
                    </a:lnTo>
                    <a:lnTo>
                      <a:pt x="13583" y="2953"/>
                    </a:lnTo>
                    <a:lnTo>
                      <a:pt x="13544" y="3011"/>
                    </a:lnTo>
                    <a:lnTo>
                      <a:pt x="13544" y="3069"/>
                    </a:lnTo>
                    <a:lnTo>
                      <a:pt x="13346" y="3358"/>
                    </a:lnTo>
                    <a:lnTo>
                      <a:pt x="13307" y="3358"/>
                    </a:lnTo>
                    <a:lnTo>
                      <a:pt x="13268" y="3300"/>
                    </a:lnTo>
                    <a:lnTo>
                      <a:pt x="13228" y="3184"/>
                    </a:lnTo>
                    <a:lnTo>
                      <a:pt x="13228" y="2837"/>
                    </a:lnTo>
                    <a:lnTo>
                      <a:pt x="13189" y="2779"/>
                    </a:lnTo>
                    <a:lnTo>
                      <a:pt x="13149" y="2779"/>
                    </a:lnTo>
                    <a:lnTo>
                      <a:pt x="13110" y="2837"/>
                    </a:lnTo>
                    <a:lnTo>
                      <a:pt x="13070" y="2837"/>
                    </a:lnTo>
                    <a:lnTo>
                      <a:pt x="13031" y="2895"/>
                    </a:lnTo>
                    <a:lnTo>
                      <a:pt x="12912" y="2895"/>
                    </a:lnTo>
                    <a:lnTo>
                      <a:pt x="12873" y="2837"/>
                    </a:lnTo>
                    <a:lnTo>
                      <a:pt x="12794" y="2779"/>
                    </a:lnTo>
                    <a:lnTo>
                      <a:pt x="12715" y="2663"/>
                    </a:lnTo>
                    <a:lnTo>
                      <a:pt x="12715" y="2605"/>
                    </a:lnTo>
                    <a:lnTo>
                      <a:pt x="12754" y="2547"/>
                    </a:lnTo>
                    <a:lnTo>
                      <a:pt x="12833" y="2200"/>
                    </a:lnTo>
                    <a:lnTo>
                      <a:pt x="12833" y="1679"/>
                    </a:lnTo>
                    <a:lnTo>
                      <a:pt x="12794" y="1621"/>
                    </a:lnTo>
                    <a:lnTo>
                      <a:pt x="12715" y="1389"/>
                    </a:lnTo>
                    <a:lnTo>
                      <a:pt x="12715" y="1216"/>
                    </a:lnTo>
                    <a:lnTo>
                      <a:pt x="12675" y="984"/>
                    </a:lnTo>
                    <a:lnTo>
                      <a:pt x="12596" y="752"/>
                    </a:lnTo>
                    <a:lnTo>
                      <a:pt x="12478" y="463"/>
                    </a:lnTo>
                    <a:lnTo>
                      <a:pt x="12320" y="231"/>
                    </a:lnTo>
                    <a:lnTo>
                      <a:pt x="12280" y="57"/>
                    </a:lnTo>
                    <a:lnTo>
                      <a:pt x="12241" y="0"/>
                    </a:lnTo>
                    <a:lnTo>
                      <a:pt x="12122" y="0"/>
                    </a:lnTo>
                    <a:lnTo>
                      <a:pt x="12043" y="115"/>
                    </a:lnTo>
                    <a:lnTo>
                      <a:pt x="12004" y="115"/>
                    </a:lnTo>
                    <a:lnTo>
                      <a:pt x="11925" y="173"/>
                    </a:lnTo>
                    <a:lnTo>
                      <a:pt x="11925" y="289"/>
                    </a:lnTo>
                    <a:lnTo>
                      <a:pt x="11885" y="405"/>
                    </a:lnTo>
                    <a:lnTo>
                      <a:pt x="11885" y="579"/>
                    </a:lnTo>
                    <a:lnTo>
                      <a:pt x="11846" y="636"/>
                    </a:lnTo>
                    <a:lnTo>
                      <a:pt x="11846" y="694"/>
                    </a:lnTo>
                    <a:lnTo>
                      <a:pt x="11727" y="810"/>
                    </a:lnTo>
                    <a:lnTo>
                      <a:pt x="11648" y="984"/>
                    </a:lnTo>
                    <a:lnTo>
                      <a:pt x="11609" y="1158"/>
                    </a:lnTo>
                    <a:lnTo>
                      <a:pt x="11609" y="1505"/>
                    </a:lnTo>
                    <a:lnTo>
                      <a:pt x="11648" y="1968"/>
                    </a:lnTo>
                    <a:lnTo>
                      <a:pt x="11806" y="2258"/>
                    </a:lnTo>
                    <a:lnTo>
                      <a:pt x="11964" y="2432"/>
                    </a:lnTo>
                    <a:lnTo>
                      <a:pt x="12083" y="2490"/>
                    </a:lnTo>
                    <a:lnTo>
                      <a:pt x="12162" y="2547"/>
                    </a:lnTo>
                    <a:lnTo>
                      <a:pt x="12043" y="2663"/>
                    </a:lnTo>
                    <a:lnTo>
                      <a:pt x="12004" y="2837"/>
                    </a:lnTo>
                    <a:lnTo>
                      <a:pt x="12004" y="2953"/>
                    </a:lnTo>
                    <a:lnTo>
                      <a:pt x="12043" y="3069"/>
                    </a:lnTo>
                    <a:lnTo>
                      <a:pt x="12201" y="3300"/>
                    </a:lnTo>
                    <a:lnTo>
                      <a:pt x="12280" y="3300"/>
                    </a:lnTo>
                    <a:lnTo>
                      <a:pt x="12320" y="3358"/>
                    </a:lnTo>
                    <a:lnTo>
                      <a:pt x="12399" y="3416"/>
                    </a:lnTo>
                    <a:lnTo>
                      <a:pt x="12438" y="3474"/>
                    </a:lnTo>
                    <a:lnTo>
                      <a:pt x="12438" y="3706"/>
                    </a:lnTo>
                    <a:lnTo>
                      <a:pt x="12320" y="3879"/>
                    </a:lnTo>
                    <a:lnTo>
                      <a:pt x="12122" y="4053"/>
                    </a:lnTo>
                    <a:lnTo>
                      <a:pt x="11964" y="4227"/>
                    </a:lnTo>
                    <a:lnTo>
                      <a:pt x="11727" y="4401"/>
                    </a:lnTo>
                    <a:lnTo>
                      <a:pt x="11609" y="4343"/>
                    </a:lnTo>
                    <a:lnTo>
                      <a:pt x="11491" y="4343"/>
                    </a:lnTo>
                    <a:lnTo>
                      <a:pt x="11491" y="4285"/>
                    </a:lnTo>
                    <a:lnTo>
                      <a:pt x="11530" y="3590"/>
                    </a:lnTo>
                    <a:lnTo>
                      <a:pt x="10977" y="3590"/>
                    </a:lnTo>
                    <a:lnTo>
                      <a:pt x="10898" y="3706"/>
                    </a:lnTo>
                    <a:lnTo>
                      <a:pt x="10938" y="3995"/>
                    </a:lnTo>
                    <a:lnTo>
                      <a:pt x="10938" y="4169"/>
                    </a:lnTo>
                    <a:lnTo>
                      <a:pt x="10898" y="4285"/>
                    </a:lnTo>
                    <a:lnTo>
                      <a:pt x="10898" y="4401"/>
                    </a:lnTo>
                    <a:lnTo>
                      <a:pt x="10740" y="4401"/>
                    </a:lnTo>
                    <a:lnTo>
                      <a:pt x="10740" y="4343"/>
                    </a:lnTo>
                    <a:lnTo>
                      <a:pt x="10701" y="4343"/>
                    </a:lnTo>
                    <a:lnTo>
                      <a:pt x="10582" y="4227"/>
                    </a:lnTo>
                    <a:lnTo>
                      <a:pt x="10503" y="4169"/>
                    </a:lnTo>
                    <a:lnTo>
                      <a:pt x="10385" y="4169"/>
                    </a:lnTo>
                    <a:lnTo>
                      <a:pt x="10306" y="4285"/>
                    </a:lnTo>
                    <a:lnTo>
                      <a:pt x="10187" y="4401"/>
                    </a:lnTo>
                    <a:lnTo>
                      <a:pt x="10108" y="4458"/>
                    </a:lnTo>
                    <a:lnTo>
                      <a:pt x="9990" y="4458"/>
                    </a:lnTo>
                    <a:lnTo>
                      <a:pt x="9872" y="4285"/>
                    </a:lnTo>
                    <a:lnTo>
                      <a:pt x="9872" y="4227"/>
                    </a:lnTo>
                    <a:lnTo>
                      <a:pt x="9832" y="4053"/>
                    </a:lnTo>
                    <a:lnTo>
                      <a:pt x="9714" y="3879"/>
                    </a:lnTo>
                    <a:lnTo>
                      <a:pt x="9556" y="3879"/>
                    </a:lnTo>
                    <a:lnTo>
                      <a:pt x="9516" y="3937"/>
                    </a:lnTo>
                    <a:lnTo>
                      <a:pt x="9358" y="3821"/>
                    </a:lnTo>
                    <a:lnTo>
                      <a:pt x="9240" y="3764"/>
                    </a:lnTo>
                    <a:lnTo>
                      <a:pt x="9200" y="3648"/>
                    </a:lnTo>
                    <a:lnTo>
                      <a:pt x="9161" y="3590"/>
                    </a:lnTo>
                    <a:lnTo>
                      <a:pt x="9161" y="3474"/>
                    </a:lnTo>
                    <a:lnTo>
                      <a:pt x="9121" y="3300"/>
                    </a:lnTo>
                    <a:lnTo>
                      <a:pt x="9082" y="3184"/>
                    </a:lnTo>
                    <a:lnTo>
                      <a:pt x="9042" y="3127"/>
                    </a:lnTo>
                    <a:lnTo>
                      <a:pt x="8924" y="3127"/>
                    </a:lnTo>
                    <a:lnTo>
                      <a:pt x="8884" y="3184"/>
                    </a:lnTo>
                    <a:lnTo>
                      <a:pt x="8687" y="3184"/>
                    </a:lnTo>
                    <a:lnTo>
                      <a:pt x="8568" y="3242"/>
                    </a:lnTo>
                    <a:lnTo>
                      <a:pt x="8410" y="3358"/>
                    </a:lnTo>
                    <a:lnTo>
                      <a:pt x="8371" y="3474"/>
                    </a:lnTo>
                    <a:lnTo>
                      <a:pt x="8371" y="3937"/>
                    </a:lnTo>
                    <a:lnTo>
                      <a:pt x="8450" y="3995"/>
                    </a:lnTo>
                    <a:lnTo>
                      <a:pt x="8489" y="4111"/>
                    </a:lnTo>
                    <a:lnTo>
                      <a:pt x="8489" y="4169"/>
                    </a:lnTo>
                    <a:lnTo>
                      <a:pt x="8450" y="4285"/>
                    </a:lnTo>
                    <a:lnTo>
                      <a:pt x="8410" y="4343"/>
                    </a:lnTo>
                    <a:lnTo>
                      <a:pt x="8410" y="4401"/>
                    </a:lnTo>
                    <a:lnTo>
                      <a:pt x="8371" y="4401"/>
                    </a:lnTo>
                    <a:lnTo>
                      <a:pt x="8371" y="5153"/>
                    </a:lnTo>
                    <a:lnTo>
                      <a:pt x="8331" y="5269"/>
                    </a:lnTo>
                    <a:lnTo>
                      <a:pt x="8331" y="5385"/>
                    </a:lnTo>
                    <a:lnTo>
                      <a:pt x="8292" y="5385"/>
                    </a:lnTo>
                    <a:lnTo>
                      <a:pt x="8174" y="4980"/>
                    </a:lnTo>
                    <a:lnTo>
                      <a:pt x="8016" y="4574"/>
                    </a:lnTo>
                    <a:lnTo>
                      <a:pt x="7897" y="4169"/>
                    </a:lnTo>
                    <a:lnTo>
                      <a:pt x="7739" y="3937"/>
                    </a:lnTo>
                    <a:lnTo>
                      <a:pt x="7660" y="4053"/>
                    </a:lnTo>
                    <a:lnTo>
                      <a:pt x="7621" y="4169"/>
                    </a:lnTo>
                    <a:lnTo>
                      <a:pt x="7621" y="4285"/>
                    </a:lnTo>
                    <a:lnTo>
                      <a:pt x="7581" y="4343"/>
                    </a:lnTo>
                    <a:lnTo>
                      <a:pt x="7581" y="4401"/>
                    </a:lnTo>
                    <a:lnTo>
                      <a:pt x="7502" y="4285"/>
                    </a:lnTo>
                    <a:lnTo>
                      <a:pt x="7147" y="4285"/>
                    </a:lnTo>
                    <a:lnTo>
                      <a:pt x="7068" y="4343"/>
                    </a:lnTo>
                    <a:lnTo>
                      <a:pt x="6870" y="4343"/>
                    </a:lnTo>
                    <a:lnTo>
                      <a:pt x="6752" y="4285"/>
                    </a:lnTo>
                    <a:lnTo>
                      <a:pt x="6712" y="4285"/>
                    </a:lnTo>
                    <a:lnTo>
                      <a:pt x="6634" y="4169"/>
                    </a:lnTo>
                    <a:lnTo>
                      <a:pt x="6634" y="4111"/>
                    </a:lnTo>
                    <a:lnTo>
                      <a:pt x="6673" y="4053"/>
                    </a:lnTo>
                    <a:lnTo>
                      <a:pt x="6712" y="4053"/>
                    </a:lnTo>
                    <a:lnTo>
                      <a:pt x="6752" y="3995"/>
                    </a:lnTo>
                    <a:lnTo>
                      <a:pt x="6831" y="3764"/>
                    </a:lnTo>
                    <a:lnTo>
                      <a:pt x="6910" y="3590"/>
                    </a:lnTo>
                    <a:lnTo>
                      <a:pt x="6910" y="3358"/>
                    </a:lnTo>
                    <a:lnTo>
                      <a:pt x="6870" y="3242"/>
                    </a:lnTo>
                    <a:lnTo>
                      <a:pt x="6791" y="3127"/>
                    </a:lnTo>
                    <a:lnTo>
                      <a:pt x="6752" y="3127"/>
                    </a:lnTo>
                    <a:lnTo>
                      <a:pt x="6712" y="3069"/>
                    </a:lnTo>
                    <a:lnTo>
                      <a:pt x="6594" y="2953"/>
                    </a:lnTo>
                    <a:lnTo>
                      <a:pt x="6515" y="2837"/>
                    </a:lnTo>
                    <a:lnTo>
                      <a:pt x="6476" y="2837"/>
                    </a:lnTo>
                    <a:lnTo>
                      <a:pt x="6476" y="2895"/>
                    </a:lnTo>
                    <a:lnTo>
                      <a:pt x="6436" y="2895"/>
                    </a:lnTo>
                    <a:lnTo>
                      <a:pt x="6436" y="3011"/>
                    </a:lnTo>
                    <a:lnTo>
                      <a:pt x="6476" y="3011"/>
                    </a:lnTo>
                    <a:lnTo>
                      <a:pt x="6476" y="3184"/>
                    </a:lnTo>
                    <a:lnTo>
                      <a:pt x="6436" y="3242"/>
                    </a:lnTo>
                    <a:lnTo>
                      <a:pt x="6436" y="3300"/>
                    </a:lnTo>
                    <a:lnTo>
                      <a:pt x="6397" y="3300"/>
                    </a:lnTo>
                    <a:lnTo>
                      <a:pt x="6357" y="3242"/>
                    </a:lnTo>
                    <a:lnTo>
                      <a:pt x="6318" y="3242"/>
                    </a:lnTo>
                    <a:lnTo>
                      <a:pt x="6239" y="3127"/>
                    </a:lnTo>
                    <a:lnTo>
                      <a:pt x="5883" y="2721"/>
                    </a:lnTo>
                    <a:lnTo>
                      <a:pt x="5567" y="2432"/>
                    </a:lnTo>
                    <a:lnTo>
                      <a:pt x="5291" y="2258"/>
                    </a:lnTo>
                    <a:lnTo>
                      <a:pt x="5172" y="2200"/>
                    </a:lnTo>
                    <a:lnTo>
                      <a:pt x="4975" y="2142"/>
                    </a:lnTo>
                    <a:lnTo>
                      <a:pt x="4817" y="2084"/>
                    </a:lnTo>
                    <a:lnTo>
                      <a:pt x="4659" y="1968"/>
                    </a:lnTo>
                    <a:lnTo>
                      <a:pt x="4620" y="1910"/>
                    </a:lnTo>
                    <a:lnTo>
                      <a:pt x="4580" y="1910"/>
                    </a:lnTo>
                    <a:lnTo>
                      <a:pt x="4501" y="1795"/>
                    </a:lnTo>
                    <a:lnTo>
                      <a:pt x="4383" y="1795"/>
                    </a:lnTo>
                    <a:lnTo>
                      <a:pt x="4383" y="1853"/>
                    </a:lnTo>
                    <a:lnTo>
                      <a:pt x="4343" y="1910"/>
                    </a:lnTo>
                    <a:lnTo>
                      <a:pt x="4343" y="2084"/>
                    </a:lnTo>
                    <a:lnTo>
                      <a:pt x="4383" y="2142"/>
                    </a:lnTo>
                    <a:lnTo>
                      <a:pt x="4383" y="2200"/>
                    </a:lnTo>
                    <a:lnTo>
                      <a:pt x="4343" y="2316"/>
                    </a:lnTo>
                    <a:lnTo>
                      <a:pt x="4264" y="2432"/>
                    </a:lnTo>
                    <a:lnTo>
                      <a:pt x="4225" y="2374"/>
                    </a:lnTo>
                    <a:lnTo>
                      <a:pt x="4185" y="2374"/>
                    </a:lnTo>
                    <a:lnTo>
                      <a:pt x="4185" y="2316"/>
                    </a:lnTo>
                    <a:lnTo>
                      <a:pt x="4106" y="2084"/>
                    </a:lnTo>
                    <a:lnTo>
                      <a:pt x="3948" y="1737"/>
                    </a:lnTo>
                    <a:lnTo>
                      <a:pt x="3830" y="1505"/>
                    </a:lnTo>
                    <a:lnTo>
                      <a:pt x="3672" y="1273"/>
                    </a:lnTo>
                    <a:lnTo>
                      <a:pt x="3553" y="1273"/>
                    </a:lnTo>
                    <a:lnTo>
                      <a:pt x="3514" y="1331"/>
                    </a:lnTo>
                    <a:lnTo>
                      <a:pt x="3553" y="1389"/>
                    </a:lnTo>
                    <a:lnTo>
                      <a:pt x="3553" y="1505"/>
                    </a:lnTo>
                    <a:lnTo>
                      <a:pt x="3593" y="1563"/>
                    </a:lnTo>
                    <a:lnTo>
                      <a:pt x="3593" y="1621"/>
                    </a:lnTo>
                    <a:lnTo>
                      <a:pt x="3553" y="1795"/>
                    </a:lnTo>
                    <a:lnTo>
                      <a:pt x="3514" y="1910"/>
                    </a:lnTo>
                    <a:lnTo>
                      <a:pt x="3474" y="1968"/>
                    </a:lnTo>
                    <a:lnTo>
                      <a:pt x="3435" y="1968"/>
                    </a:lnTo>
                    <a:lnTo>
                      <a:pt x="3356" y="1910"/>
                    </a:lnTo>
                    <a:lnTo>
                      <a:pt x="3277" y="1795"/>
                    </a:lnTo>
                    <a:lnTo>
                      <a:pt x="3277" y="1737"/>
                    </a:lnTo>
                    <a:lnTo>
                      <a:pt x="3198" y="1679"/>
                    </a:lnTo>
                    <a:lnTo>
                      <a:pt x="3080" y="1679"/>
                    </a:lnTo>
                    <a:lnTo>
                      <a:pt x="3001" y="1737"/>
                    </a:lnTo>
                    <a:lnTo>
                      <a:pt x="2961" y="1795"/>
                    </a:lnTo>
                    <a:lnTo>
                      <a:pt x="2961" y="1853"/>
                    </a:lnTo>
                    <a:lnTo>
                      <a:pt x="2922" y="1910"/>
                    </a:lnTo>
                    <a:lnTo>
                      <a:pt x="2843" y="1968"/>
                    </a:lnTo>
                    <a:lnTo>
                      <a:pt x="2803" y="2084"/>
                    </a:lnTo>
                    <a:lnTo>
                      <a:pt x="2724" y="2142"/>
                    </a:lnTo>
                    <a:lnTo>
                      <a:pt x="2685" y="2200"/>
                    </a:lnTo>
                    <a:lnTo>
                      <a:pt x="2645" y="2200"/>
                    </a:lnTo>
                    <a:lnTo>
                      <a:pt x="2448" y="2258"/>
                    </a:lnTo>
                    <a:lnTo>
                      <a:pt x="2211" y="2432"/>
                    </a:lnTo>
                    <a:lnTo>
                      <a:pt x="2013" y="2663"/>
                    </a:lnTo>
                    <a:lnTo>
                      <a:pt x="1895" y="2837"/>
                    </a:lnTo>
                    <a:lnTo>
                      <a:pt x="1816" y="2895"/>
                    </a:lnTo>
                    <a:lnTo>
                      <a:pt x="1579" y="3127"/>
                    </a:lnTo>
                    <a:lnTo>
                      <a:pt x="1342" y="3127"/>
                    </a:lnTo>
                    <a:lnTo>
                      <a:pt x="1184" y="2895"/>
                    </a:lnTo>
                    <a:lnTo>
                      <a:pt x="1026" y="2721"/>
                    </a:lnTo>
                    <a:lnTo>
                      <a:pt x="829" y="2547"/>
                    </a:lnTo>
                    <a:lnTo>
                      <a:pt x="671" y="2432"/>
                    </a:lnTo>
                    <a:lnTo>
                      <a:pt x="631" y="2374"/>
                    </a:lnTo>
                    <a:lnTo>
                      <a:pt x="434" y="2316"/>
                    </a:lnTo>
                    <a:lnTo>
                      <a:pt x="39" y="2084"/>
                    </a:lnTo>
                    <a:lnTo>
                      <a:pt x="0" y="2084"/>
                    </a:lnTo>
                    <a:lnTo>
                      <a:pt x="0" y="10539"/>
                    </a:lnTo>
                    <a:lnTo>
                      <a:pt x="236" y="10539"/>
                    </a:lnTo>
                    <a:lnTo>
                      <a:pt x="394" y="10713"/>
                    </a:lnTo>
                    <a:lnTo>
                      <a:pt x="592" y="10886"/>
                    </a:lnTo>
                    <a:lnTo>
                      <a:pt x="987" y="11350"/>
                    </a:lnTo>
                    <a:lnTo>
                      <a:pt x="1145" y="11523"/>
                    </a:lnTo>
                    <a:lnTo>
                      <a:pt x="1184" y="11581"/>
                    </a:lnTo>
                    <a:lnTo>
                      <a:pt x="1263" y="11581"/>
                    </a:lnTo>
                    <a:lnTo>
                      <a:pt x="1382" y="11465"/>
                    </a:lnTo>
                    <a:lnTo>
                      <a:pt x="1461" y="11408"/>
                    </a:lnTo>
                    <a:lnTo>
                      <a:pt x="1579" y="11234"/>
                    </a:lnTo>
                    <a:lnTo>
                      <a:pt x="1619" y="11234"/>
                    </a:lnTo>
                    <a:lnTo>
                      <a:pt x="1737" y="11350"/>
                    </a:lnTo>
                    <a:lnTo>
                      <a:pt x="1895" y="11639"/>
                    </a:lnTo>
                    <a:lnTo>
                      <a:pt x="2092" y="11987"/>
                    </a:lnTo>
                    <a:lnTo>
                      <a:pt x="2290" y="12392"/>
                    </a:lnTo>
                    <a:lnTo>
                      <a:pt x="2448" y="12739"/>
                    </a:lnTo>
                    <a:lnTo>
                      <a:pt x="2566" y="12971"/>
                    </a:lnTo>
                    <a:lnTo>
                      <a:pt x="2685" y="13319"/>
                    </a:lnTo>
                    <a:lnTo>
                      <a:pt x="2764" y="13492"/>
                    </a:lnTo>
                    <a:lnTo>
                      <a:pt x="3001" y="13840"/>
                    </a:lnTo>
                    <a:lnTo>
                      <a:pt x="3040" y="13840"/>
                    </a:lnTo>
                    <a:lnTo>
                      <a:pt x="3040" y="14071"/>
                    </a:lnTo>
                    <a:lnTo>
                      <a:pt x="3001" y="14361"/>
                    </a:lnTo>
                    <a:lnTo>
                      <a:pt x="2961" y="14708"/>
                    </a:lnTo>
                    <a:lnTo>
                      <a:pt x="2922" y="14940"/>
                    </a:lnTo>
                    <a:lnTo>
                      <a:pt x="2882" y="15056"/>
                    </a:lnTo>
                    <a:lnTo>
                      <a:pt x="2882" y="15403"/>
                    </a:lnTo>
                    <a:lnTo>
                      <a:pt x="2922" y="15519"/>
                    </a:lnTo>
                    <a:lnTo>
                      <a:pt x="2961" y="15577"/>
                    </a:lnTo>
                    <a:lnTo>
                      <a:pt x="2961" y="15635"/>
                    </a:lnTo>
                    <a:lnTo>
                      <a:pt x="3080" y="15693"/>
                    </a:lnTo>
                    <a:lnTo>
                      <a:pt x="3159" y="15867"/>
                    </a:lnTo>
                    <a:lnTo>
                      <a:pt x="3238" y="15982"/>
                    </a:lnTo>
                    <a:lnTo>
                      <a:pt x="3277" y="16156"/>
                    </a:lnTo>
                    <a:lnTo>
                      <a:pt x="3317" y="16272"/>
                    </a:lnTo>
                    <a:lnTo>
                      <a:pt x="3356" y="16446"/>
                    </a:lnTo>
                    <a:lnTo>
                      <a:pt x="3395" y="16504"/>
                    </a:lnTo>
                    <a:lnTo>
                      <a:pt x="3395" y="16561"/>
                    </a:lnTo>
                    <a:lnTo>
                      <a:pt x="3711" y="16909"/>
                    </a:lnTo>
                    <a:lnTo>
                      <a:pt x="3948" y="17198"/>
                    </a:lnTo>
                    <a:lnTo>
                      <a:pt x="4146" y="17314"/>
                    </a:lnTo>
                    <a:lnTo>
                      <a:pt x="4225" y="17372"/>
                    </a:lnTo>
                    <a:lnTo>
                      <a:pt x="4343" y="17546"/>
                    </a:lnTo>
                    <a:lnTo>
                      <a:pt x="4501" y="17893"/>
                    </a:lnTo>
                    <a:lnTo>
                      <a:pt x="4541" y="18009"/>
                    </a:lnTo>
                    <a:lnTo>
                      <a:pt x="4541" y="18125"/>
                    </a:lnTo>
                    <a:lnTo>
                      <a:pt x="11688" y="18125"/>
                    </a:lnTo>
                    <a:lnTo>
                      <a:pt x="11925" y="18415"/>
                    </a:lnTo>
                    <a:lnTo>
                      <a:pt x="12399" y="18472"/>
                    </a:lnTo>
                    <a:lnTo>
                      <a:pt x="12438" y="18588"/>
                    </a:lnTo>
                    <a:lnTo>
                      <a:pt x="12596" y="18704"/>
                    </a:lnTo>
                    <a:lnTo>
                      <a:pt x="12754" y="18704"/>
                    </a:lnTo>
                    <a:lnTo>
                      <a:pt x="12991" y="18588"/>
                    </a:lnTo>
                    <a:lnTo>
                      <a:pt x="13149" y="18472"/>
                    </a:lnTo>
                    <a:lnTo>
                      <a:pt x="13189" y="18415"/>
                    </a:lnTo>
                    <a:lnTo>
                      <a:pt x="13189" y="18357"/>
                    </a:lnTo>
                    <a:lnTo>
                      <a:pt x="13465" y="18299"/>
                    </a:lnTo>
                    <a:lnTo>
                      <a:pt x="13702" y="18357"/>
                    </a:lnTo>
                    <a:lnTo>
                      <a:pt x="13860" y="18472"/>
                    </a:lnTo>
                    <a:lnTo>
                      <a:pt x="13939" y="18646"/>
                    </a:lnTo>
                    <a:lnTo>
                      <a:pt x="13978" y="18704"/>
                    </a:lnTo>
                    <a:lnTo>
                      <a:pt x="14136" y="18704"/>
                    </a:lnTo>
                    <a:lnTo>
                      <a:pt x="14294" y="18820"/>
                    </a:lnTo>
                    <a:lnTo>
                      <a:pt x="14334" y="18878"/>
                    </a:lnTo>
                    <a:lnTo>
                      <a:pt x="14334" y="18994"/>
                    </a:lnTo>
                    <a:lnTo>
                      <a:pt x="14294" y="19052"/>
                    </a:lnTo>
                    <a:lnTo>
                      <a:pt x="14294" y="19109"/>
                    </a:lnTo>
                    <a:lnTo>
                      <a:pt x="14334" y="19341"/>
                    </a:lnTo>
                    <a:lnTo>
                      <a:pt x="14373" y="19515"/>
                    </a:lnTo>
                    <a:lnTo>
                      <a:pt x="14768" y="19515"/>
                    </a:lnTo>
                    <a:lnTo>
                      <a:pt x="14847" y="19457"/>
                    </a:lnTo>
                    <a:lnTo>
                      <a:pt x="15044" y="19457"/>
                    </a:lnTo>
                    <a:lnTo>
                      <a:pt x="15163" y="19515"/>
                    </a:lnTo>
                    <a:lnTo>
                      <a:pt x="15321" y="19631"/>
                    </a:lnTo>
                    <a:lnTo>
                      <a:pt x="15400" y="19746"/>
                    </a:lnTo>
                    <a:lnTo>
                      <a:pt x="15479" y="19804"/>
                    </a:lnTo>
                    <a:lnTo>
                      <a:pt x="15597" y="19978"/>
                    </a:lnTo>
                    <a:lnTo>
                      <a:pt x="15597" y="20036"/>
                    </a:lnTo>
                    <a:lnTo>
                      <a:pt x="15558" y="20094"/>
                    </a:lnTo>
                    <a:lnTo>
                      <a:pt x="15597" y="20210"/>
                    </a:lnTo>
                    <a:lnTo>
                      <a:pt x="15479" y="20383"/>
                    </a:lnTo>
                    <a:lnTo>
                      <a:pt x="15400" y="20383"/>
                    </a:lnTo>
                    <a:lnTo>
                      <a:pt x="15360" y="20326"/>
                    </a:lnTo>
                    <a:lnTo>
                      <a:pt x="15202" y="20326"/>
                    </a:lnTo>
                    <a:lnTo>
                      <a:pt x="15084" y="20152"/>
                    </a:lnTo>
                    <a:lnTo>
                      <a:pt x="15123" y="20268"/>
                    </a:lnTo>
                    <a:lnTo>
                      <a:pt x="15123" y="20326"/>
                    </a:lnTo>
                    <a:lnTo>
                      <a:pt x="15163" y="20441"/>
                    </a:lnTo>
                    <a:lnTo>
                      <a:pt x="15123" y="20615"/>
                    </a:lnTo>
                    <a:lnTo>
                      <a:pt x="15123" y="20731"/>
                    </a:lnTo>
                    <a:lnTo>
                      <a:pt x="15044" y="20789"/>
                    </a:lnTo>
                    <a:lnTo>
                      <a:pt x="15005" y="20789"/>
                    </a:lnTo>
                    <a:lnTo>
                      <a:pt x="14847" y="20905"/>
                    </a:lnTo>
                    <a:lnTo>
                      <a:pt x="14808" y="20963"/>
                    </a:lnTo>
                    <a:lnTo>
                      <a:pt x="14808" y="21020"/>
                    </a:lnTo>
                    <a:lnTo>
                      <a:pt x="14847" y="21078"/>
                    </a:lnTo>
                    <a:lnTo>
                      <a:pt x="14847" y="21136"/>
                    </a:lnTo>
                    <a:lnTo>
                      <a:pt x="14887" y="21136"/>
                    </a:lnTo>
                    <a:lnTo>
                      <a:pt x="14926" y="21194"/>
                    </a:lnTo>
                    <a:lnTo>
                      <a:pt x="14965" y="21310"/>
                    </a:lnTo>
                    <a:lnTo>
                      <a:pt x="14926" y="21368"/>
                    </a:lnTo>
                    <a:lnTo>
                      <a:pt x="14926" y="21426"/>
                    </a:lnTo>
                    <a:lnTo>
                      <a:pt x="14887" y="21426"/>
                    </a:lnTo>
                    <a:lnTo>
                      <a:pt x="14768" y="21600"/>
                    </a:lnTo>
                    <a:lnTo>
                      <a:pt x="14887" y="21600"/>
                    </a:lnTo>
                    <a:lnTo>
                      <a:pt x="15005" y="21542"/>
                    </a:lnTo>
                    <a:lnTo>
                      <a:pt x="15202" y="21252"/>
                    </a:lnTo>
                    <a:lnTo>
                      <a:pt x="15202" y="21136"/>
                    </a:lnTo>
                    <a:lnTo>
                      <a:pt x="15242" y="21078"/>
                    </a:lnTo>
                    <a:lnTo>
                      <a:pt x="15281" y="20963"/>
                    </a:lnTo>
                    <a:lnTo>
                      <a:pt x="15321" y="20905"/>
                    </a:lnTo>
                    <a:lnTo>
                      <a:pt x="15795" y="20905"/>
                    </a:lnTo>
                    <a:lnTo>
                      <a:pt x="15755" y="20847"/>
                    </a:lnTo>
                    <a:lnTo>
                      <a:pt x="15755" y="20673"/>
                    </a:lnTo>
                    <a:lnTo>
                      <a:pt x="15874" y="20499"/>
                    </a:lnTo>
                    <a:lnTo>
                      <a:pt x="15913" y="20383"/>
                    </a:lnTo>
                    <a:lnTo>
                      <a:pt x="15992" y="20268"/>
                    </a:lnTo>
                    <a:lnTo>
                      <a:pt x="16071" y="20210"/>
                    </a:lnTo>
                    <a:lnTo>
                      <a:pt x="16190" y="20152"/>
                    </a:lnTo>
                    <a:lnTo>
                      <a:pt x="16545" y="20152"/>
                    </a:lnTo>
                    <a:lnTo>
                      <a:pt x="16585" y="20210"/>
                    </a:lnTo>
                    <a:lnTo>
                      <a:pt x="16624" y="20210"/>
                    </a:lnTo>
                    <a:lnTo>
                      <a:pt x="16703" y="20268"/>
                    </a:lnTo>
                    <a:lnTo>
                      <a:pt x="16742" y="20268"/>
                    </a:lnTo>
                    <a:lnTo>
                      <a:pt x="16782" y="2032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7" name="AutoShape 35">
                <a:extLst>
                  <a:ext uri="{FF2B5EF4-FFF2-40B4-BE49-F238E27FC236}">
                    <a16:creationId xmlns:a16="http://schemas.microsoft.com/office/drawing/2014/main" id="{89FB9360-A37F-8EFE-42D7-C4F17732E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563567"/>
                <a:ext cx="714403" cy="658726"/>
              </a:xfrm>
              <a:custGeom>
                <a:avLst/>
                <a:gdLst>
                  <a:gd name="T0" fmla="*/ 357201 w 21600"/>
                  <a:gd name="T1" fmla="*/ 329363 h 21600"/>
                  <a:gd name="T2" fmla="*/ 357201 w 21600"/>
                  <a:gd name="T3" fmla="*/ 329363 h 21600"/>
                  <a:gd name="T4" fmla="*/ 357201 w 21600"/>
                  <a:gd name="T5" fmla="*/ 329363 h 21600"/>
                  <a:gd name="T6" fmla="*/ 357201 w 21600"/>
                  <a:gd name="T7" fmla="*/ 32936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39" y="2168"/>
                    </a:moveTo>
                    <a:lnTo>
                      <a:pt x="14663" y="1995"/>
                    </a:lnTo>
                    <a:lnTo>
                      <a:pt x="14575" y="1995"/>
                    </a:lnTo>
                    <a:lnTo>
                      <a:pt x="14399" y="1908"/>
                    </a:lnTo>
                    <a:lnTo>
                      <a:pt x="13960" y="1908"/>
                    </a:lnTo>
                    <a:lnTo>
                      <a:pt x="13609" y="2081"/>
                    </a:lnTo>
                    <a:lnTo>
                      <a:pt x="13170" y="2081"/>
                    </a:lnTo>
                    <a:lnTo>
                      <a:pt x="12643" y="1908"/>
                    </a:lnTo>
                    <a:lnTo>
                      <a:pt x="12380" y="1734"/>
                    </a:lnTo>
                    <a:lnTo>
                      <a:pt x="11941" y="1734"/>
                    </a:lnTo>
                    <a:lnTo>
                      <a:pt x="11590" y="1561"/>
                    </a:lnTo>
                    <a:lnTo>
                      <a:pt x="11502" y="1387"/>
                    </a:lnTo>
                    <a:lnTo>
                      <a:pt x="11414" y="1301"/>
                    </a:lnTo>
                    <a:lnTo>
                      <a:pt x="11326" y="1301"/>
                    </a:lnTo>
                    <a:lnTo>
                      <a:pt x="10975" y="1127"/>
                    </a:lnTo>
                    <a:lnTo>
                      <a:pt x="10712" y="1127"/>
                    </a:lnTo>
                    <a:lnTo>
                      <a:pt x="10624" y="1040"/>
                    </a:lnTo>
                    <a:lnTo>
                      <a:pt x="10536" y="1040"/>
                    </a:lnTo>
                    <a:lnTo>
                      <a:pt x="10360" y="954"/>
                    </a:lnTo>
                    <a:lnTo>
                      <a:pt x="10273" y="867"/>
                    </a:lnTo>
                    <a:lnTo>
                      <a:pt x="10097" y="954"/>
                    </a:lnTo>
                    <a:lnTo>
                      <a:pt x="10009" y="1127"/>
                    </a:lnTo>
                    <a:lnTo>
                      <a:pt x="10097" y="1214"/>
                    </a:lnTo>
                    <a:lnTo>
                      <a:pt x="10097" y="1561"/>
                    </a:lnTo>
                    <a:lnTo>
                      <a:pt x="9834" y="1561"/>
                    </a:lnTo>
                    <a:lnTo>
                      <a:pt x="9131" y="867"/>
                    </a:lnTo>
                    <a:lnTo>
                      <a:pt x="8692" y="693"/>
                    </a:lnTo>
                    <a:lnTo>
                      <a:pt x="8253" y="433"/>
                    </a:lnTo>
                    <a:lnTo>
                      <a:pt x="7726" y="173"/>
                    </a:lnTo>
                    <a:lnTo>
                      <a:pt x="7551" y="173"/>
                    </a:lnTo>
                    <a:lnTo>
                      <a:pt x="7200" y="0"/>
                    </a:lnTo>
                    <a:lnTo>
                      <a:pt x="6585" y="0"/>
                    </a:lnTo>
                    <a:lnTo>
                      <a:pt x="5882" y="173"/>
                    </a:lnTo>
                    <a:lnTo>
                      <a:pt x="5619" y="346"/>
                    </a:lnTo>
                    <a:lnTo>
                      <a:pt x="5356" y="433"/>
                    </a:lnTo>
                    <a:lnTo>
                      <a:pt x="5180" y="520"/>
                    </a:lnTo>
                    <a:lnTo>
                      <a:pt x="4565" y="520"/>
                    </a:lnTo>
                    <a:lnTo>
                      <a:pt x="4390" y="607"/>
                    </a:lnTo>
                    <a:lnTo>
                      <a:pt x="4126" y="693"/>
                    </a:lnTo>
                    <a:lnTo>
                      <a:pt x="3863" y="867"/>
                    </a:lnTo>
                    <a:lnTo>
                      <a:pt x="3775" y="954"/>
                    </a:lnTo>
                    <a:lnTo>
                      <a:pt x="3687" y="1214"/>
                    </a:lnTo>
                    <a:lnTo>
                      <a:pt x="2985" y="2602"/>
                    </a:lnTo>
                    <a:lnTo>
                      <a:pt x="2546" y="3036"/>
                    </a:lnTo>
                    <a:lnTo>
                      <a:pt x="2195" y="3209"/>
                    </a:lnTo>
                    <a:lnTo>
                      <a:pt x="1668" y="3296"/>
                    </a:lnTo>
                    <a:lnTo>
                      <a:pt x="1229" y="3383"/>
                    </a:lnTo>
                    <a:lnTo>
                      <a:pt x="878" y="3643"/>
                    </a:lnTo>
                    <a:lnTo>
                      <a:pt x="790" y="3990"/>
                    </a:lnTo>
                    <a:lnTo>
                      <a:pt x="790" y="4250"/>
                    </a:lnTo>
                    <a:lnTo>
                      <a:pt x="965" y="4597"/>
                    </a:lnTo>
                    <a:lnTo>
                      <a:pt x="1141" y="4771"/>
                    </a:lnTo>
                    <a:lnTo>
                      <a:pt x="1404" y="4944"/>
                    </a:lnTo>
                    <a:lnTo>
                      <a:pt x="2107" y="5638"/>
                    </a:lnTo>
                    <a:lnTo>
                      <a:pt x="2634" y="6245"/>
                    </a:lnTo>
                    <a:lnTo>
                      <a:pt x="3073" y="6766"/>
                    </a:lnTo>
                    <a:lnTo>
                      <a:pt x="3336" y="7286"/>
                    </a:lnTo>
                    <a:lnTo>
                      <a:pt x="3160" y="7720"/>
                    </a:lnTo>
                    <a:lnTo>
                      <a:pt x="2985" y="7807"/>
                    </a:lnTo>
                    <a:lnTo>
                      <a:pt x="2721" y="7807"/>
                    </a:lnTo>
                    <a:lnTo>
                      <a:pt x="2370" y="7633"/>
                    </a:lnTo>
                    <a:lnTo>
                      <a:pt x="2282" y="7460"/>
                    </a:lnTo>
                    <a:lnTo>
                      <a:pt x="2195" y="7373"/>
                    </a:lnTo>
                    <a:lnTo>
                      <a:pt x="2019" y="7286"/>
                    </a:lnTo>
                    <a:lnTo>
                      <a:pt x="1492" y="7286"/>
                    </a:lnTo>
                    <a:lnTo>
                      <a:pt x="878" y="7460"/>
                    </a:lnTo>
                    <a:lnTo>
                      <a:pt x="351" y="7893"/>
                    </a:lnTo>
                    <a:lnTo>
                      <a:pt x="87" y="8327"/>
                    </a:lnTo>
                    <a:lnTo>
                      <a:pt x="0" y="8674"/>
                    </a:lnTo>
                    <a:lnTo>
                      <a:pt x="0" y="9021"/>
                    </a:lnTo>
                    <a:lnTo>
                      <a:pt x="351" y="9368"/>
                    </a:lnTo>
                    <a:lnTo>
                      <a:pt x="1141" y="9802"/>
                    </a:lnTo>
                    <a:lnTo>
                      <a:pt x="1931" y="10062"/>
                    </a:lnTo>
                    <a:lnTo>
                      <a:pt x="2721" y="9889"/>
                    </a:lnTo>
                    <a:lnTo>
                      <a:pt x="2809" y="9889"/>
                    </a:lnTo>
                    <a:lnTo>
                      <a:pt x="2897" y="9802"/>
                    </a:lnTo>
                    <a:lnTo>
                      <a:pt x="3248" y="9628"/>
                    </a:lnTo>
                    <a:lnTo>
                      <a:pt x="3424" y="9628"/>
                    </a:lnTo>
                    <a:lnTo>
                      <a:pt x="3600" y="9542"/>
                    </a:lnTo>
                    <a:lnTo>
                      <a:pt x="3775" y="9542"/>
                    </a:lnTo>
                    <a:lnTo>
                      <a:pt x="3951" y="9715"/>
                    </a:lnTo>
                    <a:lnTo>
                      <a:pt x="3775" y="9889"/>
                    </a:lnTo>
                    <a:lnTo>
                      <a:pt x="3775" y="9975"/>
                    </a:lnTo>
                    <a:lnTo>
                      <a:pt x="3687" y="10149"/>
                    </a:lnTo>
                    <a:lnTo>
                      <a:pt x="3775" y="10236"/>
                    </a:lnTo>
                    <a:lnTo>
                      <a:pt x="3863" y="10409"/>
                    </a:lnTo>
                    <a:lnTo>
                      <a:pt x="3951" y="10496"/>
                    </a:lnTo>
                    <a:lnTo>
                      <a:pt x="4039" y="10669"/>
                    </a:lnTo>
                    <a:lnTo>
                      <a:pt x="4039" y="10756"/>
                    </a:lnTo>
                    <a:lnTo>
                      <a:pt x="3951" y="10930"/>
                    </a:lnTo>
                    <a:lnTo>
                      <a:pt x="3775" y="11103"/>
                    </a:lnTo>
                    <a:lnTo>
                      <a:pt x="3336" y="11277"/>
                    </a:lnTo>
                    <a:lnTo>
                      <a:pt x="2809" y="11537"/>
                    </a:lnTo>
                    <a:lnTo>
                      <a:pt x="2458" y="11884"/>
                    </a:lnTo>
                    <a:lnTo>
                      <a:pt x="2282" y="12318"/>
                    </a:lnTo>
                    <a:lnTo>
                      <a:pt x="2370" y="12318"/>
                    </a:lnTo>
                    <a:lnTo>
                      <a:pt x="2282" y="12318"/>
                    </a:lnTo>
                    <a:lnTo>
                      <a:pt x="2282" y="12404"/>
                    </a:lnTo>
                    <a:lnTo>
                      <a:pt x="1931" y="12578"/>
                    </a:lnTo>
                    <a:lnTo>
                      <a:pt x="1580" y="12838"/>
                    </a:lnTo>
                    <a:lnTo>
                      <a:pt x="1229" y="13012"/>
                    </a:lnTo>
                    <a:lnTo>
                      <a:pt x="965" y="13185"/>
                    </a:lnTo>
                    <a:lnTo>
                      <a:pt x="790" y="13359"/>
                    </a:lnTo>
                    <a:lnTo>
                      <a:pt x="614" y="13706"/>
                    </a:lnTo>
                    <a:lnTo>
                      <a:pt x="702" y="13879"/>
                    </a:lnTo>
                    <a:lnTo>
                      <a:pt x="965" y="14053"/>
                    </a:lnTo>
                    <a:lnTo>
                      <a:pt x="965" y="14139"/>
                    </a:lnTo>
                    <a:lnTo>
                      <a:pt x="1053" y="14139"/>
                    </a:lnTo>
                    <a:lnTo>
                      <a:pt x="1229" y="14226"/>
                    </a:lnTo>
                    <a:lnTo>
                      <a:pt x="1492" y="14313"/>
                    </a:lnTo>
                    <a:lnTo>
                      <a:pt x="1668" y="14399"/>
                    </a:lnTo>
                    <a:lnTo>
                      <a:pt x="1668" y="15267"/>
                    </a:lnTo>
                    <a:lnTo>
                      <a:pt x="1843" y="15527"/>
                    </a:lnTo>
                    <a:lnTo>
                      <a:pt x="2107" y="15701"/>
                    </a:lnTo>
                    <a:lnTo>
                      <a:pt x="2985" y="15701"/>
                    </a:lnTo>
                    <a:lnTo>
                      <a:pt x="2985" y="15787"/>
                    </a:lnTo>
                    <a:lnTo>
                      <a:pt x="3073" y="15874"/>
                    </a:lnTo>
                    <a:lnTo>
                      <a:pt x="3073" y="16048"/>
                    </a:lnTo>
                    <a:lnTo>
                      <a:pt x="3160" y="16221"/>
                    </a:lnTo>
                    <a:lnTo>
                      <a:pt x="3248" y="16481"/>
                    </a:lnTo>
                    <a:lnTo>
                      <a:pt x="3248" y="16742"/>
                    </a:lnTo>
                    <a:lnTo>
                      <a:pt x="3336" y="16828"/>
                    </a:lnTo>
                    <a:lnTo>
                      <a:pt x="3600" y="16828"/>
                    </a:lnTo>
                    <a:lnTo>
                      <a:pt x="3775" y="16742"/>
                    </a:lnTo>
                    <a:lnTo>
                      <a:pt x="3951" y="16568"/>
                    </a:lnTo>
                    <a:lnTo>
                      <a:pt x="4214" y="16568"/>
                    </a:lnTo>
                    <a:lnTo>
                      <a:pt x="4302" y="16655"/>
                    </a:lnTo>
                    <a:lnTo>
                      <a:pt x="4302" y="16828"/>
                    </a:lnTo>
                    <a:lnTo>
                      <a:pt x="4390" y="16915"/>
                    </a:lnTo>
                    <a:lnTo>
                      <a:pt x="4390" y="17002"/>
                    </a:lnTo>
                    <a:lnTo>
                      <a:pt x="4653" y="17262"/>
                    </a:lnTo>
                    <a:lnTo>
                      <a:pt x="4829" y="17262"/>
                    </a:lnTo>
                    <a:lnTo>
                      <a:pt x="5092" y="17175"/>
                    </a:lnTo>
                    <a:lnTo>
                      <a:pt x="5268" y="17002"/>
                    </a:lnTo>
                    <a:lnTo>
                      <a:pt x="5356" y="17002"/>
                    </a:lnTo>
                    <a:lnTo>
                      <a:pt x="5531" y="16828"/>
                    </a:lnTo>
                    <a:lnTo>
                      <a:pt x="5619" y="16655"/>
                    </a:lnTo>
                    <a:lnTo>
                      <a:pt x="5707" y="16568"/>
                    </a:lnTo>
                    <a:lnTo>
                      <a:pt x="5882" y="16481"/>
                    </a:lnTo>
                    <a:lnTo>
                      <a:pt x="6058" y="16481"/>
                    </a:lnTo>
                    <a:lnTo>
                      <a:pt x="6058" y="16828"/>
                    </a:lnTo>
                    <a:lnTo>
                      <a:pt x="5970" y="17175"/>
                    </a:lnTo>
                    <a:lnTo>
                      <a:pt x="5795" y="17696"/>
                    </a:lnTo>
                    <a:lnTo>
                      <a:pt x="5531" y="18130"/>
                    </a:lnTo>
                    <a:lnTo>
                      <a:pt x="5356" y="18216"/>
                    </a:lnTo>
                    <a:lnTo>
                      <a:pt x="5004" y="18477"/>
                    </a:lnTo>
                    <a:lnTo>
                      <a:pt x="4565" y="18824"/>
                    </a:lnTo>
                    <a:lnTo>
                      <a:pt x="4126" y="19257"/>
                    </a:lnTo>
                    <a:lnTo>
                      <a:pt x="3775" y="19691"/>
                    </a:lnTo>
                    <a:lnTo>
                      <a:pt x="3687" y="19778"/>
                    </a:lnTo>
                    <a:lnTo>
                      <a:pt x="3600" y="19778"/>
                    </a:lnTo>
                    <a:lnTo>
                      <a:pt x="3424" y="19865"/>
                    </a:lnTo>
                    <a:lnTo>
                      <a:pt x="3248" y="20038"/>
                    </a:lnTo>
                    <a:lnTo>
                      <a:pt x="2985" y="20125"/>
                    </a:lnTo>
                    <a:lnTo>
                      <a:pt x="2809" y="20385"/>
                    </a:lnTo>
                    <a:lnTo>
                      <a:pt x="2721" y="20559"/>
                    </a:lnTo>
                    <a:lnTo>
                      <a:pt x="2809" y="20559"/>
                    </a:lnTo>
                    <a:lnTo>
                      <a:pt x="2897" y="20472"/>
                    </a:lnTo>
                    <a:lnTo>
                      <a:pt x="3424" y="20298"/>
                    </a:lnTo>
                    <a:lnTo>
                      <a:pt x="4126" y="20125"/>
                    </a:lnTo>
                    <a:lnTo>
                      <a:pt x="4653" y="19865"/>
                    </a:lnTo>
                    <a:lnTo>
                      <a:pt x="5268" y="19518"/>
                    </a:lnTo>
                    <a:lnTo>
                      <a:pt x="5882" y="18910"/>
                    </a:lnTo>
                    <a:lnTo>
                      <a:pt x="6497" y="18390"/>
                    </a:lnTo>
                    <a:lnTo>
                      <a:pt x="7024" y="17869"/>
                    </a:lnTo>
                    <a:lnTo>
                      <a:pt x="7375" y="17696"/>
                    </a:lnTo>
                    <a:lnTo>
                      <a:pt x="7551" y="17522"/>
                    </a:lnTo>
                    <a:lnTo>
                      <a:pt x="7726" y="17436"/>
                    </a:lnTo>
                    <a:lnTo>
                      <a:pt x="8078" y="17089"/>
                    </a:lnTo>
                    <a:lnTo>
                      <a:pt x="8165" y="16915"/>
                    </a:lnTo>
                    <a:lnTo>
                      <a:pt x="7990" y="16568"/>
                    </a:lnTo>
                    <a:lnTo>
                      <a:pt x="7902" y="16568"/>
                    </a:lnTo>
                    <a:lnTo>
                      <a:pt x="7814" y="16481"/>
                    </a:lnTo>
                    <a:lnTo>
                      <a:pt x="7814" y="16395"/>
                    </a:lnTo>
                    <a:lnTo>
                      <a:pt x="7726" y="16308"/>
                    </a:lnTo>
                    <a:lnTo>
                      <a:pt x="7814" y="16221"/>
                    </a:lnTo>
                    <a:lnTo>
                      <a:pt x="7990" y="16134"/>
                    </a:lnTo>
                    <a:lnTo>
                      <a:pt x="8253" y="15614"/>
                    </a:lnTo>
                    <a:lnTo>
                      <a:pt x="8780" y="14746"/>
                    </a:lnTo>
                    <a:lnTo>
                      <a:pt x="8956" y="14226"/>
                    </a:lnTo>
                    <a:lnTo>
                      <a:pt x="9043" y="14139"/>
                    </a:lnTo>
                    <a:lnTo>
                      <a:pt x="9395" y="13966"/>
                    </a:lnTo>
                    <a:lnTo>
                      <a:pt x="9921" y="13792"/>
                    </a:lnTo>
                    <a:lnTo>
                      <a:pt x="10712" y="13792"/>
                    </a:lnTo>
                    <a:lnTo>
                      <a:pt x="10887" y="13966"/>
                    </a:lnTo>
                    <a:lnTo>
                      <a:pt x="10975" y="13966"/>
                    </a:lnTo>
                    <a:lnTo>
                      <a:pt x="11063" y="14053"/>
                    </a:lnTo>
                    <a:lnTo>
                      <a:pt x="11063" y="14139"/>
                    </a:lnTo>
                    <a:lnTo>
                      <a:pt x="10887" y="14226"/>
                    </a:lnTo>
                    <a:lnTo>
                      <a:pt x="10712" y="14226"/>
                    </a:lnTo>
                    <a:lnTo>
                      <a:pt x="9658" y="14573"/>
                    </a:lnTo>
                    <a:lnTo>
                      <a:pt x="9307" y="15007"/>
                    </a:lnTo>
                    <a:lnTo>
                      <a:pt x="9307" y="15180"/>
                    </a:lnTo>
                    <a:lnTo>
                      <a:pt x="9131" y="15527"/>
                    </a:lnTo>
                    <a:lnTo>
                      <a:pt x="9043" y="15614"/>
                    </a:lnTo>
                    <a:lnTo>
                      <a:pt x="9043" y="16048"/>
                    </a:lnTo>
                    <a:lnTo>
                      <a:pt x="9131" y="16134"/>
                    </a:lnTo>
                    <a:lnTo>
                      <a:pt x="9131" y="16308"/>
                    </a:lnTo>
                    <a:lnTo>
                      <a:pt x="9658" y="16308"/>
                    </a:lnTo>
                    <a:lnTo>
                      <a:pt x="9658" y="16221"/>
                    </a:lnTo>
                    <a:lnTo>
                      <a:pt x="10185" y="15961"/>
                    </a:lnTo>
                    <a:lnTo>
                      <a:pt x="10360" y="15787"/>
                    </a:lnTo>
                    <a:lnTo>
                      <a:pt x="10624" y="15614"/>
                    </a:lnTo>
                    <a:lnTo>
                      <a:pt x="10887" y="15354"/>
                    </a:lnTo>
                    <a:lnTo>
                      <a:pt x="10975" y="15180"/>
                    </a:lnTo>
                    <a:lnTo>
                      <a:pt x="10975" y="15007"/>
                    </a:lnTo>
                    <a:lnTo>
                      <a:pt x="11063" y="14920"/>
                    </a:lnTo>
                    <a:lnTo>
                      <a:pt x="11063" y="14746"/>
                    </a:lnTo>
                    <a:lnTo>
                      <a:pt x="11151" y="14660"/>
                    </a:lnTo>
                    <a:lnTo>
                      <a:pt x="11239" y="14486"/>
                    </a:lnTo>
                    <a:lnTo>
                      <a:pt x="11326" y="14486"/>
                    </a:lnTo>
                    <a:lnTo>
                      <a:pt x="11502" y="14399"/>
                    </a:lnTo>
                    <a:lnTo>
                      <a:pt x="11678" y="14486"/>
                    </a:lnTo>
                    <a:lnTo>
                      <a:pt x="11853" y="14660"/>
                    </a:lnTo>
                    <a:lnTo>
                      <a:pt x="12292" y="14660"/>
                    </a:lnTo>
                    <a:lnTo>
                      <a:pt x="12468" y="14746"/>
                    </a:lnTo>
                    <a:lnTo>
                      <a:pt x="12731" y="14833"/>
                    </a:lnTo>
                    <a:lnTo>
                      <a:pt x="12907" y="15007"/>
                    </a:lnTo>
                    <a:lnTo>
                      <a:pt x="12995" y="15180"/>
                    </a:lnTo>
                    <a:lnTo>
                      <a:pt x="13170" y="15267"/>
                    </a:lnTo>
                    <a:lnTo>
                      <a:pt x="13697" y="15354"/>
                    </a:lnTo>
                    <a:lnTo>
                      <a:pt x="14487" y="15527"/>
                    </a:lnTo>
                    <a:lnTo>
                      <a:pt x="14751" y="15527"/>
                    </a:lnTo>
                    <a:lnTo>
                      <a:pt x="14926" y="15701"/>
                    </a:lnTo>
                    <a:lnTo>
                      <a:pt x="15102" y="15787"/>
                    </a:lnTo>
                    <a:lnTo>
                      <a:pt x="15278" y="16048"/>
                    </a:lnTo>
                    <a:lnTo>
                      <a:pt x="15365" y="15961"/>
                    </a:lnTo>
                    <a:lnTo>
                      <a:pt x="15365" y="15874"/>
                    </a:lnTo>
                    <a:lnTo>
                      <a:pt x="15541" y="15787"/>
                    </a:lnTo>
                    <a:lnTo>
                      <a:pt x="15629" y="15701"/>
                    </a:lnTo>
                    <a:lnTo>
                      <a:pt x="15980" y="15701"/>
                    </a:lnTo>
                    <a:lnTo>
                      <a:pt x="16068" y="15874"/>
                    </a:lnTo>
                    <a:lnTo>
                      <a:pt x="16331" y="16134"/>
                    </a:lnTo>
                    <a:lnTo>
                      <a:pt x="16682" y="16568"/>
                    </a:lnTo>
                    <a:lnTo>
                      <a:pt x="17121" y="17002"/>
                    </a:lnTo>
                    <a:lnTo>
                      <a:pt x="17473" y="17436"/>
                    </a:lnTo>
                    <a:lnTo>
                      <a:pt x="17824" y="17696"/>
                    </a:lnTo>
                    <a:lnTo>
                      <a:pt x="17912" y="17783"/>
                    </a:lnTo>
                    <a:lnTo>
                      <a:pt x="18614" y="16742"/>
                    </a:lnTo>
                    <a:lnTo>
                      <a:pt x="18702" y="16828"/>
                    </a:lnTo>
                    <a:lnTo>
                      <a:pt x="19229" y="17696"/>
                    </a:lnTo>
                    <a:lnTo>
                      <a:pt x="19404" y="18130"/>
                    </a:lnTo>
                    <a:lnTo>
                      <a:pt x="19492" y="18130"/>
                    </a:lnTo>
                    <a:lnTo>
                      <a:pt x="19580" y="18216"/>
                    </a:lnTo>
                    <a:lnTo>
                      <a:pt x="19668" y="18390"/>
                    </a:lnTo>
                    <a:lnTo>
                      <a:pt x="20019" y="18737"/>
                    </a:lnTo>
                    <a:lnTo>
                      <a:pt x="20107" y="18910"/>
                    </a:lnTo>
                    <a:lnTo>
                      <a:pt x="20107" y="19257"/>
                    </a:lnTo>
                    <a:lnTo>
                      <a:pt x="20195" y="19518"/>
                    </a:lnTo>
                    <a:lnTo>
                      <a:pt x="20282" y="19691"/>
                    </a:lnTo>
                    <a:lnTo>
                      <a:pt x="20458" y="19865"/>
                    </a:lnTo>
                    <a:lnTo>
                      <a:pt x="20458" y="20038"/>
                    </a:lnTo>
                    <a:lnTo>
                      <a:pt x="20721" y="20038"/>
                    </a:lnTo>
                    <a:lnTo>
                      <a:pt x="20897" y="19865"/>
                    </a:lnTo>
                    <a:lnTo>
                      <a:pt x="20897" y="19951"/>
                    </a:lnTo>
                    <a:lnTo>
                      <a:pt x="20985" y="19951"/>
                    </a:lnTo>
                    <a:lnTo>
                      <a:pt x="20985" y="20298"/>
                    </a:lnTo>
                    <a:lnTo>
                      <a:pt x="21073" y="20559"/>
                    </a:lnTo>
                    <a:lnTo>
                      <a:pt x="20985" y="20559"/>
                    </a:lnTo>
                    <a:lnTo>
                      <a:pt x="20985" y="20645"/>
                    </a:lnTo>
                    <a:lnTo>
                      <a:pt x="20897" y="20819"/>
                    </a:lnTo>
                    <a:lnTo>
                      <a:pt x="20897" y="21166"/>
                    </a:lnTo>
                    <a:lnTo>
                      <a:pt x="20985" y="21426"/>
                    </a:lnTo>
                    <a:lnTo>
                      <a:pt x="21073" y="21513"/>
                    </a:lnTo>
                    <a:lnTo>
                      <a:pt x="21248" y="21600"/>
                    </a:lnTo>
                    <a:lnTo>
                      <a:pt x="21336" y="21426"/>
                    </a:lnTo>
                    <a:lnTo>
                      <a:pt x="21424" y="21079"/>
                    </a:lnTo>
                    <a:lnTo>
                      <a:pt x="21512" y="20559"/>
                    </a:lnTo>
                    <a:lnTo>
                      <a:pt x="21599" y="20125"/>
                    </a:lnTo>
                    <a:lnTo>
                      <a:pt x="21599" y="19778"/>
                    </a:lnTo>
                    <a:lnTo>
                      <a:pt x="21512" y="19778"/>
                    </a:lnTo>
                    <a:lnTo>
                      <a:pt x="20985" y="19257"/>
                    </a:lnTo>
                    <a:lnTo>
                      <a:pt x="20809" y="18997"/>
                    </a:lnTo>
                    <a:lnTo>
                      <a:pt x="20546" y="18477"/>
                    </a:lnTo>
                    <a:lnTo>
                      <a:pt x="20282" y="18130"/>
                    </a:lnTo>
                    <a:lnTo>
                      <a:pt x="19931" y="17609"/>
                    </a:lnTo>
                    <a:lnTo>
                      <a:pt x="19492" y="17002"/>
                    </a:lnTo>
                    <a:lnTo>
                      <a:pt x="19053" y="16481"/>
                    </a:lnTo>
                    <a:lnTo>
                      <a:pt x="18702" y="16048"/>
                    </a:lnTo>
                    <a:lnTo>
                      <a:pt x="18439" y="15874"/>
                    </a:lnTo>
                    <a:lnTo>
                      <a:pt x="18351" y="15874"/>
                    </a:lnTo>
                    <a:lnTo>
                      <a:pt x="18087" y="16134"/>
                    </a:lnTo>
                    <a:lnTo>
                      <a:pt x="17912" y="16221"/>
                    </a:lnTo>
                    <a:lnTo>
                      <a:pt x="17648" y="16395"/>
                    </a:lnTo>
                    <a:lnTo>
                      <a:pt x="17473" y="16395"/>
                    </a:lnTo>
                    <a:lnTo>
                      <a:pt x="17385" y="16308"/>
                    </a:lnTo>
                    <a:lnTo>
                      <a:pt x="17034" y="16048"/>
                    </a:lnTo>
                    <a:lnTo>
                      <a:pt x="16156" y="15354"/>
                    </a:lnTo>
                    <a:lnTo>
                      <a:pt x="15717" y="15093"/>
                    </a:lnTo>
                    <a:lnTo>
                      <a:pt x="15365" y="14833"/>
                    </a:lnTo>
                    <a:lnTo>
                      <a:pt x="14839" y="14833"/>
                    </a:lnTo>
                    <a:lnTo>
                      <a:pt x="14839" y="216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8" name="AutoShape 36">
                <a:extLst>
                  <a:ext uri="{FF2B5EF4-FFF2-40B4-BE49-F238E27FC236}">
                    <a16:creationId xmlns:a16="http://schemas.microsoft.com/office/drawing/2014/main" id="{46A5AD10-00BB-390B-4639-3C9814A8C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838" y="1362446"/>
                <a:ext cx="1071972" cy="534063"/>
              </a:xfrm>
              <a:custGeom>
                <a:avLst/>
                <a:gdLst>
                  <a:gd name="T0" fmla="*/ 535986 w 21600"/>
                  <a:gd name="T1" fmla="*/ 267032 h 21600"/>
                  <a:gd name="T2" fmla="*/ 535986 w 21600"/>
                  <a:gd name="T3" fmla="*/ 267032 h 21600"/>
                  <a:gd name="T4" fmla="*/ 535986 w 21600"/>
                  <a:gd name="T5" fmla="*/ 267032 h 21600"/>
                  <a:gd name="T6" fmla="*/ 535986 w 21600"/>
                  <a:gd name="T7" fmla="*/ 26703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731" y="4063"/>
                    </a:moveTo>
                    <a:lnTo>
                      <a:pt x="19024" y="3421"/>
                    </a:lnTo>
                    <a:lnTo>
                      <a:pt x="19434" y="3100"/>
                    </a:lnTo>
                    <a:lnTo>
                      <a:pt x="19902" y="2887"/>
                    </a:lnTo>
                    <a:lnTo>
                      <a:pt x="20312" y="2780"/>
                    </a:lnTo>
                    <a:lnTo>
                      <a:pt x="20429" y="2780"/>
                    </a:lnTo>
                    <a:lnTo>
                      <a:pt x="20604" y="2245"/>
                    </a:lnTo>
                    <a:lnTo>
                      <a:pt x="20721" y="1924"/>
                    </a:lnTo>
                    <a:lnTo>
                      <a:pt x="20839" y="1710"/>
                    </a:lnTo>
                    <a:lnTo>
                      <a:pt x="21073" y="1497"/>
                    </a:lnTo>
                    <a:lnTo>
                      <a:pt x="21131" y="1497"/>
                    </a:lnTo>
                    <a:lnTo>
                      <a:pt x="21190" y="1603"/>
                    </a:lnTo>
                    <a:lnTo>
                      <a:pt x="21248" y="1603"/>
                    </a:lnTo>
                    <a:lnTo>
                      <a:pt x="21424" y="1710"/>
                    </a:lnTo>
                    <a:lnTo>
                      <a:pt x="21482" y="2138"/>
                    </a:lnTo>
                    <a:lnTo>
                      <a:pt x="21424" y="2566"/>
                    </a:lnTo>
                    <a:lnTo>
                      <a:pt x="21307" y="2994"/>
                    </a:lnTo>
                    <a:lnTo>
                      <a:pt x="21248" y="3314"/>
                    </a:lnTo>
                    <a:lnTo>
                      <a:pt x="21190" y="3421"/>
                    </a:lnTo>
                    <a:lnTo>
                      <a:pt x="21307" y="3635"/>
                    </a:lnTo>
                    <a:lnTo>
                      <a:pt x="21424" y="3742"/>
                    </a:lnTo>
                    <a:lnTo>
                      <a:pt x="21482" y="3849"/>
                    </a:lnTo>
                    <a:lnTo>
                      <a:pt x="21599" y="3956"/>
                    </a:lnTo>
                    <a:lnTo>
                      <a:pt x="21599" y="4063"/>
                    </a:lnTo>
                    <a:lnTo>
                      <a:pt x="21541" y="4063"/>
                    </a:lnTo>
                    <a:lnTo>
                      <a:pt x="21482" y="4170"/>
                    </a:lnTo>
                    <a:lnTo>
                      <a:pt x="21365" y="4277"/>
                    </a:lnTo>
                    <a:lnTo>
                      <a:pt x="21365" y="4384"/>
                    </a:lnTo>
                    <a:lnTo>
                      <a:pt x="21248" y="4384"/>
                    </a:lnTo>
                    <a:lnTo>
                      <a:pt x="21014" y="4598"/>
                    </a:lnTo>
                    <a:lnTo>
                      <a:pt x="20839" y="4598"/>
                    </a:lnTo>
                    <a:lnTo>
                      <a:pt x="20721" y="4704"/>
                    </a:lnTo>
                    <a:lnTo>
                      <a:pt x="20604" y="4918"/>
                    </a:lnTo>
                    <a:lnTo>
                      <a:pt x="20546" y="5132"/>
                    </a:lnTo>
                    <a:lnTo>
                      <a:pt x="20429" y="5346"/>
                    </a:lnTo>
                    <a:lnTo>
                      <a:pt x="20370" y="5560"/>
                    </a:lnTo>
                    <a:lnTo>
                      <a:pt x="20253" y="5667"/>
                    </a:lnTo>
                    <a:lnTo>
                      <a:pt x="20253" y="5774"/>
                    </a:lnTo>
                    <a:lnTo>
                      <a:pt x="20195" y="5774"/>
                    </a:lnTo>
                    <a:lnTo>
                      <a:pt x="19902" y="6308"/>
                    </a:lnTo>
                    <a:lnTo>
                      <a:pt x="19902" y="6629"/>
                    </a:lnTo>
                    <a:lnTo>
                      <a:pt x="20078" y="6629"/>
                    </a:lnTo>
                    <a:lnTo>
                      <a:pt x="20136" y="6736"/>
                    </a:lnTo>
                    <a:lnTo>
                      <a:pt x="20312" y="6736"/>
                    </a:lnTo>
                    <a:lnTo>
                      <a:pt x="20429" y="6843"/>
                    </a:lnTo>
                    <a:lnTo>
                      <a:pt x="20546" y="7057"/>
                    </a:lnTo>
                    <a:lnTo>
                      <a:pt x="20487" y="7164"/>
                    </a:lnTo>
                    <a:lnTo>
                      <a:pt x="20253" y="7378"/>
                    </a:lnTo>
                    <a:lnTo>
                      <a:pt x="19668" y="7378"/>
                    </a:lnTo>
                    <a:lnTo>
                      <a:pt x="19551" y="7485"/>
                    </a:lnTo>
                    <a:lnTo>
                      <a:pt x="19375" y="7592"/>
                    </a:lnTo>
                    <a:lnTo>
                      <a:pt x="19024" y="7592"/>
                    </a:lnTo>
                    <a:lnTo>
                      <a:pt x="18907" y="7485"/>
                    </a:lnTo>
                    <a:lnTo>
                      <a:pt x="18907" y="7592"/>
                    </a:lnTo>
                    <a:lnTo>
                      <a:pt x="18848" y="7592"/>
                    </a:lnTo>
                    <a:lnTo>
                      <a:pt x="18790" y="7699"/>
                    </a:lnTo>
                    <a:lnTo>
                      <a:pt x="18790" y="8019"/>
                    </a:lnTo>
                    <a:lnTo>
                      <a:pt x="18907" y="8126"/>
                    </a:lnTo>
                    <a:lnTo>
                      <a:pt x="18907" y="9730"/>
                    </a:lnTo>
                    <a:lnTo>
                      <a:pt x="18848" y="9944"/>
                    </a:lnTo>
                    <a:lnTo>
                      <a:pt x="18848" y="10158"/>
                    </a:lnTo>
                    <a:lnTo>
                      <a:pt x="18731" y="10372"/>
                    </a:lnTo>
                    <a:lnTo>
                      <a:pt x="18673" y="10265"/>
                    </a:lnTo>
                    <a:lnTo>
                      <a:pt x="18673" y="9837"/>
                    </a:lnTo>
                    <a:lnTo>
                      <a:pt x="18556" y="9409"/>
                    </a:lnTo>
                    <a:lnTo>
                      <a:pt x="18439" y="9837"/>
                    </a:lnTo>
                    <a:lnTo>
                      <a:pt x="18146" y="9409"/>
                    </a:lnTo>
                    <a:lnTo>
                      <a:pt x="18146" y="9730"/>
                    </a:lnTo>
                    <a:lnTo>
                      <a:pt x="18204" y="9944"/>
                    </a:lnTo>
                    <a:lnTo>
                      <a:pt x="18263" y="10051"/>
                    </a:lnTo>
                    <a:lnTo>
                      <a:pt x="18380" y="10479"/>
                    </a:lnTo>
                    <a:lnTo>
                      <a:pt x="18380" y="10800"/>
                    </a:lnTo>
                    <a:lnTo>
                      <a:pt x="18321" y="10800"/>
                    </a:lnTo>
                    <a:lnTo>
                      <a:pt x="18321" y="10906"/>
                    </a:lnTo>
                    <a:lnTo>
                      <a:pt x="18263" y="10906"/>
                    </a:lnTo>
                    <a:lnTo>
                      <a:pt x="18146" y="11013"/>
                    </a:lnTo>
                    <a:lnTo>
                      <a:pt x="17912" y="11013"/>
                    </a:lnTo>
                    <a:lnTo>
                      <a:pt x="17912" y="11120"/>
                    </a:lnTo>
                    <a:lnTo>
                      <a:pt x="17970" y="11227"/>
                    </a:lnTo>
                    <a:lnTo>
                      <a:pt x="17970" y="11441"/>
                    </a:lnTo>
                    <a:lnTo>
                      <a:pt x="18029" y="11655"/>
                    </a:lnTo>
                    <a:lnTo>
                      <a:pt x="18087" y="12083"/>
                    </a:lnTo>
                    <a:lnTo>
                      <a:pt x="18146" y="12190"/>
                    </a:lnTo>
                    <a:lnTo>
                      <a:pt x="18204" y="12190"/>
                    </a:lnTo>
                    <a:lnTo>
                      <a:pt x="18263" y="12297"/>
                    </a:lnTo>
                    <a:lnTo>
                      <a:pt x="18263" y="12510"/>
                    </a:lnTo>
                    <a:lnTo>
                      <a:pt x="18204" y="12510"/>
                    </a:lnTo>
                    <a:lnTo>
                      <a:pt x="18087" y="12617"/>
                    </a:lnTo>
                    <a:lnTo>
                      <a:pt x="17970" y="12617"/>
                    </a:lnTo>
                    <a:lnTo>
                      <a:pt x="17853" y="12831"/>
                    </a:lnTo>
                    <a:lnTo>
                      <a:pt x="17853" y="13152"/>
                    </a:lnTo>
                    <a:lnTo>
                      <a:pt x="17736" y="13366"/>
                    </a:lnTo>
                    <a:lnTo>
                      <a:pt x="17619" y="13473"/>
                    </a:lnTo>
                    <a:lnTo>
                      <a:pt x="17385" y="13900"/>
                    </a:lnTo>
                    <a:lnTo>
                      <a:pt x="17034" y="14435"/>
                    </a:lnTo>
                    <a:lnTo>
                      <a:pt x="16682" y="15184"/>
                    </a:lnTo>
                    <a:lnTo>
                      <a:pt x="16273" y="15825"/>
                    </a:lnTo>
                    <a:lnTo>
                      <a:pt x="16156" y="16253"/>
                    </a:lnTo>
                    <a:lnTo>
                      <a:pt x="16156" y="16467"/>
                    </a:lnTo>
                    <a:lnTo>
                      <a:pt x="16097" y="16895"/>
                    </a:lnTo>
                    <a:lnTo>
                      <a:pt x="16097" y="17322"/>
                    </a:lnTo>
                    <a:lnTo>
                      <a:pt x="16156" y="17750"/>
                    </a:lnTo>
                    <a:lnTo>
                      <a:pt x="16214" y="18071"/>
                    </a:lnTo>
                    <a:lnTo>
                      <a:pt x="16331" y="18499"/>
                    </a:lnTo>
                    <a:lnTo>
                      <a:pt x="16390" y="18605"/>
                    </a:lnTo>
                    <a:lnTo>
                      <a:pt x="16565" y="19033"/>
                    </a:lnTo>
                    <a:lnTo>
                      <a:pt x="16741" y="19675"/>
                    </a:lnTo>
                    <a:lnTo>
                      <a:pt x="16800" y="20423"/>
                    </a:lnTo>
                    <a:lnTo>
                      <a:pt x="16741" y="21279"/>
                    </a:lnTo>
                    <a:lnTo>
                      <a:pt x="16741" y="21386"/>
                    </a:lnTo>
                    <a:lnTo>
                      <a:pt x="16682" y="21386"/>
                    </a:lnTo>
                    <a:lnTo>
                      <a:pt x="16682" y="21493"/>
                    </a:lnTo>
                    <a:lnTo>
                      <a:pt x="16624" y="21600"/>
                    </a:lnTo>
                    <a:lnTo>
                      <a:pt x="16448" y="21600"/>
                    </a:lnTo>
                    <a:lnTo>
                      <a:pt x="16331" y="21386"/>
                    </a:lnTo>
                    <a:lnTo>
                      <a:pt x="16214" y="21065"/>
                    </a:lnTo>
                    <a:lnTo>
                      <a:pt x="16097" y="20958"/>
                    </a:lnTo>
                    <a:lnTo>
                      <a:pt x="15863" y="20530"/>
                    </a:lnTo>
                    <a:lnTo>
                      <a:pt x="15570" y="19675"/>
                    </a:lnTo>
                    <a:lnTo>
                      <a:pt x="15453" y="18605"/>
                    </a:lnTo>
                    <a:lnTo>
                      <a:pt x="15453" y="18178"/>
                    </a:lnTo>
                    <a:lnTo>
                      <a:pt x="15336" y="17750"/>
                    </a:lnTo>
                    <a:lnTo>
                      <a:pt x="15219" y="17643"/>
                    </a:lnTo>
                    <a:lnTo>
                      <a:pt x="15102" y="17429"/>
                    </a:lnTo>
                    <a:lnTo>
                      <a:pt x="14926" y="17429"/>
                    </a:lnTo>
                    <a:lnTo>
                      <a:pt x="14751" y="17322"/>
                    </a:lnTo>
                    <a:lnTo>
                      <a:pt x="14341" y="17322"/>
                    </a:lnTo>
                    <a:lnTo>
                      <a:pt x="13814" y="17215"/>
                    </a:lnTo>
                    <a:lnTo>
                      <a:pt x="13346" y="17215"/>
                    </a:lnTo>
                    <a:lnTo>
                      <a:pt x="13053" y="17322"/>
                    </a:lnTo>
                    <a:lnTo>
                      <a:pt x="12995" y="17536"/>
                    </a:lnTo>
                    <a:lnTo>
                      <a:pt x="12819" y="17643"/>
                    </a:lnTo>
                    <a:lnTo>
                      <a:pt x="12468" y="17750"/>
                    </a:lnTo>
                    <a:lnTo>
                      <a:pt x="11531" y="17750"/>
                    </a:lnTo>
                    <a:lnTo>
                      <a:pt x="11180" y="17857"/>
                    </a:lnTo>
                    <a:lnTo>
                      <a:pt x="10887" y="18178"/>
                    </a:lnTo>
                    <a:lnTo>
                      <a:pt x="10360" y="18605"/>
                    </a:lnTo>
                    <a:lnTo>
                      <a:pt x="10009" y="19568"/>
                    </a:lnTo>
                    <a:lnTo>
                      <a:pt x="10009" y="19675"/>
                    </a:lnTo>
                    <a:lnTo>
                      <a:pt x="10068" y="19782"/>
                    </a:lnTo>
                    <a:lnTo>
                      <a:pt x="10068" y="20423"/>
                    </a:lnTo>
                    <a:lnTo>
                      <a:pt x="9892" y="20423"/>
                    </a:lnTo>
                    <a:lnTo>
                      <a:pt x="9658" y="20102"/>
                    </a:lnTo>
                    <a:lnTo>
                      <a:pt x="9365" y="19568"/>
                    </a:lnTo>
                    <a:lnTo>
                      <a:pt x="9014" y="18712"/>
                    </a:lnTo>
                    <a:lnTo>
                      <a:pt x="8956" y="18605"/>
                    </a:lnTo>
                    <a:lnTo>
                      <a:pt x="8897" y="18392"/>
                    </a:lnTo>
                    <a:lnTo>
                      <a:pt x="8780" y="18285"/>
                    </a:lnTo>
                    <a:lnTo>
                      <a:pt x="8663" y="18071"/>
                    </a:lnTo>
                    <a:lnTo>
                      <a:pt x="8546" y="17964"/>
                    </a:lnTo>
                    <a:lnTo>
                      <a:pt x="8429" y="17964"/>
                    </a:lnTo>
                    <a:lnTo>
                      <a:pt x="8370" y="18071"/>
                    </a:lnTo>
                    <a:lnTo>
                      <a:pt x="8312" y="18071"/>
                    </a:lnTo>
                    <a:lnTo>
                      <a:pt x="8253" y="18178"/>
                    </a:lnTo>
                    <a:lnTo>
                      <a:pt x="7960" y="18178"/>
                    </a:lnTo>
                    <a:lnTo>
                      <a:pt x="7785" y="17964"/>
                    </a:lnTo>
                    <a:lnTo>
                      <a:pt x="7668" y="17857"/>
                    </a:lnTo>
                    <a:lnTo>
                      <a:pt x="7434" y="17536"/>
                    </a:lnTo>
                    <a:lnTo>
                      <a:pt x="7200" y="16895"/>
                    </a:lnTo>
                    <a:lnTo>
                      <a:pt x="7082" y="16039"/>
                    </a:lnTo>
                    <a:lnTo>
                      <a:pt x="7024" y="15932"/>
                    </a:lnTo>
                    <a:lnTo>
                      <a:pt x="6965" y="15932"/>
                    </a:lnTo>
                    <a:lnTo>
                      <a:pt x="6848" y="15825"/>
                    </a:lnTo>
                    <a:lnTo>
                      <a:pt x="6380" y="15825"/>
                    </a:lnTo>
                    <a:lnTo>
                      <a:pt x="6263" y="16039"/>
                    </a:lnTo>
                    <a:lnTo>
                      <a:pt x="6146" y="16146"/>
                    </a:lnTo>
                    <a:lnTo>
                      <a:pt x="5795" y="16360"/>
                    </a:lnTo>
                    <a:lnTo>
                      <a:pt x="5151" y="16360"/>
                    </a:lnTo>
                    <a:lnTo>
                      <a:pt x="4858" y="16253"/>
                    </a:lnTo>
                    <a:lnTo>
                      <a:pt x="4448" y="16039"/>
                    </a:lnTo>
                    <a:lnTo>
                      <a:pt x="4097" y="15825"/>
                    </a:lnTo>
                    <a:lnTo>
                      <a:pt x="3804" y="15504"/>
                    </a:lnTo>
                    <a:lnTo>
                      <a:pt x="3746" y="15398"/>
                    </a:lnTo>
                    <a:lnTo>
                      <a:pt x="3629" y="15291"/>
                    </a:lnTo>
                    <a:lnTo>
                      <a:pt x="3278" y="15398"/>
                    </a:lnTo>
                    <a:lnTo>
                      <a:pt x="2868" y="15825"/>
                    </a:lnTo>
                    <a:lnTo>
                      <a:pt x="2809" y="15718"/>
                    </a:lnTo>
                    <a:lnTo>
                      <a:pt x="2809" y="15611"/>
                    </a:lnTo>
                    <a:lnTo>
                      <a:pt x="2751" y="15398"/>
                    </a:lnTo>
                    <a:lnTo>
                      <a:pt x="2634" y="15077"/>
                    </a:lnTo>
                    <a:lnTo>
                      <a:pt x="2575" y="14756"/>
                    </a:lnTo>
                    <a:lnTo>
                      <a:pt x="2341" y="14328"/>
                    </a:lnTo>
                    <a:lnTo>
                      <a:pt x="2165" y="14221"/>
                    </a:lnTo>
                    <a:lnTo>
                      <a:pt x="1931" y="14007"/>
                    </a:lnTo>
                    <a:lnTo>
                      <a:pt x="1756" y="13794"/>
                    </a:lnTo>
                    <a:lnTo>
                      <a:pt x="1521" y="13473"/>
                    </a:lnTo>
                    <a:lnTo>
                      <a:pt x="1346" y="12938"/>
                    </a:lnTo>
                    <a:lnTo>
                      <a:pt x="1229" y="12831"/>
                    </a:lnTo>
                    <a:lnTo>
                      <a:pt x="1053" y="12297"/>
                    </a:lnTo>
                    <a:lnTo>
                      <a:pt x="760" y="11548"/>
                    </a:lnTo>
                    <a:lnTo>
                      <a:pt x="468" y="10693"/>
                    </a:lnTo>
                    <a:lnTo>
                      <a:pt x="234" y="9623"/>
                    </a:lnTo>
                    <a:lnTo>
                      <a:pt x="58" y="8340"/>
                    </a:lnTo>
                    <a:lnTo>
                      <a:pt x="58" y="8126"/>
                    </a:lnTo>
                    <a:lnTo>
                      <a:pt x="0" y="7485"/>
                    </a:lnTo>
                    <a:lnTo>
                      <a:pt x="0" y="5881"/>
                    </a:lnTo>
                    <a:lnTo>
                      <a:pt x="117" y="5560"/>
                    </a:lnTo>
                    <a:lnTo>
                      <a:pt x="234" y="5346"/>
                    </a:lnTo>
                    <a:lnTo>
                      <a:pt x="292" y="5132"/>
                    </a:lnTo>
                    <a:lnTo>
                      <a:pt x="292" y="4598"/>
                    </a:lnTo>
                    <a:lnTo>
                      <a:pt x="234" y="4277"/>
                    </a:lnTo>
                    <a:lnTo>
                      <a:pt x="234" y="4063"/>
                    </a:lnTo>
                    <a:lnTo>
                      <a:pt x="175" y="3314"/>
                    </a:lnTo>
                    <a:lnTo>
                      <a:pt x="175" y="2459"/>
                    </a:lnTo>
                    <a:lnTo>
                      <a:pt x="117" y="1603"/>
                    </a:lnTo>
                    <a:lnTo>
                      <a:pt x="117" y="1069"/>
                    </a:lnTo>
                    <a:lnTo>
                      <a:pt x="234" y="1069"/>
                    </a:lnTo>
                    <a:lnTo>
                      <a:pt x="292" y="1176"/>
                    </a:lnTo>
                    <a:lnTo>
                      <a:pt x="409" y="1176"/>
                    </a:lnTo>
                    <a:lnTo>
                      <a:pt x="526" y="962"/>
                    </a:lnTo>
                    <a:lnTo>
                      <a:pt x="526" y="0"/>
                    </a:lnTo>
                    <a:lnTo>
                      <a:pt x="11121" y="0"/>
                    </a:lnTo>
                    <a:lnTo>
                      <a:pt x="11473" y="534"/>
                    </a:lnTo>
                    <a:lnTo>
                      <a:pt x="12175" y="641"/>
                    </a:lnTo>
                    <a:lnTo>
                      <a:pt x="12234" y="855"/>
                    </a:lnTo>
                    <a:lnTo>
                      <a:pt x="12468" y="1069"/>
                    </a:lnTo>
                    <a:lnTo>
                      <a:pt x="12702" y="1069"/>
                    </a:lnTo>
                    <a:lnTo>
                      <a:pt x="12643" y="1176"/>
                    </a:lnTo>
                    <a:lnTo>
                      <a:pt x="12643" y="1283"/>
                    </a:lnTo>
                    <a:lnTo>
                      <a:pt x="12292" y="1924"/>
                    </a:lnTo>
                    <a:lnTo>
                      <a:pt x="12175" y="2031"/>
                    </a:lnTo>
                    <a:lnTo>
                      <a:pt x="12175" y="2245"/>
                    </a:lnTo>
                    <a:lnTo>
                      <a:pt x="12234" y="2245"/>
                    </a:lnTo>
                    <a:lnTo>
                      <a:pt x="12351" y="2352"/>
                    </a:lnTo>
                    <a:lnTo>
                      <a:pt x="12936" y="2352"/>
                    </a:lnTo>
                    <a:lnTo>
                      <a:pt x="13287" y="2245"/>
                    </a:lnTo>
                    <a:lnTo>
                      <a:pt x="13580" y="2031"/>
                    </a:lnTo>
                    <a:lnTo>
                      <a:pt x="13639" y="2138"/>
                    </a:lnTo>
                    <a:lnTo>
                      <a:pt x="13697" y="2138"/>
                    </a:lnTo>
                    <a:lnTo>
                      <a:pt x="13756" y="2245"/>
                    </a:lnTo>
                    <a:lnTo>
                      <a:pt x="14224" y="2245"/>
                    </a:lnTo>
                    <a:lnTo>
                      <a:pt x="14341" y="2138"/>
                    </a:lnTo>
                    <a:lnTo>
                      <a:pt x="14517" y="2138"/>
                    </a:lnTo>
                    <a:lnTo>
                      <a:pt x="14634" y="2245"/>
                    </a:lnTo>
                    <a:lnTo>
                      <a:pt x="14692" y="2352"/>
                    </a:lnTo>
                    <a:lnTo>
                      <a:pt x="14692" y="2780"/>
                    </a:lnTo>
                    <a:lnTo>
                      <a:pt x="14517" y="3100"/>
                    </a:lnTo>
                    <a:lnTo>
                      <a:pt x="14341" y="3207"/>
                    </a:lnTo>
                    <a:lnTo>
                      <a:pt x="14341" y="3100"/>
                    </a:lnTo>
                    <a:lnTo>
                      <a:pt x="13990" y="3100"/>
                    </a:lnTo>
                    <a:lnTo>
                      <a:pt x="13931" y="3314"/>
                    </a:lnTo>
                    <a:lnTo>
                      <a:pt x="13814" y="3528"/>
                    </a:lnTo>
                    <a:lnTo>
                      <a:pt x="13756" y="3849"/>
                    </a:lnTo>
                    <a:lnTo>
                      <a:pt x="13814" y="3849"/>
                    </a:lnTo>
                    <a:lnTo>
                      <a:pt x="13931" y="4063"/>
                    </a:lnTo>
                    <a:lnTo>
                      <a:pt x="13931" y="4491"/>
                    </a:lnTo>
                    <a:lnTo>
                      <a:pt x="13873" y="4811"/>
                    </a:lnTo>
                    <a:lnTo>
                      <a:pt x="13814" y="4918"/>
                    </a:lnTo>
                    <a:lnTo>
                      <a:pt x="13756" y="5453"/>
                    </a:lnTo>
                    <a:lnTo>
                      <a:pt x="13697" y="6095"/>
                    </a:lnTo>
                    <a:lnTo>
                      <a:pt x="13697" y="6736"/>
                    </a:lnTo>
                    <a:lnTo>
                      <a:pt x="13814" y="7164"/>
                    </a:lnTo>
                    <a:lnTo>
                      <a:pt x="13873" y="7164"/>
                    </a:lnTo>
                    <a:lnTo>
                      <a:pt x="13990" y="7057"/>
                    </a:lnTo>
                    <a:lnTo>
                      <a:pt x="14165" y="6736"/>
                    </a:lnTo>
                    <a:lnTo>
                      <a:pt x="14224" y="6522"/>
                    </a:lnTo>
                    <a:lnTo>
                      <a:pt x="14282" y="6201"/>
                    </a:lnTo>
                    <a:lnTo>
                      <a:pt x="14341" y="5774"/>
                    </a:lnTo>
                    <a:lnTo>
                      <a:pt x="14458" y="4384"/>
                    </a:lnTo>
                    <a:lnTo>
                      <a:pt x="14634" y="4170"/>
                    </a:lnTo>
                    <a:lnTo>
                      <a:pt x="14634" y="3849"/>
                    </a:lnTo>
                    <a:lnTo>
                      <a:pt x="14751" y="3421"/>
                    </a:lnTo>
                    <a:lnTo>
                      <a:pt x="14809" y="3314"/>
                    </a:lnTo>
                    <a:lnTo>
                      <a:pt x="15043" y="3314"/>
                    </a:lnTo>
                    <a:lnTo>
                      <a:pt x="15102" y="3421"/>
                    </a:lnTo>
                    <a:lnTo>
                      <a:pt x="15219" y="3421"/>
                    </a:lnTo>
                    <a:lnTo>
                      <a:pt x="15336" y="3849"/>
                    </a:lnTo>
                    <a:lnTo>
                      <a:pt x="15336" y="4063"/>
                    </a:lnTo>
                    <a:lnTo>
                      <a:pt x="15219" y="4598"/>
                    </a:lnTo>
                    <a:lnTo>
                      <a:pt x="15219" y="4704"/>
                    </a:lnTo>
                    <a:lnTo>
                      <a:pt x="15160" y="4811"/>
                    </a:lnTo>
                    <a:lnTo>
                      <a:pt x="15160" y="4918"/>
                    </a:lnTo>
                    <a:lnTo>
                      <a:pt x="15336" y="4918"/>
                    </a:lnTo>
                    <a:lnTo>
                      <a:pt x="15453" y="4704"/>
                    </a:lnTo>
                    <a:lnTo>
                      <a:pt x="15453" y="4811"/>
                    </a:lnTo>
                    <a:lnTo>
                      <a:pt x="15629" y="5132"/>
                    </a:lnTo>
                    <a:lnTo>
                      <a:pt x="15687" y="5346"/>
                    </a:lnTo>
                    <a:lnTo>
                      <a:pt x="15687" y="6415"/>
                    </a:lnTo>
                    <a:lnTo>
                      <a:pt x="15629" y="6522"/>
                    </a:lnTo>
                    <a:lnTo>
                      <a:pt x="15629" y="6736"/>
                    </a:lnTo>
                    <a:lnTo>
                      <a:pt x="15687" y="6736"/>
                    </a:lnTo>
                    <a:lnTo>
                      <a:pt x="15687" y="6843"/>
                    </a:lnTo>
                    <a:lnTo>
                      <a:pt x="16390" y="6843"/>
                    </a:lnTo>
                    <a:lnTo>
                      <a:pt x="16624" y="6736"/>
                    </a:lnTo>
                    <a:lnTo>
                      <a:pt x="16858" y="6522"/>
                    </a:lnTo>
                    <a:lnTo>
                      <a:pt x="17034" y="6308"/>
                    </a:lnTo>
                    <a:lnTo>
                      <a:pt x="17268" y="5881"/>
                    </a:lnTo>
                    <a:lnTo>
                      <a:pt x="17326" y="5667"/>
                    </a:lnTo>
                    <a:lnTo>
                      <a:pt x="17385" y="5560"/>
                    </a:lnTo>
                    <a:lnTo>
                      <a:pt x="17326" y="5453"/>
                    </a:lnTo>
                    <a:lnTo>
                      <a:pt x="17326" y="5239"/>
                    </a:lnTo>
                    <a:lnTo>
                      <a:pt x="17443" y="5025"/>
                    </a:lnTo>
                    <a:lnTo>
                      <a:pt x="17560" y="4918"/>
                    </a:lnTo>
                    <a:lnTo>
                      <a:pt x="17736" y="4811"/>
                    </a:lnTo>
                    <a:lnTo>
                      <a:pt x="18146" y="4811"/>
                    </a:lnTo>
                    <a:lnTo>
                      <a:pt x="18321" y="4704"/>
                    </a:lnTo>
                    <a:lnTo>
                      <a:pt x="18439" y="4598"/>
                    </a:lnTo>
                    <a:lnTo>
                      <a:pt x="18731" y="406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29" name="AutoShape 37">
                <a:extLst>
                  <a:ext uri="{FF2B5EF4-FFF2-40B4-BE49-F238E27FC236}">
                    <a16:creationId xmlns:a16="http://schemas.microsoft.com/office/drawing/2014/main" id="{92E2ECFE-CCAA-60FE-B35B-11BCF0FC9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250" y="759045"/>
                <a:ext cx="197508" cy="129829"/>
              </a:xfrm>
              <a:custGeom>
                <a:avLst/>
                <a:gdLst>
                  <a:gd name="T0" fmla="*/ 98754 w 21600"/>
                  <a:gd name="T1" fmla="*/ 64915 h 21600"/>
                  <a:gd name="T2" fmla="*/ 98754 w 21600"/>
                  <a:gd name="T3" fmla="*/ 64915 h 21600"/>
                  <a:gd name="T4" fmla="*/ 98754 w 21600"/>
                  <a:gd name="T5" fmla="*/ 64915 h 21600"/>
                  <a:gd name="T6" fmla="*/ 98754 w 21600"/>
                  <a:gd name="T7" fmla="*/ 6491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05" y="881"/>
                    </a:moveTo>
                    <a:lnTo>
                      <a:pt x="0" y="7053"/>
                    </a:lnTo>
                    <a:lnTo>
                      <a:pt x="2541" y="7934"/>
                    </a:lnTo>
                    <a:lnTo>
                      <a:pt x="3494" y="10579"/>
                    </a:lnTo>
                    <a:lnTo>
                      <a:pt x="952" y="11902"/>
                    </a:lnTo>
                    <a:lnTo>
                      <a:pt x="317" y="11902"/>
                    </a:lnTo>
                    <a:lnTo>
                      <a:pt x="317" y="12342"/>
                    </a:lnTo>
                    <a:lnTo>
                      <a:pt x="0" y="12783"/>
                    </a:lnTo>
                    <a:lnTo>
                      <a:pt x="0" y="13224"/>
                    </a:lnTo>
                    <a:lnTo>
                      <a:pt x="317" y="14106"/>
                    </a:lnTo>
                    <a:lnTo>
                      <a:pt x="952" y="14987"/>
                    </a:lnTo>
                    <a:lnTo>
                      <a:pt x="3176" y="14987"/>
                    </a:lnTo>
                    <a:lnTo>
                      <a:pt x="6035" y="18955"/>
                    </a:lnTo>
                    <a:lnTo>
                      <a:pt x="8894" y="21600"/>
                    </a:lnTo>
                    <a:lnTo>
                      <a:pt x="9211" y="21600"/>
                    </a:lnTo>
                    <a:lnTo>
                      <a:pt x="9529" y="21159"/>
                    </a:lnTo>
                    <a:lnTo>
                      <a:pt x="10482" y="20718"/>
                    </a:lnTo>
                    <a:lnTo>
                      <a:pt x="11752" y="19836"/>
                    </a:lnTo>
                    <a:lnTo>
                      <a:pt x="12070" y="19395"/>
                    </a:lnTo>
                    <a:lnTo>
                      <a:pt x="13023" y="18955"/>
                    </a:lnTo>
                    <a:lnTo>
                      <a:pt x="14294" y="18955"/>
                    </a:lnTo>
                    <a:lnTo>
                      <a:pt x="14929" y="19395"/>
                    </a:lnTo>
                    <a:lnTo>
                      <a:pt x="15247" y="19395"/>
                    </a:lnTo>
                    <a:lnTo>
                      <a:pt x="15882" y="18955"/>
                    </a:lnTo>
                    <a:lnTo>
                      <a:pt x="17470" y="17632"/>
                    </a:lnTo>
                    <a:lnTo>
                      <a:pt x="19376" y="15869"/>
                    </a:lnTo>
                    <a:lnTo>
                      <a:pt x="20964" y="12783"/>
                    </a:lnTo>
                    <a:lnTo>
                      <a:pt x="21600" y="9697"/>
                    </a:lnTo>
                    <a:lnTo>
                      <a:pt x="21600" y="9257"/>
                    </a:lnTo>
                    <a:lnTo>
                      <a:pt x="21282" y="8816"/>
                    </a:lnTo>
                    <a:lnTo>
                      <a:pt x="20647" y="7053"/>
                    </a:lnTo>
                    <a:lnTo>
                      <a:pt x="20011" y="6171"/>
                    </a:lnTo>
                    <a:lnTo>
                      <a:pt x="19694" y="5289"/>
                    </a:lnTo>
                    <a:lnTo>
                      <a:pt x="19058" y="4848"/>
                    </a:lnTo>
                    <a:lnTo>
                      <a:pt x="18741" y="4848"/>
                    </a:lnTo>
                    <a:lnTo>
                      <a:pt x="18741" y="2644"/>
                    </a:lnTo>
                    <a:lnTo>
                      <a:pt x="18105" y="2204"/>
                    </a:lnTo>
                    <a:lnTo>
                      <a:pt x="17788" y="2204"/>
                    </a:lnTo>
                    <a:lnTo>
                      <a:pt x="16835" y="1763"/>
                    </a:lnTo>
                    <a:lnTo>
                      <a:pt x="16517" y="2204"/>
                    </a:lnTo>
                    <a:lnTo>
                      <a:pt x="16200" y="2204"/>
                    </a:lnTo>
                    <a:lnTo>
                      <a:pt x="13658" y="3967"/>
                    </a:lnTo>
                    <a:lnTo>
                      <a:pt x="13023" y="4848"/>
                    </a:lnTo>
                    <a:lnTo>
                      <a:pt x="12388" y="4848"/>
                    </a:lnTo>
                    <a:lnTo>
                      <a:pt x="12070" y="4408"/>
                    </a:lnTo>
                    <a:lnTo>
                      <a:pt x="11435" y="3967"/>
                    </a:lnTo>
                    <a:lnTo>
                      <a:pt x="11117" y="3526"/>
                    </a:lnTo>
                    <a:lnTo>
                      <a:pt x="11117" y="3085"/>
                    </a:lnTo>
                    <a:lnTo>
                      <a:pt x="10164" y="1763"/>
                    </a:lnTo>
                    <a:lnTo>
                      <a:pt x="9529" y="1322"/>
                    </a:lnTo>
                    <a:lnTo>
                      <a:pt x="8894" y="1322"/>
                    </a:lnTo>
                    <a:lnTo>
                      <a:pt x="7941" y="1763"/>
                    </a:lnTo>
                    <a:lnTo>
                      <a:pt x="7305" y="2644"/>
                    </a:lnTo>
                    <a:lnTo>
                      <a:pt x="6988" y="3526"/>
                    </a:lnTo>
                    <a:lnTo>
                      <a:pt x="6988" y="6171"/>
                    </a:lnTo>
                    <a:lnTo>
                      <a:pt x="6352" y="6171"/>
                    </a:lnTo>
                    <a:lnTo>
                      <a:pt x="6035" y="5289"/>
                    </a:lnTo>
                    <a:lnTo>
                      <a:pt x="5399" y="4848"/>
                    </a:lnTo>
                    <a:lnTo>
                      <a:pt x="5399" y="3967"/>
                    </a:lnTo>
                    <a:lnTo>
                      <a:pt x="4447" y="2644"/>
                    </a:lnTo>
                    <a:lnTo>
                      <a:pt x="4129" y="1763"/>
                    </a:lnTo>
                    <a:lnTo>
                      <a:pt x="2858" y="0"/>
                    </a:lnTo>
                    <a:lnTo>
                      <a:pt x="2223" y="0"/>
                    </a:lnTo>
                    <a:lnTo>
                      <a:pt x="1905" y="88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30" name="AutoShape 38">
                <a:extLst>
                  <a:ext uri="{FF2B5EF4-FFF2-40B4-BE49-F238E27FC236}">
                    <a16:creationId xmlns:a16="http://schemas.microsoft.com/office/drawing/2014/main" id="{E73CDF85-87D9-C233-F217-4F8CAA9AE1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3665" y="1986502"/>
                <a:ext cx="20560" cy="53112"/>
              </a:xfrm>
              <a:custGeom>
                <a:avLst/>
                <a:gdLst>
                  <a:gd name="T0" fmla="*/ 10280 w 21600"/>
                  <a:gd name="T1" fmla="*/ 26556 h 21600"/>
                  <a:gd name="T2" fmla="*/ 10280 w 21600"/>
                  <a:gd name="T3" fmla="*/ 26556 h 21600"/>
                  <a:gd name="T4" fmla="*/ 10280 w 21600"/>
                  <a:gd name="T5" fmla="*/ 26556 h 21600"/>
                  <a:gd name="T6" fmla="*/ 10280 w 21600"/>
                  <a:gd name="T7" fmla="*/ 2655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5428" y="0"/>
                    </a:lnTo>
                    <a:lnTo>
                      <a:pt x="15428" y="1080"/>
                    </a:lnTo>
                    <a:lnTo>
                      <a:pt x="12342" y="1080"/>
                    </a:lnTo>
                    <a:lnTo>
                      <a:pt x="6171" y="3240"/>
                    </a:lnTo>
                    <a:lnTo>
                      <a:pt x="3085" y="2160"/>
                    </a:lnTo>
                    <a:lnTo>
                      <a:pt x="0" y="2160"/>
                    </a:lnTo>
                    <a:lnTo>
                      <a:pt x="0" y="21599"/>
                    </a:lnTo>
                    <a:lnTo>
                      <a:pt x="12342" y="21599"/>
                    </a:lnTo>
                    <a:lnTo>
                      <a:pt x="12342" y="20520"/>
                    </a:lnTo>
                    <a:lnTo>
                      <a:pt x="18514" y="18360"/>
                    </a:lnTo>
                    <a:lnTo>
                      <a:pt x="18514" y="15120"/>
                    </a:lnTo>
                    <a:lnTo>
                      <a:pt x="15428" y="12960"/>
                    </a:lnTo>
                    <a:lnTo>
                      <a:pt x="15428" y="6480"/>
                    </a:lnTo>
                    <a:lnTo>
                      <a:pt x="18514" y="5400"/>
                    </a:lnTo>
                    <a:lnTo>
                      <a:pt x="18514" y="4320"/>
                    </a:lnTo>
                    <a:lnTo>
                      <a:pt x="21600" y="2160"/>
                    </a:lnTo>
                    <a:lnTo>
                      <a:pt x="216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31" name="AutoShape 39">
                <a:extLst>
                  <a:ext uri="{FF2B5EF4-FFF2-40B4-BE49-F238E27FC236}">
                    <a16:creationId xmlns:a16="http://schemas.microsoft.com/office/drawing/2014/main" id="{82CFB06F-92A0-5630-B709-3B35764A5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5991" y="1986502"/>
                <a:ext cx="55068" cy="36883"/>
              </a:xfrm>
              <a:custGeom>
                <a:avLst/>
                <a:gdLst>
                  <a:gd name="T0" fmla="*/ 27534 w 21600"/>
                  <a:gd name="T1" fmla="*/ 18442 h 21600"/>
                  <a:gd name="T2" fmla="*/ 27534 w 21600"/>
                  <a:gd name="T3" fmla="*/ 18442 h 21600"/>
                  <a:gd name="T4" fmla="*/ 27534 w 21600"/>
                  <a:gd name="T5" fmla="*/ 18442 h 21600"/>
                  <a:gd name="T6" fmla="*/ 27534 w 21600"/>
                  <a:gd name="T7" fmla="*/ 1844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273" y="0"/>
                    </a:moveTo>
                    <a:lnTo>
                      <a:pt x="3410" y="1542"/>
                    </a:lnTo>
                    <a:lnTo>
                      <a:pt x="3410" y="7714"/>
                    </a:lnTo>
                    <a:lnTo>
                      <a:pt x="1136" y="10800"/>
                    </a:lnTo>
                    <a:lnTo>
                      <a:pt x="0" y="10800"/>
                    </a:lnTo>
                    <a:lnTo>
                      <a:pt x="0" y="15428"/>
                    </a:lnTo>
                    <a:lnTo>
                      <a:pt x="1136" y="16971"/>
                    </a:lnTo>
                    <a:lnTo>
                      <a:pt x="1136" y="18514"/>
                    </a:lnTo>
                    <a:lnTo>
                      <a:pt x="2273" y="20057"/>
                    </a:lnTo>
                    <a:lnTo>
                      <a:pt x="2273" y="21600"/>
                    </a:lnTo>
                    <a:lnTo>
                      <a:pt x="4547" y="21600"/>
                    </a:lnTo>
                    <a:lnTo>
                      <a:pt x="6821" y="20057"/>
                    </a:lnTo>
                    <a:lnTo>
                      <a:pt x="7957" y="18514"/>
                    </a:lnTo>
                    <a:lnTo>
                      <a:pt x="9094" y="18514"/>
                    </a:lnTo>
                    <a:lnTo>
                      <a:pt x="10231" y="16971"/>
                    </a:lnTo>
                    <a:lnTo>
                      <a:pt x="11368" y="16971"/>
                    </a:lnTo>
                    <a:lnTo>
                      <a:pt x="12505" y="18514"/>
                    </a:lnTo>
                    <a:lnTo>
                      <a:pt x="18189" y="16971"/>
                    </a:lnTo>
                    <a:lnTo>
                      <a:pt x="21599" y="15428"/>
                    </a:lnTo>
                    <a:lnTo>
                      <a:pt x="21599" y="9257"/>
                    </a:lnTo>
                    <a:lnTo>
                      <a:pt x="18189" y="7714"/>
                    </a:lnTo>
                    <a:lnTo>
                      <a:pt x="13642" y="6171"/>
                    </a:lnTo>
                    <a:lnTo>
                      <a:pt x="17052" y="4628"/>
                    </a:lnTo>
                    <a:lnTo>
                      <a:pt x="11368" y="4628"/>
                    </a:lnTo>
                    <a:lnTo>
                      <a:pt x="7957" y="1542"/>
                    </a:lnTo>
                    <a:lnTo>
                      <a:pt x="2273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32" name="AutoShape 40">
                <a:extLst>
                  <a:ext uri="{FF2B5EF4-FFF2-40B4-BE49-F238E27FC236}">
                    <a16:creationId xmlns:a16="http://schemas.microsoft.com/office/drawing/2014/main" id="{FBDA3770-5209-A205-12E1-EE2DD26C8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924" y="1978387"/>
                <a:ext cx="63879" cy="47949"/>
              </a:xfrm>
              <a:custGeom>
                <a:avLst/>
                <a:gdLst>
                  <a:gd name="T0" fmla="*/ 31940 w 21600"/>
                  <a:gd name="T1" fmla="*/ 23975 h 21600"/>
                  <a:gd name="T2" fmla="*/ 31940 w 21600"/>
                  <a:gd name="T3" fmla="*/ 23975 h 21600"/>
                  <a:gd name="T4" fmla="*/ 31940 w 21600"/>
                  <a:gd name="T5" fmla="*/ 23975 h 21600"/>
                  <a:gd name="T6" fmla="*/ 31940 w 21600"/>
                  <a:gd name="T7" fmla="*/ 2397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890" y="1200"/>
                    </a:moveTo>
                    <a:lnTo>
                      <a:pt x="3927" y="3600"/>
                    </a:lnTo>
                    <a:lnTo>
                      <a:pt x="5890" y="4800"/>
                    </a:lnTo>
                    <a:lnTo>
                      <a:pt x="8836" y="4800"/>
                    </a:lnTo>
                    <a:lnTo>
                      <a:pt x="10800" y="6000"/>
                    </a:lnTo>
                    <a:lnTo>
                      <a:pt x="11781" y="6000"/>
                    </a:lnTo>
                    <a:lnTo>
                      <a:pt x="12763" y="8399"/>
                    </a:lnTo>
                    <a:lnTo>
                      <a:pt x="12763" y="12000"/>
                    </a:lnTo>
                    <a:lnTo>
                      <a:pt x="11781" y="13199"/>
                    </a:lnTo>
                    <a:lnTo>
                      <a:pt x="9818" y="13199"/>
                    </a:lnTo>
                    <a:lnTo>
                      <a:pt x="4909" y="10800"/>
                    </a:lnTo>
                    <a:lnTo>
                      <a:pt x="1963" y="10800"/>
                    </a:lnTo>
                    <a:lnTo>
                      <a:pt x="0" y="13199"/>
                    </a:lnTo>
                    <a:lnTo>
                      <a:pt x="2945" y="15600"/>
                    </a:lnTo>
                    <a:lnTo>
                      <a:pt x="7854" y="15600"/>
                    </a:lnTo>
                    <a:lnTo>
                      <a:pt x="9818" y="16799"/>
                    </a:lnTo>
                    <a:lnTo>
                      <a:pt x="9818" y="17999"/>
                    </a:lnTo>
                    <a:lnTo>
                      <a:pt x="10800" y="19200"/>
                    </a:lnTo>
                    <a:lnTo>
                      <a:pt x="14727" y="21599"/>
                    </a:lnTo>
                    <a:lnTo>
                      <a:pt x="20618" y="21599"/>
                    </a:lnTo>
                    <a:lnTo>
                      <a:pt x="20618" y="17999"/>
                    </a:lnTo>
                    <a:lnTo>
                      <a:pt x="19636" y="17999"/>
                    </a:lnTo>
                    <a:lnTo>
                      <a:pt x="19636" y="16799"/>
                    </a:lnTo>
                    <a:lnTo>
                      <a:pt x="18654" y="14399"/>
                    </a:lnTo>
                    <a:lnTo>
                      <a:pt x="18654" y="10800"/>
                    </a:lnTo>
                    <a:lnTo>
                      <a:pt x="19636" y="10800"/>
                    </a:lnTo>
                    <a:lnTo>
                      <a:pt x="21600" y="8399"/>
                    </a:lnTo>
                    <a:lnTo>
                      <a:pt x="21600" y="4800"/>
                    </a:lnTo>
                    <a:lnTo>
                      <a:pt x="20618" y="2400"/>
                    </a:lnTo>
                    <a:lnTo>
                      <a:pt x="13745" y="1200"/>
                    </a:lnTo>
                    <a:lnTo>
                      <a:pt x="9818" y="0"/>
                    </a:lnTo>
                    <a:lnTo>
                      <a:pt x="5890" y="12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33" name="AutoShape 41">
                <a:extLst>
                  <a:ext uri="{FF2B5EF4-FFF2-40B4-BE49-F238E27FC236}">
                    <a16:creationId xmlns:a16="http://schemas.microsoft.com/office/drawing/2014/main" id="{EEA2EB46-4DEE-A2CC-ADAE-59A1745CE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417" y="1917900"/>
                <a:ext cx="203382" cy="70816"/>
              </a:xfrm>
              <a:custGeom>
                <a:avLst/>
                <a:gdLst>
                  <a:gd name="T0" fmla="*/ 101691 w 21600"/>
                  <a:gd name="T1" fmla="*/ 35408 h 21600"/>
                  <a:gd name="T2" fmla="*/ 101691 w 21600"/>
                  <a:gd name="T3" fmla="*/ 35408 h 21600"/>
                  <a:gd name="T4" fmla="*/ 101691 w 21600"/>
                  <a:gd name="T5" fmla="*/ 35408 h 21600"/>
                  <a:gd name="T6" fmla="*/ 101691 w 21600"/>
                  <a:gd name="T7" fmla="*/ 3540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777" y="799"/>
                    </a:moveTo>
                    <a:lnTo>
                      <a:pt x="2468" y="799"/>
                    </a:lnTo>
                    <a:lnTo>
                      <a:pt x="2160" y="1599"/>
                    </a:lnTo>
                    <a:lnTo>
                      <a:pt x="308" y="3999"/>
                    </a:lnTo>
                    <a:lnTo>
                      <a:pt x="0" y="5599"/>
                    </a:lnTo>
                    <a:lnTo>
                      <a:pt x="0" y="7199"/>
                    </a:lnTo>
                    <a:lnTo>
                      <a:pt x="617" y="8799"/>
                    </a:lnTo>
                    <a:lnTo>
                      <a:pt x="1851" y="8799"/>
                    </a:lnTo>
                    <a:lnTo>
                      <a:pt x="3702" y="6399"/>
                    </a:lnTo>
                    <a:lnTo>
                      <a:pt x="4937" y="6399"/>
                    </a:lnTo>
                    <a:lnTo>
                      <a:pt x="5245" y="7199"/>
                    </a:lnTo>
                    <a:lnTo>
                      <a:pt x="5554" y="7199"/>
                    </a:lnTo>
                    <a:lnTo>
                      <a:pt x="6788" y="8799"/>
                    </a:lnTo>
                    <a:lnTo>
                      <a:pt x="7405" y="8799"/>
                    </a:lnTo>
                    <a:lnTo>
                      <a:pt x="7714" y="9600"/>
                    </a:lnTo>
                    <a:lnTo>
                      <a:pt x="8022" y="9600"/>
                    </a:lnTo>
                    <a:lnTo>
                      <a:pt x="10491" y="12799"/>
                    </a:lnTo>
                    <a:lnTo>
                      <a:pt x="10800" y="13600"/>
                    </a:lnTo>
                    <a:lnTo>
                      <a:pt x="11417" y="14400"/>
                    </a:lnTo>
                    <a:lnTo>
                      <a:pt x="12342" y="15999"/>
                    </a:lnTo>
                    <a:lnTo>
                      <a:pt x="13577" y="15999"/>
                    </a:lnTo>
                    <a:lnTo>
                      <a:pt x="15120" y="16799"/>
                    </a:lnTo>
                    <a:lnTo>
                      <a:pt x="15120" y="18399"/>
                    </a:lnTo>
                    <a:lnTo>
                      <a:pt x="13885" y="20000"/>
                    </a:lnTo>
                    <a:lnTo>
                      <a:pt x="14194" y="21600"/>
                    </a:lnTo>
                    <a:lnTo>
                      <a:pt x="18822" y="21600"/>
                    </a:lnTo>
                    <a:lnTo>
                      <a:pt x="21291" y="20800"/>
                    </a:lnTo>
                    <a:lnTo>
                      <a:pt x="21291" y="20000"/>
                    </a:lnTo>
                    <a:lnTo>
                      <a:pt x="21599" y="19200"/>
                    </a:lnTo>
                    <a:lnTo>
                      <a:pt x="21599" y="18399"/>
                    </a:lnTo>
                    <a:lnTo>
                      <a:pt x="21291" y="16799"/>
                    </a:lnTo>
                    <a:lnTo>
                      <a:pt x="18514" y="13600"/>
                    </a:lnTo>
                    <a:lnTo>
                      <a:pt x="17897" y="11999"/>
                    </a:lnTo>
                    <a:lnTo>
                      <a:pt x="13268" y="8799"/>
                    </a:lnTo>
                    <a:lnTo>
                      <a:pt x="11725" y="7999"/>
                    </a:lnTo>
                    <a:lnTo>
                      <a:pt x="11417" y="7999"/>
                    </a:lnTo>
                    <a:lnTo>
                      <a:pt x="10800" y="6399"/>
                    </a:lnTo>
                    <a:lnTo>
                      <a:pt x="10182" y="5599"/>
                    </a:lnTo>
                    <a:lnTo>
                      <a:pt x="8948" y="3199"/>
                    </a:lnTo>
                    <a:lnTo>
                      <a:pt x="4937" y="0"/>
                    </a:lnTo>
                    <a:lnTo>
                      <a:pt x="2777" y="7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</p:grpSp>
        <p:grpSp>
          <p:nvGrpSpPr>
            <p:cNvPr id="12" name="Group 42">
              <a:extLst>
                <a:ext uri="{FF2B5EF4-FFF2-40B4-BE49-F238E27FC236}">
                  <a16:creationId xmlns:a16="http://schemas.microsoft.com/office/drawing/2014/main" id="{24C9B96D-6240-AF2F-6A27-15027A96A3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2087" y="80826"/>
              <a:ext cx="3693624" cy="1502592"/>
              <a:chOff x="-1" y="0"/>
              <a:chExt cx="3693624" cy="1502591"/>
            </a:xfrm>
            <a:grpFill/>
          </p:grpSpPr>
          <p:sp>
            <p:nvSpPr>
              <p:cNvPr id="145" name="AutoShape 43">
                <a:extLst>
                  <a:ext uri="{FF2B5EF4-FFF2-40B4-BE49-F238E27FC236}">
                    <a16:creationId xmlns:a16="http://schemas.microsoft.com/office/drawing/2014/main" id="{1103872A-3A11-3C7B-9F34-E5F4F28F7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0895" y="198755"/>
                <a:ext cx="122682" cy="246458"/>
              </a:xfrm>
              <a:custGeom>
                <a:avLst/>
                <a:gdLst>
                  <a:gd name="T0" fmla="*/ 61341 w 21600"/>
                  <a:gd name="T1" fmla="*/ 123229 h 21600"/>
                  <a:gd name="T2" fmla="*/ 61341 w 21600"/>
                  <a:gd name="T3" fmla="*/ 123229 h 21600"/>
                  <a:gd name="T4" fmla="*/ 61341 w 21600"/>
                  <a:gd name="T5" fmla="*/ 123229 h 21600"/>
                  <a:gd name="T6" fmla="*/ 61341 w 21600"/>
                  <a:gd name="T7" fmla="*/ 1232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542" y="929"/>
                    </a:moveTo>
                    <a:lnTo>
                      <a:pt x="19542" y="696"/>
                    </a:lnTo>
                    <a:lnTo>
                      <a:pt x="19028" y="464"/>
                    </a:lnTo>
                    <a:lnTo>
                      <a:pt x="19028" y="0"/>
                    </a:lnTo>
                    <a:lnTo>
                      <a:pt x="18000" y="0"/>
                    </a:lnTo>
                    <a:lnTo>
                      <a:pt x="16971" y="232"/>
                    </a:lnTo>
                    <a:lnTo>
                      <a:pt x="16457" y="929"/>
                    </a:lnTo>
                    <a:lnTo>
                      <a:pt x="11314" y="3251"/>
                    </a:lnTo>
                    <a:lnTo>
                      <a:pt x="9771" y="3483"/>
                    </a:lnTo>
                    <a:lnTo>
                      <a:pt x="9257" y="3716"/>
                    </a:lnTo>
                    <a:lnTo>
                      <a:pt x="8742" y="3716"/>
                    </a:lnTo>
                    <a:lnTo>
                      <a:pt x="2057" y="10219"/>
                    </a:lnTo>
                    <a:lnTo>
                      <a:pt x="514" y="13470"/>
                    </a:lnTo>
                    <a:lnTo>
                      <a:pt x="514" y="14400"/>
                    </a:lnTo>
                    <a:lnTo>
                      <a:pt x="0" y="17187"/>
                    </a:lnTo>
                    <a:lnTo>
                      <a:pt x="1028" y="17187"/>
                    </a:lnTo>
                    <a:lnTo>
                      <a:pt x="1542" y="17419"/>
                    </a:lnTo>
                    <a:lnTo>
                      <a:pt x="1542" y="17883"/>
                    </a:lnTo>
                    <a:lnTo>
                      <a:pt x="1028" y="18348"/>
                    </a:lnTo>
                    <a:lnTo>
                      <a:pt x="1028" y="19974"/>
                    </a:lnTo>
                    <a:lnTo>
                      <a:pt x="1542" y="20438"/>
                    </a:lnTo>
                    <a:lnTo>
                      <a:pt x="2057" y="20670"/>
                    </a:lnTo>
                    <a:lnTo>
                      <a:pt x="5142" y="20670"/>
                    </a:lnTo>
                    <a:lnTo>
                      <a:pt x="6171" y="20903"/>
                    </a:lnTo>
                    <a:lnTo>
                      <a:pt x="7199" y="21367"/>
                    </a:lnTo>
                    <a:lnTo>
                      <a:pt x="10285" y="21600"/>
                    </a:lnTo>
                    <a:lnTo>
                      <a:pt x="10800" y="21600"/>
                    </a:lnTo>
                    <a:lnTo>
                      <a:pt x="11314" y="21367"/>
                    </a:lnTo>
                    <a:lnTo>
                      <a:pt x="11828" y="21367"/>
                    </a:lnTo>
                    <a:lnTo>
                      <a:pt x="12342" y="20903"/>
                    </a:lnTo>
                    <a:lnTo>
                      <a:pt x="12857" y="20670"/>
                    </a:lnTo>
                    <a:lnTo>
                      <a:pt x="12342" y="20206"/>
                    </a:lnTo>
                    <a:lnTo>
                      <a:pt x="11314" y="19741"/>
                    </a:lnTo>
                    <a:lnTo>
                      <a:pt x="10285" y="19741"/>
                    </a:lnTo>
                    <a:lnTo>
                      <a:pt x="7714" y="18348"/>
                    </a:lnTo>
                    <a:lnTo>
                      <a:pt x="7714" y="17883"/>
                    </a:lnTo>
                    <a:lnTo>
                      <a:pt x="6685" y="16490"/>
                    </a:lnTo>
                    <a:lnTo>
                      <a:pt x="6685" y="13006"/>
                    </a:lnTo>
                    <a:lnTo>
                      <a:pt x="8742" y="11612"/>
                    </a:lnTo>
                    <a:lnTo>
                      <a:pt x="8742" y="11380"/>
                    </a:lnTo>
                    <a:lnTo>
                      <a:pt x="8228" y="11148"/>
                    </a:lnTo>
                    <a:lnTo>
                      <a:pt x="8228" y="10683"/>
                    </a:lnTo>
                    <a:lnTo>
                      <a:pt x="8742" y="9987"/>
                    </a:lnTo>
                    <a:lnTo>
                      <a:pt x="9257" y="9522"/>
                    </a:lnTo>
                    <a:lnTo>
                      <a:pt x="10285" y="8825"/>
                    </a:lnTo>
                    <a:lnTo>
                      <a:pt x="12342" y="7664"/>
                    </a:lnTo>
                    <a:lnTo>
                      <a:pt x="14399" y="5806"/>
                    </a:lnTo>
                    <a:lnTo>
                      <a:pt x="16971" y="4180"/>
                    </a:lnTo>
                    <a:lnTo>
                      <a:pt x="21599" y="2554"/>
                    </a:lnTo>
                    <a:lnTo>
                      <a:pt x="19542" y="92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46" name="AutoShape 44">
                <a:extLst>
                  <a:ext uri="{FF2B5EF4-FFF2-40B4-BE49-F238E27FC236}">
                    <a16:creationId xmlns:a16="http://schemas.microsoft.com/office/drawing/2014/main" id="{4E8E2F96-47A2-483F-C12B-76FC601369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9150" y="33125"/>
                <a:ext cx="159618" cy="92754"/>
              </a:xfrm>
              <a:custGeom>
                <a:avLst/>
                <a:gdLst>
                  <a:gd name="T0" fmla="*/ 79809 w 21600"/>
                  <a:gd name="T1" fmla="*/ 46377 h 21600"/>
                  <a:gd name="T2" fmla="*/ 79809 w 21600"/>
                  <a:gd name="T3" fmla="*/ 46377 h 21600"/>
                  <a:gd name="T4" fmla="*/ 79809 w 21600"/>
                  <a:gd name="T5" fmla="*/ 46377 h 21600"/>
                  <a:gd name="T6" fmla="*/ 79809 w 21600"/>
                  <a:gd name="T7" fmla="*/ 463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105" y="3085"/>
                    </a:moveTo>
                    <a:lnTo>
                      <a:pt x="5105" y="3702"/>
                    </a:lnTo>
                    <a:lnTo>
                      <a:pt x="4712" y="4937"/>
                    </a:lnTo>
                    <a:lnTo>
                      <a:pt x="3927" y="6171"/>
                    </a:lnTo>
                    <a:lnTo>
                      <a:pt x="2749" y="6788"/>
                    </a:lnTo>
                    <a:lnTo>
                      <a:pt x="1963" y="7405"/>
                    </a:lnTo>
                    <a:lnTo>
                      <a:pt x="785" y="7405"/>
                    </a:lnTo>
                    <a:lnTo>
                      <a:pt x="392" y="8640"/>
                    </a:lnTo>
                    <a:lnTo>
                      <a:pt x="0" y="9257"/>
                    </a:lnTo>
                    <a:lnTo>
                      <a:pt x="0" y="9874"/>
                    </a:lnTo>
                    <a:lnTo>
                      <a:pt x="392" y="10491"/>
                    </a:lnTo>
                    <a:lnTo>
                      <a:pt x="1570" y="11725"/>
                    </a:lnTo>
                    <a:lnTo>
                      <a:pt x="4319" y="12959"/>
                    </a:lnTo>
                    <a:lnTo>
                      <a:pt x="6676" y="13577"/>
                    </a:lnTo>
                    <a:lnTo>
                      <a:pt x="9818" y="13577"/>
                    </a:lnTo>
                    <a:lnTo>
                      <a:pt x="13352" y="21599"/>
                    </a:lnTo>
                    <a:lnTo>
                      <a:pt x="16887" y="17279"/>
                    </a:lnTo>
                    <a:lnTo>
                      <a:pt x="17280" y="13577"/>
                    </a:lnTo>
                    <a:lnTo>
                      <a:pt x="18850" y="12342"/>
                    </a:lnTo>
                    <a:lnTo>
                      <a:pt x="21207" y="8640"/>
                    </a:lnTo>
                    <a:lnTo>
                      <a:pt x="21600" y="6788"/>
                    </a:lnTo>
                    <a:lnTo>
                      <a:pt x="21600" y="4937"/>
                    </a:lnTo>
                    <a:lnTo>
                      <a:pt x="20814" y="4937"/>
                    </a:lnTo>
                    <a:lnTo>
                      <a:pt x="20421" y="5554"/>
                    </a:lnTo>
                    <a:lnTo>
                      <a:pt x="20029" y="5554"/>
                    </a:lnTo>
                    <a:lnTo>
                      <a:pt x="19243" y="6788"/>
                    </a:lnTo>
                    <a:lnTo>
                      <a:pt x="15709" y="9874"/>
                    </a:lnTo>
                    <a:lnTo>
                      <a:pt x="12174" y="9257"/>
                    </a:lnTo>
                    <a:lnTo>
                      <a:pt x="11781" y="8640"/>
                    </a:lnTo>
                    <a:lnTo>
                      <a:pt x="11389" y="8640"/>
                    </a:lnTo>
                    <a:lnTo>
                      <a:pt x="10996" y="7405"/>
                    </a:lnTo>
                    <a:lnTo>
                      <a:pt x="10996" y="5554"/>
                    </a:lnTo>
                    <a:lnTo>
                      <a:pt x="11389" y="4320"/>
                    </a:lnTo>
                    <a:lnTo>
                      <a:pt x="12174" y="3085"/>
                    </a:lnTo>
                    <a:lnTo>
                      <a:pt x="12567" y="1851"/>
                    </a:lnTo>
                    <a:lnTo>
                      <a:pt x="12959" y="1234"/>
                    </a:lnTo>
                    <a:lnTo>
                      <a:pt x="12174" y="617"/>
                    </a:lnTo>
                    <a:lnTo>
                      <a:pt x="10603" y="617"/>
                    </a:lnTo>
                    <a:lnTo>
                      <a:pt x="8640" y="0"/>
                    </a:lnTo>
                    <a:lnTo>
                      <a:pt x="6676" y="1234"/>
                    </a:lnTo>
                    <a:lnTo>
                      <a:pt x="5105" y="308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47" name="AutoShape 45">
                <a:extLst>
                  <a:ext uri="{FF2B5EF4-FFF2-40B4-BE49-F238E27FC236}">
                    <a16:creationId xmlns:a16="http://schemas.microsoft.com/office/drawing/2014/main" id="{F382D7B0-2390-1C52-C3ED-B415A72BD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809" y="53001"/>
                <a:ext cx="160937" cy="291509"/>
              </a:xfrm>
              <a:custGeom>
                <a:avLst/>
                <a:gdLst>
                  <a:gd name="T0" fmla="*/ 80469 w 21600"/>
                  <a:gd name="T1" fmla="*/ 145755 h 21600"/>
                  <a:gd name="T2" fmla="*/ 80469 w 21600"/>
                  <a:gd name="T3" fmla="*/ 145755 h 21600"/>
                  <a:gd name="T4" fmla="*/ 80469 w 21600"/>
                  <a:gd name="T5" fmla="*/ 145755 h 21600"/>
                  <a:gd name="T6" fmla="*/ 80469 w 21600"/>
                  <a:gd name="T7" fmla="*/ 14575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640" y="2160"/>
                    </a:moveTo>
                    <a:lnTo>
                      <a:pt x="8640" y="1963"/>
                    </a:lnTo>
                    <a:lnTo>
                      <a:pt x="7069" y="1963"/>
                    </a:lnTo>
                    <a:lnTo>
                      <a:pt x="6676" y="2160"/>
                    </a:lnTo>
                    <a:lnTo>
                      <a:pt x="6676" y="2749"/>
                    </a:lnTo>
                    <a:lnTo>
                      <a:pt x="6283" y="3141"/>
                    </a:lnTo>
                    <a:lnTo>
                      <a:pt x="6283" y="3338"/>
                    </a:lnTo>
                    <a:lnTo>
                      <a:pt x="4712" y="3338"/>
                    </a:lnTo>
                    <a:lnTo>
                      <a:pt x="3927" y="2552"/>
                    </a:lnTo>
                    <a:lnTo>
                      <a:pt x="2356" y="1767"/>
                    </a:lnTo>
                    <a:lnTo>
                      <a:pt x="1570" y="1570"/>
                    </a:lnTo>
                    <a:lnTo>
                      <a:pt x="392" y="1570"/>
                    </a:lnTo>
                    <a:lnTo>
                      <a:pt x="0" y="3534"/>
                    </a:lnTo>
                    <a:lnTo>
                      <a:pt x="0" y="6283"/>
                    </a:lnTo>
                    <a:lnTo>
                      <a:pt x="785" y="7069"/>
                    </a:lnTo>
                    <a:lnTo>
                      <a:pt x="1570" y="8247"/>
                    </a:lnTo>
                    <a:lnTo>
                      <a:pt x="2749" y="9229"/>
                    </a:lnTo>
                    <a:lnTo>
                      <a:pt x="5498" y="11192"/>
                    </a:lnTo>
                    <a:lnTo>
                      <a:pt x="8247" y="10407"/>
                    </a:lnTo>
                    <a:lnTo>
                      <a:pt x="8640" y="9229"/>
                    </a:lnTo>
                    <a:lnTo>
                      <a:pt x="11389" y="9229"/>
                    </a:lnTo>
                    <a:lnTo>
                      <a:pt x="11389" y="9425"/>
                    </a:lnTo>
                    <a:lnTo>
                      <a:pt x="11781" y="9425"/>
                    </a:lnTo>
                    <a:lnTo>
                      <a:pt x="12567" y="9621"/>
                    </a:lnTo>
                    <a:lnTo>
                      <a:pt x="12959" y="9818"/>
                    </a:lnTo>
                    <a:lnTo>
                      <a:pt x="13352" y="10210"/>
                    </a:lnTo>
                    <a:lnTo>
                      <a:pt x="13352" y="10407"/>
                    </a:lnTo>
                    <a:lnTo>
                      <a:pt x="12959" y="10800"/>
                    </a:lnTo>
                    <a:lnTo>
                      <a:pt x="10603" y="11978"/>
                    </a:lnTo>
                    <a:lnTo>
                      <a:pt x="9032" y="12370"/>
                    </a:lnTo>
                    <a:lnTo>
                      <a:pt x="7854" y="12567"/>
                    </a:lnTo>
                    <a:lnTo>
                      <a:pt x="7069" y="12959"/>
                    </a:lnTo>
                    <a:lnTo>
                      <a:pt x="7069" y="14138"/>
                    </a:lnTo>
                    <a:lnTo>
                      <a:pt x="9032" y="14923"/>
                    </a:lnTo>
                    <a:lnTo>
                      <a:pt x="7069" y="16298"/>
                    </a:lnTo>
                    <a:lnTo>
                      <a:pt x="7461" y="16690"/>
                    </a:lnTo>
                    <a:lnTo>
                      <a:pt x="8640" y="18458"/>
                    </a:lnTo>
                    <a:lnTo>
                      <a:pt x="10210" y="19243"/>
                    </a:lnTo>
                    <a:lnTo>
                      <a:pt x="10996" y="19832"/>
                    </a:lnTo>
                    <a:lnTo>
                      <a:pt x="11389" y="20421"/>
                    </a:lnTo>
                    <a:lnTo>
                      <a:pt x="12174" y="20814"/>
                    </a:lnTo>
                    <a:lnTo>
                      <a:pt x="12959" y="21599"/>
                    </a:lnTo>
                    <a:lnTo>
                      <a:pt x="14530" y="20814"/>
                    </a:lnTo>
                    <a:lnTo>
                      <a:pt x="16494" y="16887"/>
                    </a:lnTo>
                    <a:lnTo>
                      <a:pt x="17672" y="15119"/>
                    </a:lnTo>
                    <a:lnTo>
                      <a:pt x="18458" y="12959"/>
                    </a:lnTo>
                    <a:lnTo>
                      <a:pt x="20421" y="9621"/>
                    </a:lnTo>
                    <a:lnTo>
                      <a:pt x="20814" y="9425"/>
                    </a:lnTo>
                    <a:lnTo>
                      <a:pt x="21207" y="8639"/>
                    </a:lnTo>
                    <a:lnTo>
                      <a:pt x="21600" y="7461"/>
                    </a:lnTo>
                    <a:lnTo>
                      <a:pt x="21207" y="6480"/>
                    </a:lnTo>
                    <a:lnTo>
                      <a:pt x="19243" y="4516"/>
                    </a:lnTo>
                    <a:lnTo>
                      <a:pt x="20029" y="2160"/>
                    </a:lnTo>
                    <a:lnTo>
                      <a:pt x="13745" y="0"/>
                    </a:lnTo>
                    <a:lnTo>
                      <a:pt x="13745" y="196"/>
                    </a:lnTo>
                    <a:lnTo>
                      <a:pt x="12959" y="196"/>
                    </a:lnTo>
                    <a:lnTo>
                      <a:pt x="12567" y="392"/>
                    </a:lnTo>
                    <a:lnTo>
                      <a:pt x="11781" y="589"/>
                    </a:lnTo>
                    <a:lnTo>
                      <a:pt x="11389" y="785"/>
                    </a:lnTo>
                    <a:lnTo>
                      <a:pt x="11389" y="1767"/>
                    </a:lnTo>
                    <a:lnTo>
                      <a:pt x="10996" y="2356"/>
                    </a:lnTo>
                    <a:lnTo>
                      <a:pt x="10996" y="2552"/>
                    </a:lnTo>
                    <a:lnTo>
                      <a:pt x="10603" y="2945"/>
                    </a:lnTo>
                    <a:lnTo>
                      <a:pt x="8640" y="216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48" name="AutoShape 46">
                <a:extLst>
                  <a:ext uri="{FF2B5EF4-FFF2-40B4-BE49-F238E27FC236}">
                    <a16:creationId xmlns:a16="http://schemas.microsoft.com/office/drawing/2014/main" id="{46D57C88-6B3E-B838-9980-42261FBF37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086" y="0"/>
                <a:ext cx="176767" cy="124554"/>
              </a:xfrm>
              <a:custGeom>
                <a:avLst/>
                <a:gdLst>
                  <a:gd name="T0" fmla="*/ 88384 w 21600"/>
                  <a:gd name="T1" fmla="*/ 62277 h 21600"/>
                  <a:gd name="T2" fmla="*/ 88384 w 21600"/>
                  <a:gd name="T3" fmla="*/ 62277 h 21600"/>
                  <a:gd name="T4" fmla="*/ 88384 w 21600"/>
                  <a:gd name="T5" fmla="*/ 62277 h 21600"/>
                  <a:gd name="T6" fmla="*/ 88384 w 21600"/>
                  <a:gd name="T7" fmla="*/ 622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895" y="0"/>
                    </a:moveTo>
                    <a:lnTo>
                      <a:pt x="2478" y="4595"/>
                    </a:lnTo>
                    <a:lnTo>
                      <a:pt x="0" y="7353"/>
                    </a:lnTo>
                    <a:lnTo>
                      <a:pt x="708" y="9191"/>
                    </a:lnTo>
                    <a:lnTo>
                      <a:pt x="1062" y="10570"/>
                    </a:lnTo>
                    <a:lnTo>
                      <a:pt x="2478" y="12408"/>
                    </a:lnTo>
                    <a:lnTo>
                      <a:pt x="3186" y="12408"/>
                    </a:lnTo>
                    <a:lnTo>
                      <a:pt x="3895" y="12868"/>
                    </a:lnTo>
                    <a:lnTo>
                      <a:pt x="4957" y="12868"/>
                    </a:lnTo>
                    <a:lnTo>
                      <a:pt x="5665" y="13787"/>
                    </a:lnTo>
                    <a:lnTo>
                      <a:pt x="5311" y="14246"/>
                    </a:lnTo>
                    <a:lnTo>
                      <a:pt x="4957" y="15165"/>
                    </a:lnTo>
                    <a:lnTo>
                      <a:pt x="4249" y="16085"/>
                    </a:lnTo>
                    <a:lnTo>
                      <a:pt x="4249" y="17004"/>
                    </a:lnTo>
                    <a:lnTo>
                      <a:pt x="4603" y="18382"/>
                    </a:lnTo>
                    <a:lnTo>
                      <a:pt x="5665" y="19761"/>
                    </a:lnTo>
                    <a:lnTo>
                      <a:pt x="6373" y="20221"/>
                    </a:lnTo>
                    <a:lnTo>
                      <a:pt x="11331" y="20221"/>
                    </a:lnTo>
                    <a:lnTo>
                      <a:pt x="14163" y="21600"/>
                    </a:lnTo>
                    <a:lnTo>
                      <a:pt x="21600" y="9651"/>
                    </a:lnTo>
                    <a:lnTo>
                      <a:pt x="20183" y="5514"/>
                    </a:lnTo>
                    <a:lnTo>
                      <a:pt x="16288" y="4595"/>
                    </a:lnTo>
                    <a:lnTo>
                      <a:pt x="9914" y="0"/>
                    </a:lnTo>
                    <a:lnTo>
                      <a:pt x="9560" y="2757"/>
                    </a:lnTo>
                    <a:lnTo>
                      <a:pt x="7081" y="2297"/>
                    </a:lnTo>
                    <a:lnTo>
                      <a:pt x="3895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49" name="AutoShape 47">
                <a:extLst>
                  <a:ext uri="{FF2B5EF4-FFF2-40B4-BE49-F238E27FC236}">
                    <a16:creationId xmlns:a16="http://schemas.microsoft.com/office/drawing/2014/main" id="{8B363CBE-7737-E47A-C4E1-9B8D80AB6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660" y="177554"/>
                <a:ext cx="67278" cy="60953"/>
              </a:xfrm>
              <a:custGeom>
                <a:avLst/>
                <a:gdLst>
                  <a:gd name="T0" fmla="*/ 33639 w 21600"/>
                  <a:gd name="T1" fmla="*/ 30477 h 21600"/>
                  <a:gd name="T2" fmla="*/ 33639 w 21600"/>
                  <a:gd name="T3" fmla="*/ 30477 h 21600"/>
                  <a:gd name="T4" fmla="*/ 33639 w 21600"/>
                  <a:gd name="T5" fmla="*/ 30477 h 21600"/>
                  <a:gd name="T6" fmla="*/ 33639 w 21600"/>
                  <a:gd name="T7" fmla="*/ 304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147" y="3756"/>
                    </a:moveTo>
                    <a:lnTo>
                      <a:pt x="13147" y="2817"/>
                    </a:lnTo>
                    <a:lnTo>
                      <a:pt x="12208" y="1878"/>
                    </a:lnTo>
                    <a:lnTo>
                      <a:pt x="10330" y="939"/>
                    </a:lnTo>
                    <a:lnTo>
                      <a:pt x="9391" y="0"/>
                    </a:lnTo>
                    <a:lnTo>
                      <a:pt x="4695" y="0"/>
                    </a:lnTo>
                    <a:lnTo>
                      <a:pt x="3756" y="1878"/>
                    </a:lnTo>
                    <a:lnTo>
                      <a:pt x="1878" y="3756"/>
                    </a:lnTo>
                    <a:lnTo>
                      <a:pt x="939" y="5634"/>
                    </a:lnTo>
                    <a:lnTo>
                      <a:pt x="939" y="7513"/>
                    </a:lnTo>
                    <a:lnTo>
                      <a:pt x="0" y="9391"/>
                    </a:lnTo>
                    <a:lnTo>
                      <a:pt x="939" y="11269"/>
                    </a:lnTo>
                    <a:lnTo>
                      <a:pt x="5634" y="15965"/>
                    </a:lnTo>
                    <a:lnTo>
                      <a:pt x="7513" y="16904"/>
                    </a:lnTo>
                    <a:lnTo>
                      <a:pt x="9391" y="18782"/>
                    </a:lnTo>
                    <a:lnTo>
                      <a:pt x="13147" y="20660"/>
                    </a:lnTo>
                    <a:lnTo>
                      <a:pt x="13147" y="21599"/>
                    </a:lnTo>
                    <a:lnTo>
                      <a:pt x="13147" y="20660"/>
                    </a:lnTo>
                    <a:lnTo>
                      <a:pt x="15026" y="20660"/>
                    </a:lnTo>
                    <a:lnTo>
                      <a:pt x="16904" y="18782"/>
                    </a:lnTo>
                    <a:lnTo>
                      <a:pt x="18782" y="17843"/>
                    </a:lnTo>
                    <a:lnTo>
                      <a:pt x="19721" y="15965"/>
                    </a:lnTo>
                    <a:lnTo>
                      <a:pt x="21600" y="15026"/>
                    </a:lnTo>
                    <a:lnTo>
                      <a:pt x="21600" y="11269"/>
                    </a:lnTo>
                    <a:lnTo>
                      <a:pt x="15026" y="4695"/>
                    </a:lnTo>
                    <a:lnTo>
                      <a:pt x="13147" y="375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0" name="AutoShape 48">
                <a:extLst>
                  <a:ext uri="{FF2B5EF4-FFF2-40B4-BE49-F238E27FC236}">
                    <a16:creationId xmlns:a16="http://schemas.microsoft.com/office/drawing/2014/main" id="{B83C40CF-AB68-AFD6-E9BF-4DE17FFBE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362" y="400160"/>
                <a:ext cx="489406" cy="545916"/>
              </a:xfrm>
              <a:custGeom>
                <a:avLst/>
                <a:gdLst>
                  <a:gd name="T0" fmla="*/ 244703 w 21600"/>
                  <a:gd name="T1" fmla="*/ 272958 h 21600"/>
                  <a:gd name="T2" fmla="*/ 244703 w 21600"/>
                  <a:gd name="T3" fmla="*/ 272958 h 21600"/>
                  <a:gd name="T4" fmla="*/ 244703 w 21600"/>
                  <a:gd name="T5" fmla="*/ 272958 h 21600"/>
                  <a:gd name="T6" fmla="*/ 244703 w 21600"/>
                  <a:gd name="T7" fmla="*/ 27295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957" y="2726"/>
                    </a:moveTo>
                    <a:lnTo>
                      <a:pt x="19414" y="2306"/>
                    </a:lnTo>
                    <a:lnTo>
                      <a:pt x="19157" y="2306"/>
                    </a:lnTo>
                    <a:lnTo>
                      <a:pt x="20185" y="2201"/>
                    </a:lnTo>
                    <a:lnTo>
                      <a:pt x="20057" y="2201"/>
                    </a:lnTo>
                    <a:lnTo>
                      <a:pt x="20442" y="2201"/>
                    </a:lnTo>
                    <a:lnTo>
                      <a:pt x="20957" y="1992"/>
                    </a:lnTo>
                    <a:lnTo>
                      <a:pt x="21085" y="1782"/>
                    </a:lnTo>
                    <a:lnTo>
                      <a:pt x="21085" y="1572"/>
                    </a:lnTo>
                    <a:lnTo>
                      <a:pt x="21214" y="1363"/>
                    </a:lnTo>
                    <a:lnTo>
                      <a:pt x="21214" y="1153"/>
                    </a:lnTo>
                    <a:lnTo>
                      <a:pt x="20185" y="1048"/>
                    </a:lnTo>
                    <a:lnTo>
                      <a:pt x="19928" y="524"/>
                    </a:lnTo>
                    <a:lnTo>
                      <a:pt x="19414" y="209"/>
                    </a:lnTo>
                    <a:lnTo>
                      <a:pt x="18128" y="314"/>
                    </a:lnTo>
                    <a:lnTo>
                      <a:pt x="16585" y="0"/>
                    </a:lnTo>
                    <a:lnTo>
                      <a:pt x="16457" y="209"/>
                    </a:lnTo>
                    <a:lnTo>
                      <a:pt x="16071" y="419"/>
                    </a:lnTo>
                    <a:lnTo>
                      <a:pt x="15814" y="629"/>
                    </a:lnTo>
                    <a:lnTo>
                      <a:pt x="15428" y="629"/>
                    </a:lnTo>
                    <a:lnTo>
                      <a:pt x="15042" y="733"/>
                    </a:lnTo>
                    <a:lnTo>
                      <a:pt x="14785" y="733"/>
                    </a:lnTo>
                    <a:lnTo>
                      <a:pt x="14399" y="838"/>
                    </a:lnTo>
                    <a:lnTo>
                      <a:pt x="14142" y="943"/>
                    </a:lnTo>
                    <a:lnTo>
                      <a:pt x="13885" y="1153"/>
                    </a:lnTo>
                    <a:lnTo>
                      <a:pt x="13757" y="1363"/>
                    </a:lnTo>
                    <a:lnTo>
                      <a:pt x="13757" y="1467"/>
                    </a:lnTo>
                    <a:lnTo>
                      <a:pt x="13628" y="1677"/>
                    </a:lnTo>
                    <a:lnTo>
                      <a:pt x="13371" y="1887"/>
                    </a:lnTo>
                    <a:lnTo>
                      <a:pt x="12599" y="1887"/>
                    </a:lnTo>
                    <a:lnTo>
                      <a:pt x="12599" y="1782"/>
                    </a:lnTo>
                    <a:lnTo>
                      <a:pt x="12471" y="1782"/>
                    </a:lnTo>
                    <a:lnTo>
                      <a:pt x="12471" y="1677"/>
                    </a:lnTo>
                    <a:lnTo>
                      <a:pt x="12214" y="1677"/>
                    </a:lnTo>
                    <a:lnTo>
                      <a:pt x="11957" y="1782"/>
                    </a:lnTo>
                    <a:lnTo>
                      <a:pt x="11442" y="2201"/>
                    </a:lnTo>
                    <a:lnTo>
                      <a:pt x="11314" y="2411"/>
                    </a:lnTo>
                    <a:lnTo>
                      <a:pt x="11314" y="2516"/>
                    </a:lnTo>
                    <a:lnTo>
                      <a:pt x="11185" y="2516"/>
                    </a:lnTo>
                    <a:lnTo>
                      <a:pt x="10800" y="2831"/>
                    </a:lnTo>
                    <a:lnTo>
                      <a:pt x="10414" y="2935"/>
                    </a:lnTo>
                    <a:lnTo>
                      <a:pt x="10157" y="3040"/>
                    </a:lnTo>
                    <a:lnTo>
                      <a:pt x="9900" y="3250"/>
                    </a:lnTo>
                    <a:lnTo>
                      <a:pt x="9642" y="3669"/>
                    </a:lnTo>
                    <a:lnTo>
                      <a:pt x="9514" y="3984"/>
                    </a:lnTo>
                    <a:lnTo>
                      <a:pt x="9514" y="4299"/>
                    </a:lnTo>
                    <a:lnTo>
                      <a:pt x="8742" y="5976"/>
                    </a:lnTo>
                    <a:lnTo>
                      <a:pt x="7457" y="7864"/>
                    </a:lnTo>
                    <a:lnTo>
                      <a:pt x="7328" y="7968"/>
                    </a:lnTo>
                    <a:lnTo>
                      <a:pt x="7071" y="8388"/>
                    </a:lnTo>
                    <a:lnTo>
                      <a:pt x="6557" y="9436"/>
                    </a:lnTo>
                    <a:lnTo>
                      <a:pt x="6428" y="9646"/>
                    </a:lnTo>
                    <a:lnTo>
                      <a:pt x="6300" y="9961"/>
                    </a:lnTo>
                    <a:lnTo>
                      <a:pt x="6042" y="10485"/>
                    </a:lnTo>
                    <a:lnTo>
                      <a:pt x="5271" y="11743"/>
                    </a:lnTo>
                    <a:lnTo>
                      <a:pt x="4628" y="12058"/>
                    </a:lnTo>
                    <a:lnTo>
                      <a:pt x="3471" y="13316"/>
                    </a:lnTo>
                    <a:lnTo>
                      <a:pt x="2057" y="14050"/>
                    </a:lnTo>
                    <a:lnTo>
                      <a:pt x="1928" y="14365"/>
                    </a:lnTo>
                    <a:lnTo>
                      <a:pt x="1671" y="14574"/>
                    </a:lnTo>
                    <a:lnTo>
                      <a:pt x="1414" y="14679"/>
                    </a:lnTo>
                    <a:lnTo>
                      <a:pt x="1285" y="14784"/>
                    </a:lnTo>
                    <a:lnTo>
                      <a:pt x="1028" y="14889"/>
                    </a:lnTo>
                    <a:lnTo>
                      <a:pt x="900" y="15203"/>
                    </a:lnTo>
                    <a:lnTo>
                      <a:pt x="642" y="15623"/>
                    </a:lnTo>
                    <a:lnTo>
                      <a:pt x="514" y="15728"/>
                    </a:lnTo>
                    <a:lnTo>
                      <a:pt x="128" y="16357"/>
                    </a:lnTo>
                    <a:lnTo>
                      <a:pt x="0" y="16986"/>
                    </a:lnTo>
                    <a:lnTo>
                      <a:pt x="257" y="17510"/>
                    </a:lnTo>
                    <a:lnTo>
                      <a:pt x="642" y="17825"/>
                    </a:lnTo>
                    <a:lnTo>
                      <a:pt x="642" y="18034"/>
                    </a:lnTo>
                    <a:lnTo>
                      <a:pt x="514" y="18034"/>
                    </a:lnTo>
                    <a:lnTo>
                      <a:pt x="514" y="18139"/>
                    </a:lnTo>
                    <a:lnTo>
                      <a:pt x="385" y="18244"/>
                    </a:lnTo>
                    <a:lnTo>
                      <a:pt x="385" y="18768"/>
                    </a:lnTo>
                    <a:lnTo>
                      <a:pt x="128" y="19083"/>
                    </a:lnTo>
                    <a:lnTo>
                      <a:pt x="128" y="19922"/>
                    </a:lnTo>
                    <a:lnTo>
                      <a:pt x="257" y="20132"/>
                    </a:lnTo>
                    <a:lnTo>
                      <a:pt x="257" y="20341"/>
                    </a:lnTo>
                    <a:lnTo>
                      <a:pt x="514" y="20656"/>
                    </a:lnTo>
                    <a:lnTo>
                      <a:pt x="642" y="20970"/>
                    </a:lnTo>
                    <a:lnTo>
                      <a:pt x="1028" y="21180"/>
                    </a:lnTo>
                    <a:lnTo>
                      <a:pt x="1285" y="21390"/>
                    </a:lnTo>
                    <a:lnTo>
                      <a:pt x="1800" y="21600"/>
                    </a:lnTo>
                    <a:lnTo>
                      <a:pt x="1928" y="21600"/>
                    </a:lnTo>
                    <a:lnTo>
                      <a:pt x="2314" y="21495"/>
                    </a:lnTo>
                    <a:lnTo>
                      <a:pt x="2700" y="21285"/>
                    </a:lnTo>
                    <a:lnTo>
                      <a:pt x="3214" y="20866"/>
                    </a:lnTo>
                    <a:lnTo>
                      <a:pt x="3342" y="20656"/>
                    </a:lnTo>
                    <a:lnTo>
                      <a:pt x="3471" y="20551"/>
                    </a:lnTo>
                    <a:lnTo>
                      <a:pt x="3471" y="20132"/>
                    </a:lnTo>
                    <a:lnTo>
                      <a:pt x="3600" y="19922"/>
                    </a:lnTo>
                    <a:lnTo>
                      <a:pt x="3600" y="19712"/>
                    </a:lnTo>
                    <a:lnTo>
                      <a:pt x="3728" y="19712"/>
                    </a:lnTo>
                    <a:lnTo>
                      <a:pt x="3728" y="19607"/>
                    </a:lnTo>
                    <a:lnTo>
                      <a:pt x="3985" y="19607"/>
                    </a:lnTo>
                    <a:lnTo>
                      <a:pt x="4114" y="19502"/>
                    </a:lnTo>
                    <a:lnTo>
                      <a:pt x="4371" y="19398"/>
                    </a:lnTo>
                    <a:lnTo>
                      <a:pt x="4500" y="19293"/>
                    </a:lnTo>
                    <a:lnTo>
                      <a:pt x="4500" y="19188"/>
                    </a:lnTo>
                    <a:lnTo>
                      <a:pt x="4628" y="19083"/>
                    </a:lnTo>
                    <a:lnTo>
                      <a:pt x="4885" y="18768"/>
                    </a:lnTo>
                    <a:lnTo>
                      <a:pt x="5142" y="18139"/>
                    </a:lnTo>
                    <a:lnTo>
                      <a:pt x="5142" y="17825"/>
                    </a:lnTo>
                    <a:lnTo>
                      <a:pt x="5528" y="18664"/>
                    </a:lnTo>
                    <a:lnTo>
                      <a:pt x="5657" y="18664"/>
                    </a:lnTo>
                    <a:lnTo>
                      <a:pt x="5914" y="18559"/>
                    </a:lnTo>
                    <a:lnTo>
                      <a:pt x="6171" y="18349"/>
                    </a:lnTo>
                    <a:lnTo>
                      <a:pt x="6428" y="17825"/>
                    </a:lnTo>
                    <a:lnTo>
                      <a:pt x="6428" y="16042"/>
                    </a:lnTo>
                    <a:lnTo>
                      <a:pt x="6557" y="15203"/>
                    </a:lnTo>
                    <a:lnTo>
                      <a:pt x="6557" y="13631"/>
                    </a:lnTo>
                    <a:lnTo>
                      <a:pt x="6300" y="13316"/>
                    </a:lnTo>
                    <a:lnTo>
                      <a:pt x="7714" y="12582"/>
                    </a:lnTo>
                    <a:lnTo>
                      <a:pt x="7842" y="11324"/>
                    </a:lnTo>
                    <a:lnTo>
                      <a:pt x="8485" y="10380"/>
                    </a:lnTo>
                    <a:lnTo>
                      <a:pt x="8614" y="9541"/>
                    </a:lnTo>
                    <a:lnTo>
                      <a:pt x="8871" y="9541"/>
                    </a:lnTo>
                    <a:lnTo>
                      <a:pt x="9000" y="9332"/>
                    </a:lnTo>
                    <a:lnTo>
                      <a:pt x="9771" y="8702"/>
                    </a:lnTo>
                    <a:lnTo>
                      <a:pt x="9900" y="8493"/>
                    </a:lnTo>
                    <a:lnTo>
                      <a:pt x="10157" y="8283"/>
                    </a:lnTo>
                    <a:lnTo>
                      <a:pt x="10157" y="7130"/>
                    </a:lnTo>
                    <a:lnTo>
                      <a:pt x="10285" y="7025"/>
                    </a:lnTo>
                    <a:lnTo>
                      <a:pt x="10414" y="7025"/>
                    </a:lnTo>
                    <a:lnTo>
                      <a:pt x="10542" y="6815"/>
                    </a:lnTo>
                    <a:lnTo>
                      <a:pt x="10671" y="6500"/>
                    </a:lnTo>
                    <a:lnTo>
                      <a:pt x="10671" y="6396"/>
                    </a:lnTo>
                    <a:lnTo>
                      <a:pt x="10928" y="5871"/>
                    </a:lnTo>
                    <a:lnTo>
                      <a:pt x="11442" y="5137"/>
                    </a:lnTo>
                    <a:lnTo>
                      <a:pt x="12599" y="4299"/>
                    </a:lnTo>
                    <a:lnTo>
                      <a:pt x="14399" y="3355"/>
                    </a:lnTo>
                    <a:lnTo>
                      <a:pt x="15042" y="3355"/>
                    </a:lnTo>
                    <a:lnTo>
                      <a:pt x="15299" y="3460"/>
                    </a:lnTo>
                    <a:lnTo>
                      <a:pt x="15557" y="3669"/>
                    </a:lnTo>
                    <a:lnTo>
                      <a:pt x="16714" y="3774"/>
                    </a:lnTo>
                    <a:lnTo>
                      <a:pt x="16971" y="3669"/>
                    </a:lnTo>
                    <a:lnTo>
                      <a:pt x="17099" y="3669"/>
                    </a:lnTo>
                    <a:lnTo>
                      <a:pt x="17357" y="3565"/>
                    </a:lnTo>
                    <a:lnTo>
                      <a:pt x="17485" y="3460"/>
                    </a:lnTo>
                    <a:lnTo>
                      <a:pt x="17742" y="3355"/>
                    </a:lnTo>
                    <a:lnTo>
                      <a:pt x="17742" y="3040"/>
                    </a:lnTo>
                    <a:lnTo>
                      <a:pt x="17871" y="2935"/>
                    </a:lnTo>
                    <a:lnTo>
                      <a:pt x="17999" y="2726"/>
                    </a:lnTo>
                    <a:lnTo>
                      <a:pt x="18257" y="2621"/>
                    </a:lnTo>
                    <a:lnTo>
                      <a:pt x="18899" y="2621"/>
                    </a:lnTo>
                    <a:lnTo>
                      <a:pt x="20957" y="3460"/>
                    </a:lnTo>
                    <a:lnTo>
                      <a:pt x="21085" y="3355"/>
                    </a:lnTo>
                    <a:lnTo>
                      <a:pt x="21085" y="2935"/>
                    </a:lnTo>
                    <a:lnTo>
                      <a:pt x="21599" y="2935"/>
                    </a:lnTo>
                    <a:lnTo>
                      <a:pt x="20957" y="272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1" name="AutoShape 49">
                <a:extLst>
                  <a:ext uri="{FF2B5EF4-FFF2-40B4-BE49-F238E27FC236}">
                    <a16:creationId xmlns:a16="http://schemas.microsoft.com/office/drawing/2014/main" id="{592B9468-3D90-F9EA-0E9D-A1AF4CA83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1" y="1317085"/>
                <a:ext cx="229533" cy="174906"/>
              </a:xfrm>
              <a:custGeom>
                <a:avLst/>
                <a:gdLst>
                  <a:gd name="T0" fmla="*/ 114767 w 21600"/>
                  <a:gd name="T1" fmla="*/ 87453 h 21600"/>
                  <a:gd name="T2" fmla="*/ 114767 w 21600"/>
                  <a:gd name="T3" fmla="*/ 87453 h 21600"/>
                  <a:gd name="T4" fmla="*/ 114767 w 21600"/>
                  <a:gd name="T5" fmla="*/ 87453 h 21600"/>
                  <a:gd name="T6" fmla="*/ 114767 w 21600"/>
                  <a:gd name="T7" fmla="*/ 874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053" y="7527"/>
                    </a:moveTo>
                    <a:lnTo>
                      <a:pt x="19412" y="7527"/>
                    </a:lnTo>
                    <a:lnTo>
                      <a:pt x="18592" y="7854"/>
                    </a:lnTo>
                    <a:lnTo>
                      <a:pt x="18045" y="8509"/>
                    </a:lnTo>
                    <a:lnTo>
                      <a:pt x="18045" y="8836"/>
                    </a:lnTo>
                    <a:lnTo>
                      <a:pt x="17772" y="8836"/>
                    </a:lnTo>
                    <a:lnTo>
                      <a:pt x="16678" y="10145"/>
                    </a:lnTo>
                    <a:lnTo>
                      <a:pt x="16131" y="11454"/>
                    </a:lnTo>
                    <a:lnTo>
                      <a:pt x="16678" y="12763"/>
                    </a:lnTo>
                    <a:lnTo>
                      <a:pt x="16405" y="12763"/>
                    </a:lnTo>
                    <a:lnTo>
                      <a:pt x="16131" y="13090"/>
                    </a:lnTo>
                    <a:lnTo>
                      <a:pt x="15858" y="13745"/>
                    </a:lnTo>
                    <a:lnTo>
                      <a:pt x="15311" y="14400"/>
                    </a:lnTo>
                    <a:lnTo>
                      <a:pt x="15037" y="15054"/>
                    </a:lnTo>
                    <a:lnTo>
                      <a:pt x="14491" y="15709"/>
                    </a:lnTo>
                    <a:lnTo>
                      <a:pt x="13124" y="19309"/>
                    </a:lnTo>
                    <a:lnTo>
                      <a:pt x="10663" y="19309"/>
                    </a:lnTo>
                    <a:lnTo>
                      <a:pt x="9296" y="18981"/>
                    </a:lnTo>
                    <a:lnTo>
                      <a:pt x="8749" y="18981"/>
                    </a:lnTo>
                    <a:lnTo>
                      <a:pt x="8202" y="19309"/>
                    </a:lnTo>
                    <a:lnTo>
                      <a:pt x="7655" y="19309"/>
                    </a:lnTo>
                    <a:lnTo>
                      <a:pt x="7108" y="19636"/>
                    </a:lnTo>
                    <a:lnTo>
                      <a:pt x="6835" y="19963"/>
                    </a:lnTo>
                    <a:lnTo>
                      <a:pt x="6562" y="19636"/>
                    </a:lnTo>
                    <a:lnTo>
                      <a:pt x="5194" y="19636"/>
                    </a:lnTo>
                    <a:lnTo>
                      <a:pt x="4648" y="19963"/>
                    </a:lnTo>
                    <a:lnTo>
                      <a:pt x="4374" y="20290"/>
                    </a:lnTo>
                    <a:lnTo>
                      <a:pt x="4101" y="20945"/>
                    </a:lnTo>
                    <a:lnTo>
                      <a:pt x="4101" y="21600"/>
                    </a:lnTo>
                    <a:lnTo>
                      <a:pt x="3554" y="21600"/>
                    </a:lnTo>
                    <a:lnTo>
                      <a:pt x="3281" y="21272"/>
                    </a:lnTo>
                    <a:lnTo>
                      <a:pt x="2734" y="20945"/>
                    </a:lnTo>
                    <a:lnTo>
                      <a:pt x="2460" y="20618"/>
                    </a:lnTo>
                    <a:lnTo>
                      <a:pt x="2460" y="19963"/>
                    </a:lnTo>
                    <a:lnTo>
                      <a:pt x="2187" y="19963"/>
                    </a:lnTo>
                    <a:lnTo>
                      <a:pt x="2187" y="18654"/>
                    </a:lnTo>
                    <a:lnTo>
                      <a:pt x="2460" y="17672"/>
                    </a:lnTo>
                    <a:lnTo>
                      <a:pt x="2734" y="17018"/>
                    </a:lnTo>
                    <a:lnTo>
                      <a:pt x="3007" y="16690"/>
                    </a:lnTo>
                    <a:lnTo>
                      <a:pt x="3554" y="16690"/>
                    </a:lnTo>
                    <a:lnTo>
                      <a:pt x="4101" y="16036"/>
                    </a:lnTo>
                    <a:lnTo>
                      <a:pt x="3281" y="15054"/>
                    </a:lnTo>
                    <a:lnTo>
                      <a:pt x="3827" y="14400"/>
                    </a:lnTo>
                    <a:lnTo>
                      <a:pt x="4101" y="13090"/>
                    </a:lnTo>
                    <a:lnTo>
                      <a:pt x="4101" y="11454"/>
                    </a:lnTo>
                    <a:lnTo>
                      <a:pt x="3554" y="9818"/>
                    </a:lnTo>
                    <a:lnTo>
                      <a:pt x="4101" y="8181"/>
                    </a:lnTo>
                    <a:lnTo>
                      <a:pt x="4374" y="6872"/>
                    </a:lnTo>
                    <a:lnTo>
                      <a:pt x="4921" y="6545"/>
                    </a:lnTo>
                    <a:lnTo>
                      <a:pt x="5194" y="6218"/>
                    </a:lnTo>
                    <a:lnTo>
                      <a:pt x="5194" y="5563"/>
                    </a:lnTo>
                    <a:lnTo>
                      <a:pt x="4921" y="5236"/>
                    </a:lnTo>
                    <a:lnTo>
                      <a:pt x="3827" y="4581"/>
                    </a:lnTo>
                    <a:lnTo>
                      <a:pt x="3554" y="4581"/>
                    </a:lnTo>
                    <a:lnTo>
                      <a:pt x="1367" y="4909"/>
                    </a:lnTo>
                    <a:lnTo>
                      <a:pt x="546" y="4581"/>
                    </a:lnTo>
                    <a:lnTo>
                      <a:pt x="546" y="3272"/>
                    </a:lnTo>
                    <a:lnTo>
                      <a:pt x="273" y="2618"/>
                    </a:lnTo>
                    <a:lnTo>
                      <a:pt x="0" y="2290"/>
                    </a:lnTo>
                    <a:lnTo>
                      <a:pt x="273" y="2290"/>
                    </a:lnTo>
                    <a:lnTo>
                      <a:pt x="273" y="1636"/>
                    </a:lnTo>
                    <a:lnTo>
                      <a:pt x="1093" y="1636"/>
                    </a:lnTo>
                    <a:lnTo>
                      <a:pt x="2460" y="0"/>
                    </a:lnTo>
                    <a:lnTo>
                      <a:pt x="3281" y="0"/>
                    </a:lnTo>
                    <a:lnTo>
                      <a:pt x="3554" y="327"/>
                    </a:lnTo>
                    <a:lnTo>
                      <a:pt x="7382" y="981"/>
                    </a:lnTo>
                    <a:lnTo>
                      <a:pt x="9843" y="981"/>
                    </a:lnTo>
                    <a:lnTo>
                      <a:pt x="11483" y="1309"/>
                    </a:lnTo>
                    <a:lnTo>
                      <a:pt x="13397" y="654"/>
                    </a:lnTo>
                    <a:lnTo>
                      <a:pt x="13397" y="981"/>
                    </a:lnTo>
                    <a:lnTo>
                      <a:pt x="13670" y="981"/>
                    </a:lnTo>
                    <a:lnTo>
                      <a:pt x="13944" y="1309"/>
                    </a:lnTo>
                    <a:lnTo>
                      <a:pt x="13944" y="1963"/>
                    </a:lnTo>
                    <a:lnTo>
                      <a:pt x="14217" y="1963"/>
                    </a:lnTo>
                    <a:lnTo>
                      <a:pt x="14764" y="2618"/>
                    </a:lnTo>
                    <a:lnTo>
                      <a:pt x="15311" y="2945"/>
                    </a:lnTo>
                    <a:lnTo>
                      <a:pt x="15584" y="2945"/>
                    </a:lnTo>
                    <a:lnTo>
                      <a:pt x="15858" y="3272"/>
                    </a:lnTo>
                    <a:lnTo>
                      <a:pt x="16405" y="3599"/>
                    </a:lnTo>
                    <a:lnTo>
                      <a:pt x="17225" y="4581"/>
                    </a:lnTo>
                    <a:lnTo>
                      <a:pt x="17225" y="4254"/>
                    </a:lnTo>
                    <a:lnTo>
                      <a:pt x="18318" y="5890"/>
                    </a:lnTo>
                    <a:lnTo>
                      <a:pt x="21599" y="7200"/>
                    </a:lnTo>
                    <a:lnTo>
                      <a:pt x="21053" y="752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2" name="AutoShape 50">
                <a:extLst>
                  <a:ext uri="{FF2B5EF4-FFF2-40B4-BE49-F238E27FC236}">
                    <a16:creationId xmlns:a16="http://schemas.microsoft.com/office/drawing/2014/main" id="{A9650031-BDED-9DC0-86E9-7614D5D0FC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53" y="1266734"/>
                <a:ext cx="226895" cy="193456"/>
              </a:xfrm>
              <a:custGeom>
                <a:avLst/>
                <a:gdLst>
                  <a:gd name="T0" fmla="*/ 113448 w 21600"/>
                  <a:gd name="T1" fmla="*/ 96728 h 21600"/>
                  <a:gd name="T2" fmla="*/ 113448 w 21600"/>
                  <a:gd name="T3" fmla="*/ 96728 h 21600"/>
                  <a:gd name="T4" fmla="*/ 113448 w 21600"/>
                  <a:gd name="T5" fmla="*/ 96728 h 21600"/>
                  <a:gd name="T6" fmla="*/ 113448 w 21600"/>
                  <a:gd name="T7" fmla="*/ 967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015" y="2071"/>
                    </a:moveTo>
                    <a:lnTo>
                      <a:pt x="12738" y="2367"/>
                    </a:lnTo>
                    <a:lnTo>
                      <a:pt x="13015" y="2663"/>
                    </a:lnTo>
                    <a:lnTo>
                      <a:pt x="13015" y="2958"/>
                    </a:lnTo>
                    <a:lnTo>
                      <a:pt x="11630" y="3550"/>
                    </a:lnTo>
                    <a:lnTo>
                      <a:pt x="10523" y="4142"/>
                    </a:lnTo>
                    <a:lnTo>
                      <a:pt x="10800" y="4734"/>
                    </a:lnTo>
                    <a:lnTo>
                      <a:pt x="11353" y="5030"/>
                    </a:lnTo>
                    <a:lnTo>
                      <a:pt x="11630" y="5621"/>
                    </a:lnTo>
                    <a:lnTo>
                      <a:pt x="12184" y="6213"/>
                    </a:lnTo>
                    <a:lnTo>
                      <a:pt x="13015" y="6805"/>
                    </a:lnTo>
                    <a:lnTo>
                      <a:pt x="13569" y="7397"/>
                    </a:lnTo>
                    <a:lnTo>
                      <a:pt x="14399" y="7693"/>
                    </a:lnTo>
                    <a:lnTo>
                      <a:pt x="14123" y="8284"/>
                    </a:lnTo>
                    <a:lnTo>
                      <a:pt x="14399" y="8580"/>
                    </a:lnTo>
                    <a:lnTo>
                      <a:pt x="14399" y="9172"/>
                    </a:lnTo>
                    <a:lnTo>
                      <a:pt x="14953" y="9468"/>
                    </a:lnTo>
                    <a:lnTo>
                      <a:pt x="19107" y="13315"/>
                    </a:lnTo>
                    <a:lnTo>
                      <a:pt x="20492" y="15090"/>
                    </a:lnTo>
                    <a:lnTo>
                      <a:pt x="21599" y="17753"/>
                    </a:lnTo>
                    <a:lnTo>
                      <a:pt x="21046" y="18641"/>
                    </a:lnTo>
                    <a:lnTo>
                      <a:pt x="19938" y="17457"/>
                    </a:lnTo>
                    <a:lnTo>
                      <a:pt x="19107" y="17457"/>
                    </a:lnTo>
                    <a:lnTo>
                      <a:pt x="18553" y="18049"/>
                    </a:lnTo>
                    <a:lnTo>
                      <a:pt x="19107" y="19528"/>
                    </a:lnTo>
                    <a:lnTo>
                      <a:pt x="17999" y="19824"/>
                    </a:lnTo>
                    <a:lnTo>
                      <a:pt x="17999" y="21008"/>
                    </a:lnTo>
                    <a:lnTo>
                      <a:pt x="17169" y="21600"/>
                    </a:lnTo>
                    <a:lnTo>
                      <a:pt x="16338" y="21008"/>
                    </a:lnTo>
                    <a:lnTo>
                      <a:pt x="16615" y="19824"/>
                    </a:lnTo>
                    <a:lnTo>
                      <a:pt x="16061" y="19232"/>
                    </a:lnTo>
                    <a:lnTo>
                      <a:pt x="16061" y="18936"/>
                    </a:lnTo>
                    <a:lnTo>
                      <a:pt x="16892" y="18936"/>
                    </a:lnTo>
                    <a:lnTo>
                      <a:pt x="16892" y="16569"/>
                    </a:lnTo>
                    <a:lnTo>
                      <a:pt x="15784" y="16273"/>
                    </a:lnTo>
                    <a:lnTo>
                      <a:pt x="15230" y="15682"/>
                    </a:lnTo>
                    <a:lnTo>
                      <a:pt x="12184" y="13610"/>
                    </a:lnTo>
                    <a:lnTo>
                      <a:pt x="11076" y="12427"/>
                    </a:lnTo>
                    <a:lnTo>
                      <a:pt x="10246" y="10947"/>
                    </a:lnTo>
                    <a:lnTo>
                      <a:pt x="6923" y="7989"/>
                    </a:lnTo>
                    <a:lnTo>
                      <a:pt x="6923" y="7101"/>
                    </a:lnTo>
                    <a:lnTo>
                      <a:pt x="6646" y="6509"/>
                    </a:lnTo>
                    <a:lnTo>
                      <a:pt x="6092" y="5917"/>
                    </a:lnTo>
                    <a:lnTo>
                      <a:pt x="5261" y="5621"/>
                    </a:lnTo>
                    <a:lnTo>
                      <a:pt x="2492" y="7101"/>
                    </a:lnTo>
                    <a:lnTo>
                      <a:pt x="1661" y="7101"/>
                    </a:lnTo>
                    <a:lnTo>
                      <a:pt x="1661" y="6213"/>
                    </a:lnTo>
                    <a:lnTo>
                      <a:pt x="276" y="4734"/>
                    </a:lnTo>
                    <a:lnTo>
                      <a:pt x="0" y="4142"/>
                    </a:lnTo>
                    <a:lnTo>
                      <a:pt x="0" y="3254"/>
                    </a:lnTo>
                    <a:lnTo>
                      <a:pt x="1661" y="3254"/>
                    </a:lnTo>
                    <a:lnTo>
                      <a:pt x="1938" y="3550"/>
                    </a:lnTo>
                    <a:lnTo>
                      <a:pt x="2215" y="3550"/>
                    </a:lnTo>
                    <a:lnTo>
                      <a:pt x="3876" y="2367"/>
                    </a:lnTo>
                    <a:lnTo>
                      <a:pt x="3323" y="1775"/>
                    </a:lnTo>
                    <a:lnTo>
                      <a:pt x="4153" y="1479"/>
                    </a:lnTo>
                    <a:lnTo>
                      <a:pt x="4153" y="2071"/>
                    </a:lnTo>
                    <a:lnTo>
                      <a:pt x="4430" y="2367"/>
                    </a:lnTo>
                    <a:lnTo>
                      <a:pt x="4707" y="2071"/>
                    </a:lnTo>
                    <a:lnTo>
                      <a:pt x="4984" y="2071"/>
                    </a:lnTo>
                    <a:lnTo>
                      <a:pt x="5538" y="1775"/>
                    </a:lnTo>
                    <a:lnTo>
                      <a:pt x="5538" y="1479"/>
                    </a:lnTo>
                    <a:lnTo>
                      <a:pt x="5815" y="1479"/>
                    </a:lnTo>
                    <a:lnTo>
                      <a:pt x="6092" y="1183"/>
                    </a:lnTo>
                    <a:lnTo>
                      <a:pt x="6092" y="1479"/>
                    </a:lnTo>
                    <a:lnTo>
                      <a:pt x="6369" y="1775"/>
                    </a:lnTo>
                    <a:lnTo>
                      <a:pt x="6646" y="1775"/>
                    </a:lnTo>
                    <a:lnTo>
                      <a:pt x="6646" y="887"/>
                    </a:lnTo>
                    <a:lnTo>
                      <a:pt x="6369" y="591"/>
                    </a:lnTo>
                    <a:lnTo>
                      <a:pt x="6923" y="591"/>
                    </a:lnTo>
                    <a:lnTo>
                      <a:pt x="6923" y="295"/>
                    </a:lnTo>
                    <a:lnTo>
                      <a:pt x="7199" y="295"/>
                    </a:lnTo>
                    <a:lnTo>
                      <a:pt x="7476" y="0"/>
                    </a:lnTo>
                    <a:lnTo>
                      <a:pt x="9969" y="0"/>
                    </a:lnTo>
                    <a:lnTo>
                      <a:pt x="10246" y="591"/>
                    </a:lnTo>
                    <a:lnTo>
                      <a:pt x="10523" y="887"/>
                    </a:lnTo>
                    <a:lnTo>
                      <a:pt x="12184" y="1775"/>
                    </a:lnTo>
                    <a:lnTo>
                      <a:pt x="12738" y="1775"/>
                    </a:lnTo>
                    <a:lnTo>
                      <a:pt x="13015" y="20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3" name="AutoShape 51">
                <a:extLst>
                  <a:ext uri="{FF2B5EF4-FFF2-40B4-BE49-F238E27FC236}">
                    <a16:creationId xmlns:a16="http://schemas.microsoft.com/office/drawing/2014/main" id="{C65ECC80-2D3F-B4E3-28B1-319805991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04" y="1446939"/>
                <a:ext cx="62001" cy="31802"/>
              </a:xfrm>
              <a:custGeom>
                <a:avLst/>
                <a:gdLst>
                  <a:gd name="T0" fmla="*/ 31001 w 21600"/>
                  <a:gd name="T1" fmla="*/ 15901 h 21600"/>
                  <a:gd name="T2" fmla="*/ 31001 w 21600"/>
                  <a:gd name="T3" fmla="*/ 15901 h 21600"/>
                  <a:gd name="T4" fmla="*/ 31001 w 21600"/>
                  <a:gd name="T5" fmla="*/ 15901 h 21600"/>
                  <a:gd name="T6" fmla="*/ 31001 w 21600"/>
                  <a:gd name="T7" fmla="*/ 159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085" y="3599"/>
                    </a:moveTo>
                    <a:lnTo>
                      <a:pt x="0" y="5399"/>
                    </a:lnTo>
                    <a:lnTo>
                      <a:pt x="0" y="7199"/>
                    </a:lnTo>
                    <a:lnTo>
                      <a:pt x="1028" y="8999"/>
                    </a:lnTo>
                    <a:lnTo>
                      <a:pt x="11314" y="14399"/>
                    </a:lnTo>
                    <a:lnTo>
                      <a:pt x="12342" y="17999"/>
                    </a:lnTo>
                    <a:lnTo>
                      <a:pt x="14399" y="21600"/>
                    </a:lnTo>
                    <a:lnTo>
                      <a:pt x="15428" y="19799"/>
                    </a:lnTo>
                    <a:lnTo>
                      <a:pt x="19542" y="16199"/>
                    </a:lnTo>
                    <a:lnTo>
                      <a:pt x="19542" y="10800"/>
                    </a:lnTo>
                    <a:lnTo>
                      <a:pt x="18514" y="10800"/>
                    </a:lnTo>
                    <a:lnTo>
                      <a:pt x="20571" y="3599"/>
                    </a:lnTo>
                    <a:lnTo>
                      <a:pt x="21600" y="1799"/>
                    </a:lnTo>
                    <a:lnTo>
                      <a:pt x="20571" y="0"/>
                    </a:lnTo>
                    <a:lnTo>
                      <a:pt x="18514" y="0"/>
                    </a:lnTo>
                    <a:lnTo>
                      <a:pt x="17485" y="1799"/>
                    </a:lnTo>
                    <a:lnTo>
                      <a:pt x="16457" y="1799"/>
                    </a:lnTo>
                    <a:lnTo>
                      <a:pt x="14399" y="3599"/>
                    </a:lnTo>
                    <a:lnTo>
                      <a:pt x="3085" y="3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4" name="AutoShape 52">
                <a:extLst>
                  <a:ext uri="{FF2B5EF4-FFF2-40B4-BE49-F238E27FC236}">
                    <a16:creationId xmlns:a16="http://schemas.microsoft.com/office/drawing/2014/main" id="{2781982A-4852-4521-DFD6-49A86E1EF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51" y="1378037"/>
                <a:ext cx="29022" cy="55652"/>
              </a:xfrm>
              <a:custGeom>
                <a:avLst/>
                <a:gdLst>
                  <a:gd name="T0" fmla="*/ 14511 w 21600"/>
                  <a:gd name="T1" fmla="*/ 27826 h 21600"/>
                  <a:gd name="T2" fmla="*/ 14511 w 21600"/>
                  <a:gd name="T3" fmla="*/ 27826 h 21600"/>
                  <a:gd name="T4" fmla="*/ 14511 w 21600"/>
                  <a:gd name="T5" fmla="*/ 27826 h 21600"/>
                  <a:gd name="T6" fmla="*/ 14511 w 21600"/>
                  <a:gd name="T7" fmla="*/ 278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120" y="0"/>
                    </a:moveTo>
                    <a:lnTo>
                      <a:pt x="15120" y="1028"/>
                    </a:lnTo>
                    <a:lnTo>
                      <a:pt x="12959" y="1028"/>
                    </a:lnTo>
                    <a:lnTo>
                      <a:pt x="8640" y="3085"/>
                    </a:lnTo>
                    <a:lnTo>
                      <a:pt x="2159" y="3085"/>
                    </a:lnTo>
                    <a:lnTo>
                      <a:pt x="2159" y="2057"/>
                    </a:lnTo>
                    <a:lnTo>
                      <a:pt x="0" y="2057"/>
                    </a:lnTo>
                    <a:lnTo>
                      <a:pt x="2159" y="4114"/>
                    </a:lnTo>
                    <a:lnTo>
                      <a:pt x="2159" y="8228"/>
                    </a:lnTo>
                    <a:lnTo>
                      <a:pt x="0" y="10285"/>
                    </a:lnTo>
                    <a:lnTo>
                      <a:pt x="0" y="19542"/>
                    </a:lnTo>
                    <a:lnTo>
                      <a:pt x="4319" y="20571"/>
                    </a:lnTo>
                    <a:lnTo>
                      <a:pt x="8640" y="20571"/>
                    </a:lnTo>
                    <a:lnTo>
                      <a:pt x="12959" y="21600"/>
                    </a:lnTo>
                    <a:lnTo>
                      <a:pt x="12959" y="18514"/>
                    </a:lnTo>
                    <a:lnTo>
                      <a:pt x="15120" y="18514"/>
                    </a:lnTo>
                    <a:lnTo>
                      <a:pt x="17280" y="17485"/>
                    </a:lnTo>
                    <a:lnTo>
                      <a:pt x="19440" y="17485"/>
                    </a:lnTo>
                    <a:lnTo>
                      <a:pt x="19440" y="9257"/>
                    </a:lnTo>
                    <a:lnTo>
                      <a:pt x="21600" y="8228"/>
                    </a:lnTo>
                    <a:lnTo>
                      <a:pt x="21600" y="3085"/>
                    </a:lnTo>
                    <a:lnTo>
                      <a:pt x="1512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5" name="AutoShape 53">
                <a:extLst>
                  <a:ext uri="{FF2B5EF4-FFF2-40B4-BE49-F238E27FC236}">
                    <a16:creationId xmlns:a16="http://schemas.microsoft.com/office/drawing/2014/main" id="{850ABC0E-47AE-358D-E630-73EB73451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447" y="1335636"/>
                <a:ext cx="26384" cy="37102"/>
              </a:xfrm>
              <a:custGeom>
                <a:avLst/>
                <a:gdLst>
                  <a:gd name="T0" fmla="*/ 13192 w 21600"/>
                  <a:gd name="T1" fmla="*/ 18551 h 21600"/>
                  <a:gd name="T2" fmla="*/ 13192 w 21600"/>
                  <a:gd name="T3" fmla="*/ 18551 h 21600"/>
                  <a:gd name="T4" fmla="*/ 13192 w 21600"/>
                  <a:gd name="T5" fmla="*/ 18551 h 21600"/>
                  <a:gd name="T6" fmla="*/ 13192 w 21600"/>
                  <a:gd name="T7" fmla="*/ 1855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600" y="3085"/>
                    </a:moveTo>
                    <a:lnTo>
                      <a:pt x="4800" y="3085"/>
                    </a:lnTo>
                    <a:lnTo>
                      <a:pt x="0" y="6171"/>
                    </a:lnTo>
                    <a:lnTo>
                      <a:pt x="2400" y="7714"/>
                    </a:lnTo>
                    <a:lnTo>
                      <a:pt x="2400" y="12342"/>
                    </a:lnTo>
                    <a:lnTo>
                      <a:pt x="4800" y="15428"/>
                    </a:lnTo>
                    <a:lnTo>
                      <a:pt x="14399" y="21599"/>
                    </a:lnTo>
                    <a:lnTo>
                      <a:pt x="16799" y="18514"/>
                    </a:lnTo>
                    <a:lnTo>
                      <a:pt x="16799" y="16971"/>
                    </a:lnTo>
                    <a:lnTo>
                      <a:pt x="19199" y="13885"/>
                    </a:lnTo>
                    <a:lnTo>
                      <a:pt x="21599" y="13885"/>
                    </a:lnTo>
                    <a:lnTo>
                      <a:pt x="21599" y="10800"/>
                    </a:lnTo>
                    <a:lnTo>
                      <a:pt x="19199" y="7714"/>
                    </a:lnTo>
                    <a:lnTo>
                      <a:pt x="19199" y="4628"/>
                    </a:lnTo>
                    <a:lnTo>
                      <a:pt x="11999" y="0"/>
                    </a:lnTo>
                    <a:lnTo>
                      <a:pt x="9600" y="308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6" name="AutoShape 54">
                <a:extLst>
                  <a:ext uri="{FF2B5EF4-FFF2-40B4-BE49-F238E27FC236}">
                    <a16:creationId xmlns:a16="http://schemas.microsoft.com/office/drawing/2014/main" id="{7271FC80-C75A-3579-EB30-1046F954F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57" y="1192532"/>
                <a:ext cx="147746" cy="79503"/>
              </a:xfrm>
              <a:custGeom>
                <a:avLst/>
                <a:gdLst>
                  <a:gd name="T0" fmla="*/ 73873 w 21600"/>
                  <a:gd name="T1" fmla="*/ 39752 h 21600"/>
                  <a:gd name="T2" fmla="*/ 73873 w 21600"/>
                  <a:gd name="T3" fmla="*/ 39752 h 21600"/>
                  <a:gd name="T4" fmla="*/ 73873 w 21600"/>
                  <a:gd name="T5" fmla="*/ 39752 h 21600"/>
                  <a:gd name="T6" fmla="*/ 73873 w 21600"/>
                  <a:gd name="T7" fmla="*/ 397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623" y="21600"/>
                    </a:moveTo>
                    <a:lnTo>
                      <a:pt x="7200" y="20879"/>
                    </a:lnTo>
                    <a:lnTo>
                      <a:pt x="7200" y="20160"/>
                    </a:lnTo>
                    <a:lnTo>
                      <a:pt x="3388" y="20160"/>
                    </a:lnTo>
                    <a:lnTo>
                      <a:pt x="2964" y="20879"/>
                    </a:lnTo>
                    <a:lnTo>
                      <a:pt x="2541" y="20879"/>
                    </a:lnTo>
                    <a:lnTo>
                      <a:pt x="2541" y="21600"/>
                    </a:lnTo>
                    <a:lnTo>
                      <a:pt x="2117" y="21600"/>
                    </a:lnTo>
                    <a:lnTo>
                      <a:pt x="2117" y="20160"/>
                    </a:lnTo>
                    <a:lnTo>
                      <a:pt x="1270" y="20160"/>
                    </a:lnTo>
                    <a:lnTo>
                      <a:pt x="1694" y="18720"/>
                    </a:lnTo>
                    <a:lnTo>
                      <a:pt x="0" y="13680"/>
                    </a:lnTo>
                    <a:lnTo>
                      <a:pt x="1694" y="13680"/>
                    </a:lnTo>
                    <a:lnTo>
                      <a:pt x="4235" y="10800"/>
                    </a:lnTo>
                    <a:lnTo>
                      <a:pt x="5929" y="12239"/>
                    </a:lnTo>
                    <a:lnTo>
                      <a:pt x="6352" y="10800"/>
                    </a:lnTo>
                    <a:lnTo>
                      <a:pt x="5929" y="9360"/>
                    </a:lnTo>
                    <a:lnTo>
                      <a:pt x="5929" y="5759"/>
                    </a:lnTo>
                    <a:lnTo>
                      <a:pt x="8047" y="4319"/>
                    </a:lnTo>
                    <a:lnTo>
                      <a:pt x="10588" y="1439"/>
                    </a:lnTo>
                    <a:lnTo>
                      <a:pt x="11011" y="719"/>
                    </a:lnTo>
                    <a:lnTo>
                      <a:pt x="11011" y="0"/>
                    </a:lnTo>
                    <a:lnTo>
                      <a:pt x="11858" y="0"/>
                    </a:lnTo>
                    <a:lnTo>
                      <a:pt x="12282" y="1439"/>
                    </a:lnTo>
                    <a:lnTo>
                      <a:pt x="14823" y="1439"/>
                    </a:lnTo>
                    <a:lnTo>
                      <a:pt x="15247" y="0"/>
                    </a:lnTo>
                    <a:lnTo>
                      <a:pt x="16941" y="0"/>
                    </a:lnTo>
                    <a:lnTo>
                      <a:pt x="16941" y="1439"/>
                    </a:lnTo>
                    <a:lnTo>
                      <a:pt x="17364" y="2159"/>
                    </a:lnTo>
                    <a:lnTo>
                      <a:pt x="18211" y="2879"/>
                    </a:lnTo>
                    <a:lnTo>
                      <a:pt x="20329" y="2879"/>
                    </a:lnTo>
                    <a:lnTo>
                      <a:pt x="21599" y="5759"/>
                    </a:lnTo>
                    <a:lnTo>
                      <a:pt x="21599" y="6479"/>
                    </a:lnTo>
                    <a:lnTo>
                      <a:pt x="21176" y="6479"/>
                    </a:lnTo>
                    <a:lnTo>
                      <a:pt x="20752" y="7199"/>
                    </a:lnTo>
                    <a:lnTo>
                      <a:pt x="20329" y="8640"/>
                    </a:lnTo>
                    <a:lnTo>
                      <a:pt x="20329" y="12239"/>
                    </a:lnTo>
                    <a:lnTo>
                      <a:pt x="19058" y="14399"/>
                    </a:lnTo>
                    <a:lnTo>
                      <a:pt x="19482" y="15839"/>
                    </a:lnTo>
                    <a:lnTo>
                      <a:pt x="14399" y="16560"/>
                    </a:lnTo>
                    <a:lnTo>
                      <a:pt x="9317" y="20160"/>
                    </a:lnTo>
                    <a:lnTo>
                      <a:pt x="7623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7" name="AutoShape 55">
                <a:extLst>
                  <a:ext uri="{FF2B5EF4-FFF2-40B4-BE49-F238E27FC236}">
                    <a16:creationId xmlns:a16="http://schemas.microsoft.com/office/drawing/2014/main" id="{3225AFBC-6C77-B2F2-E4B5-86CC8367A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19" y="1242883"/>
                <a:ext cx="79150" cy="55653"/>
              </a:xfrm>
              <a:custGeom>
                <a:avLst/>
                <a:gdLst>
                  <a:gd name="T0" fmla="*/ 39575 w 21600"/>
                  <a:gd name="T1" fmla="*/ 27827 h 21600"/>
                  <a:gd name="T2" fmla="*/ 39575 w 21600"/>
                  <a:gd name="T3" fmla="*/ 27827 h 21600"/>
                  <a:gd name="T4" fmla="*/ 39575 w 21600"/>
                  <a:gd name="T5" fmla="*/ 27827 h 21600"/>
                  <a:gd name="T6" fmla="*/ 39575 w 21600"/>
                  <a:gd name="T7" fmla="*/ 278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000" y="3085"/>
                    </a:moveTo>
                    <a:lnTo>
                      <a:pt x="7999" y="4114"/>
                    </a:lnTo>
                    <a:lnTo>
                      <a:pt x="3199" y="8228"/>
                    </a:lnTo>
                    <a:lnTo>
                      <a:pt x="0" y="15428"/>
                    </a:lnTo>
                    <a:lnTo>
                      <a:pt x="799" y="15428"/>
                    </a:lnTo>
                    <a:lnTo>
                      <a:pt x="799" y="14400"/>
                    </a:lnTo>
                    <a:lnTo>
                      <a:pt x="2399" y="14400"/>
                    </a:lnTo>
                    <a:lnTo>
                      <a:pt x="3199" y="15428"/>
                    </a:lnTo>
                    <a:lnTo>
                      <a:pt x="3199" y="17485"/>
                    </a:lnTo>
                    <a:lnTo>
                      <a:pt x="2399" y="20571"/>
                    </a:lnTo>
                    <a:lnTo>
                      <a:pt x="6399" y="20571"/>
                    </a:lnTo>
                    <a:lnTo>
                      <a:pt x="7999" y="21600"/>
                    </a:lnTo>
                    <a:lnTo>
                      <a:pt x="8799" y="21600"/>
                    </a:lnTo>
                    <a:lnTo>
                      <a:pt x="13600" y="17485"/>
                    </a:lnTo>
                    <a:lnTo>
                      <a:pt x="12000" y="15428"/>
                    </a:lnTo>
                    <a:lnTo>
                      <a:pt x="14400" y="14400"/>
                    </a:lnTo>
                    <a:lnTo>
                      <a:pt x="14400" y="16457"/>
                    </a:lnTo>
                    <a:lnTo>
                      <a:pt x="15200" y="17485"/>
                    </a:lnTo>
                    <a:lnTo>
                      <a:pt x="16000" y="16457"/>
                    </a:lnTo>
                    <a:lnTo>
                      <a:pt x="17600" y="16457"/>
                    </a:lnTo>
                    <a:lnTo>
                      <a:pt x="20000" y="13371"/>
                    </a:lnTo>
                    <a:lnTo>
                      <a:pt x="20000" y="14400"/>
                    </a:lnTo>
                    <a:lnTo>
                      <a:pt x="20800" y="15428"/>
                    </a:lnTo>
                    <a:lnTo>
                      <a:pt x="21600" y="15428"/>
                    </a:lnTo>
                    <a:lnTo>
                      <a:pt x="21600" y="12342"/>
                    </a:lnTo>
                    <a:lnTo>
                      <a:pt x="20800" y="12342"/>
                    </a:lnTo>
                    <a:lnTo>
                      <a:pt x="21600" y="11314"/>
                    </a:lnTo>
                    <a:lnTo>
                      <a:pt x="21600" y="9257"/>
                    </a:lnTo>
                    <a:lnTo>
                      <a:pt x="20000" y="9257"/>
                    </a:lnTo>
                    <a:lnTo>
                      <a:pt x="20800" y="7199"/>
                    </a:lnTo>
                    <a:lnTo>
                      <a:pt x="17600" y="0"/>
                    </a:lnTo>
                    <a:lnTo>
                      <a:pt x="15200" y="2057"/>
                    </a:lnTo>
                    <a:lnTo>
                      <a:pt x="12000" y="308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8" name="AutoShape 56">
                <a:extLst>
                  <a:ext uri="{FF2B5EF4-FFF2-40B4-BE49-F238E27FC236}">
                    <a16:creationId xmlns:a16="http://schemas.microsoft.com/office/drawing/2014/main" id="{4E401719-0ED6-FF64-74AE-010E03D69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723" y="1134230"/>
                <a:ext cx="230852" cy="241158"/>
              </a:xfrm>
              <a:custGeom>
                <a:avLst/>
                <a:gdLst>
                  <a:gd name="T0" fmla="*/ 115426 w 21600"/>
                  <a:gd name="T1" fmla="*/ 120579 h 21600"/>
                  <a:gd name="T2" fmla="*/ 115426 w 21600"/>
                  <a:gd name="T3" fmla="*/ 120579 h 21600"/>
                  <a:gd name="T4" fmla="*/ 115426 w 21600"/>
                  <a:gd name="T5" fmla="*/ 120579 h 21600"/>
                  <a:gd name="T6" fmla="*/ 115426 w 21600"/>
                  <a:gd name="T7" fmla="*/ 12057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139" y="13767"/>
                    </a:moveTo>
                    <a:lnTo>
                      <a:pt x="18865" y="14004"/>
                    </a:lnTo>
                    <a:lnTo>
                      <a:pt x="18865" y="15428"/>
                    </a:lnTo>
                    <a:lnTo>
                      <a:pt x="19139" y="15428"/>
                    </a:lnTo>
                    <a:lnTo>
                      <a:pt x="19139" y="15903"/>
                    </a:lnTo>
                    <a:lnTo>
                      <a:pt x="20506" y="17090"/>
                    </a:lnTo>
                    <a:lnTo>
                      <a:pt x="20506" y="17802"/>
                    </a:lnTo>
                    <a:lnTo>
                      <a:pt x="19139" y="18514"/>
                    </a:lnTo>
                    <a:lnTo>
                      <a:pt x="16678" y="18514"/>
                    </a:lnTo>
                    <a:lnTo>
                      <a:pt x="15584" y="18276"/>
                    </a:lnTo>
                    <a:lnTo>
                      <a:pt x="15037" y="18276"/>
                    </a:lnTo>
                    <a:lnTo>
                      <a:pt x="13944" y="18751"/>
                    </a:lnTo>
                    <a:lnTo>
                      <a:pt x="13670" y="19701"/>
                    </a:lnTo>
                    <a:lnTo>
                      <a:pt x="13670" y="20175"/>
                    </a:lnTo>
                    <a:lnTo>
                      <a:pt x="13944" y="20650"/>
                    </a:lnTo>
                    <a:lnTo>
                      <a:pt x="13124" y="21599"/>
                    </a:lnTo>
                    <a:lnTo>
                      <a:pt x="9843" y="20650"/>
                    </a:lnTo>
                    <a:lnTo>
                      <a:pt x="8749" y="19463"/>
                    </a:lnTo>
                    <a:lnTo>
                      <a:pt x="8749" y="19701"/>
                    </a:lnTo>
                    <a:lnTo>
                      <a:pt x="7929" y="18989"/>
                    </a:lnTo>
                    <a:lnTo>
                      <a:pt x="7382" y="18751"/>
                    </a:lnTo>
                    <a:lnTo>
                      <a:pt x="7108" y="18751"/>
                    </a:lnTo>
                    <a:lnTo>
                      <a:pt x="6835" y="18514"/>
                    </a:lnTo>
                    <a:lnTo>
                      <a:pt x="6288" y="18276"/>
                    </a:lnTo>
                    <a:lnTo>
                      <a:pt x="5741" y="17802"/>
                    </a:lnTo>
                    <a:lnTo>
                      <a:pt x="5468" y="17802"/>
                    </a:lnTo>
                    <a:lnTo>
                      <a:pt x="5468" y="17327"/>
                    </a:lnTo>
                    <a:lnTo>
                      <a:pt x="5194" y="17090"/>
                    </a:lnTo>
                    <a:lnTo>
                      <a:pt x="4921" y="17090"/>
                    </a:lnTo>
                    <a:lnTo>
                      <a:pt x="5468" y="16615"/>
                    </a:lnTo>
                    <a:lnTo>
                      <a:pt x="5468" y="10918"/>
                    </a:lnTo>
                    <a:lnTo>
                      <a:pt x="5194" y="10681"/>
                    </a:lnTo>
                    <a:lnTo>
                      <a:pt x="5194" y="10206"/>
                    </a:lnTo>
                    <a:lnTo>
                      <a:pt x="4921" y="9731"/>
                    </a:lnTo>
                    <a:lnTo>
                      <a:pt x="4374" y="9257"/>
                    </a:lnTo>
                    <a:lnTo>
                      <a:pt x="3007" y="8545"/>
                    </a:lnTo>
                    <a:lnTo>
                      <a:pt x="3007" y="8070"/>
                    </a:lnTo>
                    <a:lnTo>
                      <a:pt x="273" y="7120"/>
                    </a:lnTo>
                    <a:lnTo>
                      <a:pt x="273" y="6883"/>
                    </a:lnTo>
                    <a:lnTo>
                      <a:pt x="0" y="6646"/>
                    </a:lnTo>
                    <a:lnTo>
                      <a:pt x="0" y="6408"/>
                    </a:lnTo>
                    <a:lnTo>
                      <a:pt x="273" y="5934"/>
                    </a:lnTo>
                    <a:lnTo>
                      <a:pt x="546" y="5696"/>
                    </a:lnTo>
                    <a:lnTo>
                      <a:pt x="1913" y="5934"/>
                    </a:lnTo>
                    <a:lnTo>
                      <a:pt x="1913" y="4509"/>
                    </a:lnTo>
                    <a:lnTo>
                      <a:pt x="3007" y="4272"/>
                    </a:lnTo>
                    <a:lnTo>
                      <a:pt x="4101" y="4272"/>
                    </a:lnTo>
                    <a:lnTo>
                      <a:pt x="4921" y="4035"/>
                    </a:lnTo>
                    <a:lnTo>
                      <a:pt x="6015" y="3797"/>
                    </a:lnTo>
                    <a:lnTo>
                      <a:pt x="6288" y="3560"/>
                    </a:lnTo>
                    <a:lnTo>
                      <a:pt x="6835" y="3323"/>
                    </a:lnTo>
                    <a:lnTo>
                      <a:pt x="7382" y="3323"/>
                    </a:lnTo>
                    <a:lnTo>
                      <a:pt x="7929" y="3085"/>
                    </a:lnTo>
                    <a:lnTo>
                      <a:pt x="8749" y="3323"/>
                    </a:lnTo>
                    <a:lnTo>
                      <a:pt x="9569" y="1898"/>
                    </a:lnTo>
                    <a:lnTo>
                      <a:pt x="10663" y="1661"/>
                    </a:lnTo>
                    <a:lnTo>
                      <a:pt x="10663" y="1424"/>
                    </a:lnTo>
                    <a:lnTo>
                      <a:pt x="10936" y="1424"/>
                    </a:lnTo>
                    <a:lnTo>
                      <a:pt x="11483" y="949"/>
                    </a:lnTo>
                    <a:lnTo>
                      <a:pt x="12577" y="474"/>
                    </a:lnTo>
                    <a:lnTo>
                      <a:pt x="12850" y="0"/>
                    </a:lnTo>
                    <a:lnTo>
                      <a:pt x="13397" y="474"/>
                    </a:lnTo>
                    <a:lnTo>
                      <a:pt x="13670" y="949"/>
                    </a:lnTo>
                    <a:lnTo>
                      <a:pt x="14217" y="1186"/>
                    </a:lnTo>
                    <a:lnTo>
                      <a:pt x="14491" y="1661"/>
                    </a:lnTo>
                    <a:lnTo>
                      <a:pt x="14764" y="1898"/>
                    </a:lnTo>
                    <a:lnTo>
                      <a:pt x="15037" y="1898"/>
                    </a:lnTo>
                    <a:lnTo>
                      <a:pt x="15037" y="2136"/>
                    </a:lnTo>
                    <a:lnTo>
                      <a:pt x="14764" y="2373"/>
                    </a:lnTo>
                    <a:lnTo>
                      <a:pt x="14764" y="2848"/>
                    </a:lnTo>
                    <a:lnTo>
                      <a:pt x="15037" y="3085"/>
                    </a:lnTo>
                    <a:lnTo>
                      <a:pt x="15037" y="3560"/>
                    </a:lnTo>
                    <a:lnTo>
                      <a:pt x="15584" y="3797"/>
                    </a:lnTo>
                    <a:lnTo>
                      <a:pt x="16131" y="3797"/>
                    </a:lnTo>
                    <a:lnTo>
                      <a:pt x="16405" y="4035"/>
                    </a:lnTo>
                    <a:lnTo>
                      <a:pt x="16678" y="4509"/>
                    </a:lnTo>
                    <a:lnTo>
                      <a:pt x="16678" y="4747"/>
                    </a:lnTo>
                    <a:lnTo>
                      <a:pt x="16951" y="5221"/>
                    </a:lnTo>
                    <a:lnTo>
                      <a:pt x="17225" y="5459"/>
                    </a:lnTo>
                    <a:lnTo>
                      <a:pt x="17498" y="5934"/>
                    </a:lnTo>
                    <a:lnTo>
                      <a:pt x="18045" y="6171"/>
                    </a:lnTo>
                    <a:lnTo>
                      <a:pt x="18318" y="6171"/>
                    </a:lnTo>
                    <a:lnTo>
                      <a:pt x="18592" y="6408"/>
                    </a:lnTo>
                    <a:lnTo>
                      <a:pt x="18865" y="6408"/>
                    </a:lnTo>
                    <a:lnTo>
                      <a:pt x="19959" y="6883"/>
                    </a:lnTo>
                    <a:lnTo>
                      <a:pt x="20779" y="7120"/>
                    </a:lnTo>
                    <a:lnTo>
                      <a:pt x="21326" y="7358"/>
                    </a:lnTo>
                    <a:lnTo>
                      <a:pt x="21600" y="7358"/>
                    </a:lnTo>
                    <a:lnTo>
                      <a:pt x="21600" y="7595"/>
                    </a:lnTo>
                    <a:lnTo>
                      <a:pt x="21326" y="8070"/>
                    </a:lnTo>
                    <a:lnTo>
                      <a:pt x="21326" y="8545"/>
                    </a:lnTo>
                    <a:lnTo>
                      <a:pt x="21053" y="9257"/>
                    </a:lnTo>
                    <a:lnTo>
                      <a:pt x="20779" y="10681"/>
                    </a:lnTo>
                    <a:lnTo>
                      <a:pt x="19139" y="11868"/>
                    </a:lnTo>
                    <a:lnTo>
                      <a:pt x="18045" y="13292"/>
                    </a:lnTo>
                    <a:lnTo>
                      <a:pt x="18318" y="13292"/>
                    </a:lnTo>
                    <a:lnTo>
                      <a:pt x="18592" y="13054"/>
                    </a:lnTo>
                    <a:lnTo>
                      <a:pt x="18865" y="13054"/>
                    </a:lnTo>
                    <a:lnTo>
                      <a:pt x="19139" y="13292"/>
                    </a:lnTo>
                    <a:lnTo>
                      <a:pt x="19139" y="1376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59" name="AutoShape 57">
                <a:extLst>
                  <a:ext uri="{FF2B5EF4-FFF2-40B4-BE49-F238E27FC236}">
                    <a16:creationId xmlns:a16="http://schemas.microsoft.com/office/drawing/2014/main" id="{BBE3B781-2967-1A9C-81E8-2359CFED8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2" y="1354186"/>
                <a:ext cx="58044" cy="119254"/>
              </a:xfrm>
              <a:custGeom>
                <a:avLst/>
                <a:gdLst>
                  <a:gd name="T0" fmla="*/ 29022 w 21600"/>
                  <a:gd name="T1" fmla="*/ 59627 h 21600"/>
                  <a:gd name="T2" fmla="*/ 29022 w 21600"/>
                  <a:gd name="T3" fmla="*/ 59627 h 21600"/>
                  <a:gd name="T4" fmla="*/ 29022 w 21600"/>
                  <a:gd name="T5" fmla="*/ 59627 h 21600"/>
                  <a:gd name="T6" fmla="*/ 29022 w 21600"/>
                  <a:gd name="T7" fmla="*/ 596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239" y="0"/>
                    </a:moveTo>
                    <a:lnTo>
                      <a:pt x="3239" y="7679"/>
                    </a:lnTo>
                    <a:lnTo>
                      <a:pt x="2159" y="9600"/>
                    </a:lnTo>
                    <a:lnTo>
                      <a:pt x="2159" y="11039"/>
                    </a:lnTo>
                    <a:lnTo>
                      <a:pt x="1079" y="12480"/>
                    </a:lnTo>
                    <a:lnTo>
                      <a:pt x="0" y="12959"/>
                    </a:lnTo>
                    <a:lnTo>
                      <a:pt x="0" y="15359"/>
                    </a:lnTo>
                    <a:lnTo>
                      <a:pt x="2159" y="16319"/>
                    </a:lnTo>
                    <a:lnTo>
                      <a:pt x="2159" y="20159"/>
                    </a:lnTo>
                    <a:lnTo>
                      <a:pt x="5399" y="21120"/>
                    </a:lnTo>
                    <a:lnTo>
                      <a:pt x="6479" y="21120"/>
                    </a:lnTo>
                    <a:lnTo>
                      <a:pt x="7560" y="20639"/>
                    </a:lnTo>
                    <a:lnTo>
                      <a:pt x="8640" y="20639"/>
                    </a:lnTo>
                    <a:lnTo>
                      <a:pt x="8640" y="21120"/>
                    </a:lnTo>
                    <a:lnTo>
                      <a:pt x="9720" y="21599"/>
                    </a:lnTo>
                    <a:lnTo>
                      <a:pt x="9720" y="20639"/>
                    </a:lnTo>
                    <a:lnTo>
                      <a:pt x="12959" y="17760"/>
                    </a:lnTo>
                    <a:lnTo>
                      <a:pt x="15120" y="17760"/>
                    </a:lnTo>
                    <a:lnTo>
                      <a:pt x="17280" y="16799"/>
                    </a:lnTo>
                    <a:lnTo>
                      <a:pt x="14040" y="15359"/>
                    </a:lnTo>
                    <a:lnTo>
                      <a:pt x="16200" y="14399"/>
                    </a:lnTo>
                    <a:lnTo>
                      <a:pt x="17280" y="12480"/>
                    </a:lnTo>
                    <a:lnTo>
                      <a:pt x="17280" y="10079"/>
                    </a:lnTo>
                    <a:lnTo>
                      <a:pt x="15120" y="7679"/>
                    </a:lnTo>
                    <a:lnTo>
                      <a:pt x="17280" y="5280"/>
                    </a:lnTo>
                    <a:lnTo>
                      <a:pt x="18360" y="3360"/>
                    </a:lnTo>
                    <a:lnTo>
                      <a:pt x="21600" y="1920"/>
                    </a:lnTo>
                    <a:lnTo>
                      <a:pt x="21600" y="960"/>
                    </a:lnTo>
                    <a:lnTo>
                      <a:pt x="18360" y="480"/>
                    </a:lnTo>
                    <a:lnTo>
                      <a:pt x="16200" y="0"/>
                    </a:lnTo>
                    <a:lnTo>
                      <a:pt x="15120" y="0"/>
                    </a:lnTo>
                    <a:lnTo>
                      <a:pt x="6479" y="480"/>
                    </a:lnTo>
                    <a:lnTo>
                      <a:pt x="323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0" name="AutoShape 58">
                <a:extLst>
                  <a:ext uri="{FF2B5EF4-FFF2-40B4-BE49-F238E27FC236}">
                    <a16:creationId xmlns:a16="http://schemas.microsoft.com/office/drawing/2014/main" id="{75AEF624-EF60-8F21-9B4A-E375BFF7E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404" y="1017627"/>
                <a:ext cx="150384" cy="235858"/>
              </a:xfrm>
              <a:custGeom>
                <a:avLst/>
                <a:gdLst>
                  <a:gd name="T0" fmla="*/ 75192 w 21600"/>
                  <a:gd name="T1" fmla="*/ 117929 h 21600"/>
                  <a:gd name="T2" fmla="*/ 75192 w 21600"/>
                  <a:gd name="T3" fmla="*/ 117929 h 21600"/>
                  <a:gd name="T4" fmla="*/ 75192 w 21600"/>
                  <a:gd name="T5" fmla="*/ 117929 h 21600"/>
                  <a:gd name="T6" fmla="*/ 75192 w 21600"/>
                  <a:gd name="T7" fmla="*/ 1179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646" y="18202"/>
                    </a:moveTo>
                    <a:lnTo>
                      <a:pt x="6230" y="18202"/>
                    </a:lnTo>
                    <a:lnTo>
                      <a:pt x="5815" y="17959"/>
                    </a:lnTo>
                    <a:lnTo>
                      <a:pt x="4984" y="17959"/>
                    </a:lnTo>
                    <a:lnTo>
                      <a:pt x="3323" y="17474"/>
                    </a:lnTo>
                    <a:lnTo>
                      <a:pt x="2492" y="17474"/>
                    </a:lnTo>
                    <a:lnTo>
                      <a:pt x="2492" y="17231"/>
                    </a:lnTo>
                    <a:lnTo>
                      <a:pt x="1246" y="14076"/>
                    </a:lnTo>
                    <a:lnTo>
                      <a:pt x="1661" y="13833"/>
                    </a:lnTo>
                    <a:lnTo>
                      <a:pt x="1246" y="13591"/>
                    </a:lnTo>
                    <a:lnTo>
                      <a:pt x="830" y="13105"/>
                    </a:lnTo>
                    <a:lnTo>
                      <a:pt x="415" y="12862"/>
                    </a:lnTo>
                    <a:lnTo>
                      <a:pt x="0" y="12377"/>
                    </a:lnTo>
                    <a:lnTo>
                      <a:pt x="0" y="11892"/>
                    </a:lnTo>
                    <a:lnTo>
                      <a:pt x="2076" y="10678"/>
                    </a:lnTo>
                    <a:lnTo>
                      <a:pt x="1661" y="10678"/>
                    </a:lnTo>
                    <a:lnTo>
                      <a:pt x="1661" y="10435"/>
                    </a:lnTo>
                    <a:lnTo>
                      <a:pt x="1246" y="10435"/>
                    </a:lnTo>
                    <a:lnTo>
                      <a:pt x="1246" y="10193"/>
                    </a:lnTo>
                    <a:lnTo>
                      <a:pt x="2492" y="9222"/>
                    </a:lnTo>
                    <a:lnTo>
                      <a:pt x="3738" y="9222"/>
                    </a:lnTo>
                    <a:lnTo>
                      <a:pt x="3738" y="7523"/>
                    </a:lnTo>
                    <a:lnTo>
                      <a:pt x="3323" y="7523"/>
                    </a:lnTo>
                    <a:lnTo>
                      <a:pt x="3323" y="7038"/>
                    </a:lnTo>
                    <a:lnTo>
                      <a:pt x="3738" y="7038"/>
                    </a:lnTo>
                    <a:lnTo>
                      <a:pt x="3738" y="6795"/>
                    </a:lnTo>
                    <a:lnTo>
                      <a:pt x="4153" y="6795"/>
                    </a:lnTo>
                    <a:lnTo>
                      <a:pt x="4153" y="6552"/>
                    </a:lnTo>
                    <a:lnTo>
                      <a:pt x="4569" y="6310"/>
                    </a:lnTo>
                    <a:lnTo>
                      <a:pt x="4569" y="5824"/>
                    </a:lnTo>
                    <a:lnTo>
                      <a:pt x="4153" y="5339"/>
                    </a:lnTo>
                    <a:lnTo>
                      <a:pt x="3738" y="4611"/>
                    </a:lnTo>
                    <a:lnTo>
                      <a:pt x="4984" y="4125"/>
                    </a:lnTo>
                    <a:lnTo>
                      <a:pt x="6230" y="3883"/>
                    </a:lnTo>
                    <a:lnTo>
                      <a:pt x="7476" y="3397"/>
                    </a:lnTo>
                    <a:lnTo>
                      <a:pt x="8307" y="3883"/>
                    </a:lnTo>
                    <a:lnTo>
                      <a:pt x="9138" y="3155"/>
                    </a:lnTo>
                    <a:lnTo>
                      <a:pt x="9138" y="485"/>
                    </a:lnTo>
                    <a:lnTo>
                      <a:pt x="13292" y="0"/>
                    </a:lnTo>
                    <a:lnTo>
                      <a:pt x="12876" y="728"/>
                    </a:lnTo>
                    <a:lnTo>
                      <a:pt x="13707" y="1456"/>
                    </a:lnTo>
                    <a:lnTo>
                      <a:pt x="15369" y="1698"/>
                    </a:lnTo>
                    <a:lnTo>
                      <a:pt x="15784" y="2426"/>
                    </a:lnTo>
                    <a:lnTo>
                      <a:pt x="14953" y="2912"/>
                    </a:lnTo>
                    <a:lnTo>
                      <a:pt x="14953" y="4853"/>
                    </a:lnTo>
                    <a:lnTo>
                      <a:pt x="16200" y="4853"/>
                    </a:lnTo>
                    <a:lnTo>
                      <a:pt x="17030" y="5096"/>
                    </a:lnTo>
                    <a:lnTo>
                      <a:pt x="17446" y="5096"/>
                    </a:lnTo>
                    <a:lnTo>
                      <a:pt x="15369" y="5096"/>
                    </a:lnTo>
                    <a:lnTo>
                      <a:pt x="15369" y="5339"/>
                    </a:lnTo>
                    <a:lnTo>
                      <a:pt x="16200" y="6067"/>
                    </a:lnTo>
                    <a:lnTo>
                      <a:pt x="16200" y="6552"/>
                    </a:lnTo>
                    <a:lnTo>
                      <a:pt x="15369" y="7038"/>
                    </a:lnTo>
                    <a:lnTo>
                      <a:pt x="14953" y="7038"/>
                    </a:lnTo>
                    <a:lnTo>
                      <a:pt x="14953" y="8008"/>
                    </a:lnTo>
                    <a:lnTo>
                      <a:pt x="15784" y="8251"/>
                    </a:lnTo>
                    <a:lnTo>
                      <a:pt x="15369" y="8251"/>
                    </a:lnTo>
                    <a:lnTo>
                      <a:pt x="13707" y="9222"/>
                    </a:lnTo>
                    <a:lnTo>
                      <a:pt x="13707" y="10435"/>
                    </a:lnTo>
                    <a:lnTo>
                      <a:pt x="13292" y="10678"/>
                    </a:lnTo>
                    <a:lnTo>
                      <a:pt x="13292" y="10921"/>
                    </a:lnTo>
                    <a:lnTo>
                      <a:pt x="12876" y="11164"/>
                    </a:lnTo>
                    <a:lnTo>
                      <a:pt x="13707" y="11649"/>
                    </a:lnTo>
                    <a:lnTo>
                      <a:pt x="15369" y="11406"/>
                    </a:lnTo>
                    <a:lnTo>
                      <a:pt x="16615" y="11406"/>
                    </a:lnTo>
                    <a:lnTo>
                      <a:pt x="18276" y="11892"/>
                    </a:lnTo>
                    <a:lnTo>
                      <a:pt x="18276" y="13105"/>
                    </a:lnTo>
                    <a:lnTo>
                      <a:pt x="19938" y="13348"/>
                    </a:lnTo>
                    <a:lnTo>
                      <a:pt x="20769" y="14076"/>
                    </a:lnTo>
                    <a:lnTo>
                      <a:pt x="21600" y="16017"/>
                    </a:lnTo>
                    <a:lnTo>
                      <a:pt x="21184" y="16017"/>
                    </a:lnTo>
                    <a:lnTo>
                      <a:pt x="21184" y="16260"/>
                    </a:lnTo>
                    <a:lnTo>
                      <a:pt x="20769" y="16746"/>
                    </a:lnTo>
                    <a:lnTo>
                      <a:pt x="19938" y="16746"/>
                    </a:lnTo>
                    <a:lnTo>
                      <a:pt x="18276" y="17474"/>
                    </a:lnTo>
                    <a:lnTo>
                      <a:pt x="16200" y="17959"/>
                    </a:lnTo>
                    <a:lnTo>
                      <a:pt x="16200" y="19173"/>
                    </a:lnTo>
                    <a:lnTo>
                      <a:pt x="16615" y="19173"/>
                    </a:lnTo>
                    <a:lnTo>
                      <a:pt x="16615" y="19901"/>
                    </a:lnTo>
                    <a:lnTo>
                      <a:pt x="15784" y="19901"/>
                    </a:lnTo>
                    <a:lnTo>
                      <a:pt x="14538" y="19658"/>
                    </a:lnTo>
                    <a:lnTo>
                      <a:pt x="12046" y="20629"/>
                    </a:lnTo>
                    <a:lnTo>
                      <a:pt x="9969" y="20871"/>
                    </a:lnTo>
                    <a:lnTo>
                      <a:pt x="7476" y="21357"/>
                    </a:lnTo>
                    <a:lnTo>
                      <a:pt x="5399" y="21600"/>
                    </a:lnTo>
                    <a:lnTo>
                      <a:pt x="5399" y="21114"/>
                    </a:lnTo>
                    <a:lnTo>
                      <a:pt x="6230" y="19658"/>
                    </a:lnTo>
                    <a:lnTo>
                      <a:pt x="6230" y="18930"/>
                    </a:lnTo>
                    <a:lnTo>
                      <a:pt x="6646" y="1820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1" name="AutoShape 59">
                <a:extLst>
                  <a:ext uri="{FF2B5EF4-FFF2-40B4-BE49-F238E27FC236}">
                    <a16:creationId xmlns:a16="http://schemas.microsoft.com/office/drawing/2014/main" id="{85F5187F-1C45-71C1-E8CF-3D0E30FCA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87" y="1065328"/>
                <a:ext cx="67278" cy="82154"/>
              </a:xfrm>
              <a:custGeom>
                <a:avLst/>
                <a:gdLst>
                  <a:gd name="T0" fmla="*/ 33639 w 21600"/>
                  <a:gd name="T1" fmla="*/ 41077 h 21600"/>
                  <a:gd name="T2" fmla="*/ 33639 w 21600"/>
                  <a:gd name="T3" fmla="*/ 41077 h 21600"/>
                  <a:gd name="T4" fmla="*/ 33639 w 21600"/>
                  <a:gd name="T5" fmla="*/ 41077 h 21600"/>
                  <a:gd name="T6" fmla="*/ 33639 w 21600"/>
                  <a:gd name="T7" fmla="*/ 410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1269" y="21599"/>
                    </a:moveTo>
                    <a:lnTo>
                      <a:pt x="10330" y="20903"/>
                    </a:lnTo>
                    <a:lnTo>
                      <a:pt x="9391" y="20903"/>
                    </a:lnTo>
                    <a:lnTo>
                      <a:pt x="7513" y="20206"/>
                    </a:lnTo>
                    <a:lnTo>
                      <a:pt x="6573" y="19509"/>
                    </a:lnTo>
                    <a:lnTo>
                      <a:pt x="6573" y="18812"/>
                    </a:lnTo>
                    <a:lnTo>
                      <a:pt x="0" y="16025"/>
                    </a:lnTo>
                    <a:lnTo>
                      <a:pt x="2817" y="13935"/>
                    </a:lnTo>
                    <a:lnTo>
                      <a:pt x="2817" y="13238"/>
                    </a:lnTo>
                    <a:lnTo>
                      <a:pt x="3756" y="12541"/>
                    </a:lnTo>
                    <a:lnTo>
                      <a:pt x="3756" y="11845"/>
                    </a:lnTo>
                    <a:lnTo>
                      <a:pt x="4695" y="10451"/>
                    </a:lnTo>
                    <a:lnTo>
                      <a:pt x="5634" y="9754"/>
                    </a:lnTo>
                    <a:lnTo>
                      <a:pt x="5634" y="7664"/>
                    </a:lnTo>
                    <a:lnTo>
                      <a:pt x="6573" y="6967"/>
                    </a:lnTo>
                    <a:lnTo>
                      <a:pt x="7513" y="5574"/>
                    </a:lnTo>
                    <a:lnTo>
                      <a:pt x="9391" y="3483"/>
                    </a:lnTo>
                    <a:lnTo>
                      <a:pt x="10330" y="2090"/>
                    </a:lnTo>
                    <a:lnTo>
                      <a:pt x="13147" y="696"/>
                    </a:lnTo>
                    <a:lnTo>
                      <a:pt x="15026" y="0"/>
                    </a:lnTo>
                    <a:lnTo>
                      <a:pt x="18782" y="0"/>
                    </a:lnTo>
                    <a:lnTo>
                      <a:pt x="19721" y="696"/>
                    </a:lnTo>
                    <a:lnTo>
                      <a:pt x="20660" y="2090"/>
                    </a:lnTo>
                    <a:lnTo>
                      <a:pt x="20660" y="2787"/>
                    </a:lnTo>
                    <a:lnTo>
                      <a:pt x="21600" y="4180"/>
                    </a:lnTo>
                    <a:lnTo>
                      <a:pt x="20660" y="6270"/>
                    </a:lnTo>
                    <a:lnTo>
                      <a:pt x="19721" y="7664"/>
                    </a:lnTo>
                    <a:lnTo>
                      <a:pt x="18782" y="7664"/>
                    </a:lnTo>
                    <a:lnTo>
                      <a:pt x="18782" y="8361"/>
                    </a:lnTo>
                    <a:lnTo>
                      <a:pt x="19721" y="9058"/>
                    </a:lnTo>
                    <a:lnTo>
                      <a:pt x="19721" y="13935"/>
                    </a:lnTo>
                    <a:lnTo>
                      <a:pt x="16904" y="13935"/>
                    </a:lnTo>
                    <a:lnTo>
                      <a:pt x="15026" y="16025"/>
                    </a:lnTo>
                    <a:lnTo>
                      <a:pt x="14086" y="16722"/>
                    </a:lnTo>
                    <a:lnTo>
                      <a:pt x="14086" y="17419"/>
                    </a:lnTo>
                    <a:lnTo>
                      <a:pt x="15965" y="18116"/>
                    </a:lnTo>
                    <a:lnTo>
                      <a:pt x="11269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2" name="AutoShape 60">
                <a:extLst>
                  <a:ext uri="{FF2B5EF4-FFF2-40B4-BE49-F238E27FC236}">
                    <a16:creationId xmlns:a16="http://schemas.microsoft.com/office/drawing/2014/main" id="{DDFAE357-1719-A9E7-7847-EE2FB8532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915" y="1126280"/>
                <a:ext cx="58043" cy="60953"/>
              </a:xfrm>
              <a:custGeom>
                <a:avLst/>
                <a:gdLst>
                  <a:gd name="T0" fmla="*/ 29022 w 21600"/>
                  <a:gd name="T1" fmla="*/ 30477 h 21600"/>
                  <a:gd name="T2" fmla="*/ 29022 w 21600"/>
                  <a:gd name="T3" fmla="*/ 30477 h 21600"/>
                  <a:gd name="T4" fmla="*/ 29022 w 21600"/>
                  <a:gd name="T5" fmla="*/ 30477 h 21600"/>
                  <a:gd name="T6" fmla="*/ 29022 w 21600"/>
                  <a:gd name="T7" fmla="*/ 304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319" y="0"/>
                    </a:moveTo>
                    <a:lnTo>
                      <a:pt x="11880" y="3756"/>
                    </a:lnTo>
                    <a:lnTo>
                      <a:pt x="11880" y="4695"/>
                    </a:lnTo>
                    <a:lnTo>
                      <a:pt x="12959" y="5634"/>
                    </a:lnTo>
                    <a:lnTo>
                      <a:pt x="15120" y="6573"/>
                    </a:lnTo>
                    <a:lnTo>
                      <a:pt x="16200" y="6573"/>
                    </a:lnTo>
                    <a:lnTo>
                      <a:pt x="17280" y="7513"/>
                    </a:lnTo>
                    <a:lnTo>
                      <a:pt x="17280" y="10330"/>
                    </a:lnTo>
                    <a:lnTo>
                      <a:pt x="18360" y="11269"/>
                    </a:lnTo>
                    <a:lnTo>
                      <a:pt x="19440" y="13147"/>
                    </a:lnTo>
                    <a:lnTo>
                      <a:pt x="21600" y="15026"/>
                    </a:lnTo>
                    <a:lnTo>
                      <a:pt x="19440" y="16904"/>
                    </a:lnTo>
                    <a:lnTo>
                      <a:pt x="17280" y="17843"/>
                    </a:lnTo>
                    <a:lnTo>
                      <a:pt x="16200" y="18782"/>
                    </a:lnTo>
                    <a:lnTo>
                      <a:pt x="16200" y="19721"/>
                    </a:lnTo>
                    <a:lnTo>
                      <a:pt x="15120" y="20660"/>
                    </a:lnTo>
                    <a:lnTo>
                      <a:pt x="15120" y="21599"/>
                    </a:lnTo>
                    <a:lnTo>
                      <a:pt x="12959" y="17843"/>
                    </a:lnTo>
                    <a:lnTo>
                      <a:pt x="10800" y="17843"/>
                    </a:lnTo>
                    <a:lnTo>
                      <a:pt x="10800" y="16904"/>
                    </a:lnTo>
                    <a:lnTo>
                      <a:pt x="9720" y="16904"/>
                    </a:lnTo>
                    <a:lnTo>
                      <a:pt x="7560" y="13147"/>
                    </a:lnTo>
                    <a:lnTo>
                      <a:pt x="7560" y="12208"/>
                    </a:lnTo>
                    <a:lnTo>
                      <a:pt x="8640" y="11269"/>
                    </a:lnTo>
                    <a:lnTo>
                      <a:pt x="8640" y="10330"/>
                    </a:lnTo>
                    <a:lnTo>
                      <a:pt x="0" y="2817"/>
                    </a:lnTo>
                    <a:lnTo>
                      <a:pt x="1079" y="2817"/>
                    </a:lnTo>
                    <a:lnTo>
                      <a:pt x="431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3" name="AutoShape 61">
                <a:extLst>
                  <a:ext uri="{FF2B5EF4-FFF2-40B4-BE49-F238E27FC236}">
                    <a16:creationId xmlns:a16="http://schemas.microsoft.com/office/drawing/2014/main" id="{0D231983-123B-EE80-2D43-6D9A889EF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08" y="1171331"/>
                <a:ext cx="23746" cy="34452"/>
              </a:xfrm>
              <a:custGeom>
                <a:avLst/>
                <a:gdLst>
                  <a:gd name="T0" fmla="*/ 11873 w 21600"/>
                  <a:gd name="T1" fmla="*/ 17226 h 21600"/>
                  <a:gd name="T2" fmla="*/ 11873 w 21600"/>
                  <a:gd name="T3" fmla="*/ 17226 h 21600"/>
                  <a:gd name="T4" fmla="*/ 11873 w 21600"/>
                  <a:gd name="T5" fmla="*/ 17226 h 21600"/>
                  <a:gd name="T6" fmla="*/ 11873 w 21600"/>
                  <a:gd name="T7" fmla="*/ 172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500" y="0"/>
                    </a:moveTo>
                    <a:lnTo>
                      <a:pt x="10800" y="0"/>
                    </a:lnTo>
                    <a:lnTo>
                      <a:pt x="2699" y="4984"/>
                    </a:lnTo>
                    <a:lnTo>
                      <a:pt x="0" y="9969"/>
                    </a:lnTo>
                    <a:lnTo>
                      <a:pt x="2699" y="11630"/>
                    </a:lnTo>
                    <a:lnTo>
                      <a:pt x="2699" y="13292"/>
                    </a:lnTo>
                    <a:lnTo>
                      <a:pt x="13500" y="19938"/>
                    </a:lnTo>
                    <a:lnTo>
                      <a:pt x="21600" y="21600"/>
                    </a:lnTo>
                    <a:lnTo>
                      <a:pt x="135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4" name="AutoShape 62">
                <a:extLst>
                  <a:ext uri="{FF2B5EF4-FFF2-40B4-BE49-F238E27FC236}">
                    <a16:creationId xmlns:a16="http://schemas.microsoft.com/office/drawing/2014/main" id="{55150788-BD44-52FD-7D29-0E09282B7B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" y="1009677"/>
                <a:ext cx="101576" cy="111304"/>
              </a:xfrm>
              <a:custGeom>
                <a:avLst/>
                <a:gdLst>
                  <a:gd name="T0" fmla="*/ 50788 w 21600"/>
                  <a:gd name="T1" fmla="*/ 55652 h 21600"/>
                  <a:gd name="T2" fmla="*/ 50788 w 21600"/>
                  <a:gd name="T3" fmla="*/ 55652 h 21600"/>
                  <a:gd name="T4" fmla="*/ 50788 w 21600"/>
                  <a:gd name="T5" fmla="*/ 55652 h 21600"/>
                  <a:gd name="T6" fmla="*/ 50788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131" y="7714"/>
                    </a:moveTo>
                    <a:lnTo>
                      <a:pt x="17897" y="7714"/>
                    </a:lnTo>
                    <a:lnTo>
                      <a:pt x="16662" y="6685"/>
                    </a:lnTo>
                    <a:lnTo>
                      <a:pt x="16662" y="5142"/>
                    </a:lnTo>
                    <a:lnTo>
                      <a:pt x="16045" y="4628"/>
                    </a:lnTo>
                    <a:lnTo>
                      <a:pt x="14811" y="5657"/>
                    </a:lnTo>
                    <a:lnTo>
                      <a:pt x="14194" y="5657"/>
                    </a:lnTo>
                    <a:lnTo>
                      <a:pt x="12959" y="4628"/>
                    </a:lnTo>
                    <a:lnTo>
                      <a:pt x="12342" y="4628"/>
                    </a:lnTo>
                    <a:lnTo>
                      <a:pt x="11725" y="3599"/>
                    </a:lnTo>
                    <a:lnTo>
                      <a:pt x="11725" y="3085"/>
                    </a:lnTo>
                    <a:lnTo>
                      <a:pt x="12342" y="2057"/>
                    </a:lnTo>
                    <a:lnTo>
                      <a:pt x="15428" y="514"/>
                    </a:lnTo>
                    <a:lnTo>
                      <a:pt x="11725" y="0"/>
                    </a:lnTo>
                    <a:lnTo>
                      <a:pt x="9257" y="1542"/>
                    </a:lnTo>
                    <a:lnTo>
                      <a:pt x="9257" y="3599"/>
                    </a:lnTo>
                    <a:lnTo>
                      <a:pt x="9874" y="3599"/>
                    </a:lnTo>
                    <a:lnTo>
                      <a:pt x="9874" y="4114"/>
                    </a:lnTo>
                    <a:lnTo>
                      <a:pt x="9257" y="4628"/>
                    </a:lnTo>
                    <a:lnTo>
                      <a:pt x="8640" y="5657"/>
                    </a:lnTo>
                    <a:lnTo>
                      <a:pt x="6171" y="6685"/>
                    </a:lnTo>
                    <a:lnTo>
                      <a:pt x="2468" y="5657"/>
                    </a:lnTo>
                    <a:lnTo>
                      <a:pt x="617" y="6171"/>
                    </a:lnTo>
                    <a:lnTo>
                      <a:pt x="0" y="6685"/>
                    </a:lnTo>
                    <a:lnTo>
                      <a:pt x="0" y="8228"/>
                    </a:lnTo>
                    <a:lnTo>
                      <a:pt x="617" y="9257"/>
                    </a:lnTo>
                    <a:lnTo>
                      <a:pt x="1851" y="9257"/>
                    </a:lnTo>
                    <a:lnTo>
                      <a:pt x="3085" y="9771"/>
                    </a:lnTo>
                    <a:lnTo>
                      <a:pt x="4319" y="11828"/>
                    </a:lnTo>
                    <a:lnTo>
                      <a:pt x="4937" y="13885"/>
                    </a:lnTo>
                    <a:lnTo>
                      <a:pt x="4937" y="18514"/>
                    </a:lnTo>
                    <a:lnTo>
                      <a:pt x="4319" y="19028"/>
                    </a:lnTo>
                    <a:lnTo>
                      <a:pt x="4319" y="20571"/>
                    </a:lnTo>
                    <a:lnTo>
                      <a:pt x="4937" y="21085"/>
                    </a:lnTo>
                    <a:lnTo>
                      <a:pt x="6171" y="21600"/>
                    </a:lnTo>
                    <a:lnTo>
                      <a:pt x="8022" y="21600"/>
                    </a:lnTo>
                    <a:lnTo>
                      <a:pt x="9257" y="21085"/>
                    </a:lnTo>
                    <a:lnTo>
                      <a:pt x="12959" y="20057"/>
                    </a:lnTo>
                    <a:lnTo>
                      <a:pt x="16662" y="18514"/>
                    </a:lnTo>
                    <a:lnTo>
                      <a:pt x="19131" y="16971"/>
                    </a:lnTo>
                    <a:lnTo>
                      <a:pt x="20365" y="15942"/>
                    </a:lnTo>
                    <a:lnTo>
                      <a:pt x="20982" y="14400"/>
                    </a:lnTo>
                    <a:lnTo>
                      <a:pt x="21600" y="13371"/>
                    </a:lnTo>
                    <a:lnTo>
                      <a:pt x="21600" y="12857"/>
                    </a:lnTo>
                    <a:lnTo>
                      <a:pt x="20982" y="12342"/>
                    </a:lnTo>
                    <a:lnTo>
                      <a:pt x="20982" y="11828"/>
                    </a:lnTo>
                    <a:lnTo>
                      <a:pt x="19748" y="9771"/>
                    </a:lnTo>
                    <a:lnTo>
                      <a:pt x="19748" y="8742"/>
                    </a:lnTo>
                    <a:lnTo>
                      <a:pt x="19131" y="8228"/>
                    </a:lnTo>
                    <a:lnTo>
                      <a:pt x="19131" y="771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5" name="AutoShape 63">
                <a:extLst>
                  <a:ext uri="{FF2B5EF4-FFF2-40B4-BE49-F238E27FC236}">
                    <a16:creationId xmlns:a16="http://schemas.microsoft.com/office/drawing/2014/main" id="{90F9568C-15A4-5EE3-BC90-7C71B0EC1C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63" y="901024"/>
                <a:ext cx="156980" cy="265008"/>
              </a:xfrm>
              <a:custGeom>
                <a:avLst/>
                <a:gdLst>
                  <a:gd name="T0" fmla="*/ 78490 w 21600"/>
                  <a:gd name="T1" fmla="*/ 132504 h 21600"/>
                  <a:gd name="T2" fmla="*/ 78490 w 21600"/>
                  <a:gd name="T3" fmla="*/ 132504 h 21600"/>
                  <a:gd name="T4" fmla="*/ 78490 w 21600"/>
                  <a:gd name="T5" fmla="*/ 132504 h 21600"/>
                  <a:gd name="T6" fmla="*/ 78490 w 21600"/>
                  <a:gd name="T7" fmla="*/ 1325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000" y="216"/>
                    </a:moveTo>
                    <a:lnTo>
                      <a:pt x="7200" y="216"/>
                    </a:lnTo>
                    <a:lnTo>
                      <a:pt x="6400" y="0"/>
                    </a:lnTo>
                    <a:lnTo>
                      <a:pt x="5599" y="0"/>
                    </a:lnTo>
                    <a:lnTo>
                      <a:pt x="4800" y="216"/>
                    </a:lnTo>
                    <a:lnTo>
                      <a:pt x="2799" y="1728"/>
                    </a:lnTo>
                    <a:lnTo>
                      <a:pt x="3200" y="1944"/>
                    </a:lnTo>
                    <a:lnTo>
                      <a:pt x="3200" y="2808"/>
                    </a:lnTo>
                    <a:lnTo>
                      <a:pt x="2799" y="3456"/>
                    </a:lnTo>
                    <a:lnTo>
                      <a:pt x="1599" y="4104"/>
                    </a:lnTo>
                    <a:lnTo>
                      <a:pt x="1199" y="4752"/>
                    </a:lnTo>
                    <a:lnTo>
                      <a:pt x="799" y="5184"/>
                    </a:lnTo>
                    <a:lnTo>
                      <a:pt x="799" y="5616"/>
                    </a:lnTo>
                    <a:lnTo>
                      <a:pt x="1199" y="6048"/>
                    </a:lnTo>
                    <a:lnTo>
                      <a:pt x="2799" y="5832"/>
                    </a:lnTo>
                    <a:lnTo>
                      <a:pt x="2799" y="6048"/>
                    </a:lnTo>
                    <a:lnTo>
                      <a:pt x="2399" y="6264"/>
                    </a:lnTo>
                    <a:lnTo>
                      <a:pt x="2399" y="7128"/>
                    </a:lnTo>
                    <a:lnTo>
                      <a:pt x="2799" y="7559"/>
                    </a:lnTo>
                    <a:lnTo>
                      <a:pt x="3200" y="7776"/>
                    </a:lnTo>
                    <a:lnTo>
                      <a:pt x="4800" y="8208"/>
                    </a:lnTo>
                    <a:lnTo>
                      <a:pt x="4800" y="8856"/>
                    </a:lnTo>
                    <a:lnTo>
                      <a:pt x="4400" y="9072"/>
                    </a:lnTo>
                    <a:lnTo>
                      <a:pt x="4400" y="9287"/>
                    </a:lnTo>
                    <a:lnTo>
                      <a:pt x="3600" y="10151"/>
                    </a:lnTo>
                    <a:lnTo>
                      <a:pt x="3600" y="10368"/>
                    </a:lnTo>
                    <a:lnTo>
                      <a:pt x="4400" y="10800"/>
                    </a:lnTo>
                    <a:lnTo>
                      <a:pt x="6400" y="9936"/>
                    </a:lnTo>
                    <a:lnTo>
                      <a:pt x="8800" y="10151"/>
                    </a:lnTo>
                    <a:lnTo>
                      <a:pt x="7200" y="11015"/>
                    </a:lnTo>
                    <a:lnTo>
                      <a:pt x="6800" y="12312"/>
                    </a:lnTo>
                    <a:lnTo>
                      <a:pt x="8000" y="12312"/>
                    </a:lnTo>
                    <a:lnTo>
                      <a:pt x="8000" y="13824"/>
                    </a:lnTo>
                    <a:lnTo>
                      <a:pt x="4400" y="13824"/>
                    </a:lnTo>
                    <a:lnTo>
                      <a:pt x="4400" y="14903"/>
                    </a:lnTo>
                    <a:lnTo>
                      <a:pt x="5599" y="15119"/>
                    </a:lnTo>
                    <a:lnTo>
                      <a:pt x="4000" y="16416"/>
                    </a:lnTo>
                    <a:lnTo>
                      <a:pt x="4000" y="16632"/>
                    </a:lnTo>
                    <a:lnTo>
                      <a:pt x="3600" y="16632"/>
                    </a:lnTo>
                    <a:lnTo>
                      <a:pt x="3600" y="17280"/>
                    </a:lnTo>
                    <a:lnTo>
                      <a:pt x="4000" y="17280"/>
                    </a:lnTo>
                    <a:lnTo>
                      <a:pt x="7600" y="17712"/>
                    </a:lnTo>
                    <a:lnTo>
                      <a:pt x="9600" y="17280"/>
                    </a:lnTo>
                    <a:lnTo>
                      <a:pt x="10400" y="17064"/>
                    </a:lnTo>
                    <a:lnTo>
                      <a:pt x="10400" y="17495"/>
                    </a:lnTo>
                    <a:lnTo>
                      <a:pt x="8800" y="17927"/>
                    </a:lnTo>
                    <a:lnTo>
                      <a:pt x="4000" y="19008"/>
                    </a:lnTo>
                    <a:lnTo>
                      <a:pt x="0" y="21168"/>
                    </a:lnTo>
                    <a:lnTo>
                      <a:pt x="1999" y="21599"/>
                    </a:lnTo>
                    <a:lnTo>
                      <a:pt x="5599" y="20520"/>
                    </a:lnTo>
                    <a:lnTo>
                      <a:pt x="7200" y="20303"/>
                    </a:lnTo>
                    <a:lnTo>
                      <a:pt x="11600" y="20303"/>
                    </a:lnTo>
                    <a:lnTo>
                      <a:pt x="16800" y="19655"/>
                    </a:lnTo>
                    <a:lnTo>
                      <a:pt x="21600" y="18792"/>
                    </a:lnTo>
                    <a:lnTo>
                      <a:pt x="19200" y="17712"/>
                    </a:lnTo>
                    <a:lnTo>
                      <a:pt x="19600" y="17712"/>
                    </a:lnTo>
                    <a:lnTo>
                      <a:pt x="20000" y="17495"/>
                    </a:lnTo>
                    <a:lnTo>
                      <a:pt x="20400" y="17064"/>
                    </a:lnTo>
                    <a:lnTo>
                      <a:pt x="20400" y="15984"/>
                    </a:lnTo>
                    <a:lnTo>
                      <a:pt x="20000" y="15767"/>
                    </a:lnTo>
                    <a:lnTo>
                      <a:pt x="19600" y="15336"/>
                    </a:lnTo>
                    <a:lnTo>
                      <a:pt x="18000" y="14903"/>
                    </a:lnTo>
                    <a:lnTo>
                      <a:pt x="17600" y="14688"/>
                    </a:lnTo>
                    <a:lnTo>
                      <a:pt x="17200" y="14255"/>
                    </a:lnTo>
                    <a:lnTo>
                      <a:pt x="16800" y="12960"/>
                    </a:lnTo>
                    <a:lnTo>
                      <a:pt x="15600" y="11663"/>
                    </a:lnTo>
                    <a:lnTo>
                      <a:pt x="13200" y="10800"/>
                    </a:lnTo>
                    <a:lnTo>
                      <a:pt x="13200" y="10151"/>
                    </a:lnTo>
                    <a:lnTo>
                      <a:pt x="12800" y="9072"/>
                    </a:lnTo>
                    <a:lnTo>
                      <a:pt x="12000" y="7776"/>
                    </a:lnTo>
                    <a:lnTo>
                      <a:pt x="11199" y="7344"/>
                    </a:lnTo>
                    <a:lnTo>
                      <a:pt x="9600" y="6696"/>
                    </a:lnTo>
                    <a:lnTo>
                      <a:pt x="11199" y="4752"/>
                    </a:lnTo>
                    <a:lnTo>
                      <a:pt x="11199" y="4536"/>
                    </a:lnTo>
                    <a:lnTo>
                      <a:pt x="10800" y="4104"/>
                    </a:lnTo>
                    <a:lnTo>
                      <a:pt x="10400" y="3888"/>
                    </a:lnTo>
                    <a:lnTo>
                      <a:pt x="10400" y="3672"/>
                    </a:lnTo>
                    <a:lnTo>
                      <a:pt x="9600" y="3672"/>
                    </a:lnTo>
                    <a:lnTo>
                      <a:pt x="9200" y="3456"/>
                    </a:lnTo>
                    <a:lnTo>
                      <a:pt x="8800" y="3456"/>
                    </a:lnTo>
                    <a:lnTo>
                      <a:pt x="8800" y="3240"/>
                    </a:lnTo>
                    <a:lnTo>
                      <a:pt x="7200" y="3024"/>
                    </a:lnTo>
                    <a:lnTo>
                      <a:pt x="6800" y="3024"/>
                    </a:lnTo>
                    <a:lnTo>
                      <a:pt x="6800" y="2160"/>
                    </a:lnTo>
                    <a:lnTo>
                      <a:pt x="7200" y="1728"/>
                    </a:lnTo>
                    <a:lnTo>
                      <a:pt x="8000" y="1296"/>
                    </a:lnTo>
                    <a:lnTo>
                      <a:pt x="8000" y="864"/>
                    </a:lnTo>
                    <a:lnTo>
                      <a:pt x="8400" y="648"/>
                    </a:lnTo>
                    <a:lnTo>
                      <a:pt x="8000" y="432"/>
                    </a:lnTo>
                    <a:lnTo>
                      <a:pt x="8000" y="21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6" name="AutoShape 64">
                <a:extLst>
                  <a:ext uri="{FF2B5EF4-FFF2-40B4-BE49-F238E27FC236}">
                    <a16:creationId xmlns:a16="http://schemas.microsoft.com/office/drawing/2014/main" id="{C28DCC68-2BA5-5E59-B009-7C11BA57D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4" y="1009677"/>
                <a:ext cx="52767" cy="42402"/>
              </a:xfrm>
              <a:custGeom>
                <a:avLst/>
                <a:gdLst>
                  <a:gd name="T0" fmla="*/ 26384 w 21600"/>
                  <a:gd name="T1" fmla="*/ 21201 h 21600"/>
                  <a:gd name="T2" fmla="*/ 26384 w 21600"/>
                  <a:gd name="T3" fmla="*/ 21201 h 21600"/>
                  <a:gd name="T4" fmla="*/ 26384 w 21600"/>
                  <a:gd name="T5" fmla="*/ 21201 h 21600"/>
                  <a:gd name="T6" fmla="*/ 26384 w 21600"/>
                  <a:gd name="T7" fmla="*/ 212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600" y="0"/>
                    </a:moveTo>
                    <a:lnTo>
                      <a:pt x="16799" y="0"/>
                    </a:lnTo>
                    <a:lnTo>
                      <a:pt x="17999" y="1349"/>
                    </a:lnTo>
                    <a:lnTo>
                      <a:pt x="19199" y="4050"/>
                    </a:lnTo>
                    <a:lnTo>
                      <a:pt x="20399" y="5399"/>
                    </a:lnTo>
                    <a:lnTo>
                      <a:pt x="21599" y="8100"/>
                    </a:lnTo>
                    <a:lnTo>
                      <a:pt x="21599" y="14849"/>
                    </a:lnTo>
                    <a:lnTo>
                      <a:pt x="19199" y="18900"/>
                    </a:lnTo>
                    <a:lnTo>
                      <a:pt x="16799" y="21600"/>
                    </a:lnTo>
                    <a:lnTo>
                      <a:pt x="15599" y="20250"/>
                    </a:lnTo>
                    <a:lnTo>
                      <a:pt x="11999" y="20250"/>
                    </a:lnTo>
                    <a:lnTo>
                      <a:pt x="9600" y="17550"/>
                    </a:lnTo>
                    <a:lnTo>
                      <a:pt x="9600" y="13499"/>
                    </a:lnTo>
                    <a:lnTo>
                      <a:pt x="8400" y="12149"/>
                    </a:lnTo>
                    <a:lnTo>
                      <a:pt x="6000" y="14849"/>
                    </a:lnTo>
                    <a:lnTo>
                      <a:pt x="4800" y="14849"/>
                    </a:lnTo>
                    <a:lnTo>
                      <a:pt x="2400" y="12149"/>
                    </a:lnTo>
                    <a:lnTo>
                      <a:pt x="1200" y="12149"/>
                    </a:lnTo>
                    <a:lnTo>
                      <a:pt x="0" y="9450"/>
                    </a:lnTo>
                    <a:lnTo>
                      <a:pt x="0" y="8100"/>
                    </a:lnTo>
                    <a:lnTo>
                      <a:pt x="1200" y="5399"/>
                    </a:lnTo>
                    <a:lnTo>
                      <a:pt x="9600" y="0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7" name="AutoShape 65">
                <a:extLst>
                  <a:ext uri="{FF2B5EF4-FFF2-40B4-BE49-F238E27FC236}">
                    <a16:creationId xmlns:a16="http://schemas.microsoft.com/office/drawing/2014/main" id="{0510146C-51DE-6017-76B5-8151FC458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13" y="940775"/>
                <a:ext cx="52767" cy="82153"/>
              </a:xfrm>
              <a:custGeom>
                <a:avLst/>
                <a:gdLst>
                  <a:gd name="T0" fmla="*/ 26384 w 21600"/>
                  <a:gd name="T1" fmla="*/ 41077 h 21600"/>
                  <a:gd name="T2" fmla="*/ 26384 w 21600"/>
                  <a:gd name="T3" fmla="*/ 41077 h 21600"/>
                  <a:gd name="T4" fmla="*/ 26384 w 21600"/>
                  <a:gd name="T5" fmla="*/ 41077 h 21600"/>
                  <a:gd name="T6" fmla="*/ 26384 w 21600"/>
                  <a:gd name="T7" fmla="*/ 410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999" y="20206"/>
                    </a:moveTo>
                    <a:lnTo>
                      <a:pt x="17999" y="14632"/>
                    </a:lnTo>
                    <a:lnTo>
                      <a:pt x="16799" y="13238"/>
                    </a:lnTo>
                    <a:lnTo>
                      <a:pt x="17999" y="12541"/>
                    </a:lnTo>
                    <a:lnTo>
                      <a:pt x="17999" y="11148"/>
                    </a:lnTo>
                    <a:lnTo>
                      <a:pt x="19199" y="10451"/>
                    </a:lnTo>
                    <a:lnTo>
                      <a:pt x="21599" y="9754"/>
                    </a:lnTo>
                    <a:lnTo>
                      <a:pt x="21599" y="8361"/>
                    </a:lnTo>
                    <a:lnTo>
                      <a:pt x="20399" y="7664"/>
                    </a:lnTo>
                    <a:lnTo>
                      <a:pt x="20399" y="6270"/>
                    </a:lnTo>
                    <a:lnTo>
                      <a:pt x="19199" y="5574"/>
                    </a:lnTo>
                    <a:lnTo>
                      <a:pt x="17999" y="4180"/>
                    </a:lnTo>
                    <a:lnTo>
                      <a:pt x="17999" y="1393"/>
                    </a:lnTo>
                    <a:lnTo>
                      <a:pt x="16799" y="0"/>
                    </a:lnTo>
                    <a:lnTo>
                      <a:pt x="14399" y="0"/>
                    </a:lnTo>
                    <a:lnTo>
                      <a:pt x="1200" y="6967"/>
                    </a:lnTo>
                    <a:lnTo>
                      <a:pt x="1200" y="7664"/>
                    </a:lnTo>
                    <a:lnTo>
                      <a:pt x="0" y="9058"/>
                    </a:lnTo>
                    <a:lnTo>
                      <a:pt x="0" y="12541"/>
                    </a:lnTo>
                    <a:lnTo>
                      <a:pt x="1200" y="13935"/>
                    </a:lnTo>
                    <a:lnTo>
                      <a:pt x="1200" y="16025"/>
                    </a:lnTo>
                    <a:lnTo>
                      <a:pt x="6000" y="18812"/>
                    </a:lnTo>
                    <a:lnTo>
                      <a:pt x="6000" y="21599"/>
                    </a:lnTo>
                    <a:lnTo>
                      <a:pt x="17999" y="2020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8" name="AutoShape 66">
                <a:extLst>
                  <a:ext uri="{FF2B5EF4-FFF2-40B4-BE49-F238E27FC236}">
                    <a16:creationId xmlns:a16="http://schemas.microsoft.com/office/drawing/2014/main" id="{F81B3160-C877-C9EE-33D7-1CE34271B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596" y="492913"/>
                <a:ext cx="245363" cy="516765"/>
              </a:xfrm>
              <a:custGeom>
                <a:avLst/>
                <a:gdLst>
                  <a:gd name="T0" fmla="*/ 122682 w 21600"/>
                  <a:gd name="T1" fmla="*/ 258383 h 21600"/>
                  <a:gd name="T2" fmla="*/ 122682 w 21600"/>
                  <a:gd name="T3" fmla="*/ 258383 h 21600"/>
                  <a:gd name="T4" fmla="*/ 122682 w 21600"/>
                  <a:gd name="T5" fmla="*/ 258383 h 21600"/>
                  <a:gd name="T6" fmla="*/ 122682 w 21600"/>
                  <a:gd name="T7" fmla="*/ 25838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5507"/>
                    </a:moveTo>
                    <a:lnTo>
                      <a:pt x="0" y="19384"/>
                    </a:lnTo>
                    <a:lnTo>
                      <a:pt x="1542" y="20381"/>
                    </a:lnTo>
                    <a:lnTo>
                      <a:pt x="2057" y="21489"/>
                    </a:lnTo>
                    <a:lnTo>
                      <a:pt x="3085" y="21599"/>
                    </a:lnTo>
                    <a:lnTo>
                      <a:pt x="4628" y="21378"/>
                    </a:lnTo>
                    <a:lnTo>
                      <a:pt x="4885" y="21156"/>
                    </a:lnTo>
                    <a:lnTo>
                      <a:pt x="5914" y="20713"/>
                    </a:lnTo>
                    <a:lnTo>
                      <a:pt x="6428" y="20603"/>
                    </a:lnTo>
                    <a:lnTo>
                      <a:pt x="6942" y="20603"/>
                    </a:lnTo>
                    <a:lnTo>
                      <a:pt x="6942" y="20492"/>
                    </a:lnTo>
                    <a:lnTo>
                      <a:pt x="7714" y="19938"/>
                    </a:lnTo>
                    <a:lnTo>
                      <a:pt x="8228" y="19163"/>
                    </a:lnTo>
                    <a:lnTo>
                      <a:pt x="8485" y="18498"/>
                    </a:lnTo>
                    <a:lnTo>
                      <a:pt x="8485" y="17723"/>
                    </a:lnTo>
                    <a:lnTo>
                      <a:pt x="10800" y="16615"/>
                    </a:lnTo>
                    <a:lnTo>
                      <a:pt x="11314" y="16393"/>
                    </a:lnTo>
                    <a:lnTo>
                      <a:pt x="11828" y="16061"/>
                    </a:lnTo>
                    <a:lnTo>
                      <a:pt x="11828" y="15840"/>
                    </a:lnTo>
                    <a:lnTo>
                      <a:pt x="12085" y="15618"/>
                    </a:lnTo>
                    <a:lnTo>
                      <a:pt x="12085" y="15396"/>
                    </a:lnTo>
                    <a:lnTo>
                      <a:pt x="11828" y="15396"/>
                    </a:lnTo>
                    <a:lnTo>
                      <a:pt x="11828" y="15064"/>
                    </a:lnTo>
                    <a:lnTo>
                      <a:pt x="11571" y="14843"/>
                    </a:lnTo>
                    <a:lnTo>
                      <a:pt x="10542" y="14621"/>
                    </a:lnTo>
                    <a:lnTo>
                      <a:pt x="10285" y="14621"/>
                    </a:lnTo>
                    <a:lnTo>
                      <a:pt x="10028" y="14510"/>
                    </a:lnTo>
                    <a:lnTo>
                      <a:pt x="9771" y="14510"/>
                    </a:lnTo>
                    <a:lnTo>
                      <a:pt x="10028" y="12627"/>
                    </a:lnTo>
                    <a:lnTo>
                      <a:pt x="10028" y="12738"/>
                    </a:lnTo>
                    <a:lnTo>
                      <a:pt x="10285" y="12516"/>
                    </a:lnTo>
                    <a:lnTo>
                      <a:pt x="10285" y="12073"/>
                    </a:lnTo>
                    <a:lnTo>
                      <a:pt x="10542" y="11741"/>
                    </a:lnTo>
                    <a:lnTo>
                      <a:pt x="11571" y="10855"/>
                    </a:lnTo>
                    <a:lnTo>
                      <a:pt x="12085" y="10744"/>
                    </a:lnTo>
                    <a:lnTo>
                      <a:pt x="12599" y="10523"/>
                    </a:lnTo>
                    <a:lnTo>
                      <a:pt x="13371" y="10412"/>
                    </a:lnTo>
                    <a:lnTo>
                      <a:pt x="13628" y="10190"/>
                    </a:lnTo>
                    <a:lnTo>
                      <a:pt x="14142" y="10190"/>
                    </a:lnTo>
                    <a:lnTo>
                      <a:pt x="14142" y="10079"/>
                    </a:lnTo>
                    <a:lnTo>
                      <a:pt x="14914" y="9747"/>
                    </a:lnTo>
                    <a:lnTo>
                      <a:pt x="15428" y="9415"/>
                    </a:lnTo>
                    <a:lnTo>
                      <a:pt x="15685" y="9083"/>
                    </a:lnTo>
                    <a:lnTo>
                      <a:pt x="15685" y="7753"/>
                    </a:lnTo>
                    <a:lnTo>
                      <a:pt x="17228" y="7199"/>
                    </a:lnTo>
                    <a:lnTo>
                      <a:pt x="18514" y="6646"/>
                    </a:lnTo>
                    <a:lnTo>
                      <a:pt x="20057" y="6535"/>
                    </a:lnTo>
                    <a:lnTo>
                      <a:pt x="21342" y="6646"/>
                    </a:lnTo>
                    <a:lnTo>
                      <a:pt x="21599" y="6535"/>
                    </a:lnTo>
                    <a:lnTo>
                      <a:pt x="21599" y="6424"/>
                    </a:lnTo>
                    <a:lnTo>
                      <a:pt x="21342" y="6313"/>
                    </a:lnTo>
                    <a:lnTo>
                      <a:pt x="20828" y="5870"/>
                    </a:lnTo>
                    <a:lnTo>
                      <a:pt x="19799" y="4763"/>
                    </a:lnTo>
                    <a:lnTo>
                      <a:pt x="19542" y="4430"/>
                    </a:lnTo>
                    <a:lnTo>
                      <a:pt x="19542" y="3987"/>
                    </a:lnTo>
                    <a:lnTo>
                      <a:pt x="20057" y="3766"/>
                    </a:lnTo>
                    <a:lnTo>
                      <a:pt x="20314" y="3544"/>
                    </a:lnTo>
                    <a:lnTo>
                      <a:pt x="20314" y="3323"/>
                    </a:lnTo>
                    <a:lnTo>
                      <a:pt x="20057" y="3101"/>
                    </a:lnTo>
                    <a:lnTo>
                      <a:pt x="19542" y="2769"/>
                    </a:lnTo>
                    <a:lnTo>
                      <a:pt x="18257" y="2326"/>
                    </a:lnTo>
                    <a:lnTo>
                      <a:pt x="18000" y="2104"/>
                    </a:lnTo>
                    <a:lnTo>
                      <a:pt x="17485" y="1772"/>
                    </a:lnTo>
                    <a:lnTo>
                      <a:pt x="16971" y="1550"/>
                    </a:lnTo>
                    <a:lnTo>
                      <a:pt x="16714" y="1329"/>
                    </a:lnTo>
                    <a:lnTo>
                      <a:pt x="16199" y="1218"/>
                    </a:lnTo>
                    <a:lnTo>
                      <a:pt x="15942" y="1107"/>
                    </a:lnTo>
                    <a:lnTo>
                      <a:pt x="15685" y="1107"/>
                    </a:lnTo>
                    <a:lnTo>
                      <a:pt x="15171" y="0"/>
                    </a:lnTo>
                    <a:lnTo>
                      <a:pt x="14657" y="221"/>
                    </a:lnTo>
                    <a:lnTo>
                      <a:pt x="14142" y="332"/>
                    </a:lnTo>
                    <a:lnTo>
                      <a:pt x="11314" y="1550"/>
                    </a:lnTo>
                    <a:lnTo>
                      <a:pt x="10028" y="2658"/>
                    </a:lnTo>
                    <a:lnTo>
                      <a:pt x="10028" y="2880"/>
                    </a:lnTo>
                    <a:lnTo>
                      <a:pt x="9771" y="3101"/>
                    </a:lnTo>
                    <a:lnTo>
                      <a:pt x="9257" y="3323"/>
                    </a:lnTo>
                    <a:lnTo>
                      <a:pt x="9257" y="4541"/>
                    </a:lnTo>
                    <a:lnTo>
                      <a:pt x="9000" y="4541"/>
                    </a:lnTo>
                    <a:lnTo>
                      <a:pt x="9000" y="4652"/>
                    </a:lnTo>
                    <a:lnTo>
                      <a:pt x="8485" y="4873"/>
                    </a:lnTo>
                    <a:lnTo>
                      <a:pt x="8228" y="5095"/>
                    </a:lnTo>
                    <a:lnTo>
                      <a:pt x="7199" y="5538"/>
                    </a:lnTo>
                    <a:lnTo>
                      <a:pt x="6942" y="5760"/>
                    </a:lnTo>
                    <a:lnTo>
                      <a:pt x="6428" y="5870"/>
                    </a:lnTo>
                    <a:lnTo>
                      <a:pt x="6171" y="5870"/>
                    </a:lnTo>
                    <a:lnTo>
                      <a:pt x="5914" y="6756"/>
                    </a:lnTo>
                    <a:lnTo>
                      <a:pt x="4628" y="7753"/>
                    </a:lnTo>
                    <a:lnTo>
                      <a:pt x="4371" y="9083"/>
                    </a:lnTo>
                    <a:lnTo>
                      <a:pt x="1542" y="9858"/>
                    </a:lnTo>
                    <a:lnTo>
                      <a:pt x="2057" y="10190"/>
                    </a:lnTo>
                    <a:lnTo>
                      <a:pt x="2057" y="12959"/>
                    </a:lnTo>
                    <a:lnTo>
                      <a:pt x="1800" y="14399"/>
                    </a:lnTo>
                    <a:lnTo>
                      <a:pt x="1800" y="14732"/>
                    </a:lnTo>
                    <a:lnTo>
                      <a:pt x="1542" y="14953"/>
                    </a:lnTo>
                    <a:lnTo>
                      <a:pt x="1542" y="15175"/>
                    </a:lnTo>
                    <a:lnTo>
                      <a:pt x="1028" y="15396"/>
                    </a:lnTo>
                    <a:lnTo>
                      <a:pt x="514" y="15507"/>
                    </a:lnTo>
                    <a:lnTo>
                      <a:pt x="0" y="1550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69" name="AutoShape 67">
                <a:extLst>
                  <a:ext uri="{FF2B5EF4-FFF2-40B4-BE49-F238E27FC236}">
                    <a16:creationId xmlns:a16="http://schemas.microsoft.com/office/drawing/2014/main" id="{7BEF5413-0D19-6A82-E024-0629B0EC1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085" y="447862"/>
                <a:ext cx="180725" cy="410762"/>
              </a:xfrm>
              <a:custGeom>
                <a:avLst/>
                <a:gdLst>
                  <a:gd name="T0" fmla="*/ 90363 w 21600"/>
                  <a:gd name="T1" fmla="*/ 205381 h 21600"/>
                  <a:gd name="T2" fmla="*/ 90363 w 21600"/>
                  <a:gd name="T3" fmla="*/ 205381 h 21600"/>
                  <a:gd name="T4" fmla="*/ 90363 w 21600"/>
                  <a:gd name="T5" fmla="*/ 205381 h 21600"/>
                  <a:gd name="T6" fmla="*/ 90363 w 21600"/>
                  <a:gd name="T7" fmla="*/ 20538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767" y="3205"/>
                    </a:moveTo>
                    <a:lnTo>
                      <a:pt x="17767" y="4320"/>
                    </a:lnTo>
                    <a:lnTo>
                      <a:pt x="21251" y="5713"/>
                    </a:lnTo>
                    <a:lnTo>
                      <a:pt x="21251" y="7803"/>
                    </a:lnTo>
                    <a:lnTo>
                      <a:pt x="19161" y="8779"/>
                    </a:lnTo>
                    <a:lnTo>
                      <a:pt x="19509" y="8918"/>
                    </a:lnTo>
                    <a:lnTo>
                      <a:pt x="19509" y="9058"/>
                    </a:lnTo>
                    <a:lnTo>
                      <a:pt x="19858" y="9336"/>
                    </a:lnTo>
                    <a:lnTo>
                      <a:pt x="20206" y="9754"/>
                    </a:lnTo>
                    <a:lnTo>
                      <a:pt x="20554" y="10033"/>
                    </a:lnTo>
                    <a:lnTo>
                      <a:pt x="20554" y="10590"/>
                    </a:lnTo>
                    <a:lnTo>
                      <a:pt x="20206" y="11427"/>
                    </a:lnTo>
                    <a:lnTo>
                      <a:pt x="19858" y="12681"/>
                    </a:lnTo>
                    <a:lnTo>
                      <a:pt x="19858" y="14771"/>
                    </a:lnTo>
                    <a:lnTo>
                      <a:pt x="20554" y="15189"/>
                    </a:lnTo>
                    <a:lnTo>
                      <a:pt x="21251" y="15468"/>
                    </a:lnTo>
                    <a:lnTo>
                      <a:pt x="21599" y="16304"/>
                    </a:lnTo>
                    <a:lnTo>
                      <a:pt x="21599" y="18116"/>
                    </a:lnTo>
                    <a:lnTo>
                      <a:pt x="21251" y="18116"/>
                    </a:lnTo>
                    <a:lnTo>
                      <a:pt x="15677" y="20345"/>
                    </a:lnTo>
                    <a:lnTo>
                      <a:pt x="15677" y="20485"/>
                    </a:lnTo>
                    <a:lnTo>
                      <a:pt x="16025" y="20485"/>
                    </a:lnTo>
                    <a:lnTo>
                      <a:pt x="15329" y="20485"/>
                    </a:lnTo>
                    <a:lnTo>
                      <a:pt x="14632" y="20345"/>
                    </a:lnTo>
                    <a:lnTo>
                      <a:pt x="13935" y="20345"/>
                    </a:lnTo>
                    <a:lnTo>
                      <a:pt x="11845" y="20763"/>
                    </a:lnTo>
                    <a:lnTo>
                      <a:pt x="9406" y="21042"/>
                    </a:lnTo>
                    <a:lnTo>
                      <a:pt x="9058" y="21042"/>
                    </a:lnTo>
                    <a:lnTo>
                      <a:pt x="8361" y="21181"/>
                    </a:lnTo>
                    <a:lnTo>
                      <a:pt x="7664" y="21181"/>
                    </a:lnTo>
                    <a:lnTo>
                      <a:pt x="6619" y="21321"/>
                    </a:lnTo>
                    <a:lnTo>
                      <a:pt x="5922" y="21600"/>
                    </a:lnTo>
                    <a:lnTo>
                      <a:pt x="4180" y="21321"/>
                    </a:lnTo>
                    <a:lnTo>
                      <a:pt x="3832" y="21181"/>
                    </a:lnTo>
                    <a:lnTo>
                      <a:pt x="3483" y="21181"/>
                    </a:lnTo>
                    <a:lnTo>
                      <a:pt x="2787" y="20903"/>
                    </a:lnTo>
                    <a:lnTo>
                      <a:pt x="2090" y="20763"/>
                    </a:lnTo>
                    <a:lnTo>
                      <a:pt x="1045" y="20345"/>
                    </a:lnTo>
                    <a:lnTo>
                      <a:pt x="696" y="20067"/>
                    </a:lnTo>
                    <a:lnTo>
                      <a:pt x="696" y="15886"/>
                    </a:lnTo>
                    <a:lnTo>
                      <a:pt x="1045" y="15607"/>
                    </a:lnTo>
                    <a:lnTo>
                      <a:pt x="1393" y="15189"/>
                    </a:lnTo>
                    <a:lnTo>
                      <a:pt x="2090" y="14771"/>
                    </a:lnTo>
                    <a:lnTo>
                      <a:pt x="3483" y="14353"/>
                    </a:lnTo>
                    <a:lnTo>
                      <a:pt x="7316" y="12960"/>
                    </a:lnTo>
                    <a:lnTo>
                      <a:pt x="8012" y="12820"/>
                    </a:lnTo>
                    <a:lnTo>
                      <a:pt x="8709" y="12402"/>
                    </a:lnTo>
                    <a:lnTo>
                      <a:pt x="9754" y="11845"/>
                    </a:lnTo>
                    <a:lnTo>
                      <a:pt x="9754" y="11009"/>
                    </a:lnTo>
                    <a:lnTo>
                      <a:pt x="8361" y="10312"/>
                    </a:lnTo>
                    <a:lnTo>
                      <a:pt x="8709" y="10172"/>
                    </a:lnTo>
                    <a:lnTo>
                      <a:pt x="8709" y="10033"/>
                    </a:lnTo>
                    <a:lnTo>
                      <a:pt x="8361" y="9894"/>
                    </a:lnTo>
                    <a:lnTo>
                      <a:pt x="7316" y="9197"/>
                    </a:lnTo>
                    <a:lnTo>
                      <a:pt x="6619" y="8500"/>
                    </a:lnTo>
                    <a:lnTo>
                      <a:pt x="5922" y="7664"/>
                    </a:lnTo>
                    <a:lnTo>
                      <a:pt x="5922" y="6967"/>
                    </a:lnTo>
                    <a:lnTo>
                      <a:pt x="6967" y="6549"/>
                    </a:lnTo>
                    <a:lnTo>
                      <a:pt x="6967" y="6270"/>
                    </a:lnTo>
                    <a:lnTo>
                      <a:pt x="6270" y="5713"/>
                    </a:lnTo>
                    <a:lnTo>
                      <a:pt x="5574" y="5295"/>
                    </a:lnTo>
                    <a:lnTo>
                      <a:pt x="4180" y="4877"/>
                    </a:lnTo>
                    <a:lnTo>
                      <a:pt x="3832" y="4738"/>
                    </a:lnTo>
                    <a:lnTo>
                      <a:pt x="3832" y="4598"/>
                    </a:lnTo>
                    <a:lnTo>
                      <a:pt x="3135" y="4320"/>
                    </a:lnTo>
                    <a:lnTo>
                      <a:pt x="2787" y="3901"/>
                    </a:lnTo>
                    <a:lnTo>
                      <a:pt x="696" y="3344"/>
                    </a:lnTo>
                    <a:lnTo>
                      <a:pt x="0" y="1950"/>
                    </a:lnTo>
                    <a:lnTo>
                      <a:pt x="348" y="1811"/>
                    </a:lnTo>
                    <a:lnTo>
                      <a:pt x="1741" y="1393"/>
                    </a:lnTo>
                    <a:lnTo>
                      <a:pt x="3135" y="1114"/>
                    </a:lnTo>
                    <a:lnTo>
                      <a:pt x="4877" y="1114"/>
                    </a:lnTo>
                    <a:lnTo>
                      <a:pt x="6619" y="1532"/>
                    </a:lnTo>
                    <a:lnTo>
                      <a:pt x="6967" y="1672"/>
                    </a:lnTo>
                    <a:lnTo>
                      <a:pt x="8361" y="1672"/>
                    </a:lnTo>
                    <a:lnTo>
                      <a:pt x="10103" y="1532"/>
                    </a:lnTo>
                    <a:lnTo>
                      <a:pt x="11496" y="1393"/>
                    </a:lnTo>
                    <a:lnTo>
                      <a:pt x="12541" y="975"/>
                    </a:lnTo>
                    <a:lnTo>
                      <a:pt x="12541" y="836"/>
                    </a:lnTo>
                    <a:lnTo>
                      <a:pt x="12890" y="557"/>
                    </a:lnTo>
                    <a:lnTo>
                      <a:pt x="13238" y="418"/>
                    </a:lnTo>
                    <a:lnTo>
                      <a:pt x="13587" y="139"/>
                    </a:lnTo>
                    <a:lnTo>
                      <a:pt x="14283" y="139"/>
                    </a:lnTo>
                    <a:lnTo>
                      <a:pt x="14980" y="0"/>
                    </a:lnTo>
                    <a:lnTo>
                      <a:pt x="16025" y="139"/>
                    </a:lnTo>
                    <a:lnTo>
                      <a:pt x="21251" y="1254"/>
                    </a:lnTo>
                    <a:lnTo>
                      <a:pt x="20903" y="1393"/>
                    </a:lnTo>
                    <a:lnTo>
                      <a:pt x="20903" y="1532"/>
                    </a:lnTo>
                    <a:lnTo>
                      <a:pt x="20206" y="1811"/>
                    </a:lnTo>
                    <a:lnTo>
                      <a:pt x="19161" y="1950"/>
                    </a:lnTo>
                    <a:lnTo>
                      <a:pt x="17767" y="320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0" name="AutoShape 68">
                <a:extLst>
                  <a:ext uri="{FF2B5EF4-FFF2-40B4-BE49-F238E27FC236}">
                    <a16:creationId xmlns:a16="http://schemas.microsoft.com/office/drawing/2014/main" id="{97CD2B01-643E-365A-10DF-97A46AEF6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106" y="1036178"/>
                <a:ext cx="79151" cy="111304"/>
              </a:xfrm>
              <a:custGeom>
                <a:avLst/>
                <a:gdLst>
                  <a:gd name="T0" fmla="*/ 39576 w 21600"/>
                  <a:gd name="T1" fmla="*/ 55652 h 21600"/>
                  <a:gd name="T2" fmla="*/ 39576 w 21600"/>
                  <a:gd name="T3" fmla="*/ 55652 h 21600"/>
                  <a:gd name="T4" fmla="*/ 39576 w 21600"/>
                  <a:gd name="T5" fmla="*/ 55652 h 21600"/>
                  <a:gd name="T6" fmla="*/ 39576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399" y="21600"/>
                    </a:moveTo>
                    <a:lnTo>
                      <a:pt x="7199" y="20571"/>
                    </a:lnTo>
                    <a:lnTo>
                      <a:pt x="4799" y="20571"/>
                    </a:lnTo>
                    <a:lnTo>
                      <a:pt x="1599" y="21085"/>
                    </a:lnTo>
                    <a:lnTo>
                      <a:pt x="0" y="20057"/>
                    </a:lnTo>
                    <a:lnTo>
                      <a:pt x="799" y="19542"/>
                    </a:lnTo>
                    <a:lnTo>
                      <a:pt x="799" y="19028"/>
                    </a:lnTo>
                    <a:lnTo>
                      <a:pt x="1599" y="18514"/>
                    </a:lnTo>
                    <a:lnTo>
                      <a:pt x="1599" y="15942"/>
                    </a:lnTo>
                    <a:lnTo>
                      <a:pt x="4799" y="13885"/>
                    </a:lnTo>
                    <a:lnTo>
                      <a:pt x="5599" y="13885"/>
                    </a:lnTo>
                    <a:lnTo>
                      <a:pt x="3999" y="13371"/>
                    </a:lnTo>
                    <a:lnTo>
                      <a:pt x="3999" y="11314"/>
                    </a:lnTo>
                    <a:lnTo>
                      <a:pt x="4799" y="11314"/>
                    </a:lnTo>
                    <a:lnTo>
                      <a:pt x="6399" y="10285"/>
                    </a:lnTo>
                    <a:lnTo>
                      <a:pt x="6399" y="9257"/>
                    </a:lnTo>
                    <a:lnTo>
                      <a:pt x="4799" y="7714"/>
                    </a:lnTo>
                    <a:lnTo>
                      <a:pt x="4799" y="7199"/>
                    </a:lnTo>
                    <a:lnTo>
                      <a:pt x="7999" y="7199"/>
                    </a:lnTo>
                    <a:lnTo>
                      <a:pt x="6399" y="6685"/>
                    </a:lnTo>
                    <a:lnTo>
                      <a:pt x="3999" y="6685"/>
                    </a:lnTo>
                    <a:lnTo>
                      <a:pt x="3999" y="3599"/>
                    </a:lnTo>
                    <a:lnTo>
                      <a:pt x="4799" y="4114"/>
                    </a:lnTo>
                    <a:lnTo>
                      <a:pt x="5599" y="3599"/>
                    </a:lnTo>
                    <a:lnTo>
                      <a:pt x="6399" y="3599"/>
                    </a:lnTo>
                    <a:lnTo>
                      <a:pt x="7999" y="2571"/>
                    </a:lnTo>
                    <a:lnTo>
                      <a:pt x="12800" y="0"/>
                    </a:lnTo>
                    <a:lnTo>
                      <a:pt x="15200" y="514"/>
                    </a:lnTo>
                    <a:lnTo>
                      <a:pt x="18400" y="3085"/>
                    </a:lnTo>
                    <a:lnTo>
                      <a:pt x="18400" y="8742"/>
                    </a:lnTo>
                    <a:lnTo>
                      <a:pt x="16800" y="8742"/>
                    </a:lnTo>
                    <a:lnTo>
                      <a:pt x="16800" y="9257"/>
                    </a:lnTo>
                    <a:lnTo>
                      <a:pt x="17600" y="9257"/>
                    </a:lnTo>
                    <a:lnTo>
                      <a:pt x="18400" y="10285"/>
                    </a:lnTo>
                    <a:lnTo>
                      <a:pt x="19200" y="10800"/>
                    </a:lnTo>
                    <a:lnTo>
                      <a:pt x="20000" y="10800"/>
                    </a:lnTo>
                    <a:lnTo>
                      <a:pt x="20000" y="11314"/>
                    </a:lnTo>
                    <a:lnTo>
                      <a:pt x="21600" y="12342"/>
                    </a:lnTo>
                    <a:lnTo>
                      <a:pt x="21600" y="12857"/>
                    </a:lnTo>
                    <a:lnTo>
                      <a:pt x="19200" y="14400"/>
                    </a:lnTo>
                    <a:lnTo>
                      <a:pt x="19200" y="14914"/>
                    </a:lnTo>
                    <a:lnTo>
                      <a:pt x="20000" y="15428"/>
                    </a:lnTo>
                    <a:lnTo>
                      <a:pt x="20000" y="16457"/>
                    </a:lnTo>
                    <a:lnTo>
                      <a:pt x="19200" y="16971"/>
                    </a:lnTo>
                    <a:lnTo>
                      <a:pt x="19200" y="17485"/>
                    </a:lnTo>
                    <a:lnTo>
                      <a:pt x="20000" y="18000"/>
                    </a:lnTo>
                    <a:lnTo>
                      <a:pt x="19200" y="18000"/>
                    </a:lnTo>
                    <a:lnTo>
                      <a:pt x="19200" y="18514"/>
                    </a:lnTo>
                    <a:lnTo>
                      <a:pt x="20000" y="19028"/>
                    </a:lnTo>
                    <a:lnTo>
                      <a:pt x="20000" y="20057"/>
                    </a:lnTo>
                    <a:lnTo>
                      <a:pt x="19200" y="20571"/>
                    </a:lnTo>
                    <a:lnTo>
                      <a:pt x="18400" y="19542"/>
                    </a:lnTo>
                    <a:lnTo>
                      <a:pt x="17600" y="19542"/>
                    </a:lnTo>
                    <a:lnTo>
                      <a:pt x="18400" y="20571"/>
                    </a:lnTo>
                    <a:lnTo>
                      <a:pt x="16800" y="20571"/>
                    </a:lnTo>
                    <a:lnTo>
                      <a:pt x="16000" y="21085"/>
                    </a:lnTo>
                    <a:lnTo>
                      <a:pt x="12800" y="21085"/>
                    </a:lnTo>
                    <a:lnTo>
                      <a:pt x="12800" y="21600"/>
                    </a:lnTo>
                    <a:lnTo>
                      <a:pt x="10399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1" name="AutoShape 69">
                <a:extLst>
                  <a:ext uri="{FF2B5EF4-FFF2-40B4-BE49-F238E27FC236}">
                    <a16:creationId xmlns:a16="http://schemas.microsoft.com/office/drawing/2014/main" id="{B93F4EF4-DC42-408D-805A-162D9BC20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277" y="1356836"/>
                <a:ext cx="325831" cy="145755"/>
              </a:xfrm>
              <a:custGeom>
                <a:avLst/>
                <a:gdLst>
                  <a:gd name="T0" fmla="*/ 162916 w 21600"/>
                  <a:gd name="T1" fmla="*/ 72878 h 21600"/>
                  <a:gd name="T2" fmla="*/ 162916 w 21600"/>
                  <a:gd name="T3" fmla="*/ 72878 h 21600"/>
                  <a:gd name="T4" fmla="*/ 162916 w 21600"/>
                  <a:gd name="T5" fmla="*/ 72878 h 21600"/>
                  <a:gd name="T6" fmla="*/ 162916 w 21600"/>
                  <a:gd name="T7" fmla="*/ 728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128" y="5890"/>
                    </a:moveTo>
                    <a:lnTo>
                      <a:pt x="18514" y="6283"/>
                    </a:lnTo>
                    <a:lnTo>
                      <a:pt x="18707" y="6676"/>
                    </a:lnTo>
                    <a:lnTo>
                      <a:pt x="19478" y="7461"/>
                    </a:lnTo>
                    <a:lnTo>
                      <a:pt x="20250" y="9032"/>
                    </a:lnTo>
                    <a:lnTo>
                      <a:pt x="20828" y="11389"/>
                    </a:lnTo>
                    <a:lnTo>
                      <a:pt x="21214" y="13745"/>
                    </a:lnTo>
                    <a:lnTo>
                      <a:pt x="21600" y="15316"/>
                    </a:lnTo>
                    <a:lnTo>
                      <a:pt x="21600" y="15709"/>
                    </a:lnTo>
                    <a:lnTo>
                      <a:pt x="21407" y="16101"/>
                    </a:lnTo>
                    <a:lnTo>
                      <a:pt x="21214" y="16101"/>
                    </a:lnTo>
                    <a:lnTo>
                      <a:pt x="21021" y="15316"/>
                    </a:lnTo>
                    <a:lnTo>
                      <a:pt x="20057" y="15709"/>
                    </a:lnTo>
                    <a:lnTo>
                      <a:pt x="19285" y="15709"/>
                    </a:lnTo>
                    <a:lnTo>
                      <a:pt x="18707" y="16101"/>
                    </a:lnTo>
                    <a:lnTo>
                      <a:pt x="18321" y="16494"/>
                    </a:lnTo>
                    <a:lnTo>
                      <a:pt x="17742" y="16887"/>
                    </a:lnTo>
                    <a:lnTo>
                      <a:pt x="17550" y="17279"/>
                    </a:lnTo>
                    <a:lnTo>
                      <a:pt x="17357" y="17279"/>
                    </a:lnTo>
                    <a:lnTo>
                      <a:pt x="17164" y="17672"/>
                    </a:lnTo>
                    <a:lnTo>
                      <a:pt x="16778" y="18065"/>
                    </a:lnTo>
                    <a:lnTo>
                      <a:pt x="16200" y="18065"/>
                    </a:lnTo>
                    <a:lnTo>
                      <a:pt x="15621" y="19243"/>
                    </a:lnTo>
                    <a:lnTo>
                      <a:pt x="15235" y="19636"/>
                    </a:lnTo>
                    <a:lnTo>
                      <a:pt x="14657" y="20029"/>
                    </a:lnTo>
                    <a:lnTo>
                      <a:pt x="13114" y="20029"/>
                    </a:lnTo>
                    <a:lnTo>
                      <a:pt x="12342" y="19243"/>
                    </a:lnTo>
                    <a:lnTo>
                      <a:pt x="12150" y="19243"/>
                    </a:lnTo>
                    <a:lnTo>
                      <a:pt x="11957" y="19636"/>
                    </a:lnTo>
                    <a:lnTo>
                      <a:pt x="11957" y="20029"/>
                    </a:lnTo>
                    <a:lnTo>
                      <a:pt x="11571" y="21207"/>
                    </a:lnTo>
                    <a:lnTo>
                      <a:pt x="11378" y="21599"/>
                    </a:lnTo>
                    <a:lnTo>
                      <a:pt x="10992" y="21599"/>
                    </a:lnTo>
                    <a:lnTo>
                      <a:pt x="10800" y="21207"/>
                    </a:lnTo>
                    <a:lnTo>
                      <a:pt x="11185" y="20421"/>
                    </a:lnTo>
                    <a:lnTo>
                      <a:pt x="11185" y="19636"/>
                    </a:lnTo>
                    <a:lnTo>
                      <a:pt x="10414" y="20029"/>
                    </a:lnTo>
                    <a:lnTo>
                      <a:pt x="9835" y="20814"/>
                    </a:lnTo>
                    <a:lnTo>
                      <a:pt x="9449" y="20421"/>
                    </a:lnTo>
                    <a:lnTo>
                      <a:pt x="9064" y="20421"/>
                    </a:lnTo>
                    <a:lnTo>
                      <a:pt x="8871" y="20814"/>
                    </a:lnTo>
                    <a:lnTo>
                      <a:pt x="8485" y="21207"/>
                    </a:lnTo>
                    <a:lnTo>
                      <a:pt x="7907" y="21207"/>
                    </a:lnTo>
                    <a:lnTo>
                      <a:pt x="7714" y="20814"/>
                    </a:lnTo>
                    <a:lnTo>
                      <a:pt x="7328" y="20421"/>
                    </a:lnTo>
                    <a:lnTo>
                      <a:pt x="6750" y="20421"/>
                    </a:lnTo>
                    <a:lnTo>
                      <a:pt x="6171" y="20029"/>
                    </a:lnTo>
                    <a:lnTo>
                      <a:pt x="5785" y="20029"/>
                    </a:lnTo>
                    <a:lnTo>
                      <a:pt x="5592" y="20421"/>
                    </a:lnTo>
                    <a:lnTo>
                      <a:pt x="5592" y="20814"/>
                    </a:lnTo>
                    <a:lnTo>
                      <a:pt x="5207" y="21207"/>
                    </a:lnTo>
                    <a:lnTo>
                      <a:pt x="5014" y="21599"/>
                    </a:lnTo>
                    <a:lnTo>
                      <a:pt x="4435" y="21599"/>
                    </a:lnTo>
                    <a:lnTo>
                      <a:pt x="3664" y="20814"/>
                    </a:lnTo>
                    <a:lnTo>
                      <a:pt x="3085" y="20814"/>
                    </a:lnTo>
                    <a:lnTo>
                      <a:pt x="2892" y="20421"/>
                    </a:lnTo>
                    <a:lnTo>
                      <a:pt x="2121" y="19636"/>
                    </a:lnTo>
                    <a:lnTo>
                      <a:pt x="1735" y="18850"/>
                    </a:lnTo>
                    <a:lnTo>
                      <a:pt x="1349" y="18458"/>
                    </a:lnTo>
                    <a:lnTo>
                      <a:pt x="1157" y="17672"/>
                    </a:lnTo>
                    <a:lnTo>
                      <a:pt x="1157" y="16887"/>
                    </a:lnTo>
                    <a:lnTo>
                      <a:pt x="964" y="16101"/>
                    </a:lnTo>
                    <a:lnTo>
                      <a:pt x="964" y="15316"/>
                    </a:lnTo>
                    <a:lnTo>
                      <a:pt x="192" y="13745"/>
                    </a:lnTo>
                    <a:lnTo>
                      <a:pt x="192" y="12959"/>
                    </a:lnTo>
                    <a:lnTo>
                      <a:pt x="0" y="12174"/>
                    </a:lnTo>
                    <a:lnTo>
                      <a:pt x="0" y="10603"/>
                    </a:lnTo>
                    <a:lnTo>
                      <a:pt x="192" y="10603"/>
                    </a:lnTo>
                    <a:lnTo>
                      <a:pt x="192" y="10210"/>
                    </a:lnTo>
                    <a:lnTo>
                      <a:pt x="578" y="9425"/>
                    </a:lnTo>
                    <a:lnTo>
                      <a:pt x="771" y="8639"/>
                    </a:lnTo>
                    <a:lnTo>
                      <a:pt x="1735" y="8639"/>
                    </a:lnTo>
                    <a:lnTo>
                      <a:pt x="1928" y="9032"/>
                    </a:lnTo>
                    <a:lnTo>
                      <a:pt x="2507" y="9032"/>
                    </a:lnTo>
                    <a:lnTo>
                      <a:pt x="2892" y="8639"/>
                    </a:lnTo>
                    <a:lnTo>
                      <a:pt x="3085" y="8247"/>
                    </a:lnTo>
                    <a:lnTo>
                      <a:pt x="3471" y="7854"/>
                    </a:lnTo>
                    <a:lnTo>
                      <a:pt x="4821" y="7854"/>
                    </a:lnTo>
                    <a:lnTo>
                      <a:pt x="4435" y="7461"/>
                    </a:lnTo>
                    <a:lnTo>
                      <a:pt x="4050" y="7461"/>
                    </a:lnTo>
                    <a:lnTo>
                      <a:pt x="3664" y="6676"/>
                    </a:lnTo>
                    <a:lnTo>
                      <a:pt x="3664" y="5498"/>
                    </a:lnTo>
                    <a:lnTo>
                      <a:pt x="4050" y="3927"/>
                    </a:lnTo>
                    <a:lnTo>
                      <a:pt x="4628" y="3141"/>
                    </a:lnTo>
                    <a:lnTo>
                      <a:pt x="6364" y="3141"/>
                    </a:lnTo>
                    <a:lnTo>
                      <a:pt x="6942" y="2749"/>
                    </a:lnTo>
                    <a:lnTo>
                      <a:pt x="7328" y="1963"/>
                    </a:lnTo>
                    <a:lnTo>
                      <a:pt x="7907" y="1570"/>
                    </a:lnTo>
                    <a:lnTo>
                      <a:pt x="8292" y="785"/>
                    </a:lnTo>
                    <a:lnTo>
                      <a:pt x="8485" y="785"/>
                    </a:lnTo>
                    <a:lnTo>
                      <a:pt x="8485" y="392"/>
                    </a:lnTo>
                    <a:lnTo>
                      <a:pt x="8678" y="0"/>
                    </a:lnTo>
                    <a:lnTo>
                      <a:pt x="9449" y="0"/>
                    </a:lnTo>
                    <a:lnTo>
                      <a:pt x="10028" y="392"/>
                    </a:lnTo>
                    <a:lnTo>
                      <a:pt x="10800" y="785"/>
                    </a:lnTo>
                    <a:lnTo>
                      <a:pt x="10992" y="1178"/>
                    </a:lnTo>
                    <a:lnTo>
                      <a:pt x="11378" y="1570"/>
                    </a:lnTo>
                    <a:lnTo>
                      <a:pt x="11764" y="2356"/>
                    </a:lnTo>
                    <a:lnTo>
                      <a:pt x="12342" y="3141"/>
                    </a:lnTo>
                    <a:lnTo>
                      <a:pt x="12342" y="2749"/>
                    </a:lnTo>
                    <a:lnTo>
                      <a:pt x="13114" y="2749"/>
                    </a:lnTo>
                    <a:lnTo>
                      <a:pt x="13307" y="2356"/>
                    </a:lnTo>
                    <a:lnTo>
                      <a:pt x="14657" y="2356"/>
                    </a:lnTo>
                    <a:lnTo>
                      <a:pt x="15042" y="2749"/>
                    </a:lnTo>
                    <a:lnTo>
                      <a:pt x="15235" y="3141"/>
                    </a:lnTo>
                    <a:lnTo>
                      <a:pt x="15621" y="3534"/>
                    </a:lnTo>
                    <a:lnTo>
                      <a:pt x="16007" y="4319"/>
                    </a:lnTo>
                    <a:lnTo>
                      <a:pt x="16392" y="4712"/>
                    </a:lnTo>
                    <a:lnTo>
                      <a:pt x="17357" y="5105"/>
                    </a:lnTo>
                    <a:lnTo>
                      <a:pt x="17550" y="5498"/>
                    </a:lnTo>
                    <a:lnTo>
                      <a:pt x="17935" y="5498"/>
                    </a:lnTo>
                    <a:lnTo>
                      <a:pt x="18128" y="589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2" name="AutoShape 70">
                <a:extLst>
                  <a:ext uri="{FF2B5EF4-FFF2-40B4-BE49-F238E27FC236}">
                    <a16:creationId xmlns:a16="http://schemas.microsoft.com/office/drawing/2014/main" id="{73AAC4CA-0EB6-8962-23DE-40D8C4162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1745" y="1264084"/>
                <a:ext cx="160937" cy="119254"/>
              </a:xfrm>
              <a:custGeom>
                <a:avLst/>
                <a:gdLst>
                  <a:gd name="T0" fmla="*/ 80469 w 21600"/>
                  <a:gd name="T1" fmla="*/ 59627 h 21600"/>
                  <a:gd name="T2" fmla="*/ 80469 w 21600"/>
                  <a:gd name="T3" fmla="*/ 59627 h 21600"/>
                  <a:gd name="T4" fmla="*/ 80469 w 21600"/>
                  <a:gd name="T5" fmla="*/ 59627 h 21600"/>
                  <a:gd name="T6" fmla="*/ 80469 w 21600"/>
                  <a:gd name="T7" fmla="*/ 596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069" y="21599"/>
                    </a:moveTo>
                    <a:lnTo>
                      <a:pt x="4712" y="15839"/>
                    </a:lnTo>
                    <a:lnTo>
                      <a:pt x="6283" y="13919"/>
                    </a:lnTo>
                    <a:lnTo>
                      <a:pt x="6283" y="12959"/>
                    </a:lnTo>
                    <a:lnTo>
                      <a:pt x="5890" y="11999"/>
                    </a:lnTo>
                    <a:lnTo>
                      <a:pt x="5498" y="11520"/>
                    </a:lnTo>
                    <a:lnTo>
                      <a:pt x="4320" y="8639"/>
                    </a:lnTo>
                    <a:lnTo>
                      <a:pt x="4320" y="7200"/>
                    </a:lnTo>
                    <a:lnTo>
                      <a:pt x="3534" y="5760"/>
                    </a:lnTo>
                    <a:lnTo>
                      <a:pt x="3534" y="4800"/>
                    </a:lnTo>
                    <a:lnTo>
                      <a:pt x="2749" y="5280"/>
                    </a:lnTo>
                    <a:lnTo>
                      <a:pt x="785" y="3360"/>
                    </a:lnTo>
                    <a:lnTo>
                      <a:pt x="785" y="1440"/>
                    </a:lnTo>
                    <a:lnTo>
                      <a:pt x="392" y="480"/>
                    </a:lnTo>
                    <a:lnTo>
                      <a:pt x="0" y="0"/>
                    </a:lnTo>
                    <a:lnTo>
                      <a:pt x="1963" y="0"/>
                    </a:lnTo>
                    <a:lnTo>
                      <a:pt x="3534" y="480"/>
                    </a:lnTo>
                    <a:lnTo>
                      <a:pt x="3534" y="960"/>
                    </a:lnTo>
                    <a:lnTo>
                      <a:pt x="4712" y="2400"/>
                    </a:lnTo>
                    <a:lnTo>
                      <a:pt x="5498" y="2880"/>
                    </a:lnTo>
                    <a:lnTo>
                      <a:pt x="6283" y="3840"/>
                    </a:lnTo>
                    <a:lnTo>
                      <a:pt x="7461" y="4319"/>
                    </a:lnTo>
                    <a:lnTo>
                      <a:pt x="8640" y="4319"/>
                    </a:lnTo>
                    <a:lnTo>
                      <a:pt x="9425" y="3840"/>
                    </a:lnTo>
                    <a:lnTo>
                      <a:pt x="11389" y="2880"/>
                    </a:lnTo>
                    <a:lnTo>
                      <a:pt x="13745" y="2880"/>
                    </a:lnTo>
                    <a:lnTo>
                      <a:pt x="16494" y="4319"/>
                    </a:lnTo>
                    <a:lnTo>
                      <a:pt x="19243" y="5280"/>
                    </a:lnTo>
                    <a:lnTo>
                      <a:pt x="19636" y="5760"/>
                    </a:lnTo>
                    <a:lnTo>
                      <a:pt x="20029" y="5760"/>
                    </a:lnTo>
                    <a:lnTo>
                      <a:pt x="20421" y="6240"/>
                    </a:lnTo>
                    <a:lnTo>
                      <a:pt x="21207" y="6720"/>
                    </a:lnTo>
                    <a:lnTo>
                      <a:pt x="21600" y="7200"/>
                    </a:lnTo>
                    <a:lnTo>
                      <a:pt x="21600" y="8159"/>
                    </a:lnTo>
                    <a:lnTo>
                      <a:pt x="21207" y="8639"/>
                    </a:lnTo>
                    <a:lnTo>
                      <a:pt x="21207" y="10079"/>
                    </a:lnTo>
                    <a:lnTo>
                      <a:pt x="20814" y="11039"/>
                    </a:lnTo>
                    <a:lnTo>
                      <a:pt x="20421" y="11520"/>
                    </a:lnTo>
                    <a:lnTo>
                      <a:pt x="20421" y="12480"/>
                    </a:lnTo>
                    <a:lnTo>
                      <a:pt x="19636" y="13440"/>
                    </a:lnTo>
                    <a:lnTo>
                      <a:pt x="19243" y="13440"/>
                    </a:lnTo>
                    <a:lnTo>
                      <a:pt x="19243" y="13919"/>
                    </a:lnTo>
                    <a:lnTo>
                      <a:pt x="18458" y="15839"/>
                    </a:lnTo>
                    <a:lnTo>
                      <a:pt x="18850" y="16319"/>
                    </a:lnTo>
                    <a:lnTo>
                      <a:pt x="18065" y="16319"/>
                    </a:lnTo>
                    <a:lnTo>
                      <a:pt x="17672" y="16799"/>
                    </a:lnTo>
                    <a:lnTo>
                      <a:pt x="16887" y="16799"/>
                    </a:lnTo>
                    <a:lnTo>
                      <a:pt x="16101" y="17279"/>
                    </a:lnTo>
                    <a:lnTo>
                      <a:pt x="15316" y="18239"/>
                    </a:lnTo>
                    <a:lnTo>
                      <a:pt x="14530" y="19680"/>
                    </a:lnTo>
                    <a:lnTo>
                      <a:pt x="14138" y="21120"/>
                    </a:lnTo>
                    <a:lnTo>
                      <a:pt x="10996" y="21120"/>
                    </a:lnTo>
                    <a:lnTo>
                      <a:pt x="10603" y="20639"/>
                    </a:lnTo>
                    <a:lnTo>
                      <a:pt x="7069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3" name="AutoShape 71">
                <a:extLst>
                  <a:ext uri="{FF2B5EF4-FFF2-40B4-BE49-F238E27FC236}">
                    <a16:creationId xmlns:a16="http://schemas.microsoft.com/office/drawing/2014/main" id="{296FA44F-FF07-CB8E-9F43-9E1DC4FF4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596" y="1378037"/>
                <a:ext cx="122682" cy="111304"/>
              </a:xfrm>
              <a:custGeom>
                <a:avLst/>
                <a:gdLst>
                  <a:gd name="T0" fmla="*/ 61341 w 21600"/>
                  <a:gd name="T1" fmla="*/ 55652 h 21600"/>
                  <a:gd name="T2" fmla="*/ 61341 w 21600"/>
                  <a:gd name="T3" fmla="*/ 55652 h 21600"/>
                  <a:gd name="T4" fmla="*/ 61341 w 21600"/>
                  <a:gd name="T5" fmla="*/ 55652 h 21600"/>
                  <a:gd name="T6" fmla="*/ 61341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514"/>
                    </a:moveTo>
                    <a:lnTo>
                      <a:pt x="18514" y="1028"/>
                    </a:lnTo>
                    <a:lnTo>
                      <a:pt x="18000" y="1028"/>
                    </a:lnTo>
                    <a:lnTo>
                      <a:pt x="16971" y="0"/>
                    </a:lnTo>
                    <a:lnTo>
                      <a:pt x="12342" y="1028"/>
                    </a:lnTo>
                    <a:lnTo>
                      <a:pt x="5142" y="2057"/>
                    </a:lnTo>
                    <a:lnTo>
                      <a:pt x="5142" y="2571"/>
                    </a:lnTo>
                    <a:lnTo>
                      <a:pt x="4628" y="3085"/>
                    </a:lnTo>
                    <a:lnTo>
                      <a:pt x="4628" y="4114"/>
                    </a:lnTo>
                    <a:lnTo>
                      <a:pt x="4114" y="4628"/>
                    </a:lnTo>
                    <a:lnTo>
                      <a:pt x="2057" y="5657"/>
                    </a:lnTo>
                    <a:lnTo>
                      <a:pt x="1542" y="6685"/>
                    </a:lnTo>
                    <a:lnTo>
                      <a:pt x="514" y="7714"/>
                    </a:lnTo>
                    <a:lnTo>
                      <a:pt x="0" y="9257"/>
                    </a:lnTo>
                    <a:lnTo>
                      <a:pt x="0" y="10285"/>
                    </a:lnTo>
                    <a:lnTo>
                      <a:pt x="1028" y="12342"/>
                    </a:lnTo>
                    <a:lnTo>
                      <a:pt x="2571" y="14400"/>
                    </a:lnTo>
                    <a:lnTo>
                      <a:pt x="6685" y="19542"/>
                    </a:lnTo>
                    <a:lnTo>
                      <a:pt x="7714" y="21600"/>
                    </a:lnTo>
                    <a:lnTo>
                      <a:pt x="10800" y="21600"/>
                    </a:lnTo>
                    <a:lnTo>
                      <a:pt x="11314" y="16971"/>
                    </a:lnTo>
                    <a:lnTo>
                      <a:pt x="11828" y="16971"/>
                    </a:lnTo>
                    <a:lnTo>
                      <a:pt x="12857" y="15942"/>
                    </a:lnTo>
                    <a:lnTo>
                      <a:pt x="13885" y="14400"/>
                    </a:lnTo>
                    <a:lnTo>
                      <a:pt x="15428" y="12342"/>
                    </a:lnTo>
                    <a:lnTo>
                      <a:pt x="14914" y="12342"/>
                    </a:lnTo>
                    <a:lnTo>
                      <a:pt x="14914" y="9771"/>
                    </a:lnTo>
                    <a:lnTo>
                      <a:pt x="15428" y="8228"/>
                    </a:lnTo>
                    <a:lnTo>
                      <a:pt x="16457" y="6685"/>
                    </a:lnTo>
                    <a:lnTo>
                      <a:pt x="16457" y="5657"/>
                    </a:lnTo>
                    <a:lnTo>
                      <a:pt x="17485" y="5142"/>
                    </a:lnTo>
                    <a:lnTo>
                      <a:pt x="18000" y="4628"/>
                    </a:lnTo>
                    <a:lnTo>
                      <a:pt x="19028" y="4114"/>
                    </a:lnTo>
                    <a:lnTo>
                      <a:pt x="20057" y="4114"/>
                    </a:lnTo>
                    <a:lnTo>
                      <a:pt x="21599" y="4628"/>
                    </a:lnTo>
                    <a:lnTo>
                      <a:pt x="21599" y="51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4" name="AutoShape 72">
                <a:extLst>
                  <a:ext uri="{FF2B5EF4-FFF2-40B4-BE49-F238E27FC236}">
                    <a16:creationId xmlns:a16="http://schemas.microsoft.com/office/drawing/2014/main" id="{88AC0088-19C7-14AB-5ED7-4716D5A86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724" y="1340936"/>
                <a:ext cx="40894" cy="79503"/>
              </a:xfrm>
              <a:custGeom>
                <a:avLst/>
                <a:gdLst>
                  <a:gd name="T0" fmla="*/ 20447 w 21600"/>
                  <a:gd name="T1" fmla="*/ 39752 h 21600"/>
                  <a:gd name="T2" fmla="*/ 20447 w 21600"/>
                  <a:gd name="T3" fmla="*/ 39752 h 21600"/>
                  <a:gd name="T4" fmla="*/ 20447 w 21600"/>
                  <a:gd name="T5" fmla="*/ 39752 h 21600"/>
                  <a:gd name="T6" fmla="*/ 20447 w 21600"/>
                  <a:gd name="T7" fmla="*/ 397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7199"/>
                    </a:moveTo>
                    <a:lnTo>
                      <a:pt x="6171" y="10080"/>
                    </a:lnTo>
                    <a:lnTo>
                      <a:pt x="7714" y="10080"/>
                    </a:lnTo>
                    <a:lnTo>
                      <a:pt x="7714" y="11519"/>
                    </a:lnTo>
                    <a:lnTo>
                      <a:pt x="9257" y="12959"/>
                    </a:lnTo>
                    <a:lnTo>
                      <a:pt x="9257" y="14399"/>
                    </a:lnTo>
                    <a:lnTo>
                      <a:pt x="7714" y="14399"/>
                    </a:lnTo>
                    <a:lnTo>
                      <a:pt x="7714" y="15839"/>
                    </a:lnTo>
                    <a:lnTo>
                      <a:pt x="6171" y="17280"/>
                    </a:lnTo>
                    <a:lnTo>
                      <a:pt x="6171" y="21600"/>
                    </a:lnTo>
                    <a:lnTo>
                      <a:pt x="13885" y="17999"/>
                    </a:lnTo>
                    <a:lnTo>
                      <a:pt x="20057" y="15839"/>
                    </a:lnTo>
                    <a:lnTo>
                      <a:pt x="20057" y="14399"/>
                    </a:lnTo>
                    <a:lnTo>
                      <a:pt x="21599" y="13680"/>
                    </a:lnTo>
                    <a:lnTo>
                      <a:pt x="21599" y="12959"/>
                    </a:lnTo>
                    <a:lnTo>
                      <a:pt x="20057" y="12239"/>
                    </a:lnTo>
                    <a:lnTo>
                      <a:pt x="20057" y="6479"/>
                    </a:lnTo>
                    <a:lnTo>
                      <a:pt x="18514" y="5039"/>
                    </a:lnTo>
                    <a:lnTo>
                      <a:pt x="16971" y="2879"/>
                    </a:lnTo>
                    <a:lnTo>
                      <a:pt x="15428" y="1439"/>
                    </a:lnTo>
                    <a:lnTo>
                      <a:pt x="12342" y="0"/>
                    </a:lnTo>
                    <a:lnTo>
                      <a:pt x="6171" y="0"/>
                    </a:lnTo>
                    <a:lnTo>
                      <a:pt x="4628" y="719"/>
                    </a:lnTo>
                    <a:lnTo>
                      <a:pt x="0" y="71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5" name="AutoShape 73">
                <a:extLst>
                  <a:ext uri="{FF2B5EF4-FFF2-40B4-BE49-F238E27FC236}">
                    <a16:creationId xmlns:a16="http://schemas.microsoft.com/office/drawing/2014/main" id="{4AAEC625-B848-0629-1739-1BDF92EDA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04" y="1237583"/>
                <a:ext cx="207108" cy="151055"/>
              </a:xfrm>
              <a:custGeom>
                <a:avLst/>
                <a:gdLst>
                  <a:gd name="T0" fmla="*/ 103554 w 21600"/>
                  <a:gd name="T1" fmla="*/ 75528 h 21600"/>
                  <a:gd name="T2" fmla="*/ 103554 w 21600"/>
                  <a:gd name="T3" fmla="*/ 75528 h 21600"/>
                  <a:gd name="T4" fmla="*/ 103554 w 21600"/>
                  <a:gd name="T5" fmla="*/ 75528 h 21600"/>
                  <a:gd name="T6" fmla="*/ 103554 w 21600"/>
                  <a:gd name="T7" fmla="*/ 755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954" y="9852"/>
                    </a:moveTo>
                    <a:lnTo>
                      <a:pt x="3042" y="7957"/>
                    </a:lnTo>
                    <a:lnTo>
                      <a:pt x="3042" y="7578"/>
                    </a:lnTo>
                    <a:lnTo>
                      <a:pt x="2738" y="7200"/>
                    </a:lnTo>
                    <a:lnTo>
                      <a:pt x="3042" y="6821"/>
                    </a:lnTo>
                    <a:lnTo>
                      <a:pt x="2738" y="6442"/>
                    </a:lnTo>
                    <a:lnTo>
                      <a:pt x="2129" y="6442"/>
                    </a:lnTo>
                    <a:lnTo>
                      <a:pt x="304" y="5305"/>
                    </a:lnTo>
                    <a:lnTo>
                      <a:pt x="0" y="4926"/>
                    </a:lnTo>
                    <a:lnTo>
                      <a:pt x="304" y="4547"/>
                    </a:lnTo>
                    <a:lnTo>
                      <a:pt x="1521" y="3789"/>
                    </a:lnTo>
                    <a:lnTo>
                      <a:pt x="3042" y="3031"/>
                    </a:lnTo>
                    <a:lnTo>
                      <a:pt x="4259" y="2652"/>
                    </a:lnTo>
                    <a:lnTo>
                      <a:pt x="4867" y="2273"/>
                    </a:lnTo>
                    <a:lnTo>
                      <a:pt x="8518" y="1894"/>
                    </a:lnTo>
                    <a:lnTo>
                      <a:pt x="8214" y="1136"/>
                    </a:lnTo>
                    <a:lnTo>
                      <a:pt x="8822" y="378"/>
                    </a:lnTo>
                    <a:lnTo>
                      <a:pt x="8822" y="0"/>
                    </a:lnTo>
                    <a:lnTo>
                      <a:pt x="9126" y="0"/>
                    </a:lnTo>
                    <a:lnTo>
                      <a:pt x="9430" y="1894"/>
                    </a:lnTo>
                    <a:lnTo>
                      <a:pt x="10343" y="4547"/>
                    </a:lnTo>
                    <a:lnTo>
                      <a:pt x="13081" y="4547"/>
                    </a:lnTo>
                    <a:lnTo>
                      <a:pt x="13385" y="4168"/>
                    </a:lnTo>
                    <a:lnTo>
                      <a:pt x="13994" y="4168"/>
                    </a:lnTo>
                    <a:lnTo>
                      <a:pt x="14602" y="3789"/>
                    </a:lnTo>
                    <a:lnTo>
                      <a:pt x="15515" y="3410"/>
                    </a:lnTo>
                    <a:lnTo>
                      <a:pt x="16123" y="3410"/>
                    </a:lnTo>
                    <a:lnTo>
                      <a:pt x="16428" y="3789"/>
                    </a:lnTo>
                    <a:lnTo>
                      <a:pt x="16732" y="4547"/>
                    </a:lnTo>
                    <a:lnTo>
                      <a:pt x="16732" y="6442"/>
                    </a:lnTo>
                    <a:lnTo>
                      <a:pt x="18253" y="7957"/>
                    </a:lnTo>
                    <a:lnTo>
                      <a:pt x="18861" y="7578"/>
                    </a:lnTo>
                    <a:lnTo>
                      <a:pt x="18861" y="8336"/>
                    </a:lnTo>
                    <a:lnTo>
                      <a:pt x="19470" y="9473"/>
                    </a:lnTo>
                    <a:lnTo>
                      <a:pt x="19470" y="10610"/>
                    </a:lnTo>
                    <a:lnTo>
                      <a:pt x="20383" y="12884"/>
                    </a:lnTo>
                    <a:lnTo>
                      <a:pt x="20687" y="13263"/>
                    </a:lnTo>
                    <a:lnTo>
                      <a:pt x="20991" y="14021"/>
                    </a:lnTo>
                    <a:lnTo>
                      <a:pt x="20991" y="14778"/>
                    </a:lnTo>
                    <a:lnTo>
                      <a:pt x="19774" y="16294"/>
                    </a:lnTo>
                    <a:lnTo>
                      <a:pt x="21599" y="20842"/>
                    </a:lnTo>
                    <a:lnTo>
                      <a:pt x="17340" y="21600"/>
                    </a:lnTo>
                    <a:lnTo>
                      <a:pt x="17036" y="20842"/>
                    </a:lnTo>
                    <a:lnTo>
                      <a:pt x="17036" y="18568"/>
                    </a:lnTo>
                    <a:lnTo>
                      <a:pt x="16732" y="17431"/>
                    </a:lnTo>
                    <a:lnTo>
                      <a:pt x="16732" y="16673"/>
                    </a:lnTo>
                    <a:lnTo>
                      <a:pt x="16428" y="16294"/>
                    </a:lnTo>
                    <a:lnTo>
                      <a:pt x="16123" y="15536"/>
                    </a:lnTo>
                    <a:lnTo>
                      <a:pt x="15515" y="14778"/>
                    </a:lnTo>
                    <a:lnTo>
                      <a:pt x="14602" y="14778"/>
                    </a:lnTo>
                    <a:lnTo>
                      <a:pt x="14298" y="15157"/>
                    </a:lnTo>
                    <a:lnTo>
                      <a:pt x="13994" y="15157"/>
                    </a:lnTo>
                    <a:lnTo>
                      <a:pt x="13081" y="18568"/>
                    </a:lnTo>
                    <a:lnTo>
                      <a:pt x="9735" y="14400"/>
                    </a:lnTo>
                    <a:lnTo>
                      <a:pt x="8822" y="14400"/>
                    </a:lnTo>
                    <a:lnTo>
                      <a:pt x="8822" y="14021"/>
                    </a:lnTo>
                    <a:lnTo>
                      <a:pt x="8214" y="13642"/>
                    </a:lnTo>
                    <a:lnTo>
                      <a:pt x="7301" y="12505"/>
                    </a:lnTo>
                    <a:lnTo>
                      <a:pt x="6997" y="11368"/>
                    </a:lnTo>
                    <a:lnTo>
                      <a:pt x="6692" y="10610"/>
                    </a:lnTo>
                    <a:lnTo>
                      <a:pt x="5780" y="11368"/>
                    </a:lnTo>
                    <a:lnTo>
                      <a:pt x="3954" y="985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6" name="AutoShape 74">
                <a:extLst>
                  <a:ext uri="{FF2B5EF4-FFF2-40B4-BE49-F238E27FC236}">
                    <a16:creationId xmlns:a16="http://schemas.microsoft.com/office/drawing/2014/main" id="{50CD30C3-14D4-601D-8911-293E627E6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787" y="1192532"/>
                <a:ext cx="110810" cy="76853"/>
              </a:xfrm>
              <a:custGeom>
                <a:avLst/>
                <a:gdLst>
                  <a:gd name="T0" fmla="*/ 55405 w 21600"/>
                  <a:gd name="T1" fmla="*/ 38427 h 21600"/>
                  <a:gd name="T2" fmla="*/ 55405 w 21600"/>
                  <a:gd name="T3" fmla="*/ 38427 h 21600"/>
                  <a:gd name="T4" fmla="*/ 55405 w 21600"/>
                  <a:gd name="T5" fmla="*/ 38427 h 21600"/>
                  <a:gd name="T6" fmla="*/ 55405 w 21600"/>
                  <a:gd name="T7" fmla="*/ 384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1936" y="6703"/>
                    </a:moveTo>
                    <a:lnTo>
                      <a:pt x="10231" y="6703"/>
                    </a:lnTo>
                    <a:lnTo>
                      <a:pt x="9663" y="7448"/>
                    </a:lnTo>
                    <a:lnTo>
                      <a:pt x="8526" y="8193"/>
                    </a:lnTo>
                    <a:lnTo>
                      <a:pt x="7389" y="8193"/>
                    </a:lnTo>
                    <a:lnTo>
                      <a:pt x="5684" y="8937"/>
                    </a:lnTo>
                    <a:lnTo>
                      <a:pt x="3410" y="8193"/>
                    </a:lnTo>
                    <a:lnTo>
                      <a:pt x="1705" y="5958"/>
                    </a:lnTo>
                    <a:lnTo>
                      <a:pt x="1705" y="6703"/>
                    </a:lnTo>
                    <a:lnTo>
                      <a:pt x="1136" y="6703"/>
                    </a:lnTo>
                    <a:lnTo>
                      <a:pt x="568" y="7448"/>
                    </a:lnTo>
                    <a:lnTo>
                      <a:pt x="0" y="8937"/>
                    </a:lnTo>
                    <a:lnTo>
                      <a:pt x="0" y="14151"/>
                    </a:lnTo>
                    <a:lnTo>
                      <a:pt x="568" y="15641"/>
                    </a:lnTo>
                    <a:lnTo>
                      <a:pt x="1136" y="17875"/>
                    </a:lnTo>
                    <a:lnTo>
                      <a:pt x="1136" y="19365"/>
                    </a:lnTo>
                    <a:lnTo>
                      <a:pt x="1705" y="20855"/>
                    </a:lnTo>
                    <a:lnTo>
                      <a:pt x="2273" y="21600"/>
                    </a:lnTo>
                    <a:lnTo>
                      <a:pt x="7957" y="21600"/>
                    </a:lnTo>
                    <a:lnTo>
                      <a:pt x="10231" y="20110"/>
                    </a:lnTo>
                    <a:lnTo>
                      <a:pt x="10800" y="20110"/>
                    </a:lnTo>
                    <a:lnTo>
                      <a:pt x="13073" y="19365"/>
                    </a:lnTo>
                    <a:lnTo>
                      <a:pt x="13642" y="20110"/>
                    </a:lnTo>
                    <a:lnTo>
                      <a:pt x="15915" y="20110"/>
                    </a:lnTo>
                    <a:lnTo>
                      <a:pt x="15915" y="19365"/>
                    </a:lnTo>
                    <a:lnTo>
                      <a:pt x="17052" y="19365"/>
                    </a:lnTo>
                    <a:lnTo>
                      <a:pt x="17621" y="17875"/>
                    </a:lnTo>
                    <a:lnTo>
                      <a:pt x="18757" y="17131"/>
                    </a:lnTo>
                    <a:lnTo>
                      <a:pt x="19326" y="15641"/>
                    </a:lnTo>
                    <a:lnTo>
                      <a:pt x="20463" y="11172"/>
                    </a:lnTo>
                    <a:lnTo>
                      <a:pt x="20463" y="7448"/>
                    </a:lnTo>
                    <a:lnTo>
                      <a:pt x="21031" y="5958"/>
                    </a:lnTo>
                    <a:lnTo>
                      <a:pt x="21031" y="4468"/>
                    </a:lnTo>
                    <a:lnTo>
                      <a:pt x="21600" y="3724"/>
                    </a:lnTo>
                    <a:lnTo>
                      <a:pt x="19894" y="0"/>
                    </a:lnTo>
                    <a:lnTo>
                      <a:pt x="19326" y="744"/>
                    </a:lnTo>
                    <a:lnTo>
                      <a:pt x="15915" y="744"/>
                    </a:lnTo>
                    <a:lnTo>
                      <a:pt x="15347" y="1489"/>
                    </a:lnTo>
                    <a:lnTo>
                      <a:pt x="14778" y="1489"/>
                    </a:lnTo>
                    <a:lnTo>
                      <a:pt x="13073" y="2979"/>
                    </a:lnTo>
                    <a:lnTo>
                      <a:pt x="13073" y="5213"/>
                    </a:lnTo>
                    <a:lnTo>
                      <a:pt x="12505" y="5958"/>
                    </a:lnTo>
                    <a:lnTo>
                      <a:pt x="12505" y="6703"/>
                    </a:lnTo>
                    <a:lnTo>
                      <a:pt x="11936" y="670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7" name="AutoShape 75">
                <a:extLst>
                  <a:ext uri="{FF2B5EF4-FFF2-40B4-BE49-F238E27FC236}">
                    <a16:creationId xmlns:a16="http://schemas.microsoft.com/office/drawing/2014/main" id="{8111DAE6-DD00-4450-69A4-C2C4B0B5C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362" y="1136880"/>
                <a:ext cx="200512" cy="87454"/>
              </a:xfrm>
              <a:custGeom>
                <a:avLst/>
                <a:gdLst>
                  <a:gd name="T0" fmla="*/ 100256 w 21600"/>
                  <a:gd name="T1" fmla="*/ 43727 h 21600"/>
                  <a:gd name="T2" fmla="*/ 100256 w 21600"/>
                  <a:gd name="T3" fmla="*/ 43727 h 21600"/>
                  <a:gd name="T4" fmla="*/ 100256 w 21600"/>
                  <a:gd name="T5" fmla="*/ 43727 h 21600"/>
                  <a:gd name="T6" fmla="*/ 100256 w 21600"/>
                  <a:gd name="T7" fmla="*/ 437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7854"/>
                    </a:moveTo>
                    <a:lnTo>
                      <a:pt x="20973" y="7200"/>
                    </a:lnTo>
                    <a:lnTo>
                      <a:pt x="20034" y="5236"/>
                    </a:lnTo>
                    <a:lnTo>
                      <a:pt x="19721" y="5236"/>
                    </a:lnTo>
                    <a:lnTo>
                      <a:pt x="19095" y="3927"/>
                    </a:lnTo>
                    <a:lnTo>
                      <a:pt x="18469" y="3927"/>
                    </a:lnTo>
                    <a:lnTo>
                      <a:pt x="17843" y="4581"/>
                    </a:lnTo>
                    <a:lnTo>
                      <a:pt x="17217" y="4581"/>
                    </a:lnTo>
                    <a:lnTo>
                      <a:pt x="16591" y="5890"/>
                    </a:lnTo>
                    <a:lnTo>
                      <a:pt x="16278" y="5890"/>
                    </a:lnTo>
                    <a:lnTo>
                      <a:pt x="16278" y="7854"/>
                    </a:lnTo>
                    <a:lnTo>
                      <a:pt x="15965" y="7854"/>
                    </a:lnTo>
                    <a:lnTo>
                      <a:pt x="15652" y="7200"/>
                    </a:lnTo>
                    <a:lnTo>
                      <a:pt x="15026" y="7200"/>
                    </a:lnTo>
                    <a:lnTo>
                      <a:pt x="14713" y="7854"/>
                    </a:lnTo>
                    <a:lnTo>
                      <a:pt x="14086" y="7854"/>
                    </a:lnTo>
                    <a:lnTo>
                      <a:pt x="13147" y="8509"/>
                    </a:lnTo>
                    <a:lnTo>
                      <a:pt x="13147" y="7200"/>
                    </a:lnTo>
                    <a:lnTo>
                      <a:pt x="12521" y="7200"/>
                    </a:lnTo>
                    <a:lnTo>
                      <a:pt x="11895" y="6545"/>
                    </a:lnTo>
                    <a:lnTo>
                      <a:pt x="10643" y="4581"/>
                    </a:lnTo>
                    <a:lnTo>
                      <a:pt x="9391" y="4581"/>
                    </a:lnTo>
                    <a:lnTo>
                      <a:pt x="9078" y="2618"/>
                    </a:lnTo>
                    <a:lnTo>
                      <a:pt x="7200" y="2618"/>
                    </a:lnTo>
                    <a:lnTo>
                      <a:pt x="6573" y="1309"/>
                    </a:lnTo>
                    <a:lnTo>
                      <a:pt x="5634" y="1309"/>
                    </a:lnTo>
                    <a:lnTo>
                      <a:pt x="5321" y="0"/>
                    </a:lnTo>
                    <a:lnTo>
                      <a:pt x="4695" y="0"/>
                    </a:lnTo>
                    <a:lnTo>
                      <a:pt x="4695" y="654"/>
                    </a:lnTo>
                    <a:lnTo>
                      <a:pt x="4382" y="654"/>
                    </a:lnTo>
                    <a:lnTo>
                      <a:pt x="4382" y="1963"/>
                    </a:lnTo>
                    <a:lnTo>
                      <a:pt x="3756" y="1963"/>
                    </a:lnTo>
                    <a:lnTo>
                      <a:pt x="3756" y="1309"/>
                    </a:lnTo>
                    <a:lnTo>
                      <a:pt x="3443" y="1309"/>
                    </a:lnTo>
                    <a:lnTo>
                      <a:pt x="3443" y="654"/>
                    </a:lnTo>
                    <a:lnTo>
                      <a:pt x="3130" y="0"/>
                    </a:lnTo>
                    <a:lnTo>
                      <a:pt x="2817" y="0"/>
                    </a:lnTo>
                    <a:lnTo>
                      <a:pt x="3130" y="1309"/>
                    </a:lnTo>
                    <a:lnTo>
                      <a:pt x="2504" y="1309"/>
                    </a:lnTo>
                    <a:lnTo>
                      <a:pt x="2191" y="1963"/>
                    </a:lnTo>
                    <a:lnTo>
                      <a:pt x="939" y="1963"/>
                    </a:lnTo>
                    <a:lnTo>
                      <a:pt x="939" y="2618"/>
                    </a:lnTo>
                    <a:lnTo>
                      <a:pt x="0" y="2618"/>
                    </a:lnTo>
                    <a:lnTo>
                      <a:pt x="0" y="5890"/>
                    </a:lnTo>
                    <a:lnTo>
                      <a:pt x="1252" y="6545"/>
                    </a:lnTo>
                    <a:lnTo>
                      <a:pt x="1878" y="8509"/>
                    </a:lnTo>
                    <a:lnTo>
                      <a:pt x="2504" y="13745"/>
                    </a:lnTo>
                    <a:lnTo>
                      <a:pt x="2817" y="13745"/>
                    </a:lnTo>
                    <a:lnTo>
                      <a:pt x="2817" y="15054"/>
                    </a:lnTo>
                    <a:lnTo>
                      <a:pt x="3756" y="15054"/>
                    </a:lnTo>
                    <a:lnTo>
                      <a:pt x="4069" y="15709"/>
                    </a:lnTo>
                    <a:lnTo>
                      <a:pt x="4695" y="15054"/>
                    </a:lnTo>
                    <a:lnTo>
                      <a:pt x="5008" y="15054"/>
                    </a:lnTo>
                    <a:lnTo>
                      <a:pt x="5321" y="13745"/>
                    </a:lnTo>
                    <a:lnTo>
                      <a:pt x="6573" y="13745"/>
                    </a:lnTo>
                    <a:lnTo>
                      <a:pt x="6573" y="15709"/>
                    </a:lnTo>
                    <a:lnTo>
                      <a:pt x="6886" y="15709"/>
                    </a:lnTo>
                    <a:lnTo>
                      <a:pt x="7200" y="16363"/>
                    </a:lnTo>
                    <a:lnTo>
                      <a:pt x="9078" y="16363"/>
                    </a:lnTo>
                    <a:lnTo>
                      <a:pt x="9391" y="17018"/>
                    </a:lnTo>
                    <a:lnTo>
                      <a:pt x="9391" y="17672"/>
                    </a:lnTo>
                    <a:lnTo>
                      <a:pt x="9704" y="18981"/>
                    </a:lnTo>
                    <a:lnTo>
                      <a:pt x="10330" y="19636"/>
                    </a:lnTo>
                    <a:lnTo>
                      <a:pt x="10643" y="20945"/>
                    </a:lnTo>
                    <a:lnTo>
                      <a:pt x="11269" y="20945"/>
                    </a:lnTo>
                    <a:lnTo>
                      <a:pt x="11582" y="21600"/>
                    </a:lnTo>
                    <a:lnTo>
                      <a:pt x="12834" y="21600"/>
                    </a:lnTo>
                    <a:lnTo>
                      <a:pt x="14713" y="19636"/>
                    </a:lnTo>
                    <a:lnTo>
                      <a:pt x="15965" y="19636"/>
                    </a:lnTo>
                    <a:lnTo>
                      <a:pt x="15965" y="18981"/>
                    </a:lnTo>
                    <a:lnTo>
                      <a:pt x="16278" y="18327"/>
                    </a:lnTo>
                    <a:lnTo>
                      <a:pt x="16278" y="16363"/>
                    </a:lnTo>
                    <a:lnTo>
                      <a:pt x="16591" y="16363"/>
                    </a:lnTo>
                    <a:lnTo>
                      <a:pt x="17530" y="14400"/>
                    </a:lnTo>
                    <a:lnTo>
                      <a:pt x="17843" y="14400"/>
                    </a:lnTo>
                    <a:lnTo>
                      <a:pt x="18469" y="15054"/>
                    </a:lnTo>
                    <a:lnTo>
                      <a:pt x="19095" y="14400"/>
                    </a:lnTo>
                    <a:lnTo>
                      <a:pt x="19721" y="14400"/>
                    </a:lnTo>
                    <a:lnTo>
                      <a:pt x="20660" y="12436"/>
                    </a:lnTo>
                    <a:lnTo>
                      <a:pt x="21599" y="12436"/>
                    </a:lnTo>
                    <a:lnTo>
                      <a:pt x="21286" y="11781"/>
                    </a:lnTo>
                    <a:lnTo>
                      <a:pt x="21286" y="9818"/>
                    </a:lnTo>
                    <a:lnTo>
                      <a:pt x="21599" y="8509"/>
                    </a:lnTo>
                    <a:lnTo>
                      <a:pt x="21599" y="785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8" name="AutoShape 76">
                <a:extLst>
                  <a:ext uri="{FF2B5EF4-FFF2-40B4-BE49-F238E27FC236}">
                    <a16:creationId xmlns:a16="http://schemas.microsoft.com/office/drawing/2014/main" id="{290F32AE-B302-D8F9-7CFF-0C4FBF60A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87" y="1009677"/>
                <a:ext cx="221619" cy="161655"/>
              </a:xfrm>
              <a:custGeom>
                <a:avLst/>
                <a:gdLst>
                  <a:gd name="T0" fmla="*/ 110810 w 21600"/>
                  <a:gd name="T1" fmla="*/ 80828 h 21600"/>
                  <a:gd name="T2" fmla="*/ 110810 w 21600"/>
                  <a:gd name="T3" fmla="*/ 80828 h 21600"/>
                  <a:gd name="T4" fmla="*/ 110810 w 21600"/>
                  <a:gd name="T5" fmla="*/ 80828 h 21600"/>
                  <a:gd name="T6" fmla="*/ 110810 w 21600"/>
                  <a:gd name="T7" fmla="*/ 808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789" y="708"/>
                    </a:moveTo>
                    <a:lnTo>
                      <a:pt x="11936" y="0"/>
                    </a:lnTo>
                    <a:lnTo>
                      <a:pt x="11936" y="354"/>
                    </a:lnTo>
                    <a:lnTo>
                      <a:pt x="11652" y="708"/>
                    </a:lnTo>
                    <a:lnTo>
                      <a:pt x="11652" y="1416"/>
                    </a:lnTo>
                    <a:lnTo>
                      <a:pt x="11084" y="2124"/>
                    </a:lnTo>
                    <a:lnTo>
                      <a:pt x="8526" y="3186"/>
                    </a:lnTo>
                    <a:lnTo>
                      <a:pt x="7389" y="3186"/>
                    </a:lnTo>
                    <a:lnTo>
                      <a:pt x="7389" y="2832"/>
                    </a:lnTo>
                    <a:lnTo>
                      <a:pt x="5968" y="2832"/>
                    </a:lnTo>
                    <a:lnTo>
                      <a:pt x="5115" y="3895"/>
                    </a:lnTo>
                    <a:lnTo>
                      <a:pt x="4547" y="4249"/>
                    </a:lnTo>
                    <a:lnTo>
                      <a:pt x="4263" y="4603"/>
                    </a:lnTo>
                    <a:lnTo>
                      <a:pt x="4263" y="4957"/>
                    </a:lnTo>
                    <a:lnTo>
                      <a:pt x="568" y="5665"/>
                    </a:lnTo>
                    <a:lnTo>
                      <a:pt x="568" y="9560"/>
                    </a:lnTo>
                    <a:lnTo>
                      <a:pt x="0" y="9560"/>
                    </a:lnTo>
                    <a:lnTo>
                      <a:pt x="0" y="9914"/>
                    </a:lnTo>
                    <a:lnTo>
                      <a:pt x="284" y="9914"/>
                    </a:lnTo>
                    <a:lnTo>
                      <a:pt x="568" y="10622"/>
                    </a:lnTo>
                    <a:lnTo>
                      <a:pt x="852" y="10977"/>
                    </a:lnTo>
                    <a:lnTo>
                      <a:pt x="1136" y="10977"/>
                    </a:lnTo>
                    <a:lnTo>
                      <a:pt x="1136" y="11331"/>
                    </a:lnTo>
                    <a:lnTo>
                      <a:pt x="1705" y="12039"/>
                    </a:lnTo>
                    <a:lnTo>
                      <a:pt x="1705" y="12393"/>
                    </a:lnTo>
                    <a:lnTo>
                      <a:pt x="852" y="13455"/>
                    </a:lnTo>
                    <a:lnTo>
                      <a:pt x="852" y="13809"/>
                    </a:lnTo>
                    <a:lnTo>
                      <a:pt x="1136" y="14163"/>
                    </a:lnTo>
                    <a:lnTo>
                      <a:pt x="1136" y="14872"/>
                    </a:lnTo>
                    <a:lnTo>
                      <a:pt x="852" y="15226"/>
                    </a:lnTo>
                    <a:lnTo>
                      <a:pt x="852" y="15580"/>
                    </a:lnTo>
                    <a:lnTo>
                      <a:pt x="1136" y="15934"/>
                    </a:lnTo>
                    <a:lnTo>
                      <a:pt x="852" y="15934"/>
                    </a:lnTo>
                    <a:lnTo>
                      <a:pt x="852" y="16288"/>
                    </a:lnTo>
                    <a:lnTo>
                      <a:pt x="1136" y="16642"/>
                    </a:lnTo>
                    <a:lnTo>
                      <a:pt x="1136" y="17350"/>
                    </a:lnTo>
                    <a:lnTo>
                      <a:pt x="852" y="17704"/>
                    </a:lnTo>
                    <a:lnTo>
                      <a:pt x="1136" y="17704"/>
                    </a:lnTo>
                    <a:lnTo>
                      <a:pt x="1136" y="18059"/>
                    </a:lnTo>
                    <a:lnTo>
                      <a:pt x="1705" y="18059"/>
                    </a:lnTo>
                    <a:lnTo>
                      <a:pt x="1705" y="17350"/>
                    </a:lnTo>
                    <a:lnTo>
                      <a:pt x="1989" y="17350"/>
                    </a:lnTo>
                    <a:lnTo>
                      <a:pt x="1989" y="16996"/>
                    </a:lnTo>
                    <a:lnTo>
                      <a:pt x="2557" y="16996"/>
                    </a:lnTo>
                    <a:lnTo>
                      <a:pt x="2842" y="17704"/>
                    </a:lnTo>
                    <a:lnTo>
                      <a:pt x="3694" y="17704"/>
                    </a:lnTo>
                    <a:lnTo>
                      <a:pt x="4263" y="18413"/>
                    </a:lnTo>
                    <a:lnTo>
                      <a:pt x="5968" y="18413"/>
                    </a:lnTo>
                    <a:lnTo>
                      <a:pt x="6252" y="19475"/>
                    </a:lnTo>
                    <a:lnTo>
                      <a:pt x="7389" y="19475"/>
                    </a:lnTo>
                    <a:lnTo>
                      <a:pt x="8526" y="20537"/>
                    </a:lnTo>
                    <a:lnTo>
                      <a:pt x="9094" y="20891"/>
                    </a:lnTo>
                    <a:lnTo>
                      <a:pt x="9663" y="20891"/>
                    </a:lnTo>
                    <a:lnTo>
                      <a:pt x="9663" y="21599"/>
                    </a:lnTo>
                    <a:lnTo>
                      <a:pt x="10515" y="21245"/>
                    </a:lnTo>
                    <a:lnTo>
                      <a:pt x="11084" y="21245"/>
                    </a:lnTo>
                    <a:lnTo>
                      <a:pt x="11368" y="20891"/>
                    </a:lnTo>
                    <a:lnTo>
                      <a:pt x="11936" y="20891"/>
                    </a:lnTo>
                    <a:lnTo>
                      <a:pt x="12221" y="21245"/>
                    </a:lnTo>
                    <a:lnTo>
                      <a:pt x="12505" y="21245"/>
                    </a:lnTo>
                    <a:lnTo>
                      <a:pt x="12505" y="20183"/>
                    </a:lnTo>
                    <a:lnTo>
                      <a:pt x="12789" y="20183"/>
                    </a:lnTo>
                    <a:lnTo>
                      <a:pt x="13357" y="19475"/>
                    </a:lnTo>
                    <a:lnTo>
                      <a:pt x="13926" y="19475"/>
                    </a:lnTo>
                    <a:lnTo>
                      <a:pt x="14494" y="19121"/>
                    </a:lnTo>
                    <a:lnTo>
                      <a:pt x="15063" y="19121"/>
                    </a:lnTo>
                    <a:lnTo>
                      <a:pt x="15631" y="19829"/>
                    </a:lnTo>
                    <a:lnTo>
                      <a:pt x="15915" y="19829"/>
                    </a:lnTo>
                    <a:lnTo>
                      <a:pt x="16768" y="20891"/>
                    </a:lnTo>
                    <a:lnTo>
                      <a:pt x="17336" y="21245"/>
                    </a:lnTo>
                    <a:lnTo>
                      <a:pt x="18189" y="21245"/>
                    </a:lnTo>
                    <a:lnTo>
                      <a:pt x="18189" y="20891"/>
                    </a:lnTo>
                    <a:lnTo>
                      <a:pt x="21315" y="18413"/>
                    </a:lnTo>
                    <a:lnTo>
                      <a:pt x="21600" y="18059"/>
                    </a:lnTo>
                    <a:lnTo>
                      <a:pt x="21600" y="17704"/>
                    </a:lnTo>
                    <a:lnTo>
                      <a:pt x="21315" y="17350"/>
                    </a:lnTo>
                    <a:lnTo>
                      <a:pt x="20747" y="15226"/>
                    </a:lnTo>
                    <a:lnTo>
                      <a:pt x="20747" y="14872"/>
                    </a:lnTo>
                    <a:lnTo>
                      <a:pt x="20463" y="14518"/>
                    </a:lnTo>
                    <a:lnTo>
                      <a:pt x="20178" y="13809"/>
                    </a:lnTo>
                    <a:lnTo>
                      <a:pt x="19894" y="12747"/>
                    </a:lnTo>
                    <a:lnTo>
                      <a:pt x="18757" y="11331"/>
                    </a:lnTo>
                    <a:lnTo>
                      <a:pt x="18473" y="10622"/>
                    </a:lnTo>
                    <a:lnTo>
                      <a:pt x="17905" y="10268"/>
                    </a:lnTo>
                    <a:lnTo>
                      <a:pt x="18189" y="10268"/>
                    </a:lnTo>
                    <a:lnTo>
                      <a:pt x="18757" y="9560"/>
                    </a:lnTo>
                    <a:lnTo>
                      <a:pt x="19326" y="8144"/>
                    </a:lnTo>
                    <a:lnTo>
                      <a:pt x="19042" y="7081"/>
                    </a:lnTo>
                    <a:lnTo>
                      <a:pt x="18189" y="4957"/>
                    </a:lnTo>
                    <a:lnTo>
                      <a:pt x="17905" y="3895"/>
                    </a:lnTo>
                    <a:lnTo>
                      <a:pt x="17621" y="3186"/>
                    </a:lnTo>
                    <a:lnTo>
                      <a:pt x="17052" y="2478"/>
                    </a:lnTo>
                    <a:lnTo>
                      <a:pt x="16484" y="2124"/>
                    </a:lnTo>
                    <a:lnTo>
                      <a:pt x="15915" y="1416"/>
                    </a:lnTo>
                    <a:lnTo>
                      <a:pt x="15915" y="1062"/>
                    </a:lnTo>
                    <a:lnTo>
                      <a:pt x="15631" y="1062"/>
                    </a:lnTo>
                    <a:lnTo>
                      <a:pt x="15347" y="1416"/>
                    </a:lnTo>
                    <a:lnTo>
                      <a:pt x="13357" y="1416"/>
                    </a:lnTo>
                    <a:lnTo>
                      <a:pt x="12789" y="70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79" name="AutoShape 77">
                <a:extLst>
                  <a:ext uri="{FF2B5EF4-FFF2-40B4-BE49-F238E27FC236}">
                    <a16:creationId xmlns:a16="http://schemas.microsoft.com/office/drawing/2014/main" id="{A729469E-B1BF-E537-A97E-71FB60323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256" y="1192532"/>
                <a:ext cx="149065" cy="111304"/>
              </a:xfrm>
              <a:custGeom>
                <a:avLst/>
                <a:gdLst>
                  <a:gd name="T0" fmla="*/ 74533 w 21600"/>
                  <a:gd name="T1" fmla="*/ 55652 h 21600"/>
                  <a:gd name="T2" fmla="*/ 74533 w 21600"/>
                  <a:gd name="T3" fmla="*/ 55652 h 21600"/>
                  <a:gd name="T4" fmla="*/ 74533 w 21600"/>
                  <a:gd name="T5" fmla="*/ 55652 h 21600"/>
                  <a:gd name="T6" fmla="*/ 74533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235" y="1542"/>
                    </a:moveTo>
                    <a:lnTo>
                      <a:pt x="4658" y="1028"/>
                    </a:lnTo>
                    <a:lnTo>
                      <a:pt x="5505" y="514"/>
                    </a:lnTo>
                    <a:lnTo>
                      <a:pt x="8894" y="514"/>
                    </a:lnTo>
                    <a:lnTo>
                      <a:pt x="10164" y="1028"/>
                    </a:lnTo>
                    <a:lnTo>
                      <a:pt x="10588" y="1028"/>
                    </a:lnTo>
                    <a:lnTo>
                      <a:pt x="11011" y="1542"/>
                    </a:lnTo>
                    <a:lnTo>
                      <a:pt x="13976" y="1542"/>
                    </a:lnTo>
                    <a:lnTo>
                      <a:pt x="14400" y="1028"/>
                    </a:lnTo>
                    <a:lnTo>
                      <a:pt x="14823" y="1028"/>
                    </a:lnTo>
                    <a:lnTo>
                      <a:pt x="15247" y="0"/>
                    </a:lnTo>
                    <a:lnTo>
                      <a:pt x="17788" y="1542"/>
                    </a:lnTo>
                    <a:lnTo>
                      <a:pt x="19482" y="3599"/>
                    </a:lnTo>
                    <a:lnTo>
                      <a:pt x="19482" y="4114"/>
                    </a:lnTo>
                    <a:lnTo>
                      <a:pt x="20329" y="6171"/>
                    </a:lnTo>
                    <a:lnTo>
                      <a:pt x="20329" y="7714"/>
                    </a:lnTo>
                    <a:lnTo>
                      <a:pt x="20752" y="8742"/>
                    </a:lnTo>
                    <a:lnTo>
                      <a:pt x="20752" y="10285"/>
                    </a:lnTo>
                    <a:lnTo>
                      <a:pt x="20329" y="12342"/>
                    </a:lnTo>
                    <a:lnTo>
                      <a:pt x="20329" y="14914"/>
                    </a:lnTo>
                    <a:lnTo>
                      <a:pt x="21599" y="16457"/>
                    </a:lnTo>
                    <a:lnTo>
                      <a:pt x="21176" y="16971"/>
                    </a:lnTo>
                    <a:lnTo>
                      <a:pt x="21176" y="21600"/>
                    </a:lnTo>
                    <a:lnTo>
                      <a:pt x="20752" y="21085"/>
                    </a:lnTo>
                    <a:lnTo>
                      <a:pt x="19905" y="20571"/>
                    </a:lnTo>
                    <a:lnTo>
                      <a:pt x="19482" y="20057"/>
                    </a:lnTo>
                    <a:lnTo>
                      <a:pt x="18635" y="19542"/>
                    </a:lnTo>
                    <a:lnTo>
                      <a:pt x="17788" y="19542"/>
                    </a:lnTo>
                    <a:lnTo>
                      <a:pt x="15670" y="18514"/>
                    </a:lnTo>
                    <a:lnTo>
                      <a:pt x="15670" y="18000"/>
                    </a:lnTo>
                    <a:lnTo>
                      <a:pt x="15247" y="18000"/>
                    </a:lnTo>
                    <a:lnTo>
                      <a:pt x="13552" y="16971"/>
                    </a:lnTo>
                    <a:lnTo>
                      <a:pt x="10164" y="16971"/>
                    </a:lnTo>
                    <a:lnTo>
                      <a:pt x="8894" y="17485"/>
                    </a:lnTo>
                    <a:lnTo>
                      <a:pt x="7200" y="18514"/>
                    </a:lnTo>
                    <a:lnTo>
                      <a:pt x="5505" y="18514"/>
                    </a:lnTo>
                    <a:lnTo>
                      <a:pt x="4658" y="17485"/>
                    </a:lnTo>
                    <a:lnTo>
                      <a:pt x="3388" y="16457"/>
                    </a:lnTo>
                    <a:lnTo>
                      <a:pt x="1694" y="14914"/>
                    </a:lnTo>
                    <a:lnTo>
                      <a:pt x="0" y="13885"/>
                    </a:lnTo>
                    <a:lnTo>
                      <a:pt x="423" y="13885"/>
                    </a:lnTo>
                    <a:lnTo>
                      <a:pt x="1694" y="12342"/>
                    </a:lnTo>
                    <a:lnTo>
                      <a:pt x="2117" y="11314"/>
                    </a:lnTo>
                    <a:lnTo>
                      <a:pt x="2964" y="10285"/>
                    </a:lnTo>
                    <a:lnTo>
                      <a:pt x="3388" y="9257"/>
                    </a:lnTo>
                    <a:lnTo>
                      <a:pt x="3388" y="6685"/>
                    </a:lnTo>
                    <a:lnTo>
                      <a:pt x="3811" y="5142"/>
                    </a:lnTo>
                    <a:lnTo>
                      <a:pt x="3811" y="3085"/>
                    </a:lnTo>
                    <a:lnTo>
                      <a:pt x="4235" y="2571"/>
                    </a:lnTo>
                    <a:lnTo>
                      <a:pt x="4235" y="15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0" name="AutoShape 78">
                <a:extLst>
                  <a:ext uri="{FF2B5EF4-FFF2-40B4-BE49-F238E27FC236}">
                    <a16:creationId xmlns:a16="http://schemas.microsoft.com/office/drawing/2014/main" id="{57E0B995-2FFD-5A09-EC6E-7D748ECC2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4639" y="1354186"/>
                <a:ext cx="60682" cy="58303"/>
              </a:xfrm>
              <a:custGeom>
                <a:avLst/>
                <a:gdLst>
                  <a:gd name="T0" fmla="*/ 30341 w 21600"/>
                  <a:gd name="T1" fmla="*/ 29152 h 21600"/>
                  <a:gd name="T2" fmla="*/ 30341 w 21600"/>
                  <a:gd name="T3" fmla="*/ 29152 h 21600"/>
                  <a:gd name="T4" fmla="*/ 30341 w 21600"/>
                  <a:gd name="T5" fmla="*/ 29152 h 21600"/>
                  <a:gd name="T6" fmla="*/ 30341 w 21600"/>
                  <a:gd name="T7" fmla="*/ 291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371" y="0"/>
                    </a:moveTo>
                    <a:lnTo>
                      <a:pt x="13371" y="1963"/>
                    </a:lnTo>
                    <a:lnTo>
                      <a:pt x="18514" y="6872"/>
                    </a:lnTo>
                    <a:lnTo>
                      <a:pt x="21599" y="10800"/>
                    </a:lnTo>
                    <a:lnTo>
                      <a:pt x="20571" y="10800"/>
                    </a:lnTo>
                    <a:lnTo>
                      <a:pt x="20571" y="11781"/>
                    </a:lnTo>
                    <a:lnTo>
                      <a:pt x="19542" y="13745"/>
                    </a:lnTo>
                    <a:lnTo>
                      <a:pt x="18514" y="14727"/>
                    </a:lnTo>
                    <a:lnTo>
                      <a:pt x="15428" y="14727"/>
                    </a:lnTo>
                    <a:lnTo>
                      <a:pt x="14399" y="15709"/>
                    </a:lnTo>
                    <a:lnTo>
                      <a:pt x="11314" y="15709"/>
                    </a:lnTo>
                    <a:lnTo>
                      <a:pt x="6171" y="20618"/>
                    </a:lnTo>
                    <a:lnTo>
                      <a:pt x="5142" y="20618"/>
                    </a:lnTo>
                    <a:lnTo>
                      <a:pt x="4114" y="21599"/>
                    </a:lnTo>
                    <a:lnTo>
                      <a:pt x="0" y="21599"/>
                    </a:lnTo>
                    <a:lnTo>
                      <a:pt x="1028" y="17672"/>
                    </a:lnTo>
                    <a:lnTo>
                      <a:pt x="1028" y="9818"/>
                    </a:lnTo>
                    <a:lnTo>
                      <a:pt x="2057" y="7854"/>
                    </a:lnTo>
                    <a:lnTo>
                      <a:pt x="2057" y="5890"/>
                    </a:lnTo>
                    <a:lnTo>
                      <a:pt x="6171" y="1963"/>
                    </a:lnTo>
                    <a:lnTo>
                      <a:pt x="7199" y="1963"/>
                    </a:lnTo>
                    <a:lnTo>
                      <a:pt x="8228" y="981"/>
                    </a:lnTo>
                    <a:lnTo>
                      <a:pt x="10285" y="0"/>
                    </a:lnTo>
                    <a:lnTo>
                      <a:pt x="1337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1" name="AutoShape 79">
                <a:extLst>
                  <a:ext uri="{FF2B5EF4-FFF2-40B4-BE49-F238E27FC236}">
                    <a16:creationId xmlns:a16="http://schemas.microsoft.com/office/drawing/2014/main" id="{9DECA839-8F1A-03AB-D456-93B3C42AE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383" y="748"/>
                <a:ext cx="3109240" cy="1454142"/>
              </a:xfrm>
              <a:custGeom>
                <a:avLst/>
                <a:gdLst>
                  <a:gd name="T0" fmla="*/ 1554620 w 21600"/>
                  <a:gd name="T1" fmla="*/ 727778 h 21589"/>
                  <a:gd name="T2" fmla="*/ 1554620 w 21600"/>
                  <a:gd name="T3" fmla="*/ 727778 h 21589"/>
                  <a:gd name="T4" fmla="*/ 1554620 w 21600"/>
                  <a:gd name="T5" fmla="*/ 727778 h 21589"/>
                  <a:gd name="T6" fmla="*/ 1554620 w 21600"/>
                  <a:gd name="T7" fmla="*/ 727778 h 2158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89">
                    <a:moveTo>
                      <a:pt x="8737" y="17643"/>
                    </a:moveTo>
                    <a:lnTo>
                      <a:pt x="8854" y="17643"/>
                    </a:lnTo>
                    <a:lnTo>
                      <a:pt x="8947" y="17461"/>
                    </a:lnTo>
                    <a:lnTo>
                      <a:pt x="9180" y="17597"/>
                    </a:lnTo>
                    <a:lnTo>
                      <a:pt x="9320" y="17507"/>
                    </a:lnTo>
                    <a:lnTo>
                      <a:pt x="9576" y="17960"/>
                    </a:lnTo>
                    <a:lnTo>
                      <a:pt x="9693" y="18232"/>
                    </a:lnTo>
                    <a:lnTo>
                      <a:pt x="9833" y="17824"/>
                    </a:lnTo>
                    <a:lnTo>
                      <a:pt x="9833" y="17597"/>
                    </a:lnTo>
                    <a:lnTo>
                      <a:pt x="9949" y="17688"/>
                    </a:lnTo>
                    <a:lnTo>
                      <a:pt x="10182" y="17234"/>
                    </a:lnTo>
                    <a:lnTo>
                      <a:pt x="10368" y="17416"/>
                    </a:lnTo>
                    <a:lnTo>
                      <a:pt x="10578" y="17325"/>
                    </a:lnTo>
                    <a:lnTo>
                      <a:pt x="10765" y="17325"/>
                    </a:lnTo>
                    <a:lnTo>
                      <a:pt x="11114" y="17779"/>
                    </a:lnTo>
                    <a:lnTo>
                      <a:pt x="11417" y="17824"/>
                    </a:lnTo>
                    <a:lnTo>
                      <a:pt x="11720" y="17643"/>
                    </a:lnTo>
                    <a:lnTo>
                      <a:pt x="11860" y="17280"/>
                    </a:lnTo>
                    <a:lnTo>
                      <a:pt x="11976" y="17280"/>
                    </a:lnTo>
                    <a:lnTo>
                      <a:pt x="12442" y="17733"/>
                    </a:lnTo>
                    <a:lnTo>
                      <a:pt x="12629" y="17461"/>
                    </a:lnTo>
                    <a:lnTo>
                      <a:pt x="12652" y="17053"/>
                    </a:lnTo>
                    <a:lnTo>
                      <a:pt x="12768" y="16327"/>
                    </a:lnTo>
                    <a:lnTo>
                      <a:pt x="13025" y="16237"/>
                    </a:lnTo>
                    <a:lnTo>
                      <a:pt x="13234" y="16282"/>
                    </a:lnTo>
                    <a:cubicBezTo>
                      <a:pt x="13379" y="16657"/>
                      <a:pt x="13297" y="16645"/>
                      <a:pt x="13398" y="16645"/>
                    </a:cubicBezTo>
                    <a:lnTo>
                      <a:pt x="13444" y="17053"/>
                    </a:lnTo>
                    <a:lnTo>
                      <a:pt x="13677" y="17733"/>
                    </a:lnTo>
                    <a:lnTo>
                      <a:pt x="13747" y="18096"/>
                    </a:lnTo>
                    <a:lnTo>
                      <a:pt x="13957" y="18051"/>
                    </a:lnTo>
                    <a:lnTo>
                      <a:pt x="14050" y="18278"/>
                    </a:lnTo>
                    <a:lnTo>
                      <a:pt x="14190" y="18504"/>
                    </a:lnTo>
                    <a:lnTo>
                      <a:pt x="14330" y="18414"/>
                    </a:lnTo>
                    <a:lnTo>
                      <a:pt x="14446" y="18005"/>
                    </a:lnTo>
                    <a:lnTo>
                      <a:pt x="14656" y="17779"/>
                    </a:lnTo>
                    <a:lnTo>
                      <a:pt x="14633" y="18187"/>
                    </a:lnTo>
                    <a:lnTo>
                      <a:pt x="14376" y="19049"/>
                    </a:lnTo>
                    <a:lnTo>
                      <a:pt x="14143" y="19593"/>
                    </a:lnTo>
                    <a:lnTo>
                      <a:pt x="14120" y="19956"/>
                    </a:lnTo>
                    <a:lnTo>
                      <a:pt x="14166" y="20183"/>
                    </a:lnTo>
                    <a:lnTo>
                      <a:pt x="14376" y="20409"/>
                    </a:lnTo>
                    <a:lnTo>
                      <a:pt x="14772" y="19457"/>
                    </a:lnTo>
                    <a:lnTo>
                      <a:pt x="15075" y="18323"/>
                    </a:lnTo>
                    <a:lnTo>
                      <a:pt x="15192" y="17733"/>
                    </a:lnTo>
                    <a:cubicBezTo>
                      <a:pt x="15216" y="17446"/>
                      <a:pt x="15168" y="17461"/>
                      <a:pt x="15238" y="17461"/>
                    </a:cubicBezTo>
                    <a:lnTo>
                      <a:pt x="15355" y="17053"/>
                    </a:lnTo>
                    <a:lnTo>
                      <a:pt x="15355" y="16327"/>
                    </a:lnTo>
                    <a:cubicBezTo>
                      <a:pt x="15331" y="15813"/>
                      <a:pt x="15417" y="15828"/>
                      <a:pt x="15308" y="15828"/>
                    </a:cubicBezTo>
                    <a:lnTo>
                      <a:pt x="15192" y="15828"/>
                    </a:lnTo>
                    <a:lnTo>
                      <a:pt x="14959" y="15919"/>
                    </a:lnTo>
                    <a:lnTo>
                      <a:pt x="14702" y="15738"/>
                    </a:lnTo>
                    <a:lnTo>
                      <a:pt x="14679" y="15511"/>
                    </a:lnTo>
                    <a:lnTo>
                      <a:pt x="14935" y="15194"/>
                    </a:lnTo>
                    <a:lnTo>
                      <a:pt x="14959" y="14921"/>
                    </a:lnTo>
                    <a:lnTo>
                      <a:pt x="15611" y="13470"/>
                    </a:lnTo>
                    <a:lnTo>
                      <a:pt x="16380" y="13742"/>
                    </a:lnTo>
                    <a:lnTo>
                      <a:pt x="16357" y="13515"/>
                    </a:lnTo>
                    <a:cubicBezTo>
                      <a:pt x="16504" y="13373"/>
                      <a:pt x="16444" y="13379"/>
                      <a:pt x="16520" y="13379"/>
                    </a:cubicBezTo>
                    <a:lnTo>
                      <a:pt x="16683" y="13379"/>
                    </a:lnTo>
                    <a:lnTo>
                      <a:pt x="16753" y="13788"/>
                    </a:lnTo>
                    <a:lnTo>
                      <a:pt x="17196" y="13561"/>
                    </a:lnTo>
                    <a:lnTo>
                      <a:pt x="17172" y="13243"/>
                    </a:lnTo>
                    <a:lnTo>
                      <a:pt x="17615" y="12563"/>
                    </a:lnTo>
                    <a:lnTo>
                      <a:pt x="17895" y="12291"/>
                    </a:lnTo>
                    <a:lnTo>
                      <a:pt x="17895" y="12472"/>
                    </a:lnTo>
                    <a:lnTo>
                      <a:pt x="17778" y="12835"/>
                    </a:lnTo>
                    <a:lnTo>
                      <a:pt x="17895" y="12880"/>
                    </a:lnTo>
                    <a:lnTo>
                      <a:pt x="18174" y="12291"/>
                    </a:lnTo>
                    <a:lnTo>
                      <a:pt x="18221" y="12880"/>
                    </a:lnTo>
                    <a:lnTo>
                      <a:pt x="17895" y="13243"/>
                    </a:lnTo>
                    <a:lnTo>
                      <a:pt x="17778" y="13561"/>
                    </a:lnTo>
                    <a:lnTo>
                      <a:pt x="17638" y="13969"/>
                    </a:lnTo>
                    <a:lnTo>
                      <a:pt x="17382" y="14422"/>
                    </a:lnTo>
                    <a:lnTo>
                      <a:pt x="17149" y="15420"/>
                    </a:lnTo>
                    <a:lnTo>
                      <a:pt x="17335" y="16826"/>
                    </a:lnTo>
                    <a:lnTo>
                      <a:pt x="17452" y="17144"/>
                    </a:lnTo>
                    <a:lnTo>
                      <a:pt x="17778" y="16237"/>
                    </a:lnTo>
                    <a:lnTo>
                      <a:pt x="17965" y="15692"/>
                    </a:lnTo>
                    <a:lnTo>
                      <a:pt x="18104" y="15692"/>
                    </a:lnTo>
                    <a:lnTo>
                      <a:pt x="18081" y="15057"/>
                    </a:lnTo>
                    <a:lnTo>
                      <a:pt x="18221" y="14422"/>
                    </a:lnTo>
                    <a:lnTo>
                      <a:pt x="18104" y="14014"/>
                    </a:lnTo>
                    <a:lnTo>
                      <a:pt x="18151" y="13742"/>
                    </a:lnTo>
                    <a:lnTo>
                      <a:pt x="18407" y="13742"/>
                    </a:lnTo>
                    <a:lnTo>
                      <a:pt x="18454" y="13515"/>
                    </a:lnTo>
                    <a:lnTo>
                      <a:pt x="18454" y="13334"/>
                    </a:lnTo>
                    <a:lnTo>
                      <a:pt x="18594" y="13243"/>
                    </a:lnTo>
                    <a:lnTo>
                      <a:pt x="18920" y="12880"/>
                    </a:lnTo>
                    <a:lnTo>
                      <a:pt x="19060" y="12835"/>
                    </a:lnTo>
                    <a:lnTo>
                      <a:pt x="19339" y="13016"/>
                    </a:lnTo>
                    <a:lnTo>
                      <a:pt x="19479" y="12472"/>
                    </a:lnTo>
                    <a:cubicBezTo>
                      <a:pt x="19696" y="12238"/>
                      <a:pt x="19609" y="12245"/>
                      <a:pt x="19712" y="12245"/>
                    </a:cubicBezTo>
                    <a:lnTo>
                      <a:pt x="19782" y="11973"/>
                    </a:lnTo>
                    <a:lnTo>
                      <a:pt x="20085" y="12064"/>
                    </a:lnTo>
                    <a:lnTo>
                      <a:pt x="20341" y="11747"/>
                    </a:lnTo>
                    <a:cubicBezTo>
                      <a:pt x="20151" y="11190"/>
                      <a:pt x="20267" y="11202"/>
                      <a:pt x="20132" y="11202"/>
                    </a:cubicBezTo>
                    <a:lnTo>
                      <a:pt x="19968" y="10885"/>
                    </a:lnTo>
                    <a:lnTo>
                      <a:pt x="19968" y="10658"/>
                    </a:lnTo>
                    <a:lnTo>
                      <a:pt x="20132" y="10658"/>
                    </a:lnTo>
                    <a:lnTo>
                      <a:pt x="20434" y="10159"/>
                    </a:lnTo>
                    <a:lnTo>
                      <a:pt x="20411" y="9796"/>
                    </a:lnTo>
                    <a:lnTo>
                      <a:pt x="20528" y="9706"/>
                    </a:lnTo>
                    <a:lnTo>
                      <a:pt x="20574" y="10023"/>
                    </a:lnTo>
                    <a:lnTo>
                      <a:pt x="20877" y="10341"/>
                    </a:lnTo>
                    <a:lnTo>
                      <a:pt x="21133" y="10885"/>
                    </a:lnTo>
                    <a:lnTo>
                      <a:pt x="21250" y="10885"/>
                    </a:lnTo>
                    <a:lnTo>
                      <a:pt x="21320" y="10159"/>
                    </a:lnTo>
                    <a:lnTo>
                      <a:pt x="21460" y="10159"/>
                    </a:lnTo>
                    <a:lnTo>
                      <a:pt x="21600" y="9842"/>
                    </a:lnTo>
                    <a:lnTo>
                      <a:pt x="21180" y="9297"/>
                    </a:lnTo>
                    <a:lnTo>
                      <a:pt x="20970" y="9479"/>
                    </a:lnTo>
                    <a:lnTo>
                      <a:pt x="20854" y="8889"/>
                    </a:lnTo>
                    <a:lnTo>
                      <a:pt x="20551" y="8345"/>
                    </a:lnTo>
                    <a:lnTo>
                      <a:pt x="20225" y="8027"/>
                    </a:lnTo>
                    <a:lnTo>
                      <a:pt x="19992" y="7574"/>
                    </a:lnTo>
                    <a:lnTo>
                      <a:pt x="19712" y="7347"/>
                    </a:lnTo>
                    <a:lnTo>
                      <a:pt x="19363" y="7256"/>
                    </a:lnTo>
                    <a:lnTo>
                      <a:pt x="19223" y="7166"/>
                    </a:lnTo>
                    <a:lnTo>
                      <a:pt x="19269" y="7710"/>
                    </a:lnTo>
                    <a:lnTo>
                      <a:pt x="19246" y="8118"/>
                    </a:lnTo>
                    <a:lnTo>
                      <a:pt x="19083" y="8209"/>
                    </a:lnTo>
                    <a:lnTo>
                      <a:pt x="19013" y="7846"/>
                    </a:lnTo>
                    <a:lnTo>
                      <a:pt x="18897" y="7574"/>
                    </a:lnTo>
                    <a:lnTo>
                      <a:pt x="19036" y="7347"/>
                    </a:lnTo>
                    <a:lnTo>
                      <a:pt x="18990" y="7211"/>
                    </a:lnTo>
                    <a:lnTo>
                      <a:pt x="18710" y="7393"/>
                    </a:lnTo>
                    <a:lnTo>
                      <a:pt x="18594" y="7483"/>
                    </a:lnTo>
                    <a:lnTo>
                      <a:pt x="18128" y="7483"/>
                    </a:lnTo>
                    <a:lnTo>
                      <a:pt x="17941" y="7755"/>
                    </a:lnTo>
                    <a:lnTo>
                      <a:pt x="17871" y="7529"/>
                    </a:lnTo>
                    <a:lnTo>
                      <a:pt x="17871" y="6939"/>
                    </a:lnTo>
                    <a:lnTo>
                      <a:pt x="17685" y="6531"/>
                    </a:lnTo>
                    <a:lnTo>
                      <a:pt x="17382" y="6395"/>
                    </a:lnTo>
                    <a:lnTo>
                      <a:pt x="16916" y="6531"/>
                    </a:lnTo>
                    <a:lnTo>
                      <a:pt x="16730" y="6259"/>
                    </a:lnTo>
                    <a:lnTo>
                      <a:pt x="16683" y="6395"/>
                    </a:lnTo>
                    <a:lnTo>
                      <a:pt x="16660" y="6077"/>
                    </a:lnTo>
                    <a:lnTo>
                      <a:pt x="16497" y="5352"/>
                    </a:lnTo>
                    <a:lnTo>
                      <a:pt x="16333" y="5397"/>
                    </a:lnTo>
                    <a:lnTo>
                      <a:pt x="16170" y="5714"/>
                    </a:lnTo>
                    <a:lnTo>
                      <a:pt x="16124" y="5352"/>
                    </a:lnTo>
                    <a:lnTo>
                      <a:pt x="15984" y="5261"/>
                    </a:lnTo>
                    <a:lnTo>
                      <a:pt x="15541" y="5079"/>
                    </a:lnTo>
                    <a:lnTo>
                      <a:pt x="15425" y="5170"/>
                    </a:lnTo>
                    <a:lnTo>
                      <a:pt x="15308" y="5352"/>
                    </a:lnTo>
                    <a:lnTo>
                      <a:pt x="15238" y="5578"/>
                    </a:lnTo>
                    <a:lnTo>
                      <a:pt x="15238" y="6077"/>
                    </a:lnTo>
                    <a:lnTo>
                      <a:pt x="15029" y="6259"/>
                    </a:lnTo>
                    <a:lnTo>
                      <a:pt x="14842" y="5987"/>
                    </a:lnTo>
                    <a:lnTo>
                      <a:pt x="14679" y="6077"/>
                    </a:lnTo>
                    <a:lnTo>
                      <a:pt x="14446" y="6077"/>
                    </a:lnTo>
                    <a:lnTo>
                      <a:pt x="14423" y="5760"/>
                    </a:lnTo>
                    <a:lnTo>
                      <a:pt x="14260" y="6123"/>
                    </a:lnTo>
                    <a:lnTo>
                      <a:pt x="14166" y="6531"/>
                    </a:lnTo>
                    <a:lnTo>
                      <a:pt x="14050" y="5987"/>
                    </a:lnTo>
                    <a:lnTo>
                      <a:pt x="14050" y="5079"/>
                    </a:lnTo>
                    <a:lnTo>
                      <a:pt x="14003" y="4626"/>
                    </a:lnTo>
                    <a:lnTo>
                      <a:pt x="13817" y="4626"/>
                    </a:lnTo>
                    <a:lnTo>
                      <a:pt x="13631" y="4535"/>
                    </a:lnTo>
                    <a:lnTo>
                      <a:pt x="13281" y="4535"/>
                    </a:lnTo>
                    <a:lnTo>
                      <a:pt x="13071" y="4853"/>
                    </a:lnTo>
                    <a:lnTo>
                      <a:pt x="12559" y="4490"/>
                    </a:lnTo>
                    <a:lnTo>
                      <a:pt x="12442" y="4218"/>
                    </a:lnTo>
                    <a:lnTo>
                      <a:pt x="11953" y="4036"/>
                    </a:lnTo>
                    <a:lnTo>
                      <a:pt x="11836" y="3764"/>
                    </a:lnTo>
                    <a:lnTo>
                      <a:pt x="11836" y="3447"/>
                    </a:lnTo>
                    <a:lnTo>
                      <a:pt x="11720" y="3220"/>
                    </a:lnTo>
                    <a:lnTo>
                      <a:pt x="11557" y="3537"/>
                    </a:lnTo>
                    <a:lnTo>
                      <a:pt x="11440" y="3946"/>
                    </a:lnTo>
                    <a:lnTo>
                      <a:pt x="11184" y="4354"/>
                    </a:lnTo>
                    <a:lnTo>
                      <a:pt x="11184" y="4490"/>
                    </a:lnTo>
                    <a:lnTo>
                      <a:pt x="11067" y="3991"/>
                    </a:lnTo>
                    <a:lnTo>
                      <a:pt x="10998" y="3810"/>
                    </a:lnTo>
                    <a:lnTo>
                      <a:pt x="11254" y="3719"/>
                    </a:lnTo>
                    <a:lnTo>
                      <a:pt x="11580" y="2993"/>
                    </a:lnTo>
                    <a:lnTo>
                      <a:pt x="11860" y="2449"/>
                    </a:lnTo>
                    <a:lnTo>
                      <a:pt x="11860" y="1814"/>
                    </a:lnTo>
                    <a:lnTo>
                      <a:pt x="11790" y="1224"/>
                    </a:lnTo>
                    <a:lnTo>
                      <a:pt x="11487" y="1043"/>
                    </a:lnTo>
                    <a:lnTo>
                      <a:pt x="11091" y="1451"/>
                    </a:lnTo>
                    <a:lnTo>
                      <a:pt x="10951" y="1360"/>
                    </a:lnTo>
                    <a:lnTo>
                      <a:pt x="10904" y="952"/>
                    </a:lnTo>
                    <a:lnTo>
                      <a:pt x="10904" y="499"/>
                    </a:lnTo>
                    <a:lnTo>
                      <a:pt x="11114" y="181"/>
                    </a:lnTo>
                    <a:cubicBezTo>
                      <a:pt x="10867" y="-11"/>
                      <a:pt x="10965" y="0"/>
                      <a:pt x="10834" y="0"/>
                    </a:cubicBezTo>
                    <a:lnTo>
                      <a:pt x="10485" y="272"/>
                    </a:lnTo>
                    <a:lnTo>
                      <a:pt x="10299" y="952"/>
                    </a:lnTo>
                    <a:lnTo>
                      <a:pt x="10275" y="1224"/>
                    </a:lnTo>
                    <a:lnTo>
                      <a:pt x="10042" y="1315"/>
                    </a:lnTo>
                    <a:lnTo>
                      <a:pt x="10066" y="1496"/>
                    </a:lnTo>
                    <a:lnTo>
                      <a:pt x="10345" y="1905"/>
                    </a:lnTo>
                    <a:lnTo>
                      <a:pt x="10368" y="2267"/>
                    </a:lnTo>
                    <a:lnTo>
                      <a:pt x="10299" y="2585"/>
                    </a:lnTo>
                    <a:lnTo>
                      <a:pt x="10089" y="2177"/>
                    </a:lnTo>
                    <a:lnTo>
                      <a:pt x="9926" y="1814"/>
                    </a:lnTo>
                    <a:lnTo>
                      <a:pt x="9623" y="1769"/>
                    </a:lnTo>
                    <a:lnTo>
                      <a:pt x="9390" y="1632"/>
                    </a:lnTo>
                    <a:lnTo>
                      <a:pt x="9017" y="2041"/>
                    </a:lnTo>
                    <a:lnTo>
                      <a:pt x="8714" y="2222"/>
                    </a:lnTo>
                    <a:lnTo>
                      <a:pt x="8598" y="2902"/>
                    </a:lnTo>
                    <a:lnTo>
                      <a:pt x="8434" y="3356"/>
                    </a:lnTo>
                    <a:cubicBezTo>
                      <a:pt x="8241" y="3591"/>
                      <a:pt x="8248" y="3440"/>
                      <a:pt x="8248" y="3628"/>
                    </a:cubicBezTo>
                    <a:lnTo>
                      <a:pt x="8271" y="3764"/>
                    </a:lnTo>
                    <a:lnTo>
                      <a:pt x="8015" y="4127"/>
                    </a:lnTo>
                    <a:lnTo>
                      <a:pt x="7875" y="4444"/>
                    </a:lnTo>
                    <a:lnTo>
                      <a:pt x="7759" y="4943"/>
                    </a:lnTo>
                    <a:lnTo>
                      <a:pt x="7829" y="5442"/>
                    </a:lnTo>
                    <a:lnTo>
                      <a:pt x="8085" y="5714"/>
                    </a:lnTo>
                    <a:lnTo>
                      <a:pt x="8155" y="5987"/>
                    </a:lnTo>
                    <a:lnTo>
                      <a:pt x="8132" y="6848"/>
                    </a:lnTo>
                    <a:lnTo>
                      <a:pt x="8248" y="7574"/>
                    </a:lnTo>
                    <a:lnTo>
                      <a:pt x="7922" y="7030"/>
                    </a:lnTo>
                    <a:lnTo>
                      <a:pt x="7922" y="6667"/>
                    </a:lnTo>
                    <a:lnTo>
                      <a:pt x="7852" y="6621"/>
                    </a:lnTo>
                    <a:cubicBezTo>
                      <a:pt x="8019" y="6019"/>
                      <a:pt x="8130" y="6032"/>
                      <a:pt x="7992" y="6032"/>
                    </a:cubicBezTo>
                    <a:lnTo>
                      <a:pt x="7945" y="5850"/>
                    </a:lnTo>
                    <a:lnTo>
                      <a:pt x="7666" y="5760"/>
                    </a:lnTo>
                    <a:lnTo>
                      <a:pt x="7316" y="5352"/>
                    </a:lnTo>
                    <a:lnTo>
                      <a:pt x="7223" y="5488"/>
                    </a:lnTo>
                    <a:lnTo>
                      <a:pt x="7199" y="4989"/>
                    </a:lnTo>
                    <a:lnTo>
                      <a:pt x="7130" y="4762"/>
                    </a:lnTo>
                    <a:lnTo>
                      <a:pt x="6943" y="4807"/>
                    </a:lnTo>
                    <a:lnTo>
                      <a:pt x="6943" y="4989"/>
                    </a:lnTo>
                    <a:lnTo>
                      <a:pt x="7013" y="5442"/>
                    </a:lnTo>
                    <a:lnTo>
                      <a:pt x="6943" y="5624"/>
                    </a:lnTo>
                    <a:lnTo>
                      <a:pt x="6757" y="5941"/>
                    </a:lnTo>
                    <a:lnTo>
                      <a:pt x="6803" y="6304"/>
                    </a:lnTo>
                    <a:lnTo>
                      <a:pt x="6920" y="6485"/>
                    </a:lnTo>
                    <a:lnTo>
                      <a:pt x="6873" y="6848"/>
                    </a:lnTo>
                    <a:lnTo>
                      <a:pt x="6827" y="7166"/>
                    </a:lnTo>
                    <a:lnTo>
                      <a:pt x="6780" y="7710"/>
                    </a:lnTo>
                    <a:lnTo>
                      <a:pt x="6920" y="7846"/>
                    </a:lnTo>
                    <a:lnTo>
                      <a:pt x="7083" y="7665"/>
                    </a:lnTo>
                    <a:lnTo>
                      <a:pt x="7176" y="7619"/>
                    </a:lnTo>
                    <a:lnTo>
                      <a:pt x="7339" y="7801"/>
                    </a:lnTo>
                    <a:lnTo>
                      <a:pt x="7456" y="8481"/>
                    </a:lnTo>
                    <a:lnTo>
                      <a:pt x="7456" y="8844"/>
                    </a:lnTo>
                    <a:lnTo>
                      <a:pt x="7642" y="8844"/>
                    </a:lnTo>
                    <a:lnTo>
                      <a:pt x="7875" y="8980"/>
                    </a:lnTo>
                    <a:lnTo>
                      <a:pt x="7666" y="9297"/>
                    </a:lnTo>
                    <a:lnTo>
                      <a:pt x="7572" y="9343"/>
                    </a:lnTo>
                    <a:lnTo>
                      <a:pt x="7642" y="9796"/>
                    </a:lnTo>
                    <a:lnTo>
                      <a:pt x="7642" y="10341"/>
                    </a:lnTo>
                    <a:lnTo>
                      <a:pt x="7526" y="10341"/>
                    </a:lnTo>
                    <a:lnTo>
                      <a:pt x="7433" y="9842"/>
                    </a:lnTo>
                    <a:lnTo>
                      <a:pt x="7409" y="9297"/>
                    </a:lnTo>
                    <a:lnTo>
                      <a:pt x="7269" y="9297"/>
                    </a:lnTo>
                    <a:lnTo>
                      <a:pt x="7223" y="9706"/>
                    </a:lnTo>
                    <a:lnTo>
                      <a:pt x="7060" y="9706"/>
                    </a:lnTo>
                    <a:lnTo>
                      <a:pt x="7176" y="9207"/>
                    </a:lnTo>
                    <a:lnTo>
                      <a:pt x="7176" y="8526"/>
                    </a:lnTo>
                    <a:lnTo>
                      <a:pt x="7130" y="7891"/>
                    </a:lnTo>
                    <a:lnTo>
                      <a:pt x="7013" y="8027"/>
                    </a:lnTo>
                    <a:lnTo>
                      <a:pt x="6873" y="8164"/>
                    </a:lnTo>
                    <a:lnTo>
                      <a:pt x="6873" y="9071"/>
                    </a:lnTo>
                    <a:lnTo>
                      <a:pt x="6827" y="9570"/>
                    </a:lnTo>
                    <a:lnTo>
                      <a:pt x="6547" y="9706"/>
                    </a:lnTo>
                    <a:lnTo>
                      <a:pt x="6314" y="9751"/>
                    </a:lnTo>
                    <a:lnTo>
                      <a:pt x="6034" y="9479"/>
                    </a:lnTo>
                    <a:lnTo>
                      <a:pt x="6128" y="9388"/>
                    </a:lnTo>
                    <a:lnTo>
                      <a:pt x="6361" y="9207"/>
                    </a:lnTo>
                    <a:lnTo>
                      <a:pt x="6570" y="9207"/>
                    </a:lnTo>
                    <a:lnTo>
                      <a:pt x="6547" y="8889"/>
                    </a:lnTo>
                    <a:lnTo>
                      <a:pt x="6687" y="8436"/>
                    </a:lnTo>
                    <a:lnTo>
                      <a:pt x="6617" y="8164"/>
                    </a:lnTo>
                    <a:lnTo>
                      <a:pt x="6617" y="7256"/>
                    </a:lnTo>
                    <a:lnTo>
                      <a:pt x="6640" y="6667"/>
                    </a:lnTo>
                    <a:lnTo>
                      <a:pt x="6547" y="6259"/>
                    </a:lnTo>
                    <a:lnTo>
                      <a:pt x="6547" y="5669"/>
                    </a:lnTo>
                    <a:lnTo>
                      <a:pt x="6710" y="5170"/>
                    </a:lnTo>
                    <a:lnTo>
                      <a:pt x="6733" y="4989"/>
                    </a:lnTo>
                    <a:lnTo>
                      <a:pt x="6640" y="4898"/>
                    </a:lnTo>
                    <a:lnTo>
                      <a:pt x="6407" y="5034"/>
                    </a:lnTo>
                    <a:cubicBezTo>
                      <a:pt x="6333" y="4841"/>
                      <a:pt x="6376" y="4853"/>
                      <a:pt x="6314" y="4853"/>
                    </a:cubicBezTo>
                    <a:lnTo>
                      <a:pt x="6151" y="5216"/>
                    </a:lnTo>
                    <a:lnTo>
                      <a:pt x="6151" y="5624"/>
                    </a:lnTo>
                    <a:lnTo>
                      <a:pt x="5918" y="6077"/>
                    </a:lnTo>
                    <a:lnTo>
                      <a:pt x="5895" y="6667"/>
                    </a:lnTo>
                    <a:lnTo>
                      <a:pt x="5941" y="7347"/>
                    </a:lnTo>
                    <a:lnTo>
                      <a:pt x="6034" y="7846"/>
                    </a:lnTo>
                    <a:lnTo>
                      <a:pt x="5965" y="7982"/>
                    </a:lnTo>
                    <a:lnTo>
                      <a:pt x="5685" y="7665"/>
                    </a:lnTo>
                    <a:lnTo>
                      <a:pt x="5475" y="7393"/>
                    </a:lnTo>
                    <a:lnTo>
                      <a:pt x="5172" y="7347"/>
                    </a:lnTo>
                    <a:lnTo>
                      <a:pt x="5242" y="7755"/>
                    </a:lnTo>
                    <a:lnTo>
                      <a:pt x="5242" y="8027"/>
                    </a:lnTo>
                    <a:lnTo>
                      <a:pt x="5033" y="8345"/>
                    </a:lnTo>
                    <a:lnTo>
                      <a:pt x="5056" y="7801"/>
                    </a:lnTo>
                    <a:lnTo>
                      <a:pt x="4916" y="7755"/>
                    </a:lnTo>
                    <a:lnTo>
                      <a:pt x="4846" y="8164"/>
                    </a:lnTo>
                    <a:lnTo>
                      <a:pt x="4590" y="8164"/>
                    </a:lnTo>
                    <a:lnTo>
                      <a:pt x="4380" y="8345"/>
                    </a:lnTo>
                    <a:lnTo>
                      <a:pt x="4427" y="7846"/>
                    </a:lnTo>
                    <a:cubicBezTo>
                      <a:pt x="4303" y="7798"/>
                      <a:pt x="4350" y="7801"/>
                      <a:pt x="4287" y="7801"/>
                    </a:cubicBezTo>
                    <a:lnTo>
                      <a:pt x="4077" y="8209"/>
                    </a:lnTo>
                    <a:lnTo>
                      <a:pt x="3867" y="8345"/>
                    </a:lnTo>
                    <a:lnTo>
                      <a:pt x="3634" y="8662"/>
                    </a:lnTo>
                    <a:lnTo>
                      <a:pt x="3541" y="9071"/>
                    </a:lnTo>
                    <a:lnTo>
                      <a:pt x="3518" y="9297"/>
                    </a:lnTo>
                    <a:lnTo>
                      <a:pt x="3355" y="9161"/>
                    </a:lnTo>
                    <a:lnTo>
                      <a:pt x="3262" y="9025"/>
                    </a:lnTo>
                    <a:lnTo>
                      <a:pt x="3308" y="8753"/>
                    </a:lnTo>
                    <a:lnTo>
                      <a:pt x="3425" y="8481"/>
                    </a:lnTo>
                    <a:lnTo>
                      <a:pt x="3308" y="7937"/>
                    </a:lnTo>
                    <a:lnTo>
                      <a:pt x="3052" y="7982"/>
                    </a:lnTo>
                    <a:lnTo>
                      <a:pt x="2935" y="8027"/>
                    </a:lnTo>
                    <a:lnTo>
                      <a:pt x="3029" y="8209"/>
                    </a:lnTo>
                    <a:lnTo>
                      <a:pt x="3029" y="8481"/>
                    </a:lnTo>
                    <a:lnTo>
                      <a:pt x="3052" y="8889"/>
                    </a:lnTo>
                    <a:lnTo>
                      <a:pt x="3122" y="9207"/>
                    </a:lnTo>
                    <a:lnTo>
                      <a:pt x="3122" y="9524"/>
                    </a:lnTo>
                    <a:lnTo>
                      <a:pt x="3029" y="9706"/>
                    </a:lnTo>
                    <a:lnTo>
                      <a:pt x="2889" y="9433"/>
                    </a:lnTo>
                    <a:lnTo>
                      <a:pt x="2633" y="9932"/>
                    </a:lnTo>
                    <a:lnTo>
                      <a:pt x="2493" y="10114"/>
                    </a:lnTo>
                    <a:lnTo>
                      <a:pt x="2493" y="10295"/>
                    </a:lnTo>
                    <a:lnTo>
                      <a:pt x="2656" y="10567"/>
                    </a:lnTo>
                    <a:lnTo>
                      <a:pt x="2446" y="10658"/>
                    </a:lnTo>
                    <a:lnTo>
                      <a:pt x="2236" y="10431"/>
                    </a:lnTo>
                    <a:lnTo>
                      <a:pt x="2166" y="10023"/>
                    </a:lnTo>
                    <a:lnTo>
                      <a:pt x="2050" y="10114"/>
                    </a:lnTo>
                    <a:lnTo>
                      <a:pt x="2143" y="10567"/>
                    </a:lnTo>
                    <a:lnTo>
                      <a:pt x="2260" y="11157"/>
                    </a:lnTo>
                    <a:lnTo>
                      <a:pt x="2120" y="11112"/>
                    </a:lnTo>
                    <a:lnTo>
                      <a:pt x="1980" y="10703"/>
                    </a:lnTo>
                    <a:lnTo>
                      <a:pt x="1840" y="10658"/>
                    </a:lnTo>
                    <a:lnTo>
                      <a:pt x="1840" y="9842"/>
                    </a:lnTo>
                    <a:lnTo>
                      <a:pt x="1584" y="9524"/>
                    </a:lnTo>
                    <a:lnTo>
                      <a:pt x="1561" y="9116"/>
                    </a:lnTo>
                    <a:lnTo>
                      <a:pt x="1770" y="9297"/>
                    </a:lnTo>
                    <a:lnTo>
                      <a:pt x="2003" y="9570"/>
                    </a:lnTo>
                    <a:lnTo>
                      <a:pt x="2283" y="9887"/>
                    </a:lnTo>
                    <a:lnTo>
                      <a:pt x="2423" y="9751"/>
                    </a:lnTo>
                    <a:lnTo>
                      <a:pt x="2633" y="9433"/>
                    </a:lnTo>
                    <a:lnTo>
                      <a:pt x="2702" y="8889"/>
                    </a:lnTo>
                    <a:cubicBezTo>
                      <a:pt x="2629" y="8558"/>
                      <a:pt x="2692" y="8572"/>
                      <a:pt x="2609" y="8572"/>
                    </a:cubicBezTo>
                    <a:lnTo>
                      <a:pt x="2376" y="8345"/>
                    </a:lnTo>
                    <a:lnTo>
                      <a:pt x="2236" y="7846"/>
                    </a:lnTo>
                    <a:lnTo>
                      <a:pt x="1980" y="7619"/>
                    </a:lnTo>
                    <a:lnTo>
                      <a:pt x="1700" y="7529"/>
                    </a:lnTo>
                    <a:lnTo>
                      <a:pt x="1561" y="7256"/>
                    </a:lnTo>
                    <a:lnTo>
                      <a:pt x="1421" y="7120"/>
                    </a:lnTo>
                    <a:lnTo>
                      <a:pt x="1234" y="7574"/>
                    </a:lnTo>
                    <a:lnTo>
                      <a:pt x="1141" y="8073"/>
                    </a:lnTo>
                    <a:lnTo>
                      <a:pt x="1165" y="8345"/>
                    </a:lnTo>
                    <a:lnTo>
                      <a:pt x="1304" y="8572"/>
                    </a:lnTo>
                    <a:lnTo>
                      <a:pt x="1351" y="9161"/>
                    </a:lnTo>
                    <a:lnTo>
                      <a:pt x="1234" y="9479"/>
                    </a:lnTo>
                    <a:lnTo>
                      <a:pt x="1188" y="9615"/>
                    </a:lnTo>
                    <a:lnTo>
                      <a:pt x="1258" y="9932"/>
                    </a:lnTo>
                    <a:lnTo>
                      <a:pt x="1234" y="10976"/>
                    </a:lnTo>
                    <a:cubicBezTo>
                      <a:pt x="1307" y="11307"/>
                      <a:pt x="1364" y="11293"/>
                      <a:pt x="1281" y="11293"/>
                    </a:cubicBezTo>
                    <a:lnTo>
                      <a:pt x="1421" y="12019"/>
                    </a:lnTo>
                    <a:lnTo>
                      <a:pt x="1304" y="12200"/>
                    </a:lnTo>
                    <a:lnTo>
                      <a:pt x="1048" y="12654"/>
                    </a:lnTo>
                    <a:lnTo>
                      <a:pt x="1001" y="12744"/>
                    </a:lnTo>
                    <a:lnTo>
                      <a:pt x="1118" y="12971"/>
                    </a:lnTo>
                    <a:lnTo>
                      <a:pt x="1188" y="13107"/>
                    </a:lnTo>
                    <a:lnTo>
                      <a:pt x="1001" y="13243"/>
                    </a:lnTo>
                    <a:lnTo>
                      <a:pt x="838" y="13334"/>
                    </a:lnTo>
                    <a:lnTo>
                      <a:pt x="652" y="13289"/>
                    </a:lnTo>
                    <a:lnTo>
                      <a:pt x="442" y="13425"/>
                    </a:lnTo>
                    <a:lnTo>
                      <a:pt x="442" y="13878"/>
                    </a:lnTo>
                    <a:lnTo>
                      <a:pt x="512" y="14014"/>
                    </a:lnTo>
                    <a:lnTo>
                      <a:pt x="559" y="14468"/>
                    </a:lnTo>
                    <a:lnTo>
                      <a:pt x="372" y="14559"/>
                    </a:lnTo>
                    <a:lnTo>
                      <a:pt x="279" y="14241"/>
                    </a:lnTo>
                    <a:lnTo>
                      <a:pt x="93" y="14196"/>
                    </a:lnTo>
                    <a:lnTo>
                      <a:pt x="0" y="14785"/>
                    </a:lnTo>
                    <a:lnTo>
                      <a:pt x="23" y="15330"/>
                    </a:lnTo>
                    <a:lnTo>
                      <a:pt x="233" y="15375"/>
                    </a:lnTo>
                    <a:lnTo>
                      <a:pt x="349" y="15511"/>
                    </a:lnTo>
                    <a:lnTo>
                      <a:pt x="466" y="16101"/>
                    </a:lnTo>
                    <a:lnTo>
                      <a:pt x="419" y="16373"/>
                    </a:lnTo>
                    <a:lnTo>
                      <a:pt x="559" y="16736"/>
                    </a:lnTo>
                    <a:lnTo>
                      <a:pt x="652" y="17144"/>
                    </a:lnTo>
                    <a:lnTo>
                      <a:pt x="349" y="17643"/>
                    </a:lnTo>
                    <a:lnTo>
                      <a:pt x="302" y="17824"/>
                    </a:lnTo>
                    <a:lnTo>
                      <a:pt x="186" y="18005"/>
                    </a:lnTo>
                    <a:lnTo>
                      <a:pt x="302" y="18096"/>
                    </a:lnTo>
                    <a:lnTo>
                      <a:pt x="419" y="18005"/>
                    </a:lnTo>
                    <a:lnTo>
                      <a:pt x="745" y="17960"/>
                    </a:lnTo>
                    <a:lnTo>
                      <a:pt x="862" y="17869"/>
                    </a:lnTo>
                    <a:lnTo>
                      <a:pt x="1095" y="18323"/>
                    </a:lnTo>
                    <a:lnTo>
                      <a:pt x="1095" y="19139"/>
                    </a:lnTo>
                    <a:lnTo>
                      <a:pt x="1374" y="19003"/>
                    </a:lnTo>
                    <a:lnTo>
                      <a:pt x="1514" y="19003"/>
                    </a:lnTo>
                    <a:lnTo>
                      <a:pt x="1840" y="19230"/>
                    </a:lnTo>
                    <a:lnTo>
                      <a:pt x="2073" y="18777"/>
                    </a:lnTo>
                    <a:lnTo>
                      <a:pt x="2190" y="18867"/>
                    </a:lnTo>
                    <a:lnTo>
                      <a:pt x="2027" y="19230"/>
                    </a:lnTo>
                    <a:lnTo>
                      <a:pt x="2050" y="19411"/>
                    </a:lnTo>
                    <a:lnTo>
                      <a:pt x="2260" y="19774"/>
                    </a:lnTo>
                    <a:lnTo>
                      <a:pt x="2586" y="20319"/>
                    </a:lnTo>
                    <a:lnTo>
                      <a:pt x="2586" y="20636"/>
                    </a:lnTo>
                    <a:cubicBezTo>
                      <a:pt x="2464" y="20874"/>
                      <a:pt x="2414" y="20863"/>
                      <a:pt x="2493" y="20863"/>
                    </a:cubicBezTo>
                    <a:lnTo>
                      <a:pt x="2772" y="21135"/>
                    </a:lnTo>
                    <a:lnTo>
                      <a:pt x="2866" y="21452"/>
                    </a:lnTo>
                    <a:lnTo>
                      <a:pt x="3005" y="21452"/>
                    </a:lnTo>
                    <a:lnTo>
                      <a:pt x="3192" y="21588"/>
                    </a:lnTo>
                    <a:lnTo>
                      <a:pt x="3378" y="21316"/>
                    </a:lnTo>
                    <a:lnTo>
                      <a:pt x="3541" y="21498"/>
                    </a:lnTo>
                    <a:lnTo>
                      <a:pt x="3518" y="21044"/>
                    </a:lnTo>
                    <a:lnTo>
                      <a:pt x="3611" y="20817"/>
                    </a:lnTo>
                    <a:lnTo>
                      <a:pt x="3495" y="20500"/>
                    </a:lnTo>
                    <a:lnTo>
                      <a:pt x="3541" y="20228"/>
                    </a:lnTo>
                    <a:lnTo>
                      <a:pt x="3332" y="20001"/>
                    </a:lnTo>
                    <a:lnTo>
                      <a:pt x="3332" y="19366"/>
                    </a:lnTo>
                    <a:lnTo>
                      <a:pt x="3401" y="19049"/>
                    </a:lnTo>
                    <a:lnTo>
                      <a:pt x="3611" y="18822"/>
                    </a:lnTo>
                    <a:lnTo>
                      <a:pt x="3867" y="18731"/>
                    </a:lnTo>
                    <a:cubicBezTo>
                      <a:pt x="3953" y="18777"/>
                      <a:pt x="3627" y="18376"/>
                      <a:pt x="3627" y="18376"/>
                    </a:cubicBezTo>
                    <a:lnTo>
                      <a:pt x="3677" y="18063"/>
                    </a:lnTo>
                    <a:lnTo>
                      <a:pt x="3449" y="17756"/>
                    </a:lnTo>
                    <a:lnTo>
                      <a:pt x="3680" y="17756"/>
                    </a:lnTo>
                    <a:lnTo>
                      <a:pt x="3853" y="17107"/>
                    </a:lnTo>
                    <a:lnTo>
                      <a:pt x="3958" y="17517"/>
                    </a:lnTo>
                    <a:lnTo>
                      <a:pt x="4520" y="17346"/>
                    </a:lnTo>
                    <a:lnTo>
                      <a:pt x="5046" y="17244"/>
                    </a:lnTo>
                    <a:lnTo>
                      <a:pt x="5607" y="16697"/>
                    </a:lnTo>
                    <a:lnTo>
                      <a:pt x="5871" y="16219"/>
                    </a:lnTo>
                    <a:lnTo>
                      <a:pt x="6502" y="16527"/>
                    </a:lnTo>
                    <a:lnTo>
                      <a:pt x="6941" y="16663"/>
                    </a:lnTo>
                    <a:cubicBezTo>
                      <a:pt x="7091" y="15674"/>
                      <a:pt x="7170" y="16665"/>
                      <a:pt x="7285" y="16666"/>
                    </a:cubicBezTo>
                    <a:lnTo>
                      <a:pt x="7747" y="17300"/>
                    </a:lnTo>
                    <a:lnTo>
                      <a:pt x="8737" y="1764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2" name="AutoShape 80">
                <a:extLst>
                  <a:ext uri="{FF2B5EF4-FFF2-40B4-BE49-F238E27FC236}">
                    <a16:creationId xmlns:a16="http://schemas.microsoft.com/office/drawing/2014/main" id="{4F3D06F7-FD92-F962-24B9-83623443A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681" y="1030877"/>
                <a:ext cx="45896" cy="25177"/>
              </a:xfrm>
              <a:custGeom>
                <a:avLst/>
                <a:gdLst>
                  <a:gd name="T0" fmla="*/ 22947 w 21471"/>
                  <a:gd name="T1" fmla="*/ 12589 h 21600"/>
                  <a:gd name="T2" fmla="*/ 22947 w 21471"/>
                  <a:gd name="T3" fmla="*/ 12589 h 21600"/>
                  <a:gd name="T4" fmla="*/ 22947 w 21471"/>
                  <a:gd name="T5" fmla="*/ 12589 h 21600"/>
                  <a:gd name="T6" fmla="*/ 22947 w 21471"/>
                  <a:gd name="T7" fmla="*/ 1258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471" h="21600">
                    <a:moveTo>
                      <a:pt x="0" y="14987"/>
                    </a:moveTo>
                    <a:lnTo>
                      <a:pt x="0" y="11020"/>
                    </a:lnTo>
                    <a:cubicBezTo>
                      <a:pt x="2961" y="7412"/>
                      <a:pt x="2894" y="9613"/>
                      <a:pt x="2894" y="7053"/>
                    </a:cubicBezTo>
                    <a:lnTo>
                      <a:pt x="4582" y="7053"/>
                    </a:lnTo>
                    <a:lnTo>
                      <a:pt x="7959" y="0"/>
                    </a:lnTo>
                    <a:lnTo>
                      <a:pt x="14712" y="0"/>
                    </a:lnTo>
                    <a:lnTo>
                      <a:pt x="14954" y="2644"/>
                    </a:lnTo>
                    <a:lnTo>
                      <a:pt x="20501" y="2644"/>
                    </a:lnTo>
                    <a:cubicBezTo>
                      <a:pt x="21599" y="5656"/>
                      <a:pt x="21466" y="4230"/>
                      <a:pt x="21466" y="6612"/>
                    </a:cubicBezTo>
                    <a:lnTo>
                      <a:pt x="19295" y="10579"/>
                    </a:lnTo>
                    <a:lnTo>
                      <a:pt x="19295" y="14546"/>
                    </a:lnTo>
                    <a:cubicBezTo>
                      <a:pt x="18732" y="14693"/>
                      <a:pt x="18151" y="14689"/>
                      <a:pt x="17607" y="14987"/>
                    </a:cubicBezTo>
                    <a:cubicBezTo>
                      <a:pt x="15850" y="15950"/>
                      <a:pt x="17441" y="15869"/>
                      <a:pt x="16642" y="15869"/>
                    </a:cubicBezTo>
                    <a:cubicBezTo>
                      <a:pt x="16084" y="17230"/>
                      <a:pt x="15844" y="17425"/>
                      <a:pt x="15677" y="18955"/>
                    </a:cubicBezTo>
                    <a:cubicBezTo>
                      <a:pt x="15646" y="19243"/>
                      <a:pt x="15677" y="19542"/>
                      <a:pt x="15677" y="19836"/>
                    </a:cubicBezTo>
                    <a:cubicBezTo>
                      <a:pt x="15275" y="20277"/>
                      <a:pt x="14890" y="20776"/>
                      <a:pt x="14471" y="21159"/>
                    </a:cubicBezTo>
                    <a:cubicBezTo>
                      <a:pt x="14244" y="21367"/>
                      <a:pt x="13748" y="21600"/>
                      <a:pt x="13748" y="21600"/>
                    </a:cubicBezTo>
                    <a:cubicBezTo>
                      <a:pt x="9814" y="20162"/>
                      <a:pt x="11360" y="20277"/>
                      <a:pt x="9165" y="20277"/>
                    </a:cubicBezTo>
                    <a:lnTo>
                      <a:pt x="0" y="1498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3" name="AutoShape 81">
                <a:extLst>
                  <a:ext uri="{FF2B5EF4-FFF2-40B4-BE49-F238E27FC236}">
                    <a16:creationId xmlns:a16="http://schemas.microsoft.com/office/drawing/2014/main" id="{A8EE8FF2-8DA6-733A-5F59-D4DFD2E2C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702" y="1012327"/>
                <a:ext cx="60682" cy="64928"/>
              </a:xfrm>
              <a:custGeom>
                <a:avLst/>
                <a:gdLst>
                  <a:gd name="T0" fmla="*/ 30341 w 21600"/>
                  <a:gd name="T1" fmla="*/ 32464 h 21600"/>
                  <a:gd name="T2" fmla="*/ 30341 w 21600"/>
                  <a:gd name="T3" fmla="*/ 32464 h 21600"/>
                  <a:gd name="T4" fmla="*/ 30341 w 21600"/>
                  <a:gd name="T5" fmla="*/ 32464 h 21600"/>
                  <a:gd name="T6" fmla="*/ 30341 w 21600"/>
                  <a:gd name="T7" fmla="*/ 3246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5096"/>
                    </a:moveTo>
                    <a:cubicBezTo>
                      <a:pt x="3540" y="17699"/>
                      <a:pt x="3475" y="16273"/>
                      <a:pt x="3475" y="17883"/>
                    </a:cubicBezTo>
                    <a:lnTo>
                      <a:pt x="3475" y="20206"/>
                    </a:lnTo>
                    <a:lnTo>
                      <a:pt x="5462" y="21135"/>
                    </a:lnTo>
                    <a:lnTo>
                      <a:pt x="8441" y="21599"/>
                    </a:lnTo>
                    <a:lnTo>
                      <a:pt x="7944" y="17419"/>
                    </a:lnTo>
                    <a:cubicBezTo>
                      <a:pt x="13889" y="19353"/>
                      <a:pt x="13655" y="21162"/>
                      <a:pt x="13655" y="18580"/>
                    </a:cubicBezTo>
                    <a:lnTo>
                      <a:pt x="13655" y="13935"/>
                    </a:lnTo>
                    <a:lnTo>
                      <a:pt x="21599" y="9754"/>
                    </a:lnTo>
                    <a:lnTo>
                      <a:pt x="21103" y="1858"/>
                    </a:lnTo>
                    <a:lnTo>
                      <a:pt x="17875" y="0"/>
                    </a:lnTo>
                    <a:cubicBezTo>
                      <a:pt x="16029" y="1974"/>
                      <a:pt x="16137" y="1035"/>
                      <a:pt x="16137" y="2322"/>
                    </a:cubicBezTo>
                    <a:lnTo>
                      <a:pt x="16634" y="3948"/>
                    </a:lnTo>
                    <a:lnTo>
                      <a:pt x="4965" y="7432"/>
                    </a:lnTo>
                    <a:lnTo>
                      <a:pt x="5958" y="8825"/>
                    </a:lnTo>
                    <a:lnTo>
                      <a:pt x="3972" y="11148"/>
                    </a:lnTo>
                    <a:cubicBezTo>
                      <a:pt x="3641" y="11883"/>
                      <a:pt x="2399" y="11883"/>
                      <a:pt x="1737" y="12541"/>
                    </a:cubicBezTo>
                    <a:cubicBezTo>
                      <a:pt x="1075" y="13200"/>
                      <a:pt x="82" y="14322"/>
                      <a:pt x="0" y="15096"/>
                    </a:cubicBez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4" name="AutoShape 82">
                <a:extLst>
                  <a:ext uri="{FF2B5EF4-FFF2-40B4-BE49-F238E27FC236}">
                    <a16:creationId xmlns:a16="http://schemas.microsoft.com/office/drawing/2014/main" id="{443487A8-4F10-1352-0CF2-47B78DE91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1830" y="980526"/>
                <a:ext cx="75193" cy="54328"/>
              </a:xfrm>
              <a:custGeom>
                <a:avLst/>
                <a:gdLst>
                  <a:gd name="T0" fmla="*/ 37597 w 21600"/>
                  <a:gd name="T1" fmla="*/ 27164 h 21600"/>
                  <a:gd name="T2" fmla="*/ 37597 w 21600"/>
                  <a:gd name="T3" fmla="*/ 27164 h 21600"/>
                  <a:gd name="T4" fmla="*/ 37597 w 21600"/>
                  <a:gd name="T5" fmla="*/ 27164 h 21600"/>
                  <a:gd name="T6" fmla="*/ 37597 w 21600"/>
                  <a:gd name="T7" fmla="*/ 2716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0232"/>
                    </a:moveTo>
                    <a:cubicBezTo>
                      <a:pt x="4029" y="19954"/>
                      <a:pt x="5286" y="19959"/>
                      <a:pt x="3765" y="19959"/>
                    </a:cubicBezTo>
                    <a:lnTo>
                      <a:pt x="4359" y="21599"/>
                    </a:lnTo>
                    <a:lnTo>
                      <a:pt x="7133" y="21599"/>
                    </a:lnTo>
                    <a:lnTo>
                      <a:pt x="16844" y="16678"/>
                    </a:lnTo>
                    <a:lnTo>
                      <a:pt x="16249" y="14491"/>
                    </a:lnTo>
                    <a:lnTo>
                      <a:pt x="17834" y="12030"/>
                    </a:lnTo>
                    <a:lnTo>
                      <a:pt x="20411" y="13944"/>
                    </a:lnTo>
                    <a:lnTo>
                      <a:pt x="20411" y="8749"/>
                    </a:lnTo>
                    <a:lnTo>
                      <a:pt x="21600" y="1640"/>
                    </a:lnTo>
                    <a:lnTo>
                      <a:pt x="16844" y="0"/>
                    </a:lnTo>
                    <a:lnTo>
                      <a:pt x="9908" y="5468"/>
                    </a:lnTo>
                    <a:lnTo>
                      <a:pt x="11691" y="11483"/>
                    </a:lnTo>
                    <a:lnTo>
                      <a:pt x="10700" y="12030"/>
                    </a:lnTo>
                    <a:lnTo>
                      <a:pt x="8124" y="11756"/>
                    </a:lnTo>
                    <a:lnTo>
                      <a:pt x="6539" y="7108"/>
                    </a:lnTo>
                    <a:lnTo>
                      <a:pt x="3963" y="11210"/>
                    </a:lnTo>
                    <a:lnTo>
                      <a:pt x="3765" y="14491"/>
                    </a:lnTo>
                    <a:lnTo>
                      <a:pt x="0" y="2023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5" name="AutoShape 83">
                <a:extLst>
                  <a:ext uri="{FF2B5EF4-FFF2-40B4-BE49-F238E27FC236}">
                    <a16:creationId xmlns:a16="http://schemas.microsoft.com/office/drawing/2014/main" id="{D8C01B64-AB8C-63A3-F97C-287EE6D689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8064" y="955350"/>
                <a:ext cx="36874" cy="31802"/>
              </a:xfrm>
              <a:custGeom>
                <a:avLst/>
                <a:gdLst>
                  <a:gd name="T0" fmla="*/ 18436 w 21563"/>
                  <a:gd name="T1" fmla="*/ 15901 h 21600"/>
                  <a:gd name="T2" fmla="*/ 18436 w 21563"/>
                  <a:gd name="T3" fmla="*/ 15901 h 21600"/>
                  <a:gd name="T4" fmla="*/ 18436 w 21563"/>
                  <a:gd name="T5" fmla="*/ 15901 h 21600"/>
                  <a:gd name="T6" fmla="*/ 18436 w 21563"/>
                  <a:gd name="T7" fmla="*/ 159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63" h="21600">
                    <a:moveTo>
                      <a:pt x="11799" y="18654"/>
                    </a:moveTo>
                    <a:cubicBezTo>
                      <a:pt x="7193" y="17138"/>
                      <a:pt x="5777" y="17181"/>
                      <a:pt x="7730" y="17181"/>
                    </a:cubicBezTo>
                    <a:lnTo>
                      <a:pt x="1221" y="21599"/>
                    </a:lnTo>
                    <a:cubicBezTo>
                      <a:pt x="787" y="15835"/>
                      <a:pt x="1484" y="17816"/>
                      <a:pt x="408" y="15218"/>
                    </a:cubicBezTo>
                    <a:cubicBezTo>
                      <a:pt x="-37" y="11457"/>
                      <a:pt x="1" y="12938"/>
                      <a:pt x="1" y="10800"/>
                    </a:cubicBezTo>
                    <a:cubicBezTo>
                      <a:pt x="543" y="9818"/>
                      <a:pt x="984" y="8742"/>
                      <a:pt x="1628" y="7854"/>
                    </a:cubicBezTo>
                    <a:cubicBezTo>
                      <a:pt x="1950" y="7410"/>
                      <a:pt x="2848" y="6872"/>
                      <a:pt x="2848" y="6872"/>
                    </a:cubicBezTo>
                    <a:lnTo>
                      <a:pt x="3662" y="3436"/>
                    </a:lnTo>
                    <a:lnTo>
                      <a:pt x="8137" y="0"/>
                    </a:lnTo>
                    <a:lnTo>
                      <a:pt x="21563" y="5890"/>
                    </a:lnTo>
                    <a:cubicBezTo>
                      <a:pt x="19449" y="11501"/>
                      <a:pt x="20687" y="12688"/>
                      <a:pt x="19121" y="10800"/>
                    </a:cubicBezTo>
                    <a:lnTo>
                      <a:pt x="12612" y="7854"/>
                    </a:lnTo>
                    <a:lnTo>
                      <a:pt x="11799" y="1865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6" name="AutoShape 84">
                <a:extLst>
                  <a:ext uri="{FF2B5EF4-FFF2-40B4-BE49-F238E27FC236}">
                    <a16:creationId xmlns:a16="http://schemas.microsoft.com/office/drawing/2014/main" id="{3CBDF087-4F2E-4887-C636-4023A3B45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723" y="1348886"/>
                <a:ext cx="29023" cy="39752"/>
              </a:xfrm>
              <a:custGeom>
                <a:avLst/>
                <a:gdLst>
                  <a:gd name="T0" fmla="*/ 14512 w 21600"/>
                  <a:gd name="T1" fmla="*/ 19876 h 21600"/>
                  <a:gd name="T2" fmla="*/ 14512 w 21600"/>
                  <a:gd name="T3" fmla="*/ 19876 h 21600"/>
                  <a:gd name="T4" fmla="*/ 14512 w 21600"/>
                  <a:gd name="T5" fmla="*/ 19876 h 21600"/>
                  <a:gd name="T6" fmla="*/ 14512 w 21600"/>
                  <a:gd name="T7" fmla="*/ 1987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1544"/>
                    </a:moveTo>
                    <a:lnTo>
                      <a:pt x="9257" y="6330"/>
                    </a:lnTo>
                    <a:lnTo>
                      <a:pt x="10799" y="372"/>
                    </a:lnTo>
                    <a:lnTo>
                      <a:pt x="14914" y="0"/>
                    </a:lnTo>
                    <a:lnTo>
                      <a:pt x="21600" y="7075"/>
                    </a:lnTo>
                    <a:lnTo>
                      <a:pt x="19028" y="9682"/>
                    </a:lnTo>
                    <a:lnTo>
                      <a:pt x="13885" y="21600"/>
                    </a:lnTo>
                    <a:lnTo>
                      <a:pt x="0" y="1154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7" name="AutoShape 85">
                <a:extLst>
                  <a:ext uri="{FF2B5EF4-FFF2-40B4-BE49-F238E27FC236}">
                    <a16:creationId xmlns:a16="http://schemas.microsoft.com/office/drawing/2014/main" id="{159F08AA-54E1-336F-84DB-FA4C9BF4F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426" y="1282634"/>
                <a:ext cx="159618" cy="119255"/>
              </a:xfrm>
              <a:custGeom>
                <a:avLst/>
                <a:gdLst>
                  <a:gd name="T0" fmla="*/ 79809 w 21600"/>
                  <a:gd name="T1" fmla="*/ 59628 h 21600"/>
                  <a:gd name="T2" fmla="*/ 79809 w 21600"/>
                  <a:gd name="T3" fmla="*/ 59628 h 21600"/>
                  <a:gd name="T4" fmla="*/ 79809 w 21600"/>
                  <a:gd name="T5" fmla="*/ 59628 h 21600"/>
                  <a:gd name="T6" fmla="*/ 79809 w 21600"/>
                  <a:gd name="T7" fmla="*/ 596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069" y="21599"/>
                    </a:moveTo>
                    <a:lnTo>
                      <a:pt x="4712" y="15839"/>
                    </a:lnTo>
                    <a:lnTo>
                      <a:pt x="6283" y="13919"/>
                    </a:lnTo>
                    <a:lnTo>
                      <a:pt x="6283" y="12959"/>
                    </a:lnTo>
                    <a:lnTo>
                      <a:pt x="5890" y="11999"/>
                    </a:lnTo>
                    <a:lnTo>
                      <a:pt x="5498" y="11520"/>
                    </a:lnTo>
                    <a:lnTo>
                      <a:pt x="4319" y="8639"/>
                    </a:lnTo>
                    <a:lnTo>
                      <a:pt x="4319" y="7200"/>
                    </a:lnTo>
                    <a:lnTo>
                      <a:pt x="3534" y="5760"/>
                    </a:lnTo>
                    <a:lnTo>
                      <a:pt x="3534" y="4800"/>
                    </a:lnTo>
                    <a:lnTo>
                      <a:pt x="2749" y="5280"/>
                    </a:lnTo>
                    <a:lnTo>
                      <a:pt x="785" y="3360"/>
                    </a:lnTo>
                    <a:lnTo>
                      <a:pt x="785" y="1440"/>
                    </a:lnTo>
                    <a:lnTo>
                      <a:pt x="392" y="480"/>
                    </a:lnTo>
                    <a:lnTo>
                      <a:pt x="0" y="0"/>
                    </a:lnTo>
                    <a:lnTo>
                      <a:pt x="1963" y="0"/>
                    </a:lnTo>
                    <a:lnTo>
                      <a:pt x="3534" y="480"/>
                    </a:lnTo>
                    <a:lnTo>
                      <a:pt x="3534" y="960"/>
                    </a:lnTo>
                    <a:lnTo>
                      <a:pt x="4712" y="2400"/>
                    </a:lnTo>
                    <a:lnTo>
                      <a:pt x="5498" y="2880"/>
                    </a:lnTo>
                    <a:lnTo>
                      <a:pt x="6283" y="3840"/>
                    </a:lnTo>
                    <a:lnTo>
                      <a:pt x="7461" y="4319"/>
                    </a:lnTo>
                    <a:lnTo>
                      <a:pt x="8640" y="4319"/>
                    </a:lnTo>
                    <a:lnTo>
                      <a:pt x="9425" y="3840"/>
                    </a:lnTo>
                    <a:lnTo>
                      <a:pt x="11389" y="2880"/>
                    </a:lnTo>
                    <a:lnTo>
                      <a:pt x="13745" y="2880"/>
                    </a:lnTo>
                    <a:lnTo>
                      <a:pt x="16494" y="4319"/>
                    </a:lnTo>
                    <a:lnTo>
                      <a:pt x="19243" y="5280"/>
                    </a:lnTo>
                    <a:lnTo>
                      <a:pt x="19636" y="5760"/>
                    </a:lnTo>
                    <a:lnTo>
                      <a:pt x="20029" y="5760"/>
                    </a:lnTo>
                    <a:lnTo>
                      <a:pt x="20421" y="6240"/>
                    </a:lnTo>
                    <a:lnTo>
                      <a:pt x="21207" y="6720"/>
                    </a:lnTo>
                    <a:lnTo>
                      <a:pt x="21600" y="7200"/>
                    </a:lnTo>
                    <a:lnTo>
                      <a:pt x="21600" y="8159"/>
                    </a:lnTo>
                    <a:lnTo>
                      <a:pt x="21207" y="8639"/>
                    </a:lnTo>
                    <a:lnTo>
                      <a:pt x="21207" y="10079"/>
                    </a:lnTo>
                    <a:lnTo>
                      <a:pt x="20814" y="11039"/>
                    </a:lnTo>
                    <a:lnTo>
                      <a:pt x="20421" y="11520"/>
                    </a:lnTo>
                    <a:lnTo>
                      <a:pt x="20421" y="12480"/>
                    </a:lnTo>
                    <a:lnTo>
                      <a:pt x="19636" y="13440"/>
                    </a:lnTo>
                    <a:lnTo>
                      <a:pt x="19243" y="13440"/>
                    </a:lnTo>
                    <a:lnTo>
                      <a:pt x="19243" y="13919"/>
                    </a:lnTo>
                    <a:lnTo>
                      <a:pt x="18458" y="15839"/>
                    </a:lnTo>
                    <a:lnTo>
                      <a:pt x="18850" y="16319"/>
                    </a:lnTo>
                    <a:lnTo>
                      <a:pt x="18065" y="16319"/>
                    </a:lnTo>
                    <a:lnTo>
                      <a:pt x="17672" y="16799"/>
                    </a:lnTo>
                    <a:lnTo>
                      <a:pt x="16887" y="16799"/>
                    </a:lnTo>
                    <a:lnTo>
                      <a:pt x="16101" y="17279"/>
                    </a:lnTo>
                    <a:lnTo>
                      <a:pt x="15316" y="18239"/>
                    </a:lnTo>
                    <a:lnTo>
                      <a:pt x="14530" y="19680"/>
                    </a:lnTo>
                    <a:lnTo>
                      <a:pt x="14138" y="21120"/>
                    </a:lnTo>
                    <a:lnTo>
                      <a:pt x="10996" y="21120"/>
                    </a:lnTo>
                    <a:lnTo>
                      <a:pt x="10603" y="20639"/>
                    </a:lnTo>
                    <a:lnTo>
                      <a:pt x="7069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8" name="AutoShape 86">
                <a:extLst>
                  <a:ext uri="{FF2B5EF4-FFF2-40B4-BE49-F238E27FC236}">
                    <a16:creationId xmlns:a16="http://schemas.microsoft.com/office/drawing/2014/main" id="{B4FE0FAE-8455-E411-6BCA-9954789DC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149" y="1211082"/>
                <a:ext cx="110810" cy="76853"/>
              </a:xfrm>
              <a:custGeom>
                <a:avLst/>
                <a:gdLst>
                  <a:gd name="T0" fmla="*/ 55405 w 21600"/>
                  <a:gd name="T1" fmla="*/ 38427 h 21600"/>
                  <a:gd name="T2" fmla="*/ 55405 w 21600"/>
                  <a:gd name="T3" fmla="*/ 38427 h 21600"/>
                  <a:gd name="T4" fmla="*/ 55405 w 21600"/>
                  <a:gd name="T5" fmla="*/ 38427 h 21600"/>
                  <a:gd name="T6" fmla="*/ 55405 w 21600"/>
                  <a:gd name="T7" fmla="*/ 384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1936" y="6703"/>
                    </a:moveTo>
                    <a:lnTo>
                      <a:pt x="10231" y="6703"/>
                    </a:lnTo>
                    <a:lnTo>
                      <a:pt x="9663" y="7448"/>
                    </a:lnTo>
                    <a:lnTo>
                      <a:pt x="8526" y="8193"/>
                    </a:lnTo>
                    <a:lnTo>
                      <a:pt x="7389" y="8193"/>
                    </a:lnTo>
                    <a:lnTo>
                      <a:pt x="5684" y="8937"/>
                    </a:lnTo>
                    <a:lnTo>
                      <a:pt x="3410" y="8193"/>
                    </a:lnTo>
                    <a:lnTo>
                      <a:pt x="1705" y="5958"/>
                    </a:lnTo>
                    <a:lnTo>
                      <a:pt x="1705" y="6703"/>
                    </a:lnTo>
                    <a:lnTo>
                      <a:pt x="1136" y="6703"/>
                    </a:lnTo>
                    <a:lnTo>
                      <a:pt x="568" y="7448"/>
                    </a:lnTo>
                    <a:lnTo>
                      <a:pt x="0" y="8937"/>
                    </a:lnTo>
                    <a:lnTo>
                      <a:pt x="0" y="14151"/>
                    </a:lnTo>
                    <a:lnTo>
                      <a:pt x="568" y="15641"/>
                    </a:lnTo>
                    <a:lnTo>
                      <a:pt x="1136" y="17875"/>
                    </a:lnTo>
                    <a:lnTo>
                      <a:pt x="1136" y="19365"/>
                    </a:lnTo>
                    <a:lnTo>
                      <a:pt x="1705" y="20855"/>
                    </a:lnTo>
                    <a:lnTo>
                      <a:pt x="2273" y="21600"/>
                    </a:lnTo>
                    <a:lnTo>
                      <a:pt x="7957" y="21600"/>
                    </a:lnTo>
                    <a:lnTo>
                      <a:pt x="10231" y="20110"/>
                    </a:lnTo>
                    <a:lnTo>
                      <a:pt x="10800" y="20110"/>
                    </a:lnTo>
                    <a:lnTo>
                      <a:pt x="13073" y="19365"/>
                    </a:lnTo>
                    <a:lnTo>
                      <a:pt x="13642" y="20110"/>
                    </a:lnTo>
                    <a:lnTo>
                      <a:pt x="15915" y="20110"/>
                    </a:lnTo>
                    <a:lnTo>
                      <a:pt x="15915" y="19365"/>
                    </a:lnTo>
                    <a:lnTo>
                      <a:pt x="17052" y="19365"/>
                    </a:lnTo>
                    <a:lnTo>
                      <a:pt x="17621" y="17875"/>
                    </a:lnTo>
                    <a:lnTo>
                      <a:pt x="18757" y="17131"/>
                    </a:lnTo>
                    <a:lnTo>
                      <a:pt x="19326" y="15641"/>
                    </a:lnTo>
                    <a:lnTo>
                      <a:pt x="20463" y="11172"/>
                    </a:lnTo>
                    <a:lnTo>
                      <a:pt x="20463" y="7448"/>
                    </a:lnTo>
                    <a:lnTo>
                      <a:pt x="21031" y="5958"/>
                    </a:lnTo>
                    <a:lnTo>
                      <a:pt x="21031" y="4468"/>
                    </a:lnTo>
                    <a:lnTo>
                      <a:pt x="21600" y="3724"/>
                    </a:lnTo>
                    <a:lnTo>
                      <a:pt x="19894" y="0"/>
                    </a:lnTo>
                    <a:lnTo>
                      <a:pt x="19326" y="744"/>
                    </a:lnTo>
                    <a:lnTo>
                      <a:pt x="15915" y="744"/>
                    </a:lnTo>
                    <a:lnTo>
                      <a:pt x="15347" y="1489"/>
                    </a:lnTo>
                    <a:lnTo>
                      <a:pt x="14778" y="1489"/>
                    </a:lnTo>
                    <a:lnTo>
                      <a:pt x="13073" y="2979"/>
                    </a:lnTo>
                    <a:lnTo>
                      <a:pt x="13073" y="5213"/>
                    </a:lnTo>
                    <a:lnTo>
                      <a:pt x="12505" y="5958"/>
                    </a:lnTo>
                    <a:lnTo>
                      <a:pt x="12505" y="6703"/>
                    </a:lnTo>
                    <a:lnTo>
                      <a:pt x="11936" y="670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89" name="AutoShape 87">
                <a:extLst>
                  <a:ext uri="{FF2B5EF4-FFF2-40B4-BE49-F238E27FC236}">
                    <a16:creationId xmlns:a16="http://schemas.microsoft.com/office/drawing/2014/main" id="{81C10615-2003-BF50-A8E7-21276731B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937" y="1211082"/>
                <a:ext cx="147745" cy="111304"/>
              </a:xfrm>
              <a:custGeom>
                <a:avLst/>
                <a:gdLst>
                  <a:gd name="T0" fmla="*/ 73873 w 21600"/>
                  <a:gd name="T1" fmla="*/ 55652 h 21600"/>
                  <a:gd name="T2" fmla="*/ 73873 w 21600"/>
                  <a:gd name="T3" fmla="*/ 55652 h 21600"/>
                  <a:gd name="T4" fmla="*/ 73873 w 21600"/>
                  <a:gd name="T5" fmla="*/ 55652 h 21600"/>
                  <a:gd name="T6" fmla="*/ 73873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235" y="1542"/>
                    </a:moveTo>
                    <a:lnTo>
                      <a:pt x="4658" y="1028"/>
                    </a:lnTo>
                    <a:cubicBezTo>
                      <a:pt x="4870" y="771"/>
                      <a:pt x="5294" y="771"/>
                      <a:pt x="5505" y="514"/>
                    </a:cubicBezTo>
                    <a:lnTo>
                      <a:pt x="8894" y="514"/>
                    </a:lnTo>
                    <a:cubicBezTo>
                      <a:pt x="9317" y="771"/>
                      <a:pt x="9741" y="771"/>
                      <a:pt x="10164" y="1028"/>
                    </a:cubicBezTo>
                    <a:lnTo>
                      <a:pt x="10588" y="1028"/>
                    </a:lnTo>
                    <a:lnTo>
                      <a:pt x="11011" y="1542"/>
                    </a:lnTo>
                    <a:lnTo>
                      <a:pt x="13976" y="1542"/>
                    </a:lnTo>
                    <a:lnTo>
                      <a:pt x="14399" y="1028"/>
                    </a:lnTo>
                    <a:lnTo>
                      <a:pt x="14823" y="1028"/>
                    </a:lnTo>
                    <a:cubicBezTo>
                      <a:pt x="15035" y="771"/>
                      <a:pt x="15035" y="257"/>
                      <a:pt x="15247" y="0"/>
                    </a:cubicBezTo>
                    <a:cubicBezTo>
                      <a:pt x="15458" y="257"/>
                      <a:pt x="15882" y="514"/>
                      <a:pt x="16094" y="514"/>
                    </a:cubicBezTo>
                    <a:lnTo>
                      <a:pt x="17152" y="514"/>
                    </a:lnTo>
                    <a:cubicBezTo>
                      <a:pt x="17576" y="514"/>
                      <a:pt x="18211" y="1028"/>
                      <a:pt x="18423" y="1285"/>
                    </a:cubicBezTo>
                    <a:cubicBezTo>
                      <a:pt x="18423" y="1799"/>
                      <a:pt x="19058" y="2314"/>
                      <a:pt x="19270" y="2571"/>
                    </a:cubicBezTo>
                    <a:cubicBezTo>
                      <a:pt x="19270" y="2828"/>
                      <a:pt x="19482" y="3342"/>
                      <a:pt x="19482" y="3599"/>
                    </a:cubicBezTo>
                    <a:lnTo>
                      <a:pt x="19482" y="4114"/>
                    </a:lnTo>
                    <a:cubicBezTo>
                      <a:pt x="19694" y="4371"/>
                      <a:pt x="19694" y="4885"/>
                      <a:pt x="19905" y="5142"/>
                    </a:cubicBezTo>
                    <a:cubicBezTo>
                      <a:pt x="20117" y="5399"/>
                      <a:pt x="20117" y="5914"/>
                      <a:pt x="20329" y="6171"/>
                    </a:cubicBezTo>
                    <a:lnTo>
                      <a:pt x="20329" y="7714"/>
                    </a:lnTo>
                    <a:cubicBezTo>
                      <a:pt x="20541" y="7971"/>
                      <a:pt x="20541" y="8485"/>
                      <a:pt x="20752" y="8742"/>
                    </a:cubicBezTo>
                    <a:lnTo>
                      <a:pt x="20752" y="10285"/>
                    </a:lnTo>
                    <a:cubicBezTo>
                      <a:pt x="20541" y="11057"/>
                      <a:pt x="20541" y="11571"/>
                      <a:pt x="20329" y="12342"/>
                    </a:cubicBezTo>
                    <a:lnTo>
                      <a:pt x="20329" y="14914"/>
                    </a:lnTo>
                    <a:lnTo>
                      <a:pt x="21599" y="16457"/>
                    </a:lnTo>
                    <a:lnTo>
                      <a:pt x="21176" y="16971"/>
                    </a:lnTo>
                    <a:lnTo>
                      <a:pt x="21176" y="21600"/>
                    </a:lnTo>
                    <a:lnTo>
                      <a:pt x="20752" y="21085"/>
                    </a:lnTo>
                    <a:cubicBezTo>
                      <a:pt x="20541" y="20828"/>
                      <a:pt x="20117" y="20828"/>
                      <a:pt x="19905" y="20571"/>
                    </a:cubicBezTo>
                    <a:lnTo>
                      <a:pt x="19482" y="20057"/>
                    </a:lnTo>
                    <a:cubicBezTo>
                      <a:pt x="19270" y="19799"/>
                      <a:pt x="18847" y="19799"/>
                      <a:pt x="18635" y="19542"/>
                    </a:cubicBezTo>
                    <a:lnTo>
                      <a:pt x="17788" y="19542"/>
                    </a:lnTo>
                    <a:cubicBezTo>
                      <a:pt x="17152" y="19285"/>
                      <a:pt x="16305" y="18771"/>
                      <a:pt x="15670" y="18514"/>
                    </a:cubicBezTo>
                    <a:lnTo>
                      <a:pt x="15670" y="18000"/>
                    </a:lnTo>
                    <a:lnTo>
                      <a:pt x="15247" y="18000"/>
                    </a:lnTo>
                    <a:cubicBezTo>
                      <a:pt x="15035" y="17742"/>
                      <a:pt x="14611" y="17742"/>
                      <a:pt x="14399" y="17485"/>
                    </a:cubicBezTo>
                    <a:cubicBezTo>
                      <a:pt x="14188" y="17228"/>
                      <a:pt x="13764" y="17228"/>
                      <a:pt x="13552" y="16971"/>
                    </a:cubicBezTo>
                    <a:lnTo>
                      <a:pt x="10164" y="16971"/>
                    </a:lnTo>
                    <a:cubicBezTo>
                      <a:pt x="9741" y="17228"/>
                      <a:pt x="9317" y="17228"/>
                      <a:pt x="8894" y="17485"/>
                    </a:cubicBezTo>
                    <a:cubicBezTo>
                      <a:pt x="8258" y="17742"/>
                      <a:pt x="7835" y="18257"/>
                      <a:pt x="7200" y="18514"/>
                    </a:cubicBezTo>
                    <a:lnTo>
                      <a:pt x="5505" y="18514"/>
                    </a:lnTo>
                    <a:lnTo>
                      <a:pt x="4658" y="17485"/>
                    </a:lnTo>
                    <a:cubicBezTo>
                      <a:pt x="4235" y="17228"/>
                      <a:pt x="3811" y="16714"/>
                      <a:pt x="3388" y="16457"/>
                    </a:cubicBezTo>
                    <a:cubicBezTo>
                      <a:pt x="2752" y="15942"/>
                      <a:pt x="2329" y="15428"/>
                      <a:pt x="1694" y="14914"/>
                    </a:cubicBezTo>
                    <a:cubicBezTo>
                      <a:pt x="1482" y="14657"/>
                      <a:pt x="1058" y="14657"/>
                      <a:pt x="847" y="14400"/>
                    </a:cubicBezTo>
                    <a:cubicBezTo>
                      <a:pt x="635" y="14142"/>
                      <a:pt x="211" y="14142"/>
                      <a:pt x="0" y="13885"/>
                    </a:cubicBezTo>
                    <a:lnTo>
                      <a:pt x="423" y="13885"/>
                    </a:lnTo>
                    <a:lnTo>
                      <a:pt x="1694" y="12342"/>
                    </a:lnTo>
                    <a:cubicBezTo>
                      <a:pt x="1905" y="12085"/>
                      <a:pt x="1905" y="11571"/>
                      <a:pt x="2117" y="11314"/>
                    </a:cubicBezTo>
                    <a:lnTo>
                      <a:pt x="2964" y="10285"/>
                    </a:lnTo>
                    <a:cubicBezTo>
                      <a:pt x="3176" y="10028"/>
                      <a:pt x="3176" y="9514"/>
                      <a:pt x="3388" y="9257"/>
                    </a:cubicBezTo>
                    <a:lnTo>
                      <a:pt x="3388" y="6685"/>
                    </a:lnTo>
                    <a:cubicBezTo>
                      <a:pt x="3600" y="6171"/>
                      <a:pt x="3600" y="5657"/>
                      <a:pt x="3811" y="5142"/>
                    </a:cubicBezTo>
                    <a:lnTo>
                      <a:pt x="3811" y="3085"/>
                    </a:lnTo>
                    <a:lnTo>
                      <a:pt x="4235" y="2571"/>
                    </a:lnTo>
                    <a:lnTo>
                      <a:pt x="4235" y="15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0" name="AutoShape 88">
                <a:extLst>
                  <a:ext uri="{FF2B5EF4-FFF2-40B4-BE49-F238E27FC236}">
                    <a16:creationId xmlns:a16="http://schemas.microsoft.com/office/drawing/2014/main" id="{EF2CF173-396F-A446-7D3F-4C92E0BCC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001" y="1372737"/>
                <a:ext cx="60681" cy="56977"/>
              </a:xfrm>
              <a:custGeom>
                <a:avLst/>
                <a:gdLst>
                  <a:gd name="T0" fmla="*/ 30341 w 21600"/>
                  <a:gd name="T1" fmla="*/ 28489 h 21600"/>
                  <a:gd name="T2" fmla="*/ 30341 w 21600"/>
                  <a:gd name="T3" fmla="*/ 28489 h 21600"/>
                  <a:gd name="T4" fmla="*/ 30341 w 21600"/>
                  <a:gd name="T5" fmla="*/ 28489 h 21600"/>
                  <a:gd name="T6" fmla="*/ 30341 w 21600"/>
                  <a:gd name="T7" fmla="*/ 2848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371" y="0"/>
                    </a:moveTo>
                    <a:lnTo>
                      <a:pt x="13371" y="1963"/>
                    </a:lnTo>
                    <a:lnTo>
                      <a:pt x="18514" y="6872"/>
                    </a:lnTo>
                    <a:lnTo>
                      <a:pt x="21599" y="10800"/>
                    </a:lnTo>
                    <a:lnTo>
                      <a:pt x="20571" y="10800"/>
                    </a:lnTo>
                    <a:lnTo>
                      <a:pt x="20571" y="11781"/>
                    </a:lnTo>
                    <a:lnTo>
                      <a:pt x="19542" y="13745"/>
                    </a:lnTo>
                    <a:lnTo>
                      <a:pt x="18514" y="14727"/>
                    </a:lnTo>
                    <a:lnTo>
                      <a:pt x="15428" y="14727"/>
                    </a:lnTo>
                    <a:lnTo>
                      <a:pt x="14399" y="15709"/>
                    </a:lnTo>
                    <a:lnTo>
                      <a:pt x="11314" y="15709"/>
                    </a:lnTo>
                    <a:lnTo>
                      <a:pt x="6171" y="20618"/>
                    </a:lnTo>
                    <a:lnTo>
                      <a:pt x="5142" y="20618"/>
                    </a:lnTo>
                    <a:lnTo>
                      <a:pt x="4114" y="21599"/>
                    </a:lnTo>
                    <a:lnTo>
                      <a:pt x="0" y="21599"/>
                    </a:lnTo>
                    <a:lnTo>
                      <a:pt x="1028" y="17672"/>
                    </a:lnTo>
                    <a:lnTo>
                      <a:pt x="1028" y="9818"/>
                    </a:lnTo>
                    <a:lnTo>
                      <a:pt x="2057" y="7854"/>
                    </a:lnTo>
                    <a:lnTo>
                      <a:pt x="2057" y="5890"/>
                    </a:lnTo>
                    <a:lnTo>
                      <a:pt x="6171" y="1963"/>
                    </a:lnTo>
                    <a:lnTo>
                      <a:pt x="7199" y="1963"/>
                    </a:lnTo>
                    <a:lnTo>
                      <a:pt x="8228" y="981"/>
                    </a:lnTo>
                    <a:lnTo>
                      <a:pt x="10285" y="0"/>
                    </a:lnTo>
                    <a:lnTo>
                      <a:pt x="1337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1" name="AutoShape 89">
                <a:extLst>
                  <a:ext uri="{FF2B5EF4-FFF2-40B4-BE49-F238E27FC236}">
                    <a16:creationId xmlns:a16="http://schemas.microsoft.com/office/drawing/2014/main" id="{813B2D51-13A9-A7BD-CE65-D766E5B83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724" y="1154106"/>
                <a:ext cx="266435" cy="165630"/>
              </a:xfrm>
              <a:custGeom>
                <a:avLst/>
                <a:gdLst>
                  <a:gd name="T0" fmla="*/ 133211 w 21597"/>
                  <a:gd name="T1" fmla="*/ 82815 h 21600"/>
                  <a:gd name="T2" fmla="*/ 133211 w 21597"/>
                  <a:gd name="T3" fmla="*/ 82815 h 21600"/>
                  <a:gd name="T4" fmla="*/ 133211 w 21597"/>
                  <a:gd name="T5" fmla="*/ 82815 h 21600"/>
                  <a:gd name="T6" fmla="*/ 133211 w 21597"/>
                  <a:gd name="T7" fmla="*/ 8281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97" h="21600">
                    <a:moveTo>
                      <a:pt x="674" y="8877"/>
                    </a:moveTo>
                    <a:lnTo>
                      <a:pt x="0" y="7047"/>
                    </a:lnTo>
                    <a:lnTo>
                      <a:pt x="449" y="6498"/>
                    </a:lnTo>
                    <a:lnTo>
                      <a:pt x="1237" y="6589"/>
                    </a:lnTo>
                    <a:lnTo>
                      <a:pt x="843" y="6132"/>
                    </a:lnTo>
                    <a:lnTo>
                      <a:pt x="843" y="5033"/>
                    </a:lnTo>
                    <a:lnTo>
                      <a:pt x="1124" y="4027"/>
                    </a:lnTo>
                    <a:lnTo>
                      <a:pt x="787" y="3844"/>
                    </a:lnTo>
                    <a:lnTo>
                      <a:pt x="4724" y="1647"/>
                    </a:lnTo>
                    <a:lnTo>
                      <a:pt x="5905" y="0"/>
                    </a:lnTo>
                    <a:lnTo>
                      <a:pt x="7817" y="0"/>
                    </a:lnTo>
                    <a:lnTo>
                      <a:pt x="8492" y="1189"/>
                    </a:lnTo>
                    <a:lnTo>
                      <a:pt x="9448" y="823"/>
                    </a:lnTo>
                    <a:lnTo>
                      <a:pt x="10123" y="1830"/>
                    </a:lnTo>
                    <a:lnTo>
                      <a:pt x="10179" y="3477"/>
                    </a:lnTo>
                    <a:lnTo>
                      <a:pt x="10573" y="3752"/>
                    </a:lnTo>
                    <a:lnTo>
                      <a:pt x="12260" y="2928"/>
                    </a:lnTo>
                    <a:lnTo>
                      <a:pt x="13779" y="4210"/>
                    </a:lnTo>
                    <a:cubicBezTo>
                      <a:pt x="14585" y="4397"/>
                      <a:pt x="14831" y="4393"/>
                      <a:pt x="14510" y="4393"/>
                    </a:cubicBezTo>
                    <a:lnTo>
                      <a:pt x="15073" y="4942"/>
                    </a:lnTo>
                    <a:lnTo>
                      <a:pt x="18110" y="5400"/>
                    </a:lnTo>
                    <a:lnTo>
                      <a:pt x="20191" y="4027"/>
                    </a:lnTo>
                    <a:lnTo>
                      <a:pt x="21428" y="5125"/>
                    </a:lnTo>
                    <a:cubicBezTo>
                      <a:pt x="21600" y="6986"/>
                      <a:pt x="21597" y="6338"/>
                      <a:pt x="21597" y="7047"/>
                    </a:cubicBezTo>
                    <a:cubicBezTo>
                      <a:pt x="20220" y="7140"/>
                      <a:pt x="20565" y="6620"/>
                      <a:pt x="20191" y="7230"/>
                    </a:cubicBezTo>
                    <a:lnTo>
                      <a:pt x="19684" y="8054"/>
                    </a:lnTo>
                    <a:lnTo>
                      <a:pt x="19684" y="8786"/>
                    </a:lnTo>
                    <a:cubicBezTo>
                      <a:pt x="20262" y="9444"/>
                      <a:pt x="20476" y="9427"/>
                      <a:pt x="20191" y="9427"/>
                    </a:cubicBezTo>
                    <a:lnTo>
                      <a:pt x="20359" y="12447"/>
                    </a:lnTo>
                    <a:cubicBezTo>
                      <a:pt x="19843" y="13662"/>
                      <a:pt x="19557" y="13637"/>
                      <a:pt x="19909" y="13637"/>
                    </a:cubicBezTo>
                    <a:lnTo>
                      <a:pt x="19178" y="13637"/>
                    </a:lnTo>
                    <a:lnTo>
                      <a:pt x="17941" y="16200"/>
                    </a:lnTo>
                    <a:cubicBezTo>
                      <a:pt x="17248" y="16481"/>
                      <a:pt x="17266" y="16851"/>
                      <a:pt x="17266" y="16383"/>
                    </a:cubicBezTo>
                    <a:lnTo>
                      <a:pt x="16760" y="18305"/>
                    </a:lnTo>
                    <a:lnTo>
                      <a:pt x="17491" y="19494"/>
                    </a:lnTo>
                    <a:lnTo>
                      <a:pt x="20191" y="20867"/>
                    </a:lnTo>
                    <a:lnTo>
                      <a:pt x="20191" y="21233"/>
                    </a:lnTo>
                    <a:lnTo>
                      <a:pt x="17997" y="21599"/>
                    </a:lnTo>
                    <a:lnTo>
                      <a:pt x="16591" y="21050"/>
                    </a:lnTo>
                    <a:cubicBezTo>
                      <a:pt x="15954" y="20410"/>
                      <a:pt x="15323" y="19751"/>
                      <a:pt x="14679" y="19128"/>
                    </a:cubicBezTo>
                    <a:cubicBezTo>
                      <a:pt x="14628" y="19079"/>
                      <a:pt x="15269" y="19113"/>
                      <a:pt x="14510" y="19037"/>
                    </a:cubicBezTo>
                    <a:lnTo>
                      <a:pt x="10067" y="20135"/>
                    </a:lnTo>
                    <a:lnTo>
                      <a:pt x="10123" y="18579"/>
                    </a:lnTo>
                    <a:lnTo>
                      <a:pt x="10517" y="18213"/>
                    </a:lnTo>
                    <a:lnTo>
                      <a:pt x="9617" y="17206"/>
                    </a:lnTo>
                    <a:lnTo>
                      <a:pt x="9617" y="15467"/>
                    </a:lnTo>
                    <a:cubicBezTo>
                      <a:pt x="9904" y="14065"/>
                      <a:pt x="9898" y="14577"/>
                      <a:pt x="9898" y="14003"/>
                    </a:cubicBezTo>
                    <a:lnTo>
                      <a:pt x="9898" y="12813"/>
                    </a:lnTo>
                    <a:lnTo>
                      <a:pt x="9617" y="12355"/>
                    </a:lnTo>
                    <a:cubicBezTo>
                      <a:pt x="9675" y="11410"/>
                      <a:pt x="9673" y="11747"/>
                      <a:pt x="9673" y="11349"/>
                    </a:cubicBezTo>
                    <a:lnTo>
                      <a:pt x="9223" y="9976"/>
                    </a:lnTo>
                    <a:lnTo>
                      <a:pt x="9223" y="9427"/>
                    </a:lnTo>
                    <a:lnTo>
                      <a:pt x="8436" y="8054"/>
                    </a:lnTo>
                    <a:lnTo>
                      <a:pt x="6861" y="7139"/>
                    </a:lnTo>
                    <a:lnTo>
                      <a:pt x="6524" y="7871"/>
                    </a:lnTo>
                    <a:lnTo>
                      <a:pt x="6186" y="7779"/>
                    </a:lnTo>
                    <a:lnTo>
                      <a:pt x="6130" y="8328"/>
                    </a:lnTo>
                    <a:lnTo>
                      <a:pt x="4443" y="8237"/>
                    </a:lnTo>
                    <a:lnTo>
                      <a:pt x="4218" y="7779"/>
                    </a:lnTo>
                    <a:lnTo>
                      <a:pt x="3430" y="7505"/>
                    </a:lnTo>
                    <a:lnTo>
                      <a:pt x="674" y="887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2" name="AutoShape 90">
                <a:extLst>
                  <a:ext uri="{FF2B5EF4-FFF2-40B4-BE49-F238E27FC236}">
                    <a16:creationId xmlns:a16="http://schemas.microsoft.com/office/drawing/2014/main" id="{3F4EC1A4-962D-64DD-D98A-1D1FBD3A9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974" y="1211082"/>
                <a:ext cx="44741" cy="64928"/>
              </a:xfrm>
              <a:custGeom>
                <a:avLst/>
                <a:gdLst>
                  <a:gd name="T0" fmla="*/ 22369 w 20931"/>
                  <a:gd name="T1" fmla="*/ 32464 h 21600"/>
                  <a:gd name="T2" fmla="*/ 22369 w 20931"/>
                  <a:gd name="T3" fmla="*/ 32464 h 21600"/>
                  <a:gd name="T4" fmla="*/ 22369 w 20931"/>
                  <a:gd name="T5" fmla="*/ 32464 h 21600"/>
                  <a:gd name="T6" fmla="*/ 22369 w 20931"/>
                  <a:gd name="T7" fmla="*/ 3246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931" h="21600">
                    <a:moveTo>
                      <a:pt x="1315" y="8129"/>
                    </a:moveTo>
                    <a:cubicBezTo>
                      <a:pt x="-32" y="5035"/>
                      <a:pt x="0" y="6162"/>
                      <a:pt x="0" y="4877"/>
                    </a:cubicBezTo>
                    <a:cubicBezTo>
                      <a:pt x="1021" y="1751"/>
                      <a:pt x="-47" y="2588"/>
                      <a:pt x="1315" y="1625"/>
                    </a:cubicBezTo>
                    <a:lnTo>
                      <a:pt x="2631" y="0"/>
                    </a:lnTo>
                    <a:lnTo>
                      <a:pt x="11510" y="2090"/>
                    </a:lnTo>
                    <a:lnTo>
                      <a:pt x="16443" y="5806"/>
                    </a:lnTo>
                    <a:lnTo>
                      <a:pt x="16443" y="7664"/>
                    </a:lnTo>
                    <a:lnTo>
                      <a:pt x="19402" y="10916"/>
                    </a:lnTo>
                    <a:lnTo>
                      <a:pt x="18416" y="13470"/>
                    </a:lnTo>
                    <a:cubicBezTo>
                      <a:pt x="20818" y="14198"/>
                      <a:pt x="21552" y="14167"/>
                      <a:pt x="20389" y="14167"/>
                    </a:cubicBezTo>
                    <a:lnTo>
                      <a:pt x="20060" y="18812"/>
                    </a:lnTo>
                    <a:lnTo>
                      <a:pt x="13483" y="21599"/>
                    </a:lnTo>
                    <a:lnTo>
                      <a:pt x="8221" y="21135"/>
                    </a:lnTo>
                    <a:cubicBezTo>
                      <a:pt x="8335" y="18890"/>
                      <a:pt x="8550" y="16646"/>
                      <a:pt x="8550" y="14399"/>
                    </a:cubicBezTo>
                    <a:cubicBezTo>
                      <a:pt x="6493" y="13189"/>
                      <a:pt x="7433" y="13238"/>
                      <a:pt x="6248" y="13238"/>
                    </a:cubicBezTo>
                    <a:lnTo>
                      <a:pt x="1315" y="812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3" name="AutoShape 91">
                <a:extLst>
                  <a:ext uri="{FF2B5EF4-FFF2-40B4-BE49-F238E27FC236}">
                    <a16:creationId xmlns:a16="http://schemas.microsoft.com/office/drawing/2014/main" id="{50D2AD38-AB1E-E614-5C5E-21DB6622CE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39" y="1315760"/>
                <a:ext cx="53388" cy="51321"/>
              </a:xfrm>
              <a:custGeom>
                <a:avLst/>
                <a:gdLst>
                  <a:gd name="T0" fmla="*/ 26694 w 19426"/>
                  <a:gd name="T1" fmla="*/ 25659 h 21451"/>
                  <a:gd name="T2" fmla="*/ 26694 w 19426"/>
                  <a:gd name="T3" fmla="*/ 25659 h 21451"/>
                  <a:gd name="T4" fmla="*/ 26694 w 19426"/>
                  <a:gd name="T5" fmla="*/ 25659 h 21451"/>
                  <a:gd name="T6" fmla="*/ 26694 w 19426"/>
                  <a:gd name="T7" fmla="*/ 25659 h 214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426" h="21451">
                    <a:moveTo>
                      <a:pt x="16164" y="0"/>
                    </a:moveTo>
                    <a:cubicBezTo>
                      <a:pt x="17945" y="12716"/>
                      <a:pt x="21599" y="12620"/>
                      <a:pt x="17679" y="12620"/>
                    </a:cubicBezTo>
                    <a:lnTo>
                      <a:pt x="16416" y="17316"/>
                    </a:lnTo>
                    <a:cubicBezTo>
                      <a:pt x="14901" y="18685"/>
                      <a:pt x="13537" y="20318"/>
                      <a:pt x="11870" y="21424"/>
                    </a:cubicBezTo>
                    <a:cubicBezTo>
                      <a:pt x="11607" y="21599"/>
                      <a:pt x="11112" y="20837"/>
                      <a:pt x="11112" y="20837"/>
                    </a:cubicBezTo>
                    <a:lnTo>
                      <a:pt x="7829" y="17609"/>
                    </a:lnTo>
                    <a:lnTo>
                      <a:pt x="4546" y="17316"/>
                    </a:lnTo>
                    <a:lnTo>
                      <a:pt x="4546" y="15848"/>
                    </a:lnTo>
                    <a:lnTo>
                      <a:pt x="5303" y="16435"/>
                    </a:lnTo>
                    <a:lnTo>
                      <a:pt x="0" y="3521"/>
                    </a:lnTo>
                    <a:cubicBezTo>
                      <a:pt x="1328" y="2286"/>
                      <a:pt x="723" y="2347"/>
                      <a:pt x="1515" y="2347"/>
                    </a:cubicBezTo>
                    <a:cubicBezTo>
                      <a:pt x="4863" y="5639"/>
                      <a:pt x="4798" y="3910"/>
                      <a:pt x="4798" y="5869"/>
                    </a:cubicBezTo>
                    <a:lnTo>
                      <a:pt x="16164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4" name="AutoShape 92">
                <a:extLst>
                  <a:ext uri="{FF2B5EF4-FFF2-40B4-BE49-F238E27FC236}">
                    <a16:creationId xmlns:a16="http://schemas.microsoft.com/office/drawing/2014/main" id="{3F0B1E4E-8FE2-BA22-7791-171688C41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958" y="1428603"/>
                <a:ext cx="58044" cy="51463"/>
              </a:xfrm>
              <a:custGeom>
                <a:avLst/>
                <a:gdLst>
                  <a:gd name="T0" fmla="*/ 29022 w 21600"/>
                  <a:gd name="T1" fmla="*/ 25947 h 21510"/>
                  <a:gd name="T2" fmla="*/ 29022 w 21600"/>
                  <a:gd name="T3" fmla="*/ 25947 h 21510"/>
                  <a:gd name="T4" fmla="*/ 29022 w 21600"/>
                  <a:gd name="T5" fmla="*/ 25947 h 21510"/>
                  <a:gd name="T6" fmla="*/ 29022 w 21600"/>
                  <a:gd name="T7" fmla="*/ 25947 h 215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10">
                    <a:moveTo>
                      <a:pt x="0" y="5522"/>
                    </a:moveTo>
                    <a:lnTo>
                      <a:pt x="3085" y="11627"/>
                    </a:lnTo>
                    <a:lnTo>
                      <a:pt x="4628" y="17731"/>
                    </a:lnTo>
                    <a:cubicBezTo>
                      <a:pt x="10401" y="15654"/>
                      <a:pt x="8886" y="14114"/>
                      <a:pt x="10542" y="15987"/>
                    </a:cubicBezTo>
                    <a:lnTo>
                      <a:pt x="21600" y="21509"/>
                    </a:lnTo>
                    <a:cubicBezTo>
                      <a:pt x="16674" y="10959"/>
                      <a:pt x="20203" y="11045"/>
                      <a:pt x="16457" y="11045"/>
                    </a:cubicBezTo>
                    <a:lnTo>
                      <a:pt x="9514" y="2906"/>
                    </a:lnTo>
                    <a:cubicBezTo>
                      <a:pt x="8453" y="-90"/>
                      <a:pt x="9408" y="-1"/>
                      <a:pt x="8228" y="-1"/>
                    </a:cubicBezTo>
                    <a:lnTo>
                      <a:pt x="0" y="552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5" name="AutoShape 93">
                <a:extLst>
                  <a:ext uri="{FF2B5EF4-FFF2-40B4-BE49-F238E27FC236}">
                    <a16:creationId xmlns:a16="http://schemas.microsoft.com/office/drawing/2014/main" id="{D2BECD8C-8C85-721E-1921-9BBBE6C28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384" y="1379362"/>
                <a:ext cx="98112" cy="99379"/>
              </a:xfrm>
              <a:custGeom>
                <a:avLst/>
                <a:gdLst>
                  <a:gd name="T0" fmla="*/ 49056 w 21138"/>
                  <a:gd name="T1" fmla="*/ 49689 h 21600"/>
                  <a:gd name="T2" fmla="*/ 49056 w 21138"/>
                  <a:gd name="T3" fmla="*/ 49689 h 21600"/>
                  <a:gd name="T4" fmla="*/ 49056 w 21138"/>
                  <a:gd name="T5" fmla="*/ 49689 h 21600"/>
                  <a:gd name="T6" fmla="*/ 49056 w 21138"/>
                  <a:gd name="T7" fmla="*/ 4968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38" h="21600">
                    <a:moveTo>
                      <a:pt x="0" y="11026"/>
                    </a:moveTo>
                    <a:lnTo>
                      <a:pt x="4590" y="16615"/>
                    </a:lnTo>
                    <a:lnTo>
                      <a:pt x="6071" y="16615"/>
                    </a:lnTo>
                    <a:lnTo>
                      <a:pt x="6219" y="18276"/>
                    </a:lnTo>
                    <a:lnTo>
                      <a:pt x="7700" y="21600"/>
                    </a:lnTo>
                    <a:lnTo>
                      <a:pt x="11403" y="17974"/>
                    </a:lnTo>
                    <a:lnTo>
                      <a:pt x="14957" y="20391"/>
                    </a:lnTo>
                    <a:lnTo>
                      <a:pt x="15697" y="11479"/>
                    </a:lnTo>
                    <a:lnTo>
                      <a:pt x="20288" y="12083"/>
                    </a:lnTo>
                    <a:cubicBezTo>
                      <a:pt x="20894" y="9920"/>
                      <a:pt x="21599" y="9969"/>
                      <a:pt x="20733" y="9969"/>
                    </a:cubicBezTo>
                    <a:lnTo>
                      <a:pt x="15549" y="6646"/>
                    </a:lnTo>
                    <a:lnTo>
                      <a:pt x="16882" y="906"/>
                    </a:lnTo>
                    <a:lnTo>
                      <a:pt x="13180" y="0"/>
                    </a:lnTo>
                    <a:cubicBezTo>
                      <a:pt x="13130" y="1258"/>
                      <a:pt x="13081" y="2517"/>
                      <a:pt x="13032" y="3776"/>
                    </a:cubicBezTo>
                    <a:lnTo>
                      <a:pt x="11699" y="4682"/>
                    </a:lnTo>
                    <a:lnTo>
                      <a:pt x="11551" y="6646"/>
                    </a:lnTo>
                    <a:lnTo>
                      <a:pt x="8293" y="4380"/>
                    </a:lnTo>
                    <a:lnTo>
                      <a:pt x="5183" y="4380"/>
                    </a:lnTo>
                    <a:lnTo>
                      <a:pt x="5923" y="8458"/>
                    </a:lnTo>
                    <a:lnTo>
                      <a:pt x="0" y="1102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6" name="AutoShape 94">
                <a:extLst>
                  <a:ext uri="{FF2B5EF4-FFF2-40B4-BE49-F238E27FC236}">
                    <a16:creationId xmlns:a16="http://schemas.microsoft.com/office/drawing/2014/main" id="{855F7BE1-E8A4-24A3-1A8C-06F6B2253D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3746" y="1370087"/>
                <a:ext cx="93660" cy="71553"/>
              </a:xfrm>
              <a:custGeom>
                <a:avLst/>
                <a:gdLst>
                  <a:gd name="T0" fmla="*/ 46830 w 21600"/>
                  <a:gd name="T1" fmla="*/ 35777 h 21600"/>
                  <a:gd name="T2" fmla="*/ 46830 w 21600"/>
                  <a:gd name="T3" fmla="*/ 35777 h 21600"/>
                  <a:gd name="T4" fmla="*/ 46830 w 21600"/>
                  <a:gd name="T5" fmla="*/ 35777 h 21600"/>
                  <a:gd name="T6" fmla="*/ 46830 w 21600"/>
                  <a:gd name="T7" fmla="*/ 357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920" y="21599"/>
                    </a:moveTo>
                    <a:lnTo>
                      <a:pt x="7520" y="18454"/>
                    </a:lnTo>
                    <a:cubicBezTo>
                      <a:pt x="4111" y="16539"/>
                      <a:pt x="5378" y="16566"/>
                      <a:pt x="4000" y="16566"/>
                    </a:cubicBezTo>
                    <a:cubicBezTo>
                      <a:pt x="3946" y="16287"/>
                      <a:pt x="3961" y="15967"/>
                      <a:pt x="3839" y="15728"/>
                    </a:cubicBezTo>
                    <a:cubicBezTo>
                      <a:pt x="3733" y="15518"/>
                      <a:pt x="3360" y="15308"/>
                      <a:pt x="3360" y="15308"/>
                    </a:cubicBezTo>
                    <a:cubicBezTo>
                      <a:pt x="2028" y="15745"/>
                      <a:pt x="2080" y="16304"/>
                      <a:pt x="2080" y="15518"/>
                    </a:cubicBezTo>
                    <a:lnTo>
                      <a:pt x="1760" y="14260"/>
                    </a:lnTo>
                    <a:lnTo>
                      <a:pt x="0" y="14260"/>
                    </a:lnTo>
                    <a:lnTo>
                      <a:pt x="2400" y="11533"/>
                    </a:lnTo>
                    <a:lnTo>
                      <a:pt x="2080" y="5871"/>
                    </a:lnTo>
                    <a:lnTo>
                      <a:pt x="6240" y="5662"/>
                    </a:lnTo>
                    <a:lnTo>
                      <a:pt x="8319" y="7968"/>
                    </a:lnTo>
                    <a:cubicBezTo>
                      <a:pt x="8997" y="7080"/>
                      <a:pt x="8658" y="7130"/>
                      <a:pt x="9120" y="7130"/>
                    </a:cubicBezTo>
                    <a:lnTo>
                      <a:pt x="9120" y="5871"/>
                    </a:lnTo>
                    <a:lnTo>
                      <a:pt x="10879" y="5452"/>
                    </a:lnTo>
                    <a:lnTo>
                      <a:pt x="12000" y="3145"/>
                    </a:lnTo>
                    <a:lnTo>
                      <a:pt x="12000" y="0"/>
                    </a:lnTo>
                    <a:lnTo>
                      <a:pt x="16800" y="0"/>
                    </a:lnTo>
                    <a:lnTo>
                      <a:pt x="15359" y="5662"/>
                    </a:lnTo>
                    <a:lnTo>
                      <a:pt x="20479" y="9017"/>
                    </a:lnTo>
                    <a:lnTo>
                      <a:pt x="21599" y="14469"/>
                    </a:lnTo>
                    <a:lnTo>
                      <a:pt x="14719" y="18244"/>
                    </a:lnTo>
                    <a:lnTo>
                      <a:pt x="9920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7" name="AutoShape 95">
                <a:extLst>
                  <a:ext uri="{FF2B5EF4-FFF2-40B4-BE49-F238E27FC236}">
                    <a16:creationId xmlns:a16="http://schemas.microsoft.com/office/drawing/2014/main" id="{8D5E1ADC-2AB6-D6D3-FA21-50C70538D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87" y="1276009"/>
                <a:ext cx="97619" cy="76762"/>
              </a:xfrm>
              <a:custGeom>
                <a:avLst/>
                <a:gdLst>
                  <a:gd name="T0" fmla="*/ 48809 w 21600"/>
                  <a:gd name="T1" fmla="*/ 38379 h 20513"/>
                  <a:gd name="T2" fmla="*/ 48809 w 21600"/>
                  <a:gd name="T3" fmla="*/ 38379 h 20513"/>
                  <a:gd name="T4" fmla="*/ 48809 w 21600"/>
                  <a:gd name="T5" fmla="*/ 38379 h 20513"/>
                  <a:gd name="T6" fmla="*/ 48809 w 21600"/>
                  <a:gd name="T7" fmla="*/ 38379 h 205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0513">
                    <a:moveTo>
                      <a:pt x="19455" y="11704"/>
                    </a:moveTo>
                    <a:lnTo>
                      <a:pt x="21599" y="3511"/>
                    </a:lnTo>
                    <a:lnTo>
                      <a:pt x="15472" y="3511"/>
                    </a:lnTo>
                    <a:lnTo>
                      <a:pt x="14400" y="1560"/>
                    </a:lnTo>
                    <a:lnTo>
                      <a:pt x="14706" y="0"/>
                    </a:lnTo>
                    <a:lnTo>
                      <a:pt x="10723" y="2731"/>
                    </a:lnTo>
                    <a:lnTo>
                      <a:pt x="10723" y="5462"/>
                    </a:lnTo>
                    <a:lnTo>
                      <a:pt x="9497" y="8193"/>
                    </a:lnTo>
                    <a:lnTo>
                      <a:pt x="1378" y="7022"/>
                    </a:lnTo>
                    <a:lnTo>
                      <a:pt x="0" y="7998"/>
                    </a:lnTo>
                    <a:lnTo>
                      <a:pt x="459" y="9753"/>
                    </a:lnTo>
                    <a:cubicBezTo>
                      <a:pt x="1409" y="11366"/>
                      <a:pt x="1889" y="11314"/>
                      <a:pt x="1225" y="11314"/>
                    </a:cubicBezTo>
                    <a:cubicBezTo>
                      <a:pt x="6166" y="16819"/>
                      <a:pt x="6127" y="14011"/>
                      <a:pt x="6127" y="16971"/>
                    </a:cubicBezTo>
                    <a:lnTo>
                      <a:pt x="6893" y="15605"/>
                    </a:lnTo>
                    <a:cubicBezTo>
                      <a:pt x="9237" y="16999"/>
                      <a:pt x="9191" y="15895"/>
                      <a:pt x="9191" y="17166"/>
                    </a:cubicBezTo>
                    <a:cubicBezTo>
                      <a:pt x="11027" y="16741"/>
                      <a:pt x="13190" y="21599"/>
                      <a:pt x="13190" y="20287"/>
                    </a:cubicBezTo>
                    <a:cubicBezTo>
                      <a:pt x="12253" y="17105"/>
                      <a:pt x="9957" y="14181"/>
                      <a:pt x="9957" y="12874"/>
                    </a:cubicBezTo>
                    <a:lnTo>
                      <a:pt x="10876" y="12094"/>
                    </a:lnTo>
                    <a:cubicBezTo>
                      <a:pt x="12615" y="14107"/>
                      <a:pt x="12024" y="13361"/>
                      <a:pt x="12714" y="14240"/>
                    </a:cubicBezTo>
                    <a:lnTo>
                      <a:pt x="19455" y="1170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8" name="AutoShape 96">
                <a:extLst>
                  <a:ext uri="{FF2B5EF4-FFF2-40B4-BE49-F238E27FC236}">
                    <a16:creationId xmlns:a16="http://schemas.microsoft.com/office/drawing/2014/main" id="{8D503CA2-BC64-954C-530C-E0B8D5B79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0851" y="1279984"/>
                <a:ext cx="87065" cy="104851"/>
              </a:xfrm>
              <a:custGeom>
                <a:avLst/>
                <a:gdLst>
                  <a:gd name="T0" fmla="*/ 43532 w 21600"/>
                  <a:gd name="T1" fmla="*/ 52423 h 21365"/>
                  <a:gd name="T2" fmla="*/ 43532 w 21600"/>
                  <a:gd name="T3" fmla="*/ 52423 h 21365"/>
                  <a:gd name="T4" fmla="*/ 43532 w 21600"/>
                  <a:gd name="T5" fmla="*/ 52423 h 21365"/>
                  <a:gd name="T6" fmla="*/ 43532 w 21600"/>
                  <a:gd name="T7" fmla="*/ 52423 h 2136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365">
                    <a:moveTo>
                      <a:pt x="0" y="8374"/>
                    </a:moveTo>
                    <a:lnTo>
                      <a:pt x="2592" y="1845"/>
                    </a:lnTo>
                    <a:lnTo>
                      <a:pt x="6048" y="567"/>
                    </a:lnTo>
                    <a:lnTo>
                      <a:pt x="10195" y="0"/>
                    </a:lnTo>
                    <a:lnTo>
                      <a:pt x="11404" y="2271"/>
                    </a:lnTo>
                    <a:lnTo>
                      <a:pt x="11231" y="4400"/>
                    </a:lnTo>
                    <a:cubicBezTo>
                      <a:pt x="14386" y="6559"/>
                      <a:pt x="12992" y="6529"/>
                      <a:pt x="14515" y="6529"/>
                    </a:cubicBezTo>
                    <a:cubicBezTo>
                      <a:pt x="16175" y="5923"/>
                      <a:pt x="15503" y="5961"/>
                      <a:pt x="16416" y="5961"/>
                    </a:cubicBezTo>
                    <a:lnTo>
                      <a:pt x="16416" y="7097"/>
                    </a:lnTo>
                    <a:lnTo>
                      <a:pt x="17798" y="8800"/>
                    </a:lnTo>
                    <a:lnTo>
                      <a:pt x="17798" y="10361"/>
                    </a:lnTo>
                    <a:lnTo>
                      <a:pt x="20217" y="13910"/>
                    </a:lnTo>
                    <a:lnTo>
                      <a:pt x="21599" y="14904"/>
                    </a:lnTo>
                    <a:lnTo>
                      <a:pt x="21599" y="16465"/>
                    </a:lnTo>
                    <a:cubicBezTo>
                      <a:pt x="18617" y="18482"/>
                      <a:pt x="19930" y="18452"/>
                      <a:pt x="18489" y="18452"/>
                    </a:cubicBezTo>
                    <a:lnTo>
                      <a:pt x="19007" y="19588"/>
                    </a:lnTo>
                    <a:cubicBezTo>
                      <a:pt x="17919" y="20035"/>
                      <a:pt x="17971" y="19696"/>
                      <a:pt x="17971" y="20155"/>
                    </a:cubicBezTo>
                    <a:lnTo>
                      <a:pt x="17971" y="20723"/>
                    </a:lnTo>
                    <a:cubicBezTo>
                      <a:pt x="14386" y="20576"/>
                      <a:pt x="15546" y="21005"/>
                      <a:pt x="14169" y="20439"/>
                    </a:cubicBezTo>
                    <a:lnTo>
                      <a:pt x="13305" y="20439"/>
                    </a:lnTo>
                    <a:cubicBezTo>
                      <a:pt x="12034" y="21335"/>
                      <a:pt x="12471" y="21599"/>
                      <a:pt x="11923" y="21149"/>
                    </a:cubicBezTo>
                    <a:lnTo>
                      <a:pt x="8812" y="16181"/>
                    </a:lnTo>
                    <a:lnTo>
                      <a:pt x="5183" y="16181"/>
                    </a:lnTo>
                    <a:lnTo>
                      <a:pt x="3283" y="13484"/>
                    </a:lnTo>
                    <a:lnTo>
                      <a:pt x="0" y="837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199" name="AutoShape 97">
                <a:extLst>
                  <a:ext uri="{FF2B5EF4-FFF2-40B4-BE49-F238E27FC236}">
                    <a16:creationId xmlns:a16="http://schemas.microsoft.com/office/drawing/2014/main" id="{E387EDA6-3B4E-D9FF-A942-05CE28A21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404" y="1257459"/>
                <a:ext cx="93661" cy="50352"/>
              </a:xfrm>
              <a:custGeom>
                <a:avLst/>
                <a:gdLst>
                  <a:gd name="T0" fmla="*/ 46831 w 21600"/>
                  <a:gd name="T1" fmla="*/ 25176 h 21600"/>
                  <a:gd name="T2" fmla="*/ 46831 w 21600"/>
                  <a:gd name="T3" fmla="*/ 25176 h 21600"/>
                  <a:gd name="T4" fmla="*/ 46831 w 21600"/>
                  <a:gd name="T5" fmla="*/ 25176 h 21600"/>
                  <a:gd name="T6" fmla="*/ 46831 w 21600"/>
                  <a:gd name="T7" fmla="*/ 2517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4602"/>
                    </a:moveTo>
                    <a:lnTo>
                      <a:pt x="4159" y="18253"/>
                    </a:lnTo>
                    <a:cubicBezTo>
                      <a:pt x="6154" y="18885"/>
                      <a:pt x="5621" y="17989"/>
                      <a:pt x="6240" y="19166"/>
                    </a:cubicBezTo>
                    <a:lnTo>
                      <a:pt x="6559" y="20383"/>
                    </a:lnTo>
                    <a:lnTo>
                      <a:pt x="7679" y="19166"/>
                    </a:lnTo>
                    <a:lnTo>
                      <a:pt x="15999" y="21600"/>
                    </a:lnTo>
                    <a:lnTo>
                      <a:pt x="17439" y="17036"/>
                    </a:lnTo>
                    <a:lnTo>
                      <a:pt x="17439" y="12169"/>
                    </a:lnTo>
                    <a:lnTo>
                      <a:pt x="21599" y="9430"/>
                    </a:lnTo>
                    <a:lnTo>
                      <a:pt x="21599" y="7605"/>
                    </a:lnTo>
                    <a:lnTo>
                      <a:pt x="19519" y="0"/>
                    </a:lnTo>
                    <a:lnTo>
                      <a:pt x="17919" y="2738"/>
                    </a:lnTo>
                    <a:lnTo>
                      <a:pt x="18559" y="5171"/>
                    </a:lnTo>
                    <a:lnTo>
                      <a:pt x="10399" y="6388"/>
                    </a:lnTo>
                    <a:lnTo>
                      <a:pt x="0" y="1460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200" name="AutoShape 98">
                <a:extLst>
                  <a:ext uri="{FF2B5EF4-FFF2-40B4-BE49-F238E27FC236}">
                    <a16:creationId xmlns:a16="http://schemas.microsoft.com/office/drawing/2014/main" id="{550A0816-1084-E1D6-3D45-CE51B03D6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107" y="1173981"/>
                <a:ext cx="113448" cy="70228"/>
              </a:xfrm>
              <a:custGeom>
                <a:avLst/>
                <a:gdLst>
                  <a:gd name="T0" fmla="*/ 56724 w 21600"/>
                  <a:gd name="T1" fmla="*/ 35114 h 21600"/>
                  <a:gd name="T2" fmla="*/ 56724 w 21600"/>
                  <a:gd name="T3" fmla="*/ 35114 h 21600"/>
                  <a:gd name="T4" fmla="*/ 56724 w 21600"/>
                  <a:gd name="T5" fmla="*/ 35114 h 21600"/>
                  <a:gd name="T6" fmla="*/ 56724 w 21600"/>
                  <a:gd name="T7" fmla="*/ 3511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5611"/>
                    </a:moveTo>
                    <a:lnTo>
                      <a:pt x="4058" y="2780"/>
                    </a:lnTo>
                    <a:lnTo>
                      <a:pt x="5236" y="3849"/>
                    </a:lnTo>
                    <a:lnTo>
                      <a:pt x="6545" y="3635"/>
                    </a:lnTo>
                    <a:lnTo>
                      <a:pt x="6545" y="6415"/>
                    </a:lnTo>
                    <a:cubicBezTo>
                      <a:pt x="10513" y="3823"/>
                      <a:pt x="9062" y="3849"/>
                      <a:pt x="10603" y="3849"/>
                    </a:cubicBezTo>
                    <a:cubicBezTo>
                      <a:pt x="12214" y="4946"/>
                      <a:pt x="12174" y="5845"/>
                      <a:pt x="12174" y="4704"/>
                    </a:cubicBezTo>
                    <a:cubicBezTo>
                      <a:pt x="12087" y="3706"/>
                      <a:pt x="11912" y="2719"/>
                      <a:pt x="11912" y="1710"/>
                    </a:cubicBezTo>
                    <a:cubicBezTo>
                      <a:pt x="11912" y="1453"/>
                      <a:pt x="12174" y="2352"/>
                      <a:pt x="12174" y="2352"/>
                    </a:cubicBezTo>
                    <a:lnTo>
                      <a:pt x="12698" y="2352"/>
                    </a:lnTo>
                    <a:cubicBezTo>
                      <a:pt x="13507" y="368"/>
                      <a:pt x="13011" y="427"/>
                      <a:pt x="13614" y="427"/>
                    </a:cubicBezTo>
                    <a:lnTo>
                      <a:pt x="14661" y="1283"/>
                    </a:lnTo>
                    <a:lnTo>
                      <a:pt x="15578" y="0"/>
                    </a:lnTo>
                    <a:lnTo>
                      <a:pt x="17018" y="0"/>
                    </a:lnTo>
                    <a:lnTo>
                      <a:pt x="17672" y="1497"/>
                    </a:lnTo>
                    <a:lnTo>
                      <a:pt x="18589" y="1710"/>
                    </a:lnTo>
                    <a:lnTo>
                      <a:pt x="21207" y="4063"/>
                    </a:lnTo>
                    <a:lnTo>
                      <a:pt x="20552" y="6415"/>
                    </a:lnTo>
                    <a:lnTo>
                      <a:pt x="20552" y="9196"/>
                    </a:lnTo>
                    <a:lnTo>
                      <a:pt x="21599" y="10479"/>
                    </a:lnTo>
                    <a:lnTo>
                      <a:pt x="19636" y="10051"/>
                    </a:lnTo>
                    <a:lnTo>
                      <a:pt x="18196" y="12190"/>
                    </a:lnTo>
                    <a:lnTo>
                      <a:pt x="16887" y="12403"/>
                    </a:lnTo>
                    <a:lnTo>
                      <a:pt x="15709" y="13687"/>
                    </a:lnTo>
                    <a:lnTo>
                      <a:pt x="14400" y="12403"/>
                    </a:lnTo>
                    <a:lnTo>
                      <a:pt x="12698" y="14970"/>
                    </a:lnTo>
                    <a:lnTo>
                      <a:pt x="11912" y="14970"/>
                    </a:lnTo>
                    <a:lnTo>
                      <a:pt x="11912" y="17536"/>
                    </a:lnTo>
                    <a:cubicBezTo>
                      <a:pt x="11775" y="19104"/>
                      <a:pt x="12090" y="19033"/>
                      <a:pt x="11650" y="19033"/>
                    </a:cubicBezTo>
                    <a:lnTo>
                      <a:pt x="9425" y="19033"/>
                    </a:lnTo>
                    <a:lnTo>
                      <a:pt x="6283" y="21599"/>
                    </a:lnTo>
                    <a:lnTo>
                      <a:pt x="3665" y="21599"/>
                    </a:lnTo>
                    <a:lnTo>
                      <a:pt x="3141" y="20102"/>
                    </a:lnTo>
                    <a:cubicBezTo>
                      <a:pt x="1984" y="21048"/>
                      <a:pt x="2370" y="21409"/>
                      <a:pt x="1832" y="20530"/>
                    </a:cubicBezTo>
                    <a:lnTo>
                      <a:pt x="0" y="1561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</p:grpSp>
        <p:grpSp>
          <p:nvGrpSpPr>
            <p:cNvPr id="13" name="Group 99">
              <a:extLst>
                <a:ext uri="{FF2B5EF4-FFF2-40B4-BE49-F238E27FC236}">
                  <a16:creationId xmlns:a16="http://schemas.microsoft.com/office/drawing/2014/main" id="{801943ED-70F3-4E29-C348-6BBA0CC14B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3449" y="2008759"/>
              <a:ext cx="1117317" cy="1629796"/>
              <a:chOff x="-1" y="0"/>
              <a:chExt cx="1117318" cy="1629796"/>
            </a:xfrm>
            <a:grpFill/>
          </p:grpSpPr>
          <p:sp>
            <p:nvSpPr>
              <p:cNvPr id="126" name="AutoShape 100">
                <a:extLst>
                  <a:ext uri="{FF2B5EF4-FFF2-40B4-BE49-F238E27FC236}">
                    <a16:creationId xmlns:a16="http://schemas.microsoft.com/office/drawing/2014/main" id="{D5E28C9C-15B5-1D6C-EA4E-F6D315560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020" y="500864"/>
                <a:ext cx="257234" cy="270308"/>
              </a:xfrm>
              <a:custGeom>
                <a:avLst/>
                <a:gdLst>
                  <a:gd name="T0" fmla="*/ 128617 w 21600"/>
                  <a:gd name="T1" fmla="*/ 135154 h 21600"/>
                  <a:gd name="T2" fmla="*/ 128617 w 21600"/>
                  <a:gd name="T3" fmla="*/ 135154 h 21600"/>
                  <a:gd name="T4" fmla="*/ 128617 w 21600"/>
                  <a:gd name="T5" fmla="*/ 135154 h 21600"/>
                  <a:gd name="T6" fmla="*/ 128617 w 21600"/>
                  <a:gd name="T7" fmla="*/ 1351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0164"/>
                    </a:moveTo>
                    <a:lnTo>
                      <a:pt x="245" y="9952"/>
                    </a:lnTo>
                    <a:lnTo>
                      <a:pt x="490" y="9952"/>
                    </a:lnTo>
                    <a:lnTo>
                      <a:pt x="981" y="9529"/>
                    </a:lnTo>
                    <a:lnTo>
                      <a:pt x="1472" y="9317"/>
                    </a:lnTo>
                    <a:lnTo>
                      <a:pt x="2209" y="9105"/>
                    </a:lnTo>
                    <a:lnTo>
                      <a:pt x="2700" y="8894"/>
                    </a:lnTo>
                    <a:lnTo>
                      <a:pt x="2945" y="8894"/>
                    </a:lnTo>
                    <a:lnTo>
                      <a:pt x="3436" y="8470"/>
                    </a:lnTo>
                    <a:lnTo>
                      <a:pt x="3436" y="7835"/>
                    </a:lnTo>
                    <a:lnTo>
                      <a:pt x="3190" y="7411"/>
                    </a:lnTo>
                    <a:lnTo>
                      <a:pt x="3190" y="7199"/>
                    </a:lnTo>
                    <a:lnTo>
                      <a:pt x="2945" y="7199"/>
                    </a:lnTo>
                    <a:lnTo>
                      <a:pt x="2945" y="5505"/>
                    </a:lnTo>
                    <a:lnTo>
                      <a:pt x="3190" y="5082"/>
                    </a:lnTo>
                    <a:lnTo>
                      <a:pt x="3190" y="4870"/>
                    </a:lnTo>
                    <a:lnTo>
                      <a:pt x="3436" y="4658"/>
                    </a:lnTo>
                    <a:lnTo>
                      <a:pt x="3436" y="4235"/>
                    </a:lnTo>
                    <a:lnTo>
                      <a:pt x="3190" y="4023"/>
                    </a:lnTo>
                    <a:lnTo>
                      <a:pt x="3190" y="3811"/>
                    </a:lnTo>
                    <a:lnTo>
                      <a:pt x="1963" y="2117"/>
                    </a:lnTo>
                    <a:lnTo>
                      <a:pt x="4172" y="1905"/>
                    </a:lnTo>
                    <a:lnTo>
                      <a:pt x="4663" y="1905"/>
                    </a:lnTo>
                    <a:lnTo>
                      <a:pt x="5154" y="1694"/>
                    </a:lnTo>
                    <a:lnTo>
                      <a:pt x="5400" y="1270"/>
                    </a:lnTo>
                    <a:lnTo>
                      <a:pt x="5890" y="847"/>
                    </a:lnTo>
                    <a:lnTo>
                      <a:pt x="6381" y="635"/>
                    </a:lnTo>
                    <a:lnTo>
                      <a:pt x="6627" y="423"/>
                    </a:lnTo>
                    <a:lnTo>
                      <a:pt x="7118" y="423"/>
                    </a:lnTo>
                    <a:lnTo>
                      <a:pt x="7363" y="635"/>
                    </a:lnTo>
                    <a:lnTo>
                      <a:pt x="7854" y="635"/>
                    </a:lnTo>
                    <a:lnTo>
                      <a:pt x="8099" y="423"/>
                    </a:lnTo>
                    <a:lnTo>
                      <a:pt x="8099" y="211"/>
                    </a:lnTo>
                    <a:lnTo>
                      <a:pt x="8345" y="0"/>
                    </a:lnTo>
                    <a:lnTo>
                      <a:pt x="8836" y="0"/>
                    </a:lnTo>
                    <a:lnTo>
                      <a:pt x="9081" y="211"/>
                    </a:lnTo>
                    <a:lnTo>
                      <a:pt x="9081" y="635"/>
                    </a:lnTo>
                    <a:lnTo>
                      <a:pt x="8836" y="1058"/>
                    </a:lnTo>
                    <a:lnTo>
                      <a:pt x="8836" y="2117"/>
                    </a:lnTo>
                    <a:lnTo>
                      <a:pt x="9327" y="3388"/>
                    </a:lnTo>
                    <a:lnTo>
                      <a:pt x="10554" y="4447"/>
                    </a:lnTo>
                    <a:lnTo>
                      <a:pt x="12027" y="4870"/>
                    </a:lnTo>
                    <a:lnTo>
                      <a:pt x="13254" y="4658"/>
                    </a:lnTo>
                    <a:lnTo>
                      <a:pt x="13254" y="4870"/>
                    </a:lnTo>
                    <a:lnTo>
                      <a:pt x="13499" y="5082"/>
                    </a:lnTo>
                    <a:lnTo>
                      <a:pt x="13990" y="5929"/>
                    </a:lnTo>
                    <a:lnTo>
                      <a:pt x="14481" y="6352"/>
                    </a:lnTo>
                    <a:lnTo>
                      <a:pt x="15218" y="6564"/>
                    </a:lnTo>
                    <a:lnTo>
                      <a:pt x="15709" y="6988"/>
                    </a:lnTo>
                    <a:lnTo>
                      <a:pt x="16199" y="7199"/>
                    </a:lnTo>
                    <a:lnTo>
                      <a:pt x="16690" y="7623"/>
                    </a:lnTo>
                    <a:lnTo>
                      <a:pt x="17181" y="8258"/>
                    </a:lnTo>
                    <a:lnTo>
                      <a:pt x="17427" y="8682"/>
                    </a:lnTo>
                    <a:lnTo>
                      <a:pt x="17672" y="9317"/>
                    </a:lnTo>
                    <a:lnTo>
                      <a:pt x="20372" y="9529"/>
                    </a:lnTo>
                    <a:lnTo>
                      <a:pt x="20372" y="10800"/>
                    </a:lnTo>
                    <a:lnTo>
                      <a:pt x="20863" y="11223"/>
                    </a:lnTo>
                    <a:lnTo>
                      <a:pt x="21109" y="11223"/>
                    </a:lnTo>
                    <a:lnTo>
                      <a:pt x="21354" y="11435"/>
                    </a:lnTo>
                    <a:lnTo>
                      <a:pt x="21599" y="11858"/>
                    </a:lnTo>
                    <a:lnTo>
                      <a:pt x="21599" y="15247"/>
                    </a:lnTo>
                    <a:lnTo>
                      <a:pt x="21354" y="16517"/>
                    </a:lnTo>
                    <a:lnTo>
                      <a:pt x="21109" y="17152"/>
                    </a:lnTo>
                    <a:lnTo>
                      <a:pt x="19881" y="16094"/>
                    </a:lnTo>
                    <a:lnTo>
                      <a:pt x="18409" y="15670"/>
                    </a:lnTo>
                    <a:lnTo>
                      <a:pt x="16690" y="15670"/>
                    </a:lnTo>
                    <a:lnTo>
                      <a:pt x="16199" y="15882"/>
                    </a:lnTo>
                    <a:lnTo>
                      <a:pt x="15463" y="16729"/>
                    </a:lnTo>
                    <a:lnTo>
                      <a:pt x="14236" y="17788"/>
                    </a:lnTo>
                    <a:lnTo>
                      <a:pt x="13254" y="20329"/>
                    </a:lnTo>
                    <a:lnTo>
                      <a:pt x="13254" y="20117"/>
                    </a:lnTo>
                    <a:lnTo>
                      <a:pt x="13009" y="20117"/>
                    </a:lnTo>
                    <a:lnTo>
                      <a:pt x="12518" y="19694"/>
                    </a:lnTo>
                    <a:lnTo>
                      <a:pt x="12027" y="19694"/>
                    </a:lnTo>
                    <a:lnTo>
                      <a:pt x="11536" y="19905"/>
                    </a:lnTo>
                    <a:lnTo>
                      <a:pt x="10800" y="20329"/>
                    </a:lnTo>
                    <a:lnTo>
                      <a:pt x="10309" y="21176"/>
                    </a:lnTo>
                    <a:lnTo>
                      <a:pt x="10063" y="20752"/>
                    </a:lnTo>
                    <a:lnTo>
                      <a:pt x="10063" y="20541"/>
                    </a:lnTo>
                    <a:lnTo>
                      <a:pt x="9818" y="20329"/>
                    </a:lnTo>
                    <a:lnTo>
                      <a:pt x="9572" y="19905"/>
                    </a:lnTo>
                    <a:lnTo>
                      <a:pt x="9327" y="19905"/>
                    </a:lnTo>
                    <a:lnTo>
                      <a:pt x="7118" y="19482"/>
                    </a:lnTo>
                    <a:lnTo>
                      <a:pt x="7118" y="19694"/>
                    </a:lnTo>
                    <a:lnTo>
                      <a:pt x="6872" y="19905"/>
                    </a:lnTo>
                    <a:lnTo>
                      <a:pt x="6627" y="20329"/>
                    </a:lnTo>
                    <a:lnTo>
                      <a:pt x="6381" y="20541"/>
                    </a:lnTo>
                    <a:lnTo>
                      <a:pt x="6136" y="20964"/>
                    </a:lnTo>
                    <a:lnTo>
                      <a:pt x="5890" y="20964"/>
                    </a:lnTo>
                    <a:lnTo>
                      <a:pt x="5645" y="21176"/>
                    </a:lnTo>
                    <a:lnTo>
                      <a:pt x="5645" y="21388"/>
                    </a:lnTo>
                    <a:lnTo>
                      <a:pt x="5400" y="21388"/>
                    </a:lnTo>
                    <a:lnTo>
                      <a:pt x="5154" y="21600"/>
                    </a:lnTo>
                    <a:lnTo>
                      <a:pt x="4909" y="21600"/>
                    </a:lnTo>
                    <a:lnTo>
                      <a:pt x="4663" y="21388"/>
                    </a:lnTo>
                    <a:lnTo>
                      <a:pt x="4172" y="19058"/>
                    </a:lnTo>
                    <a:lnTo>
                      <a:pt x="3681" y="16941"/>
                    </a:lnTo>
                    <a:lnTo>
                      <a:pt x="3681" y="15882"/>
                    </a:lnTo>
                    <a:lnTo>
                      <a:pt x="3436" y="15247"/>
                    </a:lnTo>
                    <a:lnTo>
                      <a:pt x="3190" y="14823"/>
                    </a:lnTo>
                    <a:lnTo>
                      <a:pt x="2945" y="14611"/>
                    </a:lnTo>
                    <a:lnTo>
                      <a:pt x="1472" y="12917"/>
                    </a:lnTo>
                    <a:lnTo>
                      <a:pt x="1472" y="12705"/>
                    </a:lnTo>
                    <a:lnTo>
                      <a:pt x="736" y="12070"/>
                    </a:lnTo>
                    <a:lnTo>
                      <a:pt x="0" y="1016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7" name="AutoShape 101">
                <a:extLst>
                  <a:ext uri="{FF2B5EF4-FFF2-40B4-BE49-F238E27FC236}">
                    <a16:creationId xmlns:a16="http://schemas.microsoft.com/office/drawing/2014/main" id="{A6E72B66-D381-A365-73D3-485345D50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61" y="315358"/>
                <a:ext cx="258553" cy="323310"/>
              </a:xfrm>
              <a:custGeom>
                <a:avLst/>
                <a:gdLst>
                  <a:gd name="T0" fmla="*/ 129277 w 21600"/>
                  <a:gd name="T1" fmla="*/ 161655 h 21600"/>
                  <a:gd name="T2" fmla="*/ 129277 w 21600"/>
                  <a:gd name="T3" fmla="*/ 161655 h 21600"/>
                  <a:gd name="T4" fmla="*/ 129277 w 21600"/>
                  <a:gd name="T5" fmla="*/ 161655 h 21600"/>
                  <a:gd name="T6" fmla="*/ 129277 w 21600"/>
                  <a:gd name="T7" fmla="*/ 16165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950" y="20006"/>
                    </a:moveTo>
                    <a:lnTo>
                      <a:pt x="9222" y="19652"/>
                    </a:lnTo>
                    <a:lnTo>
                      <a:pt x="8737" y="19121"/>
                    </a:lnTo>
                    <a:lnTo>
                      <a:pt x="8251" y="18059"/>
                    </a:lnTo>
                    <a:lnTo>
                      <a:pt x="8251" y="17704"/>
                    </a:lnTo>
                    <a:lnTo>
                      <a:pt x="8008" y="17350"/>
                    </a:lnTo>
                    <a:lnTo>
                      <a:pt x="7766" y="16819"/>
                    </a:lnTo>
                    <a:lnTo>
                      <a:pt x="7038" y="15580"/>
                    </a:lnTo>
                    <a:lnTo>
                      <a:pt x="6310" y="14518"/>
                    </a:lnTo>
                    <a:lnTo>
                      <a:pt x="5824" y="13455"/>
                    </a:lnTo>
                    <a:lnTo>
                      <a:pt x="4853" y="12039"/>
                    </a:lnTo>
                    <a:lnTo>
                      <a:pt x="3640" y="10800"/>
                    </a:lnTo>
                    <a:lnTo>
                      <a:pt x="2184" y="9560"/>
                    </a:lnTo>
                    <a:lnTo>
                      <a:pt x="1213" y="8675"/>
                    </a:lnTo>
                    <a:lnTo>
                      <a:pt x="728" y="8321"/>
                    </a:lnTo>
                    <a:lnTo>
                      <a:pt x="485" y="7967"/>
                    </a:lnTo>
                    <a:lnTo>
                      <a:pt x="485" y="7436"/>
                    </a:lnTo>
                    <a:lnTo>
                      <a:pt x="728" y="7436"/>
                    </a:lnTo>
                    <a:lnTo>
                      <a:pt x="728" y="7081"/>
                    </a:lnTo>
                    <a:lnTo>
                      <a:pt x="485" y="6904"/>
                    </a:lnTo>
                    <a:lnTo>
                      <a:pt x="485" y="6727"/>
                    </a:lnTo>
                    <a:lnTo>
                      <a:pt x="242" y="6550"/>
                    </a:lnTo>
                    <a:lnTo>
                      <a:pt x="0" y="6550"/>
                    </a:lnTo>
                    <a:lnTo>
                      <a:pt x="242" y="6019"/>
                    </a:lnTo>
                    <a:lnTo>
                      <a:pt x="970" y="5488"/>
                    </a:lnTo>
                    <a:lnTo>
                      <a:pt x="1213" y="5488"/>
                    </a:lnTo>
                    <a:lnTo>
                      <a:pt x="1698" y="5665"/>
                    </a:lnTo>
                    <a:lnTo>
                      <a:pt x="1941" y="5842"/>
                    </a:lnTo>
                    <a:lnTo>
                      <a:pt x="3155" y="5842"/>
                    </a:lnTo>
                    <a:lnTo>
                      <a:pt x="3397" y="6019"/>
                    </a:lnTo>
                    <a:lnTo>
                      <a:pt x="4125" y="6019"/>
                    </a:lnTo>
                    <a:lnTo>
                      <a:pt x="4368" y="5842"/>
                    </a:lnTo>
                    <a:lnTo>
                      <a:pt x="4368" y="5665"/>
                    </a:lnTo>
                    <a:lnTo>
                      <a:pt x="4853" y="5311"/>
                    </a:lnTo>
                    <a:lnTo>
                      <a:pt x="4853" y="4957"/>
                    </a:lnTo>
                    <a:lnTo>
                      <a:pt x="5096" y="4780"/>
                    </a:lnTo>
                    <a:lnTo>
                      <a:pt x="5339" y="4426"/>
                    </a:lnTo>
                    <a:lnTo>
                      <a:pt x="5582" y="4249"/>
                    </a:lnTo>
                    <a:lnTo>
                      <a:pt x="5824" y="4249"/>
                    </a:lnTo>
                    <a:lnTo>
                      <a:pt x="7280" y="3895"/>
                    </a:lnTo>
                    <a:lnTo>
                      <a:pt x="8494" y="3186"/>
                    </a:lnTo>
                    <a:lnTo>
                      <a:pt x="9465" y="2478"/>
                    </a:lnTo>
                    <a:lnTo>
                      <a:pt x="9950" y="1593"/>
                    </a:lnTo>
                    <a:lnTo>
                      <a:pt x="10193" y="1239"/>
                    </a:lnTo>
                    <a:lnTo>
                      <a:pt x="10193" y="885"/>
                    </a:lnTo>
                    <a:lnTo>
                      <a:pt x="9950" y="708"/>
                    </a:lnTo>
                    <a:lnTo>
                      <a:pt x="9950" y="0"/>
                    </a:lnTo>
                    <a:lnTo>
                      <a:pt x="10678" y="354"/>
                    </a:lnTo>
                    <a:lnTo>
                      <a:pt x="11406" y="531"/>
                    </a:lnTo>
                    <a:lnTo>
                      <a:pt x="11649" y="531"/>
                    </a:lnTo>
                    <a:lnTo>
                      <a:pt x="12620" y="885"/>
                    </a:lnTo>
                    <a:lnTo>
                      <a:pt x="14076" y="1239"/>
                    </a:lnTo>
                    <a:lnTo>
                      <a:pt x="14804" y="1593"/>
                    </a:lnTo>
                    <a:lnTo>
                      <a:pt x="15047" y="1947"/>
                    </a:lnTo>
                    <a:lnTo>
                      <a:pt x="15047" y="2301"/>
                    </a:lnTo>
                    <a:lnTo>
                      <a:pt x="15289" y="2478"/>
                    </a:lnTo>
                    <a:lnTo>
                      <a:pt x="15289" y="2832"/>
                    </a:lnTo>
                    <a:lnTo>
                      <a:pt x="16260" y="3186"/>
                    </a:lnTo>
                    <a:lnTo>
                      <a:pt x="18202" y="3186"/>
                    </a:lnTo>
                    <a:lnTo>
                      <a:pt x="18687" y="3363"/>
                    </a:lnTo>
                    <a:lnTo>
                      <a:pt x="19173" y="3363"/>
                    </a:lnTo>
                    <a:lnTo>
                      <a:pt x="19658" y="3718"/>
                    </a:lnTo>
                    <a:lnTo>
                      <a:pt x="19658" y="3895"/>
                    </a:lnTo>
                    <a:lnTo>
                      <a:pt x="18930" y="5311"/>
                    </a:lnTo>
                    <a:lnTo>
                      <a:pt x="19658" y="5311"/>
                    </a:lnTo>
                    <a:lnTo>
                      <a:pt x="19658" y="5842"/>
                    </a:lnTo>
                    <a:lnTo>
                      <a:pt x="18930" y="5842"/>
                    </a:lnTo>
                    <a:lnTo>
                      <a:pt x="18687" y="5665"/>
                    </a:lnTo>
                    <a:lnTo>
                      <a:pt x="17959" y="5665"/>
                    </a:lnTo>
                    <a:lnTo>
                      <a:pt x="17716" y="5842"/>
                    </a:lnTo>
                    <a:lnTo>
                      <a:pt x="17231" y="5842"/>
                    </a:lnTo>
                    <a:lnTo>
                      <a:pt x="16746" y="6019"/>
                    </a:lnTo>
                    <a:lnTo>
                      <a:pt x="16260" y="6019"/>
                    </a:lnTo>
                    <a:lnTo>
                      <a:pt x="15532" y="6373"/>
                    </a:lnTo>
                    <a:lnTo>
                      <a:pt x="15047" y="6727"/>
                    </a:lnTo>
                    <a:lnTo>
                      <a:pt x="14804" y="7081"/>
                    </a:lnTo>
                    <a:lnTo>
                      <a:pt x="14804" y="7613"/>
                    </a:lnTo>
                    <a:lnTo>
                      <a:pt x="14561" y="7967"/>
                    </a:lnTo>
                    <a:lnTo>
                      <a:pt x="14319" y="8144"/>
                    </a:lnTo>
                    <a:lnTo>
                      <a:pt x="14319" y="8321"/>
                    </a:lnTo>
                    <a:lnTo>
                      <a:pt x="13833" y="8675"/>
                    </a:lnTo>
                    <a:lnTo>
                      <a:pt x="13591" y="9029"/>
                    </a:lnTo>
                    <a:lnTo>
                      <a:pt x="13348" y="9560"/>
                    </a:lnTo>
                    <a:lnTo>
                      <a:pt x="13348" y="10268"/>
                    </a:lnTo>
                    <a:lnTo>
                      <a:pt x="13833" y="10800"/>
                    </a:lnTo>
                    <a:lnTo>
                      <a:pt x="13833" y="11154"/>
                    </a:lnTo>
                    <a:lnTo>
                      <a:pt x="14076" y="11331"/>
                    </a:lnTo>
                    <a:lnTo>
                      <a:pt x="14076" y="11862"/>
                    </a:lnTo>
                    <a:lnTo>
                      <a:pt x="14319" y="11862"/>
                    </a:lnTo>
                    <a:lnTo>
                      <a:pt x="14561" y="11685"/>
                    </a:lnTo>
                    <a:lnTo>
                      <a:pt x="14804" y="11685"/>
                    </a:lnTo>
                    <a:lnTo>
                      <a:pt x="15289" y="11862"/>
                    </a:lnTo>
                    <a:lnTo>
                      <a:pt x="15289" y="12039"/>
                    </a:lnTo>
                    <a:lnTo>
                      <a:pt x="15532" y="12216"/>
                    </a:lnTo>
                    <a:lnTo>
                      <a:pt x="16017" y="12216"/>
                    </a:lnTo>
                    <a:lnTo>
                      <a:pt x="16746" y="12393"/>
                    </a:lnTo>
                    <a:lnTo>
                      <a:pt x="17231" y="12393"/>
                    </a:lnTo>
                    <a:lnTo>
                      <a:pt x="17474" y="12216"/>
                    </a:lnTo>
                    <a:lnTo>
                      <a:pt x="17959" y="12039"/>
                    </a:lnTo>
                    <a:lnTo>
                      <a:pt x="18687" y="11508"/>
                    </a:lnTo>
                    <a:lnTo>
                      <a:pt x="18444" y="13809"/>
                    </a:lnTo>
                    <a:lnTo>
                      <a:pt x="18687" y="13986"/>
                    </a:lnTo>
                    <a:lnTo>
                      <a:pt x="18930" y="13986"/>
                    </a:lnTo>
                    <a:lnTo>
                      <a:pt x="19415" y="14163"/>
                    </a:lnTo>
                    <a:lnTo>
                      <a:pt x="20143" y="14163"/>
                    </a:lnTo>
                    <a:lnTo>
                      <a:pt x="21357" y="15580"/>
                    </a:lnTo>
                    <a:lnTo>
                      <a:pt x="21357" y="15757"/>
                    </a:lnTo>
                    <a:lnTo>
                      <a:pt x="21600" y="15934"/>
                    </a:lnTo>
                    <a:lnTo>
                      <a:pt x="21600" y="16288"/>
                    </a:lnTo>
                    <a:lnTo>
                      <a:pt x="21357" y="16465"/>
                    </a:lnTo>
                    <a:lnTo>
                      <a:pt x="21357" y="16642"/>
                    </a:lnTo>
                    <a:lnTo>
                      <a:pt x="21114" y="16996"/>
                    </a:lnTo>
                    <a:lnTo>
                      <a:pt x="21114" y="18413"/>
                    </a:lnTo>
                    <a:lnTo>
                      <a:pt x="21357" y="18413"/>
                    </a:lnTo>
                    <a:lnTo>
                      <a:pt x="21357" y="18590"/>
                    </a:lnTo>
                    <a:lnTo>
                      <a:pt x="21600" y="18944"/>
                    </a:lnTo>
                    <a:lnTo>
                      <a:pt x="21600" y="19475"/>
                    </a:lnTo>
                    <a:lnTo>
                      <a:pt x="21114" y="19829"/>
                    </a:lnTo>
                    <a:lnTo>
                      <a:pt x="20629" y="19829"/>
                    </a:lnTo>
                    <a:lnTo>
                      <a:pt x="20143" y="20006"/>
                    </a:lnTo>
                    <a:lnTo>
                      <a:pt x="19415" y="20183"/>
                    </a:lnTo>
                    <a:lnTo>
                      <a:pt x="18930" y="20360"/>
                    </a:lnTo>
                    <a:lnTo>
                      <a:pt x="18687" y="20714"/>
                    </a:lnTo>
                    <a:lnTo>
                      <a:pt x="18444" y="20891"/>
                    </a:lnTo>
                    <a:lnTo>
                      <a:pt x="17959" y="21068"/>
                    </a:lnTo>
                    <a:lnTo>
                      <a:pt x="17231" y="21245"/>
                    </a:lnTo>
                    <a:lnTo>
                      <a:pt x="16746" y="21422"/>
                    </a:lnTo>
                    <a:lnTo>
                      <a:pt x="16017" y="21600"/>
                    </a:lnTo>
                    <a:lnTo>
                      <a:pt x="14319" y="21600"/>
                    </a:lnTo>
                    <a:lnTo>
                      <a:pt x="14076" y="21422"/>
                    </a:lnTo>
                    <a:lnTo>
                      <a:pt x="12620" y="20891"/>
                    </a:lnTo>
                    <a:lnTo>
                      <a:pt x="11892" y="20714"/>
                    </a:lnTo>
                    <a:lnTo>
                      <a:pt x="11406" y="20360"/>
                    </a:lnTo>
                    <a:lnTo>
                      <a:pt x="9950" y="2000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8" name="AutoShape 102">
                <a:extLst>
                  <a:ext uri="{FF2B5EF4-FFF2-40B4-BE49-F238E27FC236}">
                    <a16:creationId xmlns:a16="http://schemas.microsoft.com/office/drawing/2014/main" id="{7C44B9D2-F041-E601-6F4D-32BB39419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84" y="76852"/>
                <a:ext cx="255915" cy="227907"/>
              </a:xfrm>
              <a:custGeom>
                <a:avLst/>
                <a:gdLst>
                  <a:gd name="T0" fmla="*/ 127958 w 21600"/>
                  <a:gd name="T1" fmla="*/ 113954 h 21600"/>
                  <a:gd name="T2" fmla="*/ 127958 w 21600"/>
                  <a:gd name="T3" fmla="*/ 113954 h 21600"/>
                  <a:gd name="T4" fmla="*/ 127958 w 21600"/>
                  <a:gd name="T5" fmla="*/ 113954 h 21600"/>
                  <a:gd name="T6" fmla="*/ 127958 w 21600"/>
                  <a:gd name="T7" fmla="*/ 1139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7283"/>
                    </a:moveTo>
                    <a:lnTo>
                      <a:pt x="20863" y="6781"/>
                    </a:lnTo>
                    <a:lnTo>
                      <a:pt x="19145" y="5023"/>
                    </a:lnTo>
                    <a:lnTo>
                      <a:pt x="18654" y="4772"/>
                    </a:lnTo>
                    <a:lnTo>
                      <a:pt x="17918" y="4520"/>
                    </a:lnTo>
                    <a:lnTo>
                      <a:pt x="17672" y="4269"/>
                    </a:lnTo>
                    <a:lnTo>
                      <a:pt x="17427" y="4269"/>
                    </a:lnTo>
                    <a:lnTo>
                      <a:pt x="16936" y="4018"/>
                    </a:lnTo>
                    <a:lnTo>
                      <a:pt x="16690" y="3516"/>
                    </a:lnTo>
                    <a:lnTo>
                      <a:pt x="16199" y="3013"/>
                    </a:lnTo>
                    <a:lnTo>
                      <a:pt x="15463" y="2762"/>
                    </a:lnTo>
                    <a:lnTo>
                      <a:pt x="14727" y="3013"/>
                    </a:lnTo>
                    <a:lnTo>
                      <a:pt x="14236" y="3013"/>
                    </a:lnTo>
                    <a:lnTo>
                      <a:pt x="13499" y="3265"/>
                    </a:lnTo>
                    <a:lnTo>
                      <a:pt x="13254" y="3265"/>
                    </a:lnTo>
                    <a:lnTo>
                      <a:pt x="13009" y="3516"/>
                    </a:lnTo>
                    <a:lnTo>
                      <a:pt x="11536" y="4018"/>
                    </a:lnTo>
                    <a:lnTo>
                      <a:pt x="9572" y="4018"/>
                    </a:lnTo>
                    <a:lnTo>
                      <a:pt x="8836" y="3767"/>
                    </a:lnTo>
                    <a:lnTo>
                      <a:pt x="8345" y="3516"/>
                    </a:lnTo>
                    <a:lnTo>
                      <a:pt x="7609" y="2762"/>
                    </a:lnTo>
                    <a:lnTo>
                      <a:pt x="6872" y="2260"/>
                    </a:lnTo>
                    <a:lnTo>
                      <a:pt x="6627" y="1758"/>
                    </a:lnTo>
                    <a:lnTo>
                      <a:pt x="6136" y="1255"/>
                    </a:lnTo>
                    <a:lnTo>
                      <a:pt x="6136" y="1004"/>
                    </a:lnTo>
                    <a:lnTo>
                      <a:pt x="5645" y="502"/>
                    </a:lnTo>
                    <a:lnTo>
                      <a:pt x="5154" y="502"/>
                    </a:lnTo>
                    <a:lnTo>
                      <a:pt x="5154" y="0"/>
                    </a:lnTo>
                    <a:lnTo>
                      <a:pt x="4909" y="0"/>
                    </a:lnTo>
                    <a:lnTo>
                      <a:pt x="4909" y="251"/>
                    </a:lnTo>
                    <a:lnTo>
                      <a:pt x="5154" y="502"/>
                    </a:lnTo>
                    <a:lnTo>
                      <a:pt x="4909" y="502"/>
                    </a:lnTo>
                    <a:lnTo>
                      <a:pt x="4909" y="1004"/>
                    </a:lnTo>
                    <a:lnTo>
                      <a:pt x="4663" y="1004"/>
                    </a:lnTo>
                    <a:lnTo>
                      <a:pt x="4663" y="1255"/>
                    </a:lnTo>
                    <a:lnTo>
                      <a:pt x="4418" y="1506"/>
                    </a:lnTo>
                    <a:lnTo>
                      <a:pt x="4418" y="2511"/>
                    </a:lnTo>
                    <a:lnTo>
                      <a:pt x="4172" y="2511"/>
                    </a:lnTo>
                    <a:lnTo>
                      <a:pt x="3927" y="2260"/>
                    </a:lnTo>
                    <a:lnTo>
                      <a:pt x="3927" y="1758"/>
                    </a:lnTo>
                    <a:lnTo>
                      <a:pt x="4172" y="1758"/>
                    </a:lnTo>
                    <a:lnTo>
                      <a:pt x="4172" y="1255"/>
                    </a:lnTo>
                    <a:lnTo>
                      <a:pt x="3927" y="1004"/>
                    </a:lnTo>
                    <a:lnTo>
                      <a:pt x="3927" y="502"/>
                    </a:lnTo>
                    <a:lnTo>
                      <a:pt x="3436" y="753"/>
                    </a:lnTo>
                    <a:lnTo>
                      <a:pt x="2945" y="1255"/>
                    </a:lnTo>
                    <a:lnTo>
                      <a:pt x="2700" y="1758"/>
                    </a:lnTo>
                    <a:lnTo>
                      <a:pt x="2454" y="2009"/>
                    </a:lnTo>
                    <a:lnTo>
                      <a:pt x="2209" y="2009"/>
                    </a:lnTo>
                    <a:lnTo>
                      <a:pt x="2209" y="2260"/>
                    </a:lnTo>
                    <a:lnTo>
                      <a:pt x="1718" y="2260"/>
                    </a:lnTo>
                    <a:lnTo>
                      <a:pt x="1227" y="2511"/>
                    </a:lnTo>
                    <a:lnTo>
                      <a:pt x="736" y="3013"/>
                    </a:lnTo>
                    <a:lnTo>
                      <a:pt x="245" y="3265"/>
                    </a:lnTo>
                    <a:lnTo>
                      <a:pt x="0" y="3767"/>
                    </a:lnTo>
                    <a:lnTo>
                      <a:pt x="0" y="5776"/>
                    </a:lnTo>
                    <a:lnTo>
                      <a:pt x="245" y="6027"/>
                    </a:lnTo>
                    <a:lnTo>
                      <a:pt x="245" y="6279"/>
                    </a:lnTo>
                    <a:lnTo>
                      <a:pt x="490" y="6781"/>
                    </a:lnTo>
                    <a:lnTo>
                      <a:pt x="490" y="7283"/>
                    </a:lnTo>
                    <a:lnTo>
                      <a:pt x="245" y="7534"/>
                    </a:lnTo>
                    <a:lnTo>
                      <a:pt x="245" y="8037"/>
                    </a:lnTo>
                    <a:lnTo>
                      <a:pt x="0" y="8539"/>
                    </a:lnTo>
                    <a:lnTo>
                      <a:pt x="0" y="9041"/>
                    </a:lnTo>
                    <a:lnTo>
                      <a:pt x="245" y="9544"/>
                    </a:lnTo>
                    <a:lnTo>
                      <a:pt x="245" y="10046"/>
                    </a:lnTo>
                    <a:lnTo>
                      <a:pt x="736" y="10548"/>
                    </a:lnTo>
                    <a:lnTo>
                      <a:pt x="1472" y="10800"/>
                    </a:lnTo>
                    <a:lnTo>
                      <a:pt x="5400" y="11302"/>
                    </a:lnTo>
                    <a:lnTo>
                      <a:pt x="5890" y="12306"/>
                    </a:lnTo>
                    <a:lnTo>
                      <a:pt x="7363" y="12306"/>
                    </a:lnTo>
                    <a:lnTo>
                      <a:pt x="7609" y="12055"/>
                    </a:lnTo>
                    <a:lnTo>
                      <a:pt x="8100" y="12055"/>
                    </a:lnTo>
                    <a:lnTo>
                      <a:pt x="8100" y="12809"/>
                    </a:lnTo>
                    <a:lnTo>
                      <a:pt x="7363" y="13562"/>
                    </a:lnTo>
                    <a:lnTo>
                      <a:pt x="7363" y="14065"/>
                    </a:lnTo>
                    <a:lnTo>
                      <a:pt x="7118" y="14567"/>
                    </a:lnTo>
                    <a:lnTo>
                      <a:pt x="7609" y="16074"/>
                    </a:lnTo>
                    <a:lnTo>
                      <a:pt x="8345" y="16576"/>
                    </a:lnTo>
                    <a:lnTo>
                      <a:pt x="7363" y="17581"/>
                    </a:lnTo>
                    <a:lnTo>
                      <a:pt x="7609" y="17581"/>
                    </a:lnTo>
                    <a:lnTo>
                      <a:pt x="7609" y="18083"/>
                    </a:lnTo>
                    <a:lnTo>
                      <a:pt x="7854" y="18586"/>
                    </a:lnTo>
                    <a:lnTo>
                      <a:pt x="8345" y="20093"/>
                    </a:lnTo>
                    <a:lnTo>
                      <a:pt x="8345" y="20595"/>
                    </a:lnTo>
                    <a:lnTo>
                      <a:pt x="9818" y="20846"/>
                    </a:lnTo>
                    <a:lnTo>
                      <a:pt x="12027" y="21600"/>
                    </a:lnTo>
                    <a:lnTo>
                      <a:pt x="14236" y="19088"/>
                    </a:lnTo>
                    <a:lnTo>
                      <a:pt x="15218" y="18586"/>
                    </a:lnTo>
                    <a:lnTo>
                      <a:pt x="15218" y="17581"/>
                    </a:lnTo>
                    <a:lnTo>
                      <a:pt x="13990" y="17581"/>
                    </a:lnTo>
                    <a:lnTo>
                      <a:pt x="13745" y="17330"/>
                    </a:lnTo>
                    <a:lnTo>
                      <a:pt x="13745" y="16325"/>
                    </a:lnTo>
                    <a:lnTo>
                      <a:pt x="13009" y="15572"/>
                    </a:lnTo>
                    <a:lnTo>
                      <a:pt x="12763" y="15572"/>
                    </a:lnTo>
                    <a:lnTo>
                      <a:pt x="12763" y="14818"/>
                    </a:lnTo>
                    <a:lnTo>
                      <a:pt x="13009" y="14818"/>
                    </a:lnTo>
                    <a:lnTo>
                      <a:pt x="13254" y="15069"/>
                    </a:lnTo>
                    <a:lnTo>
                      <a:pt x="13990" y="15320"/>
                    </a:lnTo>
                    <a:lnTo>
                      <a:pt x="15463" y="15572"/>
                    </a:lnTo>
                    <a:lnTo>
                      <a:pt x="15709" y="16325"/>
                    </a:lnTo>
                    <a:lnTo>
                      <a:pt x="17672" y="16074"/>
                    </a:lnTo>
                    <a:lnTo>
                      <a:pt x="17672" y="15572"/>
                    </a:lnTo>
                    <a:lnTo>
                      <a:pt x="18654" y="15069"/>
                    </a:lnTo>
                    <a:lnTo>
                      <a:pt x="18899" y="15069"/>
                    </a:lnTo>
                    <a:lnTo>
                      <a:pt x="19145" y="15320"/>
                    </a:lnTo>
                    <a:lnTo>
                      <a:pt x="19390" y="15320"/>
                    </a:lnTo>
                    <a:lnTo>
                      <a:pt x="19636" y="15069"/>
                    </a:lnTo>
                    <a:lnTo>
                      <a:pt x="19881" y="15069"/>
                    </a:lnTo>
                    <a:lnTo>
                      <a:pt x="20127" y="14818"/>
                    </a:lnTo>
                    <a:lnTo>
                      <a:pt x="20127" y="14567"/>
                    </a:lnTo>
                    <a:lnTo>
                      <a:pt x="19145" y="12558"/>
                    </a:lnTo>
                    <a:lnTo>
                      <a:pt x="19145" y="12306"/>
                    </a:lnTo>
                    <a:lnTo>
                      <a:pt x="18899" y="12055"/>
                    </a:lnTo>
                    <a:lnTo>
                      <a:pt x="18899" y="10548"/>
                    </a:lnTo>
                    <a:lnTo>
                      <a:pt x="19145" y="9795"/>
                    </a:lnTo>
                    <a:lnTo>
                      <a:pt x="20372" y="9544"/>
                    </a:lnTo>
                    <a:lnTo>
                      <a:pt x="20127" y="8037"/>
                    </a:lnTo>
                    <a:lnTo>
                      <a:pt x="20618" y="7786"/>
                    </a:lnTo>
                    <a:lnTo>
                      <a:pt x="20863" y="7786"/>
                    </a:lnTo>
                    <a:lnTo>
                      <a:pt x="21354" y="7534"/>
                    </a:lnTo>
                    <a:lnTo>
                      <a:pt x="21599" y="728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9" name="AutoShape 103">
                <a:extLst>
                  <a:ext uri="{FF2B5EF4-FFF2-40B4-BE49-F238E27FC236}">
                    <a16:creationId xmlns:a16="http://schemas.microsoft.com/office/drawing/2014/main" id="{A9157FD1-D9FB-49D8-AD54-D47DFF3A9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338" y="153704"/>
                <a:ext cx="75193" cy="113954"/>
              </a:xfrm>
              <a:custGeom>
                <a:avLst/>
                <a:gdLst>
                  <a:gd name="T0" fmla="*/ 37597 w 21600"/>
                  <a:gd name="T1" fmla="*/ 56977 h 21600"/>
                  <a:gd name="T2" fmla="*/ 37597 w 21600"/>
                  <a:gd name="T3" fmla="*/ 56977 h 21600"/>
                  <a:gd name="T4" fmla="*/ 37597 w 21600"/>
                  <a:gd name="T5" fmla="*/ 56977 h 21600"/>
                  <a:gd name="T6" fmla="*/ 37597 w 21600"/>
                  <a:gd name="T7" fmla="*/ 569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7032"/>
                    </a:moveTo>
                    <a:lnTo>
                      <a:pt x="19938" y="6530"/>
                    </a:lnTo>
                    <a:lnTo>
                      <a:pt x="19107" y="5525"/>
                    </a:lnTo>
                    <a:lnTo>
                      <a:pt x="16615" y="4018"/>
                    </a:lnTo>
                    <a:lnTo>
                      <a:pt x="14123" y="3013"/>
                    </a:lnTo>
                    <a:lnTo>
                      <a:pt x="9138" y="0"/>
                    </a:lnTo>
                    <a:lnTo>
                      <a:pt x="8307" y="502"/>
                    </a:lnTo>
                    <a:lnTo>
                      <a:pt x="6646" y="1004"/>
                    </a:lnTo>
                    <a:lnTo>
                      <a:pt x="5815" y="1004"/>
                    </a:lnTo>
                    <a:lnTo>
                      <a:pt x="4153" y="1506"/>
                    </a:lnTo>
                    <a:lnTo>
                      <a:pt x="4984" y="4520"/>
                    </a:lnTo>
                    <a:lnTo>
                      <a:pt x="830" y="5023"/>
                    </a:lnTo>
                    <a:lnTo>
                      <a:pt x="0" y="6530"/>
                    </a:lnTo>
                    <a:lnTo>
                      <a:pt x="0" y="9544"/>
                    </a:lnTo>
                    <a:lnTo>
                      <a:pt x="830" y="10046"/>
                    </a:lnTo>
                    <a:lnTo>
                      <a:pt x="830" y="10548"/>
                    </a:lnTo>
                    <a:lnTo>
                      <a:pt x="4153" y="14567"/>
                    </a:lnTo>
                    <a:lnTo>
                      <a:pt x="5815" y="14567"/>
                    </a:lnTo>
                    <a:lnTo>
                      <a:pt x="6646" y="15069"/>
                    </a:lnTo>
                    <a:lnTo>
                      <a:pt x="6646" y="15572"/>
                    </a:lnTo>
                    <a:lnTo>
                      <a:pt x="7476" y="16576"/>
                    </a:lnTo>
                    <a:lnTo>
                      <a:pt x="7476" y="18083"/>
                    </a:lnTo>
                    <a:lnTo>
                      <a:pt x="6646" y="18586"/>
                    </a:lnTo>
                    <a:lnTo>
                      <a:pt x="6646" y="21097"/>
                    </a:lnTo>
                    <a:lnTo>
                      <a:pt x="7476" y="21600"/>
                    </a:lnTo>
                    <a:lnTo>
                      <a:pt x="9969" y="21097"/>
                    </a:lnTo>
                    <a:lnTo>
                      <a:pt x="10800" y="21097"/>
                    </a:lnTo>
                    <a:lnTo>
                      <a:pt x="14953" y="20595"/>
                    </a:lnTo>
                    <a:lnTo>
                      <a:pt x="19107" y="20595"/>
                    </a:lnTo>
                    <a:lnTo>
                      <a:pt x="17446" y="19590"/>
                    </a:lnTo>
                    <a:lnTo>
                      <a:pt x="17446" y="18586"/>
                    </a:lnTo>
                    <a:lnTo>
                      <a:pt x="16615" y="16074"/>
                    </a:lnTo>
                    <a:lnTo>
                      <a:pt x="14953" y="15572"/>
                    </a:lnTo>
                    <a:lnTo>
                      <a:pt x="13292" y="13562"/>
                    </a:lnTo>
                    <a:lnTo>
                      <a:pt x="13292" y="11051"/>
                    </a:lnTo>
                    <a:lnTo>
                      <a:pt x="14123" y="10046"/>
                    </a:lnTo>
                    <a:lnTo>
                      <a:pt x="16615" y="10046"/>
                    </a:lnTo>
                    <a:lnTo>
                      <a:pt x="17446" y="10548"/>
                    </a:lnTo>
                    <a:lnTo>
                      <a:pt x="18276" y="10548"/>
                    </a:lnTo>
                    <a:lnTo>
                      <a:pt x="18276" y="10046"/>
                    </a:lnTo>
                    <a:lnTo>
                      <a:pt x="19107" y="9544"/>
                    </a:lnTo>
                    <a:lnTo>
                      <a:pt x="19107" y="9041"/>
                    </a:lnTo>
                    <a:lnTo>
                      <a:pt x="19938" y="8539"/>
                    </a:lnTo>
                    <a:lnTo>
                      <a:pt x="19938" y="8037"/>
                    </a:lnTo>
                    <a:lnTo>
                      <a:pt x="21599" y="703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0" name="AutoShape 104">
                <a:extLst>
                  <a:ext uri="{FF2B5EF4-FFF2-40B4-BE49-F238E27FC236}">
                    <a16:creationId xmlns:a16="http://schemas.microsoft.com/office/drawing/2014/main" id="{C863725F-1603-E3CF-67AA-15606E09F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4508" y="190805"/>
                <a:ext cx="67278" cy="74203"/>
              </a:xfrm>
              <a:custGeom>
                <a:avLst/>
                <a:gdLst>
                  <a:gd name="T0" fmla="*/ 33639 w 21600"/>
                  <a:gd name="T1" fmla="*/ 37102 h 21600"/>
                  <a:gd name="T2" fmla="*/ 33639 w 21600"/>
                  <a:gd name="T3" fmla="*/ 37102 h 21600"/>
                  <a:gd name="T4" fmla="*/ 33639 w 21600"/>
                  <a:gd name="T5" fmla="*/ 37102 h 21600"/>
                  <a:gd name="T6" fmla="*/ 33639 w 21600"/>
                  <a:gd name="T7" fmla="*/ 371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391" y="0"/>
                    </a:moveTo>
                    <a:lnTo>
                      <a:pt x="16904" y="3085"/>
                    </a:lnTo>
                    <a:lnTo>
                      <a:pt x="21600" y="3857"/>
                    </a:lnTo>
                    <a:lnTo>
                      <a:pt x="20660" y="6171"/>
                    </a:lnTo>
                    <a:lnTo>
                      <a:pt x="17843" y="8485"/>
                    </a:lnTo>
                    <a:lnTo>
                      <a:pt x="17843" y="9257"/>
                    </a:lnTo>
                    <a:lnTo>
                      <a:pt x="16904" y="10028"/>
                    </a:lnTo>
                    <a:lnTo>
                      <a:pt x="16904" y="10800"/>
                    </a:lnTo>
                    <a:lnTo>
                      <a:pt x="18782" y="12342"/>
                    </a:lnTo>
                    <a:lnTo>
                      <a:pt x="19721" y="13885"/>
                    </a:lnTo>
                    <a:lnTo>
                      <a:pt x="19721" y="14657"/>
                    </a:lnTo>
                    <a:lnTo>
                      <a:pt x="18782" y="16200"/>
                    </a:lnTo>
                    <a:lnTo>
                      <a:pt x="18782" y="19285"/>
                    </a:lnTo>
                    <a:lnTo>
                      <a:pt x="17843" y="20057"/>
                    </a:lnTo>
                    <a:lnTo>
                      <a:pt x="15965" y="20057"/>
                    </a:lnTo>
                    <a:lnTo>
                      <a:pt x="15026" y="19285"/>
                    </a:lnTo>
                    <a:lnTo>
                      <a:pt x="13147" y="19285"/>
                    </a:lnTo>
                    <a:lnTo>
                      <a:pt x="12208" y="20057"/>
                    </a:lnTo>
                    <a:lnTo>
                      <a:pt x="11269" y="20057"/>
                    </a:lnTo>
                    <a:lnTo>
                      <a:pt x="9391" y="19285"/>
                    </a:lnTo>
                    <a:lnTo>
                      <a:pt x="8452" y="20828"/>
                    </a:lnTo>
                    <a:lnTo>
                      <a:pt x="9391" y="21600"/>
                    </a:lnTo>
                    <a:lnTo>
                      <a:pt x="6573" y="20828"/>
                    </a:lnTo>
                    <a:lnTo>
                      <a:pt x="4695" y="19285"/>
                    </a:lnTo>
                    <a:lnTo>
                      <a:pt x="4695" y="17742"/>
                    </a:lnTo>
                    <a:lnTo>
                      <a:pt x="3756" y="13885"/>
                    </a:lnTo>
                    <a:lnTo>
                      <a:pt x="1878" y="13114"/>
                    </a:lnTo>
                    <a:lnTo>
                      <a:pt x="0" y="10028"/>
                    </a:lnTo>
                    <a:lnTo>
                      <a:pt x="0" y="6171"/>
                    </a:lnTo>
                    <a:lnTo>
                      <a:pt x="939" y="4628"/>
                    </a:lnTo>
                    <a:lnTo>
                      <a:pt x="3756" y="4628"/>
                    </a:lnTo>
                    <a:lnTo>
                      <a:pt x="4695" y="5399"/>
                    </a:lnTo>
                    <a:lnTo>
                      <a:pt x="5634" y="5399"/>
                    </a:lnTo>
                    <a:lnTo>
                      <a:pt x="5634" y="4628"/>
                    </a:lnTo>
                    <a:lnTo>
                      <a:pt x="6573" y="3857"/>
                    </a:lnTo>
                    <a:lnTo>
                      <a:pt x="6573" y="3085"/>
                    </a:lnTo>
                    <a:lnTo>
                      <a:pt x="7513" y="2314"/>
                    </a:lnTo>
                    <a:lnTo>
                      <a:pt x="7513" y="1542"/>
                    </a:lnTo>
                    <a:lnTo>
                      <a:pt x="939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1" name="AutoShape 105">
                <a:extLst>
                  <a:ext uri="{FF2B5EF4-FFF2-40B4-BE49-F238E27FC236}">
                    <a16:creationId xmlns:a16="http://schemas.microsoft.com/office/drawing/2014/main" id="{CDB39620-85EF-478C-A78A-7B46C3258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274" y="204055"/>
                <a:ext cx="65959" cy="55653"/>
              </a:xfrm>
              <a:custGeom>
                <a:avLst/>
                <a:gdLst>
                  <a:gd name="T0" fmla="*/ 32980 w 21600"/>
                  <a:gd name="T1" fmla="*/ 27827 h 21600"/>
                  <a:gd name="T2" fmla="*/ 32980 w 21600"/>
                  <a:gd name="T3" fmla="*/ 27827 h 21600"/>
                  <a:gd name="T4" fmla="*/ 32980 w 21600"/>
                  <a:gd name="T5" fmla="*/ 27827 h 21600"/>
                  <a:gd name="T6" fmla="*/ 32980 w 21600"/>
                  <a:gd name="T7" fmla="*/ 278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9257"/>
                    </a:moveTo>
                    <a:lnTo>
                      <a:pt x="17843" y="6171"/>
                    </a:lnTo>
                    <a:lnTo>
                      <a:pt x="15026" y="4114"/>
                    </a:lnTo>
                    <a:lnTo>
                      <a:pt x="9391" y="2057"/>
                    </a:lnTo>
                    <a:lnTo>
                      <a:pt x="4695" y="0"/>
                    </a:lnTo>
                    <a:lnTo>
                      <a:pt x="3756" y="1028"/>
                    </a:lnTo>
                    <a:lnTo>
                      <a:pt x="3756" y="3085"/>
                    </a:lnTo>
                    <a:lnTo>
                      <a:pt x="939" y="6171"/>
                    </a:lnTo>
                    <a:lnTo>
                      <a:pt x="939" y="7199"/>
                    </a:lnTo>
                    <a:lnTo>
                      <a:pt x="0" y="8228"/>
                    </a:lnTo>
                    <a:lnTo>
                      <a:pt x="0" y="9257"/>
                    </a:lnTo>
                    <a:lnTo>
                      <a:pt x="1878" y="11314"/>
                    </a:lnTo>
                    <a:lnTo>
                      <a:pt x="2817" y="13371"/>
                    </a:lnTo>
                    <a:lnTo>
                      <a:pt x="2817" y="14399"/>
                    </a:lnTo>
                    <a:lnTo>
                      <a:pt x="1878" y="16457"/>
                    </a:lnTo>
                    <a:lnTo>
                      <a:pt x="1878" y="20571"/>
                    </a:lnTo>
                    <a:lnTo>
                      <a:pt x="939" y="20571"/>
                    </a:lnTo>
                    <a:lnTo>
                      <a:pt x="939" y="21600"/>
                    </a:lnTo>
                    <a:lnTo>
                      <a:pt x="3756" y="21600"/>
                    </a:lnTo>
                    <a:lnTo>
                      <a:pt x="4695" y="20571"/>
                    </a:lnTo>
                    <a:lnTo>
                      <a:pt x="9391" y="20571"/>
                    </a:lnTo>
                    <a:lnTo>
                      <a:pt x="10330" y="21600"/>
                    </a:lnTo>
                    <a:lnTo>
                      <a:pt x="13147" y="21600"/>
                    </a:lnTo>
                    <a:lnTo>
                      <a:pt x="13147" y="20571"/>
                    </a:lnTo>
                    <a:lnTo>
                      <a:pt x="14086" y="19542"/>
                    </a:lnTo>
                    <a:lnTo>
                      <a:pt x="14086" y="18514"/>
                    </a:lnTo>
                    <a:lnTo>
                      <a:pt x="15965" y="14399"/>
                    </a:lnTo>
                    <a:lnTo>
                      <a:pt x="16904" y="13371"/>
                    </a:lnTo>
                    <a:lnTo>
                      <a:pt x="18782" y="13371"/>
                    </a:lnTo>
                    <a:lnTo>
                      <a:pt x="19721" y="11314"/>
                    </a:lnTo>
                    <a:lnTo>
                      <a:pt x="21600" y="925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2" name="AutoShape 106">
                <a:extLst>
                  <a:ext uri="{FF2B5EF4-FFF2-40B4-BE49-F238E27FC236}">
                    <a16:creationId xmlns:a16="http://schemas.microsoft.com/office/drawing/2014/main" id="{691FBECB-B685-B0AF-5373-61BBBEB76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80" y="74202"/>
                <a:ext cx="216341" cy="320660"/>
              </a:xfrm>
              <a:custGeom>
                <a:avLst/>
                <a:gdLst>
                  <a:gd name="T0" fmla="*/ 108171 w 21600"/>
                  <a:gd name="T1" fmla="*/ 160330 h 21600"/>
                  <a:gd name="T2" fmla="*/ 108171 w 21600"/>
                  <a:gd name="T3" fmla="*/ 160330 h 21600"/>
                  <a:gd name="T4" fmla="*/ 108171 w 21600"/>
                  <a:gd name="T5" fmla="*/ 160330 h 21600"/>
                  <a:gd name="T6" fmla="*/ 108171 w 21600"/>
                  <a:gd name="T7" fmla="*/ 16033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097" y="17315"/>
                    </a:moveTo>
                    <a:lnTo>
                      <a:pt x="18389" y="17851"/>
                    </a:lnTo>
                    <a:lnTo>
                      <a:pt x="18681" y="18208"/>
                    </a:lnTo>
                    <a:lnTo>
                      <a:pt x="18681" y="18565"/>
                    </a:lnTo>
                    <a:lnTo>
                      <a:pt x="18389" y="18922"/>
                    </a:lnTo>
                    <a:lnTo>
                      <a:pt x="17221" y="21600"/>
                    </a:lnTo>
                    <a:lnTo>
                      <a:pt x="16929" y="21421"/>
                    </a:lnTo>
                    <a:lnTo>
                      <a:pt x="16637" y="21421"/>
                    </a:lnTo>
                    <a:lnTo>
                      <a:pt x="16345" y="21600"/>
                    </a:lnTo>
                    <a:lnTo>
                      <a:pt x="17221" y="20171"/>
                    </a:lnTo>
                    <a:lnTo>
                      <a:pt x="17221" y="19993"/>
                    </a:lnTo>
                    <a:lnTo>
                      <a:pt x="16637" y="19636"/>
                    </a:lnTo>
                    <a:lnTo>
                      <a:pt x="16054" y="19636"/>
                    </a:lnTo>
                    <a:lnTo>
                      <a:pt x="15470" y="19457"/>
                    </a:lnTo>
                    <a:lnTo>
                      <a:pt x="13135" y="19457"/>
                    </a:lnTo>
                    <a:lnTo>
                      <a:pt x="11967" y="19100"/>
                    </a:lnTo>
                    <a:lnTo>
                      <a:pt x="11967" y="18743"/>
                    </a:lnTo>
                    <a:lnTo>
                      <a:pt x="11675" y="18565"/>
                    </a:lnTo>
                    <a:lnTo>
                      <a:pt x="11675" y="18208"/>
                    </a:lnTo>
                    <a:lnTo>
                      <a:pt x="11383" y="17851"/>
                    </a:lnTo>
                    <a:lnTo>
                      <a:pt x="10508" y="17494"/>
                    </a:lnTo>
                    <a:lnTo>
                      <a:pt x="8756" y="17137"/>
                    </a:lnTo>
                    <a:lnTo>
                      <a:pt x="7589" y="16780"/>
                    </a:lnTo>
                    <a:lnTo>
                      <a:pt x="7297" y="16780"/>
                    </a:lnTo>
                    <a:lnTo>
                      <a:pt x="6713" y="16601"/>
                    </a:lnTo>
                    <a:lnTo>
                      <a:pt x="5837" y="16423"/>
                    </a:lnTo>
                    <a:lnTo>
                      <a:pt x="5254" y="16066"/>
                    </a:lnTo>
                    <a:lnTo>
                      <a:pt x="4670" y="15887"/>
                    </a:lnTo>
                    <a:lnTo>
                      <a:pt x="3794" y="15352"/>
                    </a:lnTo>
                    <a:lnTo>
                      <a:pt x="2043" y="14995"/>
                    </a:lnTo>
                    <a:lnTo>
                      <a:pt x="1459" y="14995"/>
                    </a:lnTo>
                    <a:lnTo>
                      <a:pt x="583" y="14816"/>
                    </a:lnTo>
                    <a:lnTo>
                      <a:pt x="0" y="14816"/>
                    </a:lnTo>
                    <a:lnTo>
                      <a:pt x="291" y="14459"/>
                    </a:lnTo>
                    <a:lnTo>
                      <a:pt x="1459" y="13745"/>
                    </a:lnTo>
                    <a:lnTo>
                      <a:pt x="2627" y="11603"/>
                    </a:lnTo>
                    <a:lnTo>
                      <a:pt x="2627" y="7140"/>
                    </a:lnTo>
                    <a:lnTo>
                      <a:pt x="2918" y="6604"/>
                    </a:lnTo>
                    <a:lnTo>
                      <a:pt x="2918" y="6247"/>
                    </a:lnTo>
                    <a:lnTo>
                      <a:pt x="2627" y="6069"/>
                    </a:lnTo>
                    <a:lnTo>
                      <a:pt x="2627" y="5890"/>
                    </a:lnTo>
                    <a:lnTo>
                      <a:pt x="2918" y="5533"/>
                    </a:lnTo>
                    <a:lnTo>
                      <a:pt x="2627" y="5176"/>
                    </a:lnTo>
                    <a:lnTo>
                      <a:pt x="2627" y="4998"/>
                    </a:lnTo>
                    <a:lnTo>
                      <a:pt x="2918" y="4998"/>
                    </a:lnTo>
                    <a:lnTo>
                      <a:pt x="2918" y="4819"/>
                    </a:lnTo>
                    <a:lnTo>
                      <a:pt x="4962" y="4462"/>
                    </a:lnTo>
                    <a:lnTo>
                      <a:pt x="6421" y="3034"/>
                    </a:lnTo>
                    <a:lnTo>
                      <a:pt x="7297" y="2142"/>
                    </a:lnTo>
                    <a:lnTo>
                      <a:pt x="9924" y="1963"/>
                    </a:lnTo>
                    <a:lnTo>
                      <a:pt x="11675" y="892"/>
                    </a:lnTo>
                    <a:lnTo>
                      <a:pt x="12259" y="714"/>
                    </a:lnTo>
                    <a:lnTo>
                      <a:pt x="13427" y="714"/>
                    </a:lnTo>
                    <a:lnTo>
                      <a:pt x="13718" y="535"/>
                    </a:lnTo>
                    <a:lnTo>
                      <a:pt x="14010" y="535"/>
                    </a:lnTo>
                    <a:lnTo>
                      <a:pt x="14302" y="357"/>
                    </a:lnTo>
                    <a:lnTo>
                      <a:pt x="14886" y="178"/>
                    </a:lnTo>
                    <a:lnTo>
                      <a:pt x="15470" y="178"/>
                    </a:lnTo>
                    <a:lnTo>
                      <a:pt x="16054" y="0"/>
                    </a:lnTo>
                    <a:lnTo>
                      <a:pt x="16637" y="0"/>
                    </a:lnTo>
                    <a:lnTo>
                      <a:pt x="16637" y="178"/>
                    </a:lnTo>
                    <a:lnTo>
                      <a:pt x="16929" y="178"/>
                    </a:lnTo>
                    <a:lnTo>
                      <a:pt x="16929" y="357"/>
                    </a:lnTo>
                    <a:lnTo>
                      <a:pt x="16637" y="357"/>
                    </a:lnTo>
                    <a:lnTo>
                      <a:pt x="16637" y="535"/>
                    </a:lnTo>
                    <a:lnTo>
                      <a:pt x="16345" y="535"/>
                    </a:lnTo>
                    <a:lnTo>
                      <a:pt x="16054" y="714"/>
                    </a:lnTo>
                    <a:lnTo>
                      <a:pt x="15470" y="892"/>
                    </a:lnTo>
                    <a:lnTo>
                      <a:pt x="14302" y="1606"/>
                    </a:lnTo>
                    <a:lnTo>
                      <a:pt x="14302" y="1785"/>
                    </a:lnTo>
                    <a:lnTo>
                      <a:pt x="13718" y="1785"/>
                    </a:lnTo>
                    <a:lnTo>
                      <a:pt x="13135" y="1963"/>
                    </a:lnTo>
                    <a:lnTo>
                      <a:pt x="12551" y="2320"/>
                    </a:lnTo>
                    <a:lnTo>
                      <a:pt x="11967" y="2499"/>
                    </a:lnTo>
                    <a:lnTo>
                      <a:pt x="11675" y="2856"/>
                    </a:lnTo>
                    <a:lnTo>
                      <a:pt x="11675" y="4284"/>
                    </a:lnTo>
                    <a:lnTo>
                      <a:pt x="11967" y="4462"/>
                    </a:lnTo>
                    <a:lnTo>
                      <a:pt x="11967" y="4641"/>
                    </a:lnTo>
                    <a:lnTo>
                      <a:pt x="12259" y="4998"/>
                    </a:lnTo>
                    <a:lnTo>
                      <a:pt x="12259" y="5355"/>
                    </a:lnTo>
                    <a:lnTo>
                      <a:pt x="11967" y="5533"/>
                    </a:lnTo>
                    <a:lnTo>
                      <a:pt x="11967" y="5890"/>
                    </a:lnTo>
                    <a:lnTo>
                      <a:pt x="11675" y="6247"/>
                    </a:lnTo>
                    <a:lnTo>
                      <a:pt x="11675" y="6604"/>
                    </a:lnTo>
                    <a:lnTo>
                      <a:pt x="11967" y="6961"/>
                    </a:lnTo>
                    <a:lnTo>
                      <a:pt x="11967" y="7319"/>
                    </a:lnTo>
                    <a:lnTo>
                      <a:pt x="12551" y="7676"/>
                    </a:lnTo>
                    <a:lnTo>
                      <a:pt x="13427" y="7854"/>
                    </a:lnTo>
                    <a:lnTo>
                      <a:pt x="18097" y="8211"/>
                    </a:lnTo>
                    <a:lnTo>
                      <a:pt x="18681" y="8925"/>
                    </a:lnTo>
                    <a:lnTo>
                      <a:pt x="20432" y="8925"/>
                    </a:lnTo>
                    <a:lnTo>
                      <a:pt x="20724" y="8747"/>
                    </a:lnTo>
                    <a:lnTo>
                      <a:pt x="21308" y="8747"/>
                    </a:lnTo>
                    <a:lnTo>
                      <a:pt x="21308" y="9282"/>
                    </a:lnTo>
                    <a:lnTo>
                      <a:pt x="20432" y="9818"/>
                    </a:lnTo>
                    <a:lnTo>
                      <a:pt x="20432" y="10175"/>
                    </a:lnTo>
                    <a:lnTo>
                      <a:pt x="20140" y="10532"/>
                    </a:lnTo>
                    <a:lnTo>
                      <a:pt x="20724" y="11603"/>
                    </a:lnTo>
                    <a:lnTo>
                      <a:pt x="21600" y="11960"/>
                    </a:lnTo>
                    <a:lnTo>
                      <a:pt x="20432" y="12674"/>
                    </a:lnTo>
                    <a:lnTo>
                      <a:pt x="20724" y="12674"/>
                    </a:lnTo>
                    <a:lnTo>
                      <a:pt x="20724" y="13031"/>
                    </a:lnTo>
                    <a:lnTo>
                      <a:pt x="21016" y="13388"/>
                    </a:lnTo>
                    <a:lnTo>
                      <a:pt x="21600" y="14459"/>
                    </a:lnTo>
                    <a:lnTo>
                      <a:pt x="21600" y="14816"/>
                    </a:lnTo>
                    <a:lnTo>
                      <a:pt x="21308" y="14816"/>
                    </a:lnTo>
                    <a:lnTo>
                      <a:pt x="21308" y="14638"/>
                    </a:lnTo>
                    <a:lnTo>
                      <a:pt x="20724" y="13923"/>
                    </a:lnTo>
                    <a:lnTo>
                      <a:pt x="17221" y="14280"/>
                    </a:lnTo>
                    <a:lnTo>
                      <a:pt x="17513" y="14995"/>
                    </a:lnTo>
                    <a:lnTo>
                      <a:pt x="18389" y="14995"/>
                    </a:lnTo>
                    <a:lnTo>
                      <a:pt x="18972" y="15887"/>
                    </a:lnTo>
                    <a:lnTo>
                      <a:pt x="18681" y="15887"/>
                    </a:lnTo>
                    <a:lnTo>
                      <a:pt x="18389" y="15709"/>
                    </a:lnTo>
                    <a:lnTo>
                      <a:pt x="18097" y="15709"/>
                    </a:lnTo>
                    <a:lnTo>
                      <a:pt x="17805" y="15530"/>
                    </a:lnTo>
                    <a:lnTo>
                      <a:pt x="17513" y="15530"/>
                    </a:lnTo>
                    <a:lnTo>
                      <a:pt x="17513" y="16601"/>
                    </a:lnTo>
                    <a:lnTo>
                      <a:pt x="17805" y="16780"/>
                    </a:lnTo>
                    <a:lnTo>
                      <a:pt x="18097" y="1731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3" name="AutoShape 107">
                <a:extLst>
                  <a:ext uri="{FF2B5EF4-FFF2-40B4-BE49-F238E27FC236}">
                    <a16:creationId xmlns:a16="http://schemas.microsoft.com/office/drawing/2014/main" id="{8D5DC2F0-5582-FE04-8FE1-226720F51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37" y="294158"/>
                <a:ext cx="117405" cy="111304"/>
              </a:xfrm>
              <a:custGeom>
                <a:avLst/>
                <a:gdLst>
                  <a:gd name="T0" fmla="*/ 58703 w 21600"/>
                  <a:gd name="T1" fmla="*/ 55652 h 21600"/>
                  <a:gd name="T2" fmla="*/ 58703 w 21600"/>
                  <a:gd name="T3" fmla="*/ 55652 h 21600"/>
                  <a:gd name="T4" fmla="*/ 58703 w 21600"/>
                  <a:gd name="T5" fmla="*/ 55652 h 21600"/>
                  <a:gd name="T6" fmla="*/ 58703 w 21600"/>
                  <a:gd name="T7" fmla="*/ 556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699" y="20571"/>
                    </a:moveTo>
                    <a:lnTo>
                      <a:pt x="2699" y="19028"/>
                    </a:lnTo>
                    <a:lnTo>
                      <a:pt x="1619" y="19028"/>
                    </a:lnTo>
                    <a:lnTo>
                      <a:pt x="0" y="17485"/>
                    </a:lnTo>
                    <a:lnTo>
                      <a:pt x="0" y="16971"/>
                    </a:lnTo>
                    <a:lnTo>
                      <a:pt x="1619" y="13885"/>
                    </a:lnTo>
                    <a:lnTo>
                      <a:pt x="3779" y="11314"/>
                    </a:lnTo>
                    <a:lnTo>
                      <a:pt x="6480" y="9257"/>
                    </a:lnTo>
                    <a:lnTo>
                      <a:pt x="7559" y="8742"/>
                    </a:lnTo>
                    <a:lnTo>
                      <a:pt x="8100" y="5657"/>
                    </a:lnTo>
                    <a:lnTo>
                      <a:pt x="9180" y="4628"/>
                    </a:lnTo>
                    <a:lnTo>
                      <a:pt x="9720" y="4628"/>
                    </a:lnTo>
                    <a:lnTo>
                      <a:pt x="10260" y="4114"/>
                    </a:lnTo>
                    <a:lnTo>
                      <a:pt x="10260" y="1542"/>
                    </a:lnTo>
                    <a:lnTo>
                      <a:pt x="10800" y="514"/>
                    </a:lnTo>
                    <a:lnTo>
                      <a:pt x="10800" y="0"/>
                    </a:lnTo>
                    <a:lnTo>
                      <a:pt x="11880" y="0"/>
                    </a:lnTo>
                    <a:lnTo>
                      <a:pt x="13500" y="514"/>
                    </a:lnTo>
                    <a:lnTo>
                      <a:pt x="14580" y="514"/>
                    </a:lnTo>
                    <a:lnTo>
                      <a:pt x="17820" y="1542"/>
                    </a:lnTo>
                    <a:lnTo>
                      <a:pt x="18360" y="1542"/>
                    </a:lnTo>
                    <a:lnTo>
                      <a:pt x="18900" y="2571"/>
                    </a:lnTo>
                    <a:lnTo>
                      <a:pt x="19980" y="3085"/>
                    </a:lnTo>
                    <a:lnTo>
                      <a:pt x="21060" y="4114"/>
                    </a:lnTo>
                    <a:lnTo>
                      <a:pt x="21060" y="6171"/>
                    </a:lnTo>
                    <a:lnTo>
                      <a:pt x="21600" y="6685"/>
                    </a:lnTo>
                    <a:lnTo>
                      <a:pt x="21600" y="7714"/>
                    </a:lnTo>
                    <a:lnTo>
                      <a:pt x="21060" y="8742"/>
                    </a:lnTo>
                    <a:lnTo>
                      <a:pt x="19980" y="11314"/>
                    </a:lnTo>
                    <a:lnTo>
                      <a:pt x="17820" y="13371"/>
                    </a:lnTo>
                    <a:lnTo>
                      <a:pt x="15120" y="15428"/>
                    </a:lnTo>
                    <a:lnTo>
                      <a:pt x="11880" y="16457"/>
                    </a:lnTo>
                    <a:lnTo>
                      <a:pt x="11340" y="16457"/>
                    </a:lnTo>
                    <a:lnTo>
                      <a:pt x="10800" y="16971"/>
                    </a:lnTo>
                    <a:lnTo>
                      <a:pt x="10260" y="17999"/>
                    </a:lnTo>
                    <a:lnTo>
                      <a:pt x="9720" y="18514"/>
                    </a:lnTo>
                    <a:lnTo>
                      <a:pt x="9720" y="19542"/>
                    </a:lnTo>
                    <a:lnTo>
                      <a:pt x="8640" y="20571"/>
                    </a:lnTo>
                    <a:lnTo>
                      <a:pt x="8640" y="21085"/>
                    </a:lnTo>
                    <a:lnTo>
                      <a:pt x="8100" y="21600"/>
                    </a:lnTo>
                    <a:lnTo>
                      <a:pt x="6480" y="21600"/>
                    </a:lnTo>
                    <a:lnTo>
                      <a:pt x="5940" y="21085"/>
                    </a:lnTo>
                    <a:lnTo>
                      <a:pt x="3239" y="21085"/>
                    </a:lnTo>
                    <a:lnTo>
                      <a:pt x="2699" y="205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4" name="AutoShape 108">
                <a:extLst>
                  <a:ext uri="{FF2B5EF4-FFF2-40B4-BE49-F238E27FC236}">
                    <a16:creationId xmlns:a16="http://schemas.microsoft.com/office/drawing/2014/main" id="{CDA43DFA-5CAD-D5A8-5F77-DB22ABF93F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73" y="744670"/>
                <a:ext cx="389149" cy="874526"/>
              </a:xfrm>
              <a:custGeom>
                <a:avLst/>
                <a:gdLst>
                  <a:gd name="T0" fmla="*/ 194575 w 21600"/>
                  <a:gd name="T1" fmla="*/ 437263 h 21600"/>
                  <a:gd name="T2" fmla="*/ 194575 w 21600"/>
                  <a:gd name="T3" fmla="*/ 437263 h 21600"/>
                  <a:gd name="T4" fmla="*/ 194575 w 21600"/>
                  <a:gd name="T5" fmla="*/ 437263 h 21600"/>
                  <a:gd name="T6" fmla="*/ 194575 w 21600"/>
                  <a:gd name="T7" fmla="*/ 43726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608" y="589"/>
                    </a:moveTo>
                    <a:lnTo>
                      <a:pt x="6608" y="1178"/>
                    </a:lnTo>
                    <a:lnTo>
                      <a:pt x="6447" y="1178"/>
                    </a:lnTo>
                    <a:lnTo>
                      <a:pt x="5802" y="1439"/>
                    </a:lnTo>
                    <a:lnTo>
                      <a:pt x="5641" y="1636"/>
                    </a:lnTo>
                    <a:lnTo>
                      <a:pt x="5480" y="1898"/>
                    </a:lnTo>
                    <a:lnTo>
                      <a:pt x="4997" y="2290"/>
                    </a:lnTo>
                    <a:lnTo>
                      <a:pt x="4513" y="2618"/>
                    </a:lnTo>
                    <a:lnTo>
                      <a:pt x="4191" y="2945"/>
                    </a:lnTo>
                    <a:lnTo>
                      <a:pt x="4029" y="3207"/>
                    </a:lnTo>
                    <a:lnTo>
                      <a:pt x="3868" y="3403"/>
                    </a:lnTo>
                    <a:lnTo>
                      <a:pt x="3868" y="3665"/>
                    </a:lnTo>
                    <a:lnTo>
                      <a:pt x="3707" y="4123"/>
                    </a:lnTo>
                    <a:lnTo>
                      <a:pt x="3868" y="4712"/>
                    </a:lnTo>
                    <a:lnTo>
                      <a:pt x="3707" y="7658"/>
                    </a:lnTo>
                    <a:lnTo>
                      <a:pt x="3707" y="7723"/>
                    </a:lnTo>
                    <a:lnTo>
                      <a:pt x="3223" y="7919"/>
                    </a:lnTo>
                    <a:lnTo>
                      <a:pt x="3062" y="8050"/>
                    </a:lnTo>
                    <a:lnTo>
                      <a:pt x="2740" y="8181"/>
                    </a:lnTo>
                    <a:lnTo>
                      <a:pt x="2579" y="8378"/>
                    </a:lnTo>
                    <a:lnTo>
                      <a:pt x="2417" y="8509"/>
                    </a:lnTo>
                    <a:lnTo>
                      <a:pt x="2256" y="8574"/>
                    </a:lnTo>
                    <a:lnTo>
                      <a:pt x="1934" y="9163"/>
                    </a:lnTo>
                    <a:lnTo>
                      <a:pt x="1773" y="9229"/>
                    </a:lnTo>
                    <a:lnTo>
                      <a:pt x="1773" y="9294"/>
                    </a:lnTo>
                    <a:lnTo>
                      <a:pt x="1934" y="9556"/>
                    </a:lnTo>
                    <a:lnTo>
                      <a:pt x="1773" y="9883"/>
                    </a:lnTo>
                    <a:lnTo>
                      <a:pt x="1934" y="10145"/>
                    </a:lnTo>
                    <a:lnTo>
                      <a:pt x="1773" y="10538"/>
                    </a:lnTo>
                    <a:lnTo>
                      <a:pt x="1450" y="10603"/>
                    </a:lnTo>
                    <a:lnTo>
                      <a:pt x="1450" y="10865"/>
                    </a:lnTo>
                    <a:lnTo>
                      <a:pt x="1611" y="10865"/>
                    </a:lnTo>
                    <a:lnTo>
                      <a:pt x="1611" y="12240"/>
                    </a:lnTo>
                    <a:lnTo>
                      <a:pt x="1450" y="12370"/>
                    </a:lnTo>
                    <a:lnTo>
                      <a:pt x="1450" y="12567"/>
                    </a:lnTo>
                    <a:lnTo>
                      <a:pt x="1611" y="12632"/>
                    </a:lnTo>
                    <a:lnTo>
                      <a:pt x="1611" y="12698"/>
                    </a:lnTo>
                    <a:lnTo>
                      <a:pt x="1773" y="12763"/>
                    </a:lnTo>
                    <a:lnTo>
                      <a:pt x="1773" y="13745"/>
                    </a:lnTo>
                    <a:lnTo>
                      <a:pt x="1611" y="14007"/>
                    </a:lnTo>
                    <a:lnTo>
                      <a:pt x="1611" y="14072"/>
                    </a:lnTo>
                    <a:lnTo>
                      <a:pt x="1289" y="14138"/>
                    </a:lnTo>
                    <a:lnTo>
                      <a:pt x="483" y="14465"/>
                    </a:lnTo>
                    <a:lnTo>
                      <a:pt x="322" y="14596"/>
                    </a:lnTo>
                    <a:lnTo>
                      <a:pt x="161" y="14792"/>
                    </a:lnTo>
                    <a:lnTo>
                      <a:pt x="161" y="17345"/>
                    </a:lnTo>
                    <a:lnTo>
                      <a:pt x="0" y="17410"/>
                    </a:lnTo>
                    <a:lnTo>
                      <a:pt x="0" y="17541"/>
                    </a:lnTo>
                    <a:lnTo>
                      <a:pt x="161" y="17738"/>
                    </a:lnTo>
                    <a:lnTo>
                      <a:pt x="161" y="18130"/>
                    </a:lnTo>
                    <a:lnTo>
                      <a:pt x="1128" y="18589"/>
                    </a:lnTo>
                    <a:lnTo>
                      <a:pt x="4352" y="18589"/>
                    </a:lnTo>
                    <a:lnTo>
                      <a:pt x="4352" y="18981"/>
                    </a:lnTo>
                    <a:lnTo>
                      <a:pt x="4513" y="19243"/>
                    </a:lnTo>
                    <a:lnTo>
                      <a:pt x="4513" y="20029"/>
                    </a:lnTo>
                    <a:lnTo>
                      <a:pt x="4835" y="20879"/>
                    </a:lnTo>
                    <a:lnTo>
                      <a:pt x="8059" y="20945"/>
                    </a:lnTo>
                    <a:lnTo>
                      <a:pt x="9188" y="21600"/>
                    </a:lnTo>
                    <a:lnTo>
                      <a:pt x="9510" y="21207"/>
                    </a:lnTo>
                    <a:lnTo>
                      <a:pt x="9510" y="20879"/>
                    </a:lnTo>
                    <a:lnTo>
                      <a:pt x="8543" y="20421"/>
                    </a:lnTo>
                    <a:lnTo>
                      <a:pt x="7576" y="20094"/>
                    </a:lnTo>
                    <a:lnTo>
                      <a:pt x="7414" y="20160"/>
                    </a:lnTo>
                    <a:lnTo>
                      <a:pt x="6608" y="20160"/>
                    </a:lnTo>
                    <a:lnTo>
                      <a:pt x="5964" y="20029"/>
                    </a:lnTo>
                    <a:lnTo>
                      <a:pt x="5319" y="19767"/>
                    </a:lnTo>
                    <a:lnTo>
                      <a:pt x="4835" y="19309"/>
                    </a:lnTo>
                    <a:lnTo>
                      <a:pt x="4513" y="18589"/>
                    </a:lnTo>
                    <a:lnTo>
                      <a:pt x="4513" y="18458"/>
                    </a:lnTo>
                    <a:lnTo>
                      <a:pt x="4191" y="17803"/>
                    </a:lnTo>
                    <a:lnTo>
                      <a:pt x="4352" y="17476"/>
                    </a:lnTo>
                    <a:lnTo>
                      <a:pt x="4997" y="17214"/>
                    </a:lnTo>
                    <a:lnTo>
                      <a:pt x="5964" y="16625"/>
                    </a:lnTo>
                    <a:lnTo>
                      <a:pt x="6286" y="16560"/>
                    </a:lnTo>
                    <a:lnTo>
                      <a:pt x="6447" y="16429"/>
                    </a:lnTo>
                    <a:lnTo>
                      <a:pt x="6770" y="16363"/>
                    </a:lnTo>
                    <a:lnTo>
                      <a:pt x="7576" y="16036"/>
                    </a:lnTo>
                    <a:lnTo>
                      <a:pt x="7576" y="15839"/>
                    </a:lnTo>
                    <a:lnTo>
                      <a:pt x="7737" y="15774"/>
                    </a:lnTo>
                    <a:lnTo>
                      <a:pt x="7737" y="15250"/>
                    </a:lnTo>
                    <a:lnTo>
                      <a:pt x="7576" y="15120"/>
                    </a:lnTo>
                    <a:lnTo>
                      <a:pt x="6608" y="14923"/>
                    </a:lnTo>
                    <a:lnTo>
                      <a:pt x="6286" y="14792"/>
                    </a:lnTo>
                    <a:lnTo>
                      <a:pt x="5964" y="14530"/>
                    </a:lnTo>
                    <a:lnTo>
                      <a:pt x="5964" y="14138"/>
                    </a:lnTo>
                    <a:lnTo>
                      <a:pt x="6125" y="14007"/>
                    </a:lnTo>
                    <a:lnTo>
                      <a:pt x="6286" y="13941"/>
                    </a:lnTo>
                    <a:lnTo>
                      <a:pt x="6608" y="13876"/>
                    </a:lnTo>
                    <a:lnTo>
                      <a:pt x="7092" y="13876"/>
                    </a:lnTo>
                    <a:lnTo>
                      <a:pt x="8382" y="13156"/>
                    </a:lnTo>
                    <a:lnTo>
                      <a:pt x="9026" y="12501"/>
                    </a:lnTo>
                    <a:lnTo>
                      <a:pt x="9026" y="12109"/>
                    </a:lnTo>
                    <a:lnTo>
                      <a:pt x="9994" y="12043"/>
                    </a:lnTo>
                    <a:lnTo>
                      <a:pt x="9994" y="11585"/>
                    </a:lnTo>
                    <a:lnTo>
                      <a:pt x="9026" y="11389"/>
                    </a:lnTo>
                    <a:lnTo>
                      <a:pt x="9026" y="11323"/>
                    </a:lnTo>
                    <a:lnTo>
                      <a:pt x="8865" y="11258"/>
                    </a:lnTo>
                    <a:lnTo>
                      <a:pt x="8865" y="10996"/>
                    </a:lnTo>
                    <a:lnTo>
                      <a:pt x="9188" y="10865"/>
                    </a:lnTo>
                    <a:lnTo>
                      <a:pt x="9510" y="10865"/>
                    </a:lnTo>
                    <a:lnTo>
                      <a:pt x="11122" y="10930"/>
                    </a:lnTo>
                    <a:lnTo>
                      <a:pt x="11444" y="10276"/>
                    </a:lnTo>
                    <a:lnTo>
                      <a:pt x="11444" y="10210"/>
                    </a:lnTo>
                    <a:lnTo>
                      <a:pt x="11605" y="10145"/>
                    </a:lnTo>
                    <a:lnTo>
                      <a:pt x="11605" y="10014"/>
                    </a:lnTo>
                    <a:lnTo>
                      <a:pt x="11928" y="9818"/>
                    </a:lnTo>
                    <a:lnTo>
                      <a:pt x="12089" y="9687"/>
                    </a:lnTo>
                    <a:lnTo>
                      <a:pt x="12411" y="9621"/>
                    </a:lnTo>
                    <a:lnTo>
                      <a:pt x="12895" y="9556"/>
                    </a:lnTo>
                    <a:lnTo>
                      <a:pt x="13217" y="9621"/>
                    </a:lnTo>
                    <a:lnTo>
                      <a:pt x="14829" y="9621"/>
                    </a:lnTo>
                    <a:lnTo>
                      <a:pt x="15958" y="9490"/>
                    </a:lnTo>
                    <a:lnTo>
                      <a:pt x="16925" y="9229"/>
                    </a:lnTo>
                    <a:lnTo>
                      <a:pt x="17731" y="8574"/>
                    </a:lnTo>
                    <a:lnTo>
                      <a:pt x="17731" y="8378"/>
                    </a:lnTo>
                    <a:lnTo>
                      <a:pt x="17570" y="8181"/>
                    </a:lnTo>
                    <a:lnTo>
                      <a:pt x="17247" y="7658"/>
                    </a:lnTo>
                    <a:lnTo>
                      <a:pt x="16764" y="7134"/>
                    </a:lnTo>
                    <a:lnTo>
                      <a:pt x="16602" y="7069"/>
                    </a:lnTo>
                    <a:lnTo>
                      <a:pt x="16602" y="7003"/>
                    </a:lnTo>
                    <a:lnTo>
                      <a:pt x="16119" y="6610"/>
                    </a:lnTo>
                    <a:lnTo>
                      <a:pt x="16119" y="6414"/>
                    </a:lnTo>
                    <a:lnTo>
                      <a:pt x="16280" y="6349"/>
                    </a:lnTo>
                    <a:lnTo>
                      <a:pt x="16280" y="6218"/>
                    </a:lnTo>
                    <a:lnTo>
                      <a:pt x="16119" y="5890"/>
                    </a:lnTo>
                    <a:lnTo>
                      <a:pt x="16119" y="5170"/>
                    </a:lnTo>
                    <a:lnTo>
                      <a:pt x="16280" y="4974"/>
                    </a:lnTo>
                    <a:lnTo>
                      <a:pt x="17247" y="4385"/>
                    </a:lnTo>
                    <a:lnTo>
                      <a:pt x="17247" y="4189"/>
                    </a:lnTo>
                    <a:lnTo>
                      <a:pt x="17570" y="4058"/>
                    </a:lnTo>
                    <a:lnTo>
                      <a:pt x="17731" y="3927"/>
                    </a:lnTo>
                    <a:lnTo>
                      <a:pt x="18537" y="3599"/>
                    </a:lnTo>
                    <a:lnTo>
                      <a:pt x="19826" y="3207"/>
                    </a:lnTo>
                    <a:lnTo>
                      <a:pt x="20471" y="2945"/>
                    </a:lnTo>
                    <a:lnTo>
                      <a:pt x="21116" y="2749"/>
                    </a:lnTo>
                    <a:lnTo>
                      <a:pt x="21277" y="2683"/>
                    </a:lnTo>
                    <a:lnTo>
                      <a:pt x="21438" y="2487"/>
                    </a:lnTo>
                    <a:lnTo>
                      <a:pt x="21600" y="2356"/>
                    </a:lnTo>
                    <a:lnTo>
                      <a:pt x="21600" y="2094"/>
                    </a:lnTo>
                    <a:lnTo>
                      <a:pt x="21438" y="2029"/>
                    </a:lnTo>
                    <a:lnTo>
                      <a:pt x="21116" y="2029"/>
                    </a:lnTo>
                    <a:lnTo>
                      <a:pt x="21116" y="1963"/>
                    </a:lnTo>
                    <a:lnTo>
                      <a:pt x="20794" y="1963"/>
                    </a:lnTo>
                    <a:lnTo>
                      <a:pt x="20794" y="1832"/>
                    </a:lnTo>
                    <a:lnTo>
                      <a:pt x="20955" y="1832"/>
                    </a:lnTo>
                    <a:lnTo>
                      <a:pt x="20310" y="1898"/>
                    </a:lnTo>
                    <a:lnTo>
                      <a:pt x="20310" y="1963"/>
                    </a:lnTo>
                    <a:lnTo>
                      <a:pt x="20149" y="2159"/>
                    </a:lnTo>
                    <a:lnTo>
                      <a:pt x="20149" y="2421"/>
                    </a:lnTo>
                    <a:lnTo>
                      <a:pt x="19826" y="2683"/>
                    </a:lnTo>
                    <a:lnTo>
                      <a:pt x="19826" y="2879"/>
                    </a:lnTo>
                    <a:lnTo>
                      <a:pt x="15635" y="2879"/>
                    </a:lnTo>
                    <a:lnTo>
                      <a:pt x="16925" y="1701"/>
                    </a:lnTo>
                    <a:lnTo>
                      <a:pt x="14185" y="1112"/>
                    </a:lnTo>
                    <a:lnTo>
                      <a:pt x="13701" y="916"/>
                    </a:lnTo>
                    <a:lnTo>
                      <a:pt x="12411" y="719"/>
                    </a:lnTo>
                    <a:lnTo>
                      <a:pt x="11767" y="589"/>
                    </a:lnTo>
                    <a:lnTo>
                      <a:pt x="11605" y="523"/>
                    </a:lnTo>
                    <a:lnTo>
                      <a:pt x="11605" y="196"/>
                    </a:lnTo>
                    <a:lnTo>
                      <a:pt x="11283" y="65"/>
                    </a:lnTo>
                    <a:lnTo>
                      <a:pt x="11122" y="65"/>
                    </a:lnTo>
                    <a:lnTo>
                      <a:pt x="10800" y="0"/>
                    </a:lnTo>
                    <a:lnTo>
                      <a:pt x="10477" y="130"/>
                    </a:lnTo>
                    <a:lnTo>
                      <a:pt x="9671" y="523"/>
                    </a:lnTo>
                    <a:lnTo>
                      <a:pt x="9671" y="392"/>
                    </a:lnTo>
                    <a:lnTo>
                      <a:pt x="9510" y="261"/>
                    </a:lnTo>
                    <a:lnTo>
                      <a:pt x="9188" y="130"/>
                    </a:lnTo>
                    <a:lnTo>
                      <a:pt x="8704" y="130"/>
                    </a:lnTo>
                    <a:lnTo>
                      <a:pt x="7576" y="0"/>
                    </a:lnTo>
                    <a:lnTo>
                      <a:pt x="7576" y="65"/>
                    </a:lnTo>
                    <a:lnTo>
                      <a:pt x="7253" y="327"/>
                    </a:lnTo>
                    <a:lnTo>
                      <a:pt x="6608" y="58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5" name="AutoShape 109">
                <a:extLst>
                  <a:ext uri="{FF2B5EF4-FFF2-40B4-BE49-F238E27FC236}">
                    <a16:creationId xmlns:a16="http://schemas.microsoft.com/office/drawing/2014/main" id="{E4C4F530-433D-DA23-7565-8E7C0D82D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77" y="227906"/>
                <a:ext cx="774340" cy="757922"/>
              </a:xfrm>
              <a:custGeom>
                <a:avLst/>
                <a:gdLst>
                  <a:gd name="T0" fmla="*/ 387170 w 21600"/>
                  <a:gd name="T1" fmla="*/ 378961 h 21600"/>
                  <a:gd name="T2" fmla="*/ 387170 w 21600"/>
                  <a:gd name="T3" fmla="*/ 378961 h 21600"/>
                  <a:gd name="T4" fmla="*/ 387170 w 21600"/>
                  <a:gd name="T5" fmla="*/ 378961 h 21600"/>
                  <a:gd name="T6" fmla="*/ 387170 w 21600"/>
                  <a:gd name="T7" fmla="*/ 37896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1774" y="21222"/>
                    </a:moveTo>
                    <a:lnTo>
                      <a:pt x="11855" y="20995"/>
                    </a:lnTo>
                    <a:lnTo>
                      <a:pt x="12018" y="20693"/>
                    </a:lnTo>
                    <a:lnTo>
                      <a:pt x="12342" y="20240"/>
                    </a:lnTo>
                    <a:lnTo>
                      <a:pt x="12748" y="19560"/>
                    </a:lnTo>
                    <a:lnTo>
                      <a:pt x="13154" y="18579"/>
                    </a:lnTo>
                    <a:lnTo>
                      <a:pt x="13642" y="17295"/>
                    </a:lnTo>
                    <a:lnTo>
                      <a:pt x="14372" y="16615"/>
                    </a:lnTo>
                    <a:lnTo>
                      <a:pt x="15022" y="16086"/>
                    </a:lnTo>
                    <a:lnTo>
                      <a:pt x="15915" y="15633"/>
                    </a:lnTo>
                    <a:lnTo>
                      <a:pt x="16890" y="15331"/>
                    </a:lnTo>
                    <a:lnTo>
                      <a:pt x="16971" y="15255"/>
                    </a:lnTo>
                    <a:lnTo>
                      <a:pt x="17296" y="15104"/>
                    </a:lnTo>
                    <a:lnTo>
                      <a:pt x="17621" y="14878"/>
                    </a:lnTo>
                    <a:lnTo>
                      <a:pt x="18108" y="14425"/>
                    </a:lnTo>
                    <a:lnTo>
                      <a:pt x="18514" y="13820"/>
                    </a:lnTo>
                    <a:lnTo>
                      <a:pt x="18920" y="12990"/>
                    </a:lnTo>
                    <a:lnTo>
                      <a:pt x="19163" y="12008"/>
                    </a:lnTo>
                    <a:lnTo>
                      <a:pt x="19245" y="10724"/>
                    </a:lnTo>
                    <a:lnTo>
                      <a:pt x="20869" y="8156"/>
                    </a:lnTo>
                    <a:lnTo>
                      <a:pt x="20950" y="8081"/>
                    </a:lnTo>
                    <a:lnTo>
                      <a:pt x="21275" y="7703"/>
                    </a:lnTo>
                    <a:lnTo>
                      <a:pt x="21518" y="7174"/>
                    </a:lnTo>
                    <a:lnTo>
                      <a:pt x="21600" y="6419"/>
                    </a:lnTo>
                    <a:lnTo>
                      <a:pt x="21600" y="5815"/>
                    </a:lnTo>
                    <a:lnTo>
                      <a:pt x="21437" y="5513"/>
                    </a:lnTo>
                    <a:lnTo>
                      <a:pt x="21031" y="5211"/>
                    </a:lnTo>
                    <a:lnTo>
                      <a:pt x="20381" y="4984"/>
                    </a:lnTo>
                    <a:lnTo>
                      <a:pt x="20219" y="4909"/>
                    </a:lnTo>
                    <a:lnTo>
                      <a:pt x="19894" y="4682"/>
                    </a:lnTo>
                    <a:lnTo>
                      <a:pt x="19407" y="4380"/>
                    </a:lnTo>
                    <a:lnTo>
                      <a:pt x="18839" y="4153"/>
                    </a:lnTo>
                    <a:lnTo>
                      <a:pt x="18189" y="4153"/>
                    </a:lnTo>
                    <a:lnTo>
                      <a:pt x="16159" y="3549"/>
                    </a:lnTo>
                    <a:lnTo>
                      <a:pt x="15996" y="3474"/>
                    </a:lnTo>
                    <a:lnTo>
                      <a:pt x="15834" y="3549"/>
                    </a:lnTo>
                    <a:lnTo>
                      <a:pt x="15672" y="3549"/>
                    </a:lnTo>
                    <a:lnTo>
                      <a:pt x="15509" y="3625"/>
                    </a:lnTo>
                    <a:lnTo>
                      <a:pt x="15428" y="3700"/>
                    </a:lnTo>
                    <a:lnTo>
                      <a:pt x="15347" y="3700"/>
                    </a:lnTo>
                    <a:lnTo>
                      <a:pt x="15509" y="3398"/>
                    </a:lnTo>
                    <a:lnTo>
                      <a:pt x="15509" y="3247"/>
                    </a:lnTo>
                    <a:lnTo>
                      <a:pt x="15590" y="3096"/>
                    </a:lnTo>
                    <a:lnTo>
                      <a:pt x="15590" y="3020"/>
                    </a:lnTo>
                    <a:lnTo>
                      <a:pt x="15428" y="2869"/>
                    </a:lnTo>
                    <a:lnTo>
                      <a:pt x="14697" y="2869"/>
                    </a:lnTo>
                    <a:lnTo>
                      <a:pt x="14535" y="2794"/>
                    </a:lnTo>
                    <a:lnTo>
                      <a:pt x="14291" y="2794"/>
                    </a:lnTo>
                    <a:lnTo>
                      <a:pt x="14048" y="2718"/>
                    </a:lnTo>
                    <a:lnTo>
                      <a:pt x="13398" y="2718"/>
                    </a:lnTo>
                    <a:lnTo>
                      <a:pt x="13154" y="2869"/>
                    </a:lnTo>
                    <a:lnTo>
                      <a:pt x="12911" y="2945"/>
                    </a:lnTo>
                    <a:lnTo>
                      <a:pt x="12424" y="3172"/>
                    </a:lnTo>
                    <a:lnTo>
                      <a:pt x="12099" y="3398"/>
                    </a:lnTo>
                    <a:lnTo>
                      <a:pt x="11612" y="3700"/>
                    </a:lnTo>
                    <a:lnTo>
                      <a:pt x="11287" y="3700"/>
                    </a:lnTo>
                    <a:lnTo>
                      <a:pt x="11612" y="3549"/>
                    </a:lnTo>
                    <a:lnTo>
                      <a:pt x="11774" y="3398"/>
                    </a:lnTo>
                    <a:lnTo>
                      <a:pt x="11855" y="3247"/>
                    </a:lnTo>
                    <a:lnTo>
                      <a:pt x="12099" y="3020"/>
                    </a:lnTo>
                    <a:lnTo>
                      <a:pt x="12180" y="2869"/>
                    </a:lnTo>
                    <a:lnTo>
                      <a:pt x="12505" y="2567"/>
                    </a:lnTo>
                    <a:lnTo>
                      <a:pt x="12667" y="2492"/>
                    </a:lnTo>
                    <a:lnTo>
                      <a:pt x="12830" y="2341"/>
                    </a:lnTo>
                    <a:lnTo>
                      <a:pt x="12992" y="2114"/>
                    </a:lnTo>
                    <a:lnTo>
                      <a:pt x="13073" y="1888"/>
                    </a:lnTo>
                    <a:lnTo>
                      <a:pt x="13073" y="1737"/>
                    </a:lnTo>
                    <a:lnTo>
                      <a:pt x="12667" y="981"/>
                    </a:lnTo>
                    <a:lnTo>
                      <a:pt x="12018" y="302"/>
                    </a:lnTo>
                    <a:lnTo>
                      <a:pt x="11774" y="151"/>
                    </a:lnTo>
                    <a:lnTo>
                      <a:pt x="11449" y="0"/>
                    </a:lnTo>
                    <a:lnTo>
                      <a:pt x="11206" y="151"/>
                    </a:lnTo>
                    <a:lnTo>
                      <a:pt x="11124" y="302"/>
                    </a:lnTo>
                    <a:lnTo>
                      <a:pt x="10962" y="302"/>
                    </a:lnTo>
                    <a:lnTo>
                      <a:pt x="10962" y="377"/>
                    </a:lnTo>
                    <a:lnTo>
                      <a:pt x="10800" y="679"/>
                    </a:lnTo>
                    <a:lnTo>
                      <a:pt x="10718" y="755"/>
                    </a:lnTo>
                    <a:lnTo>
                      <a:pt x="10718" y="830"/>
                    </a:lnTo>
                    <a:lnTo>
                      <a:pt x="10637" y="906"/>
                    </a:lnTo>
                    <a:lnTo>
                      <a:pt x="10393" y="906"/>
                    </a:lnTo>
                    <a:lnTo>
                      <a:pt x="10312" y="830"/>
                    </a:lnTo>
                    <a:lnTo>
                      <a:pt x="9906" y="830"/>
                    </a:lnTo>
                    <a:lnTo>
                      <a:pt x="9825" y="906"/>
                    </a:lnTo>
                    <a:lnTo>
                      <a:pt x="9500" y="906"/>
                    </a:lnTo>
                    <a:lnTo>
                      <a:pt x="9419" y="830"/>
                    </a:lnTo>
                    <a:lnTo>
                      <a:pt x="9257" y="830"/>
                    </a:lnTo>
                    <a:lnTo>
                      <a:pt x="9175" y="906"/>
                    </a:lnTo>
                    <a:lnTo>
                      <a:pt x="9094" y="906"/>
                    </a:lnTo>
                    <a:lnTo>
                      <a:pt x="8851" y="830"/>
                    </a:lnTo>
                    <a:lnTo>
                      <a:pt x="8851" y="1057"/>
                    </a:lnTo>
                    <a:lnTo>
                      <a:pt x="8688" y="1057"/>
                    </a:lnTo>
                    <a:lnTo>
                      <a:pt x="8607" y="981"/>
                    </a:lnTo>
                    <a:lnTo>
                      <a:pt x="8201" y="981"/>
                    </a:lnTo>
                    <a:lnTo>
                      <a:pt x="7876" y="1057"/>
                    </a:lnTo>
                    <a:lnTo>
                      <a:pt x="7795" y="1057"/>
                    </a:lnTo>
                    <a:lnTo>
                      <a:pt x="7470" y="1132"/>
                    </a:lnTo>
                    <a:lnTo>
                      <a:pt x="7470" y="226"/>
                    </a:lnTo>
                    <a:lnTo>
                      <a:pt x="7389" y="75"/>
                    </a:lnTo>
                    <a:lnTo>
                      <a:pt x="7145" y="75"/>
                    </a:lnTo>
                    <a:lnTo>
                      <a:pt x="7145" y="151"/>
                    </a:lnTo>
                    <a:lnTo>
                      <a:pt x="6983" y="302"/>
                    </a:lnTo>
                    <a:lnTo>
                      <a:pt x="6739" y="226"/>
                    </a:lnTo>
                    <a:lnTo>
                      <a:pt x="6333" y="377"/>
                    </a:lnTo>
                    <a:lnTo>
                      <a:pt x="6333" y="528"/>
                    </a:lnTo>
                    <a:lnTo>
                      <a:pt x="5765" y="604"/>
                    </a:lnTo>
                    <a:lnTo>
                      <a:pt x="5603" y="377"/>
                    </a:lnTo>
                    <a:lnTo>
                      <a:pt x="5440" y="377"/>
                    </a:lnTo>
                    <a:lnTo>
                      <a:pt x="5196" y="302"/>
                    </a:lnTo>
                    <a:lnTo>
                      <a:pt x="5034" y="302"/>
                    </a:lnTo>
                    <a:lnTo>
                      <a:pt x="4709" y="151"/>
                    </a:lnTo>
                    <a:lnTo>
                      <a:pt x="4709" y="377"/>
                    </a:lnTo>
                    <a:lnTo>
                      <a:pt x="4872" y="377"/>
                    </a:lnTo>
                    <a:lnTo>
                      <a:pt x="5034" y="528"/>
                    </a:lnTo>
                    <a:lnTo>
                      <a:pt x="5034" y="830"/>
                    </a:lnTo>
                    <a:lnTo>
                      <a:pt x="5196" y="981"/>
                    </a:lnTo>
                    <a:lnTo>
                      <a:pt x="5521" y="981"/>
                    </a:lnTo>
                    <a:lnTo>
                      <a:pt x="5521" y="1283"/>
                    </a:lnTo>
                    <a:lnTo>
                      <a:pt x="5196" y="1434"/>
                    </a:lnTo>
                    <a:lnTo>
                      <a:pt x="4466" y="2190"/>
                    </a:lnTo>
                    <a:lnTo>
                      <a:pt x="3735" y="1963"/>
                    </a:lnTo>
                    <a:lnTo>
                      <a:pt x="3572" y="1963"/>
                    </a:lnTo>
                    <a:lnTo>
                      <a:pt x="3410" y="1888"/>
                    </a:lnTo>
                    <a:lnTo>
                      <a:pt x="3166" y="1888"/>
                    </a:lnTo>
                    <a:lnTo>
                      <a:pt x="3166" y="1737"/>
                    </a:lnTo>
                    <a:lnTo>
                      <a:pt x="3085" y="1661"/>
                    </a:lnTo>
                    <a:lnTo>
                      <a:pt x="3085" y="1586"/>
                    </a:lnTo>
                    <a:lnTo>
                      <a:pt x="3004" y="1510"/>
                    </a:lnTo>
                    <a:lnTo>
                      <a:pt x="2111" y="1661"/>
                    </a:lnTo>
                    <a:lnTo>
                      <a:pt x="2111" y="1963"/>
                    </a:lnTo>
                    <a:lnTo>
                      <a:pt x="2436" y="1963"/>
                    </a:lnTo>
                    <a:lnTo>
                      <a:pt x="2517" y="2341"/>
                    </a:lnTo>
                    <a:lnTo>
                      <a:pt x="2436" y="2265"/>
                    </a:lnTo>
                    <a:lnTo>
                      <a:pt x="2354" y="2265"/>
                    </a:lnTo>
                    <a:lnTo>
                      <a:pt x="2273" y="2190"/>
                    </a:lnTo>
                    <a:lnTo>
                      <a:pt x="2192" y="2190"/>
                    </a:lnTo>
                    <a:lnTo>
                      <a:pt x="2111" y="2265"/>
                    </a:lnTo>
                    <a:lnTo>
                      <a:pt x="2111" y="2643"/>
                    </a:lnTo>
                    <a:lnTo>
                      <a:pt x="2192" y="2643"/>
                    </a:lnTo>
                    <a:lnTo>
                      <a:pt x="2192" y="2718"/>
                    </a:lnTo>
                    <a:lnTo>
                      <a:pt x="2354" y="3020"/>
                    </a:lnTo>
                    <a:lnTo>
                      <a:pt x="2436" y="3247"/>
                    </a:lnTo>
                    <a:lnTo>
                      <a:pt x="2436" y="3625"/>
                    </a:lnTo>
                    <a:lnTo>
                      <a:pt x="2111" y="4758"/>
                    </a:lnTo>
                    <a:lnTo>
                      <a:pt x="2030" y="4984"/>
                    </a:lnTo>
                    <a:lnTo>
                      <a:pt x="1786" y="4984"/>
                    </a:lnTo>
                    <a:lnTo>
                      <a:pt x="1705" y="4909"/>
                    </a:lnTo>
                    <a:lnTo>
                      <a:pt x="1542" y="4909"/>
                    </a:lnTo>
                    <a:lnTo>
                      <a:pt x="1461" y="4984"/>
                    </a:lnTo>
                    <a:lnTo>
                      <a:pt x="1299" y="4984"/>
                    </a:lnTo>
                    <a:lnTo>
                      <a:pt x="1136" y="5060"/>
                    </a:lnTo>
                    <a:lnTo>
                      <a:pt x="893" y="5060"/>
                    </a:lnTo>
                    <a:lnTo>
                      <a:pt x="406" y="5513"/>
                    </a:lnTo>
                    <a:lnTo>
                      <a:pt x="406" y="5739"/>
                    </a:lnTo>
                    <a:lnTo>
                      <a:pt x="324" y="5890"/>
                    </a:lnTo>
                    <a:lnTo>
                      <a:pt x="243" y="5966"/>
                    </a:lnTo>
                    <a:lnTo>
                      <a:pt x="243" y="6041"/>
                    </a:lnTo>
                    <a:lnTo>
                      <a:pt x="81" y="6193"/>
                    </a:lnTo>
                    <a:lnTo>
                      <a:pt x="0" y="6344"/>
                    </a:lnTo>
                    <a:lnTo>
                      <a:pt x="0" y="6872"/>
                    </a:lnTo>
                    <a:lnTo>
                      <a:pt x="81" y="7099"/>
                    </a:lnTo>
                    <a:lnTo>
                      <a:pt x="81" y="7174"/>
                    </a:lnTo>
                    <a:lnTo>
                      <a:pt x="162" y="7250"/>
                    </a:lnTo>
                    <a:lnTo>
                      <a:pt x="162" y="7325"/>
                    </a:lnTo>
                    <a:lnTo>
                      <a:pt x="243" y="7476"/>
                    </a:lnTo>
                    <a:lnTo>
                      <a:pt x="243" y="7552"/>
                    </a:lnTo>
                    <a:lnTo>
                      <a:pt x="162" y="7552"/>
                    </a:lnTo>
                    <a:lnTo>
                      <a:pt x="243" y="7552"/>
                    </a:lnTo>
                    <a:lnTo>
                      <a:pt x="406" y="7476"/>
                    </a:lnTo>
                    <a:lnTo>
                      <a:pt x="487" y="7476"/>
                    </a:lnTo>
                    <a:lnTo>
                      <a:pt x="730" y="7703"/>
                    </a:lnTo>
                    <a:lnTo>
                      <a:pt x="893" y="7703"/>
                    </a:lnTo>
                    <a:lnTo>
                      <a:pt x="1055" y="7779"/>
                    </a:lnTo>
                    <a:lnTo>
                      <a:pt x="1218" y="7779"/>
                    </a:lnTo>
                    <a:lnTo>
                      <a:pt x="1380" y="7703"/>
                    </a:lnTo>
                    <a:lnTo>
                      <a:pt x="1542" y="7552"/>
                    </a:lnTo>
                    <a:lnTo>
                      <a:pt x="1705" y="7476"/>
                    </a:lnTo>
                    <a:lnTo>
                      <a:pt x="1705" y="7401"/>
                    </a:lnTo>
                    <a:lnTo>
                      <a:pt x="1705" y="8458"/>
                    </a:lnTo>
                    <a:lnTo>
                      <a:pt x="1786" y="8458"/>
                    </a:lnTo>
                    <a:lnTo>
                      <a:pt x="1948" y="8534"/>
                    </a:lnTo>
                    <a:lnTo>
                      <a:pt x="2842" y="8534"/>
                    </a:lnTo>
                    <a:lnTo>
                      <a:pt x="3004" y="8458"/>
                    </a:lnTo>
                    <a:lnTo>
                      <a:pt x="3166" y="8458"/>
                    </a:lnTo>
                    <a:lnTo>
                      <a:pt x="3491" y="8156"/>
                    </a:lnTo>
                    <a:lnTo>
                      <a:pt x="3491" y="8081"/>
                    </a:lnTo>
                    <a:lnTo>
                      <a:pt x="3816" y="7930"/>
                    </a:lnTo>
                    <a:lnTo>
                      <a:pt x="3897" y="7930"/>
                    </a:lnTo>
                    <a:lnTo>
                      <a:pt x="4060" y="8005"/>
                    </a:lnTo>
                    <a:lnTo>
                      <a:pt x="4141" y="8005"/>
                    </a:lnTo>
                    <a:lnTo>
                      <a:pt x="4384" y="7779"/>
                    </a:lnTo>
                    <a:lnTo>
                      <a:pt x="4547" y="7779"/>
                    </a:lnTo>
                    <a:lnTo>
                      <a:pt x="4547" y="8534"/>
                    </a:lnTo>
                    <a:lnTo>
                      <a:pt x="4628" y="8987"/>
                    </a:lnTo>
                    <a:lnTo>
                      <a:pt x="5034" y="9365"/>
                    </a:lnTo>
                    <a:lnTo>
                      <a:pt x="5521" y="9516"/>
                    </a:lnTo>
                    <a:lnTo>
                      <a:pt x="5927" y="9440"/>
                    </a:lnTo>
                    <a:lnTo>
                      <a:pt x="6009" y="9516"/>
                    </a:lnTo>
                    <a:lnTo>
                      <a:pt x="6009" y="9591"/>
                    </a:lnTo>
                    <a:lnTo>
                      <a:pt x="6171" y="9893"/>
                    </a:lnTo>
                    <a:lnTo>
                      <a:pt x="6333" y="10044"/>
                    </a:lnTo>
                    <a:lnTo>
                      <a:pt x="6577" y="10120"/>
                    </a:lnTo>
                    <a:lnTo>
                      <a:pt x="6658" y="10120"/>
                    </a:lnTo>
                    <a:lnTo>
                      <a:pt x="6739" y="10271"/>
                    </a:lnTo>
                    <a:lnTo>
                      <a:pt x="6902" y="10346"/>
                    </a:lnTo>
                    <a:lnTo>
                      <a:pt x="7064" y="10497"/>
                    </a:lnTo>
                    <a:lnTo>
                      <a:pt x="7227" y="10724"/>
                    </a:lnTo>
                    <a:lnTo>
                      <a:pt x="7389" y="10875"/>
                    </a:lnTo>
                    <a:lnTo>
                      <a:pt x="7389" y="11102"/>
                    </a:lnTo>
                    <a:lnTo>
                      <a:pt x="8363" y="11177"/>
                    </a:lnTo>
                    <a:lnTo>
                      <a:pt x="8363" y="11253"/>
                    </a:lnTo>
                    <a:lnTo>
                      <a:pt x="8282" y="11328"/>
                    </a:lnTo>
                    <a:lnTo>
                      <a:pt x="8282" y="11630"/>
                    </a:lnTo>
                    <a:lnTo>
                      <a:pt x="8445" y="11781"/>
                    </a:lnTo>
                    <a:lnTo>
                      <a:pt x="8526" y="11781"/>
                    </a:lnTo>
                    <a:lnTo>
                      <a:pt x="8607" y="11857"/>
                    </a:lnTo>
                    <a:lnTo>
                      <a:pt x="8688" y="12008"/>
                    </a:lnTo>
                    <a:lnTo>
                      <a:pt x="8688" y="13669"/>
                    </a:lnTo>
                    <a:lnTo>
                      <a:pt x="8526" y="13896"/>
                    </a:lnTo>
                    <a:lnTo>
                      <a:pt x="8607" y="13896"/>
                    </a:lnTo>
                    <a:lnTo>
                      <a:pt x="8607" y="13972"/>
                    </a:lnTo>
                    <a:lnTo>
                      <a:pt x="8688" y="14047"/>
                    </a:lnTo>
                    <a:lnTo>
                      <a:pt x="8688" y="14349"/>
                    </a:lnTo>
                    <a:lnTo>
                      <a:pt x="8769" y="14500"/>
                    </a:lnTo>
                    <a:lnTo>
                      <a:pt x="8769" y="14953"/>
                    </a:lnTo>
                    <a:lnTo>
                      <a:pt x="8851" y="15406"/>
                    </a:lnTo>
                    <a:lnTo>
                      <a:pt x="8851" y="15709"/>
                    </a:lnTo>
                    <a:lnTo>
                      <a:pt x="8932" y="15709"/>
                    </a:lnTo>
                    <a:lnTo>
                      <a:pt x="8932" y="15784"/>
                    </a:lnTo>
                    <a:lnTo>
                      <a:pt x="9013" y="15860"/>
                    </a:lnTo>
                    <a:lnTo>
                      <a:pt x="9175" y="15860"/>
                    </a:lnTo>
                    <a:lnTo>
                      <a:pt x="9581" y="16011"/>
                    </a:lnTo>
                    <a:lnTo>
                      <a:pt x="9663" y="15935"/>
                    </a:lnTo>
                    <a:lnTo>
                      <a:pt x="9987" y="15935"/>
                    </a:lnTo>
                    <a:lnTo>
                      <a:pt x="10069" y="16011"/>
                    </a:lnTo>
                    <a:lnTo>
                      <a:pt x="10312" y="16464"/>
                    </a:lnTo>
                    <a:lnTo>
                      <a:pt x="10393" y="16690"/>
                    </a:lnTo>
                    <a:lnTo>
                      <a:pt x="10393" y="16917"/>
                    </a:lnTo>
                    <a:lnTo>
                      <a:pt x="10556" y="16993"/>
                    </a:lnTo>
                    <a:lnTo>
                      <a:pt x="10718" y="16993"/>
                    </a:lnTo>
                    <a:lnTo>
                      <a:pt x="10800" y="17068"/>
                    </a:lnTo>
                    <a:lnTo>
                      <a:pt x="10881" y="17068"/>
                    </a:lnTo>
                    <a:lnTo>
                      <a:pt x="10962" y="17144"/>
                    </a:lnTo>
                    <a:lnTo>
                      <a:pt x="10962" y="17597"/>
                    </a:lnTo>
                    <a:lnTo>
                      <a:pt x="10800" y="17823"/>
                    </a:lnTo>
                    <a:lnTo>
                      <a:pt x="10475" y="18125"/>
                    </a:lnTo>
                    <a:lnTo>
                      <a:pt x="10069" y="18427"/>
                    </a:lnTo>
                    <a:lnTo>
                      <a:pt x="9744" y="18654"/>
                    </a:lnTo>
                    <a:lnTo>
                      <a:pt x="9500" y="18881"/>
                    </a:lnTo>
                    <a:lnTo>
                      <a:pt x="9419" y="18881"/>
                    </a:lnTo>
                    <a:lnTo>
                      <a:pt x="9338" y="18956"/>
                    </a:lnTo>
                    <a:lnTo>
                      <a:pt x="9257" y="19107"/>
                    </a:lnTo>
                    <a:lnTo>
                      <a:pt x="8932" y="19409"/>
                    </a:lnTo>
                    <a:lnTo>
                      <a:pt x="8769" y="19711"/>
                    </a:lnTo>
                    <a:lnTo>
                      <a:pt x="8769" y="19787"/>
                    </a:lnTo>
                    <a:lnTo>
                      <a:pt x="8851" y="19787"/>
                    </a:lnTo>
                    <a:lnTo>
                      <a:pt x="8932" y="19711"/>
                    </a:lnTo>
                    <a:lnTo>
                      <a:pt x="9094" y="19787"/>
                    </a:lnTo>
                    <a:lnTo>
                      <a:pt x="9338" y="20013"/>
                    </a:lnTo>
                    <a:lnTo>
                      <a:pt x="9744" y="20316"/>
                    </a:lnTo>
                    <a:lnTo>
                      <a:pt x="9744" y="20391"/>
                    </a:lnTo>
                    <a:lnTo>
                      <a:pt x="9906" y="20391"/>
                    </a:lnTo>
                    <a:lnTo>
                      <a:pt x="10069" y="20467"/>
                    </a:lnTo>
                    <a:lnTo>
                      <a:pt x="10312" y="20542"/>
                    </a:lnTo>
                    <a:lnTo>
                      <a:pt x="10637" y="20693"/>
                    </a:lnTo>
                    <a:lnTo>
                      <a:pt x="10718" y="20844"/>
                    </a:lnTo>
                    <a:lnTo>
                      <a:pt x="11287" y="21448"/>
                    </a:lnTo>
                    <a:lnTo>
                      <a:pt x="11449" y="21600"/>
                    </a:lnTo>
                    <a:lnTo>
                      <a:pt x="11774" y="2122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6" name="AutoShape 110">
                <a:extLst>
                  <a:ext uri="{FF2B5EF4-FFF2-40B4-BE49-F238E27FC236}">
                    <a16:creationId xmlns:a16="http://schemas.microsoft.com/office/drawing/2014/main" id="{315D9D0A-21E0-F9CD-76CC-124EEAA73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07" y="628067"/>
                <a:ext cx="217660" cy="1001729"/>
              </a:xfrm>
              <a:custGeom>
                <a:avLst/>
                <a:gdLst>
                  <a:gd name="T0" fmla="*/ 108830 w 21600"/>
                  <a:gd name="T1" fmla="*/ 500865 h 21600"/>
                  <a:gd name="T2" fmla="*/ 108830 w 21600"/>
                  <a:gd name="T3" fmla="*/ 500865 h 21600"/>
                  <a:gd name="T4" fmla="*/ 108830 w 21600"/>
                  <a:gd name="T5" fmla="*/ 500865 h 21600"/>
                  <a:gd name="T6" fmla="*/ 108830 w 21600"/>
                  <a:gd name="T7" fmla="*/ 50086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21371"/>
                    </a:moveTo>
                    <a:lnTo>
                      <a:pt x="20736" y="21485"/>
                    </a:lnTo>
                    <a:lnTo>
                      <a:pt x="19584" y="21371"/>
                    </a:lnTo>
                    <a:lnTo>
                      <a:pt x="18720" y="21200"/>
                    </a:lnTo>
                    <a:lnTo>
                      <a:pt x="17568" y="21257"/>
                    </a:lnTo>
                    <a:lnTo>
                      <a:pt x="16128" y="21428"/>
                    </a:lnTo>
                    <a:lnTo>
                      <a:pt x="15264" y="21600"/>
                    </a:lnTo>
                    <a:lnTo>
                      <a:pt x="14688" y="21371"/>
                    </a:lnTo>
                    <a:lnTo>
                      <a:pt x="14976" y="21085"/>
                    </a:lnTo>
                    <a:lnTo>
                      <a:pt x="14688" y="20914"/>
                    </a:lnTo>
                    <a:lnTo>
                      <a:pt x="13248" y="21028"/>
                    </a:lnTo>
                    <a:lnTo>
                      <a:pt x="13248" y="21371"/>
                    </a:lnTo>
                    <a:lnTo>
                      <a:pt x="10944" y="21371"/>
                    </a:lnTo>
                    <a:lnTo>
                      <a:pt x="10080" y="20800"/>
                    </a:lnTo>
                    <a:lnTo>
                      <a:pt x="7776" y="20857"/>
                    </a:lnTo>
                    <a:lnTo>
                      <a:pt x="7776" y="20457"/>
                    </a:lnTo>
                    <a:lnTo>
                      <a:pt x="9504" y="20342"/>
                    </a:lnTo>
                    <a:lnTo>
                      <a:pt x="10368" y="19828"/>
                    </a:lnTo>
                    <a:lnTo>
                      <a:pt x="10368" y="19714"/>
                    </a:lnTo>
                    <a:lnTo>
                      <a:pt x="9504" y="19542"/>
                    </a:lnTo>
                    <a:lnTo>
                      <a:pt x="8928" y="19485"/>
                    </a:lnTo>
                    <a:lnTo>
                      <a:pt x="8064" y="19314"/>
                    </a:lnTo>
                    <a:lnTo>
                      <a:pt x="6624" y="19314"/>
                    </a:lnTo>
                    <a:lnTo>
                      <a:pt x="5471" y="19428"/>
                    </a:lnTo>
                    <a:lnTo>
                      <a:pt x="4896" y="19542"/>
                    </a:lnTo>
                    <a:lnTo>
                      <a:pt x="4896" y="19600"/>
                    </a:lnTo>
                    <a:lnTo>
                      <a:pt x="287" y="18685"/>
                    </a:lnTo>
                    <a:lnTo>
                      <a:pt x="0" y="18342"/>
                    </a:lnTo>
                    <a:lnTo>
                      <a:pt x="0" y="17142"/>
                    </a:lnTo>
                    <a:lnTo>
                      <a:pt x="575" y="16457"/>
                    </a:lnTo>
                    <a:lnTo>
                      <a:pt x="863" y="15828"/>
                    </a:lnTo>
                    <a:lnTo>
                      <a:pt x="1151" y="15428"/>
                    </a:lnTo>
                    <a:lnTo>
                      <a:pt x="1151" y="15257"/>
                    </a:lnTo>
                    <a:lnTo>
                      <a:pt x="3744" y="14571"/>
                    </a:lnTo>
                    <a:lnTo>
                      <a:pt x="4320" y="13828"/>
                    </a:lnTo>
                    <a:lnTo>
                      <a:pt x="4320" y="12914"/>
                    </a:lnTo>
                    <a:lnTo>
                      <a:pt x="2303" y="12342"/>
                    </a:lnTo>
                    <a:lnTo>
                      <a:pt x="4896" y="11828"/>
                    </a:lnTo>
                    <a:lnTo>
                      <a:pt x="5184" y="11371"/>
                    </a:lnTo>
                    <a:lnTo>
                      <a:pt x="4031" y="11371"/>
                    </a:lnTo>
                    <a:lnTo>
                      <a:pt x="4608" y="11085"/>
                    </a:lnTo>
                    <a:lnTo>
                      <a:pt x="5471" y="11085"/>
                    </a:lnTo>
                    <a:lnTo>
                      <a:pt x="6624" y="10971"/>
                    </a:lnTo>
                    <a:lnTo>
                      <a:pt x="6912" y="10514"/>
                    </a:lnTo>
                    <a:lnTo>
                      <a:pt x="6912" y="10228"/>
                    </a:lnTo>
                    <a:lnTo>
                      <a:pt x="7200" y="9942"/>
                    </a:lnTo>
                    <a:lnTo>
                      <a:pt x="7776" y="9485"/>
                    </a:lnTo>
                    <a:lnTo>
                      <a:pt x="6624" y="9600"/>
                    </a:lnTo>
                    <a:lnTo>
                      <a:pt x="6048" y="9828"/>
                    </a:lnTo>
                    <a:lnTo>
                      <a:pt x="5760" y="9885"/>
                    </a:lnTo>
                    <a:lnTo>
                      <a:pt x="5760" y="9942"/>
                    </a:lnTo>
                    <a:lnTo>
                      <a:pt x="5471" y="10057"/>
                    </a:lnTo>
                    <a:lnTo>
                      <a:pt x="5471" y="10514"/>
                    </a:lnTo>
                    <a:lnTo>
                      <a:pt x="4896" y="10742"/>
                    </a:lnTo>
                    <a:lnTo>
                      <a:pt x="4608" y="10800"/>
                    </a:lnTo>
                    <a:lnTo>
                      <a:pt x="4320" y="10800"/>
                    </a:lnTo>
                    <a:lnTo>
                      <a:pt x="4320" y="10857"/>
                    </a:lnTo>
                    <a:lnTo>
                      <a:pt x="4031" y="10057"/>
                    </a:lnTo>
                    <a:lnTo>
                      <a:pt x="5760" y="8971"/>
                    </a:lnTo>
                    <a:lnTo>
                      <a:pt x="6624" y="8057"/>
                    </a:lnTo>
                    <a:lnTo>
                      <a:pt x="7200" y="7428"/>
                    </a:lnTo>
                    <a:lnTo>
                      <a:pt x="7200" y="6514"/>
                    </a:lnTo>
                    <a:lnTo>
                      <a:pt x="8064" y="6114"/>
                    </a:lnTo>
                    <a:lnTo>
                      <a:pt x="8640" y="5714"/>
                    </a:lnTo>
                    <a:lnTo>
                      <a:pt x="9216" y="5428"/>
                    </a:lnTo>
                    <a:lnTo>
                      <a:pt x="9504" y="5314"/>
                    </a:lnTo>
                    <a:lnTo>
                      <a:pt x="9504" y="4685"/>
                    </a:lnTo>
                    <a:lnTo>
                      <a:pt x="9792" y="4571"/>
                    </a:lnTo>
                    <a:lnTo>
                      <a:pt x="9792" y="4285"/>
                    </a:lnTo>
                    <a:lnTo>
                      <a:pt x="10080" y="4171"/>
                    </a:lnTo>
                    <a:lnTo>
                      <a:pt x="10080" y="3314"/>
                    </a:lnTo>
                    <a:lnTo>
                      <a:pt x="9792" y="3142"/>
                    </a:lnTo>
                    <a:lnTo>
                      <a:pt x="10080" y="3028"/>
                    </a:lnTo>
                    <a:lnTo>
                      <a:pt x="10080" y="2857"/>
                    </a:lnTo>
                    <a:lnTo>
                      <a:pt x="10368" y="2742"/>
                    </a:lnTo>
                    <a:lnTo>
                      <a:pt x="10368" y="2514"/>
                    </a:lnTo>
                    <a:lnTo>
                      <a:pt x="10656" y="2114"/>
                    </a:lnTo>
                    <a:lnTo>
                      <a:pt x="10368" y="1599"/>
                    </a:lnTo>
                    <a:lnTo>
                      <a:pt x="9792" y="1028"/>
                    </a:lnTo>
                    <a:lnTo>
                      <a:pt x="9216" y="857"/>
                    </a:lnTo>
                    <a:lnTo>
                      <a:pt x="8640" y="628"/>
                    </a:lnTo>
                    <a:lnTo>
                      <a:pt x="7776" y="457"/>
                    </a:lnTo>
                    <a:lnTo>
                      <a:pt x="6912" y="342"/>
                    </a:lnTo>
                    <a:lnTo>
                      <a:pt x="6624" y="285"/>
                    </a:lnTo>
                    <a:lnTo>
                      <a:pt x="7200" y="228"/>
                    </a:lnTo>
                    <a:lnTo>
                      <a:pt x="7776" y="228"/>
                    </a:lnTo>
                    <a:lnTo>
                      <a:pt x="8640" y="171"/>
                    </a:lnTo>
                    <a:lnTo>
                      <a:pt x="9504" y="57"/>
                    </a:lnTo>
                    <a:lnTo>
                      <a:pt x="10368" y="0"/>
                    </a:lnTo>
                    <a:lnTo>
                      <a:pt x="10368" y="57"/>
                    </a:lnTo>
                    <a:lnTo>
                      <a:pt x="10656" y="228"/>
                    </a:lnTo>
                    <a:lnTo>
                      <a:pt x="11520" y="514"/>
                    </a:lnTo>
                    <a:lnTo>
                      <a:pt x="12960" y="971"/>
                    </a:lnTo>
                    <a:lnTo>
                      <a:pt x="14112" y="1314"/>
                    </a:lnTo>
                    <a:lnTo>
                      <a:pt x="14400" y="1314"/>
                    </a:lnTo>
                    <a:lnTo>
                      <a:pt x="14400" y="1371"/>
                    </a:lnTo>
                    <a:lnTo>
                      <a:pt x="14688" y="1485"/>
                    </a:lnTo>
                    <a:lnTo>
                      <a:pt x="14688" y="1714"/>
                    </a:lnTo>
                    <a:lnTo>
                      <a:pt x="15840" y="3028"/>
                    </a:lnTo>
                    <a:lnTo>
                      <a:pt x="16128" y="3028"/>
                    </a:lnTo>
                    <a:lnTo>
                      <a:pt x="16416" y="3085"/>
                    </a:lnTo>
                    <a:lnTo>
                      <a:pt x="16704" y="3085"/>
                    </a:lnTo>
                    <a:lnTo>
                      <a:pt x="16992" y="3028"/>
                    </a:lnTo>
                    <a:lnTo>
                      <a:pt x="16992" y="3542"/>
                    </a:lnTo>
                    <a:lnTo>
                      <a:pt x="16704" y="3542"/>
                    </a:lnTo>
                    <a:lnTo>
                      <a:pt x="15552" y="3771"/>
                    </a:lnTo>
                    <a:lnTo>
                      <a:pt x="15264" y="3942"/>
                    </a:lnTo>
                    <a:lnTo>
                      <a:pt x="14976" y="4171"/>
                    </a:lnTo>
                    <a:lnTo>
                      <a:pt x="14112" y="4514"/>
                    </a:lnTo>
                    <a:lnTo>
                      <a:pt x="13248" y="4799"/>
                    </a:lnTo>
                    <a:lnTo>
                      <a:pt x="12672" y="5085"/>
                    </a:lnTo>
                    <a:lnTo>
                      <a:pt x="12384" y="5314"/>
                    </a:lnTo>
                    <a:lnTo>
                      <a:pt x="12096" y="5485"/>
                    </a:lnTo>
                    <a:lnTo>
                      <a:pt x="12096" y="5714"/>
                    </a:lnTo>
                    <a:lnTo>
                      <a:pt x="11808" y="6114"/>
                    </a:lnTo>
                    <a:lnTo>
                      <a:pt x="12096" y="6628"/>
                    </a:lnTo>
                    <a:lnTo>
                      <a:pt x="11808" y="9200"/>
                    </a:lnTo>
                    <a:lnTo>
                      <a:pt x="11808" y="9257"/>
                    </a:lnTo>
                    <a:lnTo>
                      <a:pt x="10944" y="9428"/>
                    </a:lnTo>
                    <a:lnTo>
                      <a:pt x="10656" y="9542"/>
                    </a:lnTo>
                    <a:lnTo>
                      <a:pt x="10080" y="9657"/>
                    </a:lnTo>
                    <a:lnTo>
                      <a:pt x="9792" y="9828"/>
                    </a:lnTo>
                    <a:lnTo>
                      <a:pt x="9504" y="9942"/>
                    </a:lnTo>
                    <a:lnTo>
                      <a:pt x="9216" y="10000"/>
                    </a:lnTo>
                    <a:lnTo>
                      <a:pt x="8640" y="10514"/>
                    </a:lnTo>
                    <a:lnTo>
                      <a:pt x="8352" y="10571"/>
                    </a:lnTo>
                    <a:lnTo>
                      <a:pt x="8352" y="10628"/>
                    </a:lnTo>
                    <a:lnTo>
                      <a:pt x="8640" y="10857"/>
                    </a:lnTo>
                    <a:lnTo>
                      <a:pt x="8352" y="11142"/>
                    </a:lnTo>
                    <a:lnTo>
                      <a:pt x="8640" y="11371"/>
                    </a:lnTo>
                    <a:lnTo>
                      <a:pt x="8352" y="11714"/>
                    </a:lnTo>
                    <a:lnTo>
                      <a:pt x="7776" y="11771"/>
                    </a:lnTo>
                    <a:lnTo>
                      <a:pt x="7776" y="11999"/>
                    </a:lnTo>
                    <a:lnTo>
                      <a:pt x="8064" y="11999"/>
                    </a:lnTo>
                    <a:lnTo>
                      <a:pt x="8064" y="13199"/>
                    </a:lnTo>
                    <a:lnTo>
                      <a:pt x="7776" y="13314"/>
                    </a:lnTo>
                    <a:lnTo>
                      <a:pt x="7776" y="13485"/>
                    </a:lnTo>
                    <a:lnTo>
                      <a:pt x="8064" y="13542"/>
                    </a:lnTo>
                    <a:lnTo>
                      <a:pt x="8064" y="13599"/>
                    </a:lnTo>
                    <a:lnTo>
                      <a:pt x="8352" y="13657"/>
                    </a:lnTo>
                    <a:lnTo>
                      <a:pt x="8352" y="14514"/>
                    </a:lnTo>
                    <a:lnTo>
                      <a:pt x="8064" y="14742"/>
                    </a:lnTo>
                    <a:lnTo>
                      <a:pt x="8064" y="14799"/>
                    </a:lnTo>
                    <a:lnTo>
                      <a:pt x="7488" y="14857"/>
                    </a:lnTo>
                    <a:lnTo>
                      <a:pt x="6048" y="15142"/>
                    </a:lnTo>
                    <a:lnTo>
                      <a:pt x="5760" y="15257"/>
                    </a:lnTo>
                    <a:lnTo>
                      <a:pt x="5471" y="15428"/>
                    </a:lnTo>
                    <a:lnTo>
                      <a:pt x="5471" y="17657"/>
                    </a:lnTo>
                    <a:lnTo>
                      <a:pt x="5184" y="17714"/>
                    </a:lnTo>
                    <a:lnTo>
                      <a:pt x="5184" y="17828"/>
                    </a:lnTo>
                    <a:lnTo>
                      <a:pt x="5471" y="18000"/>
                    </a:lnTo>
                    <a:lnTo>
                      <a:pt x="5471" y="18342"/>
                    </a:lnTo>
                    <a:lnTo>
                      <a:pt x="7200" y="18742"/>
                    </a:lnTo>
                    <a:lnTo>
                      <a:pt x="12960" y="18742"/>
                    </a:lnTo>
                    <a:lnTo>
                      <a:pt x="12960" y="19085"/>
                    </a:lnTo>
                    <a:lnTo>
                      <a:pt x="13248" y="19314"/>
                    </a:lnTo>
                    <a:lnTo>
                      <a:pt x="13248" y="20000"/>
                    </a:lnTo>
                    <a:lnTo>
                      <a:pt x="13824" y="20742"/>
                    </a:lnTo>
                    <a:lnTo>
                      <a:pt x="19584" y="20800"/>
                    </a:lnTo>
                    <a:lnTo>
                      <a:pt x="21600" y="213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7" name="AutoShape 111">
                <a:extLst>
                  <a:ext uri="{FF2B5EF4-FFF2-40B4-BE49-F238E27FC236}">
                    <a16:creationId xmlns:a16="http://schemas.microsoft.com/office/drawing/2014/main" id="{7AA90E74-8F17-3CBC-70E6-C5123F62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9317" y="694319"/>
                <a:ext cx="159618" cy="166956"/>
              </a:xfrm>
              <a:custGeom>
                <a:avLst/>
                <a:gdLst>
                  <a:gd name="T0" fmla="*/ 79809 w 21600"/>
                  <a:gd name="T1" fmla="*/ 83478 h 21600"/>
                  <a:gd name="T2" fmla="*/ 79809 w 21600"/>
                  <a:gd name="T3" fmla="*/ 83478 h 21600"/>
                  <a:gd name="T4" fmla="*/ 79809 w 21600"/>
                  <a:gd name="T5" fmla="*/ 83478 h 21600"/>
                  <a:gd name="T6" fmla="*/ 79809 w 21600"/>
                  <a:gd name="T7" fmla="*/ 834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207" y="16457"/>
                    </a:moveTo>
                    <a:lnTo>
                      <a:pt x="21600" y="16114"/>
                    </a:lnTo>
                    <a:lnTo>
                      <a:pt x="21207" y="15428"/>
                    </a:lnTo>
                    <a:lnTo>
                      <a:pt x="21207" y="14400"/>
                    </a:lnTo>
                    <a:lnTo>
                      <a:pt x="20029" y="12342"/>
                    </a:lnTo>
                    <a:lnTo>
                      <a:pt x="19636" y="12000"/>
                    </a:lnTo>
                    <a:lnTo>
                      <a:pt x="17672" y="12000"/>
                    </a:lnTo>
                    <a:lnTo>
                      <a:pt x="17672" y="12342"/>
                    </a:lnTo>
                    <a:lnTo>
                      <a:pt x="15316" y="11657"/>
                    </a:lnTo>
                    <a:lnTo>
                      <a:pt x="14923" y="11657"/>
                    </a:lnTo>
                    <a:lnTo>
                      <a:pt x="14138" y="10971"/>
                    </a:lnTo>
                    <a:lnTo>
                      <a:pt x="14138" y="9257"/>
                    </a:lnTo>
                    <a:lnTo>
                      <a:pt x="13745" y="7200"/>
                    </a:lnTo>
                    <a:lnTo>
                      <a:pt x="13352" y="5485"/>
                    </a:lnTo>
                    <a:lnTo>
                      <a:pt x="13352" y="3085"/>
                    </a:lnTo>
                    <a:lnTo>
                      <a:pt x="12960" y="3085"/>
                    </a:lnTo>
                    <a:lnTo>
                      <a:pt x="10996" y="1371"/>
                    </a:lnTo>
                    <a:lnTo>
                      <a:pt x="10210" y="1028"/>
                    </a:lnTo>
                    <a:lnTo>
                      <a:pt x="9032" y="342"/>
                    </a:lnTo>
                    <a:lnTo>
                      <a:pt x="8247" y="342"/>
                    </a:lnTo>
                    <a:lnTo>
                      <a:pt x="7069" y="0"/>
                    </a:lnTo>
                    <a:lnTo>
                      <a:pt x="6676" y="342"/>
                    </a:lnTo>
                    <a:lnTo>
                      <a:pt x="5890" y="685"/>
                    </a:lnTo>
                    <a:lnTo>
                      <a:pt x="4712" y="1028"/>
                    </a:lnTo>
                    <a:lnTo>
                      <a:pt x="3534" y="1714"/>
                    </a:lnTo>
                    <a:lnTo>
                      <a:pt x="2356" y="2742"/>
                    </a:lnTo>
                    <a:lnTo>
                      <a:pt x="1570" y="4114"/>
                    </a:lnTo>
                    <a:lnTo>
                      <a:pt x="1178" y="4114"/>
                    </a:lnTo>
                    <a:lnTo>
                      <a:pt x="1178" y="4800"/>
                    </a:lnTo>
                    <a:lnTo>
                      <a:pt x="785" y="5485"/>
                    </a:lnTo>
                    <a:lnTo>
                      <a:pt x="392" y="6514"/>
                    </a:lnTo>
                    <a:lnTo>
                      <a:pt x="0" y="7885"/>
                    </a:lnTo>
                    <a:lnTo>
                      <a:pt x="0" y="9257"/>
                    </a:lnTo>
                    <a:lnTo>
                      <a:pt x="392" y="9600"/>
                    </a:lnTo>
                    <a:lnTo>
                      <a:pt x="1963" y="10285"/>
                    </a:lnTo>
                    <a:lnTo>
                      <a:pt x="5105" y="11314"/>
                    </a:lnTo>
                    <a:lnTo>
                      <a:pt x="6283" y="12342"/>
                    </a:lnTo>
                    <a:lnTo>
                      <a:pt x="12960" y="15428"/>
                    </a:lnTo>
                    <a:lnTo>
                      <a:pt x="9818" y="21599"/>
                    </a:lnTo>
                    <a:lnTo>
                      <a:pt x="20029" y="21599"/>
                    </a:lnTo>
                    <a:lnTo>
                      <a:pt x="20029" y="20571"/>
                    </a:lnTo>
                    <a:lnTo>
                      <a:pt x="20814" y="19200"/>
                    </a:lnTo>
                    <a:lnTo>
                      <a:pt x="20814" y="17828"/>
                    </a:lnTo>
                    <a:lnTo>
                      <a:pt x="21207" y="16800"/>
                    </a:lnTo>
                    <a:lnTo>
                      <a:pt x="21207" y="1645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8" name="AutoShape 112">
                <a:extLst>
                  <a:ext uri="{FF2B5EF4-FFF2-40B4-BE49-F238E27FC236}">
                    <a16:creationId xmlns:a16="http://schemas.microsoft.com/office/drawing/2014/main" id="{1029DDCF-12A4-726A-DAFF-B839719EE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63" y="63601"/>
                <a:ext cx="75192" cy="92754"/>
              </a:xfrm>
              <a:custGeom>
                <a:avLst/>
                <a:gdLst>
                  <a:gd name="T0" fmla="*/ 37596 w 21600"/>
                  <a:gd name="T1" fmla="*/ 46377 h 21600"/>
                  <a:gd name="T2" fmla="*/ 37596 w 21600"/>
                  <a:gd name="T3" fmla="*/ 46377 h 21600"/>
                  <a:gd name="T4" fmla="*/ 37596 w 21600"/>
                  <a:gd name="T5" fmla="*/ 46377 h 21600"/>
                  <a:gd name="T6" fmla="*/ 37596 w 21600"/>
                  <a:gd name="T7" fmla="*/ 463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600"/>
                    </a:moveTo>
                    <a:lnTo>
                      <a:pt x="20769" y="19748"/>
                    </a:lnTo>
                    <a:lnTo>
                      <a:pt x="18276" y="17897"/>
                    </a:lnTo>
                    <a:lnTo>
                      <a:pt x="18276" y="15428"/>
                    </a:lnTo>
                    <a:lnTo>
                      <a:pt x="19938" y="12960"/>
                    </a:lnTo>
                    <a:lnTo>
                      <a:pt x="19938" y="8022"/>
                    </a:lnTo>
                    <a:lnTo>
                      <a:pt x="20769" y="6171"/>
                    </a:lnTo>
                    <a:lnTo>
                      <a:pt x="20769" y="4319"/>
                    </a:lnTo>
                    <a:lnTo>
                      <a:pt x="21599" y="3085"/>
                    </a:lnTo>
                    <a:lnTo>
                      <a:pt x="21599" y="0"/>
                    </a:lnTo>
                    <a:lnTo>
                      <a:pt x="17446" y="0"/>
                    </a:lnTo>
                    <a:lnTo>
                      <a:pt x="16615" y="617"/>
                    </a:lnTo>
                    <a:lnTo>
                      <a:pt x="15784" y="0"/>
                    </a:lnTo>
                    <a:lnTo>
                      <a:pt x="14953" y="0"/>
                    </a:lnTo>
                    <a:lnTo>
                      <a:pt x="13292" y="1234"/>
                    </a:lnTo>
                    <a:lnTo>
                      <a:pt x="12461" y="3085"/>
                    </a:lnTo>
                    <a:lnTo>
                      <a:pt x="11630" y="4319"/>
                    </a:lnTo>
                    <a:lnTo>
                      <a:pt x="10800" y="4937"/>
                    </a:lnTo>
                    <a:lnTo>
                      <a:pt x="9969" y="6171"/>
                    </a:lnTo>
                    <a:lnTo>
                      <a:pt x="8307" y="6788"/>
                    </a:lnTo>
                    <a:lnTo>
                      <a:pt x="7476" y="6788"/>
                    </a:lnTo>
                    <a:lnTo>
                      <a:pt x="5815" y="8022"/>
                    </a:lnTo>
                    <a:lnTo>
                      <a:pt x="5815" y="9874"/>
                    </a:lnTo>
                    <a:lnTo>
                      <a:pt x="4153" y="11108"/>
                    </a:lnTo>
                    <a:lnTo>
                      <a:pt x="3323" y="11108"/>
                    </a:lnTo>
                    <a:lnTo>
                      <a:pt x="3323" y="11725"/>
                    </a:lnTo>
                    <a:lnTo>
                      <a:pt x="2492" y="12342"/>
                    </a:lnTo>
                    <a:lnTo>
                      <a:pt x="2492" y="12960"/>
                    </a:lnTo>
                    <a:lnTo>
                      <a:pt x="1661" y="13577"/>
                    </a:lnTo>
                    <a:lnTo>
                      <a:pt x="830" y="13577"/>
                    </a:lnTo>
                    <a:lnTo>
                      <a:pt x="0" y="12960"/>
                    </a:lnTo>
                    <a:lnTo>
                      <a:pt x="0" y="13577"/>
                    </a:lnTo>
                    <a:lnTo>
                      <a:pt x="3323" y="16045"/>
                    </a:lnTo>
                    <a:lnTo>
                      <a:pt x="5815" y="19748"/>
                    </a:lnTo>
                    <a:lnTo>
                      <a:pt x="6646" y="19748"/>
                    </a:lnTo>
                    <a:lnTo>
                      <a:pt x="7476" y="19131"/>
                    </a:lnTo>
                    <a:lnTo>
                      <a:pt x="8307" y="19131"/>
                    </a:lnTo>
                    <a:lnTo>
                      <a:pt x="9969" y="19748"/>
                    </a:lnTo>
                    <a:lnTo>
                      <a:pt x="10800" y="20365"/>
                    </a:lnTo>
                    <a:lnTo>
                      <a:pt x="17446" y="20365"/>
                    </a:lnTo>
                    <a:lnTo>
                      <a:pt x="18276" y="20982"/>
                    </a:lnTo>
                    <a:lnTo>
                      <a:pt x="19938" y="20982"/>
                    </a:lnTo>
                    <a:lnTo>
                      <a:pt x="19938" y="21600"/>
                    </a:lnTo>
                    <a:lnTo>
                      <a:pt x="21599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39" name="AutoShape 113">
                <a:extLst>
                  <a:ext uri="{FF2B5EF4-FFF2-40B4-BE49-F238E27FC236}">
                    <a16:creationId xmlns:a16="http://schemas.microsoft.com/office/drawing/2014/main" id="{631C8961-724F-1693-350E-C68D1D3BE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" y="0"/>
                <a:ext cx="87065" cy="98053"/>
              </a:xfrm>
              <a:custGeom>
                <a:avLst/>
                <a:gdLst>
                  <a:gd name="T0" fmla="*/ 43532 w 21600"/>
                  <a:gd name="T1" fmla="*/ 49027 h 21600"/>
                  <a:gd name="T2" fmla="*/ 43532 w 21600"/>
                  <a:gd name="T3" fmla="*/ 49027 h 21600"/>
                  <a:gd name="T4" fmla="*/ 43532 w 21600"/>
                  <a:gd name="T5" fmla="*/ 49027 h 21600"/>
                  <a:gd name="T6" fmla="*/ 43532 w 21600"/>
                  <a:gd name="T7" fmla="*/ 490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11675"/>
                    </a:moveTo>
                    <a:lnTo>
                      <a:pt x="20879" y="12259"/>
                    </a:lnTo>
                    <a:lnTo>
                      <a:pt x="20159" y="13427"/>
                    </a:lnTo>
                    <a:lnTo>
                      <a:pt x="19439" y="14010"/>
                    </a:lnTo>
                    <a:lnTo>
                      <a:pt x="16559" y="15178"/>
                    </a:lnTo>
                    <a:lnTo>
                      <a:pt x="15839" y="15178"/>
                    </a:lnTo>
                    <a:lnTo>
                      <a:pt x="15119" y="15762"/>
                    </a:lnTo>
                    <a:lnTo>
                      <a:pt x="14399" y="16929"/>
                    </a:lnTo>
                    <a:lnTo>
                      <a:pt x="12959" y="18097"/>
                    </a:lnTo>
                    <a:lnTo>
                      <a:pt x="11519" y="18097"/>
                    </a:lnTo>
                    <a:lnTo>
                      <a:pt x="10800" y="18681"/>
                    </a:lnTo>
                    <a:lnTo>
                      <a:pt x="9360" y="19264"/>
                    </a:lnTo>
                    <a:lnTo>
                      <a:pt x="8639" y="19848"/>
                    </a:lnTo>
                    <a:lnTo>
                      <a:pt x="5759" y="21600"/>
                    </a:lnTo>
                    <a:lnTo>
                      <a:pt x="3600" y="20432"/>
                    </a:lnTo>
                    <a:lnTo>
                      <a:pt x="2160" y="19264"/>
                    </a:lnTo>
                    <a:lnTo>
                      <a:pt x="0" y="15762"/>
                    </a:lnTo>
                    <a:lnTo>
                      <a:pt x="720" y="15762"/>
                    </a:lnTo>
                    <a:lnTo>
                      <a:pt x="720" y="14594"/>
                    </a:lnTo>
                    <a:lnTo>
                      <a:pt x="1440" y="14010"/>
                    </a:lnTo>
                    <a:lnTo>
                      <a:pt x="2160" y="12843"/>
                    </a:lnTo>
                    <a:lnTo>
                      <a:pt x="2880" y="12259"/>
                    </a:lnTo>
                    <a:lnTo>
                      <a:pt x="2880" y="10508"/>
                    </a:lnTo>
                    <a:lnTo>
                      <a:pt x="2160" y="9924"/>
                    </a:lnTo>
                    <a:lnTo>
                      <a:pt x="2160" y="8172"/>
                    </a:lnTo>
                    <a:lnTo>
                      <a:pt x="11519" y="8172"/>
                    </a:lnTo>
                    <a:lnTo>
                      <a:pt x="11519" y="5254"/>
                    </a:lnTo>
                    <a:lnTo>
                      <a:pt x="7919" y="2335"/>
                    </a:lnTo>
                    <a:lnTo>
                      <a:pt x="9360" y="2335"/>
                    </a:lnTo>
                    <a:lnTo>
                      <a:pt x="9360" y="0"/>
                    </a:lnTo>
                    <a:lnTo>
                      <a:pt x="16559" y="0"/>
                    </a:lnTo>
                    <a:lnTo>
                      <a:pt x="16559" y="9340"/>
                    </a:lnTo>
                    <a:lnTo>
                      <a:pt x="19439" y="9340"/>
                    </a:lnTo>
                    <a:lnTo>
                      <a:pt x="19439" y="10508"/>
                    </a:lnTo>
                    <a:lnTo>
                      <a:pt x="20159" y="11091"/>
                    </a:lnTo>
                    <a:lnTo>
                      <a:pt x="21599" y="1167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40" name="AutoShape 114">
                <a:extLst>
                  <a:ext uri="{FF2B5EF4-FFF2-40B4-BE49-F238E27FC236}">
                    <a16:creationId xmlns:a16="http://schemas.microsoft.com/office/drawing/2014/main" id="{AB4F6241-8337-F01D-3462-AE497EE76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850" y="148404"/>
                <a:ext cx="69916" cy="53002"/>
              </a:xfrm>
              <a:custGeom>
                <a:avLst/>
                <a:gdLst>
                  <a:gd name="T0" fmla="*/ 34958 w 21600"/>
                  <a:gd name="T1" fmla="*/ 26501 h 21600"/>
                  <a:gd name="T2" fmla="*/ 34958 w 21600"/>
                  <a:gd name="T3" fmla="*/ 26501 h 21600"/>
                  <a:gd name="T4" fmla="*/ 34958 w 21600"/>
                  <a:gd name="T5" fmla="*/ 26501 h 21600"/>
                  <a:gd name="T6" fmla="*/ 34958 w 21600"/>
                  <a:gd name="T7" fmla="*/ 265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8639"/>
                    </a:moveTo>
                    <a:lnTo>
                      <a:pt x="20700" y="7559"/>
                    </a:lnTo>
                    <a:lnTo>
                      <a:pt x="19799" y="7559"/>
                    </a:lnTo>
                    <a:lnTo>
                      <a:pt x="18000" y="5399"/>
                    </a:lnTo>
                    <a:lnTo>
                      <a:pt x="18000" y="4319"/>
                    </a:lnTo>
                    <a:lnTo>
                      <a:pt x="17099" y="3239"/>
                    </a:lnTo>
                    <a:lnTo>
                      <a:pt x="15300" y="3239"/>
                    </a:lnTo>
                    <a:lnTo>
                      <a:pt x="13500" y="2159"/>
                    </a:lnTo>
                    <a:lnTo>
                      <a:pt x="12599" y="2159"/>
                    </a:lnTo>
                    <a:lnTo>
                      <a:pt x="11699" y="1079"/>
                    </a:lnTo>
                    <a:lnTo>
                      <a:pt x="5400" y="1079"/>
                    </a:lnTo>
                    <a:lnTo>
                      <a:pt x="4500" y="0"/>
                    </a:lnTo>
                    <a:lnTo>
                      <a:pt x="0" y="0"/>
                    </a:lnTo>
                    <a:lnTo>
                      <a:pt x="900" y="1079"/>
                    </a:lnTo>
                    <a:lnTo>
                      <a:pt x="900" y="8639"/>
                    </a:lnTo>
                    <a:lnTo>
                      <a:pt x="1800" y="10800"/>
                    </a:lnTo>
                    <a:lnTo>
                      <a:pt x="3600" y="12959"/>
                    </a:lnTo>
                    <a:lnTo>
                      <a:pt x="4500" y="11880"/>
                    </a:lnTo>
                    <a:lnTo>
                      <a:pt x="3600" y="10800"/>
                    </a:lnTo>
                    <a:lnTo>
                      <a:pt x="3600" y="9719"/>
                    </a:lnTo>
                    <a:lnTo>
                      <a:pt x="2700" y="9719"/>
                    </a:lnTo>
                    <a:lnTo>
                      <a:pt x="3600" y="8639"/>
                    </a:lnTo>
                    <a:lnTo>
                      <a:pt x="4500" y="9719"/>
                    </a:lnTo>
                    <a:lnTo>
                      <a:pt x="6300" y="10800"/>
                    </a:lnTo>
                    <a:lnTo>
                      <a:pt x="10800" y="16200"/>
                    </a:lnTo>
                    <a:lnTo>
                      <a:pt x="9900" y="16200"/>
                    </a:lnTo>
                    <a:lnTo>
                      <a:pt x="9900" y="18359"/>
                    </a:lnTo>
                    <a:lnTo>
                      <a:pt x="10800" y="19439"/>
                    </a:lnTo>
                    <a:lnTo>
                      <a:pt x="11699" y="19439"/>
                    </a:lnTo>
                    <a:lnTo>
                      <a:pt x="11699" y="18359"/>
                    </a:lnTo>
                    <a:lnTo>
                      <a:pt x="12599" y="18359"/>
                    </a:lnTo>
                    <a:lnTo>
                      <a:pt x="12599" y="19439"/>
                    </a:lnTo>
                    <a:lnTo>
                      <a:pt x="14400" y="21600"/>
                    </a:lnTo>
                    <a:lnTo>
                      <a:pt x="15300" y="20520"/>
                    </a:lnTo>
                    <a:lnTo>
                      <a:pt x="16200" y="20520"/>
                    </a:lnTo>
                    <a:lnTo>
                      <a:pt x="17099" y="19439"/>
                    </a:lnTo>
                    <a:lnTo>
                      <a:pt x="18000" y="17279"/>
                    </a:lnTo>
                    <a:lnTo>
                      <a:pt x="18000" y="15119"/>
                    </a:lnTo>
                    <a:lnTo>
                      <a:pt x="18900" y="12959"/>
                    </a:lnTo>
                    <a:lnTo>
                      <a:pt x="19799" y="11880"/>
                    </a:lnTo>
                    <a:lnTo>
                      <a:pt x="21599" y="863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41" name="AutoShape 115">
                <a:extLst>
                  <a:ext uri="{FF2B5EF4-FFF2-40B4-BE49-F238E27FC236}">
                    <a16:creationId xmlns:a16="http://schemas.microsoft.com/office/drawing/2014/main" id="{70D3C53C-2190-48A5-E467-CC4E7C73F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78" y="172254"/>
                <a:ext cx="118724" cy="39752"/>
              </a:xfrm>
              <a:custGeom>
                <a:avLst/>
                <a:gdLst>
                  <a:gd name="T0" fmla="*/ 59362 w 21600"/>
                  <a:gd name="T1" fmla="*/ 19876 h 21600"/>
                  <a:gd name="T2" fmla="*/ 59362 w 21600"/>
                  <a:gd name="T3" fmla="*/ 19876 h 21600"/>
                  <a:gd name="T4" fmla="*/ 59362 w 21600"/>
                  <a:gd name="T5" fmla="*/ 19876 h 21600"/>
                  <a:gd name="T6" fmla="*/ 59362 w 21600"/>
                  <a:gd name="T7" fmla="*/ 1987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214" y="0"/>
                    </a:moveTo>
                    <a:lnTo>
                      <a:pt x="3160" y="4319"/>
                    </a:lnTo>
                    <a:lnTo>
                      <a:pt x="2107" y="7200"/>
                    </a:lnTo>
                    <a:lnTo>
                      <a:pt x="1053" y="12960"/>
                    </a:lnTo>
                    <a:lnTo>
                      <a:pt x="526" y="14400"/>
                    </a:lnTo>
                    <a:lnTo>
                      <a:pt x="0" y="14400"/>
                    </a:lnTo>
                    <a:lnTo>
                      <a:pt x="1580" y="15840"/>
                    </a:lnTo>
                    <a:lnTo>
                      <a:pt x="2107" y="15840"/>
                    </a:lnTo>
                    <a:lnTo>
                      <a:pt x="2634" y="14400"/>
                    </a:lnTo>
                    <a:lnTo>
                      <a:pt x="4214" y="14400"/>
                    </a:lnTo>
                    <a:lnTo>
                      <a:pt x="5795" y="12960"/>
                    </a:lnTo>
                    <a:lnTo>
                      <a:pt x="9482" y="12960"/>
                    </a:lnTo>
                    <a:lnTo>
                      <a:pt x="10536" y="14400"/>
                    </a:lnTo>
                    <a:lnTo>
                      <a:pt x="13170" y="21600"/>
                    </a:lnTo>
                    <a:lnTo>
                      <a:pt x="13170" y="20160"/>
                    </a:lnTo>
                    <a:lnTo>
                      <a:pt x="14751" y="20160"/>
                    </a:lnTo>
                    <a:lnTo>
                      <a:pt x="14751" y="18720"/>
                    </a:lnTo>
                    <a:lnTo>
                      <a:pt x="13697" y="15840"/>
                    </a:lnTo>
                    <a:lnTo>
                      <a:pt x="14224" y="14400"/>
                    </a:lnTo>
                    <a:lnTo>
                      <a:pt x="15278" y="12960"/>
                    </a:lnTo>
                    <a:lnTo>
                      <a:pt x="15804" y="12960"/>
                    </a:lnTo>
                    <a:lnTo>
                      <a:pt x="16331" y="11520"/>
                    </a:lnTo>
                    <a:lnTo>
                      <a:pt x="16331" y="10080"/>
                    </a:lnTo>
                    <a:lnTo>
                      <a:pt x="16858" y="10080"/>
                    </a:lnTo>
                    <a:lnTo>
                      <a:pt x="16858" y="8639"/>
                    </a:lnTo>
                    <a:lnTo>
                      <a:pt x="17912" y="8639"/>
                    </a:lnTo>
                    <a:lnTo>
                      <a:pt x="18439" y="7200"/>
                    </a:lnTo>
                    <a:lnTo>
                      <a:pt x="18965" y="8639"/>
                    </a:lnTo>
                    <a:lnTo>
                      <a:pt x="20019" y="10080"/>
                    </a:lnTo>
                    <a:lnTo>
                      <a:pt x="21073" y="12960"/>
                    </a:lnTo>
                    <a:lnTo>
                      <a:pt x="21600" y="10080"/>
                    </a:lnTo>
                    <a:lnTo>
                      <a:pt x="21073" y="8639"/>
                    </a:lnTo>
                    <a:lnTo>
                      <a:pt x="21073" y="7200"/>
                    </a:lnTo>
                    <a:lnTo>
                      <a:pt x="21600" y="5760"/>
                    </a:lnTo>
                    <a:lnTo>
                      <a:pt x="19492" y="2880"/>
                    </a:lnTo>
                    <a:lnTo>
                      <a:pt x="16331" y="2880"/>
                    </a:lnTo>
                    <a:lnTo>
                      <a:pt x="13170" y="5760"/>
                    </a:lnTo>
                    <a:lnTo>
                      <a:pt x="12117" y="5760"/>
                    </a:lnTo>
                    <a:lnTo>
                      <a:pt x="11590" y="7200"/>
                    </a:lnTo>
                    <a:lnTo>
                      <a:pt x="10536" y="7200"/>
                    </a:lnTo>
                    <a:lnTo>
                      <a:pt x="9482" y="5760"/>
                    </a:lnTo>
                    <a:lnTo>
                      <a:pt x="8429" y="5760"/>
                    </a:lnTo>
                    <a:lnTo>
                      <a:pt x="8429" y="4319"/>
                    </a:lnTo>
                    <a:lnTo>
                      <a:pt x="7902" y="4319"/>
                    </a:lnTo>
                    <a:lnTo>
                      <a:pt x="6848" y="2880"/>
                    </a:lnTo>
                    <a:lnTo>
                      <a:pt x="4214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42" name="AutoShape 116">
                <a:extLst>
                  <a:ext uri="{FF2B5EF4-FFF2-40B4-BE49-F238E27FC236}">
                    <a16:creationId xmlns:a16="http://schemas.microsoft.com/office/drawing/2014/main" id="{EDFD5F0A-6F3E-7055-5885-6008B1582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1" y="53001"/>
                <a:ext cx="118724" cy="60953"/>
              </a:xfrm>
              <a:custGeom>
                <a:avLst/>
                <a:gdLst>
                  <a:gd name="T0" fmla="*/ 59362 w 21600"/>
                  <a:gd name="T1" fmla="*/ 30477 h 21600"/>
                  <a:gd name="T2" fmla="*/ 59362 w 21600"/>
                  <a:gd name="T3" fmla="*/ 30477 h 21600"/>
                  <a:gd name="T4" fmla="*/ 59362 w 21600"/>
                  <a:gd name="T5" fmla="*/ 30477 h 21600"/>
                  <a:gd name="T6" fmla="*/ 59362 w 21600"/>
                  <a:gd name="T7" fmla="*/ 304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3756"/>
                    </a:moveTo>
                    <a:lnTo>
                      <a:pt x="18965" y="3756"/>
                    </a:lnTo>
                    <a:lnTo>
                      <a:pt x="18439" y="4695"/>
                    </a:lnTo>
                    <a:lnTo>
                      <a:pt x="17912" y="3756"/>
                    </a:lnTo>
                    <a:lnTo>
                      <a:pt x="17385" y="3756"/>
                    </a:lnTo>
                    <a:lnTo>
                      <a:pt x="16331" y="5634"/>
                    </a:lnTo>
                    <a:lnTo>
                      <a:pt x="15804" y="8452"/>
                    </a:lnTo>
                    <a:lnTo>
                      <a:pt x="15278" y="10330"/>
                    </a:lnTo>
                    <a:lnTo>
                      <a:pt x="14751" y="11269"/>
                    </a:lnTo>
                    <a:lnTo>
                      <a:pt x="14224" y="13147"/>
                    </a:lnTo>
                    <a:lnTo>
                      <a:pt x="13170" y="14086"/>
                    </a:lnTo>
                    <a:lnTo>
                      <a:pt x="12643" y="14086"/>
                    </a:lnTo>
                    <a:lnTo>
                      <a:pt x="11590" y="15965"/>
                    </a:lnTo>
                    <a:lnTo>
                      <a:pt x="11590" y="18782"/>
                    </a:lnTo>
                    <a:lnTo>
                      <a:pt x="10536" y="20660"/>
                    </a:lnTo>
                    <a:lnTo>
                      <a:pt x="10009" y="20660"/>
                    </a:lnTo>
                    <a:lnTo>
                      <a:pt x="10009" y="21600"/>
                    </a:lnTo>
                    <a:lnTo>
                      <a:pt x="9482" y="21600"/>
                    </a:lnTo>
                    <a:lnTo>
                      <a:pt x="8956" y="20660"/>
                    </a:lnTo>
                    <a:lnTo>
                      <a:pt x="8956" y="19721"/>
                    </a:lnTo>
                    <a:lnTo>
                      <a:pt x="8429" y="19721"/>
                    </a:lnTo>
                    <a:lnTo>
                      <a:pt x="8429" y="20660"/>
                    </a:lnTo>
                    <a:lnTo>
                      <a:pt x="7902" y="20660"/>
                    </a:lnTo>
                    <a:lnTo>
                      <a:pt x="7902" y="15965"/>
                    </a:lnTo>
                    <a:lnTo>
                      <a:pt x="7375" y="15026"/>
                    </a:lnTo>
                    <a:lnTo>
                      <a:pt x="6848" y="15026"/>
                    </a:lnTo>
                    <a:lnTo>
                      <a:pt x="6321" y="14086"/>
                    </a:lnTo>
                    <a:lnTo>
                      <a:pt x="4741" y="14086"/>
                    </a:lnTo>
                    <a:lnTo>
                      <a:pt x="4214" y="15026"/>
                    </a:lnTo>
                    <a:lnTo>
                      <a:pt x="3687" y="15026"/>
                    </a:lnTo>
                    <a:lnTo>
                      <a:pt x="3160" y="14086"/>
                    </a:lnTo>
                    <a:lnTo>
                      <a:pt x="3160" y="13147"/>
                    </a:lnTo>
                    <a:lnTo>
                      <a:pt x="2634" y="13147"/>
                    </a:lnTo>
                    <a:lnTo>
                      <a:pt x="1580" y="11269"/>
                    </a:lnTo>
                    <a:lnTo>
                      <a:pt x="0" y="11269"/>
                    </a:lnTo>
                    <a:lnTo>
                      <a:pt x="526" y="10330"/>
                    </a:lnTo>
                    <a:lnTo>
                      <a:pt x="1580" y="10330"/>
                    </a:lnTo>
                    <a:lnTo>
                      <a:pt x="2634" y="8452"/>
                    </a:lnTo>
                    <a:lnTo>
                      <a:pt x="3160" y="6573"/>
                    </a:lnTo>
                    <a:lnTo>
                      <a:pt x="3687" y="5634"/>
                    </a:lnTo>
                    <a:lnTo>
                      <a:pt x="4214" y="5634"/>
                    </a:lnTo>
                    <a:lnTo>
                      <a:pt x="6321" y="3756"/>
                    </a:lnTo>
                    <a:lnTo>
                      <a:pt x="6848" y="1878"/>
                    </a:lnTo>
                    <a:lnTo>
                      <a:pt x="7902" y="0"/>
                    </a:lnTo>
                    <a:lnTo>
                      <a:pt x="16858" y="0"/>
                    </a:lnTo>
                    <a:lnTo>
                      <a:pt x="18439" y="939"/>
                    </a:lnTo>
                    <a:lnTo>
                      <a:pt x="21073" y="939"/>
                    </a:lnTo>
                    <a:lnTo>
                      <a:pt x="21073" y="1878"/>
                    </a:lnTo>
                    <a:lnTo>
                      <a:pt x="21600" y="1878"/>
                    </a:lnTo>
                    <a:lnTo>
                      <a:pt x="21600" y="375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43" name="AutoShape 117">
                <a:extLst>
                  <a:ext uri="{FF2B5EF4-FFF2-40B4-BE49-F238E27FC236}">
                    <a16:creationId xmlns:a16="http://schemas.microsoft.com/office/drawing/2014/main" id="{16A9A2D3-4403-BA00-4AF8-7A5540A23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2" y="84802"/>
                <a:ext cx="63320" cy="31802"/>
              </a:xfrm>
              <a:custGeom>
                <a:avLst/>
                <a:gdLst>
                  <a:gd name="T0" fmla="*/ 31660 w 21600"/>
                  <a:gd name="T1" fmla="*/ 15901 h 21600"/>
                  <a:gd name="T2" fmla="*/ 31660 w 21600"/>
                  <a:gd name="T3" fmla="*/ 15901 h 21600"/>
                  <a:gd name="T4" fmla="*/ 31660 w 21600"/>
                  <a:gd name="T5" fmla="*/ 15901 h 21600"/>
                  <a:gd name="T6" fmla="*/ 31660 w 21600"/>
                  <a:gd name="T7" fmla="*/ 159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18000"/>
                    </a:moveTo>
                    <a:lnTo>
                      <a:pt x="20618" y="19800"/>
                    </a:lnTo>
                    <a:lnTo>
                      <a:pt x="19636" y="19800"/>
                    </a:lnTo>
                    <a:lnTo>
                      <a:pt x="19636" y="21600"/>
                    </a:lnTo>
                    <a:lnTo>
                      <a:pt x="15709" y="19800"/>
                    </a:lnTo>
                    <a:lnTo>
                      <a:pt x="12763" y="19800"/>
                    </a:lnTo>
                    <a:lnTo>
                      <a:pt x="9818" y="18000"/>
                    </a:lnTo>
                    <a:lnTo>
                      <a:pt x="7854" y="16200"/>
                    </a:lnTo>
                    <a:lnTo>
                      <a:pt x="5890" y="16200"/>
                    </a:lnTo>
                    <a:lnTo>
                      <a:pt x="5890" y="14400"/>
                    </a:lnTo>
                    <a:lnTo>
                      <a:pt x="2945" y="12600"/>
                    </a:lnTo>
                    <a:lnTo>
                      <a:pt x="981" y="10800"/>
                    </a:lnTo>
                    <a:lnTo>
                      <a:pt x="0" y="9000"/>
                    </a:lnTo>
                    <a:lnTo>
                      <a:pt x="3927" y="3599"/>
                    </a:lnTo>
                    <a:lnTo>
                      <a:pt x="5890" y="0"/>
                    </a:lnTo>
                    <a:lnTo>
                      <a:pt x="7854" y="0"/>
                    </a:lnTo>
                    <a:lnTo>
                      <a:pt x="11781" y="3599"/>
                    </a:lnTo>
                    <a:lnTo>
                      <a:pt x="11781" y="5399"/>
                    </a:lnTo>
                    <a:lnTo>
                      <a:pt x="12763" y="5399"/>
                    </a:lnTo>
                    <a:lnTo>
                      <a:pt x="12763" y="7200"/>
                    </a:lnTo>
                    <a:lnTo>
                      <a:pt x="14727" y="7200"/>
                    </a:lnTo>
                    <a:lnTo>
                      <a:pt x="15709" y="5399"/>
                    </a:lnTo>
                    <a:lnTo>
                      <a:pt x="18654" y="5399"/>
                    </a:lnTo>
                    <a:lnTo>
                      <a:pt x="21599" y="10800"/>
                    </a:lnTo>
                    <a:lnTo>
                      <a:pt x="21599" y="180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44" name="AutoShape 118">
                <a:extLst>
                  <a:ext uri="{FF2B5EF4-FFF2-40B4-BE49-F238E27FC236}">
                    <a16:creationId xmlns:a16="http://schemas.microsoft.com/office/drawing/2014/main" id="{B69D8D2D-8334-F531-6560-A44119F6E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785" y="919575"/>
                <a:ext cx="113448" cy="119254"/>
              </a:xfrm>
              <a:custGeom>
                <a:avLst/>
                <a:gdLst>
                  <a:gd name="T0" fmla="*/ 56724 w 21600"/>
                  <a:gd name="T1" fmla="*/ 59627 h 21600"/>
                  <a:gd name="T2" fmla="*/ 56724 w 21600"/>
                  <a:gd name="T3" fmla="*/ 59627 h 21600"/>
                  <a:gd name="T4" fmla="*/ 56724 w 21600"/>
                  <a:gd name="T5" fmla="*/ 59627 h 21600"/>
                  <a:gd name="T6" fmla="*/ 56724 w 21600"/>
                  <a:gd name="T7" fmla="*/ 596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11999"/>
                    </a:moveTo>
                    <a:lnTo>
                      <a:pt x="16615" y="7679"/>
                    </a:lnTo>
                    <a:lnTo>
                      <a:pt x="16615" y="7200"/>
                    </a:lnTo>
                    <a:lnTo>
                      <a:pt x="15507" y="6240"/>
                    </a:lnTo>
                    <a:lnTo>
                      <a:pt x="12184" y="4800"/>
                    </a:lnTo>
                    <a:lnTo>
                      <a:pt x="9969" y="4320"/>
                    </a:lnTo>
                    <a:lnTo>
                      <a:pt x="7753" y="2400"/>
                    </a:lnTo>
                    <a:lnTo>
                      <a:pt x="7753" y="1920"/>
                    </a:lnTo>
                    <a:lnTo>
                      <a:pt x="6646" y="960"/>
                    </a:lnTo>
                    <a:lnTo>
                      <a:pt x="4430" y="0"/>
                    </a:lnTo>
                    <a:lnTo>
                      <a:pt x="3323" y="480"/>
                    </a:lnTo>
                    <a:lnTo>
                      <a:pt x="2215" y="2400"/>
                    </a:lnTo>
                    <a:lnTo>
                      <a:pt x="1107" y="3360"/>
                    </a:lnTo>
                    <a:lnTo>
                      <a:pt x="553" y="4800"/>
                    </a:lnTo>
                    <a:lnTo>
                      <a:pt x="0" y="7679"/>
                    </a:lnTo>
                    <a:lnTo>
                      <a:pt x="0" y="10560"/>
                    </a:lnTo>
                    <a:lnTo>
                      <a:pt x="553" y="12479"/>
                    </a:lnTo>
                    <a:lnTo>
                      <a:pt x="553" y="17279"/>
                    </a:lnTo>
                    <a:lnTo>
                      <a:pt x="1107" y="18719"/>
                    </a:lnTo>
                    <a:lnTo>
                      <a:pt x="1661" y="19679"/>
                    </a:lnTo>
                    <a:lnTo>
                      <a:pt x="3876" y="21599"/>
                    </a:lnTo>
                    <a:lnTo>
                      <a:pt x="11630" y="21599"/>
                    </a:lnTo>
                    <a:lnTo>
                      <a:pt x="13846" y="21120"/>
                    </a:lnTo>
                    <a:lnTo>
                      <a:pt x="14400" y="20639"/>
                    </a:lnTo>
                    <a:lnTo>
                      <a:pt x="18830" y="18719"/>
                    </a:lnTo>
                    <a:lnTo>
                      <a:pt x="19384" y="18239"/>
                    </a:lnTo>
                    <a:lnTo>
                      <a:pt x="21599" y="119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</p:grpSp>
        <p:grpSp>
          <p:nvGrpSpPr>
            <p:cNvPr id="14" name="Group 119">
              <a:extLst>
                <a:ext uri="{FF2B5EF4-FFF2-40B4-BE49-F238E27FC236}">
                  <a16:creationId xmlns:a16="http://schemas.microsoft.com/office/drawing/2014/main" id="{14833253-65B9-B606-7513-1859DE8E1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1690" y="1582112"/>
              <a:ext cx="1275612" cy="1335647"/>
              <a:chOff x="-1" y="-1"/>
              <a:chExt cx="1275612" cy="1335648"/>
            </a:xfrm>
            <a:grpFill/>
          </p:grpSpPr>
          <p:sp>
            <p:nvSpPr>
              <p:cNvPr id="68" name="AutoShape 120">
                <a:extLst>
                  <a:ext uri="{FF2B5EF4-FFF2-40B4-BE49-F238E27FC236}">
                    <a16:creationId xmlns:a16="http://schemas.microsoft.com/office/drawing/2014/main" id="{683F0164-6E12-F2C0-5E20-B7F0B52AAE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654" y="92753"/>
                <a:ext cx="31661" cy="82154"/>
              </a:xfrm>
              <a:custGeom>
                <a:avLst/>
                <a:gdLst>
                  <a:gd name="T0" fmla="*/ 15830 w 21600"/>
                  <a:gd name="T1" fmla="*/ 41077 h 21600"/>
                  <a:gd name="T2" fmla="*/ 15830 w 21600"/>
                  <a:gd name="T3" fmla="*/ 41077 h 21600"/>
                  <a:gd name="T4" fmla="*/ 15830 w 21600"/>
                  <a:gd name="T5" fmla="*/ 41077 h 21600"/>
                  <a:gd name="T6" fmla="*/ 15830 w 21600"/>
                  <a:gd name="T7" fmla="*/ 410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5709" y="696"/>
                    </a:lnTo>
                    <a:lnTo>
                      <a:pt x="15709" y="2787"/>
                    </a:lnTo>
                    <a:lnTo>
                      <a:pt x="13745" y="4180"/>
                    </a:lnTo>
                    <a:lnTo>
                      <a:pt x="13745" y="5574"/>
                    </a:lnTo>
                    <a:lnTo>
                      <a:pt x="11781" y="6967"/>
                    </a:lnTo>
                    <a:lnTo>
                      <a:pt x="7854" y="8361"/>
                    </a:lnTo>
                    <a:lnTo>
                      <a:pt x="0" y="10451"/>
                    </a:lnTo>
                    <a:lnTo>
                      <a:pt x="1963" y="11148"/>
                    </a:lnTo>
                    <a:lnTo>
                      <a:pt x="3927" y="13238"/>
                    </a:lnTo>
                    <a:lnTo>
                      <a:pt x="7854" y="16722"/>
                    </a:lnTo>
                    <a:lnTo>
                      <a:pt x="17672" y="21600"/>
                    </a:lnTo>
                    <a:lnTo>
                      <a:pt x="17672" y="15329"/>
                    </a:lnTo>
                    <a:lnTo>
                      <a:pt x="19636" y="13935"/>
                    </a:lnTo>
                    <a:lnTo>
                      <a:pt x="19636" y="11845"/>
                    </a:lnTo>
                    <a:lnTo>
                      <a:pt x="21600" y="11148"/>
                    </a:lnTo>
                    <a:lnTo>
                      <a:pt x="216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9" name="AutoShape 121">
                <a:extLst>
                  <a:ext uri="{FF2B5EF4-FFF2-40B4-BE49-F238E27FC236}">
                    <a16:creationId xmlns:a16="http://schemas.microsoft.com/office/drawing/2014/main" id="{4F171FBB-3B81-C8DF-BDEB-D3AD2E4BA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679" y="466416"/>
                <a:ext cx="38256" cy="140456"/>
              </a:xfrm>
              <a:custGeom>
                <a:avLst/>
                <a:gdLst>
                  <a:gd name="T0" fmla="*/ 19128 w 21600"/>
                  <a:gd name="T1" fmla="*/ 70228 h 21600"/>
                  <a:gd name="T2" fmla="*/ 19128 w 21600"/>
                  <a:gd name="T3" fmla="*/ 70228 h 21600"/>
                  <a:gd name="T4" fmla="*/ 19128 w 21600"/>
                  <a:gd name="T5" fmla="*/ 70228 h 21600"/>
                  <a:gd name="T6" fmla="*/ 19128 w 21600"/>
                  <a:gd name="T7" fmla="*/ 702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407"/>
                    </a:moveTo>
                    <a:lnTo>
                      <a:pt x="3323" y="0"/>
                    </a:lnTo>
                    <a:lnTo>
                      <a:pt x="6646" y="407"/>
                    </a:lnTo>
                    <a:lnTo>
                      <a:pt x="11630" y="407"/>
                    </a:lnTo>
                    <a:lnTo>
                      <a:pt x="11630" y="2037"/>
                    </a:lnTo>
                    <a:lnTo>
                      <a:pt x="14953" y="2852"/>
                    </a:lnTo>
                    <a:lnTo>
                      <a:pt x="16615" y="3667"/>
                    </a:lnTo>
                    <a:lnTo>
                      <a:pt x="19938" y="4483"/>
                    </a:lnTo>
                    <a:lnTo>
                      <a:pt x="19938" y="5705"/>
                    </a:lnTo>
                    <a:lnTo>
                      <a:pt x="21600" y="7335"/>
                    </a:lnTo>
                    <a:lnTo>
                      <a:pt x="21600" y="19562"/>
                    </a:lnTo>
                    <a:lnTo>
                      <a:pt x="19938" y="19562"/>
                    </a:lnTo>
                    <a:lnTo>
                      <a:pt x="16615" y="19969"/>
                    </a:lnTo>
                    <a:lnTo>
                      <a:pt x="14953" y="20377"/>
                    </a:lnTo>
                    <a:lnTo>
                      <a:pt x="11630" y="20784"/>
                    </a:lnTo>
                    <a:lnTo>
                      <a:pt x="6646" y="21600"/>
                    </a:lnTo>
                    <a:lnTo>
                      <a:pt x="6646" y="20784"/>
                    </a:lnTo>
                    <a:lnTo>
                      <a:pt x="9969" y="15079"/>
                    </a:lnTo>
                    <a:lnTo>
                      <a:pt x="9969" y="12226"/>
                    </a:lnTo>
                    <a:lnTo>
                      <a:pt x="8307" y="9781"/>
                    </a:lnTo>
                    <a:lnTo>
                      <a:pt x="8307" y="6928"/>
                    </a:lnTo>
                    <a:lnTo>
                      <a:pt x="6646" y="5705"/>
                    </a:lnTo>
                    <a:lnTo>
                      <a:pt x="4984" y="2037"/>
                    </a:lnTo>
                    <a:lnTo>
                      <a:pt x="3323" y="2037"/>
                    </a:lnTo>
                    <a:lnTo>
                      <a:pt x="3323" y="1630"/>
                    </a:lnTo>
                    <a:lnTo>
                      <a:pt x="1661" y="815"/>
                    </a:lnTo>
                    <a:lnTo>
                      <a:pt x="1661" y="407"/>
                    </a:lnTo>
                    <a:lnTo>
                      <a:pt x="0" y="40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0" name="AutoShape 122">
                <a:extLst>
                  <a:ext uri="{FF2B5EF4-FFF2-40B4-BE49-F238E27FC236}">
                    <a16:creationId xmlns:a16="http://schemas.microsoft.com/office/drawing/2014/main" id="{BF90C727-0EE4-5900-48FE-2AEEE46D2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47" y="458466"/>
                <a:ext cx="60681" cy="135155"/>
              </a:xfrm>
              <a:custGeom>
                <a:avLst/>
                <a:gdLst>
                  <a:gd name="T0" fmla="*/ 30341 w 21600"/>
                  <a:gd name="T1" fmla="*/ 67578 h 21600"/>
                  <a:gd name="T2" fmla="*/ 30341 w 21600"/>
                  <a:gd name="T3" fmla="*/ 67578 h 21600"/>
                  <a:gd name="T4" fmla="*/ 30341 w 21600"/>
                  <a:gd name="T5" fmla="*/ 67578 h 21600"/>
                  <a:gd name="T6" fmla="*/ 30341 w 21600"/>
                  <a:gd name="T7" fmla="*/ 675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200" y="21600"/>
                    </a:moveTo>
                    <a:lnTo>
                      <a:pt x="7200" y="7623"/>
                    </a:lnTo>
                    <a:lnTo>
                      <a:pt x="6171" y="6352"/>
                    </a:lnTo>
                    <a:lnTo>
                      <a:pt x="4114" y="5082"/>
                    </a:lnTo>
                    <a:lnTo>
                      <a:pt x="3085" y="4235"/>
                    </a:lnTo>
                    <a:lnTo>
                      <a:pt x="1028" y="3811"/>
                    </a:lnTo>
                    <a:lnTo>
                      <a:pt x="0" y="2541"/>
                    </a:lnTo>
                    <a:lnTo>
                      <a:pt x="1028" y="1694"/>
                    </a:lnTo>
                    <a:lnTo>
                      <a:pt x="7200" y="1694"/>
                    </a:lnTo>
                    <a:lnTo>
                      <a:pt x="8228" y="0"/>
                    </a:lnTo>
                    <a:lnTo>
                      <a:pt x="14400" y="2117"/>
                    </a:lnTo>
                    <a:lnTo>
                      <a:pt x="20571" y="4658"/>
                    </a:lnTo>
                    <a:lnTo>
                      <a:pt x="21599" y="7199"/>
                    </a:lnTo>
                    <a:lnTo>
                      <a:pt x="19542" y="10164"/>
                    </a:lnTo>
                    <a:lnTo>
                      <a:pt x="19542" y="11011"/>
                    </a:lnTo>
                    <a:lnTo>
                      <a:pt x="18514" y="13552"/>
                    </a:lnTo>
                    <a:lnTo>
                      <a:pt x="18514" y="17364"/>
                    </a:lnTo>
                    <a:lnTo>
                      <a:pt x="17485" y="20752"/>
                    </a:lnTo>
                    <a:lnTo>
                      <a:pt x="7200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1" name="AutoShape 123">
                <a:extLst>
                  <a:ext uri="{FF2B5EF4-FFF2-40B4-BE49-F238E27FC236}">
                    <a16:creationId xmlns:a16="http://schemas.microsoft.com/office/drawing/2014/main" id="{97159810-F535-E01C-97E0-72B7BACAC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55" y="455815"/>
                <a:ext cx="212383" cy="159007"/>
              </a:xfrm>
              <a:custGeom>
                <a:avLst/>
                <a:gdLst>
                  <a:gd name="T0" fmla="*/ 106192 w 21600"/>
                  <a:gd name="T1" fmla="*/ 79504 h 21600"/>
                  <a:gd name="T2" fmla="*/ 106192 w 21600"/>
                  <a:gd name="T3" fmla="*/ 79504 h 21600"/>
                  <a:gd name="T4" fmla="*/ 106192 w 21600"/>
                  <a:gd name="T5" fmla="*/ 79504 h 21600"/>
                  <a:gd name="T6" fmla="*/ 106192 w 21600"/>
                  <a:gd name="T7" fmla="*/ 795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20120" y="0"/>
                    </a:lnTo>
                    <a:lnTo>
                      <a:pt x="19528" y="359"/>
                    </a:lnTo>
                    <a:lnTo>
                      <a:pt x="18641" y="719"/>
                    </a:lnTo>
                    <a:lnTo>
                      <a:pt x="18345" y="1079"/>
                    </a:lnTo>
                    <a:lnTo>
                      <a:pt x="17753" y="1079"/>
                    </a:lnTo>
                    <a:lnTo>
                      <a:pt x="17753" y="1439"/>
                    </a:lnTo>
                    <a:lnTo>
                      <a:pt x="15978" y="359"/>
                    </a:lnTo>
                    <a:lnTo>
                      <a:pt x="14202" y="719"/>
                    </a:lnTo>
                    <a:lnTo>
                      <a:pt x="13019" y="1079"/>
                    </a:lnTo>
                    <a:lnTo>
                      <a:pt x="12427" y="1439"/>
                    </a:lnTo>
                    <a:lnTo>
                      <a:pt x="11835" y="1079"/>
                    </a:lnTo>
                    <a:lnTo>
                      <a:pt x="11243" y="1079"/>
                    </a:lnTo>
                    <a:lnTo>
                      <a:pt x="10356" y="1439"/>
                    </a:lnTo>
                    <a:lnTo>
                      <a:pt x="10060" y="2159"/>
                    </a:lnTo>
                    <a:lnTo>
                      <a:pt x="9468" y="2519"/>
                    </a:lnTo>
                    <a:lnTo>
                      <a:pt x="9172" y="2879"/>
                    </a:lnTo>
                    <a:lnTo>
                      <a:pt x="8580" y="2519"/>
                    </a:lnTo>
                    <a:lnTo>
                      <a:pt x="7989" y="1799"/>
                    </a:lnTo>
                    <a:lnTo>
                      <a:pt x="7397" y="1799"/>
                    </a:lnTo>
                    <a:lnTo>
                      <a:pt x="6805" y="1439"/>
                    </a:lnTo>
                    <a:lnTo>
                      <a:pt x="6213" y="1439"/>
                    </a:lnTo>
                    <a:lnTo>
                      <a:pt x="5917" y="1079"/>
                    </a:lnTo>
                    <a:lnTo>
                      <a:pt x="3254" y="1079"/>
                    </a:lnTo>
                    <a:lnTo>
                      <a:pt x="2367" y="1439"/>
                    </a:lnTo>
                    <a:lnTo>
                      <a:pt x="1479" y="2159"/>
                    </a:lnTo>
                    <a:lnTo>
                      <a:pt x="887" y="2519"/>
                    </a:lnTo>
                    <a:lnTo>
                      <a:pt x="591" y="3239"/>
                    </a:lnTo>
                    <a:lnTo>
                      <a:pt x="295" y="3599"/>
                    </a:lnTo>
                    <a:lnTo>
                      <a:pt x="591" y="3959"/>
                    </a:lnTo>
                    <a:lnTo>
                      <a:pt x="591" y="4319"/>
                    </a:lnTo>
                    <a:lnTo>
                      <a:pt x="887" y="5039"/>
                    </a:lnTo>
                    <a:lnTo>
                      <a:pt x="887" y="8639"/>
                    </a:lnTo>
                    <a:lnTo>
                      <a:pt x="591" y="8999"/>
                    </a:lnTo>
                    <a:lnTo>
                      <a:pt x="295" y="9719"/>
                    </a:lnTo>
                    <a:lnTo>
                      <a:pt x="295" y="10439"/>
                    </a:lnTo>
                    <a:lnTo>
                      <a:pt x="0" y="11520"/>
                    </a:lnTo>
                    <a:lnTo>
                      <a:pt x="0" y="17999"/>
                    </a:lnTo>
                    <a:lnTo>
                      <a:pt x="2071" y="17639"/>
                    </a:lnTo>
                    <a:lnTo>
                      <a:pt x="2367" y="17999"/>
                    </a:lnTo>
                    <a:lnTo>
                      <a:pt x="3550" y="19079"/>
                    </a:lnTo>
                    <a:lnTo>
                      <a:pt x="5030" y="20160"/>
                    </a:lnTo>
                    <a:lnTo>
                      <a:pt x="7101" y="21240"/>
                    </a:lnTo>
                    <a:lnTo>
                      <a:pt x="7693" y="21240"/>
                    </a:lnTo>
                    <a:lnTo>
                      <a:pt x="9172" y="21600"/>
                    </a:lnTo>
                    <a:lnTo>
                      <a:pt x="12723" y="21600"/>
                    </a:lnTo>
                    <a:lnTo>
                      <a:pt x="13906" y="18359"/>
                    </a:lnTo>
                    <a:lnTo>
                      <a:pt x="13906" y="15839"/>
                    </a:lnTo>
                    <a:lnTo>
                      <a:pt x="14498" y="15119"/>
                    </a:lnTo>
                    <a:lnTo>
                      <a:pt x="14794" y="14399"/>
                    </a:lnTo>
                    <a:lnTo>
                      <a:pt x="15978" y="12959"/>
                    </a:lnTo>
                    <a:lnTo>
                      <a:pt x="16569" y="12599"/>
                    </a:lnTo>
                    <a:lnTo>
                      <a:pt x="17457" y="12239"/>
                    </a:lnTo>
                    <a:lnTo>
                      <a:pt x="18049" y="12959"/>
                    </a:lnTo>
                    <a:lnTo>
                      <a:pt x="18641" y="12959"/>
                    </a:lnTo>
                    <a:lnTo>
                      <a:pt x="18936" y="12599"/>
                    </a:lnTo>
                    <a:lnTo>
                      <a:pt x="19528" y="12239"/>
                    </a:lnTo>
                    <a:lnTo>
                      <a:pt x="20120" y="11520"/>
                    </a:lnTo>
                    <a:lnTo>
                      <a:pt x="20416" y="10079"/>
                    </a:lnTo>
                    <a:lnTo>
                      <a:pt x="21008" y="8279"/>
                    </a:lnTo>
                    <a:lnTo>
                      <a:pt x="21304" y="7559"/>
                    </a:lnTo>
                    <a:lnTo>
                      <a:pt x="21304" y="6479"/>
                    </a:lnTo>
                    <a:lnTo>
                      <a:pt x="21600" y="5399"/>
                    </a:lnTo>
                    <a:lnTo>
                      <a:pt x="21600" y="4319"/>
                    </a:lnTo>
                    <a:lnTo>
                      <a:pt x="21304" y="3239"/>
                    </a:lnTo>
                    <a:lnTo>
                      <a:pt x="21304" y="1439"/>
                    </a:lnTo>
                    <a:lnTo>
                      <a:pt x="21600" y="719"/>
                    </a:lnTo>
                    <a:lnTo>
                      <a:pt x="216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2" name="AutoShape 124">
                <a:extLst>
                  <a:ext uri="{FF2B5EF4-FFF2-40B4-BE49-F238E27FC236}">
                    <a16:creationId xmlns:a16="http://schemas.microsoft.com/office/drawing/2014/main" id="{BBEF6377-9DC2-EEC2-13D5-C20241904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274" y="455815"/>
                <a:ext cx="127957" cy="196108"/>
              </a:xfrm>
              <a:custGeom>
                <a:avLst/>
                <a:gdLst>
                  <a:gd name="T0" fmla="*/ 63979 w 21600"/>
                  <a:gd name="T1" fmla="*/ 98054 h 21600"/>
                  <a:gd name="T2" fmla="*/ 63979 w 21600"/>
                  <a:gd name="T3" fmla="*/ 98054 h 21600"/>
                  <a:gd name="T4" fmla="*/ 63979 w 21600"/>
                  <a:gd name="T5" fmla="*/ 98054 h 21600"/>
                  <a:gd name="T6" fmla="*/ 63979 w 21600"/>
                  <a:gd name="T7" fmla="*/ 980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727" y="0"/>
                    </a:moveTo>
                    <a:lnTo>
                      <a:pt x="14727" y="583"/>
                    </a:lnTo>
                    <a:lnTo>
                      <a:pt x="14236" y="1167"/>
                    </a:lnTo>
                    <a:lnTo>
                      <a:pt x="14236" y="2918"/>
                    </a:lnTo>
                    <a:lnTo>
                      <a:pt x="14727" y="3502"/>
                    </a:lnTo>
                    <a:lnTo>
                      <a:pt x="14727" y="4378"/>
                    </a:lnTo>
                    <a:lnTo>
                      <a:pt x="14236" y="5254"/>
                    </a:lnTo>
                    <a:lnTo>
                      <a:pt x="14236" y="6129"/>
                    </a:lnTo>
                    <a:lnTo>
                      <a:pt x="13745" y="6713"/>
                    </a:lnTo>
                    <a:lnTo>
                      <a:pt x="13745" y="7005"/>
                    </a:lnTo>
                    <a:lnTo>
                      <a:pt x="12763" y="8172"/>
                    </a:lnTo>
                    <a:lnTo>
                      <a:pt x="12272" y="9340"/>
                    </a:lnTo>
                    <a:lnTo>
                      <a:pt x="11290" y="9924"/>
                    </a:lnTo>
                    <a:lnTo>
                      <a:pt x="10309" y="10216"/>
                    </a:lnTo>
                    <a:lnTo>
                      <a:pt x="9818" y="10508"/>
                    </a:lnTo>
                    <a:lnTo>
                      <a:pt x="8836" y="10508"/>
                    </a:lnTo>
                    <a:lnTo>
                      <a:pt x="7854" y="10216"/>
                    </a:lnTo>
                    <a:lnTo>
                      <a:pt x="6381" y="10216"/>
                    </a:lnTo>
                    <a:lnTo>
                      <a:pt x="5400" y="10508"/>
                    </a:lnTo>
                    <a:lnTo>
                      <a:pt x="3436" y="11675"/>
                    </a:lnTo>
                    <a:lnTo>
                      <a:pt x="2945" y="12259"/>
                    </a:lnTo>
                    <a:lnTo>
                      <a:pt x="1963" y="12843"/>
                    </a:lnTo>
                    <a:lnTo>
                      <a:pt x="1963" y="14886"/>
                    </a:lnTo>
                    <a:lnTo>
                      <a:pt x="0" y="17513"/>
                    </a:lnTo>
                    <a:lnTo>
                      <a:pt x="0" y="18097"/>
                    </a:lnTo>
                    <a:lnTo>
                      <a:pt x="490" y="18389"/>
                    </a:lnTo>
                    <a:lnTo>
                      <a:pt x="490" y="18972"/>
                    </a:lnTo>
                    <a:lnTo>
                      <a:pt x="2454" y="19556"/>
                    </a:lnTo>
                    <a:lnTo>
                      <a:pt x="2945" y="19556"/>
                    </a:lnTo>
                    <a:lnTo>
                      <a:pt x="4418" y="20432"/>
                    </a:lnTo>
                    <a:lnTo>
                      <a:pt x="4418" y="21600"/>
                    </a:lnTo>
                    <a:lnTo>
                      <a:pt x="8836" y="21600"/>
                    </a:lnTo>
                    <a:lnTo>
                      <a:pt x="12763" y="21308"/>
                    </a:lnTo>
                    <a:lnTo>
                      <a:pt x="21599" y="21308"/>
                    </a:lnTo>
                    <a:lnTo>
                      <a:pt x="21109" y="21016"/>
                    </a:lnTo>
                    <a:lnTo>
                      <a:pt x="21109" y="20724"/>
                    </a:lnTo>
                    <a:lnTo>
                      <a:pt x="21599" y="20140"/>
                    </a:lnTo>
                    <a:lnTo>
                      <a:pt x="21599" y="19556"/>
                    </a:lnTo>
                    <a:lnTo>
                      <a:pt x="20618" y="19264"/>
                    </a:lnTo>
                    <a:lnTo>
                      <a:pt x="18163" y="17805"/>
                    </a:lnTo>
                    <a:lnTo>
                      <a:pt x="17181" y="16929"/>
                    </a:lnTo>
                    <a:lnTo>
                      <a:pt x="16690" y="16054"/>
                    </a:lnTo>
                    <a:lnTo>
                      <a:pt x="16199" y="14886"/>
                    </a:lnTo>
                    <a:lnTo>
                      <a:pt x="15218" y="14594"/>
                    </a:lnTo>
                    <a:lnTo>
                      <a:pt x="16199" y="14594"/>
                    </a:lnTo>
                    <a:lnTo>
                      <a:pt x="16199" y="14302"/>
                    </a:lnTo>
                    <a:lnTo>
                      <a:pt x="17181" y="13718"/>
                    </a:lnTo>
                    <a:lnTo>
                      <a:pt x="17181" y="13135"/>
                    </a:lnTo>
                    <a:lnTo>
                      <a:pt x="17672" y="12551"/>
                    </a:lnTo>
                    <a:lnTo>
                      <a:pt x="17672" y="11967"/>
                    </a:lnTo>
                    <a:lnTo>
                      <a:pt x="17181" y="11383"/>
                    </a:lnTo>
                    <a:lnTo>
                      <a:pt x="15709" y="10508"/>
                    </a:lnTo>
                    <a:lnTo>
                      <a:pt x="15218" y="9924"/>
                    </a:lnTo>
                    <a:lnTo>
                      <a:pt x="15218" y="8464"/>
                    </a:lnTo>
                    <a:lnTo>
                      <a:pt x="17672" y="8464"/>
                    </a:lnTo>
                    <a:lnTo>
                      <a:pt x="18163" y="8172"/>
                    </a:lnTo>
                    <a:lnTo>
                      <a:pt x="19145" y="7881"/>
                    </a:lnTo>
                    <a:lnTo>
                      <a:pt x="19145" y="6713"/>
                    </a:lnTo>
                    <a:lnTo>
                      <a:pt x="18654" y="6129"/>
                    </a:lnTo>
                    <a:lnTo>
                      <a:pt x="18163" y="5837"/>
                    </a:lnTo>
                    <a:lnTo>
                      <a:pt x="17672" y="4962"/>
                    </a:lnTo>
                    <a:lnTo>
                      <a:pt x="17672" y="1167"/>
                    </a:lnTo>
                    <a:lnTo>
                      <a:pt x="17181" y="583"/>
                    </a:lnTo>
                    <a:lnTo>
                      <a:pt x="16199" y="291"/>
                    </a:lnTo>
                    <a:lnTo>
                      <a:pt x="14727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1CE831F5-C936-581E-A04D-61966365E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975" y="522068"/>
                <a:ext cx="216341" cy="111305"/>
              </a:xfrm>
              <a:custGeom>
                <a:avLst/>
                <a:gdLst>
                  <a:gd name="T0" fmla="*/ 108171 w 21600"/>
                  <a:gd name="T1" fmla="*/ 55653 h 21600"/>
                  <a:gd name="T2" fmla="*/ 108171 w 21600"/>
                  <a:gd name="T3" fmla="*/ 55653 h 21600"/>
                  <a:gd name="T4" fmla="*/ 108171 w 21600"/>
                  <a:gd name="T5" fmla="*/ 55653 h 21600"/>
                  <a:gd name="T6" fmla="*/ 108171 w 21600"/>
                  <a:gd name="T7" fmla="*/ 556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470" y="0"/>
                    </a:moveTo>
                    <a:lnTo>
                      <a:pt x="14886" y="0"/>
                    </a:lnTo>
                    <a:lnTo>
                      <a:pt x="13135" y="1542"/>
                    </a:lnTo>
                    <a:lnTo>
                      <a:pt x="12259" y="3085"/>
                    </a:lnTo>
                    <a:lnTo>
                      <a:pt x="12259" y="4628"/>
                    </a:lnTo>
                    <a:lnTo>
                      <a:pt x="11967" y="5657"/>
                    </a:lnTo>
                    <a:lnTo>
                      <a:pt x="11091" y="7199"/>
                    </a:lnTo>
                    <a:lnTo>
                      <a:pt x="9924" y="7199"/>
                    </a:lnTo>
                    <a:lnTo>
                      <a:pt x="9340" y="6685"/>
                    </a:lnTo>
                    <a:lnTo>
                      <a:pt x="8756" y="6685"/>
                    </a:lnTo>
                    <a:lnTo>
                      <a:pt x="8756" y="6171"/>
                    </a:lnTo>
                    <a:lnTo>
                      <a:pt x="8172" y="7199"/>
                    </a:lnTo>
                    <a:lnTo>
                      <a:pt x="7589" y="7199"/>
                    </a:lnTo>
                    <a:lnTo>
                      <a:pt x="7005" y="7714"/>
                    </a:lnTo>
                    <a:lnTo>
                      <a:pt x="4378" y="9257"/>
                    </a:lnTo>
                    <a:lnTo>
                      <a:pt x="1459" y="9257"/>
                    </a:lnTo>
                    <a:lnTo>
                      <a:pt x="1459" y="9771"/>
                    </a:lnTo>
                    <a:lnTo>
                      <a:pt x="583" y="12857"/>
                    </a:lnTo>
                    <a:lnTo>
                      <a:pt x="0" y="12857"/>
                    </a:lnTo>
                    <a:lnTo>
                      <a:pt x="291" y="13371"/>
                    </a:lnTo>
                    <a:lnTo>
                      <a:pt x="583" y="13371"/>
                    </a:lnTo>
                    <a:lnTo>
                      <a:pt x="583" y="14400"/>
                    </a:lnTo>
                    <a:lnTo>
                      <a:pt x="875" y="15428"/>
                    </a:lnTo>
                    <a:lnTo>
                      <a:pt x="875" y="16971"/>
                    </a:lnTo>
                    <a:lnTo>
                      <a:pt x="2043" y="19028"/>
                    </a:lnTo>
                    <a:lnTo>
                      <a:pt x="3794" y="21600"/>
                    </a:lnTo>
                    <a:lnTo>
                      <a:pt x="5545" y="19028"/>
                    </a:lnTo>
                    <a:lnTo>
                      <a:pt x="5837" y="18514"/>
                    </a:lnTo>
                    <a:lnTo>
                      <a:pt x="6129" y="17485"/>
                    </a:lnTo>
                    <a:lnTo>
                      <a:pt x="7005" y="15942"/>
                    </a:lnTo>
                    <a:lnTo>
                      <a:pt x="7589" y="15428"/>
                    </a:lnTo>
                    <a:lnTo>
                      <a:pt x="8464" y="15428"/>
                    </a:lnTo>
                    <a:lnTo>
                      <a:pt x="8756" y="15942"/>
                    </a:lnTo>
                    <a:lnTo>
                      <a:pt x="8756" y="16971"/>
                    </a:lnTo>
                    <a:lnTo>
                      <a:pt x="9340" y="18000"/>
                    </a:lnTo>
                    <a:lnTo>
                      <a:pt x="9924" y="18000"/>
                    </a:lnTo>
                    <a:lnTo>
                      <a:pt x="10800" y="17485"/>
                    </a:lnTo>
                    <a:lnTo>
                      <a:pt x="13135" y="17485"/>
                    </a:lnTo>
                    <a:lnTo>
                      <a:pt x="17221" y="15942"/>
                    </a:lnTo>
                    <a:lnTo>
                      <a:pt x="21600" y="14400"/>
                    </a:lnTo>
                    <a:lnTo>
                      <a:pt x="21308" y="13371"/>
                    </a:lnTo>
                    <a:lnTo>
                      <a:pt x="20432" y="11314"/>
                    </a:lnTo>
                    <a:lnTo>
                      <a:pt x="19264" y="8742"/>
                    </a:lnTo>
                    <a:lnTo>
                      <a:pt x="18097" y="5657"/>
                    </a:lnTo>
                    <a:lnTo>
                      <a:pt x="17805" y="5657"/>
                    </a:lnTo>
                    <a:lnTo>
                      <a:pt x="17513" y="5142"/>
                    </a:lnTo>
                    <a:lnTo>
                      <a:pt x="17221" y="4114"/>
                    </a:lnTo>
                    <a:lnTo>
                      <a:pt x="16637" y="3085"/>
                    </a:lnTo>
                    <a:lnTo>
                      <a:pt x="16345" y="2057"/>
                    </a:lnTo>
                    <a:lnTo>
                      <a:pt x="15762" y="514"/>
                    </a:lnTo>
                    <a:lnTo>
                      <a:pt x="1547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958B7179-CFB8-F3BA-509B-706786BD9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401" y="649272"/>
                <a:ext cx="108171" cy="108655"/>
              </a:xfrm>
              <a:custGeom>
                <a:avLst/>
                <a:gdLst>
                  <a:gd name="T0" fmla="*/ 54086 w 21600"/>
                  <a:gd name="T1" fmla="*/ 54328 h 21600"/>
                  <a:gd name="T2" fmla="*/ 54086 w 21600"/>
                  <a:gd name="T3" fmla="*/ 54328 h 21600"/>
                  <a:gd name="T4" fmla="*/ 54086 w 21600"/>
                  <a:gd name="T5" fmla="*/ 54328 h 21600"/>
                  <a:gd name="T6" fmla="*/ 54086 w 21600"/>
                  <a:gd name="T7" fmla="*/ 543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340" y="526"/>
                    </a:moveTo>
                    <a:lnTo>
                      <a:pt x="15178" y="0"/>
                    </a:lnTo>
                    <a:lnTo>
                      <a:pt x="15178" y="2634"/>
                    </a:lnTo>
                    <a:lnTo>
                      <a:pt x="15762" y="3160"/>
                    </a:lnTo>
                    <a:lnTo>
                      <a:pt x="21016" y="3160"/>
                    </a:lnTo>
                    <a:lnTo>
                      <a:pt x="21016" y="3687"/>
                    </a:lnTo>
                    <a:lnTo>
                      <a:pt x="21600" y="4741"/>
                    </a:lnTo>
                    <a:lnTo>
                      <a:pt x="21600" y="5795"/>
                    </a:lnTo>
                    <a:lnTo>
                      <a:pt x="21016" y="6848"/>
                    </a:lnTo>
                    <a:lnTo>
                      <a:pt x="19848" y="6848"/>
                    </a:lnTo>
                    <a:lnTo>
                      <a:pt x="19848" y="9482"/>
                    </a:lnTo>
                    <a:lnTo>
                      <a:pt x="21600" y="10009"/>
                    </a:lnTo>
                    <a:lnTo>
                      <a:pt x="21600" y="13697"/>
                    </a:lnTo>
                    <a:lnTo>
                      <a:pt x="20432" y="15804"/>
                    </a:lnTo>
                    <a:lnTo>
                      <a:pt x="19848" y="16331"/>
                    </a:lnTo>
                    <a:lnTo>
                      <a:pt x="16345" y="17385"/>
                    </a:lnTo>
                    <a:lnTo>
                      <a:pt x="15178" y="17385"/>
                    </a:lnTo>
                    <a:lnTo>
                      <a:pt x="14010" y="17912"/>
                    </a:lnTo>
                    <a:lnTo>
                      <a:pt x="13427" y="17912"/>
                    </a:lnTo>
                    <a:lnTo>
                      <a:pt x="12843" y="16331"/>
                    </a:lnTo>
                    <a:lnTo>
                      <a:pt x="12259" y="17912"/>
                    </a:lnTo>
                    <a:lnTo>
                      <a:pt x="9340" y="18965"/>
                    </a:lnTo>
                    <a:lnTo>
                      <a:pt x="8756" y="19492"/>
                    </a:lnTo>
                    <a:lnTo>
                      <a:pt x="8172" y="20546"/>
                    </a:lnTo>
                    <a:lnTo>
                      <a:pt x="7005" y="21600"/>
                    </a:lnTo>
                    <a:lnTo>
                      <a:pt x="6421" y="19492"/>
                    </a:lnTo>
                    <a:lnTo>
                      <a:pt x="5837" y="18965"/>
                    </a:lnTo>
                    <a:lnTo>
                      <a:pt x="5837" y="17912"/>
                    </a:lnTo>
                    <a:lnTo>
                      <a:pt x="4670" y="17912"/>
                    </a:lnTo>
                    <a:lnTo>
                      <a:pt x="4670" y="17385"/>
                    </a:lnTo>
                    <a:lnTo>
                      <a:pt x="4086" y="17385"/>
                    </a:lnTo>
                    <a:lnTo>
                      <a:pt x="583" y="14224"/>
                    </a:lnTo>
                    <a:lnTo>
                      <a:pt x="0" y="12117"/>
                    </a:lnTo>
                    <a:lnTo>
                      <a:pt x="0" y="11590"/>
                    </a:lnTo>
                    <a:lnTo>
                      <a:pt x="1751" y="4741"/>
                    </a:lnTo>
                    <a:lnTo>
                      <a:pt x="8756" y="4741"/>
                    </a:lnTo>
                    <a:lnTo>
                      <a:pt x="8756" y="3687"/>
                    </a:lnTo>
                    <a:lnTo>
                      <a:pt x="9340" y="52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5" name="AutoShape 127">
                <a:extLst>
                  <a:ext uri="{FF2B5EF4-FFF2-40B4-BE49-F238E27FC236}">
                    <a16:creationId xmlns:a16="http://schemas.microsoft.com/office/drawing/2014/main" id="{89927A9B-320E-F07B-AB7D-D64BD1599C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635" y="651922"/>
                <a:ext cx="36937" cy="21202"/>
              </a:xfrm>
              <a:custGeom>
                <a:avLst/>
                <a:gdLst>
                  <a:gd name="T0" fmla="*/ 18469 w 21600"/>
                  <a:gd name="T1" fmla="*/ 10601 h 21600"/>
                  <a:gd name="T2" fmla="*/ 18469 w 21600"/>
                  <a:gd name="T3" fmla="*/ 10601 h 21600"/>
                  <a:gd name="T4" fmla="*/ 18469 w 21600"/>
                  <a:gd name="T5" fmla="*/ 10601 h 21600"/>
                  <a:gd name="T6" fmla="*/ 18469 w 21600"/>
                  <a:gd name="T7" fmla="*/ 106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615" y="0"/>
                    </a:moveTo>
                    <a:lnTo>
                      <a:pt x="11630" y="0"/>
                    </a:lnTo>
                    <a:lnTo>
                      <a:pt x="4984" y="5399"/>
                    </a:lnTo>
                    <a:lnTo>
                      <a:pt x="0" y="21600"/>
                    </a:lnTo>
                    <a:lnTo>
                      <a:pt x="18276" y="21600"/>
                    </a:lnTo>
                    <a:lnTo>
                      <a:pt x="19938" y="18900"/>
                    </a:lnTo>
                    <a:lnTo>
                      <a:pt x="19938" y="13500"/>
                    </a:lnTo>
                    <a:lnTo>
                      <a:pt x="21600" y="8099"/>
                    </a:lnTo>
                    <a:lnTo>
                      <a:pt x="21600" y="0"/>
                    </a:lnTo>
                    <a:lnTo>
                      <a:pt x="16615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6" name="AutoShape 128">
                <a:extLst>
                  <a:ext uri="{FF2B5EF4-FFF2-40B4-BE49-F238E27FC236}">
                    <a16:creationId xmlns:a16="http://schemas.microsoft.com/office/drawing/2014/main" id="{5C56B9A8-8ADC-70C3-2ADB-BD200FC75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229" y="622771"/>
                <a:ext cx="104214" cy="100705"/>
              </a:xfrm>
              <a:custGeom>
                <a:avLst/>
                <a:gdLst>
                  <a:gd name="T0" fmla="*/ 52107 w 21600"/>
                  <a:gd name="T1" fmla="*/ 50353 h 21600"/>
                  <a:gd name="T2" fmla="*/ 52107 w 21600"/>
                  <a:gd name="T3" fmla="*/ 50353 h 21600"/>
                  <a:gd name="T4" fmla="*/ 52107 w 21600"/>
                  <a:gd name="T5" fmla="*/ 50353 h 21600"/>
                  <a:gd name="T6" fmla="*/ 52107 w 21600"/>
                  <a:gd name="T7" fmla="*/ 503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799" y="1705"/>
                    </a:moveTo>
                    <a:lnTo>
                      <a:pt x="4199" y="2273"/>
                    </a:lnTo>
                    <a:lnTo>
                      <a:pt x="4199" y="5115"/>
                    </a:lnTo>
                    <a:lnTo>
                      <a:pt x="2999" y="6252"/>
                    </a:lnTo>
                    <a:lnTo>
                      <a:pt x="2999" y="9094"/>
                    </a:lnTo>
                    <a:lnTo>
                      <a:pt x="2399" y="9663"/>
                    </a:lnTo>
                    <a:lnTo>
                      <a:pt x="2399" y="10800"/>
                    </a:lnTo>
                    <a:lnTo>
                      <a:pt x="1799" y="12505"/>
                    </a:lnTo>
                    <a:lnTo>
                      <a:pt x="599" y="14778"/>
                    </a:lnTo>
                    <a:lnTo>
                      <a:pt x="599" y="15347"/>
                    </a:lnTo>
                    <a:lnTo>
                      <a:pt x="0" y="16484"/>
                    </a:lnTo>
                    <a:lnTo>
                      <a:pt x="0" y="19326"/>
                    </a:lnTo>
                    <a:lnTo>
                      <a:pt x="599" y="20463"/>
                    </a:lnTo>
                    <a:lnTo>
                      <a:pt x="599" y="21599"/>
                    </a:lnTo>
                    <a:lnTo>
                      <a:pt x="1199" y="21599"/>
                    </a:lnTo>
                    <a:lnTo>
                      <a:pt x="2399" y="21031"/>
                    </a:lnTo>
                    <a:lnTo>
                      <a:pt x="3599" y="21031"/>
                    </a:lnTo>
                    <a:lnTo>
                      <a:pt x="7200" y="19894"/>
                    </a:lnTo>
                    <a:lnTo>
                      <a:pt x="8400" y="19326"/>
                    </a:lnTo>
                    <a:lnTo>
                      <a:pt x="13199" y="15915"/>
                    </a:lnTo>
                    <a:lnTo>
                      <a:pt x="13199" y="14778"/>
                    </a:lnTo>
                    <a:lnTo>
                      <a:pt x="13800" y="14210"/>
                    </a:lnTo>
                    <a:lnTo>
                      <a:pt x="16800" y="14210"/>
                    </a:lnTo>
                    <a:lnTo>
                      <a:pt x="21600" y="9663"/>
                    </a:lnTo>
                    <a:lnTo>
                      <a:pt x="20400" y="2842"/>
                    </a:lnTo>
                    <a:lnTo>
                      <a:pt x="20400" y="1136"/>
                    </a:lnTo>
                    <a:lnTo>
                      <a:pt x="19200" y="0"/>
                    </a:lnTo>
                    <a:lnTo>
                      <a:pt x="18000" y="568"/>
                    </a:lnTo>
                    <a:lnTo>
                      <a:pt x="14400" y="568"/>
                    </a:lnTo>
                    <a:lnTo>
                      <a:pt x="13199" y="1136"/>
                    </a:lnTo>
                    <a:lnTo>
                      <a:pt x="6599" y="1136"/>
                    </a:lnTo>
                    <a:lnTo>
                      <a:pt x="4799" y="170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7" name="AutoShape 129">
                <a:extLst>
                  <a:ext uri="{FF2B5EF4-FFF2-40B4-BE49-F238E27FC236}">
                    <a16:creationId xmlns:a16="http://schemas.microsoft.com/office/drawing/2014/main" id="{B3C125C8-81A7-5015-DC0A-B7EB30870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9868" y="715524"/>
                <a:ext cx="31660" cy="34453"/>
              </a:xfrm>
              <a:custGeom>
                <a:avLst/>
                <a:gdLst>
                  <a:gd name="T0" fmla="*/ 15830 w 21600"/>
                  <a:gd name="T1" fmla="*/ 17227 h 21600"/>
                  <a:gd name="T2" fmla="*/ 15830 w 21600"/>
                  <a:gd name="T3" fmla="*/ 17227 h 21600"/>
                  <a:gd name="T4" fmla="*/ 15830 w 21600"/>
                  <a:gd name="T5" fmla="*/ 17227 h 21600"/>
                  <a:gd name="T6" fmla="*/ 15830 w 21600"/>
                  <a:gd name="T7" fmla="*/ 172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4984"/>
                    </a:moveTo>
                    <a:lnTo>
                      <a:pt x="17672" y="0"/>
                    </a:lnTo>
                    <a:lnTo>
                      <a:pt x="19636" y="0"/>
                    </a:lnTo>
                    <a:lnTo>
                      <a:pt x="19636" y="1661"/>
                    </a:lnTo>
                    <a:lnTo>
                      <a:pt x="21600" y="3323"/>
                    </a:lnTo>
                    <a:lnTo>
                      <a:pt x="21600" y="16615"/>
                    </a:lnTo>
                    <a:lnTo>
                      <a:pt x="17672" y="18276"/>
                    </a:lnTo>
                    <a:lnTo>
                      <a:pt x="15709" y="18276"/>
                    </a:lnTo>
                    <a:lnTo>
                      <a:pt x="11781" y="19938"/>
                    </a:lnTo>
                    <a:lnTo>
                      <a:pt x="11781" y="21599"/>
                    </a:lnTo>
                    <a:lnTo>
                      <a:pt x="7854" y="21599"/>
                    </a:lnTo>
                    <a:lnTo>
                      <a:pt x="1963" y="19938"/>
                    </a:lnTo>
                    <a:lnTo>
                      <a:pt x="1963" y="18276"/>
                    </a:lnTo>
                    <a:lnTo>
                      <a:pt x="0" y="14953"/>
                    </a:lnTo>
                    <a:lnTo>
                      <a:pt x="0" y="498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8" name="AutoShape 130">
                <a:extLst>
                  <a:ext uri="{FF2B5EF4-FFF2-40B4-BE49-F238E27FC236}">
                    <a16:creationId xmlns:a16="http://schemas.microsoft.com/office/drawing/2014/main" id="{E176108A-04DC-838B-8C25-984D6EF28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529" y="768526"/>
                <a:ext cx="40894" cy="29152"/>
              </a:xfrm>
              <a:custGeom>
                <a:avLst/>
                <a:gdLst>
                  <a:gd name="T0" fmla="*/ 20447 w 21600"/>
                  <a:gd name="T1" fmla="*/ 14576 h 21600"/>
                  <a:gd name="T2" fmla="*/ 20447 w 21600"/>
                  <a:gd name="T3" fmla="*/ 14576 h 21600"/>
                  <a:gd name="T4" fmla="*/ 20447 w 21600"/>
                  <a:gd name="T5" fmla="*/ 14576 h 21600"/>
                  <a:gd name="T6" fmla="*/ 20447 w 21600"/>
                  <a:gd name="T7" fmla="*/ 1457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42" y="9818"/>
                    </a:moveTo>
                    <a:lnTo>
                      <a:pt x="3085" y="21599"/>
                    </a:lnTo>
                    <a:lnTo>
                      <a:pt x="21600" y="3927"/>
                    </a:lnTo>
                    <a:lnTo>
                      <a:pt x="18514" y="0"/>
                    </a:lnTo>
                    <a:lnTo>
                      <a:pt x="15428" y="0"/>
                    </a:lnTo>
                    <a:lnTo>
                      <a:pt x="10800" y="1963"/>
                    </a:lnTo>
                    <a:lnTo>
                      <a:pt x="0" y="7854"/>
                    </a:lnTo>
                    <a:lnTo>
                      <a:pt x="1542" y="9818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79" name="AutoShape 131">
                <a:extLst>
                  <a:ext uri="{FF2B5EF4-FFF2-40B4-BE49-F238E27FC236}">
                    <a16:creationId xmlns:a16="http://schemas.microsoft.com/office/drawing/2014/main" id="{E0D3CE62-9C47-6ACF-AC4E-F44F9AB73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11" y="5300"/>
                <a:ext cx="378595" cy="325962"/>
              </a:xfrm>
              <a:custGeom>
                <a:avLst/>
                <a:gdLst>
                  <a:gd name="T0" fmla="*/ 189298 w 21600"/>
                  <a:gd name="T1" fmla="*/ 162981 h 21600"/>
                  <a:gd name="T2" fmla="*/ 189298 w 21600"/>
                  <a:gd name="T3" fmla="*/ 162981 h 21600"/>
                  <a:gd name="T4" fmla="*/ 189298 w 21600"/>
                  <a:gd name="T5" fmla="*/ 162981 h 21600"/>
                  <a:gd name="T6" fmla="*/ 189298 w 21600"/>
                  <a:gd name="T7" fmla="*/ 16298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32" y="12643"/>
                    </a:moveTo>
                    <a:lnTo>
                      <a:pt x="0" y="11239"/>
                    </a:lnTo>
                    <a:lnTo>
                      <a:pt x="996" y="10712"/>
                    </a:lnTo>
                    <a:lnTo>
                      <a:pt x="1661" y="10009"/>
                    </a:lnTo>
                    <a:lnTo>
                      <a:pt x="2824" y="9658"/>
                    </a:lnTo>
                    <a:lnTo>
                      <a:pt x="7144" y="8078"/>
                    </a:lnTo>
                    <a:lnTo>
                      <a:pt x="7310" y="7024"/>
                    </a:lnTo>
                    <a:lnTo>
                      <a:pt x="7310" y="6673"/>
                    </a:lnTo>
                    <a:lnTo>
                      <a:pt x="7643" y="6497"/>
                    </a:lnTo>
                    <a:lnTo>
                      <a:pt x="7809" y="6321"/>
                    </a:lnTo>
                    <a:lnTo>
                      <a:pt x="9138" y="6321"/>
                    </a:lnTo>
                    <a:lnTo>
                      <a:pt x="8473" y="5619"/>
                    </a:lnTo>
                    <a:lnTo>
                      <a:pt x="8141" y="4917"/>
                    </a:lnTo>
                    <a:lnTo>
                      <a:pt x="8141" y="3512"/>
                    </a:lnTo>
                    <a:lnTo>
                      <a:pt x="7809" y="2809"/>
                    </a:lnTo>
                    <a:lnTo>
                      <a:pt x="7476" y="2634"/>
                    </a:lnTo>
                    <a:lnTo>
                      <a:pt x="7144" y="2634"/>
                    </a:lnTo>
                    <a:lnTo>
                      <a:pt x="7310" y="2458"/>
                    </a:lnTo>
                    <a:lnTo>
                      <a:pt x="7643" y="2282"/>
                    </a:lnTo>
                    <a:lnTo>
                      <a:pt x="7809" y="2107"/>
                    </a:lnTo>
                    <a:lnTo>
                      <a:pt x="9636" y="1404"/>
                    </a:lnTo>
                    <a:lnTo>
                      <a:pt x="9969" y="1229"/>
                    </a:lnTo>
                    <a:lnTo>
                      <a:pt x="10467" y="1229"/>
                    </a:lnTo>
                    <a:lnTo>
                      <a:pt x="10800" y="1053"/>
                    </a:lnTo>
                    <a:lnTo>
                      <a:pt x="11298" y="878"/>
                    </a:lnTo>
                    <a:lnTo>
                      <a:pt x="11630" y="878"/>
                    </a:lnTo>
                    <a:lnTo>
                      <a:pt x="11796" y="702"/>
                    </a:lnTo>
                    <a:lnTo>
                      <a:pt x="12295" y="702"/>
                    </a:lnTo>
                    <a:lnTo>
                      <a:pt x="13126" y="351"/>
                    </a:lnTo>
                    <a:lnTo>
                      <a:pt x="14621" y="351"/>
                    </a:lnTo>
                    <a:lnTo>
                      <a:pt x="16449" y="175"/>
                    </a:lnTo>
                    <a:lnTo>
                      <a:pt x="16781" y="0"/>
                    </a:lnTo>
                    <a:lnTo>
                      <a:pt x="17113" y="0"/>
                    </a:lnTo>
                    <a:lnTo>
                      <a:pt x="17446" y="175"/>
                    </a:lnTo>
                    <a:lnTo>
                      <a:pt x="17778" y="175"/>
                    </a:lnTo>
                    <a:lnTo>
                      <a:pt x="18276" y="702"/>
                    </a:lnTo>
                    <a:lnTo>
                      <a:pt x="18110" y="702"/>
                    </a:lnTo>
                    <a:lnTo>
                      <a:pt x="18110" y="878"/>
                    </a:lnTo>
                    <a:lnTo>
                      <a:pt x="17944" y="1229"/>
                    </a:lnTo>
                    <a:lnTo>
                      <a:pt x="17944" y="2107"/>
                    </a:lnTo>
                    <a:lnTo>
                      <a:pt x="17778" y="2107"/>
                    </a:lnTo>
                    <a:lnTo>
                      <a:pt x="17778" y="2634"/>
                    </a:lnTo>
                    <a:lnTo>
                      <a:pt x="17612" y="2985"/>
                    </a:lnTo>
                    <a:lnTo>
                      <a:pt x="17446" y="2985"/>
                    </a:lnTo>
                    <a:lnTo>
                      <a:pt x="17446" y="3512"/>
                    </a:lnTo>
                    <a:lnTo>
                      <a:pt x="17612" y="3863"/>
                    </a:lnTo>
                    <a:lnTo>
                      <a:pt x="17612" y="4214"/>
                    </a:lnTo>
                    <a:lnTo>
                      <a:pt x="17778" y="4390"/>
                    </a:lnTo>
                    <a:lnTo>
                      <a:pt x="17778" y="4917"/>
                    </a:lnTo>
                    <a:lnTo>
                      <a:pt x="17944" y="5268"/>
                    </a:lnTo>
                    <a:lnTo>
                      <a:pt x="18110" y="5268"/>
                    </a:lnTo>
                    <a:lnTo>
                      <a:pt x="18276" y="5443"/>
                    </a:lnTo>
                    <a:lnTo>
                      <a:pt x="18276" y="5619"/>
                    </a:lnTo>
                    <a:lnTo>
                      <a:pt x="18443" y="6497"/>
                    </a:lnTo>
                    <a:lnTo>
                      <a:pt x="18609" y="7726"/>
                    </a:lnTo>
                    <a:lnTo>
                      <a:pt x="18941" y="8956"/>
                    </a:lnTo>
                    <a:lnTo>
                      <a:pt x="19440" y="9658"/>
                    </a:lnTo>
                    <a:lnTo>
                      <a:pt x="19440" y="10536"/>
                    </a:lnTo>
                    <a:lnTo>
                      <a:pt x="19606" y="11063"/>
                    </a:lnTo>
                    <a:lnTo>
                      <a:pt x="19606" y="11414"/>
                    </a:lnTo>
                    <a:lnTo>
                      <a:pt x="19772" y="11765"/>
                    </a:lnTo>
                    <a:lnTo>
                      <a:pt x="19772" y="12292"/>
                    </a:lnTo>
                    <a:lnTo>
                      <a:pt x="19938" y="12468"/>
                    </a:lnTo>
                    <a:lnTo>
                      <a:pt x="20270" y="12643"/>
                    </a:lnTo>
                    <a:lnTo>
                      <a:pt x="20270" y="13521"/>
                    </a:lnTo>
                    <a:lnTo>
                      <a:pt x="20436" y="13873"/>
                    </a:lnTo>
                    <a:lnTo>
                      <a:pt x="20104" y="14575"/>
                    </a:lnTo>
                    <a:lnTo>
                      <a:pt x="20436" y="14926"/>
                    </a:lnTo>
                    <a:lnTo>
                      <a:pt x="20436" y="15804"/>
                    </a:lnTo>
                    <a:lnTo>
                      <a:pt x="20603" y="16156"/>
                    </a:lnTo>
                    <a:lnTo>
                      <a:pt x="20769" y="16331"/>
                    </a:lnTo>
                    <a:lnTo>
                      <a:pt x="21600" y="17560"/>
                    </a:lnTo>
                    <a:lnTo>
                      <a:pt x="15950" y="20721"/>
                    </a:lnTo>
                    <a:lnTo>
                      <a:pt x="12627" y="21599"/>
                    </a:lnTo>
                    <a:lnTo>
                      <a:pt x="12295" y="20195"/>
                    </a:lnTo>
                    <a:lnTo>
                      <a:pt x="9969" y="20195"/>
                    </a:lnTo>
                    <a:lnTo>
                      <a:pt x="332" y="1264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0" name="AutoShape 132">
                <a:extLst>
                  <a:ext uri="{FF2B5EF4-FFF2-40B4-BE49-F238E27FC236}">
                    <a16:creationId xmlns:a16="http://schemas.microsoft.com/office/drawing/2014/main" id="{539D27D7-6093-77C7-066D-CC9F24801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3" y="188156"/>
                <a:ext cx="163575" cy="129856"/>
              </a:xfrm>
              <a:custGeom>
                <a:avLst/>
                <a:gdLst>
                  <a:gd name="T0" fmla="*/ 81788 w 21600"/>
                  <a:gd name="T1" fmla="*/ 64928 h 21600"/>
                  <a:gd name="T2" fmla="*/ 81788 w 21600"/>
                  <a:gd name="T3" fmla="*/ 64928 h 21600"/>
                  <a:gd name="T4" fmla="*/ 81788 w 21600"/>
                  <a:gd name="T5" fmla="*/ 64928 h 21600"/>
                  <a:gd name="T6" fmla="*/ 81788 w 21600"/>
                  <a:gd name="T7" fmla="*/ 649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0718"/>
                    </a:moveTo>
                    <a:lnTo>
                      <a:pt x="0" y="18955"/>
                    </a:lnTo>
                    <a:lnTo>
                      <a:pt x="1157" y="16310"/>
                    </a:lnTo>
                    <a:lnTo>
                      <a:pt x="1928" y="15428"/>
                    </a:lnTo>
                    <a:lnTo>
                      <a:pt x="5399" y="14106"/>
                    </a:lnTo>
                    <a:lnTo>
                      <a:pt x="6171" y="13665"/>
                    </a:lnTo>
                    <a:lnTo>
                      <a:pt x="6171" y="12342"/>
                    </a:lnTo>
                    <a:lnTo>
                      <a:pt x="5785" y="11902"/>
                    </a:lnTo>
                    <a:lnTo>
                      <a:pt x="5399" y="11902"/>
                    </a:lnTo>
                    <a:lnTo>
                      <a:pt x="4628" y="9257"/>
                    </a:lnTo>
                    <a:lnTo>
                      <a:pt x="5399" y="7934"/>
                    </a:lnTo>
                    <a:lnTo>
                      <a:pt x="5785" y="7053"/>
                    </a:lnTo>
                    <a:lnTo>
                      <a:pt x="6942" y="6171"/>
                    </a:lnTo>
                    <a:lnTo>
                      <a:pt x="8485" y="5289"/>
                    </a:lnTo>
                    <a:lnTo>
                      <a:pt x="9257" y="5289"/>
                    </a:lnTo>
                    <a:lnTo>
                      <a:pt x="9642" y="3526"/>
                    </a:lnTo>
                    <a:lnTo>
                      <a:pt x="10028" y="2644"/>
                    </a:lnTo>
                    <a:lnTo>
                      <a:pt x="10028" y="2204"/>
                    </a:lnTo>
                    <a:lnTo>
                      <a:pt x="10414" y="2204"/>
                    </a:lnTo>
                    <a:lnTo>
                      <a:pt x="10800" y="881"/>
                    </a:lnTo>
                    <a:lnTo>
                      <a:pt x="11571" y="0"/>
                    </a:lnTo>
                    <a:lnTo>
                      <a:pt x="12728" y="0"/>
                    </a:lnTo>
                    <a:lnTo>
                      <a:pt x="21600" y="1322"/>
                    </a:lnTo>
                    <a:lnTo>
                      <a:pt x="21600" y="4408"/>
                    </a:lnTo>
                    <a:lnTo>
                      <a:pt x="16971" y="4408"/>
                    </a:lnTo>
                    <a:lnTo>
                      <a:pt x="16585" y="3967"/>
                    </a:lnTo>
                    <a:lnTo>
                      <a:pt x="16199" y="3967"/>
                    </a:lnTo>
                    <a:lnTo>
                      <a:pt x="15814" y="4408"/>
                    </a:lnTo>
                    <a:lnTo>
                      <a:pt x="15814" y="6612"/>
                    </a:lnTo>
                    <a:lnTo>
                      <a:pt x="15428" y="8375"/>
                    </a:lnTo>
                    <a:lnTo>
                      <a:pt x="15428" y="12783"/>
                    </a:lnTo>
                    <a:lnTo>
                      <a:pt x="15042" y="13224"/>
                    </a:lnTo>
                    <a:lnTo>
                      <a:pt x="12728" y="13224"/>
                    </a:lnTo>
                    <a:lnTo>
                      <a:pt x="11957" y="14106"/>
                    </a:lnTo>
                    <a:lnTo>
                      <a:pt x="11571" y="14987"/>
                    </a:lnTo>
                    <a:lnTo>
                      <a:pt x="11571" y="16310"/>
                    </a:lnTo>
                    <a:lnTo>
                      <a:pt x="11185" y="21599"/>
                    </a:lnTo>
                    <a:lnTo>
                      <a:pt x="0" y="2071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1" name="AutoShape 133">
                <a:extLst>
                  <a:ext uri="{FF2B5EF4-FFF2-40B4-BE49-F238E27FC236}">
                    <a16:creationId xmlns:a16="http://schemas.microsoft.com/office/drawing/2014/main" id="{949ECA79-0A62-226C-15CD-4225308CE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" y="196106"/>
                <a:ext cx="230851" cy="241160"/>
              </a:xfrm>
              <a:custGeom>
                <a:avLst/>
                <a:gdLst>
                  <a:gd name="T0" fmla="*/ 115426 w 21600"/>
                  <a:gd name="T1" fmla="*/ 120580 h 21600"/>
                  <a:gd name="T2" fmla="*/ 115426 w 21600"/>
                  <a:gd name="T3" fmla="*/ 120580 h 21600"/>
                  <a:gd name="T4" fmla="*/ 115426 w 21600"/>
                  <a:gd name="T5" fmla="*/ 120580 h 21600"/>
                  <a:gd name="T6" fmla="*/ 115426 w 21600"/>
                  <a:gd name="T7" fmla="*/ 12058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9463"/>
                    </a:moveTo>
                    <a:lnTo>
                      <a:pt x="546" y="18751"/>
                    </a:lnTo>
                    <a:lnTo>
                      <a:pt x="820" y="18276"/>
                    </a:lnTo>
                    <a:lnTo>
                      <a:pt x="1913" y="17327"/>
                    </a:lnTo>
                    <a:lnTo>
                      <a:pt x="2187" y="17327"/>
                    </a:lnTo>
                    <a:lnTo>
                      <a:pt x="2460" y="16852"/>
                    </a:lnTo>
                    <a:lnTo>
                      <a:pt x="2460" y="15665"/>
                    </a:lnTo>
                    <a:lnTo>
                      <a:pt x="1913" y="14716"/>
                    </a:lnTo>
                    <a:lnTo>
                      <a:pt x="1640" y="14479"/>
                    </a:lnTo>
                    <a:lnTo>
                      <a:pt x="1640" y="14241"/>
                    </a:lnTo>
                    <a:lnTo>
                      <a:pt x="820" y="13054"/>
                    </a:lnTo>
                    <a:lnTo>
                      <a:pt x="2187" y="11393"/>
                    </a:lnTo>
                    <a:lnTo>
                      <a:pt x="820" y="10443"/>
                    </a:lnTo>
                    <a:lnTo>
                      <a:pt x="1913" y="10443"/>
                    </a:lnTo>
                    <a:lnTo>
                      <a:pt x="8749" y="10918"/>
                    </a:lnTo>
                    <a:lnTo>
                      <a:pt x="9022" y="8070"/>
                    </a:lnTo>
                    <a:lnTo>
                      <a:pt x="9022" y="7358"/>
                    </a:lnTo>
                    <a:lnTo>
                      <a:pt x="9296" y="6883"/>
                    </a:lnTo>
                    <a:lnTo>
                      <a:pt x="9843" y="6408"/>
                    </a:lnTo>
                    <a:lnTo>
                      <a:pt x="11483" y="6408"/>
                    </a:lnTo>
                    <a:lnTo>
                      <a:pt x="11756" y="6171"/>
                    </a:lnTo>
                    <a:lnTo>
                      <a:pt x="11756" y="3797"/>
                    </a:lnTo>
                    <a:lnTo>
                      <a:pt x="12030" y="2848"/>
                    </a:lnTo>
                    <a:lnTo>
                      <a:pt x="12030" y="1661"/>
                    </a:lnTo>
                    <a:lnTo>
                      <a:pt x="12303" y="1424"/>
                    </a:lnTo>
                    <a:lnTo>
                      <a:pt x="12577" y="1424"/>
                    </a:lnTo>
                    <a:lnTo>
                      <a:pt x="12850" y="1661"/>
                    </a:lnTo>
                    <a:lnTo>
                      <a:pt x="16131" y="1661"/>
                    </a:lnTo>
                    <a:lnTo>
                      <a:pt x="16131" y="0"/>
                    </a:lnTo>
                    <a:lnTo>
                      <a:pt x="21600" y="3323"/>
                    </a:lnTo>
                    <a:lnTo>
                      <a:pt x="18592" y="3323"/>
                    </a:lnTo>
                    <a:lnTo>
                      <a:pt x="18592" y="3797"/>
                    </a:lnTo>
                    <a:lnTo>
                      <a:pt x="19412" y="16852"/>
                    </a:lnTo>
                    <a:lnTo>
                      <a:pt x="19686" y="17327"/>
                    </a:lnTo>
                    <a:lnTo>
                      <a:pt x="19686" y="17564"/>
                    </a:lnTo>
                    <a:lnTo>
                      <a:pt x="19959" y="18039"/>
                    </a:lnTo>
                    <a:lnTo>
                      <a:pt x="19959" y="18514"/>
                    </a:lnTo>
                    <a:lnTo>
                      <a:pt x="19139" y="19463"/>
                    </a:lnTo>
                    <a:lnTo>
                      <a:pt x="12030" y="18751"/>
                    </a:lnTo>
                    <a:lnTo>
                      <a:pt x="11483" y="19226"/>
                    </a:lnTo>
                    <a:lnTo>
                      <a:pt x="11210" y="19226"/>
                    </a:lnTo>
                    <a:lnTo>
                      <a:pt x="10936" y="18989"/>
                    </a:lnTo>
                    <a:lnTo>
                      <a:pt x="10663" y="18989"/>
                    </a:lnTo>
                    <a:lnTo>
                      <a:pt x="10389" y="19226"/>
                    </a:lnTo>
                    <a:lnTo>
                      <a:pt x="10389" y="20175"/>
                    </a:lnTo>
                    <a:lnTo>
                      <a:pt x="10116" y="20413"/>
                    </a:lnTo>
                    <a:lnTo>
                      <a:pt x="9843" y="20413"/>
                    </a:lnTo>
                    <a:lnTo>
                      <a:pt x="9843" y="20650"/>
                    </a:lnTo>
                    <a:lnTo>
                      <a:pt x="9296" y="21125"/>
                    </a:lnTo>
                    <a:lnTo>
                      <a:pt x="9022" y="21599"/>
                    </a:lnTo>
                    <a:lnTo>
                      <a:pt x="8475" y="21599"/>
                    </a:lnTo>
                    <a:lnTo>
                      <a:pt x="8475" y="21362"/>
                    </a:lnTo>
                    <a:lnTo>
                      <a:pt x="8202" y="21125"/>
                    </a:lnTo>
                    <a:lnTo>
                      <a:pt x="7382" y="21125"/>
                    </a:lnTo>
                    <a:lnTo>
                      <a:pt x="6835" y="20887"/>
                    </a:lnTo>
                    <a:lnTo>
                      <a:pt x="6288" y="20413"/>
                    </a:lnTo>
                    <a:lnTo>
                      <a:pt x="6015" y="19701"/>
                    </a:lnTo>
                    <a:lnTo>
                      <a:pt x="5741" y="19701"/>
                    </a:lnTo>
                    <a:lnTo>
                      <a:pt x="5468" y="19226"/>
                    </a:lnTo>
                    <a:lnTo>
                      <a:pt x="4374" y="18751"/>
                    </a:lnTo>
                    <a:lnTo>
                      <a:pt x="3554" y="18514"/>
                    </a:lnTo>
                    <a:lnTo>
                      <a:pt x="2734" y="18514"/>
                    </a:lnTo>
                    <a:lnTo>
                      <a:pt x="0" y="1946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2" name="AutoShape 134">
                <a:extLst>
                  <a:ext uri="{FF2B5EF4-FFF2-40B4-BE49-F238E27FC236}">
                    <a16:creationId xmlns:a16="http://schemas.microsoft.com/office/drawing/2014/main" id="{75AD994D-79D7-9DA3-99EA-3D0DC8FEB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06" y="458466"/>
                <a:ext cx="58043" cy="37102"/>
              </a:xfrm>
              <a:custGeom>
                <a:avLst/>
                <a:gdLst>
                  <a:gd name="T0" fmla="*/ 29022 w 21600"/>
                  <a:gd name="T1" fmla="*/ 18551 h 21600"/>
                  <a:gd name="T2" fmla="*/ 29022 w 21600"/>
                  <a:gd name="T3" fmla="*/ 18551 h 21600"/>
                  <a:gd name="T4" fmla="*/ 29022 w 21600"/>
                  <a:gd name="T5" fmla="*/ 18551 h 21600"/>
                  <a:gd name="T6" fmla="*/ 29022 w 21600"/>
                  <a:gd name="T7" fmla="*/ 1855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959" y="0"/>
                    </a:moveTo>
                    <a:lnTo>
                      <a:pt x="10800" y="0"/>
                    </a:lnTo>
                    <a:lnTo>
                      <a:pt x="9719" y="1542"/>
                    </a:lnTo>
                    <a:lnTo>
                      <a:pt x="7560" y="1542"/>
                    </a:lnTo>
                    <a:lnTo>
                      <a:pt x="4320" y="3085"/>
                    </a:lnTo>
                    <a:lnTo>
                      <a:pt x="0" y="6171"/>
                    </a:lnTo>
                    <a:lnTo>
                      <a:pt x="1080" y="9257"/>
                    </a:lnTo>
                    <a:lnTo>
                      <a:pt x="3240" y="12342"/>
                    </a:lnTo>
                    <a:lnTo>
                      <a:pt x="5400" y="16971"/>
                    </a:lnTo>
                    <a:lnTo>
                      <a:pt x="8640" y="21599"/>
                    </a:lnTo>
                    <a:lnTo>
                      <a:pt x="9719" y="21599"/>
                    </a:lnTo>
                    <a:lnTo>
                      <a:pt x="10800" y="20057"/>
                    </a:lnTo>
                    <a:lnTo>
                      <a:pt x="12959" y="20057"/>
                    </a:lnTo>
                    <a:lnTo>
                      <a:pt x="17279" y="16971"/>
                    </a:lnTo>
                    <a:lnTo>
                      <a:pt x="19439" y="16971"/>
                    </a:lnTo>
                    <a:lnTo>
                      <a:pt x="20520" y="15428"/>
                    </a:lnTo>
                    <a:lnTo>
                      <a:pt x="20520" y="12342"/>
                    </a:lnTo>
                    <a:lnTo>
                      <a:pt x="21599" y="12342"/>
                    </a:lnTo>
                    <a:lnTo>
                      <a:pt x="20520" y="6171"/>
                    </a:lnTo>
                    <a:lnTo>
                      <a:pt x="20520" y="1542"/>
                    </a:lnTo>
                    <a:lnTo>
                      <a:pt x="1295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3" name="AutoShape 135">
                <a:extLst>
                  <a:ext uri="{FF2B5EF4-FFF2-40B4-BE49-F238E27FC236}">
                    <a16:creationId xmlns:a16="http://schemas.microsoft.com/office/drawing/2014/main" id="{F5335947-2E6C-4AD4-5F1A-6294814E3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" y="402814"/>
                <a:ext cx="96299" cy="66253"/>
              </a:xfrm>
              <a:custGeom>
                <a:avLst/>
                <a:gdLst>
                  <a:gd name="T0" fmla="*/ 48150 w 21600"/>
                  <a:gd name="T1" fmla="*/ 33127 h 21600"/>
                  <a:gd name="T2" fmla="*/ 48150 w 21600"/>
                  <a:gd name="T3" fmla="*/ 33127 h 21600"/>
                  <a:gd name="T4" fmla="*/ 48150 w 21600"/>
                  <a:gd name="T5" fmla="*/ 33127 h 21600"/>
                  <a:gd name="T6" fmla="*/ 48150 w 21600"/>
                  <a:gd name="T7" fmla="*/ 331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54" y="12960"/>
                    </a:moveTo>
                    <a:lnTo>
                      <a:pt x="654" y="9503"/>
                    </a:lnTo>
                    <a:lnTo>
                      <a:pt x="0" y="6911"/>
                    </a:lnTo>
                    <a:lnTo>
                      <a:pt x="0" y="2591"/>
                    </a:lnTo>
                    <a:lnTo>
                      <a:pt x="654" y="2591"/>
                    </a:lnTo>
                    <a:lnTo>
                      <a:pt x="6545" y="0"/>
                    </a:lnTo>
                    <a:lnTo>
                      <a:pt x="8509" y="0"/>
                    </a:lnTo>
                    <a:lnTo>
                      <a:pt x="12436" y="1727"/>
                    </a:lnTo>
                    <a:lnTo>
                      <a:pt x="13090" y="3455"/>
                    </a:lnTo>
                    <a:lnTo>
                      <a:pt x="13745" y="4319"/>
                    </a:lnTo>
                    <a:lnTo>
                      <a:pt x="14400" y="4319"/>
                    </a:lnTo>
                    <a:lnTo>
                      <a:pt x="15709" y="7775"/>
                    </a:lnTo>
                    <a:lnTo>
                      <a:pt x="16363" y="8639"/>
                    </a:lnTo>
                    <a:lnTo>
                      <a:pt x="18327" y="9503"/>
                    </a:lnTo>
                    <a:lnTo>
                      <a:pt x="19636" y="10367"/>
                    </a:lnTo>
                    <a:lnTo>
                      <a:pt x="20290" y="11232"/>
                    </a:lnTo>
                    <a:lnTo>
                      <a:pt x="20945" y="11232"/>
                    </a:lnTo>
                    <a:lnTo>
                      <a:pt x="20945" y="15552"/>
                    </a:lnTo>
                    <a:lnTo>
                      <a:pt x="21600" y="18144"/>
                    </a:lnTo>
                    <a:lnTo>
                      <a:pt x="21600" y="19008"/>
                    </a:lnTo>
                    <a:lnTo>
                      <a:pt x="13090" y="19008"/>
                    </a:lnTo>
                    <a:lnTo>
                      <a:pt x="12436" y="18144"/>
                    </a:lnTo>
                    <a:lnTo>
                      <a:pt x="11127" y="18144"/>
                    </a:lnTo>
                    <a:lnTo>
                      <a:pt x="9818" y="19008"/>
                    </a:lnTo>
                    <a:lnTo>
                      <a:pt x="8509" y="19008"/>
                    </a:lnTo>
                    <a:lnTo>
                      <a:pt x="5890" y="20736"/>
                    </a:lnTo>
                    <a:lnTo>
                      <a:pt x="5236" y="20736"/>
                    </a:lnTo>
                    <a:lnTo>
                      <a:pt x="4581" y="21600"/>
                    </a:lnTo>
                    <a:lnTo>
                      <a:pt x="3927" y="19872"/>
                    </a:lnTo>
                    <a:lnTo>
                      <a:pt x="1963" y="17280"/>
                    </a:lnTo>
                    <a:lnTo>
                      <a:pt x="1309" y="15552"/>
                    </a:lnTo>
                    <a:lnTo>
                      <a:pt x="654" y="1296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4" name="AutoShape 136">
                <a:extLst>
                  <a:ext uri="{FF2B5EF4-FFF2-40B4-BE49-F238E27FC236}">
                    <a16:creationId xmlns:a16="http://schemas.microsoft.com/office/drawing/2014/main" id="{4D5A4FB4-56D0-9271-AF87-AF2571CA6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5" y="429314"/>
                <a:ext cx="60682" cy="13252"/>
              </a:xfrm>
              <a:custGeom>
                <a:avLst/>
                <a:gdLst>
                  <a:gd name="T0" fmla="*/ 30341 w 21600"/>
                  <a:gd name="T1" fmla="*/ 6626 h 21600"/>
                  <a:gd name="T2" fmla="*/ 30341 w 21600"/>
                  <a:gd name="T3" fmla="*/ 6626 h 21600"/>
                  <a:gd name="T4" fmla="*/ 30341 w 21600"/>
                  <a:gd name="T5" fmla="*/ 6626 h 21600"/>
                  <a:gd name="T6" fmla="*/ 30341 w 21600"/>
                  <a:gd name="T7" fmla="*/ 66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0" y="17279"/>
                    </a:lnTo>
                    <a:lnTo>
                      <a:pt x="1028" y="17279"/>
                    </a:lnTo>
                    <a:lnTo>
                      <a:pt x="3085" y="12959"/>
                    </a:lnTo>
                    <a:lnTo>
                      <a:pt x="5142" y="12959"/>
                    </a:lnTo>
                    <a:lnTo>
                      <a:pt x="11314" y="21599"/>
                    </a:lnTo>
                    <a:lnTo>
                      <a:pt x="14400" y="21599"/>
                    </a:lnTo>
                    <a:lnTo>
                      <a:pt x="15428" y="17279"/>
                    </a:lnTo>
                    <a:lnTo>
                      <a:pt x="16457" y="17279"/>
                    </a:lnTo>
                    <a:lnTo>
                      <a:pt x="17485" y="12959"/>
                    </a:lnTo>
                    <a:lnTo>
                      <a:pt x="21599" y="12959"/>
                    </a:lnTo>
                    <a:lnTo>
                      <a:pt x="21599" y="8640"/>
                    </a:lnTo>
                    <a:lnTo>
                      <a:pt x="20571" y="8640"/>
                    </a:lnTo>
                    <a:lnTo>
                      <a:pt x="16457" y="0"/>
                    </a:lnTo>
                    <a:lnTo>
                      <a:pt x="14400" y="0"/>
                    </a:lnTo>
                    <a:lnTo>
                      <a:pt x="12342" y="4320"/>
                    </a:lnTo>
                    <a:lnTo>
                      <a:pt x="6171" y="4320"/>
                    </a:lnTo>
                    <a:lnTo>
                      <a:pt x="514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5" name="AutoShape 137">
                <a:extLst>
                  <a:ext uri="{FF2B5EF4-FFF2-40B4-BE49-F238E27FC236}">
                    <a16:creationId xmlns:a16="http://schemas.microsoft.com/office/drawing/2014/main" id="{E47DFA7D-62C7-14B5-7021-E2A1C84B7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03" y="540618"/>
                <a:ext cx="121362" cy="74204"/>
              </a:xfrm>
              <a:custGeom>
                <a:avLst/>
                <a:gdLst>
                  <a:gd name="T0" fmla="*/ 60681 w 21600"/>
                  <a:gd name="T1" fmla="*/ 37102 h 21600"/>
                  <a:gd name="T2" fmla="*/ 60681 w 21600"/>
                  <a:gd name="T3" fmla="*/ 37102 h 21600"/>
                  <a:gd name="T4" fmla="*/ 60681 w 21600"/>
                  <a:gd name="T5" fmla="*/ 37102 h 21600"/>
                  <a:gd name="T6" fmla="*/ 60681 w 21600"/>
                  <a:gd name="T7" fmla="*/ 371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171" y="16971"/>
                    </a:moveTo>
                    <a:lnTo>
                      <a:pt x="5657" y="14657"/>
                    </a:lnTo>
                    <a:lnTo>
                      <a:pt x="0" y="7714"/>
                    </a:lnTo>
                    <a:lnTo>
                      <a:pt x="1028" y="6942"/>
                    </a:lnTo>
                    <a:lnTo>
                      <a:pt x="1542" y="6171"/>
                    </a:lnTo>
                    <a:lnTo>
                      <a:pt x="3085" y="4628"/>
                    </a:lnTo>
                    <a:lnTo>
                      <a:pt x="3600" y="3085"/>
                    </a:lnTo>
                    <a:lnTo>
                      <a:pt x="4114" y="0"/>
                    </a:lnTo>
                    <a:lnTo>
                      <a:pt x="7200" y="0"/>
                    </a:lnTo>
                    <a:lnTo>
                      <a:pt x="7714" y="771"/>
                    </a:lnTo>
                    <a:lnTo>
                      <a:pt x="9771" y="2314"/>
                    </a:lnTo>
                    <a:lnTo>
                      <a:pt x="10285" y="3085"/>
                    </a:lnTo>
                    <a:lnTo>
                      <a:pt x="11314" y="3857"/>
                    </a:lnTo>
                    <a:lnTo>
                      <a:pt x="11828" y="3857"/>
                    </a:lnTo>
                    <a:lnTo>
                      <a:pt x="11828" y="3085"/>
                    </a:lnTo>
                    <a:lnTo>
                      <a:pt x="12342" y="3085"/>
                    </a:lnTo>
                    <a:lnTo>
                      <a:pt x="13371" y="1542"/>
                    </a:lnTo>
                    <a:lnTo>
                      <a:pt x="14914" y="1542"/>
                    </a:lnTo>
                    <a:lnTo>
                      <a:pt x="15942" y="2314"/>
                    </a:lnTo>
                    <a:lnTo>
                      <a:pt x="16457" y="3857"/>
                    </a:lnTo>
                    <a:lnTo>
                      <a:pt x="16457" y="6942"/>
                    </a:lnTo>
                    <a:lnTo>
                      <a:pt x="16971" y="8485"/>
                    </a:lnTo>
                    <a:lnTo>
                      <a:pt x="18000" y="9257"/>
                    </a:lnTo>
                    <a:lnTo>
                      <a:pt x="20057" y="9257"/>
                    </a:lnTo>
                    <a:lnTo>
                      <a:pt x="20571" y="10028"/>
                    </a:lnTo>
                    <a:lnTo>
                      <a:pt x="21085" y="11571"/>
                    </a:lnTo>
                    <a:lnTo>
                      <a:pt x="21599" y="13885"/>
                    </a:lnTo>
                    <a:lnTo>
                      <a:pt x="21085" y="15428"/>
                    </a:lnTo>
                    <a:lnTo>
                      <a:pt x="21085" y="16199"/>
                    </a:lnTo>
                    <a:lnTo>
                      <a:pt x="20571" y="16971"/>
                    </a:lnTo>
                    <a:lnTo>
                      <a:pt x="20571" y="17742"/>
                    </a:lnTo>
                    <a:lnTo>
                      <a:pt x="12342" y="21599"/>
                    </a:lnTo>
                    <a:lnTo>
                      <a:pt x="11314" y="21599"/>
                    </a:lnTo>
                    <a:lnTo>
                      <a:pt x="8228" y="20057"/>
                    </a:lnTo>
                    <a:lnTo>
                      <a:pt x="7200" y="19285"/>
                    </a:lnTo>
                    <a:lnTo>
                      <a:pt x="6685" y="18514"/>
                    </a:lnTo>
                    <a:lnTo>
                      <a:pt x="6171" y="169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86" name="AutoShape 138">
                <a:extLst>
                  <a:ext uri="{FF2B5EF4-FFF2-40B4-BE49-F238E27FC236}">
                    <a16:creationId xmlns:a16="http://schemas.microsoft.com/office/drawing/2014/main" id="{528EB9F4-873E-CC2E-BB82-89749536A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020" y="508817"/>
                <a:ext cx="52767" cy="58303"/>
              </a:xfrm>
              <a:custGeom>
                <a:avLst/>
                <a:gdLst>
                  <a:gd name="T0" fmla="*/ 26384 w 21600"/>
                  <a:gd name="T1" fmla="*/ 29152 h 21600"/>
                  <a:gd name="T2" fmla="*/ 26384 w 21600"/>
                  <a:gd name="T3" fmla="*/ 29152 h 21600"/>
                  <a:gd name="T4" fmla="*/ 26384 w 21600"/>
                  <a:gd name="T5" fmla="*/ 29152 h 21600"/>
                  <a:gd name="T6" fmla="*/ 26384 w 21600"/>
                  <a:gd name="T7" fmla="*/ 291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8836"/>
                    </a:moveTo>
                    <a:lnTo>
                      <a:pt x="0" y="5890"/>
                    </a:lnTo>
                    <a:lnTo>
                      <a:pt x="1199" y="3927"/>
                    </a:lnTo>
                    <a:lnTo>
                      <a:pt x="4800" y="981"/>
                    </a:lnTo>
                    <a:lnTo>
                      <a:pt x="8400" y="0"/>
                    </a:lnTo>
                    <a:lnTo>
                      <a:pt x="14400" y="0"/>
                    </a:lnTo>
                    <a:lnTo>
                      <a:pt x="15599" y="981"/>
                    </a:lnTo>
                    <a:lnTo>
                      <a:pt x="16800" y="981"/>
                    </a:lnTo>
                    <a:lnTo>
                      <a:pt x="18000" y="1963"/>
                    </a:lnTo>
                    <a:lnTo>
                      <a:pt x="19200" y="1963"/>
                    </a:lnTo>
                    <a:lnTo>
                      <a:pt x="21600" y="5890"/>
                    </a:lnTo>
                    <a:lnTo>
                      <a:pt x="21600" y="9818"/>
                    </a:lnTo>
                    <a:lnTo>
                      <a:pt x="20400" y="13745"/>
                    </a:lnTo>
                    <a:lnTo>
                      <a:pt x="18000" y="16690"/>
                    </a:lnTo>
                    <a:lnTo>
                      <a:pt x="16800" y="18654"/>
                    </a:lnTo>
                    <a:lnTo>
                      <a:pt x="14400" y="19636"/>
                    </a:lnTo>
                    <a:lnTo>
                      <a:pt x="12000" y="21599"/>
                    </a:lnTo>
                    <a:lnTo>
                      <a:pt x="9600" y="21599"/>
                    </a:lnTo>
                    <a:lnTo>
                      <a:pt x="8400" y="20618"/>
                    </a:lnTo>
                    <a:lnTo>
                      <a:pt x="6000" y="19636"/>
                    </a:lnTo>
                    <a:lnTo>
                      <a:pt x="4800" y="18654"/>
                    </a:lnTo>
                    <a:lnTo>
                      <a:pt x="0" y="883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95" name="AutoShape 139">
                <a:extLst>
                  <a:ext uri="{FF2B5EF4-FFF2-40B4-BE49-F238E27FC236}">
                    <a16:creationId xmlns:a16="http://schemas.microsoft.com/office/drawing/2014/main" id="{103C4D85-644C-2E92-56D6-3E5AA0E22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31" y="461116"/>
                <a:ext cx="146426" cy="92754"/>
              </a:xfrm>
              <a:custGeom>
                <a:avLst/>
                <a:gdLst>
                  <a:gd name="T0" fmla="*/ 73213 w 21600"/>
                  <a:gd name="T1" fmla="*/ 46377 h 21600"/>
                  <a:gd name="T2" fmla="*/ 73213 w 21600"/>
                  <a:gd name="T3" fmla="*/ 46377 h 21600"/>
                  <a:gd name="T4" fmla="*/ 73213 w 21600"/>
                  <a:gd name="T5" fmla="*/ 46377 h 21600"/>
                  <a:gd name="T6" fmla="*/ 73213 w 21600"/>
                  <a:gd name="T7" fmla="*/ 463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887" y="12342"/>
                    </a:moveTo>
                    <a:lnTo>
                      <a:pt x="0" y="8022"/>
                    </a:lnTo>
                    <a:lnTo>
                      <a:pt x="3887" y="6171"/>
                    </a:lnTo>
                    <a:lnTo>
                      <a:pt x="4751" y="4937"/>
                    </a:lnTo>
                    <a:lnTo>
                      <a:pt x="5183" y="3702"/>
                    </a:lnTo>
                    <a:lnTo>
                      <a:pt x="5183" y="2468"/>
                    </a:lnTo>
                    <a:lnTo>
                      <a:pt x="4751" y="1234"/>
                    </a:lnTo>
                    <a:lnTo>
                      <a:pt x="4751" y="0"/>
                    </a:lnTo>
                    <a:lnTo>
                      <a:pt x="7343" y="0"/>
                    </a:lnTo>
                    <a:lnTo>
                      <a:pt x="8208" y="1234"/>
                    </a:lnTo>
                    <a:lnTo>
                      <a:pt x="8208" y="1851"/>
                    </a:lnTo>
                    <a:lnTo>
                      <a:pt x="9503" y="1851"/>
                    </a:lnTo>
                    <a:lnTo>
                      <a:pt x="9935" y="2468"/>
                    </a:lnTo>
                    <a:lnTo>
                      <a:pt x="11232" y="3085"/>
                    </a:lnTo>
                    <a:lnTo>
                      <a:pt x="13391" y="3085"/>
                    </a:lnTo>
                    <a:lnTo>
                      <a:pt x="14256" y="1851"/>
                    </a:lnTo>
                    <a:lnTo>
                      <a:pt x="13824" y="1851"/>
                    </a:lnTo>
                    <a:lnTo>
                      <a:pt x="13824" y="1234"/>
                    </a:lnTo>
                    <a:lnTo>
                      <a:pt x="14256" y="1234"/>
                    </a:lnTo>
                    <a:lnTo>
                      <a:pt x="15120" y="617"/>
                    </a:lnTo>
                    <a:lnTo>
                      <a:pt x="15551" y="617"/>
                    </a:lnTo>
                    <a:lnTo>
                      <a:pt x="16416" y="1234"/>
                    </a:lnTo>
                    <a:lnTo>
                      <a:pt x="16847" y="1851"/>
                    </a:lnTo>
                    <a:lnTo>
                      <a:pt x="16847" y="3085"/>
                    </a:lnTo>
                    <a:lnTo>
                      <a:pt x="18144" y="6788"/>
                    </a:lnTo>
                    <a:lnTo>
                      <a:pt x="19007" y="8022"/>
                    </a:lnTo>
                    <a:lnTo>
                      <a:pt x="19007" y="9257"/>
                    </a:lnTo>
                    <a:lnTo>
                      <a:pt x="19440" y="11108"/>
                    </a:lnTo>
                    <a:lnTo>
                      <a:pt x="19871" y="12342"/>
                    </a:lnTo>
                    <a:lnTo>
                      <a:pt x="20735" y="15428"/>
                    </a:lnTo>
                    <a:lnTo>
                      <a:pt x="21168" y="17897"/>
                    </a:lnTo>
                    <a:lnTo>
                      <a:pt x="21600" y="19748"/>
                    </a:lnTo>
                    <a:lnTo>
                      <a:pt x="21168" y="20982"/>
                    </a:lnTo>
                    <a:lnTo>
                      <a:pt x="20735" y="21599"/>
                    </a:lnTo>
                    <a:lnTo>
                      <a:pt x="19871" y="21599"/>
                    </a:lnTo>
                    <a:lnTo>
                      <a:pt x="19007" y="20365"/>
                    </a:lnTo>
                    <a:lnTo>
                      <a:pt x="17711" y="19748"/>
                    </a:lnTo>
                    <a:lnTo>
                      <a:pt x="16847" y="18514"/>
                    </a:lnTo>
                    <a:lnTo>
                      <a:pt x="14687" y="18514"/>
                    </a:lnTo>
                    <a:lnTo>
                      <a:pt x="14687" y="14194"/>
                    </a:lnTo>
                    <a:lnTo>
                      <a:pt x="14256" y="12959"/>
                    </a:lnTo>
                    <a:lnTo>
                      <a:pt x="12527" y="11725"/>
                    </a:lnTo>
                    <a:lnTo>
                      <a:pt x="10800" y="11108"/>
                    </a:lnTo>
                    <a:lnTo>
                      <a:pt x="10367" y="11108"/>
                    </a:lnTo>
                    <a:lnTo>
                      <a:pt x="7775" y="12959"/>
                    </a:lnTo>
                    <a:lnTo>
                      <a:pt x="6912" y="14194"/>
                    </a:lnTo>
                    <a:lnTo>
                      <a:pt x="6912" y="16045"/>
                    </a:lnTo>
                    <a:lnTo>
                      <a:pt x="3887" y="123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96" name="AutoShape 140">
                <a:extLst>
                  <a:ext uri="{FF2B5EF4-FFF2-40B4-BE49-F238E27FC236}">
                    <a16:creationId xmlns:a16="http://schemas.microsoft.com/office/drawing/2014/main" id="{C64BC442-F0F6-30FD-7AE2-87A1F925D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07" y="487617"/>
                <a:ext cx="121362" cy="116605"/>
              </a:xfrm>
              <a:custGeom>
                <a:avLst/>
                <a:gdLst>
                  <a:gd name="T0" fmla="*/ 60681 w 21600"/>
                  <a:gd name="T1" fmla="*/ 58303 h 21600"/>
                  <a:gd name="T2" fmla="*/ 60681 w 21600"/>
                  <a:gd name="T3" fmla="*/ 58303 h 21600"/>
                  <a:gd name="T4" fmla="*/ 60681 w 21600"/>
                  <a:gd name="T5" fmla="*/ 58303 h 21600"/>
                  <a:gd name="T6" fmla="*/ 60681 w 21600"/>
                  <a:gd name="T7" fmla="*/ 583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21109"/>
                    </a:moveTo>
                    <a:lnTo>
                      <a:pt x="10800" y="20618"/>
                    </a:lnTo>
                    <a:lnTo>
                      <a:pt x="11314" y="20127"/>
                    </a:lnTo>
                    <a:lnTo>
                      <a:pt x="11314" y="19145"/>
                    </a:lnTo>
                    <a:lnTo>
                      <a:pt x="11828" y="18163"/>
                    </a:lnTo>
                    <a:lnTo>
                      <a:pt x="11314" y="16690"/>
                    </a:lnTo>
                    <a:lnTo>
                      <a:pt x="10285" y="15709"/>
                    </a:lnTo>
                    <a:lnTo>
                      <a:pt x="7714" y="15709"/>
                    </a:lnTo>
                    <a:lnTo>
                      <a:pt x="7200" y="15218"/>
                    </a:lnTo>
                    <a:lnTo>
                      <a:pt x="6685" y="14236"/>
                    </a:lnTo>
                    <a:lnTo>
                      <a:pt x="6685" y="11781"/>
                    </a:lnTo>
                    <a:lnTo>
                      <a:pt x="5657" y="10800"/>
                    </a:lnTo>
                    <a:lnTo>
                      <a:pt x="4628" y="10309"/>
                    </a:lnTo>
                    <a:lnTo>
                      <a:pt x="3600" y="10800"/>
                    </a:lnTo>
                    <a:lnTo>
                      <a:pt x="2571" y="11781"/>
                    </a:lnTo>
                    <a:lnTo>
                      <a:pt x="2571" y="8836"/>
                    </a:lnTo>
                    <a:lnTo>
                      <a:pt x="514" y="4909"/>
                    </a:lnTo>
                    <a:lnTo>
                      <a:pt x="514" y="3436"/>
                    </a:lnTo>
                    <a:lnTo>
                      <a:pt x="0" y="2454"/>
                    </a:lnTo>
                    <a:lnTo>
                      <a:pt x="0" y="1472"/>
                    </a:lnTo>
                    <a:lnTo>
                      <a:pt x="514" y="1472"/>
                    </a:lnTo>
                    <a:lnTo>
                      <a:pt x="1542" y="1963"/>
                    </a:lnTo>
                    <a:lnTo>
                      <a:pt x="2571" y="1963"/>
                    </a:lnTo>
                    <a:lnTo>
                      <a:pt x="4114" y="1472"/>
                    </a:lnTo>
                    <a:lnTo>
                      <a:pt x="5142" y="981"/>
                    </a:lnTo>
                    <a:lnTo>
                      <a:pt x="5657" y="981"/>
                    </a:lnTo>
                    <a:lnTo>
                      <a:pt x="5657" y="490"/>
                    </a:lnTo>
                    <a:lnTo>
                      <a:pt x="6171" y="0"/>
                    </a:lnTo>
                    <a:lnTo>
                      <a:pt x="7200" y="0"/>
                    </a:lnTo>
                    <a:lnTo>
                      <a:pt x="7714" y="490"/>
                    </a:lnTo>
                    <a:lnTo>
                      <a:pt x="7714" y="981"/>
                    </a:lnTo>
                    <a:lnTo>
                      <a:pt x="8228" y="981"/>
                    </a:lnTo>
                    <a:lnTo>
                      <a:pt x="8742" y="1472"/>
                    </a:lnTo>
                    <a:lnTo>
                      <a:pt x="9771" y="490"/>
                    </a:lnTo>
                    <a:lnTo>
                      <a:pt x="10285" y="490"/>
                    </a:lnTo>
                    <a:lnTo>
                      <a:pt x="10800" y="0"/>
                    </a:lnTo>
                    <a:lnTo>
                      <a:pt x="12857" y="0"/>
                    </a:lnTo>
                    <a:lnTo>
                      <a:pt x="14400" y="490"/>
                    </a:lnTo>
                    <a:lnTo>
                      <a:pt x="15942" y="490"/>
                    </a:lnTo>
                    <a:lnTo>
                      <a:pt x="16457" y="0"/>
                    </a:lnTo>
                    <a:lnTo>
                      <a:pt x="18514" y="0"/>
                    </a:lnTo>
                    <a:lnTo>
                      <a:pt x="19542" y="981"/>
                    </a:lnTo>
                    <a:lnTo>
                      <a:pt x="19542" y="1963"/>
                    </a:lnTo>
                    <a:lnTo>
                      <a:pt x="20057" y="2945"/>
                    </a:lnTo>
                    <a:lnTo>
                      <a:pt x="20571" y="4909"/>
                    </a:lnTo>
                    <a:lnTo>
                      <a:pt x="21085" y="7854"/>
                    </a:lnTo>
                    <a:lnTo>
                      <a:pt x="20571" y="10309"/>
                    </a:lnTo>
                    <a:lnTo>
                      <a:pt x="20571" y="11290"/>
                    </a:lnTo>
                    <a:lnTo>
                      <a:pt x="20057" y="13745"/>
                    </a:lnTo>
                    <a:lnTo>
                      <a:pt x="19542" y="16690"/>
                    </a:lnTo>
                    <a:lnTo>
                      <a:pt x="20057" y="18654"/>
                    </a:lnTo>
                    <a:lnTo>
                      <a:pt x="21599" y="21599"/>
                    </a:lnTo>
                    <a:lnTo>
                      <a:pt x="16971" y="20127"/>
                    </a:lnTo>
                    <a:lnTo>
                      <a:pt x="10800" y="2110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97" name="AutoShape 141">
                <a:extLst>
                  <a:ext uri="{FF2B5EF4-FFF2-40B4-BE49-F238E27FC236}">
                    <a16:creationId xmlns:a16="http://schemas.microsoft.com/office/drawing/2014/main" id="{A93F07A3-E12E-6A6A-71D0-4424A40A0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211" y="439915"/>
                <a:ext cx="106852" cy="50353"/>
              </a:xfrm>
              <a:custGeom>
                <a:avLst/>
                <a:gdLst>
                  <a:gd name="T0" fmla="*/ 53426 w 21600"/>
                  <a:gd name="T1" fmla="*/ 25177 h 21600"/>
                  <a:gd name="T2" fmla="*/ 53426 w 21600"/>
                  <a:gd name="T3" fmla="*/ 25177 h 21600"/>
                  <a:gd name="T4" fmla="*/ 53426 w 21600"/>
                  <a:gd name="T5" fmla="*/ 25177 h 21600"/>
                  <a:gd name="T6" fmla="*/ 53426 w 21600"/>
                  <a:gd name="T7" fmla="*/ 251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172" y="4547"/>
                    </a:moveTo>
                    <a:lnTo>
                      <a:pt x="5837" y="4547"/>
                    </a:lnTo>
                    <a:lnTo>
                      <a:pt x="3502" y="6821"/>
                    </a:lnTo>
                    <a:lnTo>
                      <a:pt x="2335" y="9094"/>
                    </a:lnTo>
                    <a:lnTo>
                      <a:pt x="1167" y="12505"/>
                    </a:lnTo>
                    <a:lnTo>
                      <a:pt x="0" y="21599"/>
                    </a:lnTo>
                    <a:lnTo>
                      <a:pt x="583" y="21599"/>
                    </a:lnTo>
                    <a:lnTo>
                      <a:pt x="1751" y="20463"/>
                    </a:lnTo>
                    <a:lnTo>
                      <a:pt x="2918" y="20463"/>
                    </a:lnTo>
                    <a:lnTo>
                      <a:pt x="4670" y="21599"/>
                    </a:lnTo>
                    <a:lnTo>
                      <a:pt x="6421" y="21599"/>
                    </a:lnTo>
                    <a:lnTo>
                      <a:pt x="8172" y="20463"/>
                    </a:lnTo>
                    <a:lnTo>
                      <a:pt x="10508" y="20463"/>
                    </a:lnTo>
                    <a:lnTo>
                      <a:pt x="10508" y="18189"/>
                    </a:lnTo>
                    <a:lnTo>
                      <a:pt x="11675" y="15915"/>
                    </a:lnTo>
                    <a:lnTo>
                      <a:pt x="11675" y="14778"/>
                    </a:lnTo>
                    <a:lnTo>
                      <a:pt x="12843" y="12505"/>
                    </a:lnTo>
                    <a:lnTo>
                      <a:pt x="13427" y="12505"/>
                    </a:lnTo>
                    <a:lnTo>
                      <a:pt x="14594" y="11368"/>
                    </a:lnTo>
                    <a:lnTo>
                      <a:pt x="18097" y="11368"/>
                    </a:lnTo>
                    <a:lnTo>
                      <a:pt x="18681" y="12505"/>
                    </a:lnTo>
                    <a:lnTo>
                      <a:pt x="21016" y="12505"/>
                    </a:lnTo>
                    <a:lnTo>
                      <a:pt x="21600" y="11368"/>
                    </a:lnTo>
                    <a:lnTo>
                      <a:pt x="21600" y="10231"/>
                    </a:lnTo>
                    <a:lnTo>
                      <a:pt x="21016" y="9094"/>
                    </a:lnTo>
                    <a:lnTo>
                      <a:pt x="20432" y="9094"/>
                    </a:lnTo>
                    <a:lnTo>
                      <a:pt x="19264" y="7957"/>
                    </a:lnTo>
                    <a:lnTo>
                      <a:pt x="18681" y="6821"/>
                    </a:lnTo>
                    <a:lnTo>
                      <a:pt x="17513" y="2273"/>
                    </a:lnTo>
                    <a:lnTo>
                      <a:pt x="17513" y="1136"/>
                    </a:lnTo>
                    <a:lnTo>
                      <a:pt x="16929" y="0"/>
                    </a:lnTo>
                    <a:lnTo>
                      <a:pt x="16345" y="0"/>
                    </a:lnTo>
                    <a:lnTo>
                      <a:pt x="15762" y="1136"/>
                    </a:lnTo>
                    <a:lnTo>
                      <a:pt x="14594" y="1136"/>
                    </a:lnTo>
                    <a:lnTo>
                      <a:pt x="13427" y="2273"/>
                    </a:lnTo>
                    <a:lnTo>
                      <a:pt x="11675" y="3410"/>
                    </a:lnTo>
                    <a:lnTo>
                      <a:pt x="10508" y="4547"/>
                    </a:lnTo>
                    <a:lnTo>
                      <a:pt x="8172" y="454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98" name="AutoShape 142">
                <a:extLst>
                  <a:ext uri="{FF2B5EF4-FFF2-40B4-BE49-F238E27FC236}">
                    <a16:creationId xmlns:a16="http://schemas.microsoft.com/office/drawing/2014/main" id="{68FBEC5E-FA10-1CB1-C58D-285CEF9AD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58" y="466416"/>
                <a:ext cx="47490" cy="140456"/>
              </a:xfrm>
              <a:custGeom>
                <a:avLst/>
                <a:gdLst>
                  <a:gd name="T0" fmla="*/ 23745 w 21600"/>
                  <a:gd name="T1" fmla="*/ 70228 h 21600"/>
                  <a:gd name="T2" fmla="*/ 23745 w 21600"/>
                  <a:gd name="T3" fmla="*/ 70228 h 21600"/>
                  <a:gd name="T4" fmla="*/ 23745 w 21600"/>
                  <a:gd name="T5" fmla="*/ 70228 h 21600"/>
                  <a:gd name="T6" fmla="*/ 23745 w 21600"/>
                  <a:gd name="T7" fmla="*/ 702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450" y="0"/>
                    </a:moveTo>
                    <a:lnTo>
                      <a:pt x="8100" y="0"/>
                    </a:lnTo>
                    <a:lnTo>
                      <a:pt x="5399" y="407"/>
                    </a:lnTo>
                    <a:lnTo>
                      <a:pt x="2699" y="1222"/>
                    </a:lnTo>
                    <a:lnTo>
                      <a:pt x="2699" y="2037"/>
                    </a:lnTo>
                    <a:lnTo>
                      <a:pt x="1349" y="2445"/>
                    </a:lnTo>
                    <a:lnTo>
                      <a:pt x="0" y="2445"/>
                    </a:lnTo>
                    <a:lnTo>
                      <a:pt x="0" y="2852"/>
                    </a:lnTo>
                    <a:lnTo>
                      <a:pt x="1349" y="3667"/>
                    </a:lnTo>
                    <a:lnTo>
                      <a:pt x="1349" y="4890"/>
                    </a:lnTo>
                    <a:lnTo>
                      <a:pt x="4049" y="6520"/>
                    </a:lnTo>
                    <a:lnTo>
                      <a:pt x="4049" y="8966"/>
                    </a:lnTo>
                    <a:lnTo>
                      <a:pt x="5399" y="10188"/>
                    </a:lnTo>
                    <a:lnTo>
                      <a:pt x="4049" y="11818"/>
                    </a:lnTo>
                    <a:lnTo>
                      <a:pt x="4049" y="12633"/>
                    </a:lnTo>
                    <a:lnTo>
                      <a:pt x="2699" y="13856"/>
                    </a:lnTo>
                    <a:lnTo>
                      <a:pt x="2699" y="15079"/>
                    </a:lnTo>
                    <a:lnTo>
                      <a:pt x="1349" y="16301"/>
                    </a:lnTo>
                    <a:lnTo>
                      <a:pt x="1349" y="17932"/>
                    </a:lnTo>
                    <a:lnTo>
                      <a:pt x="6749" y="21192"/>
                    </a:lnTo>
                    <a:lnTo>
                      <a:pt x="18900" y="21600"/>
                    </a:lnTo>
                    <a:lnTo>
                      <a:pt x="18900" y="20784"/>
                    </a:lnTo>
                    <a:lnTo>
                      <a:pt x="21600" y="15079"/>
                    </a:lnTo>
                    <a:lnTo>
                      <a:pt x="21600" y="10188"/>
                    </a:lnTo>
                    <a:lnTo>
                      <a:pt x="20249" y="8150"/>
                    </a:lnTo>
                    <a:lnTo>
                      <a:pt x="20249" y="7335"/>
                    </a:lnTo>
                    <a:lnTo>
                      <a:pt x="16200" y="1630"/>
                    </a:lnTo>
                    <a:lnTo>
                      <a:pt x="13499" y="407"/>
                    </a:lnTo>
                    <a:lnTo>
                      <a:pt x="945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99" name="AutoShape 143">
                <a:extLst>
                  <a:ext uri="{FF2B5EF4-FFF2-40B4-BE49-F238E27FC236}">
                    <a16:creationId xmlns:a16="http://schemas.microsoft.com/office/drawing/2014/main" id="{73DE34E4-E8A5-9076-5FD5-B1CB81684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97" y="29151"/>
                <a:ext cx="230851" cy="166956"/>
              </a:xfrm>
              <a:custGeom>
                <a:avLst/>
                <a:gdLst>
                  <a:gd name="T0" fmla="*/ 115426 w 21600"/>
                  <a:gd name="T1" fmla="*/ 83478 h 21600"/>
                  <a:gd name="T2" fmla="*/ 115426 w 21600"/>
                  <a:gd name="T3" fmla="*/ 83478 h 21600"/>
                  <a:gd name="T4" fmla="*/ 115426 w 21600"/>
                  <a:gd name="T5" fmla="*/ 83478 h 21600"/>
                  <a:gd name="T6" fmla="*/ 115426 w 21600"/>
                  <a:gd name="T7" fmla="*/ 834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0571"/>
                    </a:moveTo>
                    <a:lnTo>
                      <a:pt x="273" y="20228"/>
                    </a:lnTo>
                    <a:lnTo>
                      <a:pt x="273" y="19885"/>
                    </a:lnTo>
                    <a:lnTo>
                      <a:pt x="1913" y="19199"/>
                    </a:lnTo>
                    <a:lnTo>
                      <a:pt x="3007" y="18171"/>
                    </a:lnTo>
                    <a:lnTo>
                      <a:pt x="5194" y="15428"/>
                    </a:lnTo>
                    <a:lnTo>
                      <a:pt x="6015" y="14057"/>
                    </a:lnTo>
                    <a:lnTo>
                      <a:pt x="6288" y="13714"/>
                    </a:lnTo>
                    <a:lnTo>
                      <a:pt x="6288" y="11657"/>
                    </a:lnTo>
                    <a:lnTo>
                      <a:pt x="6835" y="10285"/>
                    </a:lnTo>
                    <a:lnTo>
                      <a:pt x="7655" y="9257"/>
                    </a:lnTo>
                    <a:lnTo>
                      <a:pt x="8202" y="8228"/>
                    </a:lnTo>
                    <a:lnTo>
                      <a:pt x="8202" y="7542"/>
                    </a:lnTo>
                    <a:lnTo>
                      <a:pt x="8749" y="6857"/>
                    </a:lnTo>
                    <a:lnTo>
                      <a:pt x="9022" y="6171"/>
                    </a:lnTo>
                    <a:lnTo>
                      <a:pt x="10116" y="5485"/>
                    </a:lnTo>
                    <a:lnTo>
                      <a:pt x="10389" y="5142"/>
                    </a:lnTo>
                    <a:lnTo>
                      <a:pt x="10663" y="5142"/>
                    </a:lnTo>
                    <a:lnTo>
                      <a:pt x="10389" y="3428"/>
                    </a:lnTo>
                    <a:lnTo>
                      <a:pt x="10389" y="2400"/>
                    </a:lnTo>
                    <a:lnTo>
                      <a:pt x="10663" y="1371"/>
                    </a:lnTo>
                    <a:lnTo>
                      <a:pt x="10663" y="685"/>
                    </a:lnTo>
                    <a:lnTo>
                      <a:pt x="10936" y="0"/>
                    </a:lnTo>
                    <a:lnTo>
                      <a:pt x="11210" y="0"/>
                    </a:lnTo>
                    <a:lnTo>
                      <a:pt x="11483" y="342"/>
                    </a:lnTo>
                    <a:lnTo>
                      <a:pt x="12577" y="1028"/>
                    </a:lnTo>
                    <a:lnTo>
                      <a:pt x="14217" y="1714"/>
                    </a:lnTo>
                    <a:lnTo>
                      <a:pt x="15584" y="2057"/>
                    </a:lnTo>
                    <a:lnTo>
                      <a:pt x="18865" y="2057"/>
                    </a:lnTo>
                    <a:lnTo>
                      <a:pt x="19412" y="2400"/>
                    </a:lnTo>
                    <a:lnTo>
                      <a:pt x="19959" y="3771"/>
                    </a:lnTo>
                    <a:lnTo>
                      <a:pt x="19959" y="6514"/>
                    </a:lnTo>
                    <a:lnTo>
                      <a:pt x="20506" y="7885"/>
                    </a:lnTo>
                    <a:lnTo>
                      <a:pt x="21600" y="9257"/>
                    </a:lnTo>
                    <a:lnTo>
                      <a:pt x="19412" y="9257"/>
                    </a:lnTo>
                    <a:lnTo>
                      <a:pt x="19139" y="9600"/>
                    </a:lnTo>
                    <a:lnTo>
                      <a:pt x="18592" y="9942"/>
                    </a:lnTo>
                    <a:lnTo>
                      <a:pt x="18592" y="10628"/>
                    </a:lnTo>
                    <a:lnTo>
                      <a:pt x="18318" y="12685"/>
                    </a:lnTo>
                    <a:lnTo>
                      <a:pt x="11210" y="15771"/>
                    </a:lnTo>
                    <a:lnTo>
                      <a:pt x="9296" y="16457"/>
                    </a:lnTo>
                    <a:lnTo>
                      <a:pt x="8202" y="17828"/>
                    </a:lnTo>
                    <a:lnTo>
                      <a:pt x="6562" y="18857"/>
                    </a:lnTo>
                    <a:lnTo>
                      <a:pt x="7108" y="21599"/>
                    </a:lnTo>
                    <a:lnTo>
                      <a:pt x="0" y="205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0" name="AutoShape 144">
                <a:extLst>
                  <a:ext uri="{FF2B5EF4-FFF2-40B4-BE49-F238E27FC236}">
                    <a16:creationId xmlns:a16="http://schemas.microsoft.com/office/drawing/2014/main" id="{2B53F1E9-BEAE-5EF0-1941-7B90EB03A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253" y="-1"/>
                <a:ext cx="75192" cy="148407"/>
              </a:xfrm>
              <a:custGeom>
                <a:avLst/>
                <a:gdLst>
                  <a:gd name="T0" fmla="*/ 37596 w 21600"/>
                  <a:gd name="T1" fmla="*/ 74204 h 21600"/>
                  <a:gd name="T2" fmla="*/ 37596 w 21600"/>
                  <a:gd name="T3" fmla="*/ 74204 h 21600"/>
                  <a:gd name="T4" fmla="*/ 37596 w 21600"/>
                  <a:gd name="T5" fmla="*/ 74204 h 21600"/>
                  <a:gd name="T6" fmla="*/ 37596 w 21600"/>
                  <a:gd name="T7" fmla="*/ 742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153" y="2314"/>
                    </a:moveTo>
                    <a:lnTo>
                      <a:pt x="3323" y="2314"/>
                    </a:lnTo>
                    <a:lnTo>
                      <a:pt x="3323" y="2700"/>
                    </a:lnTo>
                    <a:lnTo>
                      <a:pt x="1661" y="4242"/>
                    </a:lnTo>
                    <a:lnTo>
                      <a:pt x="1661" y="6942"/>
                    </a:lnTo>
                    <a:lnTo>
                      <a:pt x="0" y="7714"/>
                    </a:lnTo>
                    <a:lnTo>
                      <a:pt x="0" y="9257"/>
                    </a:lnTo>
                    <a:lnTo>
                      <a:pt x="830" y="9642"/>
                    </a:lnTo>
                    <a:lnTo>
                      <a:pt x="830" y="11185"/>
                    </a:lnTo>
                    <a:lnTo>
                      <a:pt x="1661" y="11957"/>
                    </a:lnTo>
                    <a:lnTo>
                      <a:pt x="2492" y="12342"/>
                    </a:lnTo>
                    <a:lnTo>
                      <a:pt x="3323" y="12342"/>
                    </a:lnTo>
                    <a:lnTo>
                      <a:pt x="4153" y="12728"/>
                    </a:lnTo>
                    <a:lnTo>
                      <a:pt x="4153" y="13114"/>
                    </a:lnTo>
                    <a:lnTo>
                      <a:pt x="4984" y="14657"/>
                    </a:lnTo>
                    <a:lnTo>
                      <a:pt x="5815" y="16971"/>
                    </a:lnTo>
                    <a:lnTo>
                      <a:pt x="7476" y="19671"/>
                    </a:lnTo>
                    <a:lnTo>
                      <a:pt x="9138" y="21599"/>
                    </a:lnTo>
                    <a:lnTo>
                      <a:pt x="9969" y="21599"/>
                    </a:lnTo>
                    <a:lnTo>
                      <a:pt x="10800" y="20828"/>
                    </a:lnTo>
                    <a:lnTo>
                      <a:pt x="12461" y="20442"/>
                    </a:lnTo>
                    <a:lnTo>
                      <a:pt x="14123" y="19671"/>
                    </a:lnTo>
                    <a:lnTo>
                      <a:pt x="14953" y="18899"/>
                    </a:lnTo>
                    <a:lnTo>
                      <a:pt x="16615" y="18514"/>
                    </a:lnTo>
                    <a:lnTo>
                      <a:pt x="16615" y="17742"/>
                    </a:lnTo>
                    <a:lnTo>
                      <a:pt x="15784" y="17357"/>
                    </a:lnTo>
                    <a:lnTo>
                      <a:pt x="15784" y="16199"/>
                    </a:lnTo>
                    <a:lnTo>
                      <a:pt x="17446" y="15814"/>
                    </a:lnTo>
                    <a:lnTo>
                      <a:pt x="18276" y="15814"/>
                    </a:lnTo>
                    <a:lnTo>
                      <a:pt x="19107" y="15428"/>
                    </a:lnTo>
                    <a:lnTo>
                      <a:pt x="19938" y="14657"/>
                    </a:lnTo>
                    <a:lnTo>
                      <a:pt x="19938" y="13885"/>
                    </a:lnTo>
                    <a:lnTo>
                      <a:pt x="19107" y="13114"/>
                    </a:lnTo>
                    <a:lnTo>
                      <a:pt x="19107" y="12342"/>
                    </a:lnTo>
                    <a:lnTo>
                      <a:pt x="18276" y="11957"/>
                    </a:lnTo>
                    <a:lnTo>
                      <a:pt x="18276" y="11571"/>
                    </a:lnTo>
                    <a:lnTo>
                      <a:pt x="17446" y="11571"/>
                    </a:lnTo>
                    <a:lnTo>
                      <a:pt x="17446" y="10414"/>
                    </a:lnTo>
                    <a:lnTo>
                      <a:pt x="18276" y="9642"/>
                    </a:lnTo>
                    <a:lnTo>
                      <a:pt x="19938" y="8871"/>
                    </a:lnTo>
                    <a:lnTo>
                      <a:pt x="20769" y="8871"/>
                    </a:lnTo>
                    <a:lnTo>
                      <a:pt x="20769" y="8100"/>
                    </a:lnTo>
                    <a:lnTo>
                      <a:pt x="19107" y="7328"/>
                    </a:lnTo>
                    <a:lnTo>
                      <a:pt x="19107" y="6942"/>
                    </a:lnTo>
                    <a:lnTo>
                      <a:pt x="18276" y="6171"/>
                    </a:lnTo>
                    <a:lnTo>
                      <a:pt x="18276" y="5400"/>
                    </a:lnTo>
                    <a:lnTo>
                      <a:pt x="19107" y="5014"/>
                    </a:lnTo>
                    <a:lnTo>
                      <a:pt x="19107" y="4628"/>
                    </a:lnTo>
                    <a:lnTo>
                      <a:pt x="20769" y="4242"/>
                    </a:lnTo>
                    <a:lnTo>
                      <a:pt x="21599" y="3857"/>
                    </a:lnTo>
                    <a:lnTo>
                      <a:pt x="19938" y="2314"/>
                    </a:lnTo>
                    <a:lnTo>
                      <a:pt x="13292" y="385"/>
                    </a:lnTo>
                    <a:lnTo>
                      <a:pt x="12461" y="0"/>
                    </a:lnTo>
                    <a:lnTo>
                      <a:pt x="10800" y="0"/>
                    </a:lnTo>
                    <a:lnTo>
                      <a:pt x="7476" y="771"/>
                    </a:lnTo>
                    <a:lnTo>
                      <a:pt x="6646" y="771"/>
                    </a:lnTo>
                    <a:lnTo>
                      <a:pt x="4984" y="1542"/>
                    </a:lnTo>
                    <a:lnTo>
                      <a:pt x="4153" y="231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1" name="AutoShape 145">
                <a:extLst>
                  <a:ext uri="{FF2B5EF4-FFF2-40B4-BE49-F238E27FC236}">
                    <a16:creationId xmlns:a16="http://schemas.microsoft.com/office/drawing/2014/main" id="{EC1DA910-AB8D-ED99-D9E4-4DB301DE8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3912" y="82152"/>
                <a:ext cx="300765" cy="267661"/>
              </a:xfrm>
              <a:custGeom>
                <a:avLst/>
                <a:gdLst>
                  <a:gd name="T0" fmla="*/ 150383 w 21600"/>
                  <a:gd name="T1" fmla="*/ 133831 h 21600"/>
                  <a:gd name="T2" fmla="*/ 150383 w 21600"/>
                  <a:gd name="T3" fmla="*/ 133831 h 21600"/>
                  <a:gd name="T4" fmla="*/ 150383 w 21600"/>
                  <a:gd name="T5" fmla="*/ 133831 h 21600"/>
                  <a:gd name="T6" fmla="*/ 150383 w 21600"/>
                  <a:gd name="T7" fmla="*/ 13383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3635"/>
                    </a:moveTo>
                    <a:lnTo>
                      <a:pt x="20970" y="3635"/>
                    </a:lnTo>
                    <a:lnTo>
                      <a:pt x="20132" y="3207"/>
                    </a:lnTo>
                    <a:lnTo>
                      <a:pt x="19502" y="2780"/>
                    </a:lnTo>
                    <a:lnTo>
                      <a:pt x="19083" y="2566"/>
                    </a:lnTo>
                    <a:lnTo>
                      <a:pt x="18454" y="2566"/>
                    </a:lnTo>
                    <a:lnTo>
                      <a:pt x="18244" y="2352"/>
                    </a:lnTo>
                    <a:lnTo>
                      <a:pt x="16986" y="2352"/>
                    </a:lnTo>
                    <a:lnTo>
                      <a:pt x="16147" y="2566"/>
                    </a:lnTo>
                    <a:lnTo>
                      <a:pt x="15518" y="2780"/>
                    </a:lnTo>
                    <a:lnTo>
                      <a:pt x="14889" y="2780"/>
                    </a:lnTo>
                    <a:lnTo>
                      <a:pt x="14469" y="2994"/>
                    </a:lnTo>
                    <a:lnTo>
                      <a:pt x="14469" y="3421"/>
                    </a:lnTo>
                    <a:lnTo>
                      <a:pt x="14260" y="3635"/>
                    </a:lnTo>
                    <a:lnTo>
                      <a:pt x="14469" y="4063"/>
                    </a:lnTo>
                    <a:lnTo>
                      <a:pt x="14469" y="4491"/>
                    </a:lnTo>
                    <a:lnTo>
                      <a:pt x="14679" y="4704"/>
                    </a:lnTo>
                    <a:lnTo>
                      <a:pt x="14679" y="4918"/>
                    </a:lnTo>
                    <a:lnTo>
                      <a:pt x="14469" y="5774"/>
                    </a:lnTo>
                    <a:lnTo>
                      <a:pt x="13840" y="5988"/>
                    </a:lnTo>
                    <a:lnTo>
                      <a:pt x="12792" y="5988"/>
                    </a:lnTo>
                    <a:lnTo>
                      <a:pt x="11114" y="5560"/>
                    </a:lnTo>
                    <a:lnTo>
                      <a:pt x="10485" y="5132"/>
                    </a:lnTo>
                    <a:lnTo>
                      <a:pt x="10066" y="4704"/>
                    </a:lnTo>
                    <a:lnTo>
                      <a:pt x="9436" y="4277"/>
                    </a:lnTo>
                    <a:lnTo>
                      <a:pt x="9227" y="3849"/>
                    </a:lnTo>
                    <a:lnTo>
                      <a:pt x="9017" y="3207"/>
                    </a:lnTo>
                    <a:lnTo>
                      <a:pt x="8388" y="1924"/>
                    </a:lnTo>
                    <a:lnTo>
                      <a:pt x="8178" y="1710"/>
                    </a:lnTo>
                    <a:lnTo>
                      <a:pt x="6081" y="1283"/>
                    </a:lnTo>
                    <a:lnTo>
                      <a:pt x="5871" y="1069"/>
                    </a:lnTo>
                    <a:lnTo>
                      <a:pt x="5452" y="855"/>
                    </a:lnTo>
                    <a:lnTo>
                      <a:pt x="4823" y="641"/>
                    </a:lnTo>
                    <a:lnTo>
                      <a:pt x="4403" y="427"/>
                    </a:lnTo>
                    <a:lnTo>
                      <a:pt x="3984" y="427"/>
                    </a:lnTo>
                    <a:lnTo>
                      <a:pt x="2516" y="0"/>
                    </a:lnTo>
                    <a:lnTo>
                      <a:pt x="2516" y="427"/>
                    </a:lnTo>
                    <a:lnTo>
                      <a:pt x="2726" y="855"/>
                    </a:lnTo>
                    <a:lnTo>
                      <a:pt x="2726" y="1710"/>
                    </a:lnTo>
                    <a:lnTo>
                      <a:pt x="2306" y="2138"/>
                    </a:lnTo>
                    <a:lnTo>
                      <a:pt x="1887" y="2138"/>
                    </a:lnTo>
                    <a:lnTo>
                      <a:pt x="1887" y="2352"/>
                    </a:lnTo>
                    <a:lnTo>
                      <a:pt x="1677" y="2352"/>
                    </a:lnTo>
                    <a:lnTo>
                      <a:pt x="1677" y="2780"/>
                    </a:lnTo>
                    <a:lnTo>
                      <a:pt x="1887" y="3207"/>
                    </a:lnTo>
                    <a:lnTo>
                      <a:pt x="1887" y="3421"/>
                    </a:lnTo>
                    <a:lnTo>
                      <a:pt x="1467" y="3849"/>
                    </a:lnTo>
                    <a:lnTo>
                      <a:pt x="1258" y="4277"/>
                    </a:lnTo>
                    <a:lnTo>
                      <a:pt x="838" y="4491"/>
                    </a:lnTo>
                    <a:lnTo>
                      <a:pt x="629" y="4918"/>
                    </a:lnTo>
                    <a:lnTo>
                      <a:pt x="209" y="5132"/>
                    </a:lnTo>
                    <a:lnTo>
                      <a:pt x="209" y="5346"/>
                    </a:lnTo>
                    <a:lnTo>
                      <a:pt x="0" y="5346"/>
                    </a:lnTo>
                    <a:lnTo>
                      <a:pt x="209" y="5346"/>
                    </a:lnTo>
                    <a:lnTo>
                      <a:pt x="209" y="5988"/>
                    </a:lnTo>
                    <a:lnTo>
                      <a:pt x="419" y="6415"/>
                    </a:lnTo>
                    <a:lnTo>
                      <a:pt x="419" y="7699"/>
                    </a:lnTo>
                    <a:lnTo>
                      <a:pt x="629" y="8126"/>
                    </a:lnTo>
                    <a:lnTo>
                      <a:pt x="629" y="8554"/>
                    </a:lnTo>
                    <a:lnTo>
                      <a:pt x="1048" y="8982"/>
                    </a:lnTo>
                    <a:lnTo>
                      <a:pt x="1258" y="9409"/>
                    </a:lnTo>
                    <a:lnTo>
                      <a:pt x="1258" y="11334"/>
                    </a:lnTo>
                    <a:lnTo>
                      <a:pt x="1048" y="11548"/>
                    </a:lnTo>
                    <a:lnTo>
                      <a:pt x="1467" y="11976"/>
                    </a:lnTo>
                    <a:lnTo>
                      <a:pt x="1467" y="13045"/>
                    </a:lnTo>
                    <a:lnTo>
                      <a:pt x="2935" y="15184"/>
                    </a:lnTo>
                    <a:lnTo>
                      <a:pt x="3774" y="15184"/>
                    </a:lnTo>
                    <a:lnTo>
                      <a:pt x="4403" y="15825"/>
                    </a:lnTo>
                    <a:lnTo>
                      <a:pt x="4613" y="16253"/>
                    </a:lnTo>
                    <a:lnTo>
                      <a:pt x="4823" y="16467"/>
                    </a:lnTo>
                    <a:lnTo>
                      <a:pt x="5033" y="16895"/>
                    </a:lnTo>
                    <a:lnTo>
                      <a:pt x="7968" y="16681"/>
                    </a:lnTo>
                    <a:lnTo>
                      <a:pt x="19293" y="21600"/>
                    </a:lnTo>
                    <a:lnTo>
                      <a:pt x="19293" y="19675"/>
                    </a:lnTo>
                    <a:lnTo>
                      <a:pt x="21599" y="19675"/>
                    </a:lnTo>
                    <a:lnTo>
                      <a:pt x="21599" y="363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2" name="AutoShape 146">
                <a:extLst>
                  <a:ext uri="{FF2B5EF4-FFF2-40B4-BE49-F238E27FC236}">
                    <a16:creationId xmlns:a16="http://schemas.microsoft.com/office/drawing/2014/main" id="{DB69933D-4772-D749-0B00-E5549E847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401" y="270309"/>
                <a:ext cx="75192" cy="174907"/>
              </a:xfrm>
              <a:custGeom>
                <a:avLst/>
                <a:gdLst>
                  <a:gd name="T0" fmla="*/ 37596 w 21600"/>
                  <a:gd name="T1" fmla="*/ 87453 h 21600"/>
                  <a:gd name="T2" fmla="*/ 37596 w 21600"/>
                  <a:gd name="T3" fmla="*/ 87453 h 21600"/>
                  <a:gd name="T4" fmla="*/ 37596 w 21600"/>
                  <a:gd name="T5" fmla="*/ 87453 h 21600"/>
                  <a:gd name="T6" fmla="*/ 37596 w 21600"/>
                  <a:gd name="T7" fmla="*/ 874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1630" y="21599"/>
                    </a:moveTo>
                    <a:lnTo>
                      <a:pt x="12461" y="19309"/>
                    </a:lnTo>
                    <a:lnTo>
                      <a:pt x="12461" y="18981"/>
                    </a:lnTo>
                    <a:lnTo>
                      <a:pt x="13292" y="18327"/>
                    </a:lnTo>
                    <a:lnTo>
                      <a:pt x="13292" y="17672"/>
                    </a:lnTo>
                    <a:lnTo>
                      <a:pt x="18276" y="15709"/>
                    </a:lnTo>
                    <a:lnTo>
                      <a:pt x="18276" y="10800"/>
                    </a:lnTo>
                    <a:lnTo>
                      <a:pt x="19107" y="8509"/>
                    </a:lnTo>
                    <a:lnTo>
                      <a:pt x="21599" y="7200"/>
                    </a:lnTo>
                    <a:lnTo>
                      <a:pt x="20769" y="7200"/>
                    </a:lnTo>
                    <a:lnTo>
                      <a:pt x="20769" y="6545"/>
                    </a:lnTo>
                    <a:lnTo>
                      <a:pt x="19938" y="5890"/>
                    </a:lnTo>
                    <a:lnTo>
                      <a:pt x="18276" y="3927"/>
                    </a:lnTo>
                    <a:lnTo>
                      <a:pt x="18276" y="2290"/>
                    </a:lnTo>
                    <a:lnTo>
                      <a:pt x="6646" y="2618"/>
                    </a:lnTo>
                    <a:lnTo>
                      <a:pt x="6646" y="2290"/>
                    </a:lnTo>
                    <a:lnTo>
                      <a:pt x="5815" y="1963"/>
                    </a:lnTo>
                    <a:lnTo>
                      <a:pt x="4984" y="1309"/>
                    </a:lnTo>
                    <a:lnTo>
                      <a:pt x="3323" y="654"/>
                    </a:lnTo>
                    <a:lnTo>
                      <a:pt x="0" y="0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3" name="AutoShape 147">
                <a:extLst>
                  <a:ext uri="{FF2B5EF4-FFF2-40B4-BE49-F238E27FC236}">
                    <a16:creationId xmlns:a16="http://schemas.microsoft.com/office/drawing/2014/main" id="{E6EE27F7-60A5-B7F4-1612-1E9F230A3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679" y="270309"/>
                <a:ext cx="317914" cy="214658"/>
              </a:xfrm>
              <a:custGeom>
                <a:avLst/>
                <a:gdLst>
                  <a:gd name="T0" fmla="*/ 158957 w 21600"/>
                  <a:gd name="T1" fmla="*/ 107329 h 21600"/>
                  <a:gd name="T2" fmla="*/ 158957 w 21600"/>
                  <a:gd name="T3" fmla="*/ 107329 h 21600"/>
                  <a:gd name="T4" fmla="*/ 158957 w 21600"/>
                  <a:gd name="T5" fmla="*/ 107329 h 21600"/>
                  <a:gd name="T6" fmla="*/ 158957 w 21600"/>
                  <a:gd name="T7" fmla="*/ 1073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051" y="0"/>
                    </a:moveTo>
                    <a:lnTo>
                      <a:pt x="9313" y="4800"/>
                    </a:lnTo>
                    <a:lnTo>
                      <a:pt x="8917" y="5066"/>
                    </a:lnTo>
                    <a:lnTo>
                      <a:pt x="7728" y="5333"/>
                    </a:lnTo>
                    <a:lnTo>
                      <a:pt x="6737" y="5600"/>
                    </a:lnTo>
                    <a:lnTo>
                      <a:pt x="6143" y="5600"/>
                    </a:lnTo>
                    <a:lnTo>
                      <a:pt x="6143" y="6400"/>
                    </a:lnTo>
                    <a:lnTo>
                      <a:pt x="5944" y="8266"/>
                    </a:lnTo>
                    <a:lnTo>
                      <a:pt x="5548" y="10666"/>
                    </a:lnTo>
                    <a:lnTo>
                      <a:pt x="4954" y="13333"/>
                    </a:lnTo>
                    <a:lnTo>
                      <a:pt x="3765" y="15466"/>
                    </a:lnTo>
                    <a:lnTo>
                      <a:pt x="3566" y="15733"/>
                    </a:lnTo>
                    <a:lnTo>
                      <a:pt x="3170" y="16000"/>
                    </a:lnTo>
                    <a:lnTo>
                      <a:pt x="2774" y="16000"/>
                    </a:lnTo>
                    <a:lnTo>
                      <a:pt x="2377" y="16266"/>
                    </a:lnTo>
                    <a:lnTo>
                      <a:pt x="396" y="16266"/>
                    </a:lnTo>
                    <a:lnTo>
                      <a:pt x="0" y="17066"/>
                    </a:lnTo>
                    <a:lnTo>
                      <a:pt x="198" y="17066"/>
                    </a:lnTo>
                    <a:lnTo>
                      <a:pt x="198" y="17333"/>
                    </a:lnTo>
                    <a:lnTo>
                      <a:pt x="396" y="17600"/>
                    </a:lnTo>
                    <a:lnTo>
                      <a:pt x="594" y="18133"/>
                    </a:lnTo>
                    <a:lnTo>
                      <a:pt x="792" y="18400"/>
                    </a:lnTo>
                    <a:lnTo>
                      <a:pt x="792" y="18666"/>
                    </a:lnTo>
                    <a:lnTo>
                      <a:pt x="990" y="18933"/>
                    </a:lnTo>
                    <a:lnTo>
                      <a:pt x="1387" y="19200"/>
                    </a:lnTo>
                    <a:lnTo>
                      <a:pt x="1585" y="19200"/>
                    </a:lnTo>
                    <a:lnTo>
                      <a:pt x="1585" y="20000"/>
                    </a:lnTo>
                    <a:lnTo>
                      <a:pt x="2576" y="20000"/>
                    </a:lnTo>
                    <a:lnTo>
                      <a:pt x="2774" y="18933"/>
                    </a:lnTo>
                    <a:lnTo>
                      <a:pt x="2774" y="19200"/>
                    </a:lnTo>
                    <a:lnTo>
                      <a:pt x="2972" y="19466"/>
                    </a:lnTo>
                    <a:lnTo>
                      <a:pt x="3368" y="19733"/>
                    </a:lnTo>
                    <a:lnTo>
                      <a:pt x="3765" y="20266"/>
                    </a:lnTo>
                    <a:lnTo>
                      <a:pt x="4161" y="20533"/>
                    </a:lnTo>
                    <a:lnTo>
                      <a:pt x="4954" y="21600"/>
                    </a:lnTo>
                    <a:lnTo>
                      <a:pt x="4954" y="21066"/>
                    </a:lnTo>
                    <a:lnTo>
                      <a:pt x="5350" y="20800"/>
                    </a:lnTo>
                    <a:lnTo>
                      <a:pt x="5548" y="20266"/>
                    </a:lnTo>
                    <a:lnTo>
                      <a:pt x="6143" y="19733"/>
                    </a:lnTo>
                    <a:lnTo>
                      <a:pt x="6737" y="19466"/>
                    </a:lnTo>
                    <a:lnTo>
                      <a:pt x="8719" y="19466"/>
                    </a:lnTo>
                    <a:lnTo>
                      <a:pt x="8719" y="19733"/>
                    </a:lnTo>
                    <a:lnTo>
                      <a:pt x="9115" y="19733"/>
                    </a:lnTo>
                    <a:lnTo>
                      <a:pt x="9511" y="20000"/>
                    </a:lnTo>
                    <a:lnTo>
                      <a:pt x="10106" y="20266"/>
                    </a:lnTo>
                    <a:lnTo>
                      <a:pt x="10502" y="20533"/>
                    </a:lnTo>
                    <a:lnTo>
                      <a:pt x="10700" y="20800"/>
                    </a:lnTo>
                    <a:lnTo>
                      <a:pt x="10899" y="20800"/>
                    </a:lnTo>
                    <a:lnTo>
                      <a:pt x="10899" y="20533"/>
                    </a:lnTo>
                    <a:lnTo>
                      <a:pt x="11295" y="20266"/>
                    </a:lnTo>
                    <a:lnTo>
                      <a:pt x="11691" y="19733"/>
                    </a:lnTo>
                    <a:lnTo>
                      <a:pt x="12088" y="19733"/>
                    </a:lnTo>
                    <a:lnTo>
                      <a:pt x="12484" y="19466"/>
                    </a:lnTo>
                    <a:lnTo>
                      <a:pt x="12880" y="19733"/>
                    </a:lnTo>
                    <a:lnTo>
                      <a:pt x="13277" y="19466"/>
                    </a:lnTo>
                    <a:lnTo>
                      <a:pt x="14267" y="19200"/>
                    </a:lnTo>
                    <a:lnTo>
                      <a:pt x="15258" y="19200"/>
                    </a:lnTo>
                    <a:lnTo>
                      <a:pt x="16447" y="19733"/>
                    </a:lnTo>
                    <a:lnTo>
                      <a:pt x="16645" y="19733"/>
                    </a:lnTo>
                    <a:lnTo>
                      <a:pt x="16844" y="19466"/>
                    </a:lnTo>
                    <a:lnTo>
                      <a:pt x="18033" y="18666"/>
                    </a:lnTo>
                    <a:lnTo>
                      <a:pt x="19023" y="18666"/>
                    </a:lnTo>
                    <a:lnTo>
                      <a:pt x="19420" y="15733"/>
                    </a:lnTo>
                    <a:lnTo>
                      <a:pt x="19420" y="15466"/>
                    </a:lnTo>
                    <a:lnTo>
                      <a:pt x="19618" y="14933"/>
                    </a:lnTo>
                    <a:lnTo>
                      <a:pt x="19618" y="14400"/>
                    </a:lnTo>
                    <a:lnTo>
                      <a:pt x="20807" y="12800"/>
                    </a:lnTo>
                    <a:lnTo>
                      <a:pt x="20807" y="8800"/>
                    </a:lnTo>
                    <a:lnTo>
                      <a:pt x="21005" y="6933"/>
                    </a:lnTo>
                    <a:lnTo>
                      <a:pt x="21600" y="5866"/>
                    </a:lnTo>
                    <a:lnTo>
                      <a:pt x="21401" y="5866"/>
                    </a:lnTo>
                    <a:lnTo>
                      <a:pt x="21401" y="5333"/>
                    </a:lnTo>
                    <a:lnTo>
                      <a:pt x="21203" y="4800"/>
                    </a:lnTo>
                    <a:lnTo>
                      <a:pt x="20807" y="3199"/>
                    </a:lnTo>
                    <a:lnTo>
                      <a:pt x="20807" y="1866"/>
                    </a:lnTo>
                    <a:lnTo>
                      <a:pt x="18033" y="2133"/>
                    </a:lnTo>
                    <a:lnTo>
                      <a:pt x="18033" y="1866"/>
                    </a:lnTo>
                    <a:lnTo>
                      <a:pt x="17834" y="1599"/>
                    </a:lnTo>
                    <a:lnTo>
                      <a:pt x="17636" y="1066"/>
                    </a:lnTo>
                    <a:lnTo>
                      <a:pt x="17240" y="533"/>
                    </a:lnTo>
                    <a:lnTo>
                      <a:pt x="16447" y="0"/>
                    </a:lnTo>
                    <a:lnTo>
                      <a:pt x="1605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4" name="AutoShape 148">
                <a:extLst>
                  <a:ext uri="{FF2B5EF4-FFF2-40B4-BE49-F238E27FC236}">
                    <a16:creationId xmlns:a16="http://schemas.microsoft.com/office/drawing/2014/main" id="{B2B41405-5989-45E6-09DF-A7437C83B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337" y="288860"/>
                <a:ext cx="183362" cy="280910"/>
              </a:xfrm>
              <a:custGeom>
                <a:avLst/>
                <a:gdLst>
                  <a:gd name="T0" fmla="*/ 91681 w 21600"/>
                  <a:gd name="T1" fmla="*/ 140455 h 21600"/>
                  <a:gd name="T2" fmla="*/ 91681 w 21600"/>
                  <a:gd name="T3" fmla="*/ 140455 h 21600"/>
                  <a:gd name="T4" fmla="*/ 91681 w 21600"/>
                  <a:gd name="T5" fmla="*/ 140455 h 21600"/>
                  <a:gd name="T6" fmla="*/ 91681 w 21600"/>
                  <a:gd name="T7" fmla="*/ 14045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085" y="0"/>
                    </a:moveTo>
                    <a:lnTo>
                      <a:pt x="21599" y="4686"/>
                    </a:lnTo>
                    <a:lnTo>
                      <a:pt x="21257" y="9169"/>
                    </a:lnTo>
                    <a:lnTo>
                      <a:pt x="20914" y="9169"/>
                    </a:lnTo>
                    <a:lnTo>
                      <a:pt x="20571" y="8966"/>
                    </a:lnTo>
                    <a:lnTo>
                      <a:pt x="19885" y="8966"/>
                    </a:lnTo>
                    <a:lnTo>
                      <a:pt x="19199" y="9169"/>
                    </a:lnTo>
                    <a:lnTo>
                      <a:pt x="18857" y="9169"/>
                    </a:lnTo>
                    <a:lnTo>
                      <a:pt x="18514" y="9373"/>
                    </a:lnTo>
                    <a:lnTo>
                      <a:pt x="18171" y="9781"/>
                    </a:lnTo>
                    <a:lnTo>
                      <a:pt x="18171" y="10596"/>
                    </a:lnTo>
                    <a:lnTo>
                      <a:pt x="17828" y="11003"/>
                    </a:lnTo>
                    <a:lnTo>
                      <a:pt x="17485" y="11207"/>
                    </a:lnTo>
                    <a:lnTo>
                      <a:pt x="17142" y="11207"/>
                    </a:lnTo>
                    <a:lnTo>
                      <a:pt x="16800" y="11615"/>
                    </a:lnTo>
                    <a:lnTo>
                      <a:pt x="16457" y="11818"/>
                    </a:lnTo>
                    <a:lnTo>
                      <a:pt x="16800" y="12226"/>
                    </a:lnTo>
                    <a:lnTo>
                      <a:pt x="16800" y="12633"/>
                    </a:lnTo>
                    <a:lnTo>
                      <a:pt x="17485" y="13041"/>
                    </a:lnTo>
                    <a:lnTo>
                      <a:pt x="17828" y="13449"/>
                    </a:lnTo>
                    <a:lnTo>
                      <a:pt x="17828" y="13652"/>
                    </a:lnTo>
                    <a:lnTo>
                      <a:pt x="17485" y="14060"/>
                    </a:lnTo>
                    <a:lnTo>
                      <a:pt x="17485" y="15690"/>
                    </a:lnTo>
                    <a:lnTo>
                      <a:pt x="17828" y="16098"/>
                    </a:lnTo>
                    <a:lnTo>
                      <a:pt x="17828" y="16505"/>
                    </a:lnTo>
                    <a:lnTo>
                      <a:pt x="18171" y="17116"/>
                    </a:lnTo>
                    <a:lnTo>
                      <a:pt x="18514" y="17524"/>
                    </a:lnTo>
                    <a:lnTo>
                      <a:pt x="18514" y="17932"/>
                    </a:lnTo>
                    <a:lnTo>
                      <a:pt x="17828" y="18135"/>
                    </a:lnTo>
                    <a:lnTo>
                      <a:pt x="17142" y="18135"/>
                    </a:lnTo>
                    <a:lnTo>
                      <a:pt x="15771" y="18543"/>
                    </a:lnTo>
                    <a:lnTo>
                      <a:pt x="15085" y="18950"/>
                    </a:lnTo>
                    <a:lnTo>
                      <a:pt x="14742" y="19358"/>
                    </a:lnTo>
                    <a:lnTo>
                      <a:pt x="14742" y="19766"/>
                    </a:lnTo>
                    <a:lnTo>
                      <a:pt x="14399" y="20173"/>
                    </a:lnTo>
                    <a:lnTo>
                      <a:pt x="14057" y="20377"/>
                    </a:lnTo>
                    <a:lnTo>
                      <a:pt x="12685" y="20784"/>
                    </a:lnTo>
                    <a:lnTo>
                      <a:pt x="11657" y="20784"/>
                    </a:lnTo>
                    <a:lnTo>
                      <a:pt x="11657" y="20581"/>
                    </a:lnTo>
                    <a:lnTo>
                      <a:pt x="10971" y="20581"/>
                    </a:lnTo>
                    <a:lnTo>
                      <a:pt x="10285" y="20377"/>
                    </a:lnTo>
                    <a:lnTo>
                      <a:pt x="9942" y="20581"/>
                    </a:lnTo>
                    <a:lnTo>
                      <a:pt x="9942" y="20784"/>
                    </a:lnTo>
                    <a:lnTo>
                      <a:pt x="9599" y="20784"/>
                    </a:lnTo>
                    <a:lnTo>
                      <a:pt x="7885" y="21192"/>
                    </a:lnTo>
                    <a:lnTo>
                      <a:pt x="5485" y="21396"/>
                    </a:lnTo>
                    <a:lnTo>
                      <a:pt x="2057" y="21600"/>
                    </a:lnTo>
                    <a:lnTo>
                      <a:pt x="2057" y="21396"/>
                    </a:lnTo>
                    <a:lnTo>
                      <a:pt x="1714" y="20988"/>
                    </a:lnTo>
                    <a:lnTo>
                      <a:pt x="1714" y="20784"/>
                    </a:lnTo>
                    <a:lnTo>
                      <a:pt x="1028" y="20581"/>
                    </a:lnTo>
                    <a:lnTo>
                      <a:pt x="1028" y="20377"/>
                    </a:lnTo>
                    <a:lnTo>
                      <a:pt x="685" y="20173"/>
                    </a:lnTo>
                    <a:lnTo>
                      <a:pt x="342" y="19766"/>
                    </a:lnTo>
                    <a:lnTo>
                      <a:pt x="342" y="18747"/>
                    </a:lnTo>
                    <a:lnTo>
                      <a:pt x="685" y="18747"/>
                    </a:lnTo>
                    <a:lnTo>
                      <a:pt x="1028" y="18950"/>
                    </a:lnTo>
                    <a:lnTo>
                      <a:pt x="1371" y="18747"/>
                    </a:lnTo>
                    <a:lnTo>
                      <a:pt x="2057" y="18747"/>
                    </a:lnTo>
                    <a:lnTo>
                      <a:pt x="2400" y="18543"/>
                    </a:lnTo>
                    <a:lnTo>
                      <a:pt x="3085" y="18339"/>
                    </a:lnTo>
                    <a:lnTo>
                      <a:pt x="3085" y="17524"/>
                    </a:lnTo>
                    <a:lnTo>
                      <a:pt x="2742" y="17116"/>
                    </a:lnTo>
                    <a:lnTo>
                      <a:pt x="2057" y="15894"/>
                    </a:lnTo>
                    <a:lnTo>
                      <a:pt x="2057" y="14875"/>
                    </a:lnTo>
                    <a:lnTo>
                      <a:pt x="2400" y="14671"/>
                    </a:lnTo>
                    <a:lnTo>
                      <a:pt x="2057" y="14264"/>
                    </a:lnTo>
                    <a:lnTo>
                      <a:pt x="2057" y="13856"/>
                    </a:lnTo>
                    <a:lnTo>
                      <a:pt x="1714" y="13449"/>
                    </a:lnTo>
                    <a:lnTo>
                      <a:pt x="1714" y="13245"/>
                    </a:lnTo>
                    <a:lnTo>
                      <a:pt x="1371" y="13245"/>
                    </a:lnTo>
                    <a:lnTo>
                      <a:pt x="685" y="12837"/>
                    </a:lnTo>
                    <a:lnTo>
                      <a:pt x="0" y="13041"/>
                    </a:lnTo>
                    <a:lnTo>
                      <a:pt x="0" y="12633"/>
                    </a:lnTo>
                    <a:lnTo>
                      <a:pt x="342" y="12226"/>
                    </a:lnTo>
                    <a:lnTo>
                      <a:pt x="685" y="11615"/>
                    </a:lnTo>
                    <a:lnTo>
                      <a:pt x="1028" y="10596"/>
                    </a:lnTo>
                    <a:lnTo>
                      <a:pt x="685" y="10596"/>
                    </a:lnTo>
                    <a:lnTo>
                      <a:pt x="685" y="10188"/>
                    </a:lnTo>
                    <a:lnTo>
                      <a:pt x="1371" y="9373"/>
                    </a:lnTo>
                    <a:lnTo>
                      <a:pt x="3085" y="8354"/>
                    </a:lnTo>
                    <a:lnTo>
                      <a:pt x="3085" y="5094"/>
                    </a:lnTo>
                    <a:lnTo>
                      <a:pt x="3428" y="3871"/>
                    </a:lnTo>
                    <a:lnTo>
                      <a:pt x="4457" y="3056"/>
                    </a:lnTo>
                    <a:lnTo>
                      <a:pt x="4114" y="3056"/>
                    </a:lnTo>
                    <a:lnTo>
                      <a:pt x="4114" y="2649"/>
                    </a:lnTo>
                    <a:lnTo>
                      <a:pt x="3771" y="2241"/>
                    </a:lnTo>
                    <a:lnTo>
                      <a:pt x="3428" y="1630"/>
                    </a:lnTo>
                    <a:lnTo>
                      <a:pt x="3085" y="1222"/>
                    </a:lnTo>
                    <a:lnTo>
                      <a:pt x="3085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5" name="AutoShape 149">
                <a:extLst>
                  <a:ext uri="{FF2B5EF4-FFF2-40B4-BE49-F238E27FC236}">
                    <a16:creationId xmlns:a16="http://schemas.microsoft.com/office/drawing/2014/main" id="{98840DE5-665F-1192-5C3A-254EA09AC4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04" y="296810"/>
                <a:ext cx="317915" cy="331262"/>
              </a:xfrm>
              <a:custGeom>
                <a:avLst/>
                <a:gdLst>
                  <a:gd name="T0" fmla="*/ 158958 w 21600"/>
                  <a:gd name="T1" fmla="*/ 165631 h 21600"/>
                  <a:gd name="T2" fmla="*/ 158958 w 21600"/>
                  <a:gd name="T3" fmla="*/ 165631 h 21600"/>
                  <a:gd name="T4" fmla="*/ 158958 w 21600"/>
                  <a:gd name="T5" fmla="*/ 165631 h 21600"/>
                  <a:gd name="T6" fmla="*/ 158958 w 21600"/>
                  <a:gd name="T7" fmla="*/ 16563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627" y="0"/>
                    </a:moveTo>
                    <a:lnTo>
                      <a:pt x="18627" y="172"/>
                    </a:lnTo>
                    <a:lnTo>
                      <a:pt x="18429" y="345"/>
                    </a:lnTo>
                    <a:lnTo>
                      <a:pt x="18231" y="691"/>
                    </a:lnTo>
                    <a:lnTo>
                      <a:pt x="17834" y="1036"/>
                    </a:lnTo>
                    <a:lnTo>
                      <a:pt x="16645" y="1728"/>
                    </a:lnTo>
                    <a:lnTo>
                      <a:pt x="15853" y="1900"/>
                    </a:lnTo>
                    <a:lnTo>
                      <a:pt x="2774" y="1900"/>
                    </a:lnTo>
                    <a:lnTo>
                      <a:pt x="2774" y="7084"/>
                    </a:lnTo>
                    <a:lnTo>
                      <a:pt x="1783" y="7084"/>
                    </a:lnTo>
                    <a:lnTo>
                      <a:pt x="990" y="7430"/>
                    </a:lnTo>
                    <a:lnTo>
                      <a:pt x="990" y="7776"/>
                    </a:lnTo>
                    <a:lnTo>
                      <a:pt x="792" y="8121"/>
                    </a:lnTo>
                    <a:lnTo>
                      <a:pt x="792" y="8467"/>
                    </a:lnTo>
                    <a:lnTo>
                      <a:pt x="594" y="8640"/>
                    </a:lnTo>
                    <a:lnTo>
                      <a:pt x="594" y="8812"/>
                    </a:lnTo>
                    <a:lnTo>
                      <a:pt x="0" y="9331"/>
                    </a:lnTo>
                    <a:lnTo>
                      <a:pt x="0" y="9849"/>
                    </a:lnTo>
                    <a:lnTo>
                      <a:pt x="396" y="10540"/>
                    </a:lnTo>
                    <a:lnTo>
                      <a:pt x="594" y="10713"/>
                    </a:lnTo>
                    <a:lnTo>
                      <a:pt x="594" y="11750"/>
                    </a:lnTo>
                    <a:lnTo>
                      <a:pt x="396" y="12096"/>
                    </a:lnTo>
                    <a:lnTo>
                      <a:pt x="396" y="12614"/>
                    </a:lnTo>
                    <a:lnTo>
                      <a:pt x="1188" y="14687"/>
                    </a:lnTo>
                    <a:lnTo>
                      <a:pt x="1585" y="15379"/>
                    </a:lnTo>
                    <a:lnTo>
                      <a:pt x="2377" y="16070"/>
                    </a:lnTo>
                    <a:lnTo>
                      <a:pt x="2576" y="16415"/>
                    </a:lnTo>
                    <a:lnTo>
                      <a:pt x="3170" y="16934"/>
                    </a:lnTo>
                    <a:lnTo>
                      <a:pt x="3765" y="17625"/>
                    </a:lnTo>
                    <a:lnTo>
                      <a:pt x="4359" y="18489"/>
                    </a:lnTo>
                    <a:lnTo>
                      <a:pt x="4954" y="19180"/>
                    </a:lnTo>
                    <a:lnTo>
                      <a:pt x="5350" y="19699"/>
                    </a:lnTo>
                    <a:lnTo>
                      <a:pt x="5350" y="19871"/>
                    </a:lnTo>
                    <a:lnTo>
                      <a:pt x="5548" y="19871"/>
                    </a:lnTo>
                    <a:lnTo>
                      <a:pt x="6143" y="20390"/>
                    </a:lnTo>
                    <a:lnTo>
                      <a:pt x="6539" y="20563"/>
                    </a:lnTo>
                    <a:lnTo>
                      <a:pt x="7133" y="20736"/>
                    </a:lnTo>
                    <a:lnTo>
                      <a:pt x="7728" y="20736"/>
                    </a:lnTo>
                    <a:lnTo>
                      <a:pt x="7926" y="20908"/>
                    </a:lnTo>
                    <a:lnTo>
                      <a:pt x="8322" y="21081"/>
                    </a:lnTo>
                    <a:lnTo>
                      <a:pt x="8719" y="21599"/>
                    </a:lnTo>
                    <a:lnTo>
                      <a:pt x="13673" y="21599"/>
                    </a:lnTo>
                    <a:lnTo>
                      <a:pt x="15060" y="21427"/>
                    </a:lnTo>
                    <a:lnTo>
                      <a:pt x="16645" y="21254"/>
                    </a:lnTo>
                    <a:lnTo>
                      <a:pt x="17834" y="21081"/>
                    </a:lnTo>
                    <a:lnTo>
                      <a:pt x="18231" y="20736"/>
                    </a:lnTo>
                    <a:lnTo>
                      <a:pt x="18033" y="19180"/>
                    </a:lnTo>
                    <a:lnTo>
                      <a:pt x="17834" y="19180"/>
                    </a:lnTo>
                    <a:lnTo>
                      <a:pt x="17438" y="18489"/>
                    </a:lnTo>
                    <a:lnTo>
                      <a:pt x="17042" y="18143"/>
                    </a:lnTo>
                    <a:lnTo>
                      <a:pt x="16645" y="17625"/>
                    </a:lnTo>
                    <a:lnTo>
                      <a:pt x="15655" y="16761"/>
                    </a:lnTo>
                    <a:lnTo>
                      <a:pt x="15456" y="16761"/>
                    </a:lnTo>
                    <a:lnTo>
                      <a:pt x="15060" y="16415"/>
                    </a:lnTo>
                    <a:lnTo>
                      <a:pt x="15060" y="15897"/>
                    </a:lnTo>
                    <a:lnTo>
                      <a:pt x="15456" y="15724"/>
                    </a:lnTo>
                    <a:lnTo>
                      <a:pt x="15456" y="13651"/>
                    </a:lnTo>
                    <a:lnTo>
                      <a:pt x="15853" y="12960"/>
                    </a:lnTo>
                    <a:lnTo>
                      <a:pt x="16249" y="12441"/>
                    </a:lnTo>
                    <a:lnTo>
                      <a:pt x="16645" y="11750"/>
                    </a:lnTo>
                    <a:lnTo>
                      <a:pt x="17438" y="11232"/>
                    </a:lnTo>
                    <a:lnTo>
                      <a:pt x="17636" y="11059"/>
                    </a:lnTo>
                    <a:lnTo>
                      <a:pt x="18033" y="10195"/>
                    </a:lnTo>
                    <a:lnTo>
                      <a:pt x="18627" y="9331"/>
                    </a:lnTo>
                    <a:lnTo>
                      <a:pt x="18627" y="8467"/>
                    </a:lnTo>
                    <a:lnTo>
                      <a:pt x="19023" y="8121"/>
                    </a:lnTo>
                    <a:lnTo>
                      <a:pt x="19222" y="7776"/>
                    </a:lnTo>
                    <a:lnTo>
                      <a:pt x="19618" y="7430"/>
                    </a:lnTo>
                    <a:lnTo>
                      <a:pt x="19816" y="7084"/>
                    </a:lnTo>
                    <a:lnTo>
                      <a:pt x="20212" y="6912"/>
                    </a:lnTo>
                    <a:lnTo>
                      <a:pt x="20411" y="6739"/>
                    </a:lnTo>
                    <a:lnTo>
                      <a:pt x="20609" y="6739"/>
                    </a:lnTo>
                    <a:lnTo>
                      <a:pt x="21005" y="6566"/>
                    </a:lnTo>
                    <a:lnTo>
                      <a:pt x="21203" y="6220"/>
                    </a:lnTo>
                    <a:lnTo>
                      <a:pt x="21600" y="5875"/>
                    </a:lnTo>
                    <a:lnTo>
                      <a:pt x="21600" y="5702"/>
                    </a:lnTo>
                    <a:lnTo>
                      <a:pt x="21401" y="5529"/>
                    </a:lnTo>
                    <a:lnTo>
                      <a:pt x="21203" y="5184"/>
                    </a:lnTo>
                    <a:lnTo>
                      <a:pt x="21005" y="4665"/>
                    </a:lnTo>
                    <a:lnTo>
                      <a:pt x="20807" y="4320"/>
                    </a:lnTo>
                    <a:lnTo>
                      <a:pt x="20411" y="3801"/>
                    </a:lnTo>
                    <a:lnTo>
                      <a:pt x="20212" y="3456"/>
                    </a:lnTo>
                    <a:lnTo>
                      <a:pt x="20212" y="3283"/>
                    </a:lnTo>
                    <a:lnTo>
                      <a:pt x="20014" y="2937"/>
                    </a:lnTo>
                    <a:lnTo>
                      <a:pt x="19816" y="2764"/>
                    </a:lnTo>
                    <a:lnTo>
                      <a:pt x="19816" y="1900"/>
                    </a:lnTo>
                    <a:lnTo>
                      <a:pt x="19618" y="1555"/>
                    </a:lnTo>
                    <a:lnTo>
                      <a:pt x="19420" y="1036"/>
                    </a:lnTo>
                    <a:lnTo>
                      <a:pt x="19023" y="691"/>
                    </a:lnTo>
                    <a:lnTo>
                      <a:pt x="18627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6" name="AutoShape 150">
                <a:extLst>
                  <a:ext uri="{FF2B5EF4-FFF2-40B4-BE49-F238E27FC236}">
                    <a16:creationId xmlns:a16="http://schemas.microsoft.com/office/drawing/2014/main" id="{DFB2A9A9-72B4-CFAD-D586-2A070886F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018" y="620121"/>
                <a:ext cx="127958" cy="161657"/>
              </a:xfrm>
              <a:custGeom>
                <a:avLst/>
                <a:gdLst>
                  <a:gd name="T0" fmla="*/ 63979 w 21600"/>
                  <a:gd name="T1" fmla="*/ 80829 h 21600"/>
                  <a:gd name="T2" fmla="*/ 63979 w 21600"/>
                  <a:gd name="T3" fmla="*/ 80829 h 21600"/>
                  <a:gd name="T4" fmla="*/ 63979 w 21600"/>
                  <a:gd name="T5" fmla="*/ 80829 h 21600"/>
                  <a:gd name="T6" fmla="*/ 63979 w 21600"/>
                  <a:gd name="T7" fmla="*/ 808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454" y="21245"/>
                    </a:moveTo>
                    <a:lnTo>
                      <a:pt x="2945" y="21600"/>
                    </a:lnTo>
                    <a:lnTo>
                      <a:pt x="2454" y="21245"/>
                    </a:lnTo>
                    <a:lnTo>
                      <a:pt x="0" y="19121"/>
                    </a:lnTo>
                    <a:lnTo>
                      <a:pt x="0" y="18413"/>
                    </a:lnTo>
                    <a:lnTo>
                      <a:pt x="1472" y="17350"/>
                    </a:lnTo>
                    <a:lnTo>
                      <a:pt x="1472" y="16996"/>
                    </a:lnTo>
                    <a:lnTo>
                      <a:pt x="1963" y="16996"/>
                    </a:lnTo>
                    <a:lnTo>
                      <a:pt x="2454" y="16288"/>
                    </a:lnTo>
                    <a:lnTo>
                      <a:pt x="3436" y="16288"/>
                    </a:lnTo>
                    <a:lnTo>
                      <a:pt x="4418" y="15934"/>
                    </a:lnTo>
                    <a:lnTo>
                      <a:pt x="4909" y="14872"/>
                    </a:lnTo>
                    <a:lnTo>
                      <a:pt x="5400" y="15934"/>
                    </a:lnTo>
                    <a:lnTo>
                      <a:pt x="6872" y="15934"/>
                    </a:lnTo>
                    <a:lnTo>
                      <a:pt x="7854" y="15580"/>
                    </a:lnTo>
                    <a:lnTo>
                      <a:pt x="10800" y="14872"/>
                    </a:lnTo>
                    <a:lnTo>
                      <a:pt x="11290" y="14518"/>
                    </a:lnTo>
                    <a:lnTo>
                      <a:pt x="11781" y="14518"/>
                    </a:lnTo>
                    <a:lnTo>
                      <a:pt x="11781" y="13809"/>
                    </a:lnTo>
                    <a:lnTo>
                      <a:pt x="12272" y="13101"/>
                    </a:lnTo>
                    <a:lnTo>
                      <a:pt x="12272" y="10268"/>
                    </a:lnTo>
                    <a:lnTo>
                      <a:pt x="10800" y="10268"/>
                    </a:lnTo>
                    <a:lnTo>
                      <a:pt x="10800" y="8498"/>
                    </a:lnTo>
                    <a:lnTo>
                      <a:pt x="11781" y="8498"/>
                    </a:lnTo>
                    <a:lnTo>
                      <a:pt x="11781" y="7436"/>
                    </a:lnTo>
                    <a:lnTo>
                      <a:pt x="12272" y="7081"/>
                    </a:lnTo>
                    <a:lnTo>
                      <a:pt x="12272" y="6373"/>
                    </a:lnTo>
                    <a:lnTo>
                      <a:pt x="11781" y="6019"/>
                    </a:lnTo>
                    <a:lnTo>
                      <a:pt x="7363" y="5665"/>
                    </a:lnTo>
                    <a:lnTo>
                      <a:pt x="6872" y="4957"/>
                    </a:lnTo>
                    <a:lnTo>
                      <a:pt x="6872" y="3895"/>
                    </a:lnTo>
                    <a:lnTo>
                      <a:pt x="10309" y="3895"/>
                    </a:lnTo>
                    <a:lnTo>
                      <a:pt x="13745" y="3540"/>
                    </a:lnTo>
                    <a:lnTo>
                      <a:pt x="16199" y="3540"/>
                    </a:lnTo>
                    <a:lnTo>
                      <a:pt x="17672" y="3895"/>
                    </a:lnTo>
                    <a:lnTo>
                      <a:pt x="17672" y="3186"/>
                    </a:lnTo>
                    <a:lnTo>
                      <a:pt x="17181" y="2832"/>
                    </a:lnTo>
                    <a:lnTo>
                      <a:pt x="18163" y="1416"/>
                    </a:lnTo>
                    <a:lnTo>
                      <a:pt x="19145" y="1062"/>
                    </a:lnTo>
                    <a:lnTo>
                      <a:pt x="19636" y="1062"/>
                    </a:lnTo>
                    <a:lnTo>
                      <a:pt x="21109" y="0"/>
                    </a:lnTo>
                    <a:lnTo>
                      <a:pt x="21599" y="0"/>
                    </a:lnTo>
                    <a:lnTo>
                      <a:pt x="21599" y="3186"/>
                    </a:lnTo>
                    <a:lnTo>
                      <a:pt x="21109" y="4249"/>
                    </a:lnTo>
                    <a:lnTo>
                      <a:pt x="21109" y="8498"/>
                    </a:lnTo>
                    <a:lnTo>
                      <a:pt x="20618" y="9560"/>
                    </a:lnTo>
                    <a:lnTo>
                      <a:pt x="20618" y="10622"/>
                    </a:lnTo>
                    <a:lnTo>
                      <a:pt x="20127" y="11685"/>
                    </a:lnTo>
                    <a:lnTo>
                      <a:pt x="19636" y="12039"/>
                    </a:lnTo>
                    <a:lnTo>
                      <a:pt x="19636" y="12393"/>
                    </a:lnTo>
                    <a:lnTo>
                      <a:pt x="19145" y="12747"/>
                    </a:lnTo>
                    <a:lnTo>
                      <a:pt x="18654" y="13809"/>
                    </a:lnTo>
                    <a:lnTo>
                      <a:pt x="18163" y="14518"/>
                    </a:lnTo>
                    <a:lnTo>
                      <a:pt x="17672" y="15580"/>
                    </a:lnTo>
                    <a:lnTo>
                      <a:pt x="16690" y="16996"/>
                    </a:lnTo>
                    <a:lnTo>
                      <a:pt x="16199" y="17350"/>
                    </a:lnTo>
                    <a:lnTo>
                      <a:pt x="16199" y="17704"/>
                    </a:lnTo>
                    <a:lnTo>
                      <a:pt x="15709" y="18059"/>
                    </a:lnTo>
                    <a:lnTo>
                      <a:pt x="14727" y="19475"/>
                    </a:lnTo>
                    <a:lnTo>
                      <a:pt x="13745" y="19829"/>
                    </a:lnTo>
                    <a:lnTo>
                      <a:pt x="12272" y="19829"/>
                    </a:lnTo>
                    <a:lnTo>
                      <a:pt x="11290" y="19475"/>
                    </a:lnTo>
                    <a:lnTo>
                      <a:pt x="10800" y="19829"/>
                    </a:lnTo>
                    <a:lnTo>
                      <a:pt x="10309" y="19829"/>
                    </a:lnTo>
                    <a:lnTo>
                      <a:pt x="9327" y="20537"/>
                    </a:lnTo>
                    <a:lnTo>
                      <a:pt x="8345" y="20183"/>
                    </a:lnTo>
                    <a:lnTo>
                      <a:pt x="8345" y="19829"/>
                    </a:lnTo>
                    <a:lnTo>
                      <a:pt x="6872" y="19829"/>
                    </a:lnTo>
                    <a:lnTo>
                      <a:pt x="5890" y="20183"/>
                    </a:lnTo>
                    <a:lnTo>
                      <a:pt x="4418" y="20537"/>
                    </a:lnTo>
                    <a:lnTo>
                      <a:pt x="2454" y="2124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7" name="AutoShape 151">
                <a:extLst>
                  <a:ext uri="{FF2B5EF4-FFF2-40B4-BE49-F238E27FC236}">
                    <a16:creationId xmlns:a16="http://schemas.microsoft.com/office/drawing/2014/main" id="{74CF55EC-5D2E-326B-AB00-80A005B30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529" y="805628"/>
                <a:ext cx="188638" cy="206708"/>
              </a:xfrm>
              <a:custGeom>
                <a:avLst/>
                <a:gdLst>
                  <a:gd name="T0" fmla="*/ 94319 w 21600"/>
                  <a:gd name="T1" fmla="*/ 103354 h 21600"/>
                  <a:gd name="T2" fmla="*/ 94319 w 21600"/>
                  <a:gd name="T3" fmla="*/ 103354 h 21600"/>
                  <a:gd name="T4" fmla="*/ 94319 w 21600"/>
                  <a:gd name="T5" fmla="*/ 103354 h 21600"/>
                  <a:gd name="T6" fmla="*/ 94319 w 21600"/>
                  <a:gd name="T7" fmla="*/ 1033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96" y="553"/>
                    </a:moveTo>
                    <a:lnTo>
                      <a:pt x="3987" y="276"/>
                    </a:lnTo>
                    <a:lnTo>
                      <a:pt x="5316" y="0"/>
                    </a:lnTo>
                    <a:lnTo>
                      <a:pt x="9304" y="0"/>
                    </a:lnTo>
                    <a:lnTo>
                      <a:pt x="10633" y="3323"/>
                    </a:lnTo>
                    <a:lnTo>
                      <a:pt x="14289" y="3600"/>
                    </a:lnTo>
                    <a:lnTo>
                      <a:pt x="14289" y="2492"/>
                    </a:lnTo>
                    <a:lnTo>
                      <a:pt x="14621" y="1938"/>
                    </a:lnTo>
                    <a:lnTo>
                      <a:pt x="16947" y="1661"/>
                    </a:lnTo>
                    <a:lnTo>
                      <a:pt x="16947" y="2492"/>
                    </a:lnTo>
                    <a:lnTo>
                      <a:pt x="18609" y="2492"/>
                    </a:lnTo>
                    <a:lnTo>
                      <a:pt x="18609" y="4707"/>
                    </a:lnTo>
                    <a:lnTo>
                      <a:pt x="19273" y="5815"/>
                    </a:lnTo>
                    <a:lnTo>
                      <a:pt x="19273" y="7200"/>
                    </a:lnTo>
                    <a:lnTo>
                      <a:pt x="18941" y="7753"/>
                    </a:lnTo>
                    <a:lnTo>
                      <a:pt x="18941" y="8307"/>
                    </a:lnTo>
                    <a:lnTo>
                      <a:pt x="21267" y="8584"/>
                    </a:lnTo>
                    <a:lnTo>
                      <a:pt x="21267" y="12184"/>
                    </a:lnTo>
                    <a:lnTo>
                      <a:pt x="18609" y="12461"/>
                    </a:lnTo>
                    <a:lnTo>
                      <a:pt x="18609" y="18830"/>
                    </a:lnTo>
                    <a:lnTo>
                      <a:pt x="19273" y="19384"/>
                    </a:lnTo>
                    <a:lnTo>
                      <a:pt x="19606" y="19938"/>
                    </a:lnTo>
                    <a:lnTo>
                      <a:pt x="21600" y="21046"/>
                    </a:lnTo>
                    <a:lnTo>
                      <a:pt x="20270" y="21046"/>
                    </a:lnTo>
                    <a:lnTo>
                      <a:pt x="19273" y="21323"/>
                    </a:lnTo>
                    <a:lnTo>
                      <a:pt x="18276" y="21323"/>
                    </a:lnTo>
                    <a:lnTo>
                      <a:pt x="17612" y="21599"/>
                    </a:lnTo>
                    <a:lnTo>
                      <a:pt x="15286" y="21599"/>
                    </a:lnTo>
                    <a:lnTo>
                      <a:pt x="14621" y="21323"/>
                    </a:lnTo>
                    <a:lnTo>
                      <a:pt x="13624" y="21323"/>
                    </a:lnTo>
                    <a:lnTo>
                      <a:pt x="12960" y="21046"/>
                    </a:lnTo>
                    <a:lnTo>
                      <a:pt x="12627" y="20769"/>
                    </a:lnTo>
                    <a:lnTo>
                      <a:pt x="3987" y="20769"/>
                    </a:lnTo>
                    <a:lnTo>
                      <a:pt x="3655" y="20492"/>
                    </a:lnTo>
                    <a:lnTo>
                      <a:pt x="3323" y="19938"/>
                    </a:lnTo>
                    <a:lnTo>
                      <a:pt x="2990" y="19938"/>
                    </a:lnTo>
                    <a:lnTo>
                      <a:pt x="2658" y="19661"/>
                    </a:lnTo>
                    <a:lnTo>
                      <a:pt x="996" y="19661"/>
                    </a:lnTo>
                    <a:lnTo>
                      <a:pt x="0" y="19938"/>
                    </a:lnTo>
                    <a:lnTo>
                      <a:pt x="332" y="19384"/>
                    </a:lnTo>
                    <a:lnTo>
                      <a:pt x="664" y="17999"/>
                    </a:lnTo>
                    <a:lnTo>
                      <a:pt x="996" y="16338"/>
                    </a:lnTo>
                    <a:lnTo>
                      <a:pt x="1661" y="14953"/>
                    </a:lnTo>
                    <a:lnTo>
                      <a:pt x="1661" y="13569"/>
                    </a:lnTo>
                    <a:lnTo>
                      <a:pt x="2326" y="12461"/>
                    </a:lnTo>
                    <a:lnTo>
                      <a:pt x="2658" y="11353"/>
                    </a:lnTo>
                    <a:lnTo>
                      <a:pt x="3323" y="10523"/>
                    </a:lnTo>
                    <a:lnTo>
                      <a:pt x="3987" y="9415"/>
                    </a:lnTo>
                    <a:lnTo>
                      <a:pt x="4319" y="9415"/>
                    </a:lnTo>
                    <a:lnTo>
                      <a:pt x="4652" y="9138"/>
                    </a:lnTo>
                    <a:lnTo>
                      <a:pt x="4652" y="7476"/>
                    </a:lnTo>
                    <a:lnTo>
                      <a:pt x="3987" y="5261"/>
                    </a:lnTo>
                    <a:lnTo>
                      <a:pt x="2326" y="2215"/>
                    </a:lnTo>
                    <a:lnTo>
                      <a:pt x="996" y="1384"/>
                    </a:lnTo>
                    <a:lnTo>
                      <a:pt x="996" y="553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8" name="AutoShape 152">
                <a:extLst>
                  <a:ext uri="{FF2B5EF4-FFF2-40B4-BE49-F238E27FC236}">
                    <a16:creationId xmlns:a16="http://schemas.microsoft.com/office/drawing/2014/main" id="{2E84134F-7884-33C3-C494-711A27616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4805" y="596270"/>
                <a:ext cx="369361" cy="341863"/>
              </a:xfrm>
              <a:custGeom>
                <a:avLst/>
                <a:gdLst>
                  <a:gd name="T0" fmla="*/ 184680 w 21600"/>
                  <a:gd name="T1" fmla="*/ 170932 h 21600"/>
                  <a:gd name="T2" fmla="*/ 184680 w 21600"/>
                  <a:gd name="T3" fmla="*/ 170932 h 21600"/>
                  <a:gd name="T4" fmla="*/ 184680 w 21600"/>
                  <a:gd name="T5" fmla="*/ 170932 h 21600"/>
                  <a:gd name="T6" fmla="*/ 184680 w 21600"/>
                  <a:gd name="T7" fmla="*/ 17093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12725"/>
                    </a:moveTo>
                    <a:lnTo>
                      <a:pt x="2040" y="11218"/>
                    </a:lnTo>
                    <a:lnTo>
                      <a:pt x="2040" y="11051"/>
                    </a:lnTo>
                    <a:lnTo>
                      <a:pt x="2211" y="11051"/>
                    </a:lnTo>
                    <a:lnTo>
                      <a:pt x="2381" y="10883"/>
                    </a:lnTo>
                    <a:lnTo>
                      <a:pt x="2721" y="10716"/>
                    </a:lnTo>
                    <a:lnTo>
                      <a:pt x="3231" y="10883"/>
                    </a:lnTo>
                    <a:lnTo>
                      <a:pt x="3741" y="10883"/>
                    </a:lnTo>
                    <a:lnTo>
                      <a:pt x="3911" y="10716"/>
                    </a:lnTo>
                    <a:lnTo>
                      <a:pt x="4081" y="10381"/>
                    </a:lnTo>
                    <a:lnTo>
                      <a:pt x="4251" y="10381"/>
                    </a:lnTo>
                    <a:lnTo>
                      <a:pt x="4251" y="10046"/>
                    </a:lnTo>
                    <a:lnTo>
                      <a:pt x="4592" y="9544"/>
                    </a:lnTo>
                    <a:lnTo>
                      <a:pt x="4932" y="8874"/>
                    </a:lnTo>
                    <a:lnTo>
                      <a:pt x="5612" y="7200"/>
                    </a:lnTo>
                    <a:lnTo>
                      <a:pt x="5782" y="7032"/>
                    </a:lnTo>
                    <a:lnTo>
                      <a:pt x="5782" y="6697"/>
                    </a:lnTo>
                    <a:lnTo>
                      <a:pt x="5952" y="6195"/>
                    </a:lnTo>
                    <a:lnTo>
                      <a:pt x="5952" y="6027"/>
                    </a:lnTo>
                    <a:lnTo>
                      <a:pt x="6122" y="5860"/>
                    </a:lnTo>
                    <a:lnTo>
                      <a:pt x="6122" y="3348"/>
                    </a:lnTo>
                    <a:lnTo>
                      <a:pt x="6292" y="2846"/>
                    </a:lnTo>
                    <a:lnTo>
                      <a:pt x="6292" y="2679"/>
                    </a:lnTo>
                    <a:lnTo>
                      <a:pt x="6462" y="2511"/>
                    </a:lnTo>
                    <a:lnTo>
                      <a:pt x="6462" y="2009"/>
                    </a:lnTo>
                    <a:lnTo>
                      <a:pt x="6292" y="1674"/>
                    </a:lnTo>
                    <a:lnTo>
                      <a:pt x="6122" y="1506"/>
                    </a:lnTo>
                    <a:lnTo>
                      <a:pt x="6122" y="1172"/>
                    </a:lnTo>
                    <a:lnTo>
                      <a:pt x="6803" y="502"/>
                    </a:lnTo>
                    <a:lnTo>
                      <a:pt x="7143" y="502"/>
                    </a:lnTo>
                    <a:lnTo>
                      <a:pt x="7653" y="334"/>
                    </a:lnTo>
                    <a:lnTo>
                      <a:pt x="7653" y="502"/>
                    </a:lnTo>
                    <a:lnTo>
                      <a:pt x="7993" y="837"/>
                    </a:lnTo>
                    <a:lnTo>
                      <a:pt x="8163" y="1172"/>
                    </a:lnTo>
                    <a:lnTo>
                      <a:pt x="8163" y="1339"/>
                    </a:lnTo>
                    <a:lnTo>
                      <a:pt x="8333" y="1339"/>
                    </a:lnTo>
                    <a:lnTo>
                      <a:pt x="8503" y="1172"/>
                    </a:lnTo>
                    <a:lnTo>
                      <a:pt x="8844" y="1172"/>
                    </a:lnTo>
                    <a:lnTo>
                      <a:pt x="9354" y="1004"/>
                    </a:lnTo>
                    <a:lnTo>
                      <a:pt x="11055" y="1004"/>
                    </a:lnTo>
                    <a:lnTo>
                      <a:pt x="11395" y="837"/>
                    </a:lnTo>
                    <a:lnTo>
                      <a:pt x="15307" y="0"/>
                    </a:lnTo>
                    <a:lnTo>
                      <a:pt x="15307" y="167"/>
                    </a:lnTo>
                    <a:lnTo>
                      <a:pt x="15987" y="837"/>
                    </a:lnTo>
                    <a:lnTo>
                      <a:pt x="17007" y="1172"/>
                    </a:lnTo>
                    <a:lnTo>
                      <a:pt x="17177" y="1172"/>
                    </a:lnTo>
                    <a:lnTo>
                      <a:pt x="17348" y="1339"/>
                    </a:lnTo>
                    <a:lnTo>
                      <a:pt x="17688" y="1339"/>
                    </a:lnTo>
                    <a:lnTo>
                      <a:pt x="18028" y="1506"/>
                    </a:lnTo>
                    <a:lnTo>
                      <a:pt x="18368" y="2009"/>
                    </a:lnTo>
                    <a:lnTo>
                      <a:pt x="19388" y="2009"/>
                    </a:lnTo>
                    <a:lnTo>
                      <a:pt x="20069" y="2176"/>
                    </a:lnTo>
                    <a:lnTo>
                      <a:pt x="20749" y="2176"/>
                    </a:lnTo>
                    <a:lnTo>
                      <a:pt x="20749" y="2344"/>
                    </a:lnTo>
                    <a:lnTo>
                      <a:pt x="20579" y="2679"/>
                    </a:lnTo>
                    <a:lnTo>
                      <a:pt x="20579" y="3181"/>
                    </a:lnTo>
                    <a:lnTo>
                      <a:pt x="20239" y="3516"/>
                    </a:lnTo>
                    <a:lnTo>
                      <a:pt x="20239" y="4688"/>
                    </a:lnTo>
                    <a:lnTo>
                      <a:pt x="19899" y="5358"/>
                    </a:lnTo>
                    <a:lnTo>
                      <a:pt x="19729" y="5860"/>
                    </a:lnTo>
                    <a:lnTo>
                      <a:pt x="19559" y="6195"/>
                    </a:lnTo>
                    <a:lnTo>
                      <a:pt x="19559" y="8874"/>
                    </a:lnTo>
                    <a:lnTo>
                      <a:pt x="19899" y="9879"/>
                    </a:lnTo>
                    <a:lnTo>
                      <a:pt x="20239" y="11218"/>
                    </a:lnTo>
                    <a:lnTo>
                      <a:pt x="20409" y="12725"/>
                    </a:lnTo>
                    <a:lnTo>
                      <a:pt x="20749" y="14232"/>
                    </a:lnTo>
                    <a:lnTo>
                      <a:pt x="21089" y="15404"/>
                    </a:lnTo>
                    <a:lnTo>
                      <a:pt x="21259" y="16074"/>
                    </a:lnTo>
                    <a:lnTo>
                      <a:pt x="21259" y="16241"/>
                    </a:lnTo>
                    <a:lnTo>
                      <a:pt x="20069" y="16241"/>
                    </a:lnTo>
                    <a:lnTo>
                      <a:pt x="19729" y="16409"/>
                    </a:lnTo>
                    <a:lnTo>
                      <a:pt x="19388" y="16744"/>
                    </a:lnTo>
                    <a:lnTo>
                      <a:pt x="19218" y="17079"/>
                    </a:lnTo>
                    <a:lnTo>
                      <a:pt x="19218" y="17581"/>
                    </a:lnTo>
                    <a:lnTo>
                      <a:pt x="19559" y="18251"/>
                    </a:lnTo>
                    <a:lnTo>
                      <a:pt x="19729" y="18753"/>
                    </a:lnTo>
                    <a:lnTo>
                      <a:pt x="19899" y="19088"/>
                    </a:lnTo>
                    <a:lnTo>
                      <a:pt x="20069" y="19590"/>
                    </a:lnTo>
                    <a:lnTo>
                      <a:pt x="20239" y="19925"/>
                    </a:lnTo>
                    <a:lnTo>
                      <a:pt x="20409" y="20093"/>
                    </a:lnTo>
                    <a:lnTo>
                      <a:pt x="21600" y="20260"/>
                    </a:lnTo>
                    <a:lnTo>
                      <a:pt x="21600" y="21432"/>
                    </a:lnTo>
                    <a:lnTo>
                      <a:pt x="21259" y="21599"/>
                    </a:lnTo>
                    <a:lnTo>
                      <a:pt x="20239" y="21265"/>
                    </a:lnTo>
                    <a:lnTo>
                      <a:pt x="18878" y="20427"/>
                    </a:lnTo>
                    <a:lnTo>
                      <a:pt x="18198" y="19255"/>
                    </a:lnTo>
                    <a:lnTo>
                      <a:pt x="18198" y="19423"/>
                    </a:lnTo>
                    <a:lnTo>
                      <a:pt x="18028" y="19423"/>
                    </a:lnTo>
                    <a:lnTo>
                      <a:pt x="17858" y="19255"/>
                    </a:lnTo>
                    <a:lnTo>
                      <a:pt x="17688" y="19255"/>
                    </a:lnTo>
                    <a:lnTo>
                      <a:pt x="17518" y="19088"/>
                    </a:lnTo>
                    <a:lnTo>
                      <a:pt x="17518" y="18920"/>
                    </a:lnTo>
                    <a:lnTo>
                      <a:pt x="17348" y="19088"/>
                    </a:lnTo>
                    <a:lnTo>
                      <a:pt x="17348" y="19255"/>
                    </a:lnTo>
                    <a:lnTo>
                      <a:pt x="16327" y="19255"/>
                    </a:lnTo>
                    <a:lnTo>
                      <a:pt x="15477" y="19088"/>
                    </a:lnTo>
                    <a:lnTo>
                      <a:pt x="14456" y="18920"/>
                    </a:lnTo>
                    <a:lnTo>
                      <a:pt x="13946" y="18753"/>
                    </a:lnTo>
                    <a:lnTo>
                      <a:pt x="13776" y="18753"/>
                    </a:lnTo>
                    <a:lnTo>
                      <a:pt x="13606" y="18586"/>
                    </a:lnTo>
                    <a:lnTo>
                      <a:pt x="13436" y="18586"/>
                    </a:lnTo>
                    <a:lnTo>
                      <a:pt x="13436" y="18418"/>
                    </a:lnTo>
                    <a:lnTo>
                      <a:pt x="13266" y="18418"/>
                    </a:lnTo>
                    <a:lnTo>
                      <a:pt x="13096" y="18251"/>
                    </a:lnTo>
                    <a:lnTo>
                      <a:pt x="11055" y="18251"/>
                    </a:lnTo>
                    <a:lnTo>
                      <a:pt x="10544" y="18418"/>
                    </a:lnTo>
                    <a:lnTo>
                      <a:pt x="9354" y="18251"/>
                    </a:lnTo>
                    <a:lnTo>
                      <a:pt x="9354" y="17916"/>
                    </a:lnTo>
                    <a:lnTo>
                      <a:pt x="9524" y="17581"/>
                    </a:lnTo>
                    <a:lnTo>
                      <a:pt x="9524" y="16744"/>
                    </a:lnTo>
                    <a:lnTo>
                      <a:pt x="9184" y="16074"/>
                    </a:lnTo>
                    <a:lnTo>
                      <a:pt x="9184" y="14734"/>
                    </a:lnTo>
                    <a:lnTo>
                      <a:pt x="8333" y="14734"/>
                    </a:lnTo>
                    <a:lnTo>
                      <a:pt x="8333" y="14232"/>
                    </a:lnTo>
                    <a:lnTo>
                      <a:pt x="7143" y="14400"/>
                    </a:lnTo>
                    <a:lnTo>
                      <a:pt x="6973" y="14734"/>
                    </a:lnTo>
                    <a:lnTo>
                      <a:pt x="6973" y="15404"/>
                    </a:lnTo>
                    <a:lnTo>
                      <a:pt x="5102" y="15237"/>
                    </a:lnTo>
                    <a:lnTo>
                      <a:pt x="4422" y="13227"/>
                    </a:lnTo>
                    <a:lnTo>
                      <a:pt x="2381" y="13227"/>
                    </a:lnTo>
                    <a:lnTo>
                      <a:pt x="1700" y="13395"/>
                    </a:lnTo>
                    <a:lnTo>
                      <a:pt x="170" y="13562"/>
                    </a:lnTo>
                    <a:lnTo>
                      <a:pt x="0" y="12725"/>
                    </a:lnTo>
                    <a:lnTo>
                      <a:pt x="85" y="13479"/>
                    </a:lnTo>
                    <a:lnTo>
                      <a:pt x="0" y="1272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09" name="AutoShape 153">
                <a:extLst>
                  <a:ext uri="{FF2B5EF4-FFF2-40B4-BE49-F238E27FC236}">
                    <a16:creationId xmlns:a16="http://schemas.microsoft.com/office/drawing/2014/main" id="{20C222A8-F5FF-D611-1489-DF946C700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783" y="850679"/>
                <a:ext cx="282298" cy="159007"/>
              </a:xfrm>
              <a:custGeom>
                <a:avLst/>
                <a:gdLst>
                  <a:gd name="T0" fmla="*/ 141149 w 21600"/>
                  <a:gd name="T1" fmla="*/ 79504 h 21600"/>
                  <a:gd name="T2" fmla="*/ 141149 w 21600"/>
                  <a:gd name="T3" fmla="*/ 79504 h 21600"/>
                  <a:gd name="T4" fmla="*/ 141149 w 21600"/>
                  <a:gd name="T5" fmla="*/ 79504 h 21600"/>
                  <a:gd name="T6" fmla="*/ 141149 w 21600"/>
                  <a:gd name="T7" fmla="*/ 795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810" y="0"/>
                    </a:moveTo>
                    <a:lnTo>
                      <a:pt x="15810" y="359"/>
                    </a:lnTo>
                    <a:lnTo>
                      <a:pt x="14251" y="359"/>
                    </a:lnTo>
                    <a:lnTo>
                      <a:pt x="13806" y="719"/>
                    </a:lnTo>
                    <a:lnTo>
                      <a:pt x="13360" y="1439"/>
                    </a:lnTo>
                    <a:lnTo>
                      <a:pt x="13138" y="2159"/>
                    </a:lnTo>
                    <a:lnTo>
                      <a:pt x="13138" y="3239"/>
                    </a:lnTo>
                    <a:lnTo>
                      <a:pt x="13583" y="4679"/>
                    </a:lnTo>
                    <a:lnTo>
                      <a:pt x="13806" y="5759"/>
                    </a:lnTo>
                    <a:lnTo>
                      <a:pt x="14028" y="6479"/>
                    </a:lnTo>
                    <a:lnTo>
                      <a:pt x="14251" y="7559"/>
                    </a:lnTo>
                    <a:lnTo>
                      <a:pt x="14474" y="8279"/>
                    </a:lnTo>
                    <a:lnTo>
                      <a:pt x="14696" y="8639"/>
                    </a:lnTo>
                    <a:lnTo>
                      <a:pt x="16255" y="8999"/>
                    </a:lnTo>
                    <a:lnTo>
                      <a:pt x="16255" y="11520"/>
                    </a:lnTo>
                    <a:lnTo>
                      <a:pt x="15810" y="11879"/>
                    </a:lnTo>
                    <a:lnTo>
                      <a:pt x="14474" y="11160"/>
                    </a:lnTo>
                    <a:lnTo>
                      <a:pt x="12692" y="9359"/>
                    </a:lnTo>
                    <a:lnTo>
                      <a:pt x="11802" y="6839"/>
                    </a:lnTo>
                    <a:lnTo>
                      <a:pt x="11802" y="7199"/>
                    </a:lnTo>
                    <a:lnTo>
                      <a:pt x="11579" y="7199"/>
                    </a:lnTo>
                    <a:lnTo>
                      <a:pt x="11356" y="6839"/>
                    </a:lnTo>
                    <a:lnTo>
                      <a:pt x="11134" y="6839"/>
                    </a:lnTo>
                    <a:lnTo>
                      <a:pt x="10911" y="6479"/>
                    </a:lnTo>
                    <a:lnTo>
                      <a:pt x="10911" y="6119"/>
                    </a:lnTo>
                    <a:lnTo>
                      <a:pt x="10688" y="6479"/>
                    </a:lnTo>
                    <a:lnTo>
                      <a:pt x="10688" y="6839"/>
                    </a:lnTo>
                    <a:lnTo>
                      <a:pt x="9352" y="6839"/>
                    </a:lnTo>
                    <a:lnTo>
                      <a:pt x="8239" y="6479"/>
                    </a:lnTo>
                    <a:lnTo>
                      <a:pt x="6903" y="6119"/>
                    </a:lnTo>
                    <a:lnTo>
                      <a:pt x="6235" y="5759"/>
                    </a:lnTo>
                    <a:lnTo>
                      <a:pt x="6012" y="5759"/>
                    </a:lnTo>
                    <a:lnTo>
                      <a:pt x="5789" y="5399"/>
                    </a:lnTo>
                    <a:lnTo>
                      <a:pt x="5567" y="5399"/>
                    </a:lnTo>
                    <a:lnTo>
                      <a:pt x="5567" y="5039"/>
                    </a:lnTo>
                    <a:lnTo>
                      <a:pt x="5344" y="5039"/>
                    </a:lnTo>
                    <a:lnTo>
                      <a:pt x="5121" y="4679"/>
                    </a:lnTo>
                    <a:lnTo>
                      <a:pt x="2449" y="4679"/>
                    </a:lnTo>
                    <a:lnTo>
                      <a:pt x="1781" y="5039"/>
                    </a:lnTo>
                    <a:lnTo>
                      <a:pt x="1781" y="6839"/>
                    </a:lnTo>
                    <a:lnTo>
                      <a:pt x="1558" y="7559"/>
                    </a:lnTo>
                    <a:lnTo>
                      <a:pt x="1558" y="8639"/>
                    </a:lnTo>
                    <a:lnTo>
                      <a:pt x="1781" y="9359"/>
                    </a:lnTo>
                    <a:lnTo>
                      <a:pt x="1781" y="9719"/>
                    </a:lnTo>
                    <a:lnTo>
                      <a:pt x="0" y="10079"/>
                    </a:lnTo>
                    <a:lnTo>
                      <a:pt x="0" y="18359"/>
                    </a:lnTo>
                    <a:lnTo>
                      <a:pt x="222" y="18719"/>
                    </a:lnTo>
                    <a:lnTo>
                      <a:pt x="445" y="19440"/>
                    </a:lnTo>
                    <a:lnTo>
                      <a:pt x="890" y="20160"/>
                    </a:lnTo>
                    <a:lnTo>
                      <a:pt x="1336" y="20520"/>
                    </a:lnTo>
                    <a:lnTo>
                      <a:pt x="2004" y="21240"/>
                    </a:lnTo>
                    <a:lnTo>
                      <a:pt x="2226" y="21240"/>
                    </a:lnTo>
                    <a:lnTo>
                      <a:pt x="2672" y="20880"/>
                    </a:lnTo>
                    <a:lnTo>
                      <a:pt x="6012" y="20880"/>
                    </a:lnTo>
                    <a:lnTo>
                      <a:pt x="6680" y="21240"/>
                    </a:lnTo>
                    <a:lnTo>
                      <a:pt x="7348" y="21240"/>
                    </a:lnTo>
                    <a:lnTo>
                      <a:pt x="8016" y="21600"/>
                    </a:lnTo>
                    <a:lnTo>
                      <a:pt x="10020" y="21600"/>
                    </a:lnTo>
                    <a:lnTo>
                      <a:pt x="11356" y="21240"/>
                    </a:lnTo>
                    <a:lnTo>
                      <a:pt x="12247" y="20520"/>
                    </a:lnTo>
                    <a:lnTo>
                      <a:pt x="12692" y="18719"/>
                    </a:lnTo>
                    <a:lnTo>
                      <a:pt x="21377" y="15839"/>
                    </a:lnTo>
                    <a:lnTo>
                      <a:pt x="21377" y="11520"/>
                    </a:lnTo>
                    <a:lnTo>
                      <a:pt x="21154" y="10079"/>
                    </a:lnTo>
                    <a:lnTo>
                      <a:pt x="21600" y="8999"/>
                    </a:lnTo>
                    <a:lnTo>
                      <a:pt x="21600" y="8279"/>
                    </a:lnTo>
                    <a:lnTo>
                      <a:pt x="21154" y="6119"/>
                    </a:lnTo>
                    <a:lnTo>
                      <a:pt x="20486" y="3599"/>
                    </a:lnTo>
                    <a:lnTo>
                      <a:pt x="19373" y="1799"/>
                    </a:lnTo>
                    <a:lnTo>
                      <a:pt x="17814" y="719"/>
                    </a:lnTo>
                    <a:lnTo>
                      <a:pt x="1581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0" name="AutoShape 154">
                <a:extLst>
                  <a:ext uri="{FF2B5EF4-FFF2-40B4-BE49-F238E27FC236}">
                    <a16:creationId xmlns:a16="http://schemas.microsoft.com/office/drawing/2014/main" id="{178C21D9-0B5E-9332-4086-2D2F98F2D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571" y="993784"/>
                <a:ext cx="279660" cy="219959"/>
              </a:xfrm>
              <a:custGeom>
                <a:avLst/>
                <a:gdLst>
                  <a:gd name="T0" fmla="*/ 139830 w 21600"/>
                  <a:gd name="T1" fmla="*/ 109980 h 21600"/>
                  <a:gd name="T2" fmla="*/ 139830 w 21600"/>
                  <a:gd name="T3" fmla="*/ 109980 h 21600"/>
                  <a:gd name="T4" fmla="*/ 139830 w 21600"/>
                  <a:gd name="T5" fmla="*/ 109980 h 21600"/>
                  <a:gd name="T6" fmla="*/ 139830 w 21600"/>
                  <a:gd name="T7" fmla="*/ 10998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4850" y="1301"/>
                    </a:moveTo>
                    <a:lnTo>
                      <a:pt x="13725" y="1301"/>
                    </a:lnTo>
                    <a:lnTo>
                      <a:pt x="13274" y="1561"/>
                    </a:lnTo>
                    <a:lnTo>
                      <a:pt x="12599" y="1561"/>
                    </a:lnTo>
                    <a:lnTo>
                      <a:pt x="11925" y="1821"/>
                    </a:lnTo>
                    <a:lnTo>
                      <a:pt x="10574" y="1821"/>
                    </a:lnTo>
                    <a:lnTo>
                      <a:pt x="9900" y="1561"/>
                    </a:lnTo>
                    <a:lnTo>
                      <a:pt x="9450" y="1561"/>
                    </a:lnTo>
                    <a:lnTo>
                      <a:pt x="8550" y="1040"/>
                    </a:lnTo>
                    <a:lnTo>
                      <a:pt x="2925" y="1040"/>
                    </a:lnTo>
                    <a:lnTo>
                      <a:pt x="2025" y="0"/>
                    </a:lnTo>
                    <a:lnTo>
                      <a:pt x="900" y="0"/>
                    </a:lnTo>
                    <a:lnTo>
                      <a:pt x="225" y="260"/>
                    </a:lnTo>
                    <a:lnTo>
                      <a:pt x="0" y="1301"/>
                    </a:lnTo>
                    <a:lnTo>
                      <a:pt x="225" y="1561"/>
                    </a:lnTo>
                    <a:lnTo>
                      <a:pt x="1350" y="4163"/>
                    </a:lnTo>
                    <a:lnTo>
                      <a:pt x="1800" y="5465"/>
                    </a:lnTo>
                    <a:lnTo>
                      <a:pt x="2025" y="7026"/>
                    </a:lnTo>
                    <a:lnTo>
                      <a:pt x="2250" y="7546"/>
                    </a:lnTo>
                    <a:lnTo>
                      <a:pt x="2700" y="9368"/>
                    </a:lnTo>
                    <a:lnTo>
                      <a:pt x="3150" y="11710"/>
                    </a:lnTo>
                    <a:lnTo>
                      <a:pt x="3825" y="14313"/>
                    </a:lnTo>
                    <a:lnTo>
                      <a:pt x="4725" y="16395"/>
                    </a:lnTo>
                    <a:lnTo>
                      <a:pt x="5175" y="17696"/>
                    </a:lnTo>
                    <a:lnTo>
                      <a:pt x="5400" y="17696"/>
                    </a:lnTo>
                    <a:lnTo>
                      <a:pt x="5400" y="18216"/>
                    </a:lnTo>
                    <a:lnTo>
                      <a:pt x="5850" y="19257"/>
                    </a:lnTo>
                    <a:lnTo>
                      <a:pt x="6300" y="19778"/>
                    </a:lnTo>
                    <a:lnTo>
                      <a:pt x="6525" y="20559"/>
                    </a:lnTo>
                    <a:lnTo>
                      <a:pt x="6750" y="21079"/>
                    </a:lnTo>
                    <a:lnTo>
                      <a:pt x="6750" y="21339"/>
                    </a:lnTo>
                    <a:lnTo>
                      <a:pt x="8100" y="20819"/>
                    </a:lnTo>
                    <a:lnTo>
                      <a:pt x="8325" y="20559"/>
                    </a:lnTo>
                    <a:lnTo>
                      <a:pt x="8325" y="20298"/>
                    </a:lnTo>
                    <a:lnTo>
                      <a:pt x="8550" y="20038"/>
                    </a:lnTo>
                    <a:lnTo>
                      <a:pt x="8550" y="19778"/>
                    </a:lnTo>
                    <a:lnTo>
                      <a:pt x="8774" y="19518"/>
                    </a:lnTo>
                    <a:lnTo>
                      <a:pt x="9000" y="19778"/>
                    </a:lnTo>
                    <a:lnTo>
                      <a:pt x="9225" y="19778"/>
                    </a:lnTo>
                    <a:lnTo>
                      <a:pt x="9225" y="21079"/>
                    </a:lnTo>
                    <a:lnTo>
                      <a:pt x="9450" y="21339"/>
                    </a:lnTo>
                    <a:lnTo>
                      <a:pt x="10574" y="21339"/>
                    </a:lnTo>
                    <a:lnTo>
                      <a:pt x="11025" y="21600"/>
                    </a:lnTo>
                    <a:lnTo>
                      <a:pt x="11699" y="21600"/>
                    </a:lnTo>
                    <a:lnTo>
                      <a:pt x="12599" y="21079"/>
                    </a:lnTo>
                    <a:lnTo>
                      <a:pt x="12825" y="20819"/>
                    </a:lnTo>
                    <a:lnTo>
                      <a:pt x="12825" y="7807"/>
                    </a:lnTo>
                    <a:lnTo>
                      <a:pt x="14399" y="7807"/>
                    </a:lnTo>
                    <a:lnTo>
                      <a:pt x="14399" y="2081"/>
                    </a:lnTo>
                    <a:lnTo>
                      <a:pt x="16199" y="2081"/>
                    </a:lnTo>
                    <a:lnTo>
                      <a:pt x="17549" y="1821"/>
                    </a:lnTo>
                    <a:lnTo>
                      <a:pt x="18450" y="2081"/>
                    </a:lnTo>
                    <a:lnTo>
                      <a:pt x="18900" y="2342"/>
                    </a:lnTo>
                    <a:lnTo>
                      <a:pt x="18900" y="2602"/>
                    </a:lnTo>
                    <a:lnTo>
                      <a:pt x="19125" y="2862"/>
                    </a:lnTo>
                    <a:lnTo>
                      <a:pt x="19349" y="2602"/>
                    </a:lnTo>
                    <a:lnTo>
                      <a:pt x="19799" y="2342"/>
                    </a:lnTo>
                    <a:lnTo>
                      <a:pt x="20474" y="2081"/>
                    </a:lnTo>
                    <a:lnTo>
                      <a:pt x="21375" y="1561"/>
                    </a:lnTo>
                    <a:lnTo>
                      <a:pt x="21599" y="1561"/>
                    </a:lnTo>
                    <a:lnTo>
                      <a:pt x="21149" y="1561"/>
                    </a:lnTo>
                    <a:lnTo>
                      <a:pt x="20024" y="1301"/>
                    </a:lnTo>
                    <a:lnTo>
                      <a:pt x="18674" y="1040"/>
                    </a:lnTo>
                    <a:lnTo>
                      <a:pt x="17549" y="1040"/>
                    </a:lnTo>
                    <a:lnTo>
                      <a:pt x="14850" y="130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1" name="AutoShape 155">
                <a:extLst>
                  <a:ext uri="{FF2B5EF4-FFF2-40B4-BE49-F238E27FC236}">
                    <a16:creationId xmlns:a16="http://schemas.microsoft.com/office/drawing/2014/main" id="{568B7CDA-5245-8165-4438-0ADD39E21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6760" y="487617"/>
                <a:ext cx="168851" cy="217308"/>
              </a:xfrm>
              <a:custGeom>
                <a:avLst/>
                <a:gdLst>
                  <a:gd name="T0" fmla="*/ 84426 w 21600"/>
                  <a:gd name="T1" fmla="*/ 108654 h 21600"/>
                  <a:gd name="T2" fmla="*/ 84426 w 21600"/>
                  <a:gd name="T3" fmla="*/ 108654 h 21600"/>
                  <a:gd name="T4" fmla="*/ 84426 w 21600"/>
                  <a:gd name="T5" fmla="*/ 108654 h 21600"/>
                  <a:gd name="T6" fmla="*/ 84426 w 21600"/>
                  <a:gd name="T7" fmla="*/ 1086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44" y="21600"/>
                    </a:moveTo>
                    <a:lnTo>
                      <a:pt x="5213" y="19492"/>
                    </a:lnTo>
                    <a:lnTo>
                      <a:pt x="5958" y="18965"/>
                    </a:lnTo>
                    <a:lnTo>
                      <a:pt x="7075" y="17912"/>
                    </a:lnTo>
                    <a:lnTo>
                      <a:pt x="9310" y="16595"/>
                    </a:lnTo>
                    <a:lnTo>
                      <a:pt x="11544" y="14751"/>
                    </a:lnTo>
                    <a:lnTo>
                      <a:pt x="15268" y="11063"/>
                    </a:lnTo>
                    <a:lnTo>
                      <a:pt x="17131" y="8692"/>
                    </a:lnTo>
                    <a:lnTo>
                      <a:pt x="18620" y="6585"/>
                    </a:lnTo>
                    <a:lnTo>
                      <a:pt x="19737" y="4741"/>
                    </a:lnTo>
                    <a:lnTo>
                      <a:pt x="20110" y="4214"/>
                    </a:lnTo>
                    <a:lnTo>
                      <a:pt x="21599" y="2370"/>
                    </a:lnTo>
                    <a:lnTo>
                      <a:pt x="21599" y="0"/>
                    </a:lnTo>
                    <a:lnTo>
                      <a:pt x="20110" y="0"/>
                    </a:lnTo>
                    <a:lnTo>
                      <a:pt x="19737" y="263"/>
                    </a:lnTo>
                    <a:lnTo>
                      <a:pt x="18993" y="263"/>
                    </a:lnTo>
                    <a:lnTo>
                      <a:pt x="18248" y="526"/>
                    </a:lnTo>
                    <a:lnTo>
                      <a:pt x="17131" y="526"/>
                    </a:lnTo>
                    <a:lnTo>
                      <a:pt x="14896" y="790"/>
                    </a:lnTo>
                    <a:lnTo>
                      <a:pt x="12289" y="1053"/>
                    </a:lnTo>
                    <a:lnTo>
                      <a:pt x="10055" y="1317"/>
                    </a:lnTo>
                    <a:lnTo>
                      <a:pt x="9310" y="1317"/>
                    </a:lnTo>
                    <a:lnTo>
                      <a:pt x="5213" y="1843"/>
                    </a:lnTo>
                    <a:lnTo>
                      <a:pt x="4841" y="1580"/>
                    </a:lnTo>
                    <a:lnTo>
                      <a:pt x="4468" y="1580"/>
                    </a:lnTo>
                    <a:lnTo>
                      <a:pt x="3724" y="1317"/>
                    </a:lnTo>
                    <a:lnTo>
                      <a:pt x="2606" y="2634"/>
                    </a:lnTo>
                    <a:lnTo>
                      <a:pt x="2979" y="2897"/>
                    </a:lnTo>
                    <a:lnTo>
                      <a:pt x="2606" y="3687"/>
                    </a:lnTo>
                    <a:lnTo>
                      <a:pt x="4468" y="4478"/>
                    </a:lnTo>
                    <a:lnTo>
                      <a:pt x="10427" y="6848"/>
                    </a:lnTo>
                    <a:lnTo>
                      <a:pt x="13034" y="7112"/>
                    </a:lnTo>
                    <a:lnTo>
                      <a:pt x="7448" y="12643"/>
                    </a:lnTo>
                    <a:lnTo>
                      <a:pt x="4468" y="13434"/>
                    </a:lnTo>
                    <a:lnTo>
                      <a:pt x="4096" y="14224"/>
                    </a:lnTo>
                    <a:lnTo>
                      <a:pt x="1117" y="14224"/>
                    </a:lnTo>
                    <a:lnTo>
                      <a:pt x="0" y="16068"/>
                    </a:lnTo>
                    <a:lnTo>
                      <a:pt x="0" y="20546"/>
                    </a:lnTo>
                    <a:lnTo>
                      <a:pt x="744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2" name="AutoShape 156">
                <a:extLst>
                  <a:ext uri="{FF2B5EF4-FFF2-40B4-BE49-F238E27FC236}">
                    <a16:creationId xmlns:a16="http://schemas.microsoft.com/office/drawing/2014/main" id="{2E2BF34D-3F84-43F7-E5FD-52A63C080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654" y="614821"/>
                <a:ext cx="154341" cy="164307"/>
              </a:xfrm>
              <a:custGeom>
                <a:avLst/>
                <a:gdLst>
                  <a:gd name="T0" fmla="*/ 77171 w 21600"/>
                  <a:gd name="T1" fmla="*/ 82154 h 21600"/>
                  <a:gd name="T2" fmla="*/ 77171 w 21600"/>
                  <a:gd name="T3" fmla="*/ 82154 h 21600"/>
                  <a:gd name="T4" fmla="*/ 77171 w 21600"/>
                  <a:gd name="T5" fmla="*/ 82154 h 21600"/>
                  <a:gd name="T6" fmla="*/ 77171 w 21600"/>
                  <a:gd name="T7" fmla="*/ 821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449" y="20206"/>
                    </a:moveTo>
                    <a:lnTo>
                      <a:pt x="16709" y="17419"/>
                    </a:lnTo>
                    <a:lnTo>
                      <a:pt x="20784" y="11845"/>
                    </a:lnTo>
                    <a:lnTo>
                      <a:pt x="21192" y="11845"/>
                    </a:lnTo>
                    <a:lnTo>
                      <a:pt x="20377" y="10451"/>
                    </a:lnTo>
                    <a:lnTo>
                      <a:pt x="20377" y="4529"/>
                    </a:lnTo>
                    <a:lnTo>
                      <a:pt x="21600" y="2090"/>
                    </a:lnTo>
                    <a:lnTo>
                      <a:pt x="21192" y="1045"/>
                    </a:lnTo>
                    <a:lnTo>
                      <a:pt x="17116" y="1741"/>
                    </a:lnTo>
                    <a:lnTo>
                      <a:pt x="15486" y="3135"/>
                    </a:lnTo>
                    <a:lnTo>
                      <a:pt x="11818" y="2787"/>
                    </a:lnTo>
                    <a:lnTo>
                      <a:pt x="8150" y="0"/>
                    </a:lnTo>
                    <a:lnTo>
                      <a:pt x="5298" y="0"/>
                    </a:lnTo>
                    <a:lnTo>
                      <a:pt x="4483" y="696"/>
                    </a:lnTo>
                    <a:lnTo>
                      <a:pt x="3260" y="696"/>
                    </a:lnTo>
                    <a:lnTo>
                      <a:pt x="1630" y="1045"/>
                    </a:lnTo>
                    <a:lnTo>
                      <a:pt x="2037" y="2090"/>
                    </a:lnTo>
                    <a:lnTo>
                      <a:pt x="2852" y="6967"/>
                    </a:lnTo>
                    <a:lnTo>
                      <a:pt x="0" y="9754"/>
                    </a:lnTo>
                    <a:lnTo>
                      <a:pt x="407" y="10103"/>
                    </a:lnTo>
                    <a:lnTo>
                      <a:pt x="815" y="10800"/>
                    </a:lnTo>
                    <a:lnTo>
                      <a:pt x="815" y="11496"/>
                    </a:lnTo>
                    <a:lnTo>
                      <a:pt x="1222" y="12193"/>
                    </a:lnTo>
                    <a:lnTo>
                      <a:pt x="407" y="13587"/>
                    </a:lnTo>
                    <a:lnTo>
                      <a:pt x="9373" y="19161"/>
                    </a:lnTo>
                    <a:lnTo>
                      <a:pt x="9781" y="19509"/>
                    </a:lnTo>
                    <a:lnTo>
                      <a:pt x="9781" y="19858"/>
                    </a:lnTo>
                    <a:lnTo>
                      <a:pt x="10188" y="20206"/>
                    </a:lnTo>
                    <a:lnTo>
                      <a:pt x="12633" y="21600"/>
                    </a:lnTo>
                    <a:lnTo>
                      <a:pt x="13449" y="20206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3" name="AutoShape 157">
                <a:extLst>
                  <a:ext uri="{FF2B5EF4-FFF2-40B4-BE49-F238E27FC236}">
                    <a16:creationId xmlns:a16="http://schemas.microsoft.com/office/drawing/2014/main" id="{61E363FF-04DD-22E9-9B68-01C587B5C1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420" y="386913"/>
                <a:ext cx="259872" cy="251760"/>
              </a:xfrm>
              <a:custGeom>
                <a:avLst/>
                <a:gdLst>
                  <a:gd name="T0" fmla="*/ 129936 w 21600"/>
                  <a:gd name="T1" fmla="*/ 125880 h 21600"/>
                  <a:gd name="T2" fmla="*/ 129936 w 21600"/>
                  <a:gd name="T3" fmla="*/ 125880 h 21600"/>
                  <a:gd name="T4" fmla="*/ 129936 w 21600"/>
                  <a:gd name="T5" fmla="*/ 125880 h 21600"/>
                  <a:gd name="T6" fmla="*/ 129936 w 21600"/>
                  <a:gd name="T7" fmla="*/ 12588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008" y="0"/>
                    </a:moveTo>
                    <a:lnTo>
                      <a:pt x="6795" y="1136"/>
                    </a:lnTo>
                    <a:lnTo>
                      <a:pt x="6552" y="1136"/>
                    </a:lnTo>
                    <a:lnTo>
                      <a:pt x="6310" y="1364"/>
                    </a:lnTo>
                    <a:lnTo>
                      <a:pt x="5824" y="1591"/>
                    </a:lnTo>
                    <a:lnTo>
                      <a:pt x="5582" y="2046"/>
                    </a:lnTo>
                    <a:lnTo>
                      <a:pt x="5096" y="2501"/>
                    </a:lnTo>
                    <a:lnTo>
                      <a:pt x="4853" y="2955"/>
                    </a:lnTo>
                    <a:lnTo>
                      <a:pt x="4368" y="3410"/>
                    </a:lnTo>
                    <a:lnTo>
                      <a:pt x="4125" y="4547"/>
                    </a:lnTo>
                    <a:lnTo>
                      <a:pt x="3155" y="6821"/>
                    </a:lnTo>
                    <a:lnTo>
                      <a:pt x="2912" y="7048"/>
                    </a:lnTo>
                    <a:lnTo>
                      <a:pt x="1941" y="7730"/>
                    </a:lnTo>
                    <a:lnTo>
                      <a:pt x="1456" y="8640"/>
                    </a:lnTo>
                    <a:lnTo>
                      <a:pt x="970" y="9322"/>
                    </a:lnTo>
                    <a:lnTo>
                      <a:pt x="485" y="10231"/>
                    </a:lnTo>
                    <a:lnTo>
                      <a:pt x="485" y="12960"/>
                    </a:lnTo>
                    <a:lnTo>
                      <a:pt x="0" y="13187"/>
                    </a:lnTo>
                    <a:lnTo>
                      <a:pt x="0" y="13869"/>
                    </a:lnTo>
                    <a:lnTo>
                      <a:pt x="485" y="14324"/>
                    </a:lnTo>
                    <a:lnTo>
                      <a:pt x="728" y="14324"/>
                    </a:lnTo>
                    <a:lnTo>
                      <a:pt x="1698" y="15233"/>
                    </a:lnTo>
                    <a:lnTo>
                      <a:pt x="2184" y="15915"/>
                    </a:lnTo>
                    <a:lnTo>
                      <a:pt x="2669" y="16370"/>
                    </a:lnTo>
                    <a:lnTo>
                      <a:pt x="2912" y="16825"/>
                    </a:lnTo>
                    <a:lnTo>
                      <a:pt x="3397" y="17279"/>
                    </a:lnTo>
                    <a:lnTo>
                      <a:pt x="3397" y="17507"/>
                    </a:lnTo>
                    <a:lnTo>
                      <a:pt x="3640" y="17507"/>
                    </a:lnTo>
                    <a:lnTo>
                      <a:pt x="3883" y="19553"/>
                    </a:lnTo>
                    <a:lnTo>
                      <a:pt x="5582" y="19553"/>
                    </a:lnTo>
                    <a:lnTo>
                      <a:pt x="7766" y="21372"/>
                    </a:lnTo>
                    <a:lnTo>
                      <a:pt x="9950" y="21599"/>
                    </a:lnTo>
                    <a:lnTo>
                      <a:pt x="10921" y="20690"/>
                    </a:lnTo>
                    <a:lnTo>
                      <a:pt x="13348" y="20235"/>
                    </a:lnTo>
                    <a:lnTo>
                      <a:pt x="13591" y="20917"/>
                    </a:lnTo>
                    <a:lnTo>
                      <a:pt x="15532" y="20917"/>
                    </a:lnTo>
                    <a:lnTo>
                      <a:pt x="15775" y="20235"/>
                    </a:lnTo>
                    <a:lnTo>
                      <a:pt x="17716" y="19553"/>
                    </a:lnTo>
                    <a:lnTo>
                      <a:pt x="21599" y="14778"/>
                    </a:lnTo>
                    <a:lnTo>
                      <a:pt x="19658" y="14551"/>
                    </a:lnTo>
                    <a:lnTo>
                      <a:pt x="15775" y="12505"/>
                    </a:lnTo>
                    <a:lnTo>
                      <a:pt x="14561" y="11823"/>
                    </a:lnTo>
                    <a:lnTo>
                      <a:pt x="14804" y="11141"/>
                    </a:lnTo>
                    <a:lnTo>
                      <a:pt x="14561" y="10913"/>
                    </a:lnTo>
                    <a:lnTo>
                      <a:pt x="12862" y="10458"/>
                    </a:lnTo>
                    <a:lnTo>
                      <a:pt x="12620" y="9094"/>
                    </a:lnTo>
                    <a:lnTo>
                      <a:pt x="13591" y="8185"/>
                    </a:lnTo>
                    <a:lnTo>
                      <a:pt x="13833" y="8412"/>
                    </a:lnTo>
                    <a:lnTo>
                      <a:pt x="14319" y="7957"/>
                    </a:lnTo>
                    <a:lnTo>
                      <a:pt x="14319" y="7503"/>
                    </a:lnTo>
                    <a:lnTo>
                      <a:pt x="14076" y="7275"/>
                    </a:lnTo>
                    <a:lnTo>
                      <a:pt x="13833" y="6821"/>
                    </a:lnTo>
                    <a:lnTo>
                      <a:pt x="12620" y="5684"/>
                    </a:lnTo>
                    <a:lnTo>
                      <a:pt x="11649" y="5002"/>
                    </a:lnTo>
                    <a:lnTo>
                      <a:pt x="11649" y="4774"/>
                    </a:lnTo>
                    <a:lnTo>
                      <a:pt x="11406" y="4547"/>
                    </a:lnTo>
                    <a:lnTo>
                      <a:pt x="10921" y="4320"/>
                    </a:lnTo>
                    <a:lnTo>
                      <a:pt x="9465" y="2955"/>
                    </a:lnTo>
                    <a:lnTo>
                      <a:pt x="9222" y="2273"/>
                    </a:lnTo>
                    <a:lnTo>
                      <a:pt x="8979" y="1818"/>
                    </a:lnTo>
                    <a:lnTo>
                      <a:pt x="8737" y="1591"/>
                    </a:lnTo>
                    <a:lnTo>
                      <a:pt x="8737" y="1364"/>
                    </a:lnTo>
                    <a:lnTo>
                      <a:pt x="8494" y="1136"/>
                    </a:lnTo>
                    <a:lnTo>
                      <a:pt x="8494" y="682"/>
                    </a:lnTo>
                    <a:lnTo>
                      <a:pt x="8008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4" name="AutoShape 158">
                <a:extLst>
                  <a:ext uri="{FF2B5EF4-FFF2-40B4-BE49-F238E27FC236}">
                    <a16:creationId xmlns:a16="http://schemas.microsoft.com/office/drawing/2014/main" id="{3555CFF3-8C20-621F-2432-CB385E752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506" y="739375"/>
                <a:ext cx="35618" cy="42403"/>
              </a:xfrm>
              <a:custGeom>
                <a:avLst/>
                <a:gdLst>
                  <a:gd name="T0" fmla="*/ 17809 w 21600"/>
                  <a:gd name="T1" fmla="*/ 21202 h 21600"/>
                  <a:gd name="T2" fmla="*/ 17809 w 21600"/>
                  <a:gd name="T3" fmla="*/ 21202 h 21600"/>
                  <a:gd name="T4" fmla="*/ 17809 w 21600"/>
                  <a:gd name="T5" fmla="*/ 21202 h 21600"/>
                  <a:gd name="T6" fmla="*/ 17809 w 21600"/>
                  <a:gd name="T7" fmla="*/ 212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199" y="0"/>
                    </a:moveTo>
                    <a:lnTo>
                      <a:pt x="16199" y="1349"/>
                    </a:lnTo>
                    <a:lnTo>
                      <a:pt x="14399" y="1349"/>
                    </a:lnTo>
                    <a:lnTo>
                      <a:pt x="10800" y="4049"/>
                    </a:lnTo>
                    <a:lnTo>
                      <a:pt x="8999" y="4049"/>
                    </a:lnTo>
                    <a:lnTo>
                      <a:pt x="8999" y="5399"/>
                    </a:lnTo>
                    <a:lnTo>
                      <a:pt x="5400" y="5399"/>
                    </a:lnTo>
                    <a:lnTo>
                      <a:pt x="1799" y="4049"/>
                    </a:lnTo>
                    <a:lnTo>
                      <a:pt x="0" y="4049"/>
                    </a:lnTo>
                    <a:lnTo>
                      <a:pt x="7199" y="21600"/>
                    </a:lnTo>
                    <a:lnTo>
                      <a:pt x="8999" y="20250"/>
                    </a:lnTo>
                    <a:lnTo>
                      <a:pt x="12599" y="18900"/>
                    </a:lnTo>
                    <a:lnTo>
                      <a:pt x="14399" y="16200"/>
                    </a:lnTo>
                    <a:lnTo>
                      <a:pt x="17999" y="13500"/>
                    </a:lnTo>
                    <a:lnTo>
                      <a:pt x="21599" y="8099"/>
                    </a:lnTo>
                    <a:lnTo>
                      <a:pt x="21599" y="6749"/>
                    </a:lnTo>
                    <a:lnTo>
                      <a:pt x="17999" y="4049"/>
                    </a:lnTo>
                    <a:lnTo>
                      <a:pt x="17999" y="2699"/>
                    </a:lnTo>
                    <a:lnTo>
                      <a:pt x="1619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5" name="AutoShape 159">
                <a:extLst>
                  <a:ext uri="{FF2B5EF4-FFF2-40B4-BE49-F238E27FC236}">
                    <a16:creationId xmlns:a16="http://schemas.microsoft.com/office/drawing/2014/main" id="{C4670F5E-8BF7-631F-3324-42D38B64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378" y="712874"/>
                <a:ext cx="183362" cy="188158"/>
              </a:xfrm>
              <a:custGeom>
                <a:avLst/>
                <a:gdLst>
                  <a:gd name="T0" fmla="*/ 91681 w 21600"/>
                  <a:gd name="T1" fmla="*/ 94079 h 21600"/>
                  <a:gd name="T2" fmla="*/ 91681 w 21600"/>
                  <a:gd name="T3" fmla="*/ 94079 h 21600"/>
                  <a:gd name="T4" fmla="*/ 91681 w 21600"/>
                  <a:gd name="T5" fmla="*/ 94079 h 21600"/>
                  <a:gd name="T6" fmla="*/ 91681 w 21600"/>
                  <a:gd name="T7" fmla="*/ 9407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8228" y="608"/>
                    </a:moveTo>
                    <a:lnTo>
                      <a:pt x="6857" y="608"/>
                    </a:lnTo>
                    <a:lnTo>
                      <a:pt x="6857" y="912"/>
                    </a:lnTo>
                    <a:lnTo>
                      <a:pt x="6514" y="1521"/>
                    </a:lnTo>
                    <a:lnTo>
                      <a:pt x="6514" y="1825"/>
                    </a:lnTo>
                    <a:lnTo>
                      <a:pt x="6171" y="2433"/>
                    </a:lnTo>
                    <a:lnTo>
                      <a:pt x="5485" y="2738"/>
                    </a:lnTo>
                    <a:lnTo>
                      <a:pt x="4799" y="2738"/>
                    </a:lnTo>
                    <a:lnTo>
                      <a:pt x="4114" y="2433"/>
                    </a:lnTo>
                    <a:lnTo>
                      <a:pt x="3771" y="1825"/>
                    </a:lnTo>
                    <a:lnTo>
                      <a:pt x="3428" y="1521"/>
                    </a:lnTo>
                    <a:lnTo>
                      <a:pt x="3085" y="912"/>
                    </a:lnTo>
                    <a:lnTo>
                      <a:pt x="3085" y="0"/>
                    </a:lnTo>
                    <a:lnTo>
                      <a:pt x="1714" y="304"/>
                    </a:lnTo>
                    <a:lnTo>
                      <a:pt x="1714" y="912"/>
                    </a:lnTo>
                    <a:lnTo>
                      <a:pt x="2057" y="1521"/>
                    </a:lnTo>
                    <a:lnTo>
                      <a:pt x="2057" y="2129"/>
                    </a:lnTo>
                    <a:lnTo>
                      <a:pt x="2400" y="2433"/>
                    </a:lnTo>
                    <a:lnTo>
                      <a:pt x="2057" y="2738"/>
                    </a:lnTo>
                    <a:lnTo>
                      <a:pt x="2057" y="3954"/>
                    </a:lnTo>
                    <a:lnTo>
                      <a:pt x="2400" y="4259"/>
                    </a:lnTo>
                    <a:lnTo>
                      <a:pt x="2742" y="4867"/>
                    </a:lnTo>
                    <a:lnTo>
                      <a:pt x="2742" y="5476"/>
                    </a:lnTo>
                    <a:lnTo>
                      <a:pt x="1714" y="6388"/>
                    </a:lnTo>
                    <a:lnTo>
                      <a:pt x="1028" y="7301"/>
                    </a:lnTo>
                    <a:lnTo>
                      <a:pt x="0" y="8214"/>
                    </a:lnTo>
                    <a:lnTo>
                      <a:pt x="1714" y="15819"/>
                    </a:lnTo>
                    <a:lnTo>
                      <a:pt x="2400" y="15819"/>
                    </a:lnTo>
                    <a:lnTo>
                      <a:pt x="2742" y="16123"/>
                    </a:lnTo>
                    <a:lnTo>
                      <a:pt x="3771" y="16123"/>
                    </a:lnTo>
                    <a:lnTo>
                      <a:pt x="4457" y="16428"/>
                    </a:lnTo>
                    <a:lnTo>
                      <a:pt x="8228" y="16428"/>
                    </a:lnTo>
                    <a:lnTo>
                      <a:pt x="9599" y="17645"/>
                    </a:lnTo>
                    <a:lnTo>
                      <a:pt x="10285" y="18861"/>
                    </a:lnTo>
                    <a:lnTo>
                      <a:pt x="10285" y="19166"/>
                    </a:lnTo>
                    <a:lnTo>
                      <a:pt x="10628" y="19470"/>
                    </a:lnTo>
                    <a:lnTo>
                      <a:pt x="10628" y="20078"/>
                    </a:lnTo>
                    <a:lnTo>
                      <a:pt x="10971" y="20991"/>
                    </a:lnTo>
                    <a:lnTo>
                      <a:pt x="11657" y="21599"/>
                    </a:lnTo>
                    <a:lnTo>
                      <a:pt x="13714" y="21599"/>
                    </a:lnTo>
                    <a:lnTo>
                      <a:pt x="14399" y="21295"/>
                    </a:lnTo>
                    <a:lnTo>
                      <a:pt x="14742" y="21599"/>
                    </a:lnTo>
                    <a:lnTo>
                      <a:pt x="18171" y="21599"/>
                    </a:lnTo>
                    <a:lnTo>
                      <a:pt x="21599" y="20383"/>
                    </a:lnTo>
                    <a:lnTo>
                      <a:pt x="18857" y="16428"/>
                    </a:lnTo>
                    <a:lnTo>
                      <a:pt x="18514" y="13690"/>
                    </a:lnTo>
                    <a:lnTo>
                      <a:pt x="18171" y="13690"/>
                    </a:lnTo>
                    <a:lnTo>
                      <a:pt x="17828" y="13385"/>
                    </a:lnTo>
                    <a:lnTo>
                      <a:pt x="17485" y="12777"/>
                    </a:lnTo>
                    <a:lnTo>
                      <a:pt x="17485" y="12169"/>
                    </a:lnTo>
                    <a:lnTo>
                      <a:pt x="17142" y="11560"/>
                    </a:lnTo>
                    <a:lnTo>
                      <a:pt x="17485" y="10647"/>
                    </a:lnTo>
                    <a:lnTo>
                      <a:pt x="18857" y="7605"/>
                    </a:lnTo>
                    <a:lnTo>
                      <a:pt x="16800" y="6692"/>
                    </a:lnTo>
                    <a:lnTo>
                      <a:pt x="16114" y="6084"/>
                    </a:lnTo>
                    <a:lnTo>
                      <a:pt x="16114" y="5476"/>
                    </a:lnTo>
                    <a:lnTo>
                      <a:pt x="8228" y="60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6" name="AutoShape 160">
                <a:extLst>
                  <a:ext uri="{FF2B5EF4-FFF2-40B4-BE49-F238E27FC236}">
                    <a16:creationId xmlns:a16="http://schemas.microsoft.com/office/drawing/2014/main" id="{45BC8256-B22D-B611-85A9-242850AB9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123" y="890431"/>
                <a:ext cx="162255" cy="280910"/>
              </a:xfrm>
              <a:custGeom>
                <a:avLst/>
                <a:gdLst>
                  <a:gd name="T0" fmla="*/ 81128 w 21600"/>
                  <a:gd name="T1" fmla="*/ 140455 h 21600"/>
                  <a:gd name="T2" fmla="*/ 81128 w 21600"/>
                  <a:gd name="T3" fmla="*/ 140455 h 21600"/>
                  <a:gd name="T4" fmla="*/ 81128 w 21600"/>
                  <a:gd name="T5" fmla="*/ 140455 h 21600"/>
                  <a:gd name="T6" fmla="*/ 81128 w 21600"/>
                  <a:gd name="T7" fmla="*/ 14045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85" y="15894"/>
                    </a:moveTo>
                    <a:lnTo>
                      <a:pt x="1542" y="15079"/>
                    </a:lnTo>
                    <a:lnTo>
                      <a:pt x="3857" y="14264"/>
                    </a:lnTo>
                    <a:lnTo>
                      <a:pt x="5399" y="13041"/>
                    </a:lnTo>
                    <a:lnTo>
                      <a:pt x="5785" y="11411"/>
                    </a:lnTo>
                    <a:lnTo>
                      <a:pt x="5399" y="9781"/>
                    </a:lnTo>
                    <a:lnTo>
                      <a:pt x="5785" y="8354"/>
                    </a:lnTo>
                    <a:lnTo>
                      <a:pt x="3471" y="7743"/>
                    </a:lnTo>
                    <a:lnTo>
                      <a:pt x="1542" y="7335"/>
                    </a:lnTo>
                    <a:lnTo>
                      <a:pt x="1542" y="6724"/>
                    </a:lnTo>
                    <a:lnTo>
                      <a:pt x="8485" y="5909"/>
                    </a:lnTo>
                    <a:lnTo>
                      <a:pt x="8485" y="3464"/>
                    </a:lnTo>
                    <a:lnTo>
                      <a:pt x="8099" y="2649"/>
                    </a:lnTo>
                    <a:lnTo>
                      <a:pt x="8871" y="2037"/>
                    </a:lnTo>
                    <a:lnTo>
                      <a:pt x="9642" y="2852"/>
                    </a:lnTo>
                    <a:lnTo>
                      <a:pt x="10414" y="2852"/>
                    </a:lnTo>
                    <a:lnTo>
                      <a:pt x="10800" y="3464"/>
                    </a:lnTo>
                    <a:lnTo>
                      <a:pt x="11957" y="4075"/>
                    </a:lnTo>
                    <a:lnTo>
                      <a:pt x="12342" y="4075"/>
                    </a:lnTo>
                    <a:lnTo>
                      <a:pt x="12342" y="3260"/>
                    </a:lnTo>
                    <a:lnTo>
                      <a:pt x="11957" y="2649"/>
                    </a:lnTo>
                    <a:lnTo>
                      <a:pt x="11571" y="2649"/>
                    </a:lnTo>
                    <a:lnTo>
                      <a:pt x="10800" y="2241"/>
                    </a:lnTo>
                    <a:lnTo>
                      <a:pt x="10800" y="2037"/>
                    </a:lnTo>
                    <a:lnTo>
                      <a:pt x="10028" y="815"/>
                    </a:lnTo>
                    <a:lnTo>
                      <a:pt x="12342" y="815"/>
                    </a:lnTo>
                    <a:lnTo>
                      <a:pt x="13114" y="611"/>
                    </a:lnTo>
                    <a:lnTo>
                      <a:pt x="13500" y="815"/>
                    </a:lnTo>
                    <a:lnTo>
                      <a:pt x="17742" y="815"/>
                    </a:lnTo>
                    <a:lnTo>
                      <a:pt x="21214" y="0"/>
                    </a:lnTo>
                    <a:lnTo>
                      <a:pt x="21214" y="3667"/>
                    </a:lnTo>
                    <a:lnTo>
                      <a:pt x="21600" y="4075"/>
                    </a:lnTo>
                    <a:lnTo>
                      <a:pt x="21600" y="5909"/>
                    </a:lnTo>
                    <a:lnTo>
                      <a:pt x="20828" y="7132"/>
                    </a:lnTo>
                    <a:lnTo>
                      <a:pt x="19671" y="7743"/>
                    </a:lnTo>
                    <a:lnTo>
                      <a:pt x="18514" y="8150"/>
                    </a:lnTo>
                    <a:lnTo>
                      <a:pt x="17357" y="8354"/>
                    </a:lnTo>
                    <a:lnTo>
                      <a:pt x="16971" y="8354"/>
                    </a:lnTo>
                    <a:lnTo>
                      <a:pt x="15814" y="8762"/>
                    </a:lnTo>
                    <a:lnTo>
                      <a:pt x="15042" y="8966"/>
                    </a:lnTo>
                    <a:lnTo>
                      <a:pt x="13885" y="9577"/>
                    </a:lnTo>
                    <a:lnTo>
                      <a:pt x="13114" y="10188"/>
                    </a:lnTo>
                    <a:lnTo>
                      <a:pt x="11571" y="11003"/>
                    </a:lnTo>
                    <a:lnTo>
                      <a:pt x="10800" y="11207"/>
                    </a:lnTo>
                    <a:lnTo>
                      <a:pt x="9642" y="11615"/>
                    </a:lnTo>
                    <a:lnTo>
                      <a:pt x="8485" y="12837"/>
                    </a:lnTo>
                    <a:lnTo>
                      <a:pt x="8485" y="16098"/>
                    </a:lnTo>
                    <a:lnTo>
                      <a:pt x="8871" y="17116"/>
                    </a:lnTo>
                    <a:lnTo>
                      <a:pt x="8871" y="18747"/>
                    </a:lnTo>
                    <a:lnTo>
                      <a:pt x="8099" y="19154"/>
                    </a:lnTo>
                    <a:lnTo>
                      <a:pt x="5785" y="19766"/>
                    </a:lnTo>
                    <a:lnTo>
                      <a:pt x="4628" y="19969"/>
                    </a:lnTo>
                    <a:lnTo>
                      <a:pt x="3857" y="20377"/>
                    </a:lnTo>
                    <a:lnTo>
                      <a:pt x="3857" y="20988"/>
                    </a:lnTo>
                    <a:lnTo>
                      <a:pt x="4242" y="21192"/>
                    </a:lnTo>
                    <a:lnTo>
                      <a:pt x="4242" y="21396"/>
                    </a:lnTo>
                    <a:lnTo>
                      <a:pt x="3857" y="21600"/>
                    </a:lnTo>
                    <a:lnTo>
                      <a:pt x="2699" y="21600"/>
                    </a:lnTo>
                    <a:lnTo>
                      <a:pt x="2314" y="20784"/>
                    </a:lnTo>
                    <a:lnTo>
                      <a:pt x="1928" y="20173"/>
                    </a:lnTo>
                    <a:lnTo>
                      <a:pt x="1928" y="19766"/>
                    </a:lnTo>
                    <a:lnTo>
                      <a:pt x="1542" y="19562"/>
                    </a:lnTo>
                    <a:lnTo>
                      <a:pt x="1157" y="19562"/>
                    </a:lnTo>
                    <a:lnTo>
                      <a:pt x="1542" y="18543"/>
                    </a:lnTo>
                    <a:lnTo>
                      <a:pt x="1157" y="17728"/>
                    </a:lnTo>
                    <a:lnTo>
                      <a:pt x="771" y="17116"/>
                    </a:lnTo>
                    <a:lnTo>
                      <a:pt x="385" y="16709"/>
                    </a:lnTo>
                    <a:lnTo>
                      <a:pt x="0" y="16505"/>
                    </a:lnTo>
                    <a:lnTo>
                      <a:pt x="0" y="16301"/>
                    </a:lnTo>
                    <a:lnTo>
                      <a:pt x="385" y="1589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7" name="AutoShape 161">
                <a:extLst>
                  <a:ext uri="{FF2B5EF4-FFF2-40B4-BE49-F238E27FC236}">
                    <a16:creationId xmlns:a16="http://schemas.microsoft.com/office/drawing/2014/main" id="{243414D4-E07A-C81B-B060-C48230333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954" y="1102438"/>
                <a:ext cx="325829" cy="233209"/>
              </a:xfrm>
              <a:custGeom>
                <a:avLst/>
                <a:gdLst>
                  <a:gd name="T0" fmla="*/ 162915 w 21600"/>
                  <a:gd name="T1" fmla="*/ 116604 h 21600"/>
                  <a:gd name="T2" fmla="*/ 162915 w 21600"/>
                  <a:gd name="T3" fmla="*/ 116604 h 21600"/>
                  <a:gd name="T4" fmla="*/ 162915 w 21600"/>
                  <a:gd name="T5" fmla="*/ 116604 h 21600"/>
                  <a:gd name="T6" fmla="*/ 162915 w 21600"/>
                  <a:gd name="T7" fmla="*/ 1166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71" y="0"/>
                    </a:moveTo>
                    <a:lnTo>
                      <a:pt x="16778" y="490"/>
                    </a:lnTo>
                    <a:lnTo>
                      <a:pt x="16007" y="981"/>
                    </a:lnTo>
                    <a:lnTo>
                      <a:pt x="15814" y="1227"/>
                    </a:lnTo>
                    <a:lnTo>
                      <a:pt x="15621" y="1227"/>
                    </a:lnTo>
                    <a:lnTo>
                      <a:pt x="15428" y="1718"/>
                    </a:lnTo>
                    <a:lnTo>
                      <a:pt x="15235" y="1963"/>
                    </a:lnTo>
                    <a:lnTo>
                      <a:pt x="14657" y="2209"/>
                    </a:lnTo>
                    <a:lnTo>
                      <a:pt x="14271" y="2454"/>
                    </a:lnTo>
                    <a:lnTo>
                      <a:pt x="14078" y="2454"/>
                    </a:lnTo>
                    <a:lnTo>
                      <a:pt x="13885" y="2700"/>
                    </a:lnTo>
                    <a:lnTo>
                      <a:pt x="13499" y="2945"/>
                    </a:lnTo>
                    <a:lnTo>
                      <a:pt x="13114" y="3436"/>
                    </a:lnTo>
                    <a:lnTo>
                      <a:pt x="12921" y="4172"/>
                    </a:lnTo>
                    <a:lnTo>
                      <a:pt x="12342" y="5645"/>
                    </a:lnTo>
                    <a:lnTo>
                      <a:pt x="12342" y="5890"/>
                    </a:lnTo>
                    <a:lnTo>
                      <a:pt x="11957" y="5890"/>
                    </a:lnTo>
                    <a:lnTo>
                      <a:pt x="11571" y="5400"/>
                    </a:lnTo>
                    <a:lnTo>
                      <a:pt x="11378" y="5400"/>
                    </a:lnTo>
                    <a:lnTo>
                      <a:pt x="10992" y="4909"/>
                    </a:lnTo>
                    <a:lnTo>
                      <a:pt x="10221" y="4909"/>
                    </a:lnTo>
                    <a:lnTo>
                      <a:pt x="9835" y="5154"/>
                    </a:lnTo>
                    <a:lnTo>
                      <a:pt x="9642" y="5154"/>
                    </a:lnTo>
                    <a:lnTo>
                      <a:pt x="9449" y="5400"/>
                    </a:lnTo>
                    <a:lnTo>
                      <a:pt x="9449" y="5645"/>
                    </a:lnTo>
                    <a:lnTo>
                      <a:pt x="9257" y="6136"/>
                    </a:lnTo>
                    <a:lnTo>
                      <a:pt x="9064" y="6381"/>
                    </a:lnTo>
                    <a:lnTo>
                      <a:pt x="9064" y="6872"/>
                    </a:lnTo>
                    <a:lnTo>
                      <a:pt x="8485" y="7609"/>
                    </a:lnTo>
                    <a:lnTo>
                      <a:pt x="7714" y="8100"/>
                    </a:lnTo>
                    <a:lnTo>
                      <a:pt x="7135" y="8345"/>
                    </a:lnTo>
                    <a:lnTo>
                      <a:pt x="6171" y="8345"/>
                    </a:lnTo>
                    <a:lnTo>
                      <a:pt x="5978" y="7854"/>
                    </a:lnTo>
                    <a:lnTo>
                      <a:pt x="6171" y="7609"/>
                    </a:lnTo>
                    <a:lnTo>
                      <a:pt x="6364" y="7118"/>
                    </a:lnTo>
                    <a:lnTo>
                      <a:pt x="6557" y="6872"/>
                    </a:lnTo>
                    <a:lnTo>
                      <a:pt x="6557" y="6136"/>
                    </a:lnTo>
                    <a:lnTo>
                      <a:pt x="6171" y="4663"/>
                    </a:lnTo>
                    <a:lnTo>
                      <a:pt x="5785" y="4418"/>
                    </a:lnTo>
                    <a:lnTo>
                      <a:pt x="5400" y="3927"/>
                    </a:lnTo>
                    <a:lnTo>
                      <a:pt x="5207" y="3927"/>
                    </a:lnTo>
                    <a:lnTo>
                      <a:pt x="5207" y="9818"/>
                    </a:lnTo>
                    <a:lnTo>
                      <a:pt x="5014" y="9818"/>
                    </a:lnTo>
                    <a:lnTo>
                      <a:pt x="4821" y="10063"/>
                    </a:lnTo>
                    <a:lnTo>
                      <a:pt x="2507" y="10063"/>
                    </a:lnTo>
                    <a:lnTo>
                      <a:pt x="2314" y="9818"/>
                    </a:lnTo>
                    <a:lnTo>
                      <a:pt x="2121" y="9327"/>
                    </a:lnTo>
                    <a:lnTo>
                      <a:pt x="2121" y="8590"/>
                    </a:lnTo>
                    <a:lnTo>
                      <a:pt x="1928" y="8590"/>
                    </a:lnTo>
                    <a:lnTo>
                      <a:pt x="1928" y="8345"/>
                    </a:lnTo>
                    <a:lnTo>
                      <a:pt x="1542" y="8345"/>
                    </a:lnTo>
                    <a:lnTo>
                      <a:pt x="1157" y="9572"/>
                    </a:lnTo>
                    <a:lnTo>
                      <a:pt x="0" y="10063"/>
                    </a:lnTo>
                    <a:lnTo>
                      <a:pt x="771" y="13499"/>
                    </a:lnTo>
                    <a:lnTo>
                      <a:pt x="1928" y="15463"/>
                    </a:lnTo>
                    <a:lnTo>
                      <a:pt x="1928" y="19881"/>
                    </a:lnTo>
                    <a:lnTo>
                      <a:pt x="2700" y="20618"/>
                    </a:lnTo>
                    <a:lnTo>
                      <a:pt x="3664" y="21109"/>
                    </a:lnTo>
                    <a:lnTo>
                      <a:pt x="5400" y="21599"/>
                    </a:lnTo>
                    <a:lnTo>
                      <a:pt x="5785" y="21599"/>
                    </a:lnTo>
                    <a:lnTo>
                      <a:pt x="6749" y="21109"/>
                    </a:lnTo>
                    <a:lnTo>
                      <a:pt x="7907" y="20372"/>
                    </a:lnTo>
                    <a:lnTo>
                      <a:pt x="8871" y="20127"/>
                    </a:lnTo>
                    <a:lnTo>
                      <a:pt x="11185" y="20127"/>
                    </a:lnTo>
                    <a:lnTo>
                      <a:pt x="12342" y="19636"/>
                    </a:lnTo>
                    <a:lnTo>
                      <a:pt x="13692" y="18899"/>
                    </a:lnTo>
                    <a:lnTo>
                      <a:pt x="14849" y="17427"/>
                    </a:lnTo>
                    <a:lnTo>
                      <a:pt x="15042" y="16936"/>
                    </a:lnTo>
                    <a:lnTo>
                      <a:pt x="15235" y="16690"/>
                    </a:lnTo>
                    <a:lnTo>
                      <a:pt x="16778" y="14236"/>
                    </a:lnTo>
                    <a:lnTo>
                      <a:pt x="17935" y="12763"/>
                    </a:lnTo>
                    <a:lnTo>
                      <a:pt x="17935" y="12518"/>
                    </a:lnTo>
                    <a:lnTo>
                      <a:pt x="18128" y="12272"/>
                    </a:lnTo>
                    <a:lnTo>
                      <a:pt x="18321" y="11781"/>
                    </a:lnTo>
                    <a:lnTo>
                      <a:pt x="18707" y="11536"/>
                    </a:lnTo>
                    <a:lnTo>
                      <a:pt x="18899" y="11045"/>
                    </a:lnTo>
                    <a:lnTo>
                      <a:pt x="19092" y="10800"/>
                    </a:lnTo>
                    <a:lnTo>
                      <a:pt x="19092" y="10554"/>
                    </a:lnTo>
                    <a:lnTo>
                      <a:pt x="19285" y="10554"/>
                    </a:lnTo>
                    <a:lnTo>
                      <a:pt x="19478" y="10309"/>
                    </a:lnTo>
                    <a:lnTo>
                      <a:pt x="19864" y="10063"/>
                    </a:lnTo>
                    <a:lnTo>
                      <a:pt x="20828" y="8836"/>
                    </a:lnTo>
                    <a:lnTo>
                      <a:pt x="20828" y="8590"/>
                    </a:lnTo>
                    <a:lnTo>
                      <a:pt x="21021" y="8345"/>
                    </a:lnTo>
                    <a:lnTo>
                      <a:pt x="21214" y="7609"/>
                    </a:lnTo>
                    <a:lnTo>
                      <a:pt x="21599" y="6627"/>
                    </a:lnTo>
                    <a:lnTo>
                      <a:pt x="21599" y="6381"/>
                    </a:lnTo>
                    <a:lnTo>
                      <a:pt x="20635" y="6381"/>
                    </a:lnTo>
                    <a:lnTo>
                      <a:pt x="20635" y="4909"/>
                    </a:lnTo>
                    <a:lnTo>
                      <a:pt x="20249" y="3927"/>
                    </a:lnTo>
                    <a:lnTo>
                      <a:pt x="20057" y="3681"/>
                    </a:lnTo>
                    <a:lnTo>
                      <a:pt x="20249" y="3190"/>
                    </a:lnTo>
                    <a:lnTo>
                      <a:pt x="20249" y="2454"/>
                    </a:lnTo>
                    <a:lnTo>
                      <a:pt x="20057" y="1718"/>
                    </a:lnTo>
                    <a:lnTo>
                      <a:pt x="20057" y="981"/>
                    </a:lnTo>
                    <a:lnTo>
                      <a:pt x="19671" y="490"/>
                    </a:lnTo>
                    <a:lnTo>
                      <a:pt x="19478" y="0"/>
                    </a:lnTo>
                    <a:lnTo>
                      <a:pt x="1697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8" name="AutoShape 162">
                <a:extLst>
                  <a:ext uri="{FF2B5EF4-FFF2-40B4-BE49-F238E27FC236}">
                    <a16:creationId xmlns:a16="http://schemas.microsoft.com/office/drawing/2014/main" id="{D9A468B4-DF69-9644-3A18-FE0914C3C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123" y="1142189"/>
                <a:ext cx="19788" cy="37103"/>
              </a:xfrm>
              <a:custGeom>
                <a:avLst/>
                <a:gdLst>
                  <a:gd name="T0" fmla="*/ 9894 w 21600"/>
                  <a:gd name="T1" fmla="*/ 18552 h 21600"/>
                  <a:gd name="T2" fmla="*/ 9894 w 21600"/>
                  <a:gd name="T3" fmla="*/ 18552 h 21600"/>
                  <a:gd name="T4" fmla="*/ 9894 w 21600"/>
                  <a:gd name="T5" fmla="*/ 18552 h 21600"/>
                  <a:gd name="T6" fmla="*/ 9894 w 21600"/>
                  <a:gd name="T7" fmla="*/ 185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171" y="1542"/>
                    </a:moveTo>
                    <a:lnTo>
                      <a:pt x="9257" y="1542"/>
                    </a:lnTo>
                    <a:lnTo>
                      <a:pt x="9257" y="0"/>
                    </a:lnTo>
                    <a:lnTo>
                      <a:pt x="9257" y="1542"/>
                    </a:lnTo>
                    <a:lnTo>
                      <a:pt x="12342" y="1542"/>
                    </a:lnTo>
                    <a:lnTo>
                      <a:pt x="12342" y="3085"/>
                    </a:lnTo>
                    <a:lnTo>
                      <a:pt x="15428" y="4628"/>
                    </a:lnTo>
                    <a:lnTo>
                      <a:pt x="18514" y="7714"/>
                    </a:lnTo>
                    <a:lnTo>
                      <a:pt x="18514" y="10800"/>
                    </a:lnTo>
                    <a:lnTo>
                      <a:pt x="21600" y="16971"/>
                    </a:lnTo>
                    <a:lnTo>
                      <a:pt x="15428" y="20057"/>
                    </a:lnTo>
                    <a:lnTo>
                      <a:pt x="9257" y="21599"/>
                    </a:lnTo>
                    <a:lnTo>
                      <a:pt x="3085" y="18514"/>
                    </a:lnTo>
                    <a:lnTo>
                      <a:pt x="3085" y="16971"/>
                    </a:lnTo>
                    <a:lnTo>
                      <a:pt x="0" y="13885"/>
                    </a:lnTo>
                    <a:lnTo>
                      <a:pt x="0" y="6171"/>
                    </a:lnTo>
                    <a:lnTo>
                      <a:pt x="6171" y="15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19" name="AutoShape 163">
                <a:extLst>
                  <a:ext uri="{FF2B5EF4-FFF2-40B4-BE49-F238E27FC236}">
                    <a16:creationId xmlns:a16="http://schemas.microsoft.com/office/drawing/2014/main" id="{0B6B04C9-0307-B8E9-26AF-381534FF0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698" y="1203142"/>
                <a:ext cx="31660" cy="34452"/>
              </a:xfrm>
              <a:custGeom>
                <a:avLst/>
                <a:gdLst>
                  <a:gd name="T0" fmla="*/ 15830 w 21600"/>
                  <a:gd name="T1" fmla="*/ 17226 h 21600"/>
                  <a:gd name="T2" fmla="*/ 15830 w 21600"/>
                  <a:gd name="T3" fmla="*/ 17226 h 21600"/>
                  <a:gd name="T4" fmla="*/ 15830 w 21600"/>
                  <a:gd name="T5" fmla="*/ 17226 h 21600"/>
                  <a:gd name="T6" fmla="*/ 15830 w 21600"/>
                  <a:gd name="T7" fmla="*/ 172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9969"/>
                    </a:moveTo>
                    <a:lnTo>
                      <a:pt x="3927" y="4984"/>
                    </a:lnTo>
                    <a:lnTo>
                      <a:pt x="3927" y="3323"/>
                    </a:lnTo>
                    <a:lnTo>
                      <a:pt x="5890" y="1661"/>
                    </a:lnTo>
                    <a:lnTo>
                      <a:pt x="7854" y="1661"/>
                    </a:lnTo>
                    <a:lnTo>
                      <a:pt x="11781" y="0"/>
                    </a:lnTo>
                    <a:lnTo>
                      <a:pt x="21600" y="6646"/>
                    </a:lnTo>
                    <a:lnTo>
                      <a:pt x="15709" y="14953"/>
                    </a:lnTo>
                    <a:lnTo>
                      <a:pt x="13745" y="16615"/>
                    </a:lnTo>
                    <a:lnTo>
                      <a:pt x="13745" y="18276"/>
                    </a:lnTo>
                    <a:lnTo>
                      <a:pt x="11781" y="19938"/>
                    </a:lnTo>
                    <a:lnTo>
                      <a:pt x="11781" y="21599"/>
                    </a:lnTo>
                    <a:lnTo>
                      <a:pt x="7854" y="21599"/>
                    </a:lnTo>
                    <a:lnTo>
                      <a:pt x="0" y="996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0" name="AutoShape 164">
                <a:extLst>
                  <a:ext uri="{FF2B5EF4-FFF2-40B4-BE49-F238E27FC236}">
                    <a16:creationId xmlns:a16="http://schemas.microsoft.com/office/drawing/2014/main" id="{8B97E587-F90B-FA8E-DFF9-AFF509C27D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230" y="975234"/>
                <a:ext cx="146425" cy="127205"/>
              </a:xfrm>
              <a:custGeom>
                <a:avLst/>
                <a:gdLst>
                  <a:gd name="T0" fmla="*/ 73213 w 21600"/>
                  <a:gd name="T1" fmla="*/ 63603 h 21600"/>
                  <a:gd name="T2" fmla="*/ 73213 w 21600"/>
                  <a:gd name="T3" fmla="*/ 63603 h 21600"/>
                  <a:gd name="T4" fmla="*/ 73213 w 21600"/>
                  <a:gd name="T5" fmla="*/ 63603 h 21600"/>
                  <a:gd name="T6" fmla="*/ 73213 w 21600"/>
                  <a:gd name="T7" fmla="*/ 636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5850"/>
                    </a:moveTo>
                    <a:lnTo>
                      <a:pt x="3887" y="5850"/>
                    </a:lnTo>
                    <a:lnTo>
                      <a:pt x="6479" y="4950"/>
                    </a:lnTo>
                    <a:lnTo>
                      <a:pt x="7343" y="3600"/>
                    </a:lnTo>
                    <a:lnTo>
                      <a:pt x="7775" y="2700"/>
                    </a:lnTo>
                    <a:lnTo>
                      <a:pt x="7775" y="2250"/>
                    </a:lnTo>
                    <a:lnTo>
                      <a:pt x="16847" y="0"/>
                    </a:lnTo>
                    <a:lnTo>
                      <a:pt x="16847" y="1800"/>
                    </a:lnTo>
                    <a:lnTo>
                      <a:pt x="19007" y="2700"/>
                    </a:lnTo>
                    <a:lnTo>
                      <a:pt x="21600" y="4050"/>
                    </a:lnTo>
                    <a:lnTo>
                      <a:pt x="21168" y="7200"/>
                    </a:lnTo>
                    <a:lnTo>
                      <a:pt x="21600" y="10800"/>
                    </a:lnTo>
                    <a:lnTo>
                      <a:pt x="21168" y="14399"/>
                    </a:lnTo>
                    <a:lnTo>
                      <a:pt x="19440" y="17099"/>
                    </a:lnTo>
                    <a:lnTo>
                      <a:pt x="16847" y="19349"/>
                    </a:lnTo>
                    <a:lnTo>
                      <a:pt x="15551" y="20699"/>
                    </a:lnTo>
                    <a:lnTo>
                      <a:pt x="15120" y="21599"/>
                    </a:lnTo>
                    <a:lnTo>
                      <a:pt x="9072" y="21599"/>
                    </a:lnTo>
                    <a:lnTo>
                      <a:pt x="8640" y="21149"/>
                    </a:lnTo>
                    <a:lnTo>
                      <a:pt x="8208" y="20249"/>
                    </a:lnTo>
                    <a:lnTo>
                      <a:pt x="7343" y="19799"/>
                    </a:lnTo>
                    <a:lnTo>
                      <a:pt x="6479" y="19799"/>
                    </a:lnTo>
                    <a:lnTo>
                      <a:pt x="5616" y="18899"/>
                    </a:lnTo>
                    <a:lnTo>
                      <a:pt x="5616" y="17999"/>
                    </a:lnTo>
                    <a:lnTo>
                      <a:pt x="5183" y="17099"/>
                    </a:lnTo>
                    <a:lnTo>
                      <a:pt x="4320" y="16649"/>
                    </a:lnTo>
                    <a:lnTo>
                      <a:pt x="4320" y="16199"/>
                    </a:lnTo>
                    <a:lnTo>
                      <a:pt x="3456" y="14399"/>
                    </a:lnTo>
                    <a:lnTo>
                      <a:pt x="863" y="10350"/>
                    </a:lnTo>
                    <a:lnTo>
                      <a:pt x="0" y="5850"/>
                    </a:lnTo>
                    <a:lnTo>
                      <a:pt x="0" y="6300"/>
                    </a:lnTo>
                    <a:lnTo>
                      <a:pt x="431" y="7200"/>
                    </a:lnTo>
                    <a:lnTo>
                      <a:pt x="431" y="8550"/>
                    </a:lnTo>
                    <a:lnTo>
                      <a:pt x="1295" y="11249"/>
                    </a:lnTo>
                    <a:lnTo>
                      <a:pt x="1728" y="12149"/>
                    </a:lnTo>
                    <a:lnTo>
                      <a:pt x="2591" y="13049"/>
                    </a:lnTo>
                    <a:lnTo>
                      <a:pt x="3023" y="13949"/>
                    </a:lnTo>
                    <a:lnTo>
                      <a:pt x="3456" y="14399"/>
                    </a:lnTo>
                    <a:lnTo>
                      <a:pt x="4320" y="16199"/>
                    </a:lnTo>
                    <a:lnTo>
                      <a:pt x="4320" y="16649"/>
                    </a:lnTo>
                    <a:lnTo>
                      <a:pt x="5183" y="17099"/>
                    </a:lnTo>
                    <a:lnTo>
                      <a:pt x="6047" y="18899"/>
                    </a:lnTo>
                    <a:lnTo>
                      <a:pt x="6047" y="19349"/>
                    </a:lnTo>
                    <a:lnTo>
                      <a:pt x="6479" y="19799"/>
                    </a:lnTo>
                    <a:lnTo>
                      <a:pt x="7343" y="19799"/>
                    </a:lnTo>
                    <a:lnTo>
                      <a:pt x="8208" y="20249"/>
                    </a:lnTo>
                    <a:lnTo>
                      <a:pt x="8640" y="21149"/>
                    </a:lnTo>
                    <a:lnTo>
                      <a:pt x="9072" y="21599"/>
                    </a:lnTo>
                    <a:lnTo>
                      <a:pt x="0" y="585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1" name="AutoShape 165">
                <a:extLst>
                  <a:ext uri="{FF2B5EF4-FFF2-40B4-BE49-F238E27FC236}">
                    <a16:creationId xmlns:a16="http://schemas.microsoft.com/office/drawing/2014/main" id="{31CF1BD4-AA54-A5ED-4426-2F95494C1E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59" y="233208"/>
                <a:ext cx="306042" cy="265010"/>
              </a:xfrm>
              <a:custGeom>
                <a:avLst/>
                <a:gdLst>
                  <a:gd name="T0" fmla="*/ 153021 w 21600"/>
                  <a:gd name="T1" fmla="*/ 132505 h 21600"/>
                  <a:gd name="T2" fmla="*/ 153021 w 21600"/>
                  <a:gd name="T3" fmla="*/ 132505 h 21600"/>
                  <a:gd name="T4" fmla="*/ 153021 w 21600"/>
                  <a:gd name="T5" fmla="*/ 132505 h 21600"/>
                  <a:gd name="T6" fmla="*/ 153021 w 21600"/>
                  <a:gd name="T7" fmla="*/ 13250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668" y="0"/>
                    </a:moveTo>
                    <a:lnTo>
                      <a:pt x="7405" y="0"/>
                    </a:lnTo>
                    <a:lnTo>
                      <a:pt x="7405" y="215"/>
                    </a:lnTo>
                    <a:lnTo>
                      <a:pt x="8022" y="12312"/>
                    </a:lnTo>
                    <a:lnTo>
                      <a:pt x="8228" y="12744"/>
                    </a:lnTo>
                    <a:lnTo>
                      <a:pt x="8228" y="12960"/>
                    </a:lnTo>
                    <a:lnTo>
                      <a:pt x="8434" y="13392"/>
                    </a:lnTo>
                    <a:lnTo>
                      <a:pt x="8434" y="13824"/>
                    </a:lnTo>
                    <a:lnTo>
                      <a:pt x="7817" y="14688"/>
                    </a:lnTo>
                    <a:lnTo>
                      <a:pt x="2468" y="14040"/>
                    </a:lnTo>
                    <a:lnTo>
                      <a:pt x="2057" y="14472"/>
                    </a:lnTo>
                    <a:lnTo>
                      <a:pt x="1851" y="14472"/>
                    </a:lnTo>
                    <a:lnTo>
                      <a:pt x="1645" y="14256"/>
                    </a:lnTo>
                    <a:lnTo>
                      <a:pt x="1439" y="14256"/>
                    </a:lnTo>
                    <a:lnTo>
                      <a:pt x="1234" y="14472"/>
                    </a:lnTo>
                    <a:lnTo>
                      <a:pt x="1234" y="15552"/>
                    </a:lnTo>
                    <a:lnTo>
                      <a:pt x="822" y="15552"/>
                    </a:lnTo>
                    <a:lnTo>
                      <a:pt x="822" y="15984"/>
                    </a:lnTo>
                    <a:lnTo>
                      <a:pt x="617" y="16200"/>
                    </a:lnTo>
                    <a:lnTo>
                      <a:pt x="411" y="16631"/>
                    </a:lnTo>
                    <a:lnTo>
                      <a:pt x="0" y="16631"/>
                    </a:lnTo>
                    <a:lnTo>
                      <a:pt x="0" y="17712"/>
                    </a:lnTo>
                    <a:lnTo>
                      <a:pt x="205" y="18144"/>
                    </a:lnTo>
                    <a:lnTo>
                      <a:pt x="205" y="19008"/>
                    </a:lnTo>
                    <a:lnTo>
                      <a:pt x="411" y="19008"/>
                    </a:lnTo>
                    <a:lnTo>
                      <a:pt x="617" y="19223"/>
                    </a:lnTo>
                    <a:lnTo>
                      <a:pt x="1028" y="19223"/>
                    </a:lnTo>
                    <a:lnTo>
                      <a:pt x="1851" y="19655"/>
                    </a:lnTo>
                    <a:lnTo>
                      <a:pt x="3085" y="19655"/>
                    </a:lnTo>
                    <a:lnTo>
                      <a:pt x="3085" y="19008"/>
                    </a:lnTo>
                    <a:lnTo>
                      <a:pt x="3291" y="19008"/>
                    </a:lnTo>
                    <a:lnTo>
                      <a:pt x="3702" y="18791"/>
                    </a:lnTo>
                    <a:lnTo>
                      <a:pt x="3908" y="18791"/>
                    </a:lnTo>
                    <a:lnTo>
                      <a:pt x="4319" y="19008"/>
                    </a:lnTo>
                    <a:lnTo>
                      <a:pt x="4525" y="19223"/>
                    </a:lnTo>
                    <a:lnTo>
                      <a:pt x="4525" y="19655"/>
                    </a:lnTo>
                    <a:lnTo>
                      <a:pt x="5142" y="20951"/>
                    </a:lnTo>
                    <a:lnTo>
                      <a:pt x="5760" y="21383"/>
                    </a:lnTo>
                    <a:lnTo>
                      <a:pt x="6171" y="21600"/>
                    </a:lnTo>
                    <a:lnTo>
                      <a:pt x="6582" y="21600"/>
                    </a:lnTo>
                    <a:lnTo>
                      <a:pt x="7199" y="21383"/>
                    </a:lnTo>
                    <a:lnTo>
                      <a:pt x="7611" y="21168"/>
                    </a:lnTo>
                    <a:lnTo>
                      <a:pt x="8022" y="20736"/>
                    </a:lnTo>
                    <a:lnTo>
                      <a:pt x="8434" y="20736"/>
                    </a:lnTo>
                    <a:lnTo>
                      <a:pt x="8640" y="21168"/>
                    </a:lnTo>
                    <a:lnTo>
                      <a:pt x="8845" y="21168"/>
                    </a:lnTo>
                    <a:lnTo>
                      <a:pt x="9051" y="21383"/>
                    </a:lnTo>
                    <a:lnTo>
                      <a:pt x="9462" y="20951"/>
                    </a:lnTo>
                    <a:lnTo>
                      <a:pt x="9462" y="20519"/>
                    </a:lnTo>
                    <a:lnTo>
                      <a:pt x="9668" y="20087"/>
                    </a:lnTo>
                    <a:lnTo>
                      <a:pt x="9874" y="19440"/>
                    </a:lnTo>
                    <a:lnTo>
                      <a:pt x="10285" y="18576"/>
                    </a:lnTo>
                    <a:lnTo>
                      <a:pt x="10491" y="18359"/>
                    </a:lnTo>
                    <a:lnTo>
                      <a:pt x="10491" y="18144"/>
                    </a:lnTo>
                    <a:lnTo>
                      <a:pt x="10902" y="17927"/>
                    </a:lnTo>
                    <a:lnTo>
                      <a:pt x="11108" y="17712"/>
                    </a:lnTo>
                    <a:lnTo>
                      <a:pt x="12342" y="17712"/>
                    </a:lnTo>
                    <a:lnTo>
                      <a:pt x="14400" y="17280"/>
                    </a:lnTo>
                    <a:lnTo>
                      <a:pt x="15222" y="16848"/>
                    </a:lnTo>
                    <a:lnTo>
                      <a:pt x="15634" y="16200"/>
                    </a:lnTo>
                    <a:lnTo>
                      <a:pt x="17280" y="16200"/>
                    </a:lnTo>
                    <a:lnTo>
                      <a:pt x="18102" y="15984"/>
                    </a:lnTo>
                    <a:lnTo>
                      <a:pt x="18514" y="15984"/>
                    </a:lnTo>
                    <a:lnTo>
                      <a:pt x="19131" y="15336"/>
                    </a:lnTo>
                    <a:lnTo>
                      <a:pt x="19748" y="14904"/>
                    </a:lnTo>
                    <a:lnTo>
                      <a:pt x="20160" y="14256"/>
                    </a:lnTo>
                    <a:lnTo>
                      <a:pt x="20777" y="12960"/>
                    </a:lnTo>
                    <a:lnTo>
                      <a:pt x="20982" y="11664"/>
                    </a:lnTo>
                    <a:lnTo>
                      <a:pt x="21394" y="9935"/>
                    </a:lnTo>
                    <a:lnTo>
                      <a:pt x="21600" y="7775"/>
                    </a:lnTo>
                    <a:lnTo>
                      <a:pt x="20777" y="7991"/>
                    </a:lnTo>
                    <a:lnTo>
                      <a:pt x="20365" y="6263"/>
                    </a:lnTo>
                    <a:lnTo>
                      <a:pt x="17485" y="6263"/>
                    </a:lnTo>
                    <a:lnTo>
                      <a:pt x="9668" y="0"/>
                    </a:lnTo>
                    <a:lnTo>
                      <a:pt x="15840" y="4859"/>
                    </a:lnTo>
                    <a:lnTo>
                      <a:pt x="13062" y="2591"/>
                    </a:lnTo>
                    <a:lnTo>
                      <a:pt x="9668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2" name="AutoShape 166">
                <a:extLst>
                  <a:ext uri="{FF2B5EF4-FFF2-40B4-BE49-F238E27FC236}">
                    <a16:creationId xmlns:a16="http://schemas.microsoft.com/office/drawing/2014/main" id="{CE30016E-1EF5-9116-C2EA-5CAE0A7E9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676" y="127204"/>
                <a:ext cx="200511" cy="198758"/>
              </a:xfrm>
              <a:custGeom>
                <a:avLst/>
                <a:gdLst>
                  <a:gd name="T0" fmla="*/ 100256 w 21600"/>
                  <a:gd name="T1" fmla="*/ 99379 h 21600"/>
                  <a:gd name="T2" fmla="*/ 100256 w 21600"/>
                  <a:gd name="T3" fmla="*/ 99379 h 21600"/>
                  <a:gd name="T4" fmla="*/ 100256 w 21600"/>
                  <a:gd name="T5" fmla="*/ 99379 h 21600"/>
                  <a:gd name="T6" fmla="*/ 100256 w 21600"/>
                  <a:gd name="T7" fmla="*/ 9937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600"/>
                    </a:moveTo>
                    <a:lnTo>
                      <a:pt x="0" y="0"/>
                    </a:lnTo>
                    <a:lnTo>
                      <a:pt x="313" y="0"/>
                    </a:lnTo>
                    <a:lnTo>
                      <a:pt x="939" y="287"/>
                    </a:lnTo>
                    <a:lnTo>
                      <a:pt x="3443" y="287"/>
                    </a:lnTo>
                    <a:lnTo>
                      <a:pt x="4069" y="575"/>
                    </a:lnTo>
                    <a:lnTo>
                      <a:pt x="4382" y="575"/>
                    </a:lnTo>
                    <a:lnTo>
                      <a:pt x="4695" y="863"/>
                    </a:lnTo>
                    <a:lnTo>
                      <a:pt x="5947" y="1439"/>
                    </a:lnTo>
                    <a:lnTo>
                      <a:pt x="6886" y="1439"/>
                    </a:lnTo>
                    <a:lnTo>
                      <a:pt x="10643" y="575"/>
                    </a:lnTo>
                    <a:lnTo>
                      <a:pt x="10956" y="575"/>
                    </a:lnTo>
                    <a:lnTo>
                      <a:pt x="11269" y="287"/>
                    </a:lnTo>
                    <a:lnTo>
                      <a:pt x="11895" y="287"/>
                    </a:lnTo>
                    <a:lnTo>
                      <a:pt x="12521" y="575"/>
                    </a:lnTo>
                    <a:lnTo>
                      <a:pt x="13460" y="863"/>
                    </a:lnTo>
                    <a:lnTo>
                      <a:pt x="13460" y="2015"/>
                    </a:lnTo>
                    <a:lnTo>
                      <a:pt x="13773" y="2879"/>
                    </a:lnTo>
                    <a:lnTo>
                      <a:pt x="14399" y="3743"/>
                    </a:lnTo>
                    <a:lnTo>
                      <a:pt x="14399" y="4319"/>
                    </a:lnTo>
                    <a:lnTo>
                      <a:pt x="15339" y="5759"/>
                    </a:lnTo>
                    <a:lnTo>
                      <a:pt x="16591" y="8063"/>
                    </a:lnTo>
                    <a:lnTo>
                      <a:pt x="19095" y="13248"/>
                    </a:lnTo>
                    <a:lnTo>
                      <a:pt x="20347" y="15552"/>
                    </a:lnTo>
                    <a:lnTo>
                      <a:pt x="21286" y="17568"/>
                    </a:lnTo>
                    <a:lnTo>
                      <a:pt x="21600" y="18432"/>
                    </a:lnTo>
                    <a:lnTo>
                      <a:pt x="21600" y="18720"/>
                    </a:lnTo>
                    <a:lnTo>
                      <a:pt x="21286" y="19008"/>
                    </a:lnTo>
                    <a:lnTo>
                      <a:pt x="20660" y="19872"/>
                    </a:lnTo>
                    <a:lnTo>
                      <a:pt x="18782" y="21024"/>
                    </a:lnTo>
                    <a:lnTo>
                      <a:pt x="17217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3" name="AutoShape 167">
                <a:extLst>
                  <a:ext uri="{FF2B5EF4-FFF2-40B4-BE49-F238E27FC236}">
                    <a16:creationId xmlns:a16="http://schemas.microsoft.com/office/drawing/2014/main" id="{673633B4-D605-0385-6199-58D50B471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676" y="132504"/>
                <a:ext cx="59362" cy="66253"/>
              </a:xfrm>
              <a:custGeom>
                <a:avLst/>
                <a:gdLst>
                  <a:gd name="T0" fmla="*/ 29681 w 21600"/>
                  <a:gd name="T1" fmla="*/ 33127 h 21600"/>
                  <a:gd name="T2" fmla="*/ 29681 w 21600"/>
                  <a:gd name="T3" fmla="*/ 33127 h 21600"/>
                  <a:gd name="T4" fmla="*/ 29681 w 21600"/>
                  <a:gd name="T5" fmla="*/ 33127 h 21600"/>
                  <a:gd name="T6" fmla="*/ 29681 w 21600"/>
                  <a:gd name="T7" fmla="*/ 331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0" y="4319"/>
                    </a:lnTo>
                    <a:lnTo>
                      <a:pt x="1080" y="5183"/>
                    </a:lnTo>
                    <a:lnTo>
                      <a:pt x="1080" y="6911"/>
                    </a:lnTo>
                    <a:lnTo>
                      <a:pt x="4320" y="12096"/>
                    </a:lnTo>
                    <a:lnTo>
                      <a:pt x="7560" y="14688"/>
                    </a:lnTo>
                    <a:lnTo>
                      <a:pt x="8640" y="16416"/>
                    </a:lnTo>
                    <a:lnTo>
                      <a:pt x="11880" y="18144"/>
                    </a:lnTo>
                    <a:lnTo>
                      <a:pt x="14040" y="19008"/>
                    </a:lnTo>
                    <a:lnTo>
                      <a:pt x="17280" y="21600"/>
                    </a:lnTo>
                    <a:lnTo>
                      <a:pt x="18360" y="21600"/>
                    </a:lnTo>
                    <a:lnTo>
                      <a:pt x="19440" y="20736"/>
                    </a:lnTo>
                    <a:lnTo>
                      <a:pt x="20520" y="19008"/>
                    </a:lnTo>
                    <a:lnTo>
                      <a:pt x="21599" y="13824"/>
                    </a:lnTo>
                    <a:lnTo>
                      <a:pt x="20520" y="12096"/>
                    </a:lnTo>
                    <a:lnTo>
                      <a:pt x="14040" y="3455"/>
                    </a:lnTo>
                    <a:lnTo>
                      <a:pt x="1188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4" name="AutoShape 168">
                <a:extLst>
                  <a:ext uri="{FF2B5EF4-FFF2-40B4-BE49-F238E27FC236}">
                    <a16:creationId xmlns:a16="http://schemas.microsoft.com/office/drawing/2014/main" id="{55A31437-2309-2C70-3E43-517FC3830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505" y="893081"/>
                <a:ext cx="125319" cy="241159"/>
              </a:xfrm>
              <a:custGeom>
                <a:avLst/>
                <a:gdLst>
                  <a:gd name="T0" fmla="*/ 62659 w 21600"/>
                  <a:gd name="T1" fmla="*/ 120580 h 21600"/>
                  <a:gd name="T2" fmla="*/ 62659 w 21600"/>
                  <a:gd name="T3" fmla="*/ 120580 h 21600"/>
                  <a:gd name="T4" fmla="*/ 62659 w 21600"/>
                  <a:gd name="T5" fmla="*/ 120580 h 21600"/>
                  <a:gd name="T6" fmla="*/ 62659 w 21600"/>
                  <a:gd name="T7" fmla="*/ 120580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590" y="0"/>
                    </a:moveTo>
                    <a:lnTo>
                      <a:pt x="19088" y="237"/>
                    </a:lnTo>
                    <a:lnTo>
                      <a:pt x="17079" y="712"/>
                    </a:lnTo>
                    <a:lnTo>
                      <a:pt x="16074" y="1424"/>
                    </a:lnTo>
                    <a:lnTo>
                      <a:pt x="15572" y="2373"/>
                    </a:lnTo>
                    <a:lnTo>
                      <a:pt x="15069" y="2373"/>
                    </a:lnTo>
                    <a:lnTo>
                      <a:pt x="11051" y="4272"/>
                    </a:lnTo>
                    <a:lnTo>
                      <a:pt x="10046" y="4984"/>
                    </a:lnTo>
                    <a:lnTo>
                      <a:pt x="9544" y="5459"/>
                    </a:lnTo>
                    <a:lnTo>
                      <a:pt x="8539" y="5934"/>
                    </a:lnTo>
                    <a:lnTo>
                      <a:pt x="7534" y="6171"/>
                    </a:lnTo>
                    <a:lnTo>
                      <a:pt x="7032" y="6408"/>
                    </a:lnTo>
                    <a:lnTo>
                      <a:pt x="4018" y="6408"/>
                    </a:lnTo>
                    <a:lnTo>
                      <a:pt x="2511" y="7120"/>
                    </a:lnTo>
                    <a:lnTo>
                      <a:pt x="1506" y="8070"/>
                    </a:lnTo>
                    <a:lnTo>
                      <a:pt x="1506" y="10443"/>
                    </a:lnTo>
                    <a:lnTo>
                      <a:pt x="1004" y="10681"/>
                    </a:lnTo>
                    <a:lnTo>
                      <a:pt x="1506" y="10681"/>
                    </a:lnTo>
                    <a:lnTo>
                      <a:pt x="1506" y="10918"/>
                    </a:lnTo>
                    <a:lnTo>
                      <a:pt x="2009" y="10918"/>
                    </a:lnTo>
                    <a:lnTo>
                      <a:pt x="3013" y="11393"/>
                    </a:lnTo>
                    <a:lnTo>
                      <a:pt x="3516" y="11868"/>
                    </a:lnTo>
                    <a:lnTo>
                      <a:pt x="3516" y="12580"/>
                    </a:lnTo>
                    <a:lnTo>
                      <a:pt x="2009" y="13292"/>
                    </a:lnTo>
                    <a:lnTo>
                      <a:pt x="502" y="14716"/>
                    </a:lnTo>
                    <a:lnTo>
                      <a:pt x="0" y="16378"/>
                    </a:lnTo>
                    <a:lnTo>
                      <a:pt x="0" y="18276"/>
                    </a:lnTo>
                    <a:lnTo>
                      <a:pt x="1506" y="20413"/>
                    </a:lnTo>
                    <a:lnTo>
                      <a:pt x="5525" y="20413"/>
                    </a:lnTo>
                    <a:lnTo>
                      <a:pt x="5023" y="20650"/>
                    </a:lnTo>
                    <a:lnTo>
                      <a:pt x="7032" y="21599"/>
                    </a:lnTo>
                    <a:lnTo>
                      <a:pt x="10046" y="21599"/>
                    </a:lnTo>
                    <a:lnTo>
                      <a:pt x="11051" y="21125"/>
                    </a:lnTo>
                    <a:lnTo>
                      <a:pt x="11553" y="20413"/>
                    </a:lnTo>
                    <a:lnTo>
                      <a:pt x="12558" y="19463"/>
                    </a:lnTo>
                    <a:lnTo>
                      <a:pt x="14065" y="17327"/>
                    </a:lnTo>
                    <a:lnTo>
                      <a:pt x="14567" y="15903"/>
                    </a:lnTo>
                    <a:lnTo>
                      <a:pt x="15069" y="15191"/>
                    </a:lnTo>
                    <a:lnTo>
                      <a:pt x="14567" y="14953"/>
                    </a:lnTo>
                    <a:lnTo>
                      <a:pt x="14567" y="14716"/>
                    </a:lnTo>
                    <a:lnTo>
                      <a:pt x="15069" y="14241"/>
                    </a:lnTo>
                    <a:lnTo>
                      <a:pt x="15572" y="13529"/>
                    </a:lnTo>
                    <a:lnTo>
                      <a:pt x="16576" y="12817"/>
                    </a:lnTo>
                    <a:lnTo>
                      <a:pt x="17581" y="11630"/>
                    </a:lnTo>
                    <a:lnTo>
                      <a:pt x="18083" y="9731"/>
                    </a:lnTo>
                    <a:lnTo>
                      <a:pt x="19088" y="7832"/>
                    </a:lnTo>
                    <a:lnTo>
                      <a:pt x="19590" y="6408"/>
                    </a:lnTo>
                    <a:lnTo>
                      <a:pt x="19590" y="5934"/>
                    </a:lnTo>
                    <a:lnTo>
                      <a:pt x="20093" y="5221"/>
                    </a:lnTo>
                    <a:lnTo>
                      <a:pt x="20595" y="4747"/>
                    </a:lnTo>
                    <a:lnTo>
                      <a:pt x="20595" y="4035"/>
                    </a:lnTo>
                    <a:lnTo>
                      <a:pt x="21097" y="3323"/>
                    </a:lnTo>
                    <a:lnTo>
                      <a:pt x="21097" y="2373"/>
                    </a:lnTo>
                    <a:lnTo>
                      <a:pt x="21600" y="1898"/>
                    </a:lnTo>
                    <a:lnTo>
                      <a:pt x="21600" y="474"/>
                    </a:lnTo>
                    <a:lnTo>
                      <a:pt x="21097" y="237"/>
                    </a:lnTo>
                    <a:lnTo>
                      <a:pt x="1959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25" name="AutoShape 169">
                <a:extLst>
                  <a:ext uri="{FF2B5EF4-FFF2-40B4-BE49-F238E27FC236}">
                    <a16:creationId xmlns:a16="http://schemas.microsoft.com/office/drawing/2014/main" id="{50CC3FCD-0656-4B7A-6D38-361B7DFDA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783" y="997759"/>
                <a:ext cx="187320" cy="197433"/>
              </a:xfrm>
              <a:custGeom>
                <a:avLst/>
                <a:gdLst>
                  <a:gd name="T0" fmla="*/ 93660 w 21600"/>
                  <a:gd name="T1" fmla="*/ 98717 h 21600"/>
                  <a:gd name="T2" fmla="*/ 93660 w 21600"/>
                  <a:gd name="T3" fmla="*/ 98717 h 21600"/>
                  <a:gd name="T4" fmla="*/ 93660 w 21600"/>
                  <a:gd name="T5" fmla="*/ 98717 h 21600"/>
                  <a:gd name="T6" fmla="*/ 93660 w 21600"/>
                  <a:gd name="T7" fmla="*/ 9871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360" y="7513"/>
                    </a:moveTo>
                    <a:lnTo>
                      <a:pt x="17639" y="7513"/>
                    </a:lnTo>
                    <a:lnTo>
                      <a:pt x="18000" y="7200"/>
                    </a:lnTo>
                    <a:lnTo>
                      <a:pt x="17639" y="6886"/>
                    </a:lnTo>
                    <a:lnTo>
                      <a:pt x="17639" y="6260"/>
                    </a:lnTo>
                    <a:lnTo>
                      <a:pt x="16200" y="5008"/>
                    </a:lnTo>
                    <a:lnTo>
                      <a:pt x="16200" y="4695"/>
                    </a:lnTo>
                    <a:lnTo>
                      <a:pt x="15479" y="4069"/>
                    </a:lnTo>
                    <a:lnTo>
                      <a:pt x="15120" y="3443"/>
                    </a:lnTo>
                    <a:lnTo>
                      <a:pt x="14400" y="1565"/>
                    </a:lnTo>
                    <a:lnTo>
                      <a:pt x="14400" y="626"/>
                    </a:lnTo>
                    <a:lnTo>
                      <a:pt x="14040" y="0"/>
                    </a:lnTo>
                    <a:lnTo>
                      <a:pt x="12960" y="0"/>
                    </a:lnTo>
                    <a:lnTo>
                      <a:pt x="10080" y="1252"/>
                    </a:lnTo>
                    <a:lnTo>
                      <a:pt x="10080" y="1565"/>
                    </a:lnTo>
                    <a:lnTo>
                      <a:pt x="9360" y="626"/>
                    </a:lnTo>
                    <a:lnTo>
                      <a:pt x="8279" y="313"/>
                    </a:lnTo>
                    <a:lnTo>
                      <a:pt x="6480" y="0"/>
                    </a:lnTo>
                    <a:lnTo>
                      <a:pt x="4680" y="313"/>
                    </a:lnTo>
                    <a:lnTo>
                      <a:pt x="3240" y="313"/>
                    </a:lnTo>
                    <a:lnTo>
                      <a:pt x="2520" y="626"/>
                    </a:lnTo>
                    <a:lnTo>
                      <a:pt x="2520" y="7200"/>
                    </a:lnTo>
                    <a:lnTo>
                      <a:pt x="0" y="7513"/>
                    </a:lnTo>
                    <a:lnTo>
                      <a:pt x="0" y="15652"/>
                    </a:lnTo>
                    <a:lnTo>
                      <a:pt x="360" y="15965"/>
                    </a:lnTo>
                    <a:lnTo>
                      <a:pt x="720" y="15965"/>
                    </a:lnTo>
                    <a:lnTo>
                      <a:pt x="1800" y="16904"/>
                    </a:lnTo>
                    <a:lnTo>
                      <a:pt x="2160" y="17530"/>
                    </a:lnTo>
                    <a:lnTo>
                      <a:pt x="2520" y="18469"/>
                    </a:lnTo>
                    <a:lnTo>
                      <a:pt x="2160" y="19721"/>
                    </a:lnTo>
                    <a:lnTo>
                      <a:pt x="1440" y="20347"/>
                    </a:lnTo>
                    <a:lnTo>
                      <a:pt x="1440" y="20973"/>
                    </a:lnTo>
                    <a:lnTo>
                      <a:pt x="2160" y="21599"/>
                    </a:lnTo>
                    <a:lnTo>
                      <a:pt x="2880" y="21599"/>
                    </a:lnTo>
                    <a:lnTo>
                      <a:pt x="3600" y="21286"/>
                    </a:lnTo>
                    <a:lnTo>
                      <a:pt x="4680" y="20973"/>
                    </a:lnTo>
                    <a:lnTo>
                      <a:pt x="5760" y="20347"/>
                    </a:lnTo>
                    <a:lnTo>
                      <a:pt x="6840" y="19408"/>
                    </a:lnTo>
                    <a:lnTo>
                      <a:pt x="7200" y="19408"/>
                    </a:lnTo>
                    <a:lnTo>
                      <a:pt x="7200" y="19095"/>
                    </a:lnTo>
                    <a:lnTo>
                      <a:pt x="7560" y="18469"/>
                    </a:lnTo>
                    <a:lnTo>
                      <a:pt x="7920" y="18156"/>
                    </a:lnTo>
                    <a:lnTo>
                      <a:pt x="7920" y="17530"/>
                    </a:lnTo>
                    <a:lnTo>
                      <a:pt x="8279" y="17217"/>
                    </a:lnTo>
                    <a:lnTo>
                      <a:pt x="9000" y="17217"/>
                    </a:lnTo>
                    <a:lnTo>
                      <a:pt x="9360" y="16904"/>
                    </a:lnTo>
                    <a:lnTo>
                      <a:pt x="10080" y="16904"/>
                    </a:lnTo>
                    <a:lnTo>
                      <a:pt x="10800" y="17217"/>
                    </a:lnTo>
                    <a:lnTo>
                      <a:pt x="11520" y="17843"/>
                    </a:lnTo>
                    <a:lnTo>
                      <a:pt x="12240" y="18156"/>
                    </a:lnTo>
                    <a:lnTo>
                      <a:pt x="13320" y="18156"/>
                    </a:lnTo>
                    <a:lnTo>
                      <a:pt x="13320" y="17530"/>
                    </a:lnTo>
                    <a:lnTo>
                      <a:pt x="13679" y="16591"/>
                    </a:lnTo>
                    <a:lnTo>
                      <a:pt x="14400" y="15965"/>
                    </a:lnTo>
                    <a:lnTo>
                      <a:pt x="14759" y="15339"/>
                    </a:lnTo>
                    <a:lnTo>
                      <a:pt x="16200" y="14086"/>
                    </a:lnTo>
                    <a:lnTo>
                      <a:pt x="17639" y="13460"/>
                    </a:lnTo>
                    <a:lnTo>
                      <a:pt x="18719" y="13147"/>
                    </a:lnTo>
                    <a:lnTo>
                      <a:pt x="19800" y="12208"/>
                    </a:lnTo>
                    <a:lnTo>
                      <a:pt x="20160" y="12208"/>
                    </a:lnTo>
                    <a:lnTo>
                      <a:pt x="20880" y="11895"/>
                    </a:lnTo>
                    <a:lnTo>
                      <a:pt x="21240" y="11269"/>
                    </a:lnTo>
                    <a:lnTo>
                      <a:pt x="21599" y="10956"/>
                    </a:lnTo>
                    <a:lnTo>
                      <a:pt x="21599" y="10330"/>
                    </a:lnTo>
                    <a:lnTo>
                      <a:pt x="20880" y="9704"/>
                    </a:lnTo>
                    <a:lnTo>
                      <a:pt x="20160" y="9391"/>
                    </a:lnTo>
                    <a:lnTo>
                      <a:pt x="19800" y="9391"/>
                    </a:lnTo>
                    <a:lnTo>
                      <a:pt x="18719" y="8452"/>
                    </a:lnTo>
                    <a:lnTo>
                      <a:pt x="18360" y="751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</p:grpSp>
        <p:grpSp>
          <p:nvGrpSpPr>
            <p:cNvPr id="15" name="Group 170">
              <a:extLst>
                <a:ext uri="{FF2B5EF4-FFF2-40B4-BE49-F238E27FC236}">
                  <a16:creationId xmlns:a16="http://schemas.microsoft.com/office/drawing/2014/main" id="{9BD460DF-A088-B693-DCF4-FBD68DEA13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18414" y="76271"/>
              <a:ext cx="2858593" cy="2311447"/>
              <a:chOff x="0" y="-1"/>
              <a:chExt cx="2858592" cy="2311448"/>
            </a:xfrm>
            <a:grpFill/>
          </p:grpSpPr>
          <p:sp>
            <p:nvSpPr>
              <p:cNvPr id="23" name="AutoShape 171">
                <a:extLst>
                  <a:ext uri="{FF2B5EF4-FFF2-40B4-BE49-F238E27FC236}">
                    <a16:creationId xmlns:a16="http://schemas.microsoft.com/office/drawing/2014/main" id="{177B01EC-8E34-71FF-4613-6A9D56AA6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890" y="2168341"/>
                <a:ext cx="178086" cy="143106"/>
              </a:xfrm>
              <a:custGeom>
                <a:avLst/>
                <a:gdLst>
                  <a:gd name="T0" fmla="*/ 89043 w 21600"/>
                  <a:gd name="T1" fmla="*/ 71553 h 21600"/>
                  <a:gd name="T2" fmla="*/ 89043 w 21600"/>
                  <a:gd name="T3" fmla="*/ 71553 h 21600"/>
                  <a:gd name="T4" fmla="*/ 89043 w 21600"/>
                  <a:gd name="T5" fmla="*/ 71553 h 21600"/>
                  <a:gd name="T6" fmla="*/ 89043 w 21600"/>
                  <a:gd name="T7" fmla="*/ 715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5600"/>
                    </a:moveTo>
                    <a:lnTo>
                      <a:pt x="18059" y="3600"/>
                    </a:lnTo>
                    <a:lnTo>
                      <a:pt x="16288" y="2800"/>
                    </a:lnTo>
                    <a:lnTo>
                      <a:pt x="14163" y="2800"/>
                    </a:lnTo>
                    <a:lnTo>
                      <a:pt x="12747" y="4000"/>
                    </a:lnTo>
                    <a:lnTo>
                      <a:pt x="12747" y="5600"/>
                    </a:lnTo>
                    <a:lnTo>
                      <a:pt x="12393" y="6400"/>
                    </a:lnTo>
                    <a:lnTo>
                      <a:pt x="12393" y="7200"/>
                    </a:lnTo>
                    <a:lnTo>
                      <a:pt x="11331" y="8400"/>
                    </a:lnTo>
                    <a:lnTo>
                      <a:pt x="9206" y="8400"/>
                    </a:lnTo>
                    <a:lnTo>
                      <a:pt x="8498" y="8000"/>
                    </a:lnTo>
                    <a:lnTo>
                      <a:pt x="7436" y="7600"/>
                    </a:lnTo>
                    <a:lnTo>
                      <a:pt x="7081" y="6400"/>
                    </a:lnTo>
                    <a:lnTo>
                      <a:pt x="6727" y="5600"/>
                    </a:lnTo>
                    <a:lnTo>
                      <a:pt x="6019" y="4400"/>
                    </a:lnTo>
                    <a:lnTo>
                      <a:pt x="6019" y="3600"/>
                    </a:lnTo>
                    <a:lnTo>
                      <a:pt x="5665" y="2800"/>
                    </a:lnTo>
                    <a:lnTo>
                      <a:pt x="5665" y="2400"/>
                    </a:lnTo>
                    <a:lnTo>
                      <a:pt x="5311" y="2400"/>
                    </a:lnTo>
                    <a:lnTo>
                      <a:pt x="4957" y="2000"/>
                    </a:lnTo>
                    <a:lnTo>
                      <a:pt x="4603" y="1200"/>
                    </a:lnTo>
                    <a:lnTo>
                      <a:pt x="3186" y="400"/>
                    </a:lnTo>
                    <a:lnTo>
                      <a:pt x="2124" y="0"/>
                    </a:lnTo>
                    <a:lnTo>
                      <a:pt x="1416" y="400"/>
                    </a:lnTo>
                    <a:lnTo>
                      <a:pt x="354" y="800"/>
                    </a:lnTo>
                    <a:lnTo>
                      <a:pt x="354" y="1200"/>
                    </a:lnTo>
                    <a:lnTo>
                      <a:pt x="0" y="1600"/>
                    </a:lnTo>
                    <a:lnTo>
                      <a:pt x="0" y="2000"/>
                    </a:lnTo>
                    <a:lnTo>
                      <a:pt x="354" y="2800"/>
                    </a:lnTo>
                    <a:lnTo>
                      <a:pt x="1062" y="3600"/>
                    </a:lnTo>
                    <a:lnTo>
                      <a:pt x="1770" y="5200"/>
                    </a:lnTo>
                    <a:lnTo>
                      <a:pt x="2478" y="7600"/>
                    </a:lnTo>
                    <a:lnTo>
                      <a:pt x="2478" y="8400"/>
                    </a:lnTo>
                    <a:lnTo>
                      <a:pt x="2832" y="9200"/>
                    </a:lnTo>
                    <a:lnTo>
                      <a:pt x="3540" y="9999"/>
                    </a:lnTo>
                    <a:lnTo>
                      <a:pt x="4249" y="9999"/>
                    </a:lnTo>
                    <a:lnTo>
                      <a:pt x="4957" y="9600"/>
                    </a:lnTo>
                    <a:lnTo>
                      <a:pt x="6019" y="9600"/>
                    </a:lnTo>
                    <a:lnTo>
                      <a:pt x="8144" y="10800"/>
                    </a:lnTo>
                    <a:lnTo>
                      <a:pt x="8852" y="10800"/>
                    </a:lnTo>
                    <a:lnTo>
                      <a:pt x="9914" y="11200"/>
                    </a:lnTo>
                    <a:lnTo>
                      <a:pt x="10977" y="11200"/>
                    </a:lnTo>
                    <a:lnTo>
                      <a:pt x="12039" y="11600"/>
                    </a:lnTo>
                    <a:lnTo>
                      <a:pt x="12747" y="11600"/>
                    </a:lnTo>
                    <a:lnTo>
                      <a:pt x="15580" y="14399"/>
                    </a:lnTo>
                    <a:lnTo>
                      <a:pt x="17350" y="18000"/>
                    </a:lnTo>
                    <a:lnTo>
                      <a:pt x="20183" y="20799"/>
                    </a:lnTo>
                    <a:lnTo>
                      <a:pt x="20891" y="21599"/>
                    </a:lnTo>
                    <a:lnTo>
                      <a:pt x="21600" y="5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4" name="AutoShape 172">
                <a:extLst>
                  <a:ext uri="{FF2B5EF4-FFF2-40B4-BE49-F238E27FC236}">
                    <a16:creationId xmlns:a16="http://schemas.microsoft.com/office/drawing/2014/main" id="{1399E3AF-8F7A-2A4A-7FF1-492140FE0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890" y="1095059"/>
                <a:ext cx="47490" cy="217308"/>
              </a:xfrm>
              <a:custGeom>
                <a:avLst/>
                <a:gdLst>
                  <a:gd name="T0" fmla="*/ 23745 w 21600"/>
                  <a:gd name="T1" fmla="*/ 108654 h 21600"/>
                  <a:gd name="T2" fmla="*/ 23745 w 21600"/>
                  <a:gd name="T3" fmla="*/ 108654 h 21600"/>
                  <a:gd name="T4" fmla="*/ 23745 w 21600"/>
                  <a:gd name="T5" fmla="*/ 108654 h 21600"/>
                  <a:gd name="T6" fmla="*/ 23745 w 21600"/>
                  <a:gd name="T7" fmla="*/ 1086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549" y="1053"/>
                    </a:moveTo>
                    <a:lnTo>
                      <a:pt x="17549" y="790"/>
                    </a:lnTo>
                    <a:lnTo>
                      <a:pt x="16199" y="790"/>
                    </a:lnTo>
                    <a:lnTo>
                      <a:pt x="14849" y="263"/>
                    </a:lnTo>
                    <a:lnTo>
                      <a:pt x="13500" y="263"/>
                    </a:lnTo>
                    <a:lnTo>
                      <a:pt x="12150" y="0"/>
                    </a:lnTo>
                    <a:lnTo>
                      <a:pt x="10800" y="263"/>
                    </a:lnTo>
                    <a:lnTo>
                      <a:pt x="5399" y="2370"/>
                    </a:lnTo>
                    <a:lnTo>
                      <a:pt x="5399" y="2897"/>
                    </a:lnTo>
                    <a:lnTo>
                      <a:pt x="1349" y="5531"/>
                    </a:lnTo>
                    <a:lnTo>
                      <a:pt x="1349" y="6058"/>
                    </a:lnTo>
                    <a:lnTo>
                      <a:pt x="2699" y="6848"/>
                    </a:lnTo>
                    <a:lnTo>
                      <a:pt x="2699" y="7375"/>
                    </a:lnTo>
                    <a:lnTo>
                      <a:pt x="4049" y="7902"/>
                    </a:lnTo>
                    <a:lnTo>
                      <a:pt x="4049" y="8692"/>
                    </a:lnTo>
                    <a:lnTo>
                      <a:pt x="5399" y="10800"/>
                    </a:lnTo>
                    <a:lnTo>
                      <a:pt x="4049" y="13170"/>
                    </a:lnTo>
                    <a:lnTo>
                      <a:pt x="4049" y="18702"/>
                    </a:lnTo>
                    <a:lnTo>
                      <a:pt x="1349" y="19756"/>
                    </a:lnTo>
                    <a:lnTo>
                      <a:pt x="0" y="20546"/>
                    </a:lnTo>
                    <a:lnTo>
                      <a:pt x="0" y="21073"/>
                    </a:lnTo>
                    <a:lnTo>
                      <a:pt x="5399" y="21599"/>
                    </a:lnTo>
                    <a:lnTo>
                      <a:pt x="8099" y="20019"/>
                    </a:lnTo>
                    <a:lnTo>
                      <a:pt x="14849" y="21336"/>
                    </a:lnTo>
                    <a:lnTo>
                      <a:pt x="14849" y="19229"/>
                    </a:lnTo>
                    <a:lnTo>
                      <a:pt x="13500" y="18439"/>
                    </a:lnTo>
                    <a:lnTo>
                      <a:pt x="10800" y="17121"/>
                    </a:lnTo>
                    <a:lnTo>
                      <a:pt x="10800" y="15541"/>
                    </a:lnTo>
                    <a:lnTo>
                      <a:pt x="16199" y="13960"/>
                    </a:lnTo>
                    <a:lnTo>
                      <a:pt x="18899" y="13434"/>
                    </a:lnTo>
                    <a:lnTo>
                      <a:pt x="21600" y="12643"/>
                    </a:lnTo>
                    <a:lnTo>
                      <a:pt x="21600" y="11590"/>
                    </a:lnTo>
                    <a:lnTo>
                      <a:pt x="20250" y="11063"/>
                    </a:lnTo>
                    <a:lnTo>
                      <a:pt x="20250" y="9746"/>
                    </a:lnTo>
                    <a:lnTo>
                      <a:pt x="17549" y="6585"/>
                    </a:lnTo>
                    <a:lnTo>
                      <a:pt x="16199" y="5268"/>
                    </a:lnTo>
                    <a:lnTo>
                      <a:pt x="16199" y="4741"/>
                    </a:lnTo>
                    <a:lnTo>
                      <a:pt x="14849" y="4214"/>
                    </a:lnTo>
                    <a:lnTo>
                      <a:pt x="14849" y="2107"/>
                    </a:lnTo>
                    <a:lnTo>
                      <a:pt x="17549" y="1053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5" name="AutoShape 173">
                <a:extLst>
                  <a:ext uri="{FF2B5EF4-FFF2-40B4-BE49-F238E27FC236}">
                    <a16:creationId xmlns:a16="http://schemas.microsoft.com/office/drawing/2014/main" id="{A4BFC9A0-BC89-2688-1B2D-B9334F14D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5913" y="1770829"/>
                <a:ext cx="125320" cy="153706"/>
              </a:xfrm>
              <a:custGeom>
                <a:avLst/>
                <a:gdLst>
                  <a:gd name="T0" fmla="*/ 62660 w 21600"/>
                  <a:gd name="T1" fmla="*/ 76853 h 21600"/>
                  <a:gd name="T2" fmla="*/ 62660 w 21600"/>
                  <a:gd name="T3" fmla="*/ 76853 h 21600"/>
                  <a:gd name="T4" fmla="*/ 62660 w 21600"/>
                  <a:gd name="T5" fmla="*/ 76853 h 21600"/>
                  <a:gd name="T6" fmla="*/ 62660 w 21600"/>
                  <a:gd name="T7" fmla="*/ 768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4841"/>
                    </a:moveTo>
                    <a:lnTo>
                      <a:pt x="1004" y="4841"/>
                    </a:lnTo>
                    <a:lnTo>
                      <a:pt x="2009" y="5213"/>
                    </a:lnTo>
                    <a:lnTo>
                      <a:pt x="2009" y="5586"/>
                    </a:lnTo>
                    <a:lnTo>
                      <a:pt x="2511" y="5958"/>
                    </a:lnTo>
                    <a:lnTo>
                      <a:pt x="2511" y="6703"/>
                    </a:lnTo>
                    <a:lnTo>
                      <a:pt x="5023" y="6703"/>
                    </a:lnTo>
                    <a:lnTo>
                      <a:pt x="5525" y="7448"/>
                    </a:lnTo>
                    <a:lnTo>
                      <a:pt x="5525" y="8937"/>
                    </a:lnTo>
                    <a:lnTo>
                      <a:pt x="5023" y="10055"/>
                    </a:lnTo>
                    <a:lnTo>
                      <a:pt x="5023" y="10800"/>
                    </a:lnTo>
                    <a:lnTo>
                      <a:pt x="4520" y="11172"/>
                    </a:lnTo>
                    <a:lnTo>
                      <a:pt x="4520" y="11544"/>
                    </a:lnTo>
                    <a:lnTo>
                      <a:pt x="6027" y="11544"/>
                    </a:lnTo>
                    <a:lnTo>
                      <a:pt x="6530" y="11172"/>
                    </a:lnTo>
                    <a:lnTo>
                      <a:pt x="7534" y="10800"/>
                    </a:lnTo>
                    <a:lnTo>
                      <a:pt x="8037" y="10427"/>
                    </a:lnTo>
                    <a:lnTo>
                      <a:pt x="9544" y="10427"/>
                    </a:lnTo>
                    <a:lnTo>
                      <a:pt x="10046" y="10800"/>
                    </a:lnTo>
                    <a:lnTo>
                      <a:pt x="10548" y="10800"/>
                    </a:lnTo>
                    <a:lnTo>
                      <a:pt x="12558" y="12289"/>
                    </a:lnTo>
                    <a:lnTo>
                      <a:pt x="14567" y="14524"/>
                    </a:lnTo>
                    <a:lnTo>
                      <a:pt x="15069" y="15641"/>
                    </a:lnTo>
                    <a:lnTo>
                      <a:pt x="15069" y="16386"/>
                    </a:lnTo>
                    <a:lnTo>
                      <a:pt x="15572" y="17503"/>
                    </a:lnTo>
                    <a:lnTo>
                      <a:pt x="15572" y="20110"/>
                    </a:lnTo>
                    <a:lnTo>
                      <a:pt x="15069" y="20482"/>
                    </a:lnTo>
                    <a:lnTo>
                      <a:pt x="17079" y="21600"/>
                    </a:lnTo>
                    <a:lnTo>
                      <a:pt x="17581" y="21227"/>
                    </a:lnTo>
                    <a:lnTo>
                      <a:pt x="21599" y="21227"/>
                    </a:lnTo>
                    <a:lnTo>
                      <a:pt x="21599" y="18620"/>
                    </a:lnTo>
                    <a:lnTo>
                      <a:pt x="21097" y="16386"/>
                    </a:lnTo>
                    <a:lnTo>
                      <a:pt x="20093" y="14524"/>
                    </a:lnTo>
                    <a:lnTo>
                      <a:pt x="14567" y="10427"/>
                    </a:lnTo>
                    <a:lnTo>
                      <a:pt x="13562" y="10055"/>
                    </a:lnTo>
                    <a:lnTo>
                      <a:pt x="13060" y="9310"/>
                    </a:lnTo>
                    <a:lnTo>
                      <a:pt x="12055" y="8937"/>
                    </a:lnTo>
                    <a:lnTo>
                      <a:pt x="11553" y="8193"/>
                    </a:lnTo>
                    <a:lnTo>
                      <a:pt x="12055" y="7448"/>
                    </a:lnTo>
                    <a:lnTo>
                      <a:pt x="13060" y="6703"/>
                    </a:lnTo>
                    <a:lnTo>
                      <a:pt x="13060" y="6331"/>
                    </a:lnTo>
                    <a:lnTo>
                      <a:pt x="13562" y="5586"/>
                    </a:lnTo>
                    <a:lnTo>
                      <a:pt x="13562" y="4841"/>
                    </a:lnTo>
                    <a:lnTo>
                      <a:pt x="13060" y="4468"/>
                    </a:lnTo>
                    <a:lnTo>
                      <a:pt x="12558" y="3724"/>
                    </a:lnTo>
                    <a:lnTo>
                      <a:pt x="10046" y="2979"/>
                    </a:lnTo>
                    <a:lnTo>
                      <a:pt x="9544" y="744"/>
                    </a:lnTo>
                    <a:lnTo>
                      <a:pt x="9041" y="744"/>
                    </a:lnTo>
                    <a:lnTo>
                      <a:pt x="9041" y="372"/>
                    </a:lnTo>
                    <a:lnTo>
                      <a:pt x="8539" y="0"/>
                    </a:lnTo>
                    <a:lnTo>
                      <a:pt x="7032" y="0"/>
                    </a:lnTo>
                    <a:lnTo>
                      <a:pt x="6027" y="372"/>
                    </a:lnTo>
                    <a:lnTo>
                      <a:pt x="6027" y="3724"/>
                    </a:lnTo>
                    <a:lnTo>
                      <a:pt x="4520" y="3724"/>
                    </a:lnTo>
                    <a:lnTo>
                      <a:pt x="3516" y="4096"/>
                    </a:lnTo>
                    <a:lnTo>
                      <a:pt x="3013" y="4096"/>
                    </a:lnTo>
                    <a:lnTo>
                      <a:pt x="0" y="484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6" name="AutoShape 174">
                <a:extLst>
                  <a:ext uri="{FF2B5EF4-FFF2-40B4-BE49-F238E27FC236}">
                    <a16:creationId xmlns:a16="http://schemas.microsoft.com/office/drawing/2014/main" id="{753433CE-3A58-FB37-963E-AC11DFE77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850" y="1516422"/>
                <a:ext cx="291532" cy="230558"/>
              </a:xfrm>
              <a:custGeom>
                <a:avLst/>
                <a:gdLst>
                  <a:gd name="T0" fmla="*/ 145766 w 21600"/>
                  <a:gd name="T1" fmla="*/ 115279 h 21600"/>
                  <a:gd name="T2" fmla="*/ 145766 w 21600"/>
                  <a:gd name="T3" fmla="*/ 115279 h 21600"/>
                  <a:gd name="T4" fmla="*/ 145766 w 21600"/>
                  <a:gd name="T5" fmla="*/ 115279 h 21600"/>
                  <a:gd name="T6" fmla="*/ 145766 w 21600"/>
                  <a:gd name="T7" fmla="*/ 11527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631" y="0"/>
                    </a:moveTo>
                    <a:lnTo>
                      <a:pt x="16631" y="248"/>
                    </a:lnTo>
                    <a:lnTo>
                      <a:pt x="16199" y="248"/>
                    </a:lnTo>
                    <a:lnTo>
                      <a:pt x="15335" y="1241"/>
                    </a:lnTo>
                    <a:lnTo>
                      <a:pt x="15335" y="1737"/>
                    </a:lnTo>
                    <a:lnTo>
                      <a:pt x="13607" y="2234"/>
                    </a:lnTo>
                    <a:lnTo>
                      <a:pt x="13176" y="3475"/>
                    </a:lnTo>
                    <a:lnTo>
                      <a:pt x="12960" y="3475"/>
                    </a:lnTo>
                    <a:lnTo>
                      <a:pt x="12744" y="3724"/>
                    </a:lnTo>
                    <a:lnTo>
                      <a:pt x="12527" y="3724"/>
                    </a:lnTo>
                    <a:lnTo>
                      <a:pt x="12095" y="3972"/>
                    </a:lnTo>
                    <a:lnTo>
                      <a:pt x="11879" y="4468"/>
                    </a:lnTo>
                    <a:lnTo>
                      <a:pt x="11879" y="5710"/>
                    </a:lnTo>
                    <a:lnTo>
                      <a:pt x="9936" y="8193"/>
                    </a:lnTo>
                    <a:lnTo>
                      <a:pt x="8207" y="8193"/>
                    </a:lnTo>
                    <a:lnTo>
                      <a:pt x="7776" y="8441"/>
                    </a:lnTo>
                    <a:lnTo>
                      <a:pt x="7127" y="8689"/>
                    </a:lnTo>
                    <a:lnTo>
                      <a:pt x="6696" y="9186"/>
                    </a:lnTo>
                    <a:lnTo>
                      <a:pt x="6480" y="9682"/>
                    </a:lnTo>
                    <a:lnTo>
                      <a:pt x="5615" y="10675"/>
                    </a:lnTo>
                    <a:lnTo>
                      <a:pt x="5184" y="10924"/>
                    </a:lnTo>
                    <a:lnTo>
                      <a:pt x="4751" y="11420"/>
                    </a:lnTo>
                    <a:lnTo>
                      <a:pt x="4535" y="11420"/>
                    </a:lnTo>
                    <a:lnTo>
                      <a:pt x="4319" y="11668"/>
                    </a:lnTo>
                    <a:lnTo>
                      <a:pt x="3455" y="11917"/>
                    </a:lnTo>
                    <a:lnTo>
                      <a:pt x="2159" y="12165"/>
                    </a:lnTo>
                    <a:lnTo>
                      <a:pt x="863" y="12165"/>
                    </a:lnTo>
                    <a:lnTo>
                      <a:pt x="0" y="11917"/>
                    </a:lnTo>
                    <a:lnTo>
                      <a:pt x="1296" y="14400"/>
                    </a:lnTo>
                    <a:lnTo>
                      <a:pt x="1511" y="14896"/>
                    </a:lnTo>
                    <a:lnTo>
                      <a:pt x="1511" y="16137"/>
                    </a:lnTo>
                    <a:lnTo>
                      <a:pt x="1296" y="16386"/>
                    </a:lnTo>
                    <a:lnTo>
                      <a:pt x="863" y="16634"/>
                    </a:lnTo>
                    <a:lnTo>
                      <a:pt x="648" y="17131"/>
                    </a:lnTo>
                    <a:lnTo>
                      <a:pt x="431" y="17875"/>
                    </a:lnTo>
                    <a:lnTo>
                      <a:pt x="431" y="19117"/>
                    </a:lnTo>
                    <a:lnTo>
                      <a:pt x="863" y="20110"/>
                    </a:lnTo>
                    <a:lnTo>
                      <a:pt x="1079" y="19862"/>
                    </a:lnTo>
                    <a:lnTo>
                      <a:pt x="1511" y="19862"/>
                    </a:lnTo>
                    <a:lnTo>
                      <a:pt x="1944" y="19613"/>
                    </a:lnTo>
                    <a:lnTo>
                      <a:pt x="2375" y="19613"/>
                    </a:lnTo>
                    <a:lnTo>
                      <a:pt x="2592" y="19365"/>
                    </a:lnTo>
                    <a:lnTo>
                      <a:pt x="3240" y="19365"/>
                    </a:lnTo>
                    <a:lnTo>
                      <a:pt x="3671" y="19613"/>
                    </a:lnTo>
                    <a:lnTo>
                      <a:pt x="5615" y="19613"/>
                    </a:lnTo>
                    <a:lnTo>
                      <a:pt x="6047" y="19862"/>
                    </a:lnTo>
                    <a:lnTo>
                      <a:pt x="6480" y="19862"/>
                    </a:lnTo>
                    <a:lnTo>
                      <a:pt x="6911" y="20110"/>
                    </a:lnTo>
                    <a:lnTo>
                      <a:pt x="7127" y="20606"/>
                    </a:lnTo>
                    <a:lnTo>
                      <a:pt x="8207" y="21599"/>
                    </a:lnTo>
                    <a:lnTo>
                      <a:pt x="9936" y="19365"/>
                    </a:lnTo>
                    <a:lnTo>
                      <a:pt x="10152" y="19365"/>
                    </a:lnTo>
                    <a:lnTo>
                      <a:pt x="10368" y="19117"/>
                    </a:lnTo>
                    <a:lnTo>
                      <a:pt x="12960" y="19117"/>
                    </a:lnTo>
                    <a:lnTo>
                      <a:pt x="13176" y="16634"/>
                    </a:lnTo>
                    <a:lnTo>
                      <a:pt x="12311" y="16137"/>
                    </a:lnTo>
                    <a:lnTo>
                      <a:pt x="12311" y="15144"/>
                    </a:lnTo>
                    <a:lnTo>
                      <a:pt x="12527" y="13903"/>
                    </a:lnTo>
                    <a:lnTo>
                      <a:pt x="12960" y="12662"/>
                    </a:lnTo>
                    <a:lnTo>
                      <a:pt x="14255" y="11420"/>
                    </a:lnTo>
                    <a:lnTo>
                      <a:pt x="16415" y="10179"/>
                    </a:lnTo>
                    <a:lnTo>
                      <a:pt x="16631" y="9931"/>
                    </a:lnTo>
                    <a:lnTo>
                      <a:pt x="16847" y="9434"/>
                    </a:lnTo>
                    <a:lnTo>
                      <a:pt x="17496" y="8689"/>
                    </a:lnTo>
                    <a:lnTo>
                      <a:pt x="17711" y="8193"/>
                    </a:lnTo>
                    <a:lnTo>
                      <a:pt x="17711" y="7696"/>
                    </a:lnTo>
                    <a:lnTo>
                      <a:pt x="18575" y="7696"/>
                    </a:lnTo>
                    <a:lnTo>
                      <a:pt x="18575" y="7448"/>
                    </a:lnTo>
                    <a:lnTo>
                      <a:pt x="18360" y="7200"/>
                    </a:lnTo>
                    <a:lnTo>
                      <a:pt x="18360" y="6951"/>
                    </a:lnTo>
                    <a:lnTo>
                      <a:pt x="18575" y="6455"/>
                    </a:lnTo>
                    <a:lnTo>
                      <a:pt x="18792" y="6206"/>
                    </a:lnTo>
                    <a:lnTo>
                      <a:pt x="19007" y="5710"/>
                    </a:lnTo>
                    <a:lnTo>
                      <a:pt x="19439" y="5710"/>
                    </a:lnTo>
                    <a:lnTo>
                      <a:pt x="19872" y="5462"/>
                    </a:lnTo>
                    <a:lnTo>
                      <a:pt x="20736" y="5462"/>
                    </a:lnTo>
                    <a:lnTo>
                      <a:pt x="21168" y="5710"/>
                    </a:lnTo>
                    <a:lnTo>
                      <a:pt x="21600" y="5710"/>
                    </a:lnTo>
                    <a:lnTo>
                      <a:pt x="21600" y="5462"/>
                    </a:lnTo>
                    <a:lnTo>
                      <a:pt x="21168" y="4965"/>
                    </a:lnTo>
                    <a:lnTo>
                      <a:pt x="20736" y="4717"/>
                    </a:lnTo>
                    <a:lnTo>
                      <a:pt x="20519" y="4717"/>
                    </a:lnTo>
                    <a:lnTo>
                      <a:pt x="20087" y="4468"/>
                    </a:lnTo>
                    <a:lnTo>
                      <a:pt x="19872" y="4468"/>
                    </a:lnTo>
                    <a:lnTo>
                      <a:pt x="19655" y="4220"/>
                    </a:lnTo>
                    <a:lnTo>
                      <a:pt x="19655" y="3972"/>
                    </a:lnTo>
                    <a:lnTo>
                      <a:pt x="19439" y="3972"/>
                    </a:lnTo>
                    <a:lnTo>
                      <a:pt x="19007" y="3475"/>
                    </a:lnTo>
                    <a:lnTo>
                      <a:pt x="18575" y="3227"/>
                    </a:lnTo>
                    <a:lnTo>
                      <a:pt x="17928" y="3227"/>
                    </a:lnTo>
                    <a:lnTo>
                      <a:pt x="17279" y="3475"/>
                    </a:lnTo>
                    <a:lnTo>
                      <a:pt x="17064" y="3227"/>
                    </a:lnTo>
                    <a:lnTo>
                      <a:pt x="16847" y="2731"/>
                    </a:lnTo>
                    <a:lnTo>
                      <a:pt x="16847" y="1737"/>
                    </a:lnTo>
                    <a:lnTo>
                      <a:pt x="18575" y="0"/>
                    </a:lnTo>
                    <a:lnTo>
                      <a:pt x="16631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7" name="AutoShape 175">
                <a:extLst>
                  <a:ext uri="{FF2B5EF4-FFF2-40B4-BE49-F238E27FC236}">
                    <a16:creationId xmlns:a16="http://schemas.microsoft.com/office/drawing/2014/main" id="{F24D4472-5588-E28C-D936-C3554D047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4040" y="2062338"/>
                <a:ext cx="98937" cy="87454"/>
              </a:xfrm>
              <a:custGeom>
                <a:avLst/>
                <a:gdLst>
                  <a:gd name="T0" fmla="*/ 49469 w 21600"/>
                  <a:gd name="T1" fmla="*/ 43727 h 21600"/>
                  <a:gd name="T2" fmla="*/ 49469 w 21600"/>
                  <a:gd name="T3" fmla="*/ 43727 h 21600"/>
                  <a:gd name="T4" fmla="*/ 49469 w 21600"/>
                  <a:gd name="T5" fmla="*/ 43727 h 21600"/>
                  <a:gd name="T6" fmla="*/ 49469 w 21600"/>
                  <a:gd name="T7" fmla="*/ 437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5082" y="8509"/>
                    </a:lnTo>
                    <a:lnTo>
                      <a:pt x="5717" y="9163"/>
                    </a:lnTo>
                    <a:lnTo>
                      <a:pt x="12070" y="14400"/>
                    </a:lnTo>
                    <a:lnTo>
                      <a:pt x="15882" y="17672"/>
                    </a:lnTo>
                    <a:lnTo>
                      <a:pt x="19058" y="20290"/>
                    </a:lnTo>
                    <a:lnTo>
                      <a:pt x="20964" y="21600"/>
                    </a:lnTo>
                    <a:lnTo>
                      <a:pt x="21599" y="21600"/>
                    </a:lnTo>
                    <a:lnTo>
                      <a:pt x="21599" y="18981"/>
                    </a:lnTo>
                    <a:lnTo>
                      <a:pt x="20964" y="18327"/>
                    </a:lnTo>
                    <a:lnTo>
                      <a:pt x="20964" y="17672"/>
                    </a:lnTo>
                    <a:lnTo>
                      <a:pt x="18423" y="13745"/>
                    </a:lnTo>
                    <a:lnTo>
                      <a:pt x="18423" y="11781"/>
                    </a:lnTo>
                    <a:lnTo>
                      <a:pt x="17788" y="10472"/>
                    </a:lnTo>
                    <a:lnTo>
                      <a:pt x="17788" y="8509"/>
                    </a:lnTo>
                    <a:lnTo>
                      <a:pt x="17152" y="7854"/>
                    </a:lnTo>
                    <a:lnTo>
                      <a:pt x="14611" y="3927"/>
                    </a:lnTo>
                    <a:lnTo>
                      <a:pt x="12070" y="4581"/>
                    </a:lnTo>
                    <a:lnTo>
                      <a:pt x="9529" y="1309"/>
                    </a:lnTo>
                    <a:lnTo>
                      <a:pt x="3811" y="196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8" name="AutoShape 176">
                <a:extLst>
                  <a:ext uri="{FF2B5EF4-FFF2-40B4-BE49-F238E27FC236}">
                    <a16:creationId xmlns:a16="http://schemas.microsoft.com/office/drawing/2014/main" id="{9B23164B-9FB2-4258-443C-D94C315F4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3530" y="1725778"/>
                <a:ext cx="79150" cy="74203"/>
              </a:xfrm>
              <a:custGeom>
                <a:avLst/>
                <a:gdLst>
                  <a:gd name="T0" fmla="*/ 39575 w 21600"/>
                  <a:gd name="T1" fmla="*/ 37102 h 21600"/>
                  <a:gd name="T2" fmla="*/ 39575 w 21600"/>
                  <a:gd name="T3" fmla="*/ 37102 h 21600"/>
                  <a:gd name="T4" fmla="*/ 39575 w 21600"/>
                  <a:gd name="T5" fmla="*/ 37102 h 21600"/>
                  <a:gd name="T6" fmla="*/ 39575 w 21600"/>
                  <a:gd name="T7" fmla="*/ 371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21600"/>
                    </a:moveTo>
                    <a:lnTo>
                      <a:pt x="19199" y="16971"/>
                    </a:lnTo>
                    <a:lnTo>
                      <a:pt x="19199" y="16200"/>
                    </a:lnTo>
                    <a:lnTo>
                      <a:pt x="15999" y="14657"/>
                    </a:lnTo>
                    <a:lnTo>
                      <a:pt x="15200" y="13885"/>
                    </a:lnTo>
                    <a:lnTo>
                      <a:pt x="11199" y="13885"/>
                    </a:lnTo>
                    <a:lnTo>
                      <a:pt x="7999" y="15428"/>
                    </a:lnTo>
                    <a:lnTo>
                      <a:pt x="7999" y="16200"/>
                    </a:lnTo>
                    <a:lnTo>
                      <a:pt x="7200" y="16200"/>
                    </a:lnTo>
                    <a:lnTo>
                      <a:pt x="7200" y="16971"/>
                    </a:lnTo>
                    <a:lnTo>
                      <a:pt x="6400" y="16971"/>
                    </a:lnTo>
                    <a:lnTo>
                      <a:pt x="4799" y="17742"/>
                    </a:lnTo>
                    <a:lnTo>
                      <a:pt x="2400" y="17742"/>
                    </a:lnTo>
                    <a:lnTo>
                      <a:pt x="2400" y="11571"/>
                    </a:lnTo>
                    <a:lnTo>
                      <a:pt x="1600" y="10028"/>
                    </a:lnTo>
                    <a:lnTo>
                      <a:pt x="800" y="10028"/>
                    </a:lnTo>
                    <a:lnTo>
                      <a:pt x="800" y="9257"/>
                    </a:lnTo>
                    <a:lnTo>
                      <a:pt x="0" y="8485"/>
                    </a:lnTo>
                    <a:lnTo>
                      <a:pt x="0" y="5399"/>
                    </a:lnTo>
                    <a:lnTo>
                      <a:pt x="800" y="4628"/>
                    </a:lnTo>
                    <a:lnTo>
                      <a:pt x="800" y="3085"/>
                    </a:lnTo>
                    <a:lnTo>
                      <a:pt x="1600" y="1542"/>
                    </a:lnTo>
                    <a:lnTo>
                      <a:pt x="1600" y="771"/>
                    </a:lnTo>
                    <a:lnTo>
                      <a:pt x="2400" y="0"/>
                    </a:lnTo>
                    <a:lnTo>
                      <a:pt x="10399" y="0"/>
                    </a:lnTo>
                    <a:lnTo>
                      <a:pt x="11199" y="771"/>
                    </a:lnTo>
                    <a:lnTo>
                      <a:pt x="12000" y="2314"/>
                    </a:lnTo>
                    <a:lnTo>
                      <a:pt x="12000" y="5399"/>
                    </a:lnTo>
                    <a:lnTo>
                      <a:pt x="13600" y="10800"/>
                    </a:lnTo>
                    <a:lnTo>
                      <a:pt x="15200" y="9257"/>
                    </a:lnTo>
                    <a:lnTo>
                      <a:pt x="15999" y="7714"/>
                    </a:lnTo>
                    <a:lnTo>
                      <a:pt x="15999" y="6942"/>
                    </a:lnTo>
                    <a:lnTo>
                      <a:pt x="16800" y="5399"/>
                    </a:lnTo>
                    <a:lnTo>
                      <a:pt x="17599" y="4628"/>
                    </a:lnTo>
                    <a:lnTo>
                      <a:pt x="18400" y="4628"/>
                    </a:lnTo>
                    <a:lnTo>
                      <a:pt x="19199" y="5399"/>
                    </a:lnTo>
                    <a:lnTo>
                      <a:pt x="19199" y="6942"/>
                    </a:lnTo>
                    <a:lnTo>
                      <a:pt x="20799" y="13114"/>
                    </a:lnTo>
                    <a:lnTo>
                      <a:pt x="21599" y="17742"/>
                    </a:lnTo>
                    <a:lnTo>
                      <a:pt x="21599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9" name="AutoShape 177">
                <a:extLst>
                  <a:ext uri="{FF2B5EF4-FFF2-40B4-BE49-F238E27FC236}">
                    <a16:creationId xmlns:a16="http://schemas.microsoft.com/office/drawing/2014/main" id="{CB55F75D-9B09-678E-3BCE-96FF00A80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6083" y="1675426"/>
                <a:ext cx="146426" cy="360412"/>
              </a:xfrm>
              <a:custGeom>
                <a:avLst/>
                <a:gdLst>
                  <a:gd name="T0" fmla="*/ 73213 w 21600"/>
                  <a:gd name="T1" fmla="*/ 180206 h 21600"/>
                  <a:gd name="T2" fmla="*/ 73213 w 21600"/>
                  <a:gd name="T3" fmla="*/ 180206 h 21600"/>
                  <a:gd name="T4" fmla="*/ 73213 w 21600"/>
                  <a:gd name="T5" fmla="*/ 180206 h 21600"/>
                  <a:gd name="T6" fmla="*/ 73213 w 21600"/>
                  <a:gd name="T7" fmla="*/ 18020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392" y="12229"/>
                    </a:moveTo>
                    <a:lnTo>
                      <a:pt x="8640" y="13499"/>
                    </a:lnTo>
                    <a:lnTo>
                      <a:pt x="5616" y="13341"/>
                    </a:lnTo>
                    <a:lnTo>
                      <a:pt x="5616" y="11276"/>
                    </a:lnTo>
                    <a:lnTo>
                      <a:pt x="5184" y="10958"/>
                    </a:lnTo>
                    <a:lnTo>
                      <a:pt x="5184" y="10800"/>
                    </a:lnTo>
                    <a:lnTo>
                      <a:pt x="4752" y="10641"/>
                    </a:lnTo>
                    <a:lnTo>
                      <a:pt x="3888" y="10005"/>
                    </a:lnTo>
                    <a:lnTo>
                      <a:pt x="3456" y="9529"/>
                    </a:lnTo>
                    <a:lnTo>
                      <a:pt x="2592" y="9211"/>
                    </a:lnTo>
                    <a:lnTo>
                      <a:pt x="2160" y="8894"/>
                    </a:lnTo>
                    <a:lnTo>
                      <a:pt x="2160" y="8576"/>
                    </a:lnTo>
                    <a:lnTo>
                      <a:pt x="1728" y="8576"/>
                    </a:lnTo>
                    <a:lnTo>
                      <a:pt x="1296" y="8417"/>
                    </a:lnTo>
                    <a:lnTo>
                      <a:pt x="863" y="8099"/>
                    </a:lnTo>
                    <a:lnTo>
                      <a:pt x="863" y="7782"/>
                    </a:lnTo>
                    <a:lnTo>
                      <a:pt x="431" y="7464"/>
                    </a:lnTo>
                    <a:lnTo>
                      <a:pt x="431" y="7147"/>
                    </a:lnTo>
                    <a:lnTo>
                      <a:pt x="863" y="6829"/>
                    </a:lnTo>
                    <a:lnTo>
                      <a:pt x="863" y="6511"/>
                    </a:lnTo>
                    <a:lnTo>
                      <a:pt x="431" y="6194"/>
                    </a:lnTo>
                    <a:lnTo>
                      <a:pt x="431" y="6035"/>
                    </a:lnTo>
                    <a:lnTo>
                      <a:pt x="0" y="5876"/>
                    </a:lnTo>
                    <a:lnTo>
                      <a:pt x="0" y="5717"/>
                    </a:lnTo>
                    <a:lnTo>
                      <a:pt x="431" y="5558"/>
                    </a:lnTo>
                    <a:lnTo>
                      <a:pt x="863" y="5717"/>
                    </a:lnTo>
                    <a:lnTo>
                      <a:pt x="1296" y="5717"/>
                    </a:lnTo>
                    <a:lnTo>
                      <a:pt x="1728" y="5876"/>
                    </a:lnTo>
                    <a:lnTo>
                      <a:pt x="2160" y="5717"/>
                    </a:lnTo>
                    <a:lnTo>
                      <a:pt x="2160" y="5558"/>
                    </a:lnTo>
                    <a:lnTo>
                      <a:pt x="1728" y="4447"/>
                    </a:lnTo>
                    <a:lnTo>
                      <a:pt x="1296" y="4447"/>
                    </a:lnTo>
                    <a:lnTo>
                      <a:pt x="1728" y="4447"/>
                    </a:lnTo>
                    <a:lnTo>
                      <a:pt x="2160" y="4605"/>
                    </a:lnTo>
                    <a:lnTo>
                      <a:pt x="3024" y="4764"/>
                    </a:lnTo>
                    <a:lnTo>
                      <a:pt x="3456" y="4764"/>
                    </a:lnTo>
                    <a:lnTo>
                      <a:pt x="4752" y="4605"/>
                    </a:lnTo>
                    <a:lnTo>
                      <a:pt x="4752" y="4447"/>
                    </a:lnTo>
                    <a:lnTo>
                      <a:pt x="5184" y="4288"/>
                    </a:lnTo>
                    <a:lnTo>
                      <a:pt x="5616" y="4288"/>
                    </a:lnTo>
                    <a:lnTo>
                      <a:pt x="6048" y="3970"/>
                    </a:lnTo>
                    <a:lnTo>
                      <a:pt x="6048" y="3811"/>
                    </a:lnTo>
                    <a:lnTo>
                      <a:pt x="6480" y="3652"/>
                    </a:lnTo>
                    <a:lnTo>
                      <a:pt x="6912" y="3176"/>
                    </a:lnTo>
                    <a:lnTo>
                      <a:pt x="7344" y="2858"/>
                    </a:lnTo>
                    <a:lnTo>
                      <a:pt x="7776" y="2700"/>
                    </a:lnTo>
                    <a:lnTo>
                      <a:pt x="7776" y="2382"/>
                    </a:lnTo>
                    <a:lnTo>
                      <a:pt x="8640" y="2064"/>
                    </a:lnTo>
                    <a:lnTo>
                      <a:pt x="11664" y="1905"/>
                    </a:lnTo>
                    <a:lnTo>
                      <a:pt x="14256" y="0"/>
                    </a:lnTo>
                    <a:lnTo>
                      <a:pt x="15984" y="635"/>
                    </a:lnTo>
                    <a:lnTo>
                      <a:pt x="17280" y="1588"/>
                    </a:lnTo>
                    <a:lnTo>
                      <a:pt x="18143" y="2700"/>
                    </a:lnTo>
                    <a:lnTo>
                      <a:pt x="16848" y="3176"/>
                    </a:lnTo>
                    <a:lnTo>
                      <a:pt x="16415" y="4129"/>
                    </a:lnTo>
                    <a:lnTo>
                      <a:pt x="15552" y="5558"/>
                    </a:lnTo>
                    <a:lnTo>
                      <a:pt x="15552" y="5717"/>
                    </a:lnTo>
                    <a:lnTo>
                      <a:pt x="17280" y="6352"/>
                    </a:lnTo>
                    <a:lnTo>
                      <a:pt x="18143" y="6352"/>
                    </a:lnTo>
                    <a:lnTo>
                      <a:pt x="19440" y="6194"/>
                    </a:lnTo>
                    <a:lnTo>
                      <a:pt x="21600" y="6670"/>
                    </a:lnTo>
                    <a:lnTo>
                      <a:pt x="20736" y="7782"/>
                    </a:lnTo>
                    <a:lnTo>
                      <a:pt x="20304" y="7941"/>
                    </a:lnTo>
                    <a:lnTo>
                      <a:pt x="18576" y="8258"/>
                    </a:lnTo>
                    <a:lnTo>
                      <a:pt x="17712" y="8894"/>
                    </a:lnTo>
                    <a:lnTo>
                      <a:pt x="17280" y="9688"/>
                    </a:lnTo>
                    <a:lnTo>
                      <a:pt x="18143" y="10958"/>
                    </a:lnTo>
                    <a:lnTo>
                      <a:pt x="17712" y="10958"/>
                    </a:lnTo>
                    <a:lnTo>
                      <a:pt x="17280" y="11117"/>
                    </a:lnTo>
                    <a:lnTo>
                      <a:pt x="17280" y="11276"/>
                    </a:lnTo>
                    <a:lnTo>
                      <a:pt x="16848" y="11594"/>
                    </a:lnTo>
                    <a:lnTo>
                      <a:pt x="17280" y="11911"/>
                    </a:lnTo>
                    <a:lnTo>
                      <a:pt x="17280" y="13341"/>
                    </a:lnTo>
                    <a:lnTo>
                      <a:pt x="17712" y="13817"/>
                    </a:lnTo>
                    <a:lnTo>
                      <a:pt x="18143" y="14452"/>
                    </a:lnTo>
                    <a:lnTo>
                      <a:pt x="19008" y="14929"/>
                    </a:lnTo>
                    <a:lnTo>
                      <a:pt x="18143" y="16676"/>
                    </a:lnTo>
                    <a:lnTo>
                      <a:pt x="18143" y="18264"/>
                    </a:lnTo>
                    <a:lnTo>
                      <a:pt x="17712" y="19376"/>
                    </a:lnTo>
                    <a:lnTo>
                      <a:pt x="17280" y="20647"/>
                    </a:lnTo>
                    <a:lnTo>
                      <a:pt x="16415" y="21599"/>
                    </a:lnTo>
                    <a:lnTo>
                      <a:pt x="15984" y="21441"/>
                    </a:lnTo>
                    <a:lnTo>
                      <a:pt x="15552" y="20805"/>
                    </a:lnTo>
                    <a:lnTo>
                      <a:pt x="15552" y="19694"/>
                    </a:lnTo>
                    <a:lnTo>
                      <a:pt x="15984" y="17947"/>
                    </a:lnTo>
                    <a:lnTo>
                      <a:pt x="15984" y="14929"/>
                    </a:lnTo>
                    <a:lnTo>
                      <a:pt x="15120" y="13341"/>
                    </a:lnTo>
                    <a:lnTo>
                      <a:pt x="13392" y="1222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0" name="AutoShape 178">
                <a:extLst>
                  <a:ext uri="{FF2B5EF4-FFF2-40B4-BE49-F238E27FC236}">
                    <a16:creationId xmlns:a16="http://schemas.microsoft.com/office/drawing/2014/main" id="{F77A1820-D140-CF91-2057-9938727FF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445" y="1757579"/>
                <a:ext cx="131915" cy="222608"/>
              </a:xfrm>
              <a:custGeom>
                <a:avLst/>
                <a:gdLst>
                  <a:gd name="T0" fmla="*/ 65958 w 21600"/>
                  <a:gd name="T1" fmla="*/ 111304 h 21600"/>
                  <a:gd name="T2" fmla="*/ 65958 w 21600"/>
                  <a:gd name="T3" fmla="*/ 111304 h 21600"/>
                  <a:gd name="T4" fmla="*/ 65958 w 21600"/>
                  <a:gd name="T5" fmla="*/ 111304 h 21600"/>
                  <a:gd name="T6" fmla="*/ 65958 w 21600"/>
                  <a:gd name="T7" fmla="*/ 1113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439" y="15942"/>
                    </a:moveTo>
                    <a:lnTo>
                      <a:pt x="13920" y="15942"/>
                    </a:lnTo>
                    <a:lnTo>
                      <a:pt x="14880" y="16457"/>
                    </a:lnTo>
                    <a:lnTo>
                      <a:pt x="15360" y="16971"/>
                    </a:lnTo>
                    <a:lnTo>
                      <a:pt x="14400" y="19285"/>
                    </a:lnTo>
                    <a:lnTo>
                      <a:pt x="12000" y="19799"/>
                    </a:lnTo>
                    <a:lnTo>
                      <a:pt x="11040" y="20314"/>
                    </a:lnTo>
                    <a:lnTo>
                      <a:pt x="10080" y="20314"/>
                    </a:lnTo>
                    <a:lnTo>
                      <a:pt x="9120" y="21599"/>
                    </a:lnTo>
                    <a:lnTo>
                      <a:pt x="11040" y="21342"/>
                    </a:lnTo>
                    <a:lnTo>
                      <a:pt x="14880" y="21599"/>
                    </a:lnTo>
                    <a:lnTo>
                      <a:pt x="15360" y="21085"/>
                    </a:lnTo>
                    <a:lnTo>
                      <a:pt x="18720" y="19285"/>
                    </a:lnTo>
                    <a:lnTo>
                      <a:pt x="20640" y="17999"/>
                    </a:lnTo>
                    <a:lnTo>
                      <a:pt x="21120" y="17228"/>
                    </a:lnTo>
                    <a:lnTo>
                      <a:pt x="21599" y="16714"/>
                    </a:lnTo>
                    <a:lnTo>
                      <a:pt x="21599" y="16200"/>
                    </a:lnTo>
                    <a:lnTo>
                      <a:pt x="21120" y="15942"/>
                    </a:lnTo>
                    <a:lnTo>
                      <a:pt x="20160" y="13114"/>
                    </a:lnTo>
                    <a:lnTo>
                      <a:pt x="20160" y="12085"/>
                    </a:lnTo>
                    <a:lnTo>
                      <a:pt x="19200" y="11057"/>
                    </a:lnTo>
                    <a:lnTo>
                      <a:pt x="18240" y="10542"/>
                    </a:lnTo>
                    <a:lnTo>
                      <a:pt x="16800" y="10028"/>
                    </a:lnTo>
                    <a:lnTo>
                      <a:pt x="14400" y="9514"/>
                    </a:lnTo>
                    <a:lnTo>
                      <a:pt x="11040" y="6942"/>
                    </a:lnTo>
                    <a:lnTo>
                      <a:pt x="11040" y="5914"/>
                    </a:lnTo>
                    <a:lnTo>
                      <a:pt x="11520" y="5657"/>
                    </a:lnTo>
                    <a:lnTo>
                      <a:pt x="11520" y="5400"/>
                    </a:lnTo>
                    <a:lnTo>
                      <a:pt x="12000" y="5142"/>
                    </a:lnTo>
                    <a:lnTo>
                      <a:pt x="12480" y="4628"/>
                    </a:lnTo>
                    <a:lnTo>
                      <a:pt x="17280" y="3342"/>
                    </a:lnTo>
                    <a:lnTo>
                      <a:pt x="16800" y="3085"/>
                    </a:lnTo>
                    <a:lnTo>
                      <a:pt x="16800" y="2828"/>
                    </a:lnTo>
                    <a:lnTo>
                      <a:pt x="16320" y="2314"/>
                    </a:lnTo>
                    <a:lnTo>
                      <a:pt x="16320" y="2057"/>
                    </a:lnTo>
                    <a:lnTo>
                      <a:pt x="14880" y="1285"/>
                    </a:lnTo>
                    <a:lnTo>
                      <a:pt x="14400" y="771"/>
                    </a:lnTo>
                    <a:lnTo>
                      <a:pt x="13439" y="514"/>
                    </a:lnTo>
                    <a:lnTo>
                      <a:pt x="12000" y="257"/>
                    </a:lnTo>
                    <a:lnTo>
                      <a:pt x="11520" y="514"/>
                    </a:lnTo>
                    <a:lnTo>
                      <a:pt x="8160" y="514"/>
                    </a:lnTo>
                    <a:lnTo>
                      <a:pt x="6720" y="257"/>
                    </a:lnTo>
                    <a:lnTo>
                      <a:pt x="5280" y="257"/>
                    </a:lnTo>
                    <a:lnTo>
                      <a:pt x="4800" y="0"/>
                    </a:lnTo>
                    <a:lnTo>
                      <a:pt x="3840" y="257"/>
                    </a:lnTo>
                    <a:lnTo>
                      <a:pt x="1920" y="257"/>
                    </a:lnTo>
                    <a:lnTo>
                      <a:pt x="960" y="514"/>
                    </a:lnTo>
                    <a:lnTo>
                      <a:pt x="480" y="514"/>
                    </a:lnTo>
                    <a:lnTo>
                      <a:pt x="0" y="771"/>
                    </a:lnTo>
                    <a:lnTo>
                      <a:pt x="0" y="1285"/>
                    </a:lnTo>
                    <a:lnTo>
                      <a:pt x="960" y="1285"/>
                    </a:lnTo>
                    <a:lnTo>
                      <a:pt x="1920" y="1800"/>
                    </a:lnTo>
                    <a:lnTo>
                      <a:pt x="2400" y="3342"/>
                    </a:lnTo>
                    <a:lnTo>
                      <a:pt x="4800" y="3857"/>
                    </a:lnTo>
                    <a:lnTo>
                      <a:pt x="5280" y="4371"/>
                    </a:lnTo>
                    <a:lnTo>
                      <a:pt x="5760" y="4628"/>
                    </a:lnTo>
                    <a:lnTo>
                      <a:pt x="5760" y="5142"/>
                    </a:lnTo>
                    <a:lnTo>
                      <a:pt x="5280" y="5657"/>
                    </a:lnTo>
                    <a:lnTo>
                      <a:pt x="5280" y="5914"/>
                    </a:lnTo>
                    <a:lnTo>
                      <a:pt x="4320" y="6428"/>
                    </a:lnTo>
                    <a:lnTo>
                      <a:pt x="3840" y="6942"/>
                    </a:lnTo>
                    <a:lnTo>
                      <a:pt x="4320" y="7457"/>
                    </a:lnTo>
                    <a:lnTo>
                      <a:pt x="5280" y="7714"/>
                    </a:lnTo>
                    <a:lnTo>
                      <a:pt x="5760" y="8228"/>
                    </a:lnTo>
                    <a:lnTo>
                      <a:pt x="6720" y="8485"/>
                    </a:lnTo>
                    <a:lnTo>
                      <a:pt x="12000" y="11314"/>
                    </a:lnTo>
                    <a:lnTo>
                      <a:pt x="13439" y="13628"/>
                    </a:lnTo>
                    <a:lnTo>
                      <a:pt x="13439" y="1594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1" name="AutoShape 179">
                <a:extLst>
                  <a:ext uri="{FF2B5EF4-FFF2-40B4-BE49-F238E27FC236}">
                    <a16:creationId xmlns:a16="http://schemas.microsoft.com/office/drawing/2014/main" id="{9E50D089-BC41-EFB0-C295-7197C5286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6891" y="1805280"/>
                <a:ext cx="120044" cy="275610"/>
              </a:xfrm>
              <a:custGeom>
                <a:avLst/>
                <a:gdLst>
                  <a:gd name="T0" fmla="*/ 60022 w 21600"/>
                  <a:gd name="T1" fmla="*/ 137805 h 21600"/>
                  <a:gd name="T2" fmla="*/ 60022 w 21600"/>
                  <a:gd name="T3" fmla="*/ 137805 h 21600"/>
                  <a:gd name="T4" fmla="*/ 60022 w 21600"/>
                  <a:gd name="T5" fmla="*/ 137805 h 21600"/>
                  <a:gd name="T6" fmla="*/ 60022 w 21600"/>
                  <a:gd name="T7" fmla="*/ 13780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5268" y="0"/>
                    </a:moveTo>
                    <a:lnTo>
                      <a:pt x="4741" y="207"/>
                    </a:lnTo>
                    <a:lnTo>
                      <a:pt x="2634" y="623"/>
                    </a:lnTo>
                    <a:lnTo>
                      <a:pt x="1580" y="1453"/>
                    </a:lnTo>
                    <a:lnTo>
                      <a:pt x="1053" y="2492"/>
                    </a:lnTo>
                    <a:lnTo>
                      <a:pt x="2107" y="4153"/>
                    </a:lnTo>
                    <a:lnTo>
                      <a:pt x="1580" y="4153"/>
                    </a:lnTo>
                    <a:lnTo>
                      <a:pt x="1053" y="4361"/>
                    </a:lnTo>
                    <a:lnTo>
                      <a:pt x="1053" y="4569"/>
                    </a:lnTo>
                    <a:lnTo>
                      <a:pt x="526" y="4984"/>
                    </a:lnTo>
                    <a:lnTo>
                      <a:pt x="1053" y="5400"/>
                    </a:lnTo>
                    <a:lnTo>
                      <a:pt x="1053" y="7269"/>
                    </a:lnTo>
                    <a:lnTo>
                      <a:pt x="1580" y="7892"/>
                    </a:lnTo>
                    <a:lnTo>
                      <a:pt x="2107" y="8723"/>
                    </a:lnTo>
                    <a:lnTo>
                      <a:pt x="3160" y="9346"/>
                    </a:lnTo>
                    <a:lnTo>
                      <a:pt x="2107" y="11630"/>
                    </a:lnTo>
                    <a:lnTo>
                      <a:pt x="2107" y="13707"/>
                    </a:lnTo>
                    <a:lnTo>
                      <a:pt x="1580" y="15161"/>
                    </a:lnTo>
                    <a:lnTo>
                      <a:pt x="1053" y="16823"/>
                    </a:lnTo>
                    <a:lnTo>
                      <a:pt x="0" y="18069"/>
                    </a:lnTo>
                    <a:lnTo>
                      <a:pt x="0" y="18276"/>
                    </a:lnTo>
                    <a:lnTo>
                      <a:pt x="526" y="18484"/>
                    </a:lnTo>
                    <a:lnTo>
                      <a:pt x="1053" y="18900"/>
                    </a:lnTo>
                    <a:lnTo>
                      <a:pt x="2107" y="19315"/>
                    </a:lnTo>
                    <a:lnTo>
                      <a:pt x="3160" y="19938"/>
                    </a:lnTo>
                    <a:lnTo>
                      <a:pt x="6321" y="20769"/>
                    </a:lnTo>
                    <a:lnTo>
                      <a:pt x="11063" y="20561"/>
                    </a:lnTo>
                    <a:lnTo>
                      <a:pt x="13170" y="21599"/>
                    </a:lnTo>
                    <a:lnTo>
                      <a:pt x="15278" y="21392"/>
                    </a:lnTo>
                    <a:lnTo>
                      <a:pt x="12117" y="19938"/>
                    </a:lnTo>
                    <a:lnTo>
                      <a:pt x="5268" y="17238"/>
                    </a:lnTo>
                    <a:lnTo>
                      <a:pt x="4214" y="16407"/>
                    </a:lnTo>
                    <a:lnTo>
                      <a:pt x="3687" y="15369"/>
                    </a:lnTo>
                    <a:lnTo>
                      <a:pt x="4214" y="13707"/>
                    </a:lnTo>
                    <a:lnTo>
                      <a:pt x="4741" y="13292"/>
                    </a:lnTo>
                    <a:lnTo>
                      <a:pt x="5268" y="12461"/>
                    </a:lnTo>
                    <a:lnTo>
                      <a:pt x="5795" y="11215"/>
                    </a:lnTo>
                    <a:lnTo>
                      <a:pt x="6321" y="10176"/>
                    </a:lnTo>
                    <a:lnTo>
                      <a:pt x="6321" y="9346"/>
                    </a:lnTo>
                    <a:lnTo>
                      <a:pt x="6848" y="9138"/>
                    </a:lnTo>
                    <a:lnTo>
                      <a:pt x="6848" y="8723"/>
                    </a:lnTo>
                    <a:lnTo>
                      <a:pt x="7375" y="8515"/>
                    </a:lnTo>
                    <a:lnTo>
                      <a:pt x="8429" y="8515"/>
                    </a:lnTo>
                    <a:lnTo>
                      <a:pt x="8429" y="8930"/>
                    </a:lnTo>
                    <a:lnTo>
                      <a:pt x="8956" y="9346"/>
                    </a:lnTo>
                    <a:lnTo>
                      <a:pt x="8956" y="9761"/>
                    </a:lnTo>
                    <a:lnTo>
                      <a:pt x="11063" y="11423"/>
                    </a:lnTo>
                    <a:lnTo>
                      <a:pt x="12643" y="12046"/>
                    </a:lnTo>
                    <a:lnTo>
                      <a:pt x="12643" y="11630"/>
                    </a:lnTo>
                    <a:lnTo>
                      <a:pt x="12117" y="10592"/>
                    </a:lnTo>
                    <a:lnTo>
                      <a:pt x="12643" y="9553"/>
                    </a:lnTo>
                    <a:lnTo>
                      <a:pt x="14751" y="8723"/>
                    </a:lnTo>
                    <a:lnTo>
                      <a:pt x="14751" y="8515"/>
                    </a:lnTo>
                    <a:lnTo>
                      <a:pt x="15804" y="8515"/>
                    </a:lnTo>
                    <a:lnTo>
                      <a:pt x="16858" y="8307"/>
                    </a:lnTo>
                    <a:lnTo>
                      <a:pt x="17912" y="8307"/>
                    </a:lnTo>
                    <a:lnTo>
                      <a:pt x="21073" y="8723"/>
                    </a:lnTo>
                    <a:lnTo>
                      <a:pt x="21599" y="8515"/>
                    </a:lnTo>
                    <a:lnTo>
                      <a:pt x="21599" y="7061"/>
                    </a:lnTo>
                    <a:lnTo>
                      <a:pt x="21073" y="6438"/>
                    </a:lnTo>
                    <a:lnTo>
                      <a:pt x="21073" y="6023"/>
                    </a:lnTo>
                    <a:lnTo>
                      <a:pt x="20546" y="5400"/>
                    </a:lnTo>
                    <a:lnTo>
                      <a:pt x="18439" y="4153"/>
                    </a:lnTo>
                    <a:lnTo>
                      <a:pt x="16331" y="3323"/>
                    </a:lnTo>
                    <a:lnTo>
                      <a:pt x="15804" y="3323"/>
                    </a:lnTo>
                    <a:lnTo>
                      <a:pt x="15278" y="3115"/>
                    </a:lnTo>
                    <a:lnTo>
                      <a:pt x="13697" y="3115"/>
                    </a:lnTo>
                    <a:lnTo>
                      <a:pt x="13170" y="3323"/>
                    </a:lnTo>
                    <a:lnTo>
                      <a:pt x="12117" y="3530"/>
                    </a:lnTo>
                    <a:lnTo>
                      <a:pt x="11590" y="3738"/>
                    </a:lnTo>
                    <a:lnTo>
                      <a:pt x="10009" y="3738"/>
                    </a:lnTo>
                    <a:lnTo>
                      <a:pt x="10009" y="3530"/>
                    </a:lnTo>
                    <a:lnTo>
                      <a:pt x="10536" y="3323"/>
                    </a:lnTo>
                    <a:lnTo>
                      <a:pt x="10536" y="2907"/>
                    </a:lnTo>
                    <a:lnTo>
                      <a:pt x="11063" y="2284"/>
                    </a:lnTo>
                    <a:lnTo>
                      <a:pt x="11063" y="1453"/>
                    </a:lnTo>
                    <a:lnTo>
                      <a:pt x="10536" y="1038"/>
                    </a:lnTo>
                    <a:lnTo>
                      <a:pt x="7902" y="1038"/>
                    </a:lnTo>
                    <a:lnTo>
                      <a:pt x="7902" y="623"/>
                    </a:lnTo>
                    <a:lnTo>
                      <a:pt x="7375" y="415"/>
                    </a:lnTo>
                    <a:lnTo>
                      <a:pt x="7375" y="207"/>
                    </a:lnTo>
                    <a:lnTo>
                      <a:pt x="6321" y="0"/>
                    </a:lnTo>
                    <a:lnTo>
                      <a:pt x="5268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6" name="AutoShape 180">
                <a:extLst>
                  <a:ext uri="{FF2B5EF4-FFF2-40B4-BE49-F238E27FC236}">
                    <a16:creationId xmlns:a16="http://schemas.microsoft.com/office/drawing/2014/main" id="{E2F1324A-A2DD-95A5-439E-771BED8FA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253" y="1659526"/>
                <a:ext cx="101576" cy="50353"/>
              </a:xfrm>
              <a:custGeom>
                <a:avLst/>
                <a:gdLst>
                  <a:gd name="T0" fmla="*/ 50788 w 21600"/>
                  <a:gd name="T1" fmla="*/ 25177 h 21600"/>
                  <a:gd name="T2" fmla="*/ 50788 w 21600"/>
                  <a:gd name="T3" fmla="*/ 25177 h 21600"/>
                  <a:gd name="T4" fmla="*/ 50788 w 21600"/>
                  <a:gd name="T5" fmla="*/ 25177 h 21600"/>
                  <a:gd name="T6" fmla="*/ 50788 w 21600"/>
                  <a:gd name="T7" fmla="*/ 251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897" y="21599"/>
                    </a:moveTo>
                    <a:lnTo>
                      <a:pt x="10491" y="20463"/>
                    </a:lnTo>
                    <a:lnTo>
                      <a:pt x="5554" y="20463"/>
                    </a:lnTo>
                    <a:lnTo>
                      <a:pt x="3085" y="21599"/>
                    </a:lnTo>
                    <a:lnTo>
                      <a:pt x="617" y="21599"/>
                    </a:lnTo>
                    <a:lnTo>
                      <a:pt x="0" y="20463"/>
                    </a:lnTo>
                    <a:lnTo>
                      <a:pt x="0" y="18189"/>
                    </a:lnTo>
                    <a:lnTo>
                      <a:pt x="1234" y="9094"/>
                    </a:lnTo>
                    <a:lnTo>
                      <a:pt x="2468" y="7957"/>
                    </a:lnTo>
                    <a:lnTo>
                      <a:pt x="3085" y="5684"/>
                    </a:lnTo>
                    <a:lnTo>
                      <a:pt x="4937" y="3410"/>
                    </a:lnTo>
                    <a:lnTo>
                      <a:pt x="6171" y="2273"/>
                    </a:lnTo>
                    <a:lnTo>
                      <a:pt x="9874" y="0"/>
                    </a:lnTo>
                    <a:lnTo>
                      <a:pt x="15428" y="1136"/>
                    </a:lnTo>
                    <a:lnTo>
                      <a:pt x="19748" y="2273"/>
                    </a:lnTo>
                    <a:lnTo>
                      <a:pt x="21599" y="6821"/>
                    </a:lnTo>
                    <a:lnTo>
                      <a:pt x="17897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7" name="AutoShape 181">
                <a:extLst>
                  <a:ext uri="{FF2B5EF4-FFF2-40B4-BE49-F238E27FC236}">
                    <a16:creationId xmlns:a16="http://schemas.microsoft.com/office/drawing/2014/main" id="{908B0AB2-B1A2-C373-25C8-CBFC4E546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190" y="1630375"/>
                <a:ext cx="142469" cy="68903"/>
              </a:xfrm>
              <a:custGeom>
                <a:avLst/>
                <a:gdLst>
                  <a:gd name="T0" fmla="*/ 71235 w 21600"/>
                  <a:gd name="T1" fmla="*/ 34452 h 21600"/>
                  <a:gd name="T2" fmla="*/ 71235 w 21600"/>
                  <a:gd name="T3" fmla="*/ 34452 h 21600"/>
                  <a:gd name="T4" fmla="*/ 71235 w 21600"/>
                  <a:gd name="T5" fmla="*/ 34452 h 21600"/>
                  <a:gd name="T6" fmla="*/ 71235 w 21600"/>
                  <a:gd name="T7" fmla="*/ 344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763" y="0"/>
                    </a:moveTo>
                    <a:lnTo>
                      <a:pt x="440" y="2492"/>
                    </a:lnTo>
                    <a:lnTo>
                      <a:pt x="0" y="4153"/>
                    </a:lnTo>
                    <a:lnTo>
                      <a:pt x="0" y="4984"/>
                    </a:lnTo>
                    <a:lnTo>
                      <a:pt x="440" y="6646"/>
                    </a:lnTo>
                    <a:lnTo>
                      <a:pt x="1763" y="8307"/>
                    </a:lnTo>
                    <a:lnTo>
                      <a:pt x="1763" y="9138"/>
                    </a:lnTo>
                    <a:lnTo>
                      <a:pt x="2204" y="9138"/>
                    </a:lnTo>
                    <a:lnTo>
                      <a:pt x="2204" y="9969"/>
                    </a:lnTo>
                    <a:lnTo>
                      <a:pt x="3967" y="13292"/>
                    </a:lnTo>
                    <a:lnTo>
                      <a:pt x="5730" y="14953"/>
                    </a:lnTo>
                    <a:lnTo>
                      <a:pt x="9257" y="17446"/>
                    </a:lnTo>
                    <a:lnTo>
                      <a:pt x="14106" y="19938"/>
                    </a:lnTo>
                    <a:lnTo>
                      <a:pt x="21159" y="21599"/>
                    </a:lnTo>
                    <a:lnTo>
                      <a:pt x="21599" y="14123"/>
                    </a:lnTo>
                    <a:lnTo>
                      <a:pt x="18073" y="13292"/>
                    </a:lnTo>
                    <a:lnTo>
                      <a:pt x="7934" y="9138"/>
                    </a:lnTo>
                    <a:lnTo>
                      <a:pt x="5289" y="4984"/>
                    </a:lnTo>
                    <a:lnTo>
                      <a:pt x="1763" y="0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8" name="AutoShape 182">
                <a:extLst>
                  <a:ext uri="{FF2B5EF4-FFF2-40B4-BE49-F238E27FC236}">
                    <a16:creationId xmlns:a16="http://schemas.microsoft.com/office/drawing/2014/main" id="{E0746C26-2858-FE19-C061-359B5DF0E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658" y="1527022"/>
                <a:ext cx="550085" cy="492916"/>
              </a:xfrm>
              <a:custGeom>
                <a:avLst/>
                <a:gdLst>
                  <a:gd name="T0" fmla="*/ 275043 w 21600"/>
                  <a:gd name="T1" fmla="*/ 246458 h 21600"/>
                  <a:gd name="T2" fmla="*/ 275043 w 21600"/>
                  <a:gd name="T3" fmla="*/ 246458 h 21600"/>
                  <a:gd name="T4" fmla="*/ 275043 w 21600"/>
                  <a:gd name="T5" fmla="*/ 246458 h 21600"/>
                  <a:gd name="T6" fmla="*/ 275043 w 21600"/>
                  <a:gd name="T7" fmla="*/ 24645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085" y="8012"/>
                    </a:moveTo>
                    <a:lnTo>
                      <a:pt x="14857" y="7780"/>
                    </a:lnTo>
                    <a:lnTo>
                      <a:pt x="14857" y="7548"/>
                    </a:lnTo>
                    <a:lnTo>
                      <a:pt x="14971" y="7432"/>
                    </a:lnTo>
                    <a:lnTo>
                      <a:pt x="14971" y="7083"/>
                    </a:lnTo>
                    <a:lnTo>
                      <a:pt x="15085" y="6851"/>
                    </a:lnTo>
                    <a:lnTo>
                      <a:pt x="15085" y="6387"/>
                    </a:lnTo>
                    <a:lnTo>
                      <a:pt x="14742" y="6387"/>
                    </a:lnTo>
                    <a:lnTo>
                      <a:pt x="14742" y="6503"/>
                    </a:lnTo>
                    <a:lnTo>
                      <a:pt x="14628" y="6503"/>
                    </a:lnTo>
                    <a:lnTo>
                      <a:pt x="14628" y="6967"/>
                    </a:lnTo>
                    <a:lnTo>
                      <a:pt x="14514" y="7083"/>
                    </a:lnTo>
                    <a:lnTo>
                      <a:pt x="14514" y="7548"/>
                    </a:lnTo>
                    <a:lnTo>
                      <a:pt x="12914" y="7316"/>
                    </a:lnTo>
                    <a:lnTo>
                      <a:pt x="12457" y="7083"/>
                    </a:lnTo>
                    <a:lnTo>
                      <a:pt x="11771" y="6967"/>
                    </a:lnTo>
                    <a:lnTo>
                      <a:pt x="11200" y="6851"/>
                    </a:lnTo>
                    <a:lnTo>
                      <a:pt x="10971" y="6735"/>
                    </a:lnTo>
                    <a:lnTo>
                      <a:pt x="10285" y="6503"/>
                    </a:lnTo>
                    <a:lnTo>
                      <a:pt x="9828" y="6038"/>
                    </a:lnTo>
                    <a:lnTo>
                      <a:pt x="9600" y="5922"/>
                    </a:lnTo>
                    <a:lnTo>
                      <a:pt x="9600" y="5690"/>
                    </a:lnTo>
                    <a:lnTo>
                      <a:pt x="9485" y="5690"/>
                    </a:lnTo>
                    <a:lnTo>
                      <a:pt x="9257" y="5458"/>
                    </a:lnTo>
                    <a:lnTo>
                      <a:pt x="9142" y="5225"/>
                    </a:lnTo>
                    <a:lnTo>
                      <a:pt x="9028" y="5109"/>
                    </a:lnTo>
                    <a:lnTo>
                      <a:pt x="9142" y="4877"/>
                    </a:lnTo>
                    <a:lnTo>
                      <a:pt x="9485" y="4529"/>
                    </a:lnTo>
                    <a:lnTo>
                      <a:pt x="9257" y="4180"/>
                    </a:lnTo>
                    <a:lnTo>
                      <a:pt x="9142" y="3716"/>
                    </a:lnTo>
                    <a:lnTo>
                      <a:pt x="9142" y="3367"/>
                    </a:lnTo>
                    <a:lnTo>
                      <a:pt x="9257" y="3019"/>
                    </a:lnTo>
                    <a:lnTo>
                      <a:pt x="9485" y="2554"/>
                    </a:lnTo>
                    <a:lnTo>
                      <a:pt x="9714" y="2438"/>
                    </a:lnTo>
                    <a:lnTo>
                      <a:pt x="9828" y="2322"/>
                    </a:lnTo>
                    <a:lnTo>
                      <a:pt x="9942" y="2322"/>
                    </a:lnTo>
                    <a:lnTo>
                      <a:pt x="9600" y="1625"/>
                    </a:lnTo>
                    <a:lnTo>
                      <a:pt x="9942" y="1277"/>
                    </a:lnTo>
                    <a:lnTo>
                      <a:pt x="9828" y="1161"/>
                    </a:lnTo>
                    <a:lnTo>
                      <a:pt x="9714" y="812"/>
                    </a:lnTo>
                    <a:lnTo>
                      <a:pt x="9714" y="348"/>
                    </a:lnTo>
                    <a:lnTo>
                      <a:pt x="9600" y="348"/>
                    </a:lnTo>
                    <a:lnTo>
                      <a:pt x="9600" y="116"/>
                    </a:lnTo>
                    <a:lnTo>
                      <a:pt x="9371" y="0"/>
                    </a:lnTo>
                    <a:lnTo>
                      <a:pt x="8571" y="0"/>
                    </a:lnTo>
                    <a:lnTo>
                      <a:pt x="8342" y="116"/>
                    </a:lnTo>
                    <a:lnTo>
                      <a:pt x="8228" y="116"/>
                    </a:lnTo>
                    <a:lnTo>
                      <a:pt x="7999" y="348"/>
                    </a:lnTo>
                    <a:lnTo>
                      <a:pt x="7999" y="464"/>
                    </a:lnTo>
                    <a:lnTo>
                      <a:pt x="7885" y="696"/>
                    </a:lnTo>
                    <a:lnTo>
                      <a:pt x="7200" y="812"/>
                    </a:lnTo>
                    <a:lnTo>
                      <a:pt x="6857" y="812"/>
                    </a:lnTo>
                    <a:lnTo>
                      <a:pt x="6514" y="929"/>
                    </a:lnTo>
                    <a:lnTo>
                      <a:pt x="6285" y="1045"/>
                    </a:lnTo>
                    <a:lnTo>
                      <a:pt x="6057" y="1277"/>
                    </a:lnTo>
                    <a:lnTo>
                      <a:pt x="6057" y="1509"/>
                    </a:lnTo>
                    <a:lnTo>
                      <a:pt x="6171" y="1509"/>
                    </a:lnTo>
                    <a:lnTo>
                      <a:pt x="6400" y="1625"/>
                    </a:lnTo>
                    <a:lnTo>
                      <a:pt x="6742" y="1625"/>
                    </a:lnTo>
                    <a:lnTo>
                      <a:pt x="6857" y="1741"/>
                    </a:lnTo>
                    <a:lnTo>
                      <a:pt x="7085" y="1858"/>
                    </a:lnTo>
                    <a:lnTo>
                      <a:pt x="7085" y="2206"/>
                    </a:lnTo>
                    <a:lnTo>
                      <a:pt x="6971" y="2090"/>
                    </a:lnTo>
                    <a:lnTo>
                      <a:pt x="6171" y="2090"/>
                    </a:lnTo>
                    <a:lnTo>
                      <a:pt x="6057" y="2206"/>
                    </a:lnTo>
                    <a:lnTo>
                      <a:pt x="5828" y="2206"/>
                    </a:lnTo>
                    <a:lnTo>
                      <a:pt x="5600" y="2322"/>
                    </a:lnTo>
                    <a:lnTo>
                      <a:pt x="5485" y="2554"/>
                    </a:lnTo>
                    <a:lnTo>
                      <a:pt x="5485" y="3135"/>
                    </a:lnTo>
                    <a:lnTo>
                      <a:pt x="5142" y="3135"/>
                    </a:lnTo>
                    <a:lnTo>
                      <a:pt x="5142" y="3367"/>
                    </a:lnTo>
                    <a:lnTo>
                      <a:pt x="4800" y="3716"/>
                    </a:lnTo>
                    <a:lnTo>
                      <a:pt x="4685" y="3948"/>
                    </a:lnTo>
                    <a:lnTo>
                      <a:pt x="4457" y="4064"/>
                    </a:lnTo>
                    <a:lnTo>
                      <a:pt x="4342" y="4180"/>
                    </a:lnTo>
                    <a:lnTo>
                      <a:pt x="4342" y="4296"/>
                    </a:lnTo>
                    <a:lnTo>
                      <a:pt x="3314" y="4877"/>
                    </a:lnTo>
                    <a:lnTo>
                      <a:pt x="2628" y="5458"/>
                    </a:lnTo>
                    <a:lnTo>
                      <a:pt x="2285" y="6038"/>
                    </a:lnTo>
                    <a:lnTo>
                      <a:pt x="2171" y="6503"/>
                    </a:lnTo>
                    <a:lnTo>
                      <a:pt x="2171" y="6851"/>
                    </a:lnTo>
                    <a:lnTo>
                      <a:pt x="2285" y="7083"/>
                    </a:lnTo>
                    <a:lnTo>
                      <a:pt x="2742" y="7316"/>
                    </a:lnTo>
                    <a:lnTo>
                      <a:pt x="2514" y="8477"/>
                    </a:lnTo>
                    <a:lnTo>
                      <a:pt x="1142" y="8477"/>
                    </a:lnTo>
                    <a:lnTo>
                      <a:pt x="1028" y="8593"/>
                    </a:lnTo>
                    <a:lnTo>
                      <a:pt x="914" y="8593"/>
                    </a:lnTo>
                    <a:lnTo>
                      <a:pt x="0" y="9638"/>
                    </a:lnTo>
                    <a:lnTo>
                      <a:pt x="114" y="9754"/>
                    </a:lnTo>
                    <a:lnTo>
                      <a:pt x="342" y="9870"/>
                    </a:lnTo>
                    <a:lnTo>
                      <a:pt x="1028" y="9870"/>
                    </a:lnTo>
                    <a:lnTo>
                      <a:pt x="1371" y="9754"/>
                    </a:lnTo>
                    <a:lnTo>
                      <a:pt x="1485" y="9754"/>
                    </a:lnTo>
                    <a:lnTo>
                      <a:pt x="1600" y="9638"/>
                    </a:lnTo>
                    <a:lnTo>
                      <a:pt x="2057" y="9638"/>
                    </a:lnTo>
                    <a:lnTo>
                      <a:pt x="2057" y="9754"/>
                    </a:lnTo>
                    <a:lnTo>
                      <a:pt x="1942" y="9870"/>
                    </a:lnTo>
                    <a:lnTo>
                      <a:pt x="1828" y="10219"/>
                    </a:lnTo>
                    <a:lnTo>
                      <a:pt x="1142" y="10916"/>
                    </a:lnTo>
                    <a:lnTo>
                      <a:pt x="914" y="11032"/>
                    </a:lnTo>
                    <a:lnTo>
                      <a:pt x="914" y="11264"/>
                    </a:lnTo>
                    <a:lnTo>
                      <a:pt x="1142" y="11729"/>
                    </a:lnTo>
                    <a:lnTo>
                      <a:pt x="1371" y="11961"/>
                    </a:lnTo>
                    <a:lnTo>
                      <a:pt x="1714" y="12193"/>
                    </a:lnTo>
                    <a:lnTo>
                      <a:pt x="2171" y="12425"/>
                    </a:lnTo>
                    <a:lnTo>
                      <a:pt x="2514" y="12425"/>
                    </a:lnTo>
                    <a:lnTo>
                      <a:pt x="2628" y="12193"/>
                    </a:lnTo>
                    <a:lnTo>
                      <a:pt x="2857" y="11961"/>
                    </a:lnTo>
                    <a:lnTo>
                      <a:pt x="2857" y="11612"/>
                    </a:lnTo>
                    <a:lnTo>
                      <a:pt x="2971" y="11380"/>
                    </a:lnTo>
                    <a:lnTo>
                      <a:pt x="3085" y="11264"/>
                    </a:lnTo>
                    <a:lnTo>
                      <a:pt x="3314" y="11148"/>
                    </a:lnTo>
                    <a:lnTo>
                      <a:pt x="3314" y="11264"/>
                    </a:lnTo>
                    <a:lnTo>
                      <a:pt x="3200" y="11380"/>
                    </a:lnTo>
                    <a:lnTo>
                      <a:pt x="3200" y="11845"/>
                    </a:lnTo>
                    <a:lnTo>
                      <a:pt x="3314" y="11961"/>
                    </a:lnTo>
                    <a:lnTo>
                      <a:pt x="3314" y="12077"/>
                    </a:lnTo>
                    <a:lnTo>
                      <a:pt x="3200" y="12193"/>
                    </a:lnTo>
                    <a:lnTo>
                      <a:pt x="3200" y="13238"/>
                    </a:lnTo>
                    <a:lnTo>
                      <a:pt x="3428" y="14980"/>
                    </a:lnTo>
                    <a:lnTo>
                      <a:pt x="4342" y="17883"/>
                    </a:lnTo>
                    <a:lnTo>
                      <a:pt x="5257" y="19509"/>
                    </a:lnTo>
                    <a:lnTo>
                      <a:pt x="5371" y="19509"/>
                    </a:lnTo>
                    <a:lnTo>
                      <a:pt x="5828" y="20438"/>
                    </a:lnTo>
                    <a:lnTo>
                      <a:pt x="6171" y="20787"/>
                    </a:lnTo>
                    <a:lnTo>
                      <a:pt x="6514" y="21483"/>
                    </a:lnTo>
                    <a:lnTo>
                      <a:pt x="6628" y="21600"/>
                    </a:lnTo>
                    <a:lnTo>
                      <a:pt x="7542" y="21600"/>
                    </a:lnTo>
                    <a:lnTo>
                      <a:pt x="7542" y="21367"/>
                    </a:lnTo>
                    <a:lnTo>
                      <a:pt x="7657" y="21135"/>
                    </a:lnTo>
                    <a:lnTo>
                      <a:pt x="7657" y="21019"/>
                    </a:lnTo>
                    <a:lnTo>
                      <a:pt x="7999" y="20670"/>
                    </a:lnTo>
                    <a:lnTo>
                      <a:pt x="8228" y="20554"/>
                    </a:lnTo>
                    <a:lnTo>
                      <a:pt x="8342" y="20438"/>
                    </a:lnTo>
                    <a:lnTo>
                      <a:pt x="8342" y="20206"/>
                    </a:lnTo>
                    <a:lnTo>
                      <a:pt x="8571" y="20090"/>
                    </a:lnTo>
                    <a:lnTo>
                      <a:pt x="8800" y="19858"/>
                    </a:lnTo>
                    <a:lnTo>
                      <a:pt x="8914" y="19625"/>
                    </a:lnTo>
                    <a:lnTo>
                      <a:pt x="9028" y="19161"/>
                    </a:lnTo>
                    <a:lnTo>
                      <a:pt x="9142" y="18464"/>
                    </a:lnTo>
                    <a:lnTo>
                      <a:pt x="9028" y="17883"/>
                    </a:lnTo>
                    <a:lnTo>
                      <a:pt x="8914" y="17535"/>
                    </a:lnTo>
                    <a:lnTo>
                      <a:pt x="8914" y="16838"/>
                    </a:lnTo>
                    <a:lnTo>
                      <a:pt x="9028" y="16490"/>
                    </a:lnTo>
                    <a:lnTo>
                      <a:pt x="9257" y="16258"/>
                    </a:lnTo>
                    <a:lnTo>
                      <a:pt x="9485" y="16141"/>
                    </a:lnTo>
                    <a:lnTo>
                      <a:pt x="9600" y="16025"/>
                    </a:lnTo>
                    <a:lnTo>
                      <a:pt x="9714" y="16025"/>
                    </a:lnTo>
                    <a:lnTo>
                      <a:pt x="9942" y="15909"/>
                    </a:lnTo>
                    <a:lnTo>
                      <a:pt x="10171" y="15677"/>
                    </a:lnTo>
                    <a:lnTo>
                      <a:pt x="10400" y="15561"/>
                    </a:lnTo>
                    <a:lnTo>
                      <a:pt x="11314" y="14632"/>
                    </a:lnTo>
                    <a:lnTo>
                      <a:pt x="12457" y="13703"/>
                    </a:lnTo>
                    <a:lnTo>
                      <a:pt x="12800" y="13470"/>
                    </a:lnTo>
                    <a:lnTo>
                      <a:pt x="12914" y="13354"/>
                    </a:lnTo>
                    <a:lnTo>
                      <a:pt x="13257" y="13238"/>
                    </a:lnTo>
                    <a:lnTo>
                      <a:pt x="13485" y="12890"/>
                    </a:lnTo>
                    <a:lnTo>
                      <a:pt x="13828" y="12541"/>
                    </a:lnTo>
                    <a:lnTo>
                      <a:pt x="14057" y="12193"/>
                    </a:lnTo>
                    <a:lnTo>
                      <a:pt x="14171" y="11729"/>
                    </a:lnTo>
                    <a:lnTo>
                      <a:pt x="14285" y="11612"/>
                    </a:lnTo>
                    <a:lnTo>
                      <a:pt x="14285" y="11496"/>
                    </a:lnTo>
                    <a:lnTo>
                      <a:pt x="14742" y="11264"/>
                    </a:lnTo>
                    <a:lnTo>
                      <a:pt x="14971" y="11264"/>
                    </a:lnTo>
                    <a:lnTo>
                      <a:pt x="15428" y="11380"/>
                    </a:lnTo>
                    <a:lnTo>
                      <a:pt x="15428" y="10451"/>
                    </a:lnTo>
                    <a:lnTo>
                      <a:pt x="15314" y="10219"/>
                    </a:lnTo>
                    <a:lnTo>
                      <a:pt x="15200" y="10219"/>
                    </a:lnTo>
                    <a:lnTo>
                      <a:pt x="15200" y="10103"/>
                    </a:lnTo>
                    <a:lnTo>
                      <a:pt x="15085" y="9987"/>
                    </a:lnTo>
                    <a:lnTo>
                      <a:pt x="15085" y="9522"/>
                    </a:lnTo>
                    <a:lnTo>
                      <a:pt x="15200" y="9406"/>
                    </a:lnTo>
                    <a:lnTo>
                      <a:pt x="15200" y="9174"/>
                    </a:lnTo>
                    <a:lnTo>
                      <a:pt x="15314" y="8941"/>
                    </a:lnTo>
                    <a:lnTo>
                      <a:pt x="15314" y="8825"/>
                    </a:lnTo>
                    <a:lnTo>
                      <a:pt x="15428" y="8709"/>
                    </a:lnTo>
                    <a:lnTo>
                      <a:pt x="16571" y="8709"/>
                    </a:lnTo>
                    <a:lnTo>
                      <a:pt x="16685" y="8825"/>
                    </a:lnTo>
                    <a:lnTo>
                      <a:pt x="16800" y="9058"/>
                    </a:lnTo>
                    <a:lnTo>
                      <a:pt x="16800" y="9522"/>
                    </a:lnTo>
                    <a:lnTo>
                      <a:pt x="17028" y="10335"/>
                    </a:lnTo>
                    <a:lnTo>
                      <a:pt x="17257" y="10103"/>
                    </a:lnTo>
                    <a:lnTo>
                      <a:pt x="17371" y="9870"/>
                    </a:lnTo>
                    <a:lnTo>
                      <a:pt x="17371" y="9754"/>
                    </a:lnTo>
                    <a:lnTo>
                      <a:pt x="17485" y="9522"/>
                    </a:lnTo>
                    <a:lnTo>
                      <a:pt x="17600" y="9406"/>
                    </a:lnTo>
                    <a:lnTo>
                      <a:pt x="17714" y="9406"/>
                    </a:lnTo>
                    <a:lnTo>
                      <a:pt x="17828" y="9522"/>
                    </a:lnTo>
                    <a:lnTo>
                      <a:pt x="17828" y="9754"/>
                    </a:lnTo>
                    <a:lnTo>
                      <a:pt x="18057" y="10683"/>
                    </a:lnTo>
                    <a:lnTo>
                      <a:pt x="18057" y="10567"/>
                    </a:lnTo>
                    <a:lnTo>
                      <a:pt x="18285" y="10567"/>
                    </a:lnTo>
                    <a:lnTo>
                      <a:pt x="18285" y="10683"/>
                    </a:lnTo>
                    <a:lnTo>
                      <a:pt x="18514" y="10683"/>
                    </a:lnTo>
                    <a:lnTo>
                      <a:pt x="18514" y="10335"/>
                    </a:lnTo>
                    <a:lnTo>
                      <a:pt x="18400" y="10103"/>
                    </a:lnTo>
                    <a:lnTo>
                      <a:pt x="18400" y="9754"/>
                    </a:lnTo>
                    <a:lnTo>
                      <a:pt x="18514" y="9754"/>
                    </a:lnTo>
                    <a:lnTo>
                      <a:pt x="18742" y="9870"/>
                    </a:lnTo>
                    <a:lnTo>
                      <a:pt x="18857" y="9987"/>
                    </a:lnTo>
                    <a:lnTo>
                      <a:pt x="18971" y="9987"/>
                    </a:lnTo>
                    <a:lnTo>
                      <a:pt x="19428" y="9522"/>
                    </a:lnTo>
                    <a:lnTo>
                      <a:pt x="19542" y="9522"/>
                    </a:lnTo>
                    <a:lnTo>
                      <a:pt x="19657" y="9290"/>
                    </a:lnTo>
                    <a:lnTo>
                      <a:pt x="19657" y="9058"/>
                    </a:lnTo>
                    <a:lnTo>
                      <a:pt x="19771" y="8825"/>
                    </a:lnTo>
                    <a:lnTo>
                      <a:pt x="19885" y="8477"/>
                    </a:lnTo>
                    <a:lnTo>
                      <a:pt x="20000" y="8245"/>
                    </a:lnTo>
                    <a:lnTo>
                      <a:pt x="20457" y="8012"/>
                    </a:lnTo>
                    <a:lnTo>
                      <a:pt x="21028" y="7780"/>
                    </a:lnTo>
                    <a:lnTo>
                      <a:pt x="21142" y="7548"/>
                    </a:lnTo>
                    <a:lnTo>
                      <a:pt x="21142" y="7432"/>
                    </a:lnTo>
                    <a:lnTo>
                      <a:pt x="21371" y="7199"/>
                    </a:lnTo>
                    <a:lnTo>
                      <a:pt x="21371" y="6967"/>
                    </a:lnTo>
                    <a:lnTo>
                      <a:pt x="21485" y="6735"/>
                    </a:lnTo>
                    <a:lnTo>
                      <a:pt x="21599" y="6619"/>
                    </a:lnTo>
                    <a:lnTo>
                      <a:pt x="21599" y="6270"/>
                    </a:lnTo>
                    <a:lnTo>
                      <a:pt x="21485" y="6270"/>
                    </a:lnTo>
                    <a:lnTo>
                      <a:pt x="20914" y="6387"/>
                    </a:lnTo>
                    <a:lnTo>
                      <a:pt x="20228" y="6503"/>
                    </a:lnTo>
                    <a:lnTo>
                      <a:pt x="19657" y="6619"/>
                    </a:lnTo>
                    <a:lnTo>
                      <a:pt x="18857" y="6503"/>
                    </a:lnTo>
                    <a:lnTo>
                      <a:pt x="18514" y="7199"/>
                    </a:lnTo>
                    <a:lnTo>
                      <a:pt x="18400" y="7548"/>
                    </a:lnTo>
                    <a:lnTo>
                      <a:pt x="18285" y="7780"/>
                    </a:lnTo>
                    <a:lnTo>
                      <a:pt x="18057" y="8012"/>
                    </a:lnTo>
                    <a:lnTo>
                      <a:pt x="17714" y="8012"/>
                    </a:lnTo>
                    <a:lnTo>
                      <a:pt x="17485" y="7896"/>
                    </a:lnTo>
                    <a:lnTo>
                      <a:pt x="17028" y="7896"/>
                    </a:lnTo>
                    <a:lnTo>
                      <a:pt x="16800" y="8012"/>
                    </a:lnTo>
                    <a:lnTo>
                      <a:pt x="16571" y="7896"/>
                    </a:lnTo>
                    <a:lnTo>
                      <a:pt x="15999" y="7896"/>
                    </a:lnTo>
                    <a:lnTo>
                      <a:pt x="15085" y="801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39" name="AutoShape 183">
                <a:extLst>
                  <a:ext uri="{FF2B5EF4-FFF2-40B4-BE49-F238E27FC236}">
                    <a16:creationId xmlns:a16="http://schemas.microsoft.com/office/drawing/2014/main" id="{B608CEB3-A9A1-D268-B69C-F9A76F08E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701" y="1468720"/>
                <a:ext cx="284937" cy="180207"/>
              </a:xfrm>
              <a:custGeom>
                <a:avLst/>
                <a:gdLst>
                  <a:gd name="T0" fmla="*/ 142469 w 21600"/>
                  <a:gd name="T1" fmla="*/ 90104 h 21600"/>
                  <a:gd name="T2" fmla="*/ 142469 w 21600"/>
                  <a:gd name="T3" fmla="*/ 90104 h 21600"/>
                  <a:gd name="T4" fmla="*/ 142469 w 21600"/>
                  <a:gd name="T5" fmla="*/ 90104 h 21600"/>
                  <a:gd name="T6" fmla="*/ 142469 w 21600"/>
                  <a:gd name="T7" fmla="*/ 9010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5717"/>
                    </a:moveTo>
                    <a:lnTo>
                      <a:pt x="19395" y="5717"/>
                    </a:lnTo>
                    <a:lnTo>
                      <a:pt x="18293" y="6035"/>
                    </a:lnTo>
                    <a:lnTo>
                      <a:pt x="17853" y="6352"/>
                    </a:lnTo>
                    <a:lnTo>
                      <a:pt x="17632" y="6670"/>
                    </a:lnTo>
                    <a:lnTo>
                      <a:pt x="17191" y="6988"/>
                    </a:lnTo>
                    <a:lnTo>
                      <a:pt x="16971" y="7305"/>
                    </a:lnTo>
                    <a:lnTo>
                      <a:pt x="16971" y="7941"/>
                    </a:lnTo>
                    <a:lnTo>
                      <a:pt x="15208" y="8894"/>
                    </a:lnTo>
                    <a:lnTo>
                      <a:pt x="14767" y="10482"/>
                    </a:lnTo>
                    <a:lnTo>
                      <a:pt x="14106" y="10482"/>
                    </a:lnTo>
                    <a:lnTo>
                      <a:pt x="13665" y="10800"/>
                    </a:lnTo>
                    <a:lnTo>
                      <a:pt x="13444" y="11435"/>
                    </a:lnTo>
                    <a:lnTo>
                      <a:pt x="13444" y="13341"/>
                    </a:lnTo>
                    <a:lnTo>
                      <a:pt x="11461" y="16199"/>
                    </a:lnTo>
                    <a:lnTo>
                      <a:pt x="10359" y="16199"/>
                    </a:lnTo>
                    <a:lnTo>
                      <a:pt x="9697" y="16517"/>
                    </a:lnTo>
                    <a:lnTo>
                      <a:pt x="9257" y="16517"/>
                    </a:lnTo>
                    <a:lnTo>
                      <a:pt x="8595" y="17152"/>
                    </a:lnTo>
                    <a:lnTo>
                      <a:pt x="8155" y="17470"/>
                    </a:lnTo>
                    <a:lnTo>
                      <a:pt x="7934" y="18105"/>
                    </a:lnTo>
                    <a:lnTo>
                      <a:pt x="7053" y="19376"/>
                    </a:lnTo>
                    <a:lnTo>
                      <a:pt x="6612" y="19694"/>
                    </a:lnTo>
                    <a:lnTo>
                      <a:pt x="6391" y="20329"/>
                    </a:lnTo>
                    <a:lnTo>
                      <a:pt x="6171" y="20329"/>
                    </a:lnTo>
                    <a:lnTo>
                      <a:pt x="5951" y="20647"/>
                    </a:lnTo>
                    <a:lnTo>
                      <a:pt x="5730" y="20647"/>
                    </a:lnTo>
                    <a:lnTo>
                      <a:pt x="4848" y="21282"/>
                    </a:lnTo>
                    <a:lnTo>
                      <a:pt x="3526" y="21599"/>
                    </a:lnTo>
                    <a:lnTo>
                      <a:pt x="2204" y="21282"/>
                    </a:lnTo>
                    <a:lnTo>
                      <a:pt x="1322" y="20964"/>
                    </a:lnTo>
                    <a:lnTo>
                      <a:pt x="220" y="17470"/>
                    </a:lnTo>
                    <a:lnTo>
                      <a:pt x="0" y="12705"/>
                    </a:lnTo>
                    <a:lnTo>
                      <a:pt x="1102" y="10164"/>
                    </a:lnTo>
                    <a:lnTo>
                      <a:pt x="1322" y="6670"/>
                    </a:lnTo>
                    <a:lnTo>
                      <a:pt x="3085" y="6670"/>
                    </a:lnTo>
                    <a:lnTo>
                      <a:pt x="3526" y="5082"/>
                    </a:lnTo>
                    <a:lnTo>
                      <a:pt x="3746" y="5082"/>
                    </a:lnTo>
                    <a:lnTo>
                      <a:pt x="4628" y="4447"/>
                    </a:lnTo>
                    <a:lnTo>
                      <a:pt x="5289" y="3811"/>
                    </a:lnTo>
                    <a:lnTo>
                      <a:pt x="5730" y="3176"/>
                    </a:lnTo>
                    <a:lnTo>
                      <a:pt x="6171" y="2223"/>
                    </a:lnTo>
                    <a:lnTo>
                      <a:pt x="6391" y="1270"/>
                    </a:lnTo>
                    <a:lnTo>
                      <a:pt x="6612" y="1270"/>
                    </a:lnTo>
                    <a:lnTo>
                      <a:pt x="6832" y="1588"/>
                    </a:lnTo>
                    <a:lnTo>
                      <a:pt x="8816" y="1588"/>
                    </a:lnTo>
                    <a:lnTo>
                      <a:pt x="10138" y="1905"/>
                    </a:lnTo>
                    <a:lnTo>
                      <a:pt x="11902" y="1588"/>
                    </a:lnTo>
                    <a:lnTo>
                      <a:pt x="13444" y="317"/>
                    </a:lnTo>
                    <a:lnTo>
                      <a:pt x="14546" y="0"/>
                    </a:lnTo>
                    <a:lnTo>
                      <a:pt x="15428" y="1270"/>
                    </a:lnTo>
                    <a:lnTo>
                      <a:pt x="15428" y="1588"/>
                    </a:lnTo>
                    <a:lnTo>
                      <a:pt x="15648" y="1905"/>
                    </a:lnTo>
                    <a:lnTo>
                      <a:pt x="17412" y="3176"/>
                    </a:lnTo>
                    <a:lnTo>
                      <a:pt x="21379" y="3176"/>
                    </a:lnTo>
                    <a:lnTo>
                      <a:pt x="21379" y="4764"/>
                    </a:lnTo>
                    <a:lnTo>
                      <a:pt x="21599" y="5400"/>
                    </a:lnTo>
                    <a:lnTo>
                      <a:pt x="21599" y="571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0" name="AutoShape 184">
                <a:extLst>
                  <a:ext uri="{FF2B5EF4-FFF2-40B4-BE49-F238E27FC236}">
                    <a16:creationId xmlns:a16="http://schemas.microsoft.com/office/drawing/2014/main" id="{0886C2F9-A060-3B8D-9AAE-5AB08427B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3869" y="1304415"/>
                <a:ext cx="168852" cy="227908"/>
              </a:xfrm>
              <a:custGeom>
                <a:avLst/>
                <a:gdLst>
                  <a:gd name="T0" fmla="*/ 84426 w 21600"/>
                  <a:gd name="T1" fmla="*/ 113954 h 21600"/>
                  <a:gd name="T2" fmla="*/ 84426 w 21600"/>
                  <a:gd name="T3" fmla="*/ 113954 h 21600"/>
                  <a:gd name="T4" fmla="*/ 84426 w 21600"/>
                  <a:gd name="T5" fmla="*/ 113954 h 21600"/>
                  <a:gd name="T6" fmla="*/ 84426 w 21600"/>
                  <a:gd name="T7" fmla="*/ 1139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599" y="0"/>
                    </a:moveTo>
                    <a:lnTo>
                      <a:pt x="20855" y="502"/>
                    </a:lnTo>
                    <a:lnTo>
                      <a:pt x="19365" y="1255"/>
                    </a:lnTo>
                    <a:lnTo>
                      <a:pt x="17503" y="2511"/>
                    </a:lnTo>
                    <a:lnTo>
                      <a:pt x="15641" y="3516"/>
                    </a:lnTo>
                    <a:lnTo>
                      <a:pt x="14151" y="4269"/>
                    </a:lnTo>
                    <a:lnTo>
                      <a:pt x="13034" y="4772"/>
                    </a:lnTo>
                    <a:lnTo>
                      <a:pt x="11544" y="5776"/>
                    </a:lnTo>
                    <a:lnTo>
                      <a:pt x="10800" y="6027"/>
                    </a:lnTo>
                    <a:lnTo>
                      <a:pt x="10055" y="6027"/>
                    </a:lnTo>
                    <a:lnTo>
                      <a:pt x="10055" y="6279"/>
                    </a:lnTo>
                    <a:lnTo>
                      <a:pt x="4096" y="5776"/>
                    </a:lnTo>
                    <a:lnTo>
                      <a:pt x="3351" y="5776"/>
                    </a:lnTo>
                    <a:lnTo>
                      <a:pt x="3351" y="6027"/>
                    </a:lnTo>
                    <a:lnTo>
                      <a:pt x="2979" y="6530"/>
                    </a:lnTo>
                    <a:lnTo>
                      <a:pt x="2979" y="7032"/>
                    </a:lnTo>
                    <a:lnTo>
                      <a:pt x="3351" y="7534"/>
                    </a:lnTo>
                    <a:lnTo>
                      <a:pt x="3351" y="8037"/>
                    </a:lnTo>
                    <a:lnTo>
                      <a:pt x="3724" y="8288"/>
                    </a:lnTo>
                    <a:lnTo>
                      <a:pt x="3351" y="8790"/>
                    </a:lnTo>
                    <a:lnTo>
                      <a:pt x="2606" y="9041"/>
                    </a:lnTo>
                    <a:lnTo>
                      <a:pt x="1489" y="9041"/>
                    </a:lnTo>
                    <a:lnTo>
                      <a:pt x="744" y="8790"/>
                    </a:lnTo>
                    <a:lnTo>
                      <a:pt x="0" y="8790"/>
                    </a:lnTo>
                    <a:lnTo>
                      <a:pt x="0" y="11553"/>
                    </a:lnTo>
                    <a:lnTo>
                      <a:pt x="2234" y="11302"/>
                    </a:lnTo>
                    <a:lnTo>
                      <a:pt x="4096" y="12306"/>
                    </a:lnTo>
                    <a:lnTo>
                      <a:pt x="2979" y="14065"/>
                    </a:lnTo>
                    <a:lnTo>
                      <a:pt x="3351" y="14065"/>
                    </a:lnTo>
                    <a:lnTo>
                      <a:pt x="4841" y="15069"/>
                    </a:lnTo>
                    <a:lnTo>
                      <a:pt x="6331" y="15572"/>
                    </a:lnTo>
                    <a:lnTo>
                      <a:pt x="6703" y="15823"/>
                    </a:lnTo>
                    <a:lnTo>
                      <a:pt x="7448" y="16074"/>
                    </a:lnTo>
                    <a:lnTo>
                      <a:pt x="7820" y="16325"/>
                    </a:lnTo>
                    <a:lnTo>
                      <a:pt x="7820" y="18586"/>
                    </a:lnTo>
                    <a:lnTo>
                      <a:pt x="7448" y="19590"/>
                    </a:lnTo>
                    <a:lnTo>
                      <a:pt x="7448" y="20093"/>
                    </a:lnTo>
                    <a:lnTo>
                      <a:pt x="7820" y="20595"/>
                    </a:lnTo>
                    <a:lnTo>
                      <a:pt x="8937" y="21348"/>
                    </a:lnTo>
                    <a:lnTo>
                      <a:pt x="9682" y="21348"/>
                    </a:lnTo>
                    <a:lnTo>
                      <a:pt x="10427" y="21600"/>
                    </a:lnTo>
                    <a:lnTo>
                      <a:pt x="11917" y="21600"/>
                    </a:lnTo>
                    <a:lnTo>
                      <a:pt x="12662" y="21097"/>
                    </a:lnTo>
                    <a:lnTo>
                      <a:pt x="13406" y="20846"/>
                    </a:lnTo>
                    <a:lnTo>
                      <a:pt x="13779" y="20344"/>
                    </a:lnTo>
                    <a:lnTo>
                      <a:pt x="14151" y="20093"/>
                    </a:lnTo>
                    <a:lnTo>
                      <a:pt x="14524" y="17079"/>
                    </a:lnTo>
                    <a:lnTo>
                      <a:pt x="14524" y="16074"/>
                    </a:lnTo>
                    <a:lnTo>
                      <a:pt x="14151" y="15069"/>
                    </a:lnTo>
                    <a:lnTo>
                      <a:pt x="13779" y="14567"/>
                    </a:lnTo>
                    <a:lnTo>
                      <a:pt x="13034" y="14065"/>
                    </a:lnTo>
                    <a:lnTo>
                      <a:pt x="12662" y="13562"/>
                    </a:lnTo>
                    <a:lnTo>
                      <a:pt x="12289" y="13562"/>
                    </a:lnTo>
                    <a:lnTo>
                      <a:pt x="11917" y="13311"/>
                    </a:lnTo>
                    <a:lnTo>
                      <a:pt x="11544" y="13311"/>
                    </a:lnTo>
                    <a:lnTo>
                      <a:pt x="10800" y="12558"/>
                    </a:lnTo>
                    <a:lnTo>
                      <a:pt x="10055" y="12055"/>
                    </a:lnTo>
                    <a:lnTo>
                      <a:pt x="10055" y="11051"/>
                    </a:lnTo>
                    <a:lnTo>
                      <a:pt x="10427" y="10800"/>
                    </a:lnTo>
                    <a:lnTo>
                      <a:pt x="10800" y="10800"/>
                    </a:lnTo>
                    <a:lnTo>
                      <a:pt x="10800" y="10548"/>
                    </a:lnTo>
                    <a:lnTo>
                      <a:pt x="11172" y="10548"/>
                    </a:lnTo>
                    <a:lnTo>
                      <a:pt x="13779" y="8790"/>
                    </a:lnTo>
                    <a:lnTo>
                      <a:pt x="16013" y="7032"/>
                    </a:lnTo>
                    <a:lnTo>
                      <a:pt x="17503" y="5776"/>
                    </a:lnTo>
                    <a:lnTo>
                      <a:pt x="18248" y="5274"/>
                    </a:lnTo>
                    <a:lnTo>
                      <a:pt x="19365" y="4018"/>
                    </a:lnTo>
                    <a:lnTo>
                      <a:pt x="21227" y="1506"/>
                    </a:lnTo>
                    <a:lnTo>
                      <a:pt x="21227" y="1004"/>
                    </a:lnTo>
                    <a:lnTo>
                      <a:pt x="21599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1" name="AutoShape 185">
                <a:extLst>
                  <a:ext uri="{FF2B5EF4-FFF2-40B4-BE49-F238E27FC236}">
                    <a16:creationId xmlns:a16="http://schemas.microsoft.com/office/drawing/2014/main" id="{40E652B0-992C-48AB-A4C7-0F013CAAB3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105" y="1079159"/>
                <a:ext cx="1150599" cy="760573"/>
              </a:xfrm>
              <a:custGeom>
                <a:avLst/>
                <a:gdLst>
                  <a:gd name="T0" fmla="*/ 575300 w 21556"/>
                  <a:gd name="T1" fmla="*/ 380287 h 21600"/>
                  <a:gd name="T2" fmla="*/ 575300 w 21556"/>
                  <a:gd name="T3" fmla="*/ 380287 h 21600"/>
                  <a:gd name="T4" fmla="*/ 575300 w 21556"/>
                  <a:gd name="T5" fmla="*/ 380287 h 21600"/>
                  <a:gd name="T6" fmla="*/ 575300 w 21556"/>
                  <a:gd name="T7" fmla="*/ 38028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56" h="21600">
                    <a:moveTo>
                      <a:pt x="5290" y="3236"/>
                    </a:moveTo>
                    <a:cubicBezTo>
                      <a:pt x="5263" y="3462"/>
                      <a:pt x="5263" y="3687"/>
                      <a:pt x="5236" y="3913"/>
                    </a:cubicBezTo>
                    <a:cubicBezTo>
                      <a:pt x="5290" y="4101"/>
                      <a:pt x="5345" y="4327"/>
                      <a:pt x="5400" y="4515"/>
                    </a:cubicBezTo>
                    <a:cubicBezTo>
                      <a:pt x="5481" y="4666"/>
                      <a:pt x="5590" y="4816"/>
                      <a:pt x="5672" y="4967"/>
                    </a:cubicBezTo>
                    <a:cubicBezTo>
                      <a:pt x="5809" y="5080"/>
                      <a:pt x="5918" y="5230"/>
                      <a:pt x="6054" y="5343"/>
                    </a:cubicBezTo>
                    <a:cubicBezTo>
                      <a:pt x="6190" y="5418"/>
                      <a:pt x="6300" y="5494"/>
                      <a:pt x="6436" y="5569"/>
                    </a:cubicBezTo>
                    <a:lnTo>
                      <a:pt x="6763" y="5795"/>
                    </a:lnTo>
                    <a:cubicBezTo>
                      <a:pt x="6845" y="5908"/>
                      <a:pt x="6954" y="5983"/>
                      <a:pt x="7036" y="6096"/>
                    </a:cubicBezTo>
                    <a:lnTo>
                      <a:pt x="7200" y="6547"/>
                    </a:lnTo>
                    <a:cubicBezTo>
                      <a:pt x="7227" y="6735"/>
                      <a:pt x="7281" y="6886"/>
                      <a:pt x="7309" y="7074"/>
                    </a:cubicBezTo>
                    <a:cubicBezTo>
                      <a:pt x="7336" y="7187"/>
                      <a:pt x="7336" y="7337"/>
                      <a:pt x="7363" y="7450"/>
                    </a:cubicBezTo>
                    <a:lnTo>
                      <a:pt x="7363" y="7601"/>
                    </a:lnTo>
                    <a:cubicBezTo>
                      <a:pt x="7390" y="7714"/>
                      <a:pt x="7390" y="7789"/>
                      <a:pt x="7418" y="7902"/>
                    </a:cubicBezTo>
                    <a:cubicBezTo>
                      <a:pt x="7500" y="7940"/>
                      <a:pt x="7554" y="8015"/>
                      <a:pt x="7636" y="8052"/>
                    </a:cubicBezTo>
                    <a:cubicBezTo>
                      <a:pt x="7772" y="8090"/>
                      <a:pt x="7881" y="8090"/>
                      <a:pt x="8018" y="8128"/>
                    </a:cubicBezTo>
                    <a:cubicBezTo>
                      <a:pt x="8154" y="8165"/>
                      <a:pt x="8318" y="8165"/>
                      <a:pt x="8454" y="8203"/>
                    </a:cubicBezTo>
                    <a:cubicBezTo>
                      <a:pt x="8590" y="8165"/>
                      <a:pt x="8700" y="8165"/>
                      <a:pt x="8836" y="8128"/>
                    </a:cubicBezTo>
                    <a:cubicBezTo>
                      <a:pt x="8972" y="8090"/>
                      <a:pt x="9081" y="8090"/>
                      <a:pt x="9218" y="8052"/>
                    </a:cubicBezTo>
                    <a:lnTo>
                      <a:pt x="9490" y="8052"/>
                    </a:lnTo>
                    <a:cubicBezTo>
                      <a:pt x="9572" y="8090"/>
                      <a:pt x="9627" y="8090"/>
                      <a:pt x="9709" y="8128"/>
                    </a:cubicBezTo>
                    <a:lnTo>
                      <a:pt x="9872" y="8354"/>
                    </a:lnTo>
                    <a:cubicBezTo>
                      <a:pt x="9927" y="8391"/>
                      <a:pt x="9981" y="8466"/>
                      <a:pt x="10036" y="8504"/>
                    </a:cubicBezTo>
                    <a:cubicBezTo>
                      <a:pt x="10145" y="8542"/>
                      <a:pt x="10254" y="8542"/>
                      <a:pt x="10363" y="8579"/>
                    </a:cubicBezTo>
                    <a:cubicBezTo>
                      <a:pt x="10500" y="8542"/>
                      <a:pt x="10663" y="8542"/>
                      <a:pt x="10800" y="8504"/>
                    </a:cubicBezTo>
                    <a:cubicBezTo>
                      <a:pt x="10936" y="8429"/>
                      <a:pt x="11099" y="8354"/>
                      <a:pt x="11236" y="8278"/>
                    </a:cubicBezTo>
                    <a:cubicBezTo>
                      <a:pt x="11345" y="8165"/>
                      <a:pt x="11454" y="8090"/>
                      <a:pt x="11563" y="7977"/>
                    </a:cubicBezTo>
                    <a:cubicBezTo>
                      <a:pt x="11645" y="7940"/>
                      <a:pt x="11699" y="7864"/>
                      <a:pt x="11781" y="7827"/>
                    </a:cubicBezTo>
                    <a:cubicBezTo>
                      <a:pt x="11863" y="7789"/>
                      <a:pt x="11918" y="7789"/>
                      <a:pt x="11999" y="7751"/>
                    </a:cubicBezTo>
                    <a:cubicBezTo>
                      <a:pt x="12136" y="7714"/>
                      <a:pt x="12245" y="7639"/>
                      <a:pt x="12381" y="7601"/>
                    </a:cubicBezTo>
                    <a:cubicBezTo>
                      <a:pt x="12572" y="7563"/>
                      <a:pt x="12736" y="7488"/>
                      <a:pt x="12927" y="7450"/>
                    </a:cubicBezTo>
                    <a:cubicBezTo>
                      <a:pt x="13118" y="7413"/>
                      <a:pt x="13281" y="7337"/>
                      <a:pt x="13472" y="7300"/>
                    </a:cubicBezTo>
                    <a:cubicBezTo>
                      <a:pt x="13663" y="7262"/>
                      <a:pt x="13827" y="7187"/>
                      <a:pt x="14018" y="7149"/>
                    </a:cubicBezTo>
                    <a:cubicBezTo>
                      <a:pt x="14154" y="7112"/>
                      <a:pt x="14318" y="7036"/>
                      <a:pt x="14454" y="6999"/>
                    </a:cubicBezTo>
                    <a:lnTo>
                      <a:pt x="14781" y="6773"/>
                    </a:lnTo>
                    <a:cubicBezTo>
                      <a:pt x="14836" y="6660"/>
                      <a:pt x="14890" y="6585"/>
                      <a:pt x="14945" y="6472"/>
                    </a:cubicBezTo>
                    <a:cubicBezTo>
                      <a:pt x="14972" y="6359"/>
                      <a:pt x="15027" y="6284"/>
                      <a:pt x="15054" y="6171"/>
                    </a:cubicBezTo>
                    <a:lnTo>
                      <a:pt x="15054" y="5795"/>
                    </a:lnTo>
                    <a:cubicBezTo>
                      <a:pt x="15190" y="5682"/>
                      <a:pt x="15354" y="5606"/>
                      <a:pt x="15490" y="5494"/>
                    </a:cubicBezTo>
                    <a:cubicBezTo>
                      <a:pt x="15627" y="5456"/>
                      <a:pt x="15790" y="5381"/>
                      <a:pt x="15927" y="5343"/>
                    </a:cubicBezTo>
                    <a:lnTo>
                      <a:pt x="16090" y="5343"/>
                    </a:lnTo>
                    <a:cubicBezTo>
                      <a:pt x="16145" y="5305"/>
                      <a:pt x="16200" y="5305"/>
                      <a:pt x="16254" y="5268"/>
                    </a:cubicBezTo>
                    <a:cubicBezTo>
                      <a:pt x="16336" y="5230"/>
                      <a:pt x="16390" y="5230"/>
                      <a:pt x="16472" y="5193"/>
                    </a:cubicBezTo>
                    <a:lnTo>
                      <a:pt x="16690" y="4891"/>
                    </a:lnTo>
                    <a:lnTo>
                      <a:pt x="16690" y="4741"/>
                    </a:lnTo>
                    <a:cubicBezTo>
                      <a:pt x="16663" y="4703"/>
                      <a:pt x="16663" y="4628"/>
                      <a:pt x="16636" y="4590"/>
                    </a:cubicBezTo>
                    <a:lnTo>
                      <a:pt x="16527" y="4440"/>
                    </a:lnTo>
                    <a:cubicBezTo>
                      <a:pt x="16472" y="4402"/>
                      <a:pt x="16418" y="4402"/>
                      <a:pt x="16363" y="4365"/>
                    </a:cubicBezTo>
                    <a:cubicBezTo>
                      <a:pt x="16336" y="4327"/>
                      <a:pt x="16281" y="4327"/>
                      <a:pt x="16254" y="4289"/>
                    </a:cubicBezTo>
                    <a:lnTo>
                      <a:pt x="15327" y="4289"/>
                    </a:lnTo>
                    <a:cubicBezTo>
                      <a:pt x="15409" y="3800"/>
                      <a:pt x="15463" y="3349"/>
                      <a:pt x="15545" y="2859"/>
                    </a:cubicBezTo>
                    <a:cubicBezTo>
                      <a:pt x="15709" y="2671"/>
                      <a:pt x="15872" y="2445"/>
                      <a:pt x="16036" y="2257"/>
                    </a:cubicBezTo>
                    <a:lnTo>
                      <a:pt x="16036" y="1731"/>
                    </a:lnTo>
                    <a:cubicBezTo>
                      <a:pt x="16063" y="1580"/>
                      <a:pt x="16063" y="1429"/>
                      <a:pt x="16090" y="1279"/>
                    </a:cubicBezTo>
                    <a:cubicBezTo>
                      <a:pt x="16118" y="1091"/>
                      <a:pt x="16172" y="940"/>
                      <a:pt x="16200" y="752"/>
                    </a:cubicBezTo>
                    <a:cubicBezTo>
                      <a:pt x="16281" y="602"/>
                      <a:pt x="16336" y="451"/>
                      <a:pt x="16418" y="301"/>
                    </a:cubicBezTo>
                    <a:lnTo>
                      <a:pt x="16745" y="75"/>
                    </a:lnTo>
                    <a:cubicBezTo>
                      <a:pt x="16936" y="37"/>
                      <a:pt x="17100" y="37"/>
                      <a:pt x="17290" y="0"/>
                    </a:cubicBezTo>
                    <a:cubicBezTo>
                      <a:pt x="17427" y="37"/>
                      <a:pt x="17536" y="37"/>
                      <a:pt x="17672" y="75"/>
                    </a:cubicBezTo>
                    <a:cubicBezTo>
                      <a:pt x="17754" y="150"/>
                      <a:pt x="17863" y="225"/>
                      <a:pt x="17945" y="301"/>
                    </a:cubicBezTo>
                    <a:lnTo>
                      <a:pt x="18109" y="752"/>
                    </a:lnTo>
                    <a:lnTo>
                      <a:pt x="18163" y="827"/>
                    </a:lnTo>
                    <a:lnTo>
                      <a:pt x="18163" y="903"/>
                    </a:lnTo>
                    <a:cubicBezTo>
                      <a:pt x="18190" y="978"/>
                      <a:pt x="18190" y="1053"/>
                      <a:pt x="18218" y="1128"/>
                    </a:cubicBezTo>
                    <a:cubicBezTo>
                      <a:pt x="18245" y="1204"/>
                      <a:pt x="18300" y="1279"/>
                      <a:pt x="18327" y="1354"/>
                    </a:cubicBezTo>
                    <a:cubicBezTo>
                      <a:pt x="18354" y="1429"/>
                      <a:pt x="18354" y="1505"/>
                      <a:pt x="18381" y="1580"/>
                    </a:cubicBezTo>
                    <a:cubicBezTo>
                      <a:pt x="18409" y="1693"/>
                      <a:pt x="18409" y="1768"/>
                      <a:pt x="18436" y="1881"/>
                    </a:cubicBezTo>
                    <a:lnTo>
                      <a:pt x="18709" y="2257"/>
                    </a:lnTo>
                    <a:cubicBezTo>
                      <a:pt x="18790" y="2370"/>
                      <a:pt x="18845" y="2521"/>
                      <a:pt x="18927" y="2634"/>
                    </a:cubicBezTo>
                    <a:cubicBezTo>
                      <a:pt x="18981" y="2747"/>
                      <a:pt x="19036" y="2897"/>
                      <a:pt x="19090" y="3010"/>
                    </a:cubicBezTo>
                    <a:cubicBezTo>
                      <a:pt x="19118" y="3160"/>
                      <a:pt x="19118" y="3311"/>
                      <a:pt x="19145" y="3462"/>
                    </a:cubicBezTo>
                    <a:lnTo>
                      <a:pt x="19254" y="3462"/>
                    </a:lnTo>
                    <a:lnTo>
                      <a:pt x="19309" y="3386"/>
                    </a:lnTo>
                    <a:lnTo>
                      <a:pt x="19527" y="3386"/>
                    </a:lnTo>
                    <a:cubicBezTo>
                      <a:pt x="19581" y="3424"/>
                      <a:pt x="19636" y="3424"/>
                      <a:pt x="19690" y="3462"/>
                    </a:cubicBezTo>
                    <a:cubicBezTo>
                      <a:pt x="19718" y="3499"/>
                      <a:pt x="19772" y="3499"/>
                      <a:pt x="19800" y="3537"/>
                    </a:cubicBezTo>
                    <a:lnTo>
                      <a:pt x="19909" y="3687"/>
                    </a:lnTo>
                    <a:cubicBezTo>
                      <a:pt x="19936" y="3763"/>
                      <a:pt x="19936" y="3838"/>
                      <a:pt x="19963" y="3913"/>
                    </a:cubicBezTo>
                    <a:lnTo>
                      <a:pt x="20018" y="3988"/>
                    </a:lnTo>
                    <a:lnTo>
                      <a:pt x="20018" y="4064"/>
                    </a:lnTo>
                    <a:cubicBezTo>
                      <a:pt x="20045" y="4101"/>
                      <a:pt x="20045" y="4177"/>
                      <a:pt x="20072" y="4214"/>
                    </a:cubicBezTo>
                    <a:lnTo>
                      <a:pt x="20127" y="4289"/>
                    </a:lnTo>
                    <a:lnTo>
                      <a:pt x="20345" y="4289"/>
                    </a:lnTo>
                    <a:cubicBezTo>
                      <a:pt x="20400" y="4252"/>
                      <a:pt x="20454" y="4252"/>
                      <a:pt x="20509" y="4214"/>
                    </a:cubicBezTo>
                    <a:cubicBezTo>
                      <a:pt x="20563" y="4177"/>
                      <a:pt x="20618" y="4101"/>
                      <a:pt x="20672" y="4064"/>
                    </a:cubicBezTo>
                    <a:lnTo>
                      <a:pt x="20727" y="4064"/>
                    </a:lnTo>
                    <a:cubicBezTo>
                      <a:pt x="20754" y="4026"/>
                      <a:pt x="20754" y="3951"/>
                      <a:pt x="20781" y="3913"/>
                    </a:cubicBezTo>
                    <a:cubicBezTo>
                      <a:pt x="20809" y="3875"/>
                      <a:pt x="20809" y="3800"/>
                      <a:pt x="20836" y="3763"/>
                    </a:cubicBezTo>
                    <a:cubicBezTo>
                      <a:pt x="20863" y="3687"/>
                      <a:pt x="20918" y="3612"/>
                      <a:pt x="20945" y="3537"/>
                    </a:cubicBezTo>
                    <a:cubicBezTo>
                      <a:pt x="20999" y="3499"/>
                      <a:pt x="21054" y="3424"/>
                      <a:pt x="21109" y="3386"/>
                    </a:cubicBezTo>
                    <a:cubicBezTo>
                      <a:pt x="21136" y="3311"/>
                      <a:pt x="21190" y="3236"/>
                      <a:pt x="21218" y="3160"/>
                    </a:cubicBezTo>
                    <a:cubicBezTo>
                      <a:pt x="21272" y="3123"/>
                      <a:pt x="21327" y="3048"/>
                      <a:pt x="21381" y="3010"/>
                    </a:cubicBezTo>
                    <a:cubicBezTo>
                      <a:pt x="21436" y="2972"/>
                      <a:pt x="21490" y="2972"/>
                      <a:pt x="21545" y="2935"/>
                    </a:cubicBezTo>
                    <a:lnTo>
                      <a:pt x="21545" y="3386"/>
                    </a:lnTo>
                    <a:cubicBezTo>
                      <a:pt x="21545" y="3612"/>
                      <a:pt x="21599" y="4064"/>
                      <a:pt x="21463" y="4553"/>
                    </a:cubicBezTo>
                    <a:cubicBezTo>
                      <a:pt x="21354" y="4779"/>
                      <a:pt x="20836" y="6058"/>
                      <a:pt x="20699" y="6246"/>
                    </a:cubicBezTo>
                    <a:cubicBezTo>
                      <a:pt x="20481" y="6585"/>
                      <a:pt x="20372" y="6397"/>
                      <a:pt x="20181" y="6547"/>
                    </a:cubicBezTo>
                    <a:cubicBezTo>
                      <a:pt x="19990" y="6735"/>
                      <a:pt x="19827" y="6961"/>
                      <a:pt x="19636" y="7149"/>
                    </a:cubicBezTo>
                    <a:cubicBezTo>
                      <a:pt x="19445" y="7375"/>
                      <a:pt x="19227" y="7601"/>
                      <a:pt x="19036" y="7827"/>
                    </a:cubicBezTo>
                    <a:lnTo>
                      <a:pt x="18927" y="7977"/>
                    </a:lnTo>
                    <a:cubicBezTo>
                      <a:pt x="18900" y="8015"/>
                      <a:pt x="18845" y="8015"/>
                      <a:pt x="18818" y="8052"/>
                    </a:cubicBezTo>
                    <a:cubicBezTo>
                      <a:pt x="18790" y="8090"/>
                      <a:pt x="18736" y="8090"/>
                      <a:pt x="18709" y="8128"/>
                    </a:cubicBezTo>
                    <a:cubicBezTo>
                      <a:pt x="18654" y="8165"/>
                      <a:pt x="18600" y="8165"/>
                      <a:pt x="18545" y="8203"/>
                    </a:cubicBezTo>
                    <a:lnTo>
                      <a:pt x="18163" y="8203"/>
                    </a:lnTo>
                    <a:cubicBezTo>
                      <a:pt x="18109" y="8165"/>
                      <a:pt x="18054" y="8165"/>
                      <a:pt x="18000" y="8128"/>
                    </a:cubicBezTo>
                    <a:lnTo>
                      <a:pt x="17672" y="8128"/>
                    </a:lnTo>
                    <a:lnTo>
                      <a:pt x="17563" y="8278"/>
                    </a:lnTo>
                    <a:lnTo>
                      <a:pt x="17563" y="8429"/>
                    </a:lnTo>
                    <a:cubicBezTo>
                      <a:pt x="17590" y="8466"/>
                      <a:pt x="17590" y="8542"/>
                      <a:pt x="17618" y="8579"/>
                    </a:cubicBezTo>
                    <a:lnTo>
                      <a:pt x="17618" y="8956"/>
                    </a:lnTo>
                    <a:lnTo>
                      <a:pt x="17509" y="9106"/>
                    </a:lnTo>
                    <a:lnTo>
                      <a:pt x="17345" y="9106"/>
                    </a:lnTo>
                    <a:cubicBezTo>
                      <a:pt x="17318" y="9068"/>
                      <a:pt x="17263" y="9068"/>
                      <a:pt x="17236" y="9031"/>
                    </a:cubicBezTo>
                    <a:lnTo>
                      <a:pt x="17127" y="9031"/>
                    </a:lnTo>
                    <a:lnTo>
                      <a:pt x="17127" y="9859"/>
                    </a:lnTo>
                    <a:lnTo>
                      <a:pt x="16963" y="10085"/>
                    </a:lnTo>
                    <a:cubicBezTo>
                      <a:pt x="16936" y="10122"/>
                      <a:pt x="16881" y="10122"/>
                      <a:pt x="16854" y="10160"/>
                    </a:cubicBezTo>
                    <a:cubicBezTo>
                      <a:pt x="16800" y="10197"/>
                      <a:pt x="16745" y="10273"/>
                      <a:pt x="16690" y="10310"/>
                    </a:cubicBezTo>
                    <a:cubicBezTo>
                      <a:pt x="16663" y="10348"/>
                      <a:pt x="16609" y="10348"/>
                      <a:pt x="16581" y="10386"/>
                    </a:cubicBezTo>
                    <a:lnTo>
                      <a:pt x="16472" y="10386"/>
                    </a:lnTo>
                    <a:lnTo>
                      <a:pt x="16418" y="10310"/>
                    </a:lnTo>
                    <a:lnTo>
                      <a:pt x="16363" y="10310"/>
                    </a:lnTo>
                    <a:lnTo>
                      <a:pt x="16363" y="10085"/>
                    </a:lnTo>
                    <a:cubicBezTo>
                      <a:pt x="16390" y="10047"/>
                      <a:pt x="16390" y="9972"/>
                      <a:pt x="16418" y="9934"/>
                    </a:cubicBezTo>
                    <a:cubicBezTo>
                      <a:pt x="16445" y="9896"/>
                      <a:pt x="16500" y="9896"/>
                      <a:pt x="16527" y="9859"/>
                    </a:cubicBezTo>
                    <a:cubicBezTo>
                      <a:pt x="16554" y="9821"/>
                      <a:pt x="16554" y="9746"/>
                      <a:pt x="16581" y="9708"/>
                    </a:cubicBezTo>
                    <a:lnTo>
                      <a:pt x="16581" y="9558"/>
                    </a:lnTo>
                    <a:cubicBezTo>
                      <a:pt x="16554" y="9520"/>
                      <a:pt x="16500" y="9520"/>
                      <a:pt x="16472" y="9482"/>
                    </a:cubicBezTo>
                    <a:lnTo>
                      <a:pt x="16363" y="9482"/>
                    </a:lnTo>
                    <a:cubicBezTo>
                      <a:pt x="16336" y="9520"/>
                      <a:pt x="16281" y="9520"/>
                      <a:pt x="16254" y="9558"/>
                    </a:cubicBezTo>
                    <a:cubicBezTo>
                      <a:pt x="16227" y="9595"/>
                      <a:pt x="16172" y="9595"/>
                      <a:pt x="16145" y="9633"/>
                    </a:cubicBezTo>
                    <a:cubicBezTo>
                      <a:pt x="16090" y="9671"/>
                      <a:pt x="16036" y="9746"/>
                      <a:pt x="15981" y="9783"/>
                    </a:cubicBezTo>
                    <a:lnTo>
                      <a:pt x="15872" y="9934"/>
                    </a:lnTo>
                    <a:cubicBezTo>
                      <a:pt x="15790" y="9972"/>
                      <a:pt x="15736" y="9972"/>
                      <a:pt x="15654" y="10009"/>
                    </a:cubicBezTo>
                    <a:lnTo>
                      <a:pt x="15218" y="10009"/>
                    </a:lnTo>
                    <a:lnTo>
                      <a:pt x="15163" y="9934"/>
                    </a:lnTo>
                    <a:lnTo>
                      <a:pt x="15109" y="9934"/>
                    </a:lnTo>
                    <a:lnTo>
                      <a:pt x="15000" y="10085"/>
                    </a:lnTo>
                    <a:lnTo>
                      <a:pt x="15000" y="10160"/>
                    </a:lnTo>
                    <a:cubicBezTo>
                      <a:pt x="15027" y="10197"/>
                      <a:pt x="15027" y="10273"/>
                      <a:pt x="15054" y="10310"/>
                    </a:cubicBezTo>
                    <a:cubicBezTo>
                      <a:pt x="15081" y="10348"/>
                      <a:pt x="15081" y="10423"/>
                      <a:pt x="15109" y="10461"/>
                    </a:cubicBezTo>
                    <a:cubicBezTo>
                      <a:pt x="15163" y="10498"/>
                      <a:pt x="15218" y="10574"/>
                      <a:pt x="15272" y="10611"/>
                    </a:cubicBezTo>
                    <a:cubicBezTo>
                      <a:pt x="15327" y="10649"/>
                      <a:pt x="15381" y="10724"/>
                      <a:pt x="15436" y="10762"/>
                    </a:cubicBezTo>
                    <a:lnTo>
                      <a:pt x="15654" y="11063"/>
                    </a:lnTo>
                    <a:cubicBezTo>
                      <a:pt x="15681" y="11101"/>
                      <a:pt x="15736" y="11101"/>
                      <a:pt x="15763" y="11138"/>
                    </a:cubicBezTo>
                    <a:lnTo>
                      <a:pt x="15818" y="11138"/>
                    </a:lnTo>
                    <a:cubicBezTo>
                      <a:pt x="15845" y="11101"/>
                      <a:pt x="15900" y="11101"/>
                      <a:pt x="15927" y="11063"/>
                    </a:cubicBezTo>
                    <a:lnTo>
                      <a:pt x="16090" y="11063"/>
                    </a:lnTo>
                    <a:cubicBezTo>
                      <a:pt x="16118" y="11025"/>
                      <a:pt x="16172" y="11025"/>
                      <a:pt x="16200" y="10988"/>
                    </a:cubicBezTo>
                    <a:lnTo>
                      <a:pt x="16363" y="10988"/>
                    </a:lnTo>
                    <a:cubicBezTo>
                      <a:pt x="16390" y="10950"/>
                      <a:pt x="16445" y="10950"/>
                      <a:pt x="16472" y="10912"/>
                    </a:cubicBezTo>
                    <a:lnTo>
                      <a:pt x="16636" y="10912"/>
                    </a:lnTo>
                    <a:cubicBezTo>
                      <a:pt x="16690" y="10950"/>
                      <a:pt x="16745" y="10950"/>
                      <a:pt x="16800" y="10988"/>
                    </a:cubicBezTo>
                    <a:cubicBezTo>
                      <a:pt x="16827" y="11025"/>
                      <a:pt x="16881" y="11025"/>
                      <a:pt x="16909" y="11063"/>
                    </a:cubicBezTo>
                    <a:lnTo>
                      <a:pt x="17018" y="11213"/>
                    </a:lnTo>
                    <a:lnTo>
                      <a:pt x="17018" y="11289"/>
                    </a:lnTo>
                    <a:cubicBezTo>
                      <a:pt x="16990" y="11326"/>
                      <a:pt x="16936" y="11326"/>
                      <a:pt x="16909" y="11364"/>
                    </a:cubicBezTo>
                    <a:cubicBezTo>
                      <a:pt x="16881" y="11402"/>
                      <a:pt x="16827" y="11402"/>
                      <a:pt x="16800" y="11439"/>
                    </a:cubicBezTo>
                    <a:cubicBezTo>
                      <a:pt x="16745" y="11477"/>
                      <a:pt x="16690" y="11477"/>
                      <a:pt x="16636" y="11514"/>
                    </a:cubicBezTo>
                    <a:cubicBezTo>
                      <a:pt x="16581" y="11552"/>
                      <a:pt x="16527" y="11552"/>
                      <a:pt x="16472" y="11590"/>
                    </a:cubicBezTo>
                    <a:lnTo>
                      <a:pt x="16363" y="11740"/>
                    </a:lnTo>
                    <a:cubicBezTo>
                      <a:pt x="16336" y="11778"/>
                      <a:pt x="16281" y="11778"/>
                      <a:pt x="16254" y="11816"/>
                    </a:cubicBezTo>
                    <a:cubicBezTo>
                      <a:pt x="16227" y="11853"/>
                      <a:pt x="16172" y="11853"/>
                      <a:pt x="16145" y="11891"/>
                    </a:cubicBezTo>
                    <a:lnTo>
                      <a:pt x="16090" y="11891"/>
                    </a:lnTo>
                    <a:lnTo>
                      <a:pt x="16036" y="11966"/>
                    </a:lnTo>
                    <a:cubicBezTo>
                      <a:pt x="16009" y="12004"/>
                      <a:pt x="15954" y="12004"/>
                      <a:pt x="15927" y="12041"/>
                    </a:cubicBezTo>
                    <a:cubicBezTo>
                      <a:pt x="15900" y="12079"/>
                      <a:pt x="15900" y="12154"/>
                      <a:pt x="15872" y="12192"/>
                    </a:cubicBezTo>
                    <a:lnTo>
                      <a:pt x="15818" y="12267"/>
                    </a:lnTo>
                    <a:lnTo>
                      <a:pt x="15818" y="12493"/>
                    </a:lnTo>
                    <a:cubicBezTo>
                      <a:pt x="15845" y="12531"/>
                      <a:pt x="15845" y="12606"/>
                      <a:pt x="15872" y="12643"/>
                    </a:cubicBezTo>
                    <a:cubicBezTo>
                      <a:pt x="15900" y="12719"/>
                      <a:pt x="15954" y="12794"/>
                      <a:pt x="15981" y="12869"/>
                    </a:cubicBezTo>
                    <a:cubicBezTo>
                      <a:pt x="16009" y="12944"/>
                      <a:pt x="16063" y="13020"/>
                      <a:pt x="16090" y="13095"/>
                    </a:cubicBezTo>
                    <a:lnTo>
                      <a:pt x="16200" y="13245"/>
                    </a:lnTo>
                    <a:cubicBezTo>
                      <a:pt x="16227" y="13321"/>
                      <a:pt x="16227" y="13396"/>
                      <a:pt x="16254" y="13471"/>
                    </a:cubicBezTo>
                    <a:cubicBezTo>
                      <a:pt x="16281" y="13509"/>
                      <a:pt x="16281" y="13584"/>
                      <a:pt x="16309" y="13622"/>
                    </a:cubicBezTo>
                    <a:lnTo>
                      <a:pt x="16363" y="13697"/>
                    </a:lnTo>
                    <a:lnTo>
                      <a:pt x="16363" y="13772"/>
                    </a:lnTo>
                    <a:cubicBezTo>
                      <a:pt x="16445" y="14073"/>
                      <a:pt x="16500" y="14374"/>
                      <a:pt x="16581" y="14675"/>
                    </a:cubicBezTo>
                    <a:lnTo>
                      <a:pt x="16636" y="14675"/>
                    </a:lnTo>
                    <a:lnTo>
                      <a:pt x="16636" y="14826"/>
                    </a:lnTo>
                    <a:cubicBezTo>
                      <a:pt x="16663" y="14864"/>
                      <a:pt x="16663" y="14939"/>
                      <a:pt x="16690" y="14977"/>
                    </a:cubicBezTo>
                    <a:cubicBezTo>
                      <a:pt x="16718" y="15014"/>
                      <a:pt x="16718" y="15089"/>
                      <a:pt x="16745" y="15127"/>
                    </a:cubicBezTo>
                    <a:lnTo>
                      <a:pt x="16745" y="15880"/>
                    </a:lnTo>
                    <a:cubicBezTo>
                      <a:pt x="16718" y="15917"/>
                      <a:pt x="16718" y="15993"/>
                      <a:pt x="16690" y="16030"/>
                    </a:cubicBezTo>
                    <a:cubicBezTo>
                      <a:pt x="16663" y="16068"/>
                      <a:pt x="16663" y="16143"/>
                      <a:pt x="16636" y="16181"/>
                    </a:cubicBezTo>
                    <a:lnTo>
                      <a:pt x="16527" y="16331"/>
                    </a:lnTo>
                    <a:lnTo>
                      <a:pt x="16527" y="16406"/>
                    </a:lnTo>
                    <a:lnTo>
                      <a:pt x="16472" y="16482"/>
                    </a:lnTo>
                    <a:cubicBezTo>
                      <a:pt x="16363" y="16745"/>
                      <a:pt x="16254" y="16971"/>
                      <a:pt x="16145" y="17234"/>
                    </a:cubicBezTo>
                    <a:cubicBezTo>
                      <a:pt x="16063" y="17535"/>
                      <a:pt x="15954" y="17836"/>
                      <a:pt x="15872" y="18137"/>
                    </a:cubicBezTo>
                    <a:cubicBezTo>
                      <a:pt x="15681" y="18401"/>
                      <a:pt x="15463" y="18627"/>
                      <a:pt x="15272" y="18890"/>
                    </a:cubicBezTo>
                    <a:cubicBezTo>
                      <a:pt x="15136" y="19003"/>
                      <a:pt x="14972" y="19154"/>
                      <a:pt x="14836" y="19266"/>
                    </a:cubicBezTo>
                    <a:cubicBezTo>
                      <a:pt x="14809" y="19379"/>
                      <a:pt x="14754" y="19455"/>
                      <a:pt x="14727" y="19567"/>
                    </a:cubicBezTo>
                    <a:lnTo>
                      <a:pt x="14618" y="19567"/>
                    </a:lnTo>
                    <a:cubicBezTo>
                      <a:pt x="14536" y="19605"/>
                      <a:pt x="14427" y="19605"/>
                      <a:pt x="14345" y="19643"/>
                    </a:cubicBezTo>
                    <a:lnTo>
                      <a:pt x="14018" y="19643"/>
                    </a:lnTo>
                    <a:cubicBezTo>
                      <a:pt x="13909" y="19605"/>
                      <a:pt x="13800" y="19605"/>
                      <a:pt x="13690" y="19567"/>
                    </a:cubicBezTo>
                    <a:cubicBezTo>
                      <a:pt x="13609" y="19718"/>
                      <a:pt x="13554" y="19868"/>
                      <a:pt x="13472" y="20019"/>
                    </a:cubicBezTo>
                    <a:cubicBezTo>
                      <a:pt x="13363" y="20057"/>
                      <a:pt x="13254" y="20057"/>
                      <a:pt x="13145" y="20094"/>
                    </a:cubicBezTo>
                    <a:lnTo>
                      <a:pt x="13036" y="20094"/>
                    </a:lnTo>
                    <a:cubicBezTo>
                      <a:pt x="13009" y="20132"/>
                      <a:pt x="12954" y="20132"/>
                      <a:pt x="12927" y="20170"/>
                    </a:cubicBezTo>
                    <a:lnTo>
                      <a:pt x="12872" y="20170"/>
                    </a:lnTo>
                    <a:cubicBezTo>
                      <a:pt x="12845" y="20207"/>
                      <a:pt x="12845" y="20282"/>
                      <a:pt x="12818" y="20320"/>
                    </a:cubicBezTo>
                    <a:lnTo>
                      <a:pt x="12763" y="20395"/>
                    </a:lnTo>
                    <a:lnTo>
                      <a:pt x="12763" y="20546"/>
                    </a:lnTo>
                    <a:cubicBezTo>
                      <a:pt x="12790" y="20621"/>
                      <a:pt x="12790" y="20696"/>
                      <a:pt x="12818" y="20772"/>
                    </a:cubicBezTo>
                    <a:lnTo>
                      <a:pt x="12818" y="21449"/>
                    </a:lnTo>
                    <a:lnTo>
                      <a:pt x="12763" y="21524"/>
                    </a:lnTo>
                    <a:cubicBezTo>
                      <a:pt x="12654" y="21562"/>
                      <a:pt x="12545" y="21562"/>
                      <a:pt x="12436" y="21600"/>
                    </a:cubicBezTo>
                    <a:lnTo>
                      <a:pt x="12381" y="21600"/>
                    </a:lnTo>
                    <a:lnTo>
                      <a:pt x="12272" y="21449"/>
                    </a:lnTo>
                    <a:lnTo>
                      <a:pt x="12272" y="21223"/>
                    </a:lnTo>
                    <a:cubicBezTo>
                      <a:pt x="12299" y="21186"/>
                      <a:pt x="12299" y="21110"/>
                      <a:pt x="12327" y="21073"/>
                    </a:cubicBezTo>
                    <a:lnTo>
                      <a:pt x="12436" y="20922"/>
                    </a:lnTo>
                    <a:cubicBezTo>
                      <a:pt x="12463" y="20885"/>
                      <a:pt x="12463" y="20809"/>
                      <a:pt x="12490" y="20772"/>
                    </a:cubicBezTo>
                    <a:cubicBezTo>
                      <a:pt x="12518" y="20734"/>
                      <a:pt x="12518" y="20659"/>
                      <a:pt x="12545" y="20621"/>
                    </a:cubicBezTo>
                    <a:lnTo>
                      <a:pt x="12545" y="20471"/>
                    </a:lnTo>
                    <a:cubicBezTo>
                      <a:pt x="12518" y="20433"/>
                      <a:pt x="12518" y="20358"/>
                      <a:pt x="12490" y="20320"/>
                    </a:cubicBezTo>
                    <a:lnTo>
                      <a:pt x="12436" y="20245"/>
                    </a:lnTo>
                    <a:cubicBezTo>
                      <a:pt x="12409" y="20207"/>
                      <a:pt x="12354" y="20207"/>
                      <a:pt x="12327" y="20170"/>
                    </a:cubicBezTo>
                    <a:lnTo>
                      <a:pt x="12218" y="20170"/>
                    </a:lnTo>
                    <a:cubicBezTo>
                      <a:pt x="12190" y="20132"/>
                      <a:pt x="12136" y="20132"/>
                      <a:pt x="12109" y="20094"/>
                    </a:cubicBezTo>
                    <a:lnTo>
                      <a:pt x="12054" y="20019"/>
                    </a:lnTo>
                    <a:cubicBezTo>
                      <a:pt x="12027" y="20057"/>
                      <a:pt x="11972" y="20057"/>
                      <a:pt x="11945" y="20094"/>
                    </a:cubicBezTo>
                    <a:cubicBezTo>
                      <a:pt x="11918" y="20132"/>
                      <a:pt x="11863" y="20132"/>
                      <a:pt x="11836" y="20170"/>
                    </a:cubicBezTo>
                    <a:lnTo>
                      <a:pt x="11836" y="20245"/>
                    </a:lnTo>
                    <a:lnTo>
                      <a:pt x="11781" y="20245"/>
                    </a:lnTo>
                    <a:cubicBezTo>
                      <a:pt x="11754" y="20132"/>
                      <a:pt x="11754" y="19981"/>
                      <a:pt x="11727" y="19868"/>
                    </a:cubicBezTo>
                    <a:lnTo>
                      <a:pt x="11399" y="19417"/>
                    </a:lnTo>
                    <a:cubicBezTo>
                      <a:pt x="11345" y="19379"/>
                      <a:pt x="11290" y="19379"/>
                      <a:pt x="11236" y="19342"/>
                    </a:cubicBezTo>
                    <a:cubicBezTo>
                      <a:pt x="11209" y="19379"/>
                      <a:pt x="11154" y="19379"/>
                      <a:pt x="11127" y="19417"/>
                    </a:cubicBezTo>
                    <a:lnTo>
                      <a:pt x="10636" y="19417"/>
                    </a:lnTo>
                    <a:cubicBezTo>
                      <a:pt x="10609" y="19379"/>
                      <a:pt x="10554" y="19379"/>
                      <a:pt x="10527" y="19342"/>
                    </a:cubicBezTo>
                    <a:lnTo>
                      <a:pt x="10145" y="19342"/>
                    </a:lnTo>
                    <a:lnTo>
                      <a:pt x="10090" y="19417"/>
                    </a:lnTo>
                    <a:lnTo>
                      <a:pt x="9927" y="19417"/>
                    </a:lnTo>
                    <a:lnTo>
                      <a:pt x="9872" y="19492"/>
                    </a:lnTo>
                    <a:lnTo>
                      <a:pt x="9872" y="19643"/>
                    </a:lnTo>
                    <a:cubicBezTo>
                      <a:pt x="9845" y="19680"/>
                      <a:pt x="9790" y="19680"/>
                      <a:pt x="9763" y="19718"/>
                    </a:cubicBezTo>
                    <a:lnTo>
                      <a:pt x="9709" y="19793"/>
                    </a:lnTo>
                    <a:lnTo>
                      <a:pt x="9709" y="20019"/>
                    </a:lnTo>
                    <a:cubicBezTo>
                      <a:pt x="9736" y="20094"/>
                      <a:pt x="9736" y="20170"/>
                      <a:pt x="9763" y="20245"/>
                    </a:cubicBezTo>
                    <a:cubicBezTo>
                      <a:pt x="9736" y="20282"/>
                      <a:pt x="9736" y="20358"/>
                      <a:pt x="9709" y="20395"/>
                    </a:cubicBezTo>
                    <a:lnTo>
                      <a:pt x="9709" y="20471"/>
                    </a:lnTo>
                    <a:lnTo>
                      <a:pt x="9490" y="20471"/>
                    </a:lnTo>
                    <a:cubicBezTo>
                      <a:pt x="9436" y="20508"/>
                      <a:pt x="9381" y="20508"/>
                      <a:pt x="9327" y="20546"/>
                    </a:cubicBezTo>
                    <a:cubicBezTo>
                      <a:pt x="9300" y="20583"/>
                      <a:pt x="9245" y="20583"/>
                      <a:pt x="9218" y="20621"/>
                    </a:cubicBezTo>
                    <a:lnTo>
                      <a:pt x="9054" y="20621"/>
                    </a:lnTo>
                    <a:lnTo>
                      <a:pt x="9054" y="20395"/>
                    </a:lnTo>
                    <a:cubicBezTo>
                      <a:pt x="9081" y="20358"/>
                      <a:pt x="9081" y="20282"/>
                      <a:pt x="9109" y="20245"/>
                    </a:cubicBezTo>
                    <a:lnTo>
                      <a:pt x="9109" y="20094"/>
                    </a:lnTo>
                    <a:cubicBezTo>
                      <a:pt x="9027" y="20019"/>
                      <a:pt x="8972" y="19944"/>
                      <a:pt x="8890" y="19868"/>
                    </a:cubicBezTo>
                    <a:cubicBezTo>
                      <a:pt x="8836" y="19906"/>
                      <a:pt x="8781" y="19906"/>
                      <a:pt x="8727" y="19944"/>
                    </a:cubicBezTo>
                    <a:lnTo>
                      <a:pt x="8618" y="19944"/>
                    </a:lnTo>
                    <a:cubicBezTo>
                      <a:pt x="8590" y="19906"/>
                      <a:pt x="8536" y="19906"/>
                      <a:pt x="8509" y="19868"/>
                    </a:cubicBezTo>
                    <a:lnTo>
                      <a:pt x="8400" y="19718"/>
                    </a:lnTo>
                    <a:lnTo>
                      <a:pt x="8400" y="19567"/>
                    </a:lnTo>
                    <a:cubicBezTo>
                      <a:pt x="8427" y="19304"/>
                      <a:pt x="8481" y="19003"/>
                      <a:pt x="8509" y="18740"/>
                    </a:cubicBezTo>
                    <a:cubicBezTo>
                      <a:pt x="8536" y="18627"/>
                      <a:pt x="8590" y="18476"/>
                      <a:pt x="8618" y="18363"/>
                    </a:cubicBezTo>
                    <a:lnTo>
                      <a:pt x="8727" y="18213"/>
                    </a:lnTo>
                    <a:cubicBezTo>
                      <a:pt x="8700" y="18025"/>
                      <a:pt x="8645" y="17874"/>
                      <a:pt x="8618" y="17686"/>
                    </a:cubicBezTo>
                    <a:lnTo>
                      <a:pt x="8454" y="17234"/>
                    </a:lnTo>
                    <a:lnTo>
                      <a:pt x="8290" y="17009"/>
                    </a:lnTo>
                    <a:cubicBezTo>
                      <a:pt x="8263" y="16971"/>
                      <a:pt x="8209" y="16971"/>
                      <a:pt x="8181" y="16933"/>
                    </a:cubicBezTo>
                    <a:lnTo>
                      <a:pt x="8181" y="16858"/>
                    </a:lnTo>
                    <a:lnTo>
                      <a:pt x="8127" y="16858"/>
                    </a:lnTo>
                    <a:cubicBezTo>
                      <a:pt x="7827" y="16896"/>
                      <a:pt x="7500" y="16971"/>
                      <a:pt x="7200" y="17009"/>
                    </a:cubicBezTo>
                    <a:cubicBezTo>
                      <a:pt x="7090" y="16971"/>
                      <a:pt x="6981" y="16971"/>
                      <a:pt x="6872" y="16933"/>
                    </a:cubicBezTo>
                    <a:lnTo>
                      <a:pt x="6763" y="16783"/>
                    </a:lnTo>
                    <a:cubicBezTo>
                      <a:pt x="6709" y="16745"/>
                      <a:pt x="6654" y="16670"/>
                      <a:pt x="6600" y="16632"/>
                    </a:cubicBezTo>
                    <a:cubicBezTo>
                      <a:pt x="6518" y="16595"/>
                      <a:pt x="6409" y="16595"/>
                      <a:pt x="6327" y="16557"/>
                    </a:cubicBezTo>
                    <a:lnTo>
                      <a:pt x="6054" y="16557"/>
                    </a:lnTo>
                    <a:cubicBezTo>
                      <a:pt x="5999" y="16519"/>
                      <a:pt x="5945" y="16519"/>
                      <a:pt x="5890" y="16482"/>
                    </a:cubicBezTo>
                    <a:cubicBezTo>
                      <a:pt x="5809" y="16519"/>
                      <a:pt x="5754" y="16519"/>
                      <a:pt x="5672" y="16557"/>
                    </a:cubicBezTo>
                    <a:cubicBezTo>
                      <a:pt x="5590" y="16595"/>
                      <a:pt x="5536" y="16670"/>
                      <a:pt x="5454" y="16708"/>
                    </a:cubicBezTo>
                    <a:cubicBezTo>
                      <a:pt x="5427" y="16745"/>
                      <a:pt x="5372" y="16745"/>
                      <a:pt x="5345" y="16783"/>
                    </a:cubicBezTo>
                    <a:lnTo>
                      <a:pt x="5236" y="16933"/>
                    </a:lnTo>
                    <a:cubicBezTo>
                      <a:pt x="5209" y="16971"/>
                      <a:pt x="5154" y="16971"/>
                      <a:pt x="5127" y="17009"/>
                    </a:cubicBezTo>
                    <a:lnTo>
                      <a:pt x="5072" y="17084"/>
                    </a:lnTo>
                    <a:lnTo>
                      <a:pt x="5072" y="17009"/>
                    </a:lnTo>
                    <a:lnTo>
                      <a:pt x="5018" y="16933"/>
                    </a:lnTo>
                    <a:lnTo>
                      <a:pt x="5018" y="16858"/>
                    </a:lnTo>
                    <a:lnTo>
                      <a:pt x="4963" y="16933"/>
                    </a:lnTo>
                    <a:lnTo>
                      <a:pt x="4854" y="16933"/>
                    </a:lnTo>
                    <a:lnTo>
                      <a:pt x="4854" y="17009"/>
                    </a:lnTo>
                    <a:cubicBezTo>
                      <a:pt x="4281" y="16820"/>
                      <a:pt x="3681" y="16670"/>
                      <a:pt x="3109" y="16482"/>
                    </a:cubicBezTo>
                    <a:cubicBezTo>
                      <a:pt x="2863" y="16218"/>
                      <a:pt x="2645" y="15917"/>
                      <a:pt x="2400" y="15654"/>
                    </a:cubicBezTo>
                    <a:cubicBezTo>
                      <a:pt x="2345" y="15466"/>
                      <a:pt x="2290" y="15315"/>
                      <a:pt x="2236" y="15127"/>
                    </a:cubicBezTo>
                    <a:lnTo>
                      <a:pt x="2236" y="14751"/>
                    </a:lnTo>
                    <a:cubicBezTo>
                      <a:pt x="2290" y="14638"/>
                      <a:pt x="2345" y="14563"/>
                      <a:pt x="2400" y="14450"/>
                    </a:cubicBezTo>
                    <a:lnTo>
                      <a:pt x="2509" y="14299"/>
                    </a:lnTo>
                    <a:lnTo>
                      <a:pt x="2563" y="14299"/>
                    </a:lnTo>
                    <a:cubicBezTo>
                      <a:pt x="2509" y="14111"/>
                      <a:pt x="2454" y="13960"/>
                      <a:pt x="2400" y="13772"/>
                    </a:cubicBezTo>
                    <a:cubicBezTo>
                      <a:pt x="2481" y="13735"/>
                      <a:pt x="2536" y="13659"/>
                      <a:pt x="2618" y="13622"/>
                    </a:cubicBezTo>
                    <a:cubicBezTo>
                      <a:pt x="2590" y="13584"/>
                      <a:pt x="2590" y="13509"/>
                      <a:pt x="2563" y="13471"/>
                    </a:cubicBezTo>
                    <a:cubicBezTo>
                      <a:pt x="2536" y="13434"/>
                      <a:pt x="2536" y="13358"/>
                      <a:pt x="2509" y="13321"/>
                    </a:cubicBezTo>
                    <a:lnTo>
                      <a:pt x="2509" y="13170"/>
                    </a:lnTo>
                    <a:lnTo>
                      <a:pt x="2454" y="13095"/>
                    </a:lnTo>
                    <a:lnTo>
                      <a:pt x="2454" y="13020"/>
                    </a:lnTo>
                    <a:cubicBezTo>
                      <a:pt x="2427" y="12982"/>
                      <a:pt x="2427" y="12907"/>
                      <a:pt x="2400" y="12869"/>
                    </a:cubicBezTo>
                    <a:lnTo>
                      <a:pt x="2345" y="12794"/>
                    </a:lnTo>
                    <a:cubicBezTo>
                      <a:pt x="2318" y="12756"/>
                      <a:pt x="2263" y="12756"/>
                      <a:pt x="2236" y="12719"/>
                    </a:cubicBezTo>
                    <a:cubicBezTo>
                      <a:pt x="2181" y="12681"/>
                      <a:pt x="2127" y="12681"/>
                      <a:pt x="2072" y="12643"/>
                    </a:cubicBezTo>
                    <a:lnTo>
                      <a:pt x="1963" y="12643"/>
                    </a:lnTo>
                    <a:cubicBezTo>
                      <a:pt x="1909" y="12606"/>
                      <a:pt x="1854" y="12606"/>
                      <a:pt x="1800" y="12568"/>
                    </a:cubicBezTo>
                    <a:cubicBezTo>
                      <a:pt x="1772" y="12531"/>
                      <a:pt x="1718" y="12531"/>
                      <a:pt x="1690" y="12493"/>
                    </a:cubicBezTo>
                    <a:lnTo>
                      <a:pt x="1581" y="12342"/>
                    </a:lnTo>
                    <a:cubicBezTo>
                      <a:pt x="1500" y="12380"/>
                      <a:pt x="1445" y="12380"/>
                      <a:pt x="1363" y="12418"/>
                    </a:cubicBezTo>
                    <a:cubicBezTo>
                      <a:pt x="1172" y="12455"/>
                      <a:pt x="1009" y="12455"/>
                      <a:pt x="818" y="12493"/>
                    </a:cubicBezTo>
                    <a:cubicBezTo>
                      <a:pt x="790" y="12267"/>
                      <a:pt x="790" y="12041"/>
                      <a:pt x="763" y="11816"/>
                    </a:cubicBezTo>
                    <a:lnTo>
                      <a:pt x="600" y="11590"/>
                    </a:lnTo>
                    <a:cubicBezTo>
                      <a:pt x="572" y="11552"/>
                      <a:pt x="572" y="11477"/>
                      <a:pt x="545" y="11439"/>
                    </a:cubicBezTo>
                    <a:cubicBezTo>
                      <a:pt x="518" y="11402"/>
                      <a:pt x="518" y="11326"/>
                      <a:pt x="490" y="11289"/>
                    </a:cubicBezTo>
                    <a:cubicBezTo>
                      <a:pt x="463" y="11213"/>
                      <a:pt x="463" y="11138"/>
                      <a:pt x="436" y="11063"/>
                    </a:cubicBezTo>
                    <a:lnTo>
                      <a:pt x="436" y="10912"/>
                    </a:lnTo>
                    <a:cubicBezTo>
                      <a:pt x="409" y="10875"/>
                      <a:pt x="409" y="10800"/>
                      <a:pt x="381" y="10762"/>
                    </a:cubicBezTo>
                    <a:lnTo>
                      <a:pt x="272" y="10611"/>
                    </a:lnTo>
                    <a:lnTo>
                      <a:pt x="163" y="10611"/>
                    </a:lnTo>
                    <a:lnTo>
                      <a:pt x="109" y="10536"/>
                    </a:lnTo>
                    <a:lnTo>
                      <a:pt x="54" y="10536"/>
                    </a:lnTo>
                    <a:cubicBezTo>
                      <a:pt x="27" y="10498"/>
                      <a:pt x="27" y="10423"/>
                      <a:pt x="0" y="10386"/>
                    </a:cubicBezTo>
                    <a:lnTo>
                      <a:pt x="0" y="9934"/>
                    </a:lnTo>
                    <a:cubicBezTo>
                      <a:pt x="27" y="9896"/>
                      <a:pt x="27" y="9821"/>
                      <a:pt x="54" y="9783"/>
                    </a:cubicBezTo>
                    <a:cubicBezTo>
                      <a:pt x="81" y="9746"/>
                      <a:pt x="81" y="9671"/>
                      <a:pt x="109" y="9633"/>
                    </a:cubicBezTo>
                    <a:cubicBezTo>
                      <a:pt x="136" y="9595"/>
                      <a:pt x="190" y="9595"/>
                      <a:pt x="218" y="9558"/>
                    </a:cubicBezTo>
                    <a:cubicBezTo>
                      <a:pt x="245" y="9520"/>
                      <a:pt x="300" y="9520"/>
                      <a:pt x="327" y="9482"/>
                    </a:cubicBezTo>
                    <a:lnTo>
                      <a:pt x="490" y="9482"/>
                    </a:lnTo>
                    <a:cubicBezTo>
                      <a:pt x="572" y="9520"/>
                      <a:pt x="681" y="9520"/>
                      <a:pt x="763" y="9558"/>
                    </a:cubicBezTo>
                    <a:cubicBezTo>
                      <a:pt x="872" y="9445"/>
                      <a:pt x="981" y="9370"/>
                      <a:pt x="1090" y="9257"/>
                    </a:cubicBezTo>
                    <a:lnTo>
                      <a:pt x="1200" y="9106"/>
                    </a:lnTo>
                    <a:lnTo>
                      <a:pt x="1309" y="9106"/>
                    </a:lnTo>
                    <a:cubicBezTo>
                      <a:pt x="1363" y="9068"/>
                      <a:pt x="1418" y="9068"/>
                      <a:pt x="1472" y="9031"/>
                    </a:cubicBezTo>
                    <a:lnTo>
                      <a:pt x="1636" y="9031"/>
                    </a:lnTo>
                    <a:cubicBezTo>
                      <a:pt x="1663" y="8993"/>
                      <a:pt x="1718" y="8993"/>
                      <a:pt x="1745" y="8956"/>
                    </a:cubicBezTo>
                    <a:cubicBezTo>
                      <a:pt x="1800" y="8918"/>
                      <a:pt x="1854" y="8918"/>
                      <a:pt x="1909" y="8880"/>
                    </a:cubicBezTo>
                    <a:lnTo>
                      <a:pt x="2018" y="8730"/>
                    </a:lnTo>
                    <a:cubicBezTo>
                      <a:pt x="2045" y="8655"/>
                      <a:pt x="2100" y="8579"/>
                      <a:pt x="2127" y="8504"/>
                    </a:cubicBezTo>
                    <a:cubicBezTo>
                      <a:pt x="2154" y="8429"/>
                      <a:pt x="2154" y="8354"/>
                      <a:pt x="2181" y="8278"/>
                    </a:cubicBezTo>
                    <a:lnTo>
                      <a:pt x="2236" y="8203"/>
                    </a:lnTo>
                    <a:lnTo>
                      <a:pt x="2236" y="8128"/>
                    </a:lnTo>
                    <a:cubicBezTo>
                      <a:pt x="2263" y="8090"/>
                      <a:pt x="2263" y="8015"/>
                      <a:pt x="2290" y="7977"/>
                    </a:cubicBezTo>
                    <a:lnTo>
                      <a:pt x="2290" y="7601"/>
                    </a:lnTo>
                    <a:lnTo>
                      <a:pt x="2181" y="7601"/>
                    </a:lnTo>
                    <a:cubicBezTo>
                      <a:pt x="2154" y="7563"/>
                      <a:pt x="2154" y="7488"/>
                      <a:pt x="2127" y="7450"/>
                    </a:cubicBezTo>
                    <a:lnTo>
                      <a:pt x="2072" y="7375"/>
                    </a:lnTo>
                    <a:cubicBezTo>
                      <a:pt x="2045" y="7337"/>
                      <a:pt x="2045" y="7262"/>
                      <a:pt x="2018" y="7225"/>
                    </a:cubicBezTo>
                    <a:lnTo>
                      <a:pt x="2018" y="6999"/>
                    </a:lnTo>
                    <a:cubicBezTo>
                      <a:pt x="2072" y="6961"/>
                      <a:pt x="2127" y="6961"/>
                      <a:pt x="2181" y="6924"/>
                    </a:cubicBezTo>
                    <a:cubicBezTo>
                      <a:pt x="2209" y="6886"/>
                      <a:pt x="2263" y="6886"/>
                      <a:pt x="2290" y="6848"/>
                    </a:cubicBezTo>
                    <a:lnTo>
                      <a:pt x="2345" y="6848"/>
                    </a:lnTo>
                    <a:lnTo>
                      <a:pt x="2454" y="6698"/>
                    </a:lnTo>
                    <a:lnTo>
                      <a:pt x="2454" y="6472"/>
                    </a:lnTo>
                    <a:lnTo>
                      <a:pt x="2563" y="6472"/>
                    </a:lnTo>
                    <a:cubicBezTo>
                      <a:pt x="2590" y="6434"/>
                      <a:pt x="2645" y="6434"/>
                      <a:pt x="2672" y="6397"/>
                    </a:cubicBezTo>
                    <a:lnTo>
                      <a:pt x="2781" y="6397"/>
                    </a:lnTo>
                    <a:cubicBezTo>
                      <a:pt x="2809" y="6359"/>
                      <a:pt x="2863" y="6359"/>
                      <a:pt x="2890" y="6321"/>
                    </a:cubicBezTo>
                    <a:lnTo>
                      <a:pt x="3000" y="6171"/>
                    </a:lnTo>
                    <a:cubicBezTo>
                      <a:pt x="3027" y="6096"/>
                      <a:pt x="3027" y="6020"/>
                      <a:pt x="3054" y="5945"/>
                    </a:cubicBezTo>
                    <a:cubicBezTo>
                      <a:pt x="3081" y="5870"/>
                      <a:pt x="3136" y="5795"/>
                      <a:pt x="3163" y="5719"/>
                    </a:cubicBezTo>
                    <a:lnTo>
                      <a:pt x="3163" y="5343"/>
                    </a:lnTo>
                    <a:cubicBezTo>
                      <a:pt x="3190" y="5268"/>
                      <a:pt x="3245" y="5193"/>
                      <a:pt x="3272" y="5117"/>
                    </a:cubicBezTo>
                    <a:cubicBezTo>
                      <a:pt x="3300" y="5080"/>
                      <a:pt x="3354" y="5080"/>
                      <a:pt x="3381" y="5042"/>
                    </a:cubicBezTo>
                    <a:cubicBezTo>
                      <a:pt x="3409" y="5004"/>
                      <a:pt x="3463" y="5004"/>
                      <a:pt x="3490" y="4967"/>
                    </a:cubicBezTo>
                    <a:cubicBezTo>
                      <a:pt x="3545" y="4929"/>
                      <a:pt x="3600" y="4929"/>
                      <a:pt x="3654" y="4891"/>
                    </a:cubicBezTo>
                    <a:lnTo>
                      <a:pt x="3818" y="4891"/>
                    </a:lnTo>
                    <a:cubicBezTo>
                      <a:pt x="3845" y="4854"/>
                      <a:pt x="3900" y="4854"/>
                      <a:pt x="3927" y="4816"/>
                    </a:cubicBezTo>
                    <a:cubicBezTo>
                      <a:pt x="3954" y="4779"/>
                      <a:pt x="3954" y="4703"/>
                      <a:pt x="3981" y="4666"/>
                    </a:cubicBezTo>
                    <a:cubicBezTo>
                      <a:pt x="4009" y="4628"/>
                      <a:pt x="4009" y="4553"/>
                      <a:pt x="4036" y="4515"/>
                    </a:cubicBezTo>
                    <a:cubicBezTo>
                      <a:pt x="4063" y="4440"/>
                      <a:pt x="4063" y="4365"/>
                      <a:pt x="4090" y="4289"/>
                    </a:cubicBezTo>
                    <a:lnTo>
                      <a:pt x="4200" y="4139"/>
                    </a:lnTo>
                    <a:cubicBezTo>
                      <a:pt x="4227" y="4064"/>
                      <a:pt x="4281" y="3988"/>
                      <a:pt x="4309" y="3913"/>
                    </a:cubicBezTo>
                    <a:cubicBezTo>
                      <a:pt x="4363" y="3875"/>
                      <a:pt x="4418" y="3875"/>
                      <a:pt x="4472" y="3838"/>
                    </a:cubicBezTo>
                    <a:cubicBezTo>
                      <a:pt x="4554" y="3800"/>
                      <a:pt x="4609" y="3800"/>
                      <a:pt x="4690" y="3763"/>
                    </a:cubicBezTo>
                    <a:lnTo>
                      <a:pt x="4800" y="3763"/>
                    </a:lnTo>
                    <a:lnTo>
                      <a:pt x="4909" y="3612"/>
                    </a:lnTo>
                    <a:lnTo>
                      <a:pt x="4909" y="3236"/>
                    </a:lnTo>
                    <a:cubicBezTo>
                      <a:pt x="4936" y="3198"/>
                      <a:pt x="4936" y="3123"/>
                      <a:pt x="4963" y="3085"/>
                    </a:cubicBezTo>
                    <a:cubicBezTo>
                      <a:pt x="4990" y="3048"/>
                      <a:pt x="5045" y="3048"/>
                      <a:pt x="5072" y="3010"/>
                    </a:cubicBezTo>
                    <a:lnTo>
                      <a:pt x="5181" y="2859"/>
                    </a:lnTo>
                    <a:cubicBezTo>
                      <a:pt x="5209" y="2822"/>
                      <a:pt x="5263" y="2822"/>
                      <a:pt x="5290" y="2784"/>
                    </a:cubicBezTo>
                    <a:lnTo>
                      <a:pt x="5890" y="2784"/>
                    </a:lnTo>
                    <a:cubicBezTo>
                      <a:pt x="5700" y="2935"/>
                      <a:pt x="5481" y="3085"/>
                      <a:pt x="5290" y="3236"/>
                    </a:cubicBez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2" name="AutoShape 186">
                <a:extLst>
                  <a:ext uri="{FF2B5EF4-FFF2-40B4-BE49-F238E27FC236}">
                    <a16:creationId xmlns:a16="http://schemas.microsoft.com/office/drawing/2014/main" id="{2C69140E-6860-E889-20A1-149D29971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4168" y="1911284"/>
                <a:ext cx="98937" cy="74203"/>
              </a:xfrm>
              <a:custGeom>
                <a:avLst/>
                <a:gdLst>
                  <a:gd name="T0" fmla="*/ 49469 w 21600"/>
                  <a:gd name="T1" fmla="*/ 37102 h 21600"/>
                  <a:gd name="T2" fmla="*/ 49469 w 21600"/>
                  <a:gd name="T3" fmla="*/ 37102 h 21600"/>
                  <a:gd name="T4" fmla="*/ 49469 w 21600"/>
                  <a:gd name="T5" fmla="*/ 37102 h 21600"/>
                  <a:gd name="T6" fmla="*/ 49469 w 21600"/>
                  <a:gd name="T7" fmla="*/ 371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35" y="13885"/>
                    </a:moveTo>
                    <a:lnTo>
                      <a:pt x="635" y="12342"/>
                    </a:lnTo>
                    <a:lnTo>
                      <a:pt x="0" y="8485"/>
                    </a:lnTo>
                    <a:lnTo>
                      <a:pt x="635" y="3857"/>
                    </a:lnTo>
                    <a:lnTo>
                      <a:pt x="3176" y="1542"/>
                    </a:lnTo>
                    <a:lnTo>
                      <a:pt x="3176" y="771"/>
                    </a:lnTo>
                    <a:lnTo>
                      <a:pt x="4447" y="771"/>
                    </a:lnTo>
                    <a:lnTo>
                      <a:pt x="5082" y="0"/>
                    </a:lnTo>
                    <a:lnTo>
                      <a:pt x="6988" y="0"/>
                    </a:lnTo>
                    <a:lnTo>
                      <a:pt x="10800" y="1542"/>
                    </a:lnTo>
                    <a:lnTo>
                      <a:pt x="13341" y="3857"/>
                    </a:lnTo>
                    <a:lnTo>
                      <a:pt x="13976" y="3085"/>
                    </a:lnTo>
                    <a:lnTo>
                      <a:pt x="19058" y="3085"/>
                    </a:lnTo>
                    <a:lnTo>
                      <a:pt x="20329" y="3857"/>
                    </a:lnTo>
                    <a:lnTo>
                      <a:pt x="20964" y="4628"/>
                    </a:lnTo>
                    <a:lnTo>
                      <a:pt x="21599" y="6171"/>
                    </a:lnTo>
                    <a:lnTo>
                      <a:pt x="21599" y="6942"/>
                    </a:lnTo>
                    <a:lnTo>
                      <a:pt x="20964" y="8485"/>
                    </a:lnTo>
                    <a:lnTo>
                      <a:pt x="20964" y="10028"/>
                    </a:lnTo>
                    <a:lnTo>
                      <a:pt x="20329" y="11571"/>
                    </a:lnTo>
                    <a:lnTo>
                      <a:pt x="20329" y="13114"/>
                    </a:lnTo>
                    <a:lnTo>
                      <a:pt x="17152" y="14657"/>
                    </a:lnTo>
                    <a:lnTo>
                      <a:pt x="15882" y="16200"/>
                    </a:lnTo>
                    <a:lnTo>
                      <a:pt x="14611" y="16200"/>
                    </a:lnTo>
                    <a:lnTo>
                      <a:pt x="13341" y="20057"/>
                    </a:lnTo>
                    <a:lnTo>
                      <a:pt x="7623" y="21600"/>
                    </a:lnTo>
                    <a:lnTo>
                      <a:pt x="635" y="1388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3" name="AutoShape 187">
                <a:extLst>
                  <a:ext uri="{FF2B5EF4-FFF2-40B4-BE49-F238E27FC236}">
                    <a16:creationId xmlns:a16="http://schemas.microsoft.com/office/drawing/2014/main" id="{D2C01508-4A48-1979-5F13-D8469197D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954" y="1548223"/>
                <a:ext cx="51448" cy="58302"/>
              </a:xfrm>
              <a:custGeom>
                <a:avLst/>
                <a:gdLst>
                  <a:gd name="T0" fmla="*/ 25724 w 21600"/>
                  <a:gd name="T1" fmla="*/ 29151 h 21600"/>
                  <a:gd name="T2" fmla="*/ 25724 w 21600"/>
                  <a:gd name="T3" fmla="*/ 29151 h 21600"/>
                  <a:gd name="T4" fmla="*/ 25724 w 21600"/>
                  <a:gd name="T5" fmla="*/ 29151 h 21600"/>
                  <a:gd name="T6" fmla="*/ 25724 w 21600"/>
                  <a:gd name="T7" fmla="*/ 2915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600" y="0"/>
                    </a:moveTo>
                    <a:lnTo>
                      <a:pt x="3600" y="981"/>
                    </a:lnTo>
                    <a:lnTo>
                      <a:pt x="1200" y="1963"/>
                    </a:lnTo>
                    <a:lnTo>
                      <a:pt x="0" y="2945"/>
                    </a:lnTo>
                    <a:lnTo>
                      <a:pt x="0" y="4909"/>
                    </a:lnTo>
                    <a:lnTo>
                      <a:pt x="1200" y="5890"/>
                    </a:lnTo>
                    <a:lnTo>
                      <a:pt x="2400" y="7854"/>
                    </a:lnTo>
                    <a:lnTo>
                      <a:pt x="4800" y="9818"/>
                    </a:lnTo>
                    <a:lnTo>
                      <a:pt x="6000" y="11781"/>
                    </a:lnTo>
                    <a:lnTo>
                      <a:pt x="8400" y="13745"/>
                    </a:lnTo>
                    <a:lnTo>
                      <a:pt x="9600" y="15709"/>
                    </a:lnTo>
                    <a:lnTo>
                      <a:pt x="9600" y="18654"/>
                    </a:lnTo>
                    <a:lnTo>
                      <a:pt x="10800" y="19636"/>
                    </a:lnTo>
                    <a:lnTo>
                      <a:pt x="10800" y="20618"/>
                    </a:lnTo>
                    <a:lnTo>
                      <a:pt x="13200" y="21599"/>
                    </a:lnTo>
                    <a:lnTo>
                      <a:pt x="15600" y="21599"/>
                    </a:lnTo>
                    <a:lnTo>
                      <a:pt x="18000" y="20618"/>
                    </a:lnTo>
                    <a:lnTo>
                      <a:pt x="20400" y="18654"/>
                    </a:lnTo>
                    <a:lnTo>
                      <a:pt x="20400" y="7854"/>
                    </a:lnTo>
                    <a:lnTo>
                      <a:pt x="21599" y="6872"/>
                    </a:lnTo>
                    <a:lnTo>
                      <a:pt x="20400" y="6872"/>
                    </a:lnTo>
                    <a:lnTo>
                      <a:pt x="19200" y="5890"/>
                    </a:lnTo>
                    <a:lnTo>
                      <a:pt x="16800" y="4909"/>
                    </a:lnTo>
                    <a:lnTo>
                      <a:pt x="14400" y="2945"/>
                    </a:lnTo>
                    <a:lnTo>
                      <a:pt x="12000" y="1963"/>
                    </a:lnTo>
                    <a:lnTo>
                      <a:pt x="7200" y="1963"/>
                    </a:lnTo>
                    <a:lnTo>
                      <a:pt x="6000" y="981"/>
                    </a:lnTo>
                    <a:lnTo>
                      <a:pt x="4800" y="981"/>
                    </a:lnTo>
                    <a:lnTo>
                      <a:pt x="36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4" name="AutoShape 188">
                <a:extLst>
                  <a:ext uri="{FF2B5EF4-FFF2-40B4-BE49-F238E27FC236}">
                    <a16:creationId xmlns:a16="http://schemas.microsoft.com/office/drawing/2014/main" id="{818E74EA-2832-5109-7C1C-A1B47DDEC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103" y="1386568"/>
                <a:ext cx="209746" cy="161656"/>
              </a:xfrm>
              <a:custGeom>
                <a:avLst/>
                <a:gdLst>
                  <a:gd name="T0" fmla="*/ 104873 w 21600"/>
                  <a:gd name="T1" fmla="*/ 80828 h 21600"/>
                  <a:gd name="T2" fmla="*/ 104873 w 21600"/>
                  <a:gd name="T3" fmla="*/ 80828 h 21600"/>
                  <a:gd name="T4" fmla="*/ 104873 w 21600"/>
                  <a:gd name="T5" fmla="*/ 80828 h 21600"/>
                  <a:gd name="T6" fmla="*/ 104873 w 21600"/>
                  <a:gd name="T7" fmla="*/ 8082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00" y="18767"/>
                    </a:moveTo>
                    <a:lnTo>
                      <a:pt x="0" y="20183"/>
                    </a:lnTo>
                    <a:lnTo>
                      <a:pt x="2100" y="20891"/>
                    </a:lnTo>
                    <a:lnTo>
                      <a:pt x="3300" y="20183"/>
                    </a:lnTo>
                    <a:lnTo>
                      <a:pt x="5700" y="19475"/>
                    </a:lnTo>
                    <a:lnTo>
                      <a:pt x="8700" y="18767"/>
                    </a:lnTo>
                    <a:lnTo>
                      <a:pt x="9300" y="20891"/>
                    </a:lnTo>
                    <a:lnTo>
                      <a:pt x="9300" y="21245"/>
                    </a:lnTo>
                    <a:lnTo>
                      <a:pt x="9900" y="21245"/>
                    </a:lnTo>
                    <a:lnTo>
                      <a:pt x="10200" y="21599"/>
                    </a:lnTo>
                    <a:lnTo>
                      <a:pt x="11100" y="21245"/>
                    </a:lnTo>
                    <a:lnTo>
                      <a:pt x="11700" y="20537"/>
                    </a:lnTo>
                    <a:lnTo>
                      <a:pt x="12300" y="20183"/>
                    </a:lnTo>
                    <a:lnTo>
                      <a:pt x="12600" y="19475"/>
                    </a:lnTo>
                    <a:lnTo>
                      <a:pt x="12900" y="19475"/>
                    </a:lnTo>
                    <a:lnTo>
                      <a:pt x="15000" y="18767"/>
                    </a:lnTo>
                    <a:lnTo>
                      <a:pt x="15300" y="18413"/>
                    </a:lnTo>
                    <a:lnTo>
                      <a:pt x="15600" y="18413"/>
                    </a:lnTo>
                    <a:lnTo>
                      <a:pt x="15899" y="17704"/>
                    </a:lnTo>
                    <a:lnTo>
                      <a:pt x="16800" y="17350"/>
                    </a:lnTo>
                    <a:lnTo>
                      <a:pt x="18000" y="15934"/>
                    </a:lnTo>
                    <a:lnTo>
                      <a:pt x="18600" y="15580"/>
                    </a:lnTo>
                    <a:lnTo>
                      <a:pt x="18900" y="14872"/>
                    </a:lnTo>
                    <a:lnTo>
                      <a:pt x="19500" y="14163"/>
                    </a:lnTo>
                    <a:lnTo>
                      <a:pt x="20700" y="11331"/>
                    </a:lnTo>
                    <a:lnTo>
                      <a:pt x="20700" y="9206"/>
                    </a:lnTo>
                    <a:lnTo>
                      <a:pt x="20400" y="8498"/>
                    </a:lnTo>
                    <a:lnTo>
                      <a:pt x="20400" y="7436"/>
                    </a:lnTo>
                    <a:lnTo>
                      <a:pt x="21000" y="6727"/>
                    </a:lnTo>
                    <a:lnTo>
                      <a:pt x="21599" y="5311"/>
                    </a:lnTo>
                    <a:lnTo>
                      <a:pt x="21599" y="3540"/>
                    </a:lnTo>
                    <a:lnTo>
                      <a:pt x="21300" y="2478"/>
                    </a:lnTo>
                    <a:lnTo>
                      <a:pt x="21300" y="1416"/>
                    </a:lnTo>
                    <a:lnTo>
                      <a:pt x="21000" y="708"/>
                    </a:lnTo>
                    <a:lnTo>
                      <a:pt x="21000" y="0"/>
                    </a:lnTo>
                    <a:lnTo>
                      <a:pt x="20400" y="0"/>
                    </a:lnTo>
                    <a:lnTo>
                      <a:pt x="19800" y="354"/>
                    </a:lnTo>
                    <a:lnTo>
                      <a:pt x="18900" y="708"/>
                    </a:lnTo>
                    <a:lnTo>
                      <a:pt x="17700" y="2124"/>
                    </a:lnTo>
                    <a:lnTo>
                      <a:pt x="17400" y="3186"/>
                    </a:lnTo>
                    <a:lnTo>
                      <a:pt x="17100" y="4603"/>
                    </a:lnTo>
                    <a:lnTo>
                      <a:pt x="17100" y="5665"/>
                    </a:lnTo>
                    <a:lnTo>
                      <a:pt x="16800" y="6727"/>
                    </a:lnTo>
                    <a:lnTo>
                      <a:pt x="16800" y="7790"/>
                    </a:lnTo>
                    <a:lnTo>
                      <a:pt x="16200" y="8498"/>
                    </a:lnTo>
                    <a:lnTo>
                      <a:pt x="15899" y="9206"/>
                    </a:lnTo>
                    <a:lnTo>
                      <a:pt x="15300" y="10268"/>
                    </a:lnTo>
                    <a:lnTo>
                      <a:pt x="14700" y="10977"/>
                    </a:lnTo>
                    <a:lnTo>
                      <a:pt x="14100" y="12039"/>
                    </a:lnTo>
                    <a:lnTo>
                      <a:pt x="11399" y="14163"/>
                    </a:lnTo>
                    <a:lnTo>
                      <a:pt x="10200" y="15580"/>
                    </a:lnTo>
                    <a:lnTo>
                      <a:pt x="9600" y="15934"/>
                    </a:lnTo>
                    <a:lnTo>
                      <a:pt x="5999" y="15934"/>
                    </a:lnTo>
                    <a:lnTo>
                      <a:pt x="3300" y="16996"/>
                    </a:lnTo>
                    <a:lnTo>
                      <a:pt x="900" y="18767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5" name="AutoShape 189">
                <a:extLst>
                  <a:ext uri="{FF2B5EF4-FFF2-40B4-BE49-F238E27FC236}">
                    <a16:creationId xmlns:a16="http://schemas.microsoft.com/office/drawing/2014/main" id="{DF6D360D-86B7-2339-7EE6-F19889CBE9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6125" y="1540272"/>
                <a:ext cx="34298" cy="21202"/>
              </a:xfrm>
              <a:custGeom>
                <a:avLst/>
                <a:gdLst>
                  <a:gd name="T0" fmla="*/ 17149 w 21600"/>
                  <a:gd name="T1" fmla="*/ 10601 h 21600"/>
                  <a:gd name="T2" fmla="*/ 17149 w 21600"/>
                  <a:gd name="T3" fmla="*/ 10601 h 21600"/>
                  <a:gd name="T4" fmla="*/ 17149 w 21600"/>
                  <a:gd name="T5" fmla="*/ 10601 h 21600"/>
                  <a:gd name="T6" fmla="*/ 17149 w 21600"/>
                  <a:gd name="T7" fmla="*/ 10601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7200" y="0"/>
                    </a:moveTo>
                    <a:lnTo>
                      <a:pt x="0" y="13500"/>
                    </a:lnTo>
                    <a:lnTo>
                      <a:pt x="7200" y="21600"/>
                    </a:lnTo>
                    <a:lnTo>
                      <a:pt x="16200" y="10800"/>
                    </a:lnTo>
                    <a:lnTo>
                      <a:pt x="21600" y="2699"/>
                    </a:lnTo>
                    <a:lnTo>
                      <a:pt x="72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6" name="AutoShape 190">
                <a:extLst>
                  <a:ext uri="{FF2B5EF4-FFF2-40B4-BE49-F238E27FC236}">
                    <a16:creationId xmlns:a16="http://schemas.microsoft.com/office/drawing/2014/main" id="{C2DB8CC6-C376-B49F-133A-4D7E4E5AF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592" y="1328266"/>
                <a:ext cx="113448" cy="79503"/>
              </a:xfrm>
              <a:custGeom>
                <a:avLst/>
                <a:gdLst>
                  <a:gd name="T0" fmla="*/ 56724 w 21600"/>
                  <a:gd name="T1" fmla="*/ 39752 h 21600"/>
                  <a:gd name="T2" fmla="*/ 56724 w 21600"/>
                  <a:gd name="T3" fmla="*/ 39752 h 21600"/>
                  <a:gd name="T4" fmla="*/ 56724 w 21600"/>
                  <a:gd name="T5" fmla="*/ 39752 h 21600"/>
                  <a:gd name="T6" fmla="*/ 56724 w 21600"/>
                  <a:gd name="T7" fmla="*/ 3975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969" y="2159"/>
                    </a:moveTo>
                    <a:lnTo>
                      <a:pt x="8307" y="0"/>
                    </a:lnTo>
                    <a:lnTo>
                      <a:pt x="7753" y="0"/>
                    </a:lnTo>
                    <a:lnTo>
                      <a:pt x="6646" y="1439"/>
                    </a:lnTo>
                    <a:lnTo>
                      <a:pt x="6092" y="4319"/>
                    </a:lnTo>
                    <a:lnTo>
                      <a:pt x="5538" y="6479"/>
                    </a:lnTo>
                    <a:lnTo>
                      <a:pt x="5538" y="9359"/>
                    </a:lnTo>
                    <a:lnTo>
                      <a:pt x="4984" y="10079"/>
                    </a:lnTo>
                    <a:lnTo>
                      <a:pt x="4430" y="11519"/>
                    </a:lnTo>
                    <a:lnTo>
                      <a:pt x="3323" y="12959"/>
                    </a:lnTo>
                    <a:lnTo>
                      <a:pt x="2769" y="15119"/>
                    </a:lnTo>
                    <a:lnTo>
                      <a:pt x="0" y="18719"/>
                    </a:lnTo>
                    <a:lnTo>
                      <a:pt x="0" y="20159"/>
                    </a:lnTo>
                    <a:lnTo>
                      <a:pt x="1107" y="20159"/>
                    </a:lnTo>
                    <a:lnTo>
                      <a:pt x="2215" y="20880"/>
                    </a:lnTo>
                    <a:lnTo>
                      <a:pt x="7199" y="20880"/>
                    </a:lnTo>
                    <a:lnTo>
                      <a:pt x="8307" y="20159"/>
                    </a:lnTo>
                    <a:lnTo>
                      <a:pt x="8861" y="20159"/>
                    </a:lnTo>
                    <a:lnTo>
                      <a:pt x="10523" y="21600"/>
                    </a:lnTo>
                    <a:lnTo>
                      <a:pt x="13292" y="20880"/>
                    </a:lnTo>
                    <a:lnTo>
                      <a:pt x="13846" y="20159"/>
                    </a:lnTo>
                    <a:lnTo>
                      <a:pt x="14399" y="18719"/>
                    </a:lnTo>
                    <a:lnTo>
                      <a:pt x="14953" y="17999"/>
                    </a:lnTo>
                    <a:lnTo>
                      <a:pt x="15507" y="16560"/>
                    </a:lnTo>
                    <a:lnTo>
                      <a:pt x="16615" y="15840"/>
                    </a:lnTo>
                    <a:lnTo>
                      <a:pt x="17723" y="15840"/>
                    </a:lnTo>
                    <a:lnTo>
                      <a:pt x="18276" y="15119"/>
                    </a:lnTo>
                    <a:lnTo>
                      <a:pt x="19384" y="14399"/>
                    </a:lnTo>
                    <a:lnTo>
                      <a:pt x="21600" y="11519"/>
                    </a:lnTo>
                    <a:lnTo>
                      <a:pt x="21600" y="8640"/>
                    </a:lnTo>
                    <a:lnTo>
                      <a:pt x="20492" y="7199"/>
                    </a:lnTo>
                    <a:lnTo>
                      <a:pt x="19384" y="8640"/>
                    </a:lnTo>
                    <a:lnTo>
                      <a:pt x="18276" y="9359"/>
                    </a:lnTo>
                    <a:lnTo>
                      <a:pt x="17169" y="9359"/>
                    </a:lnTo>
                    <a:lnTo>
                      <a:pt x="16061" y="8640"/>
                    </a:lnTo>
                    <a:lnTo>
                      <a:pt x="12738" y="7199"/>
                    </a:lnTo>
                    <a:lnTo>
                      <a:pt x="10523" y="4319"/>
                    </a:lnTo>
                    <a:lnTo>
                      <a:pt x="9969" y="215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7" name="AutoShape 191">
                <a:extLst>
                  <a:ext uri="{FF2B5EF4-FFF2-40B4-BE49-F238E27FC236}">
                    <a16:creationId xmlns:a16="http://schemas.microsoft.com/office/drawing/2014/main" id="{D17801B5-F720-C65B-06CA-3B985CDDF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743" y="1513772"/>
                <a:ext cx="116086" cy="45052"/>
              </a:xfrm>
              <a:custGeom>
                <a:avLst/>
                <a:gdLst>
                  <a:gd name="T0" fmla="*/ 58043 w 21600"/>
                  <a:gd name="T1" fmla="*/ 22526 h 21600"/>
                  <a:gd name="T2" fmla="*/ 58043 w 21600"/>
                  <a:gd name="T3" fmla="*/ 22526 h 21600"/>
                  <a:gd name="T4" fmla="*/ 58043 w 21600"/>
                  <a:gd name="T5" fmla="*/ 22526 h 21600"/>
                  <a:gd name="T6" fmla="*/ 58043 w 21600"/>
                  <a:gd name="T7" fmla="*/ 225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660" y="0"/>
                    </a:moveTo>
                    <a:lnTo>
                      <a:pt x="14039" y="1270"/>
                    </a:lnTo>
                    <a:lnTo>
                      <a:pt x="4319" y="1270"/>
                    </a:lnTo>
                    <a:lnTo>
                      <a:pt x="0" y="10164"/>
                    </a:lnTo>
                    <a:lnTo>
                      <a:pt x="0" y="13976"/>
                    </a:lnTo>
                    <a:lnTo>
                      <a:pt x="539" y="15247"/>
                    </a:lnTo>
                    <a:lnTo>
                      <a:pt x="539" y="17788"/>
                    </a:lnTo>
                    <a:lnTo>
                      <a:pt x="1079" y="19058"/>
                    </a:lnTo>
                    <a:lnTo>
                      <a:pt x="2159" y="19058"/>
                    </a:lnTo>
                    <a:lnTo>
                      <a:pt x="3240" y="17788"/>
                    </a:lnTo>
                    <a:lnTo>
                      <a:pt x="4319" y="17788"/>
                    </a:lnTo>
                    <a:lnTo>
                      <a:pt x="5399" y="19058"/>
                    </a:lnTo>
                    <a:lnTo>
                      <a:pt x="7019" y="21599"/>
                    </a:lnTo>
                    <a:lnTo>
                      <a:pt x="7019" y="20329"/>
                    </a:lnTo>
                    <a:lnTo>
                      <a:pt x="8100" y="17788"/>
                    </a:lnTo>
                    <a:lnTo>
                      <a:pt x="10800" y="16517"/>
                    </a:lnTo>
                    <a:lnTo>
                      <a:pt x="15660" y="15247"/>
                    </a:lnTo>
                    <a:lnTo>
                      <a:pt x="15660" y="12705"/>
                    </a:lnTo>
                    <a:lnTo>
                      <a:pt x="16200" y="10164"/>
                    </a:lnTo>
                    <a:lnTo>
                      <a:pt x="16739" y="8894"/>
                    </a:lnTo>
                    <a:lnTo>
                      <a:pt x="17820" y="7623"/>
                    </a:lnTo>
                    <a:lnTo>
                      <a:pt x="19439" y="6352"/>
                    </a:lnTo>
                    <a:lnTo>
                      <a:pt x="21600" y="6352"/>
                    </a:lnTo>
                    <a:lnTo>
                      <a:pt x="21059" y="5082"/>
                    </a:lnTo>
                    <a:lnTo>
                      <a:pt x="18900" y="5082"/>
                    </a:lnTo>
                    <a:lnTo>
                      <a:pt x="17279" y="3811"/>
                    </a:lnTo>
                    <a:lnTo>
                      <a:pt x="16200" y="2541"/>
                    </a:lnTo>
                    <a:lnTo>
                      <a:pt x="15660" y="0"/>
                    </a:lnTo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8" name="AutoShape 192">
                <a:extLst>
                  <a:ext uri="{FF2B5EF4-FFF2-40B4-BE49-F238E27FC236}">
                    <a16:creationId xmlns:a16="http://schemas.microsoft.com/office/drawing/2014/main" id="{CDC4899A-4472-9FA5-A768-3D0C657AEA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743" y="1513772"/>
                <a:ext cx="116086" cy="45052"/>
              </a:xfrm>
              <a:custGeom>
                <a:avLst/>
                <a:gdLst>
                  <a:gd name="T0" fmla="*/ 58043 w 21600"/>
                  <a:gd name="T1" fmla="*/ 22526 h 21600"/>
                  <a:gd name="T2" fmla="*/ 58043 w 21600"/>
                  <a:gd name="T3" fmla="*/ 22526 h 21600"/>
                  <a:gd name="T4" fmla="*/ 58043 w 21600"/>
                  <a:gd name="T5" fmla="*/ 22526 h 21600"/>
                  <a:gd name="T6" fmla="*/ 58043 w 21600"/>
                  <a:gd name="T7" fmla="*/ 225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120" y="0"/>
                    </a:moveTo>
                    <a:lnTo>
                      <a:pt x="13499" y="1270"/>
                    </a:lnTo>
                    <a:lnTo>
                      <a:pt x="4319" y="1270"/>
                    </a:lnTo>
                    <a:lnTo>
                      <a:pt x="0" y="10164"/>
                    </a:lnTo>
                    <a:lnTo>
                      <a:pt x="0" y="13976"/>
                    </a:lnTo>
                    <a:lnTo>
                      <a:pt x="539" y="15247"/>
                    </a:lnTo>
                    <a:lnTo>
                      <a:pt x="539" y="17788"/>
                    </a:lnTo>
                    <a:lnTo>
                      <a:pt x="1079" y="19058"/>
                    </a:lnTo>
                    <a:lnTo>
                      <a:pt x="2159" y="19058"/>
                    </a:lnTo>
                    <a:lnTo>
                      <a:pt x="3240" y="17788"/>
                    </a:lnTo>
                    <a:lnTo>
                      <a:pt x="4319" y="17788"/>
                    </a:lnTo>
                    <a:lnTo>
                      <a:pt x="5399" y="19058"/>
                    </a:lnTo>
                    <a:lnTo>
                      <a:pt x="7019" y="21599"/>
                    </a:lnTo>
                    <a:lnTo>
                      <a:pt x="7019" y="20329"/>
                    </a:lnTo>
                    <a:lnTo>
                      <a:pt x="8100" y="17788"/>
                    </a:lnTo>
                    <a:lnTo>
                      <a:pt x="10800" y="16517"/>
                    </a:lnTo>
                    <a:lnTo>
                      <a:pt x="15660" y="15247"/>
                    </a:lnTo>
                    <a:lnTo>
                      <a:pt x="15660" y="12705"/>
                    </a:lnTo>
                    <a:lnTo>
                      <a:pt x="16200" y="10164"/>
                    </a:lnTo>
                    <a:lnTo>
                      <a:pt x="16739" y="8894"/>
                    </a:lnTo>
                    <a:lnTo>
                      <a:pt x="17820" y="7623"/>
                    </a:lnTo>
                    <a:lnTo>
                      <a:pt x="19439" y="6352"/>
                    </a:lnTo>
                    <a:lnTo>
                      <a:pt x="21600" y="6352"/>
                    </a:lnTo>
                    <a:lnTo>
                      <a:pt x="21059" y="5082"/>
                    </a:lnTo>
                    <a:lnTo>
                      <a:pt x="18900" y="5082"/>
                    </a:lnTo>
                    <a:lnTo>
                      <a:pt x="17279" y="3811"/>
                    </a:lnTo>
                    <a:lnTo>
                      <a:pt x="16200" y="2541"/>
                    </a:lnTo>
                    <a:lnTo>
                      <a:pt x="1512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49" name="AutoShape 193">
                <a:extLst>
                  <a:ext uri="{FF2B5EF4-FFF2-40B4-BE49-F238E27FC236}">
                    <a16:creationId xmlns:a16="http://schemas.microsoft.com/office/drawing/2014/main" id="{586A1303-2774-73E3-02F7-8698195E2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56" y="-1"/>
                <a:ext cx="2544636" cy="1374644"/>
              </a:xfrm>
              <a:custGeom>
                <a:avLst/>
                <a:gdLst>
                  <a:gd name="T0" fmla="*/ 1272318 w 21600"/>
                  <a:gd name="T1" fmla="*/ 688086 h 21588"/>
                  <a:gd name="T2" fmla="*/ 1272318 w 21600"/>
                  <a:gd name="T3" fmla="*/ 688086 h 21588"/>
                  <a:gd name="T4" fmla="*/ 1272318 w 21600"/>
                  <a:gd name="T5" fmla="*/ 688086 h 21588"/>
                  <a:gd name="T6" fmla="*/ 1272318 w 21600"/>
                  <a:gd name="T7" fmla="*/ 688086 h 215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588">
                    <a:moveTo>
                      <a:pt x="42" y="18528"/>
                    </a:moveTo>
                    <a:lnTo>
                      <a:pt x="728" y="18348"/>
                    </a:lnTo>
                    <a:lnTo>
                      <a:pt x="1372" y="18239"/>
                    </a:lnTo>
                    <a:lnTo>
                      <a:pt x="2058" y="17661"/>
                    </a:lnTo>
                    <a:lnTo>
                      <a:pt x="2379" y="17155"/>
                    </a:lnTo>
                    <a:lnTo>
                      <a:pt x="3151" y="17481"/>
                    </a:lnTo>
                    <a:lnTo>
                      <a:pt x="3687" y="17625"/>
                    </a:lnTo>
                    <a:cubicBezTo>
                      <a:pt x="3870" y="16578"/>
                      <a:pt x="3968" y="17627"/>
                      <a:pt x="4108" y="17628"/>
                    </a:cubicBezTo>
                    <a:lnTo>
                      <a:pt x="4672" y="18299"/>
                    </a:lnTo>
                    <a:lnTo>
                      <a:pt x="5882" y="18661"/>
                    </a:lnTo>
                    <a:lnTo>
                      <a:pt x="6025" y="18661"/>
                    </a:lnTo>
                    <a:lnTo>
                      <a:pt x="6139" y="18469"/>
                    </a:lnTo>
                    <a:lnTo>
                      <a:pt x="6423" y="18613"/>
                    </a:lnTo>
                    <a:lnTo>
                      <a:pt x="6594" y="18517"/>
                    </a:lnTo>
                    <a:lnTo>
                      <a:pt x="6907" y="18997"/>
                    </a:lnTo>
                    <a:lnTo>
                      <a:pt x="7050" y="19285"/>
                    </a:lnTo>
                    <a:lnTo>
                      <a:pt x="7221" y="18853"/>
                    </a:lnTo>
                    <a:lnTo>
                      <a:pt x="7221" y="18613"/>
                    </a:lnTo>
                    <a:lnTo>
                      <a:pt x="7363" y="18709"/>
                    </a:lnTo>
                    <a:lnTo>
                      <a:pt x="7648" y="18229"/>
                    </a:lnTo>
                    <a:lnTo>
                      <a:pt x="7876" y="18421"/>
                    </a:lnTo>
                    <a:lnTo>
                      <a:pt x="8132" y="18325"/>
                    </a:lnTo>
                    <a:lnTo>
                      <a:pt x="8360" y="18325"/>
                    </a:lnTo>
                    <a:lnTo>
                      <a:pt x="8787" y="18805"/>
                    </a:lnTo>
                    <a:lnTo>
                      <a:pt x="9157" y="18853"/>
                    </a:lnTo>
                    <a:lnTo>
                      <a:pt x="9527" y="18661"/>
                    </a:lnTo>
                    <a:lnTo>
                      <a:pt x="9698" y="18277"/>
                    </a:lnTo>
                    <a:lnTo>
                      <a:pt x="9840" y="18277"/>
                    </a:lnTo>
                    <a:lnTo>
                      <a:pt x="10410" y="18757"/>
                    </a:lnTo>
                    <a:lnTo>
                      <a:pt x="10637" y="18469"/>
                    </a:lnTo>
                    <a:lnTo>
                      <a:pt x="10666" y="18037"/>
                    </a:lnTo>
                    <a:lnTo>
                      <a:pt x="10808" y="17270"/>
                    </a:lnTo>
                    <a:lnTo>
                      <a:pt x="11121" y="17174"/>
                    </a:lnTo>
                    <a:lnTo>
                      <a:pt x="11378" y="17222"/>
                    </a:lnTo>
                    <a:cubicBezTo>
                      <a:pt x="11554" y="17618"/>
                      <a:pt x="11454" y="17606"/>
                      <a:pt x="11577" y="17606"/>
                    </a:cubicBezTo>
                    <a:lnTo>
                      <a:pt x="11634" y="18037"/>
                    </a:lnTo>
                    <a:lnTo>
                      <a:pt x="11919" y="18757"/>
                    </a:lnTo>
                    <a:lnTo>
                      <a:pt x="12004" y="19141"/>
                    </a:lnTo>
                    <a:lnTo>
                      <a:pt x="12260" y="19093"/>
                    </a:lnTo>
                    <a:lnTo>
                      <a:pt x="12374" y="19333"/>
                    </a:lnTo>
                    <a:lnTo>
                      <a:pt x="12545" y="19573"/>
                    </a:lnTo>
                    <a:lnTo>
                      <a:pt x="12716" y="19477"/>
                    </a:lnTo>
                    <a:lnTo>
                      <a:pt x="12858" y="19045"/>
                    </a:lnTo>
                    <a:lnTo>
                      <a:pt x="13115" y="18805"/>
                    </a:lnTo>
                    <a:lnTo>
                      <a:pt x="13086" y="19237"/>
                    </a:lnTo>
                    <a:lnTo>
                      <a:pt x="12773" y="20148"/>
                    </a:lnTo>
                    <a:lnTo>
                      <a:pt x="12488" y="20724"/>
                    </a:lnTo>
                    <a:lnTo>
                      <a:pt x="12460" y="21108"/>
                    </a:lnTo>
                    <a:lnTo>
                      <a:pt x="12517" y="21348"/>
                    </a:lnTo>
                    <a:lnTo>
                      <a:pt x="12773" y="21587"/>
                    </a:lnTo>
                    <a:lnTo>
                      <a:pt x="13257" y="20580"/>
                    </a:lnTo>
                    <a:lnTo>
                      <a:pt x="13627" y="19381"/>
                    </a:lnTo>
                    <a:lnTo>
                      <a:pt x="13769" y="18757"/>
                    </a:lnTo>
                    <a:cubicBezTo>
                      <a:pt x="13799" y="18453"/>
                      <a:pt x="13740" y="18469"/>
                      <a:pt x="13826" y="18469"/>
                    </a:cubicBezTo>
                    <a:lnTo>
                      <a:pt x="13969" y="18037"/>
                    </a:lnTo>
                    <a:lnTo>
                      <a:pt x="13969" y="17270"/>
                    </a:lnTo>
                    <a:cubicBezTo>
                      <a:pt x="13939" y="16726"/>
                      <a:pt x="14045" y="16742"/>
                      <a:pt x="13912" y="16742"/>
                    </a:cubicBezTo>
                    <a:lnTo>
                      <a:pt x="13769" y="16742"/>
                    </a:lnTo>
                    <a:lnTo>
                      <a:pt x="13485" y="16838"/>
                    </a:lnTo>
                    <a:lnTo>
                      <a:pt x="13171" y="16646"/>
                    </a:lnTo>
                    <a:lnTo>
                      <a:pt x="13143" y="16406"/>
                    </a:lnTo>
                    <a:lnTo>
                      <a:pt x="13456" y="16071"/>
                    </a:lnTo>
                    <a:lnTo>
                      <a:pt x="13485" y="15783"/>
                    </a:lnTo>
                    <a:lnTo>
                      <a:pt x="14282" y="14248"/>
                    </a:lnTo>
                    <a:lnTo>
                      <a:pt x="15222" y="14535"/>
                    </a:lnTo>
                    <a:lnTo>
                      <a:pt x="15193" y="14296"/>
                    </a:lnTo>
                    <a:cubicBezTo>
                      <a:pt x="15372" y="14144"/>
                      <a:pt x="15300" y="14152"/>
                      <a:pt x="15392" y="14152"/>
                    </a:cubicBezTo>
                    <a:lnTo>
                      <a:pt x="15592" y="14152"/>
                    </a:lnTo>
                    <a:lnTo>
                      <a:pt x="15677" y="14583"/>
                    </a:lnTo>
                    <a:lnTo>
                      <a:pt x="16218" y="14343"/>
                    </a:lnTo>
                    <a:lnTo>
                      <a:pt x="16190" y="14008"/>
                    </a:lnTo>
                    <a:lnTo>
                      <a:pt x="16731" y="13288"/>
                    </a:lnTo>
                    <a:lnTo>
                      <a:pt x="17072" y="13000"/>
                    </a:lnTo>
                    <a:lnTo>
                      <a:pt x="17072" y="13192"/>
                    </a:lnTo>
                    <a:lnTo>
                      <a:pt x="16930" y="13576"/>
                    </a:lnTo>
                    <a:lnTo>
                      <a:pt x="17072" y="13624"/>
                    </a:lnTo>
                    <a:lnTo>
                      <a:pt x="17414" y="13000"/>
                    </a:lnTo>
                    <a:lnTo>
                      <a:pt x="17471" y="13624"/>
                    </a:lnTo>
                    <a:lnTo>
                      <a:pt x="17072" y="14008"/>
                    </a:lnTo>
                    <a:lnTo>
                      <a:pt x="16930" y="14343"/>
                    </a:lnTo>
                    <a:lnTo>
                      <a:pt x="16759" y="14775"/>
                    </a:lnTo>
                    <a:lnTo>
                      <a:pt x="16446" y="15255"/>
                    </a:lnTo>
                    <a:lnTo>
                      <a:pt x="16161" y="16310"/>
                    </a:lnTo>
                    <a:lnTo>
                      <a:pt x="16389" y="17798"/>
                    </a:lnTo>
                    <a:lnTo>
                      <a:pt x="16531" y="18133"/>
                    </a:lnTo>
                    <a:lnTo>
                      <a:pt x="16930" y="17174"/>
                    </a:lnTo>
                    <a:lnTo>
                      <a:pt x="17158" y="16598"/>
                    </a:lnTo>
                    <a:lnTo>
                      <a:pt x="17329" y="16598"/>
                    </a:lnTo>
                    <a:lnTo>
                      <a:pt x="17300" y="15927"/>
                    </a:lnTo>
                    <a:lnTo>
                      <a:pt x="17471" y="15255"/>
                    </a:lnTo>
                    <a:lnTo>
                      <a:pt x="17329" y="14823"/>
                    </a:lnTo>
                    <a:lnTo>
                      <a:pt x="17385" y="14535"/>
                    </a:lnTo>
                    <a:lnTo>
                      <a:pt x="17699" y="14535"/>
                    </a:lnTo>
                    <a:lnTo>
                      <a:pt x="17756" y="14296"/>
                    </a:lnTo>
                    <a:lnTo>
                      <a:pt x="17756" y="14104"/>
                    </a:lnTo>
                    <a:lnTo>
                      <a:pt x="17926" y="14008"/>
                    </a:lnTo>
                    <a:lnTo>
                      <a:pt x="18325" y="13624"/>
                    </a:lnTo>
                    <a:lnTo>
                      <a:pt x="18496" y="13576"/>
                    </a:lnTo>
                    <a:lnTo>
                      <a:pt x="18838" y="13768"/>
                    </a:lnTo>
                    <a:lnTo>
                      <a:pt x="19008" y="13192"/>
                    </a:lnTo>
                    <a:cubicBezTo>
                      <a:pt x="19273" y="12944"/>
                      <a:pt x="19167" y="12952"/>
                      <a:pt x="19293" y="12952"/>
                    </a:cubicBezTo>
                    <a:lnTo>
                      <a:pt x="19379" y="12664"/>
                    </a:lnTo>
                    <a:lnTo>
                      <a:pt x="19749" y="12760"/>
                    </a:lnTo>
                    <a:lnTo>
                      <a:pt x="20062" y="12425"/>
                    </a:lnTo>
                    <a:cubicBezTo>
                      <a:pt x="19829" y="11836"/>
                      <a:pt x="19971" y="11849"/>
                      <a:pt x="19806" y="11849"/>
                    </a:cubicBezTo>
                    <a:lnTo>
                      <a:pt x="19606" y="11513"/>
                    </a:lnTo>
                    <a:lnTo>
                      <a:pt x="19606" y="11273"/>
                    </a:lnTo>
                    <a:lnTo>
                      <a:pt x="19806" y="11273"/>
                    </a:lnTo>
                    <a:lnTo>
                      <a:pt x="20176" y="10745"/>
                    </a:lnTo>
                    <a:lnTo>
                      <a:pt x="20147" y="10362"/>
                    </a:lnTo>
                    <a:lnTo>
                      <a:pt x="20290" y="10266"/>
                    </a:lnTo>
                    <a:lnTo>
                      <a:pt x="20347" y="10602"/>
                    </a:lnTo>
                    <a:lnTo>
                      <a:pt x="20717" y="10937"/>
                    </a:lnTo>
                    <a:lnTo>
                      <a:pt x="21030" y="11513"/>
                    </a:lnTo>
                    <a:lnTo>
                      <a:pt x="21172" y="11513"/>
                    </a:lnTo>
                    <a:lnTo>
                      <a:pt x="21258" y="10745"/>
                    </a:lnTo>
                    <a:lnTo>
                      <a:pt x="21429" y="10745"/>
                    </a:lnTo>
                    <a:lnTo>
                      <a:pt x="21600" y="10410"/>
                    </a:lnTo>
                    <a:lnTo>
                      <a:pt x="21087" y="9834"/>
                    </a:lnTo>
                    <a:lnTo>
                      <a:pt x="20831" y="10026"/>
                    </a:lnTo>
                    <a:lnTo>
                      <a:pt x="20688" y="9402"/>
                    </a:lnTo>
                    <a:lnTo>
                      <a:pt x="20318" y="8827"/>
                    </a:lnTo>
                    <a:lnTo>
                      <a:pt x="19920" y="8491"/>
                    </a:lnTo>
                    <a:lnTo>
                      <a:pt x="19635" y="8011"/>
                    </a:lnTo>
                    <a:lnTo>
                      <a:pt x="19293" y="7771"/>
                    </a:lnTo>
                    <a:lnTo>
                      <a:pt x="18866" y="7675"/>
                    </a:lnTo>
                    <a:lnTo>
                      <a:pt x="18695" y="7579"/>
                    </a:lnTo>
                    <a:lnTo>
                      <a:pt x="18752" y="8155"/>
                    </a:lnTo>
                    <a:lnTo>
                      <a:pt x="18724" y="8587"/>
                    </a:lnTo>
                    <a:lnTo>
                      <a:pt x="18524" y="8683"/>
                    </a:lnTo>
                    <a:lnTo>
                      <a:pt x="18439" y="8299"/>
                    </a:lnTo>
                    <a:lnTo>
                      <a:pt x="18297" y="8011"/>
                    </a:lnTo>
                    <a:lnTo>
                      <a:pt x="18467" y="7771"/>
                    </a:lnTo>
                    <a:lnTo>
                      <a:pt x="18411" y="7627"/>
                    </a:lnTo>
                    <a:lnTo>
                      <a:pt x="18069" y="7819"/>
                    </a:lnTo>
                    <a:lnTo>
                      <a:pt x="17926" y="7915"/>
                    </a:lnTo>
                    <a:lnTo>
                      <a:pt x="17357" y="7915"/>
                    </a:lnTo>
                    <a:lnTo>
                      <a:pt x="17129" y="8203"/>
                    </a:lnTo>
                    <a:lnTo>
                      <a:pt x="17044" y="7963"/>
                    </a:lnTo>
                    <a:lnTo>
                      <a:pt x="17044" y="7339"/>
                    </a:lnTo>
                    <a:lnTo>
                      <a:pt x="16816" y="6908"/>
                    </a:lnTo>
                    <a:lnTo>
                      <a:pt x="16446" y="6764"/>
                    </a:lnTo>
                    <a:lnTo>
                      <a:pt x="15876" y="6908"/>
                    </a:lnTo>
                    <a:lnTo>
                      <a:pt x="15649" y="6620"/>
                    </a:lnTo>
                    <a:lnTo>
                      <a:pt x="15592" y="6764"/>
                    </a:lnTo>
                    <a:lnTo>
                      <a:pt x="15563" y="6428"/>
                    </a:lnTo>
                    <a:lnTo>
                      <a:pt x="15364" y="5660"/>
                    </a:lnTo>
                    <a:lnTo>
                      <a:pt x="15165" y="5708"/>
                    </a:lnTo>
                    <a:lnTo>
                      <a:pt x="14965" y="6044"/>
                    </a:lnTo>
                    <a:lnTo>
                      <a:pt x="14908" y="5660"/>
                    </a:lnTo>
                    <a:lnTo>
                      <a:pt x="14738" y="5564"/>
                    </a:lnTo>
                    <a:lnTo>
                      <a:pt x="14197" y="5372"/>
                    </a:lnTo>
                    <a:lnTo>
                      <a:pt x="14054" y="5468"/>
                    </a:lnTo>
                    <a:lnTo>
                      <a:pt x="13912" y="5660"/>
                    </a:lnTo>
                    <a:lnTo>
                      <a:pt x="13826" y="5900"/>
                    </a:lnTo>
                    <a:lnTo>
                      <a:pt x="13826" y="6428"/>
                    </a:lnTo>
                    <a:lnTo>
                      <a:pt x="13570" y="6620"/>
                    </a:lnTo>
                    <a:lnTo>
                      <a:pt x="13342" y="6332"/>
                    </a:lnTo>
                    <a:lnTo>
                      <a:pt x="13143" y="6428"/>
                    </a:lnTo>
                    <a:lnTo>
                      <a:pt x="12858" y="6428"/>
                    </a:lnTo>
                    <a:lnTo>
                      <a:pt x="12830" y="6092"/>
                    </a:lnTo>
                    <a:lnTo>
                      <a:pt x="12631" y="6476"/>
                    </a:lnTo>
                    <a:lnTo>
                      <a:pt x="12517" y="6908"/>
                    </a:lnTo>
                    <a:lnTo>
                      <a:pt x="12374" y="6332"/>
                    </a:lnTo>
                    <a:lnTo>
                      <a:pt x="12374" y="5372"/>
                    </a:lnTo>
                    <a:lnTo>
                      <a:pt x="12317" y="4893"/>
                    </a:lnTo>
                    <a:lnTo>
                      <a:pt x="12090" y="4893"/>
                    </a:lnTo>
                    <a:lnTo>
                      <a:pt x="11862" y="4797"/>
                    </a:lnTo>
                    <a:lnTo>
                      <a:pt x="11435" y="4797"/>
                    </a:lnTo>
                    <a:lnTo>
                      <a:pt x="11178" y="5133"/>
                    </a:lnTo>
                    <a:lnTo>
                      <a:pt x="10552" y="4749"/>
                    </a:lnTo>
                    <a:lnTo>
                      <a:pt x="10410" y="4461"/>
                    </a:lnTo>
                    <a:lnTo>
                      <a:pt x="9812" y="4269"/>
                    </a:lnTo>
                    <a:lnTo>
                      <a:pt x="9669" y="3981"/>
                    </a:lnTo>
                    <a:lnTo>
                      <a:pt x="9669" y="3645"/>
                    </a:lnTo>
                    <a:lnTo>
                      <a:pt x="9527" y="3406"/>
                    </a:lnTo>
                    <a:lnTo>
                      <a:pt x="9328" y="3741"/>
                    </a:lnTo>
                    <a:lnTo>
                      <a:pt x="9185" y="4173"/>
                    </a:lnTo>
                    <a:lnTo>
                      <a:pt x="8872" y="4605"/>
                    </a:lnTo>
                    <a:lnTo>
                      <a:pt x="8872" y="4749"/>
                    </a:lnTo>
                    <a:lnTo>
                      <a:pt x="8730" y="4221"/>
                    </a:lnTo>
                    <a:lnTo>
                      <a:pt x="8644" y="4029"/>
                    </a:lnTo>
                    <a:lnTo>
                      <a:pt x="8957" y="3933"/>
                    </a:lnTo>
                    <a:lnTo>
                      <a:pt x="9356" y="3166"/>
                    </a:lnTo>
                    <a:lnTo>
                      <a:pt x="9698" y="2590"/>
                    </a:lnTo>
                    <a:lnTo>
                      <a:pt x="9698" y="1918"/>
                    </a:lnTo>
                    <a:lnTo>
                      <a:pt x="9612" y="1295"/>
                    </a:lnTo>
                    <a:lnTo>
                      <a:pt x="9242" y="1103"/>
                    </a:lnTo>
                    <a:lnTo>
                      <a:pt x="8758" y="1535"/>
                    </a:lnTo>
                    <a:lnTo>
                      <a:pt x="8587" y="1439"/>
                    </a:lnTo>
                    <a:lnTo>
                      <a:pt x="8530" y="1007"/>
                    </a:lnTo>
                    <a:lnTo>
                      <a:pt x="8530" y="527"/>
                    </a:lnTo>
                    <a:lnTo>
                      <a:pt x="8787" y="191"/>
                    </a:lnTo>
                    <a:cubicBezTo>
                      <a:pt x="8484" y="-12"/>
                      <a:pt x="8604" y="-1"/>
                      <a:pt x="8445" y="-1"/>
                    </a:cubicBezTo>
                    <a:lnTo>
                      <a:pt x="8018" y="287"/>
                    </a:lnTo>
                    <a:lnTo>
                      <a:pt x="7790" y="1007"/>
                    </a:lnTo>
                    <a:lnTo>
                      <a:pt x="7762" y="1295"/>
                    </a:lnTo>
                    <a:lnTo>
                      <a:pt x="7477" y="1391"/>
                    </a:lnTo>
                    <a:lnTo>
                      <a:pt x="7505" y="1583"/>
                    </a:lnTo>
                    <a:lnTo>
                      <a:pt x="7847" y="2014"/>
                    </a:lnTo>
                    <a:lnTo>
                      <a:pt x="7876" y="2398"/>
                    </a:lnTo>
                    <a:lnTo>
                      <a:pt x="7790" y="2734"/>
                    </a:lnTo>
                    <a:lnTo>
                      <a:pt x="7534" y="2302"/>
                    </a:lnTo>
                    <a:lnTo>
                      <a:pt x="7335" y="1918"/>
                    </a:lnTo>
                    <a:lnTo>
                      <a:pt x="6964" y="1870"/>
                    </a:lnTo>
                    <a:lnTo>
                      <a:pt x="6680" y="1726"/>
                    </a:lnTo>
                    <a:lnTo>
                      <a:pt x="6224" y="2158"/>
                    </a:lnTo>
                    <a:lnTo>
                      <a:pt x="5854" y="2350"/>
                    </a:lnTo>
                    <a:lnTo>
                      <a:pt x="5712" y="3070"/>
                    </a:lnTo>
                    <a:lnTo>
                      <a:pt x="5512" y="3549"/>
                    </a:lnTo>
                    <a:cubicBezTo>
                      <a:pt x="5276" y="3798"/>
                      <a:pt x="5284" y="3638"/>
                      <a:pt x="5284" y="3837"/>
                    </a:cubicBezTo>
                    <a:lnTo>
                      <a:pt x="5313" y="3981"/>
                    </a:lnTo>
                    <a:lnTo>
                      <a:pt x="5000" y="4365"/>
                    </a:lnTo>
                    <a:lnTo>
                      <a:pt x="4829" y="4701"/>
                    </a:lnTo>
                    <a:lnTo>
                      <a:pt x="4687" y="5228"/>
                    </a:lnTo>
                    <a:lnTo>
                      <a:pt x="4772" y="5756"/>
                    </a:lnTo>
                    <a:lnTo>
                      <a:pt x="5085" y="6044"/>
                    </a:lnTo>
                    <a:lnTo>
                      <a:pt x="5171" y="6332"/>
                    </a:lnTo>
                    <a:lnTo>
                      <a:pt x="5142" y="7243"/>
                    </a:lnTo>
                    <a:lnTo>
                      <a:pt x="5284" y="8011"/>
                    </a:lnTo>
                    <a:lnTo>
                      <a:pt x="4886" y="7435"/>
                    </a:lnTo>
                    <a:lnTo>
                      <a:pt x="4886" y="7051"/>
                    </a:lnTo>
                    <a:lnTo>
                      <a:pt x="4800" y="7004"/>
                    </a:lnTo>
                    <a:cubicBezTo>
                      <a:pt x="5004" y="6366"/>
                      <a:pt x="5140" y="6380"/>
                      <a:pt x="4971" y="6380"/>
                    </a:cubicBezTo>
                    <a:lnTo>
                      <a:pt x="4914" y="6188"/>
                    </a:lnTo>
                    <a:lnTo>
                      <a:pt x="4573" y="6092"/>
                    </a:lnTo>
                    <a:lnTo>
                      <a:pt x="4146" y="5660"/>
                    </a:lnTo>
                    <a:lnTo>
                      <a:pt x="4032" y="5804"/>
                    </a:lnTo>
                    <a:lnTo>
                      <a:pt x="4003" y="5276"/>
                    </a:lnTo>
                    <a:lnTo>
                      <a:pt x="3918" y="5037"/>
                    </a:lnTo>
                    <a:lnTo>
                      <a:pt x="3690" y="5085"/>
                    </a:lnTo>
                    <a:lnTo>
                      <a:pt x="3690" y="5276"/>
                    </a:lnTo>
                    <a:lnTo>
                      <a:pt x="3775" y="5756"/>
                    </a:lnTo>
                    <a:lnTo>
                      <a:pt x="3690" y="5948"/>
                    </a:lnTo>
                    <a:lnTo>
                      <a:pt x="3462" y="6284"/>
                    </a:lnTo>
                    <a:lnTo>
                      <a:pt x="3519" y="6668"/>
                    </a:lnTo>
                    <a:lnTo>
                      <a:pt x="3662" y="6860"/>
                    </a:lnTo>
                    <a:lnTo>
                      <a:pt x="3605" y="7243"/>
                    </a:lnTo>
                    <a:lnTo>
                      <a:pt x="3548" y="7579"/>
                    </a:lnTo>
                    <a:lnTo>
                      <a:pt x="3491" y="8155"/>
                    </a:lnTo>
                    <a:lnTo>
                      <a:pt x="3662" y="8299"/>
                    </a:lnTo>
                    <a:lnTo>
                      <a:pt x="3861" y="8107"/>
                    </a:lnTo>
                    <a:lnTo>
                      <a:pt x="3975" y="8059"/>
                    </a:lnTo>
                    <a:lnTo>
                      <a:pt x="4174" y="8251"/>
                    </a:lnTo>
                    <a:lnTo>
                      <a:pt x="4316" y="8970"/>
                    </a:lnTo>
                    <a:lnTo>
                      <a:pt x="4316" y="9354"/>
                    </a:lnTo>
                    <a:lnTo>
                      <a:pt x="4544" y="9354"/>
                    </a:lnTo>
                    <a:lnTo>
                      <a:pt x="4829" y="9498"/>
                    </a:lnTo>
                    <a:lnTo>
                      <a:pt x="4573" y="9834"/>
                    </a:lnTo>
                    <a:lnTo>
                      <a:pt x="4459" y="9882"/>
                    </a:lnTo>
                    <a:lnTo>
                      <a:pt x="4544" y="10362"/>
                    </a:lnTo>
                    <a:lnTo>
                      <a:pt x="4544" y="10937"/>
                    </a:lnTo>
                    <a:lnTo>
                      <a:pt x="4402" y="10937"/>
                    </a:lnTo>
                    <a:lnTo>
                      <a:pt x="4288" y="10410"/>
                    </a:lnTo>
                    <a:lnTo>
                      <a:pt x="4259" y="9834"/>
                    </a:lnTo>
                    <a:lnTo>
                      <a:pt x="4089" y="9834"/>
                    </a:lnTo>
                    <a:lnTo>
                      <a:pt x="4032" y="10266"/>
                    </a:lnTo>
                    <a:lnTo>
                      <a:pt x="3832" y="10266"/>
                    </a:lnTo>
                    <a:lnTo>
                      <a:pt x="3975" y="9738"/>
                    </a:lnTo>
                    <a:lnTo>
                      <a:pt x="3975" y="9018"/>
                    </a:lnTo>
                    <a:lnTo>
                      <a:pt x="3918" y="8347"/>
                    </a:lnTo>
                    <a:lnTo>
                      <a:pt x="3775" y="8491"/>
                    </a:lnTo>
                    <a:lnTo>
                      <a:pt x="3605" y="8635"/>
                    </a:lnTo>
                    <a:lnTo>
                      <a:pt x="3605" y="9594"/>
                    </a:lnTo>
                    <a:lnTo>
                      <a:pt x="3548" y="10122"/>
                    </a:lnTo>
                    <a:lnTo>
                      <a:pt x="3206" y="10266"/>
                    </a:lnTo>
                    <a:lnTo>
                      <a:pt x="2921" y="10314"/>
                    </a:lnTo>
                    <a:lnTo>
                      <a:pt x="2580" y="10026"/>
                    </a:lnTo>
                    <a:lnTo>
                      <a:pt x="2693" y="9930"/>
                    </a:lnTo>
                    <a:lnTo>
                      <a:pt x="2978" y="9738"/>
                    </a:lnTo>
                    <a:lnTo>
                      <a:pt x="3234" y="9738"/>
                    </a:lnTo>
                    <a:lnTo>
                      <a:pt x="3206" y="9402"/>
                    </a:lnTo>
                    <a:lnTo>
                      <a:pt x="3377" y="8922"/>
                    </a:lnTo>
                    <a:lnTo>
                      <a:pt x="3291" y="8635"/>
                    </a:lnTo>
                    <a:lnTo>
                      <a:pt x="3291" y="7675"/>
                    </a:lnTo>
                    <a:lnTo>
                      <a:pt x="3320" y="7051"/>
                    </a:lnTo>
                    <a:lnTo>
                      <a:pt x="3206" y="6620"/>
                    </a:lnTo>
                    <a:lnTo>
                      <a:pt x="3206" y="5996"/>
                    </a:lnTo>
                    <a:lnTo>
                      <a:pt x="3405" y="5468"/>
                    </a:lnTo>
                    <a:lnTo>
                      <a:pt x="3434" y="5276"/>
                    </a:lnTo>
                    <a:lnTo>
                      <a:pt x="3320" y="5181"/>
                    </a:lnTo>
                    <a:lnTo>
                      <a:pt x="3035" y="5324"/>
                    </a:lnTo>
                    <a:cubicBezTo>
                      <a:pt x="2944" y="5120"/>
                      <a:pt x="2997" y="5133"/>
                      <a:pt x="2921" y="5133"/>
                    </a:cubicBezTo>
                    <a:lnTo>
                      <a:pt x="2722" y="5516"/>
                    </a:lnTo>
                    <a:lnTo>
                      <a:pt x="2722" y="5948"/>
                    </a:lnTo>
                    <a:lnTo>
                      <a:pt x="2437" y="6428"/>
                    </a:lnTo>
                    <a:lnTo>
                      <a:pt x="2409" y="7051"/>
                    </a:lnTo>
                    <a:lnTo>
                      <a:pt x="2466" y="7771"/>
                    </a:lnTo>
                    <a:lnTo>
                      <a:pt x="2580" y="8299"/>
                    </a:lnTo>
                    <a:lnTo>
                      <a:pt x="2494" y="8443"/>
                    </a:lnTo>
                    <a:lnTo>
                      <a:pt x="2152" y="8107"/>
                    </a:lnTo>
                    <a:cubicBezTo>
                      <a:pt x="2067" y="8011"/>
                      <a:pt x="289" y="15958"/>
                      <a:pt x="0" y="18407"/>
                    </a:cubicBezTo>
                    <a:lnTo>
                      <a:pt x="42" y="1852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50" name="AutoShape 194">
                <a:extLst>
                  <a:ext uri="{FF2B5EF4-FFF2-40B4-BE49-F238E27FC236}">
                    <a16:creationId xmlns:a16="http://schemas.microsoft.com/office/drawing/2014/main" id="{D107BA38-304C-6273-7CEC-1901E123E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1587974"/>
                <a:ext cx="418170" cy="328611"/>
              </a:xfrm>
              <a:custGeom>
                <a:avLst/>
                <a:gdLst>
                  <a:gd name="T0" fmla="*/ 209085 w 21600"/>
                  <a:gd name="T1" fmla="*/ 164306 h 21600"/>
                  <a:gd name="T2" fmla="*/ 209085 w 21600"/>
                  <a:gd name="T3" fmla="*/ 164306 h 21600"/>
                  <a:gd name="T4" fmla="*/ 209085 w 21600"/>
                  <a:gd name="T5" fmla="*/ 164306 h 21600"/>
                  <a:gd name="T6" fmla="*/ 209085 w 21600"/>
                  <a:gd name="T7" fmla="*/ 16430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319" y="372"/>
                    </a:moveTo>
                    <a:lnTo>
                      <a:pt x="2719" y="744"/>
                    </a:lnTo>
                    <a:lnTo>
                      <a:pt x="3359" y="2048"/>
                    </a:lnTo>
                    <a:lnTo>
                      <a:pt x="3359" y="2234"/>
                    </a:lnTo>
                    <a:lnTo>
                      <a:pt x="2879" y="2793"/>
                    </a:lnTo>
                    <a:lnTo>
                      <a:pt x="2719" y="3165"/>
                    </a:lnTo>
                    <a:lnTo>
                      <a:pt x="2399" y="3351"/>
                    </a:lnTo>
                    <a:lnTo>
                      <a:pt x="1919" y="3910"/>
                    </a:lnTo>
                    <a:lnTo>
                      <a:pt x="0" y="3724"/>
                    </a:lnTo>
                    <a:lnTo>
                      <a:pt x="159" y="4282"/>
                    </a:lnTo>
                    <a:lnTo>
                      <a:pt x="479" y="5213"/>
                    </a:lnTo>
                    <a:lnTo>
                      <a:pt x="479" y="5400"/>
                    </a:lnTo>
                    <a:lnTo>
                      <a:pt x="639" y="5586"/>
                    </a:lnTo>
                    <a:lnTo>
                      <a:pt x="959" y="6331"/>
                    </a:lnTo>
                    <a:lnTo>
                      <a:pt x="1279" y="6889"/>
                    </a:lnTo>
                    <a:lnTo>
                      <a:pt x="1439" y="7262"/>
                    </a:lnTo>
                    <a:lnTo>
                      <a:pt x="1759" y="7634"/>
                    </a:lnTo>
                    <a:lnTo>
                      <a:pt x="2079" y="8379"/>
                    </a:lnTo>
                    <a:lnTo>
                      <a:pt x="2719" y="9310"/>
                    </a:lnTo>
                    <a:lnTo>
                      <a:pt x="3039" y="10241"/>
                    </a:lnTo>
                    <a:lnTo>
                      <a:pt x="3359" y="10613"/>
                    </a:lnTo>
                    <a:lnTo>
                      <a:pt x="3359" y="10986"/>
                    </a:lnTo>
                    <a:lnTo>
                      <a:pt x="3679" y="11917"/>
                    </a:lnTo>
                    <a:lnTo>
                      <a:pt x="4639" y="14151"/>
                    </a:lnTo>
                    <a:lnTo>
                      <a:pt x="5440" y="15827"/>
                    </a:lnTo>
                    <a:lnTo>
                      <a:pt x="6400" y="17503"/>
                    </a:lnTo>
                    <a:lnTo>
                      <a:pt x="6880" y="18806"/>
                    </a:lnTo>
                    <a:lnTo>
                      <a:pt x="7359" y="19737"/>
                    </a:lnTo>
                    <a:lnTo>
                      <a:pt x="7520" y="20110"/>
                    </a:lnTo>
                    <a:lnTo>
                      <a:pt x="7679" y="19737"/>
                    </a:lnTo>
                    <a:lnTo>
                      <a:pt x="7840" y="19737"/>
                    </a:lnTo>
                    <a:lnTo>
                      <a:pt x="7999" y="19551"/>
                    </a:lnTo>
                    <a:lnTo>
                      <a:pt x="8160" y="19551"/>
                    </a:lnTo>
                    <a:lnTo>
                      <a:pt x="8319" y="19179"/>
                    </a:lnTo>
                    <a:lnTo>
                      <a:pt x="8319" y="18806"/>
                    </a:lnTo>
                    <a:lnTo>
                      <a:pt x="8480" y="18993"/>
                    </a:lnTo>
                    <a:lnTo>
                      <a:pt x="9120" y="18993"/>
                    </a:lnTo>
                    <a:lnTo>
                      <a:pt x="10880" y="21599"/>
                    </a:lnTo>
                    <a:lnTo>
                      <a:pt x="11200" y="21227"/>
                    </a:lnTo>
                    <a:lnTo>
                      <a:pt x="11360" y="20855"/>
                    </a:lnTo>
                    <a:lnTo>
                      <a:pt x="11679" y="20482"/>
                    </a:lnTo>
                    <a:lnTo>
                      <a:pt x="11840" y="20110"/>
                    </a:lnTo>
                    <a:lnTo>
                      <a:pt x="12160" y="19737"/>
                    </a:lnTo>
                    <a:lnTo>
                      <a:pt x="12479" y="19179"/>
                    </a:lnTo>
                    <a:lnTo>
                      <a:pt x="12800" y="18806"/>
                    </a:lnTo>
                    <a:lnTo>
                      <a:pt x="13280" y="18620"/>
                    </a:lnTo>
                    <a:lnTo>
                      <a:pt x="14240" y="18062"/>
                    </a:lnTo>
                    <a:lnTo>
                      <a:pt x="15520" y="17503"/>
                    </a:lnTo>
                    <a:lnTo>
                      <a:pt x="16640" y="17131"/>
                    </a:lnTo>
                    <a:lnTo>
                      <a:pt x="17600" y="17131"/>
                    </a:lnTo>
                    <a:lnTo>
                      <a:pt x="17600" y="16944"/>
                    </a:lnTo>
                    <a:lnTo>
                      <a:pt x="17920" y="16944"/>
                    </a:lnTo>
                    <a:lnTo>
                      <a:pt x="18880" y="16572"/>
                    </a:lnTo>
                    <a:lnTo>
                      <a:pt x="19840" y="15827"/>
                    </a:lnTo>
                    <a:lnTo>
                      <a:pt x="20800" y="14896"/>
                    </a:lnTo>
                    <a:lnTo>
                      <a:pt x="21440" y="13779"/>
                    </a:lnTo>
                    <a:lnTo>
                      <a:pt x="21600" y="12289"/>
                    </a:lnTo>
                    <a:lnTo>
                      <a:pt x="21440" y="12289"/>
                    </a:lnTo>
                    <a:lnTo>
                      <a:pt x="21440" y="11544"/>
                    </a:lnTo>
                    <a:lnTo>
                      <a:pt x="21600" y="11358"/>
                    </a:lnTo>
                    <a:lnTo>
                      <a:pt x="20320" y="11544"/>
                    </a:lnTo>
                    <a:lnTo>
                      <a:pt x="18720" y="11544"/>
                    </a:lnTo>
                    <a:lnTo>
                      <a:pt x="18560" y="11358"/>
                    </a:lnTo>
                    <a:lnTo>
                      <a:pt x="18400" y="11358"/>
                    </a:lnTo>
                    <a:lnTo>
                      <a:pt x="18240" y="11172"/>
                    </a:lnTo>
                    <a:lnTo>
                      <a:pt x="18240" y="10800"/>
                    </a:lnTo>
                    <a:lnTo>
                      <a:pt x="18400" y="10241"/>
                    </a:lnTo>
                    <a:lnTo>
                      <a:pt x="17600" y="10055"/>
                    </a:lnTo>
                    <a:lnTo>
                      <a:pt x="17440" y="10055"/>
                    </a:lnTo>
                    <a:lnTo>
                      <a:pt x="17280" y="10241"/>
                    </a:lnTo>
                    <a:lnTo>
                      <a:pt x="16800" y="10241"/>
                    </a:lnTo>
                    <a:lnTo>
                      <a:pt x="16480" y="10055"/>
                    </a:lnTo>
                    <a:lnTo>
                      <a:pt x="16480" y="9868"/>
                    </a:lnTo>
                    <a:lnTo>
                      <a:pt x="16160" y="9124"/>
                    </a:lnTo>
                    <a:lnTo>
                      <a:pt x="16000" y="8565"/>
                    </a:lnTo>
                    <a:lnTo>
                      <a:pt x="15680" y="8193"/>
                    </a:lnTo>
                    <a:lnTo>
                      <a:pt x="15360" y="7448"/>
                    </a:lnTo>
                    <a:lnTo>
                      <a:pt x="13760" y="5027"/>
                    </a:lnTo>
                    <a:lnTo>
                      <a:pt x="12320" y="5027"/>
                    </a:lnTo>
                    <a:lnTo>
                      <a:pt x="12320" y="4841"/>
                    </a:lnTo>
                    <a:lnTo>
                      <a:pt x="12000" y="4468"/>
                    </a:lnTo>
                    <a:lnTo>
                      <a:pt x="11520" y="4282"/>
                    </a:lnTo>
                    <a:lnTo>
                      <a:pt x="11039" y="3724"/>
                    </a:lnTo>
                    <a:lnTo>
                      <a:pt x="10720" y="3537"/>
                    </a:lnTo>
                    <a:lnTo>
                      <a:pt x="10400" y="3165"/>
                    </a:lnTo>
                    <a:lnTo>
                      <a:pt x="9920" y="2793"/>
                    </a:lnTo>
                    <a:lnTo>
                      <a:pt x="9600" y="2606"/>
                    </a:lnTo>
                    <a:lnTo>
                      <a:pt x="9120" y="2420"/>
                    </a:lnTo>
                    <a:lnTo>
                      <a:pt x="8160" y="1489"/>
                    </a:lnTo>
                    <a:lnTo>
                      <a:pt x="7520" y="1489"/>
                    </a:lnTo>
                    <a:lnTo>
                      <a:pt x="5440" y="372"/>
                    </a:lnTo>
                    <a:lnTo>
                      <a:pt x="4959" y="0"/>
                    </a:lnTo>
                    <a:lnTo>
                      <a:pt x="4799" y="186"/>
                    </a:lnTo>
                    <a:lnTo>
                      <a:pt x="4639" y="186"/>
                    </a:lnTo>
                    <a:lnTo>
                      <a:pt x="4319" y="37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1" name="AutoShape 195">
                <a:extLst>
                  <a:ext uri="{FF2B5EF4-FFF2-40B4-BE49-F238E27FC236}">
                    <a16:creationId xmlns:a16="http://schemas.microsoft.com/office/drawing/2014/main" id="{55A8F731-FACF-16C2-32F6-123B9B096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148" y="1860932"/>
                <a:ext cx="60682" cy="87454"/>
              </a:xfrm>
              <a:custGeom>
                <a:avLst/>
                <a:gdLst>
                  <a:gd name="T0" fmla="*/ 30341 w 21600"/>
                  <a:gd name="T1" fmla="*/ 43727 h 21600"/>
                  <a:gd name="T2" fmla="*/ 30341 w 21600"/>
                  <a:gd name="T3" fmla="*/ 43727 h 21600"/>
                  <a:gd name="T4" fmla="*/ 30341 w 21600"/>
                  <a:gd name="T5" fmla="*/ 43727 h 21600"/>
                  <a:gd name="T6" fmla="*/ 30341 w 21600"/>
                  <a:gd name="T7" fmla="*/ 4372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285" y="21600"/>
                    </a:moveTo>
                    <a:lnTo>
                      <a:pt x="6171" y="20290"/>
                    </a:lnTo>
                    <a:lnTo>
                      <a:pt x="5142" y="20290"/>
                    </a:lnTo>
                    <a:lnTo>
                      <a:pt x="5142" y="19636"/>
                    </a:lnTo>
                    <a:lnTo>
                      <a:pt x="4114" y="15054"/>
                    </a:lnTo>
                    <a:lnTo>
                      <a:pt x="1028" y="12436"/>
                    </a:lnTo>
                    <a:lnTo>
                      <a:pt x="1028" y="6545"/>
                    </a:lnTo>
                    <a:lnTo>
                      <a:pt x="0" y="4581"/>
                    </a:lnTo>
                    <a:lnTo>
                      <a:pt x="3085" y="2618"/>
                    </a:lnTo>
                    <a:lnTo>
                      <a:pt x="4114" y="2618"/>
                    </a:lnTo>
                    <a:lnTo>
                      <a:pt x="4114" y="1963"/>
                    </a:lnTo>
                    <a:lnTo>
                      <a:pt x="5142" y="1309"/>
                    </a:lnTo>
                    <a:lnTo>
                      <a:pt x="5142" y="0"/>
                    </a:lnTo>
                    <a:lnTo>
                      <a:pt x="7199" y="654"/>
                    </a:lnTo>
                    <a:lnTo>
                      <a:pt x="10285" y="654"/>
                    </a:lnTo>
                    <a:lnTo>
                      <a:pt x="21600" y="9818"/>
                    </a:lnTo>
                    <a:lnTo>
                      <a:pt x="19542" y="11127"/>
                    </a:lnTo>
                    <a:lnTo>
                      <a:pt x="19542" y="13090"/>
                    </a:lnTo>
                    <a:lnTo>
                      <a:pt x="20571" y="13090"/>
                    </a:lnTo>
                    <a:lnTo>
                      <a:pt x="20571" y="15709"/>
                    </a:lnTo>
                    <a:lnTo>
                      <a:pt x="17485" y="15709"/>
                    </a:lnTo>
                    <a:lnTo>
                      <a:pt x="17485" y="16363"/>
                    </a:lnTo>
                    <a:lnTo>
                      <a:pt x="14400" y="18327"/>
                    </a:lnTo>
                    <a:lnTo>
                      <a:pt x="15428" y="19636"/>
                    </a:lnTo>
                    <a:lnTo>
                      <a:pt x="14400" y="20290"/>
                    </a:lnTo>
                    <a:lnTo>
                      <a:pt x="13371" y="19636"/>
                    </a:lnTo>
                    <a:lnTo>
                      <a:pt x="12342" y="19636"/>
                    </a:lnTo>
                    <a:lnTo>
                      <a:pt x="12342" y="20290"/>
                    </a:lnTo>
                    <a:lnTo>
                      <a:pt x="10285" y="21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2" name="AutoShape 196">
                <a:extLst>
                  <a:ext uri="{FF2B5EF4-FFF2-40B4-BE49-F238E27FC236}">
                    <a16:creationId xmlns:a16="http://schemas.microsoft.com/office/drawing/2014/main" id="{C994B8F8-6092-C4FE-D13B-C3EBD4A55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69" y="1837081"/>
                <a:ext cx="171491" cy="113955"/>
              </a:xfrm>
              <a:custGeom>
                <a:avLst/>
                <a:gdLst>
                  <a:gd name="T0" fmla="*/ 85746 w 21600"/>
                  <a:gd name="T1" fmla="*/ 56978 h 21600"/>
                  <a:gd name="T2" fmla="*/ 85746 w 21600"/>
                  <a:gd name="T3" fmla="*/ 56978 h 21600"/>
                  <a:gd name="T4" fmla="*/ 85746 w 21600"/>
                  <a:gd name="T5" fmla="*/ 56978 h 21600"/>
                  <a:gd name="T6" fmla="*/ 85746 w 21600"/>
                  <a:gd name="T7" fmla="*/ 569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7032"/>
                    </a:moveTo>
                    <a:lnTo>
                      <a:pt x="18671" y="8037"/>
                    </a:lnTo>
                    <a:lnTo>
                      <a:pt x="17206" y="9544"/>
                    </a:lnTo>
                    <a:lnTo>
                      <a:pt x="15742" y="11553"/>
                    </a:lnTo>
                    <a:lnTo>
                      <a:pt x="14644" y="13562"/>
                    </a:lnTo>
                    <a:lnTo>
                      <a:pt x="13545" y="14567"/>
                    </a:lnTo>
                    <a:lnTo>
                      <a:pt x="11349" y="15572"/>
                    </a:lnTo>
                    <a:lnTo>
                      <a:pt x="10616" y="16074"/>
                    </a:lnTo>
                    <a:lnTo>
                      <a:pt x="9518" y="16074"/>
                    </a:lnTo>
                    <a:lnTo>
                      <a:pt x="6589" y="19590"/>
                    </a:lnTo>
                    <a:lnTo>
                      <a:pt x="1098" y="21600"/>
                    </a:lnTo>
                    <a:lnTo>
                      <a:pt x="366" y="21097"/>
                    </a:lnTo>
                    <a:lnTo>
                      <a:pt x="0" y="21097"/>
                    </a:lnTo>
                    <a:lnTo>
                      <a:pt x="366" y="21097"/>
                    </a:lnTo>
                    <a:lnTo>
                      <a:pt x="732" y="20093"/>
                    </a:lnTo>
                    <a:lnTo>
                      <a:pt x="1464" y="20093"/>
                    </a:lnTo>
                    <a:lnTo>
                      <a:pt x="1830" y="19590"/>
                    </a:lnTo>
                    <a:lnTo>
                      <a:pt x="1464" y="18586"/>
                    </a:lnTo>
                    <a:lnTo>
                      <a:pt x="2196" y="17079"/>
                    </a:lnTo>
                    <a:lnTo>
                      <a:pt x="2562" y="17079"/>
                    </a:lnTo>
                    <a:lnTo>
                      <a:pt x="2562" y="16576"/>
                    </a:lnTo>
                    <a:lnTo>
                      <a:pt x="3661" y="16576"/>
                    </a:lnTo>
                    <a:lnTo>
                      <a:pt x="4027" y="16074"/>
                    </a:lnTo>
                    <a:lnTo>
                      <a:pt x="3661" y="15572"/>
                    </a:lnTo>
                    <a:lnTo>
                      <a:pt x="3661" y="14567"/>
                    </a:lnTo>
                    <a:lnTo>
                      <a:pt x="3294" y="14065"/>
                    </a:lnTo>
                    <a:lnTo>
                      <a:pt x="3294" y="12558"/>
                    </a:lnTo>
                    <a:lnTo>
                      <a:pt x="4027" y="12055"/>
                    </a:lnTo>
                    <a:lnTo>
                      <a:pt x="5125" y="10548"/>
                    </a:lnTo>
                    <a:lnTo>
                      <a:pt x="5491" y="9544"/>
                    </a:lnTo>
                    <a:lnTo>
                      <a:pt x="6955" y="7534"/>
                    </a:lnTo>
                    <a:lnTo>
                      <a:pt x="7322" y="6027"/>
                    </a:lnTo>
                    <a:lnTo>
                      <a:pt x="8054" y="5023"/>
                    </a:lnTo>
                    <a:lnTo>
                      <a:pt x="8786" y="4520"/>
                    </a:lnTo>
                    <a:lnTo>
                      <a:pt x="9152" y="4018"/>
                    </a:lnTo>
                    <a:lnTo>
                      <a:pt x="9884" y="3516"/>
                    </a:lnTo>
                    <a:lnTo>
                      <a:pt x="12081" y="2511"/>
                    </a:lnTo>
                    <a:lnTo>
                      <a:pt x="14644" y="1506"/>
                    </a:lnTo>
                    <a:lnTo>
                      <a:pt x="17206" y="0"/>
                    </a:lnTo>
                    <a:lnTo>
                      <a:pt x="19403" y="0"/>
                    </a:lnTo>
                    <a:lnTo>
                      <a:pt x="19769" y="502"/>
                    </a:lnTo>
                    <a:lnTo>
                      <a:pt x="21600" y="703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3" name="AutoShape 197">
                <a:extLst>
                  <a:ext uri="{FF2B5EF4-FFF2-40B4-BE49-F238E27FC236}">
                    <a16:creationId xmlns:a16="http://schemas.microsoft.com/office/drawing/2014/main" id="{963C1AF4-DDE2-8CF3-B682-C0DD2591C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510" y="1739028"/>
                <a:ext cx="133234" cy="135155"/>
              </a:xfrm>
              <a:custGeom>
                <a:avLst/>
                <a:gdLst>
                  <a:gd name="T0" fmla="*/ 66617 w 21600"/>
                  <a:gd name="T1" fmla="*/ 67578 h 21600"/>
                  <a:gd name="T2" fmla="*/ 66617 w 21600"/>
                  <a:gd name="T3" fmla="*/ 67578 h 21600"/>
                  <a:gd name="T4" fmla="*/ 66617 w 21600"/>
                  <a:gd name="T5" fmla="*/ 67578 h 21600"/>
                  <a:gd name="T6" fmla="*/ 66617 w 21600"/>
                  <a:gd name="T7" fmla="*/ 675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904" y="0"/>
                    </a:moveTo>
                    <a:lnTo>
                      <a:pt x="16904" y="1694"/>
                    </a:lnTo>
                    <a:lnTo>
                      <a:pt x="17843" y="2964"/>
                    </a:lnTo>
                    <a:lnTo>
                      <a:pt x="19721" y="4658"/>
                    </a:lnTo>
                    <a:lnTo>
                      <a:pt x="20660" y="4658"/>
                    </a:lnTo>
                    <a:lnTo>
                      <a:pt x="21130" y="5082"/>
                    </a:lnTo>
                    <a:lnTo>
                      <a:pt x="21600" y="6352"/>
                    </a:lnTo>
                    <a:lnTo>
                      <a:pt x="21600" y="7200"/>
                    </a:lnTo>
                    <a:lnTo>
                      <a:pt x="21130" y="8470"/>
                    </a:lnTo>
                    <a:lnTo>
                      <a:pt x="20191" y="9317"/>
                    </a:lnTo>
                    <a:lnTo>
                      <a:pt x="19252" y="9741"/>
                    </a:lnTo>
                    <a:lnTo>
                      <a:pt x="18313" y="10588"/>
                    </a:lnTo>
                    <a:lnTo>
                      <a:pt x="17373" y="10588"/>
                    </a:lnTo>
                    <a:lnTo>
                      <a:pt x="17373" y="11858"/>
                    </a:lnTo>
                    <a:lnTo>
                      <a:pt x="16904" y="12282"/>
                    </a:lnTo>
                    <a:lnTo>
                      <a:pt x="16434" y="13129"/>
                    </a:lnTo>
                    <a:lnTo>
                      <a:pt x="15495" y="13552"/>
                    </a:lnTo>
                    <a:lnTo>
                      <a:pt x="15026" y="13552"/>
                    </a:lnTo>
                    <a:lnTo>
                      <a:pt x="15026" y="13976"/>
                    </a:lnTo>
                    <a:lnTo>
                      <a:pt x="13617" y="13976"/>
                    </a:lnTo>
                    <a:lnTo>
                      <a:pt x="12678" y="14400"/>
                    </a:lnTo>
                    <a:lnTo>
                      <a:pt x="12208" y="15247"/>
                    </a:lnTo>
                    <a:lnTo>
                      <a:pt x="11739" y="15670"/>
                    </a:lnTo>
                    <a:lnTo>
                      <a:pt x="11739" y="16941"/>
                    </a:lnTo>
                    <a:lnTo>
                      <a:pt x="11269" y="17364"/>
                    </a:lnTo>
                    <a:lnTo>
                      <a:pt x="9860" y="19058"/>
                    </a:lnTo>
                    <a:lnTo>
                      <a:pt x="7043" y="20752"/>
                    </a:lnTo>
                    <a:lnTo>
                      <a:pt x="2817" y="21599"/>
                    </a:lnTo>
                    <a:lnTo>
                      <a:pt x="469" y="16094"/>
                    </a:lnTo>
                    <a:lnTo>
                      <a:pt x="0" y="15670"/>
                    </a:lnTo>
                    <a:lnTo>
                      <a:pt x="469" y="15247"/>
                    </a:lnTo>
                    <a:lnTo>
                      <a:pt x="2817" y="14400"/>
                    </a:lnTo>
                    <a:lnTo>
                      <a:pt x="6104" y="13129"/>
                    </a:lnTo>
                    <a:lnTo>
                      <a:pt x="8921" y="11435"/>
                    </a:lnTo>
                    <a:lnTo>
                      <a:pt x="10800" y="8894"/>
                    </a:lnTo>
                    <a:lnTo>
                      <a:pt x="11739" y="5929"/>
                    </a:lnTo>
                    <a:lnTo>
                      <a:pt x="11739" y="5082"/>
                    </a:lnTo>
                    <a:lnTo>
                      <a:pt x="11269" y="4235"/>
                    </a:lnTo>
                    <a:lnTo>
                      <a:pt x="11269" y="2541"/>
                    </a:lnTo>
                    <a:lnTo>
                      <a:pt x="12678" y="2541"/>
                    </a:lnTo>
                    <a:lnTo>
                      <a:pt x="13617" y="2117"/>
                    </a:lnTo>
                    <a:lnTo>
                      <a:pt x="14086" y="1694"/>
                    </a:lnTo>
                    <a:lnTo>
                      <a:pt x="14086" y="1270"/>
                    </a:lnTo>
                    <a:lnTo>
                      <a:pt x="14556" y="847"/>
                    </a:lnTo>
                    <a:lnTo>
                      <a:pt x="15026" y="847"/>
                    </a:lnTo>
                    <a:lnTo>
                      <a:pt x="16904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4" name="AutoShape 198">
                <a:extLst>
                  <a:ext uri="{FF2B5EF4-FFF2-40B4-BE49-F238E27FC236}">
                    <a16:creationId xmlns:a16="http://schemas.microsoft.com/office/drawing/2014/main" id="{06EC4C20-4AB2-D1EC-FEA4-CD0032AC9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95" y="1463420"/>
                <a:ext cx="168852" cy="177557"/>
              </a:xfrm>
              <a:custGeom>
                <a:avLst/>
                <a:gdLst>
                  <a:gd name="T0" fmla="*/ 84426 w 21600"/>
                  <a:gd name="T1" fmla="*/ 88779 h 21600"/>
                  <a:gd name="T2" fmla="*/ 84426 w 21600"/>
                  <a:gd name="T3" fmla="*/ 88779 h 21600"/>
                  <a:gd name="T4" fmla="*/ 84426 w 21600"/>
                  <a:gd name="T5" fmla="*/ 88779 h 21600"/>
                  <a:gd name="T6" fmla="*/ 84426 w 21600"/>
                  <a:gd name="T7" fmla="*/ 8877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6386" y="21599"/>
                    </a:moveTo>
                    <a:lnTo>
                      <a:pt x="16013" y="21277"/>
                    </a:lnTo>
                    <a:lnTo>
                      <a:pt x="15641" y="21277"/>
                    </a:lnTo>
                    <a:lnTo>
                      <a:pt x="14896" y="20955"/>
                    </a:lnTo>
                    <a:lnTo>
                      <a:pt x="14151" y="20310"/>
                    </a:lnTo>
                    <a:lnTo>
                      <a:pt x="13034" y="19988"/>
                    </a:lnTo>
                    <a:lnTo>
                      <a:pt x="10800" y="18376"/>
                    </a:lnTo>
                    <a:lnTo>
                      <a:pt x="9310" y="18376"/>
                    </a:lnTo>
                    <a:lnTo>
                      <a:pt x="4468" y="16441"/>
                    </a:lnTo>
                    <a:lnTo>
                      <a:pt x="3351" y="15797"/>
                    </a:lnTo>
                    <a:lnTo>
                      <a:pt x="3351" y="15474"/>
                    </a:lnTo>
                    <a:lnTo>
                      <a:pt x="2979" y="14829"/>
                    </a:lnTo>
                    <a:lnTo>
                      <a:pt x="744" y="12250"/>
                    </a:lnTo>
                    <a:lnTo>
                      <a:pt x="0" y="10961"/>
                    </a:lnTo>
                    <a:lnTo>
                      <a:pt x="4841" y="7414"/>
                    </a:lnTo>
                    <a:lnTo>
                      <a:pt x="4841" y="5158"/>
                    </a:lnTo>
                    <a:lnTo>
                      <a:pt x="5213" y="4835"/>
                    </a:lnTo>
                    <a:lnTo>
                      <a:pt x="5213" y="4513"/>
                    </a:lnTo>
                    <a:lnTo>
                      <a:pt x="5586" y="4191"/>
                    </a:lnTo>
                    <a:lnTo>
                      <a:pt x="5958" y="3546"/>
                    </a:lnTo>
                    <a:lnTo>
                      <a:pt x="6331" y="3546"/>
                    </a:lnTo>
                    <a:lnTo>
                      <a:pt x="6331" y="3223"/>
                    </a:lnTo>
                    <a:lnTo>
                      <a:pt x="7075" y="1934"/>
                    </a:lnTo>
                    <a:lnTo>
                      <a:pt x="7075" y="1611"/>
                    </a:lnTo>
                    <a:lnTo>
                      <a:pt x="7448" y="1289"/>
                    </a:lnTo>
                    <a:lnTo>
                      <a:pt x="7448" y="967"/>
                    </a:lnTo>
                    <a:lnTo>
                      <a:pt x="7820" y="967"/>
                    </a:lnTo>
                    <a:lnTo>
                      <a:pt x="9310" y="322"/>
                    </a:lnTo>
                    <a:lnTo>
                      <a:pt x="11172" y="322"/>
                    </a:lnTo>
                    <a:lnTo>
                      <a:pt x="13034" y="0"/>
                    </a:lnTo>
                    <a:lnTo>
                      <a:pt x="13034" y="322"/>
                    </a:lnTo>
                    <a:lnTo>
                      <a:pt x="13406" y="644"/>
                    </a:lnTo>
                    <a:lnTo>
                      <a:pt x="14151" y="644"/>
                    </a:lnTo>
                    <a:lnTo>
                      <a:pt x="14524" y="322"/>
                    </a:lnTo>
                    <a:lnTo>
                      <a:pt x="15268" y="644"/>
                    </a:lnTo>
                    <a:lnTo>
                      <a:pt x="15268" y="1289"/>
                    </a:lnTo>
                    <a:lnTo>
                      <a:pt x="15641" y="1611"/>
                    </a:lnTo>
                    <a:lnTo>
                      <a:pt x="15268" y="1611"/>
                    </a:lnTo>
                    <a:lnTo>
                      <a:pt x="15268" y="1934"/>
                    </a:lnTo>
                    <a:lnTo>
                      <a:pt x="14896" y="2256"/>
                    </a:lnTo>
                    <a:lnTo>
                      <a:pt x="14896" y="2579"/>
                    </a:lnTo>
                    <a:lnTo>
                      <a:pt x="15268" y="2579"/>
                    </a:lnTo>
                    <a:lnTo>
                      <a:pt x="16386" y="3546"/>
                    </a:lnTo>
                    <a:lnTo>
                      <a:pt x="16386" y="3868"/>
                    </a:lnTo>
                    <a:lnTo>
                      <a:pt x="16758" y="4191"/>
                    </a:lnTo>
                    <a:lnTo>
                      <a:pt x="17503" y="4513"/>
                    </a:lnTo>
                    <a:lnTo>
                      <a:pt x="17875" y="5158"/>
                    </a:lnTo>
                    <a:lnTo>
                      <a:pt x="18248" y="5480"/>
                    </a:lnTo>
                    <a:lnTo>
                      <a:pt x="18248" y="6125"/>
                    </a:lnTo>
                    <a:lnTo>
                      <a:pt x="17503" y="7414"/>
                    </a:lnTo>
                    <a:lnTo>
                      <a:pt x="17131" y="8382"/>
                    </a:lnTo>
                    <a:lnTo>
                      <a:pt x="17131" y="9026"/>
                    </a:lnTo>
                    <a:lnTo>
                      <a:pt x="16758" y="9671"/>
                    </a:lnTo>
                    <a:lnTo>
                      <a:pt x="18248" y="12250"/>
                    </a:lnTo>
                    <a:lnTo>
                      <a:pt x="18620" y="13217"/>
                    </a:lnTo>
                    <a:lnTo>
                      <a:pt x="19365" y="13540"/>
                    </a:lnTo>
                    <a:lnTo>
                      <a:pt x="19737" y="13862"/>
                    </a:lnTo>
                    <a:lnTo>
                      <a:pt x="19737" y="14829"/>
                    </a:lnTo>
                    <a:lnTo>
                      <a:pt x="20110" y="15474"/>
                    </a:lnTo>
                    <a:lnTo>
                      <a:pt x="20110" y="15797"/>
                    </a:lnTo>
                    <a:lnTo>
                      <a:pt x="21227" y="16764"/>
                    </a:lnTo>
                    <a:lnTo>
                      <a:pt x="21227" y="17408"/>
                    </a:lnTo>
                    <a:lnTo>
                      <a:pt x="21599" y="18053"/>
                    </a:lnTo>
                    <a:lnTo>
                      <a:pt x="21599" y="18376"/>
                    </a:lnTo>
                    <a:lnTo>
                      <a:pt x="21227" y="19988"/>
                    </a:lnTo>
                    <a:lnTo>
                      <a:pt x="20855" y="19988"/>
                    </a:lnTo>
                    <a:lnTo>
                      <a:pt x="20110" y="20632"/>
                    </a:lnTo>
                    <a:lnTo>
                      <a:pt x="16386" y="21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5" name="AutoShape 199">
                <a:extLst>
                  <a:ext uri="{FF2B5EF4-FFF2-40B4-BE49-F238E27FC236}">
                    <a16:creationId xmlns:a16="http://schemas.microsoft.com/office/drawing/2014/main" id="{5CEADB4D-6FF9-1525-9AA8-8C412712F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1553523"/>
                <a:ext cx="89703" cy="95404"/>
              </a:xfrm>
              <a:custGeom>
                <a:avLst/>
                <a:gdLst>
                  <a:gd name="T0" fmla="*/ 44852 w 21600"/>
                  <a:gd name="T1" fmla="*/ 47702 h 21600"/>
                  <a:gd name="T2" fmla="*/ 44852 w 21600"/>
                  <a:gd name="T3" fmla="*/ 47702 h 21600"/>
                  <a:gd name="T4" fmla="*/ 44852 w 21600"/>
                  <a:gd name="T5" fmla="*/ 47702 h 21600"/>
                  <a:gd name="T6" fmla="*/ 44852 w 21600"/>
                  <a:gd name="T7" fmla="*/ 477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93" y="12000"/>
                    </a:moveTo>
                    <a:lnTo>
                      <a:pt x="1393" y="2400"/>
                    </a:lnTo>
                    <a:lnTo>
                      <a:pt x="2090" y="3000"/>
                    </a:lnTo>
                    <a:lnTo>
                      <a:pt x="2787" y="3000"/>
                    </a:lnTo>
                    <a:lnTo>
                      <a:pt x="2787" y="3600"/>
                    </a:lnTo>
                    <a:lnTo>
                      <a:pt x="4180" y="4800"/>
                    </a:lnTo>
                    <a:lnTo>
                      <a:pt x="6967" y="4800"/>
                    </a:lnTo>
                    <a:lnTo>
                      <a:pt x="9058" y="4200"/>
                    </a:lnTo>
                    <a:lnTo>
                      <a:pt x="15329" y="0"/>
                    </a:lnTo>
                    <a:lnTo>
                      <a:pt x="16722" y="2400"/>
                    </a:lnTo>
                    <a:lnTo>
                      <a:pt x="18812" y="4200"/>
                    </a:lnTo>
                    <a:lnTo>
                      <a:pt x="20903" y="7800"/>
                    </a:lnTo>
                    <a:lnTo>
                      <a:pt x="21599" y="8400"/>
                    </a:lnTo>
                    <a:lnTo>
                      <a:pt x="21599" y="9000"/>
                    </a:lnTo>
                    <a:lnTo>
                      <a:pt x="20903" y="9600"/>
                    </a:lnTo>
                    <a:lnTo>
                      <a:pt x="19509" y="10200"/>
                    </a:lnTo>
                    <a:lnTo>
                      <a:pt x="16722" y="10200"/>
                    </a:lnTo>
                    <a:lnTo>
                      <a:pt x="13935" y="10800"/>
                    </a:lnTo>
                    <a:lnTo>
                      <a:pt x="11845" y="11400"/>
                    </a:lnTo>
                    <a:lnTo>
                      <a:pt x="13935" y="14999"/>
                    </a:lnTo>
                    <a:lnTo>
                      <a:pt x="14632" y="15599"/>
                    </a:lnTo>
                    <a:lnTo>
                      <a:pt x="14632" y="16799"/>
                    </a:lnTo>
                    <a:lnTo>
                      <a:pt x="13935" y="16799"/>
                    </a:lnTo>
                    <a:lnTo>
                      <a:pt x="13238" y="17400"/>
                    </a:lnTo>
                    <a:lnTo>
                      <a:pt x="12541" y="18600"/>
                    </a:lnTo>
                    <a:lnTo>
                      <a:pt x="10451" y="20400"/>
                    </a:lnTo>
                    <a:lnTo>
                      <a:pt x="9058" y="20400"/>
                    </a:lnTo>
                    <a:lnTo>
                      <a:pt x="9058" y="21599"/>
                    </a:lnTo>
                    <a:lnTo>
                      <a:pt x="8361" y="21599"/>
                    </a:lnTo>
                    <a:lnTo>
                      <a:pt x="6967" y="20999"/>
                    </a:lnTo>
                    <a:lnTo>
                      <a:pt x="0" y="20999"/>
                    </a:lnTo>
                    <a:lnTo>
                      <a:pt x="1393" y="120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6" name="AutoShape 200">
                <a:extLst>
                  <a:ext uri="{FF2B5EF4-FFF2-40B4-BE49-F238E27FC236}">
                    <a16:creationId xmlns:a16="http://schemas.microsoft.com/office/drawing/2014/main" id="{D0B3D0EF-7745-62E1-F5A3-4031BBED3E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4" y="1474020"/>
                <a:ext cx="117405" cy="100705"/>
              </a:xfrm>
              <a:custGeom>
                <a:avLst/>
                <a:gdLst>
                  <a:gd name="T0" fmla="*/ 58703 w 21600"/>
                  <a:gd name="T1" fmla="*/ 50353 h 21600"/>
                  <a:gd name="T2" fmla="*/ 58703 w 21600"/>
                  <a:gd name="T3" fmla="*/ 50353 h 21600"/>
                  <a:gd name="T4" fmla="*/ 58703 w 21600"/>
                  <a:gd name="T5" fmla="*/ 50353 h 21600"/>
                  <a:gd name="T6" fmla="*/ 58703 w 21600"/>
                  <a:gd name="T7" fmla="*/ 503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440" y="568"/>
                    </a:moveTo>
                    <a:lnTo>
                      <a:pt x="18900" y="1136"/>
                    </a:lnTo>
                    <a:lnTo>
                      <a:pt x="17820" y="1705"/>
                    </a:lnTo>
                    <a:lnTo>
                      <a:pt x="16200" y="1705"/>
                    </a:lnTo>
                    <a:lnTo>
                      <a:pt x="14579" y="3410"/>
                    </a:lnTo>
                    <a:lnTo>
                      <a:pt x="13500" y="3978"/>
                    </a:lnTo>
                    <a:lnTo>
                      <a:pt x="11879" y="4547"/>
                    </a:lnTo>
                    <a:lnTo>
                      <a:pt x="7560" y="4547"/>
                    </a:lnTo>
                    <a:lnTo>
                      <a:pt x="5399" y="3410"/>
                    </a:lnTo>
                    <a:lnTo>
                      <a:pt x="4859" y="3410"/>
                    </a:lnTo>
                    <a:lnTo>
                      <a:pt x="4319" y="3978"/>
                    </a:lnTo>
                    <a:lnTo>
                      <a:pt x="4319" y="4547"/>
                    </a:lnTo>
                    <a:lnTo>
                      <a:pt x="3239" y="5684"/>
                    </a:lnTo>
                    <a:lnTo>
                      <a:pt x="2699" y="6821"/>
                    </a:lnTo>
                    <a:lnTo>
                      <a:pt x="1619" y="6821"/>
                    </a:lnTo>
                    <a:lnTo>
                      <a:pt x="1079" y="6252"/>
                    </a:lnTo>
                    <a:lnTo>
                      <a:pt x="1079" y="6821"/>
                    </a:lnTo>
                    <a:lnTo>
                      <a:pt x="1619" y="7389"/>
                    </a:lnTo>
                    <a:lnTo>
                      <a:pt x="1619" y="9094"/>
                    </a:lnTo>
                    <a:lnTo>
                      <a:pt x="1079" y="9663"/>
                    </a:lnTo>
                    <a:lnTo>
                      <a:pt x="1079" y="10800"/>
                    </a:lnTo>
                    <a:lnTo>
                      <a:pt x="539" y="11936"/>
                    </a:lnTo>
                    <a:lnTo>
                      <a:pt x="2699" y="11936"/>
                    </a:lnTo>
                    <a:lnTo>
                      <a:pt x="3239" y="12505"/>
                    </a:lnTo>
                    <a:lnTo>
                      <a:pt x="3239" y="13073"/>
                    </a:lnTo>
                    <a:lnTo>
                      <a:pt x="2159" y="14210"/>
                    </a:lnTo>
                    <a:lnTo>
                      <a:pt x="2159" y="15915"/>
                    </a:lnTo>
                    <a:lnTo>
                      <a:pt x="1619" y="16484"/>
                    </a:lnTo>
                    <a:lnTo>
                      <a:pt x="1619" y="17052"/>
                    </a:lnTo>
                    <a:lnTo>
                      <a:pt x="1079" y="17621"/>
                    </a:lnTo>
                    <a:lnTo>
                      <a:pt x="1079" y="18189"/>
                    </a:lnTo>
                    <a:lnTo>
                      <a:pt x="0" y="19326"/>
                    </a:lnTo>
                    <a:lnTo>
                      <a:pt x="539" y="19894"/>
                    </a:lnTo>
                    <a:lnTo>
                      <a:pt x="1079" y="19894"/>
                    </a:lnTo>
                    <a:lnTo>
                      <a:pt x="1079" y="20463"/>
                    </a:lnTo>
                    <a:lnTo>
                      <a:pt x="2159" y="21599"/>
                    </a:lnTo>
                    <a:lnTo>
                      <a:pt x="4319" y="21599"/>
                    </a:lnTo>
                    <a:lnTo>
                      <a:pt x="5939" y="21031"/>
                    </a:lnTo>
                    <a:lnTo>
                      <a:pt x="17820" y="10800"/>
                    </a:lnTo>
                    <a:lnTo>
                      <a:pt x="17820" y="6252"/>
                    </a:lnTo>
                    <a:lnTo>
                      <a:pt x="18359" y="6252"/>
                    </a:lnTo>
                    <a:lnTo>
                      <a:pt x="19440" y="5115"/>
                    </a:lnTo>
                    <a:lnTo>
                      <a:pt x="19440" y="3978"/>
                    </a:lnTo>
                    <a:lnTo>
                      <a:pt x="19980" y="3978"/>
                    </a:lnTo>
                    <a:lnTo>
                      <a:pt x="19980" y="3410"/>
                    </a:lnTo>
                    <a:lnTo>
                      <a:pt x="21059" y="1136"/>
                    </a:lnTo>
                    <a:lnTo>
                      <a:pt x="21059" y="568"/>
                    </a:lnTo>
                    <a:lnTo>
                      <a:pt x="21600" y="0"/>
                    </a:lnTo>
                    <a:lnTo>
                      <a:pt x="19440" y="56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7" name="AutoShape 201">
                <a:extLst>
                  <a:ext uri="{FF2B5EF4-FFF2-40B4-BE49-F238E27FC236}">
                    <a16:creationId xmlns:a16="http://schemas.microsoft.com/office/drawing/2014/main" id="{E2C37EE0-73A9-468F-FC63-89E078C16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35" y="1413069"/>
                <a:ext cx="340341" cy="328610"/>
              </a:xfrm>
              <a:custGeom>
                <a:avLst/>
                <a:gdLst>
                  <a:gd name="T0" fmla="*/ 170171 w 21600"/>
                  <a:gd name="T1" fmla="*/ 164305 h 21600"/>
                  <a:gd name="T2" fmla="*/ 170171 w 21600"/>
                  <a:gd name="T3" fmla="*/ 164305 h 21600"/>
                  <a:gd name="T4" fmla="*/ 170171 w 21600"/>
                  <a:gd name="T5" fmla="*/ 164305 h 21600"/>
                  <a:gd name="T6" fmla="*/ 170171 w 21600"/>
                  <a:gd name="T7" fmla="*/ 164305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92" y="3658"/>
                    </a:moveTo>
                    <a:lnTo>
                      <a:pt x="1661" y="3658"/>
                    </a:lnTo>
                    <a:lnTo>
                      <a:pt x="1661" y="4006"/>
                    </a:lnTo>
                    <a:lnTo>
                      <a:pt x="1846" y="4180"/>
                    </a:lnTo>
                    <a:lnTo>
                      <a:pt x="1661" y="4180"/>
                    </a:lnTo>
                    <a:lnTo>
                      <a:pt x="1661" y="4354"/>
                    </a:lnTo>
                    <a:lnTo>
                      <a:pt x="1476" y="4529"/>
                    </a:lnTo>
                    <a:lnTo>
                      <a:pt x="1476" y="4703"/>
                    </a:lnTo>
                    <a:lnTo>
                      <a:pt x="1661" y="4703"/>
                    </a:lnTo>
                    <a:lnTo>
                      <a:pt x="2215" y="5225"/>
                    </a:lnTo>
                    <a:lnTo>
                      <a:pt x="2215" y="5400"/>
                    </a:lnTo>
                    <a:lnTo>
                      <a:pt x="2400" y="5574"/>
                    </a:lnTo>
                    <a:lnTo>
                      <a:pt x="2769" y="5748"/>
                    </a:lnTo>
                    <a:lnTo>
                      <a:pt x="2953" y="6096"/>
                    </a:lnTo>
                    <a:lnTo>
                      <a:pt x="3138" y="6270"/>
                    </a:lnTo>
                    <a:lnTo>
                      <a:pt x="3138" y="6619"/>
                    </a:lnTo>
                    <a:lnTo>
                      <a:pt x="2769" y="7316"/>
                    </a:lnTo>
                    <a:lnTo>
                      <a:pt x="2584" y="7838"/>
                    </a:lnTo>
                    <a:lnTo>
                      <a:pt x="2584" y="8187"/>
                    </a:lnTo>
                    <a:lnTo>
                      <a:pt x="2400" y="8535"/>
                    </a:lnTo>
                    <a:lnTo>
                      <a:pt x="3138" y="9929"/>
                    </a:lnTo>
                    <a:lnTo>
                      <a:pt x="3323" y="10451"/>
                    </a:lnTo>
                    <a:lnTo>
                      <a:pt x="3692" y="10625"/>
                    </a:lnTo>
                    <a:lnTo>
                      <a:pt x="3876" y="10800"/>
                    </a:lnTo>
                    <a:lnTo>
                      <a:pt x="3876" y="11322"/>
                    </a:lnTo>
                    <a:lnTo>
                      <a:pt x="4061" y="11670"/>
                    </a:lnTo>
                    <a:lnTo>
                      <a:pt x="4061" y="11845"/>
                    </a:lnTo>
                    <a:lnTo>
                      <a:pt x="4615" y="12367"/>
                    </a:lnTo>
                    <a:lnTo>
                      <a:pt x="4615" y="12716"/>
                    </a:lnTo>
                    <a:lnTo>
                      <a:pt x="4799" y="13064"/>
                    </a:lnTo>
                    <a:lnTo>
                      <a:pt x="4799" y="13238"/>
                    </a:lnTo>
                    <a:lnTo>
                      <a:pt x="4615" y="14109"/>
                    </a:lnTo>
                    <a:lnTo>
                      <a:pt x="5907" y="14283"/>
                    </a:lnTo>
                    <a:lnTo>
                      <a:pt x="7199" y="14109"/>
                    </a:lnTo>
                    <a:lnTo>
                      <a:pt x="7753" y="14632"/>
                    </a:lnTo>
                    <a:lnTo>
                      <a:pt x="8123" y="15154"/>
                    </a:lnTo>
                    <a:lnTo>
                      <a:pt x="8676" y="15851"/>
                    </a:lnTo>
                    <a:lnTo>
                      <a:pt x="10523" y="17593"/>
                    </a:lnTo>
                    <a:lnTo>
                      <a:pt x="10523" y="17767"/>
                    </a:lnTo>
                    <a:lnTo>
                      <a:pt x="10892" y="17767"/>
                    </a:lnTo>
                    <a:lnTo>
                      <a:pt x="11261" y="17941"/>
                    </a:lnTo>
                    <a:lnTo>
                      <a:pt x="11815" y="18116"/>
                    </a:lnTo>
                    <a:lnTo>
                      <a:pt x="12184" y="18116"/>
                    </a:lnTo>
                    <a:lnTo>
                      <a:pt x="12553" y="18290"/>
                    </a:lnTo>
                    <a:lnTo>
                      <a:pt x="14030" y="18290"/>
                    </a:lnTo>
                    <a:lnTo>
                      <a:pt x="14769" y="17941"/>
                    </a:lnTo>
                    <a:lnTo>
                      <a:pt x="15323" y="18638"/>
                    </a:lnTo>
                    <a:lnTo>
                      <a:pt x="15507" y="19683"/>
                    </a:lnTo>
                    <a:lnTo>
                      <a:pt x="16246" y="20380"/>
                    </a:lnTo>
                    <a:lnTo>
                      <a:pt x="16246" y="20206"/>
                    </a:lnTo>
                    <a:lnTo>
                      <a:pt x="16430" y="20206"/>
                    </a:lnTo>
                    <a:lnTo>
                      <a:pt x="16615" y="20032"/>
                    </a:lnTo>
                    <a:lnTo>
                      <a:pt x="16984" y="20032"/>
                    </a:lnTo>
                    <a:lnTo>
                      <a:pt x="17353" y="19858"/>
                    </a:lnTo>
                    <a:lnTo>
                      <a:pt x="17538" y="19858"/>
                    </a:lnTo>
                    <a:lnTo>
                      <a:pt x="18276" y="20206"/>
                    </a:lnTo>
                    <a:lnTo>
                      <a:pt x="18461" y="20380"/>
                    </a:lnTo>
                    <a:lnTo>
                      <a:pt x="18461" y="20903"/>
                    </a:lnTo>
                    <a:lnTo>
                      <a:pt x="19199" y="21599"/>
                    </a:lnTo>
                    <a:lnTo>
                      <a:pt x="20676" y="20903"/>
                    </a:lnTo>
                    <a:lnTo>
                      <a:pt x="20676" y="20729"/>
                    </a:lnTo>
                    <a:lnTo>
                      <a:pt x="20492" y="20554"/>
                    </a:lnTo>
                    <a:lnTo>
                      <a:pt x="20492" y="18987"/>
                    </a:lnTo>
                    <a:lnTo>
                      <a:pt x="20676" y="18638"/>
                    </a:lnTo>
                    <a:lnTo>
                      <a:pt x="21046" y="18290"/>
                    </a:lnTo>
                    <a:lnTo>
                      <a:pt x="21415" y="18116"/>
                    </a:lnTo>
                    <a:lnTo>
                      <a:pt x="21415" y="17767"/>
                    </a:lnTo>
                    <a:lnTo>
                      <a:pt x="21599" y="17593"/>
                    </a:lnTo>
                    <a:lnTo>
                      <a:pt x="21415" y="17245"/>
                    </a:lnTo>
                    <a:lnTo>
                      <a:pt x="21415" y="17070"/>
                    </a:lnTo>
                    <a:lnTo>
                      <a:pt x="21230" y="16896"/>
                    </a:lnTo>
                    <a:lnTo>
                      <a:pt x="20123" y="14980"/>
                    </a:lnTo>
                    <a:lnTo>
                      <a:pt x="19015" y="13238"/>
                    </a:lnTo>
                    <a:lnTo>
                      <a:pt x="19015" y="10451"/>
                    </a:lnTo>
                    <a:lnTo>
                      <a:pt x="19938" y="9058"/>
                    </a:lnTo>
                    <a:lnTo>
                      <a:pt x="20123" y="6967"/>
                    </a:lnTo>
                    <a:lnTo>
                      <a:pt x="19938" y="6619"/>
                    </a:lnTo>
                    <a:lnTo>
                      <a:pt x="19569" y="6096"/>
                    </a:lnTo>
                    <a:lnTo>
                      <a:pt x="19015" y="5400"/>
                    </a:lnTo>
                    <a:lnTo>
                      <a:pt x="18092" y="4703"/>
                    </a:lnTo>
                    <a:lnTo>
                      <a:pt x="16984" y="4529"/>
                    </a:lnTo>
                    <a:lnTo>
                      <a:pt x="16799" y="4354"/>
                    </a:lnTo>
                    <a:lnTo>
                      <a:pt x="16615" y="4354"/>
                    </a:lnTo>
                    <a:lnTo>
                      <a:pt x="16246" y="4180"/>
                    </a:lnTo>
                    <a:lnTo>
                      <a:pt x="15876" y="4180"/>
                    </a:lnTo>
                    <a:lnTo>
                      <a:pt x="15692" y="4006"/>
                    </a:lnTo>
                    <a:lnTo>
                      <a:pt x="14769" y="3832"/>
                    </a:lnTo>
                    <a:lnTo>
                      <a:pt x="13292" y="3832"/>
                    </a:lnTo>
                    <a:lnTo>
                      <a:pt x="11630" y="4703"/>
                    </a:lnTo>
                    <a:lnTo>
                      <a:pt x="11446" y="4877"/>
                    </a:lnTo>
                    <a:lnTo>
                      <a:pt x="11261" y="4877"/>
                    </a:lnTo>
                    <a:lnTo>
                      <a:pt x="10892" y="5051"/>
                    </a:lnTo>
                    <a:lnTo>
                      <a:pt x="9415" y="5051"/>
                    </a:lnTo>
                    <a:lnTo>
                      <a:pt x="9230" y="5225"/>
                    </a:lnTo>
                    <a:lnTo>
                      <a:pt x="9046" y="5225"/>
                    </a:lnTo>
                    <a:lnTo>
                      <a:pt x="8861" y="5051"/>
                    </a:lnTo>
                    <a:lnTo>
                      <a:pt x="8307" y="4877"/>
                    </a:lnTo>
                    <a:lnTo>
                      <a:pt x="7569" y="4354"/>
                    </a:lnTo>
                    <a:lnTo>
                      <a:pt x="7015" y="3483"/>
                    </a:lnTo>
                    <a:lnTo>
                      <a:pt x="6646" y="2264"/>
                    </a:lnTo>
                    <a:lnTo>
                      <a:pt x="5723" y="1045"/>
                    </a:lnTo>
                    <a:lnTo>
                      <a:pt x="4984" y="348"/>
                    </a:lnTo>
                    <a:lnTo>
                      <a:pt x="4799" y="0"/>
                    </a:lnTo>
                    <a:lnTo>
                      <a:pt x="3507" y="1393"/>
                    </a:lnTo>
                    <a:lnTo>
                      <a:pt x="3323" y="1393"/>
                    </a:lnTo>
                    <a:lnTo>
                      <a:pt x="3138" y="1567"/>
                    </a:lnTo>
                    <a:lnTo>
                      <a:pt x="2400" y="1567"/>
                    </a:lnTo>
                    <a:lnTo>
                      <a:pt x="2030" y="1219"/>
                    </a:lnTo>
                    <a:lnTo>
                      <a:pt x="0" y="870"/>
                    </a:lnTo>
                    <a:lnTo>
                      <a:pt x="0" y="1045"/>
                    </a:lnTo>
                    <a:lnTo>
                      <a:pt x="369" y="1393"/>
                    </a:lnTo>
                    <a:lnTo>
                      <a:pt x="369" y="1741"/>
                    </a:lnTo>
                    <a:lnTo>
                      <a:pt x="553" y="2090"/>
                    </a:lnTo>
                    <a:lnTo>
                      <a:pt x="738" y="2264"/>
                    </a:lnTo>
                    <a:lnTo>
                      <a:pt x="1107" y="3309"/>
                    </a:lnTo>
                    <a:lnTo>
                      <a:pt x="1107" y="3483"/>
                    </a:lnTo>
                    <a:lnTo>
                      <a:pt x="923" y="3658"/>
                    </a:lnTo>
                    <a:lnTo>
                      <a:pt x="1292" y="365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8" name="AutoShape 202">
                <a:extLst>
                  <a:ext uri="{FF2B5EF4-FFF2-40B4-BE49-F238E27FC236}">
                    <a16:creationId xmlns:a16="http://schemas.microsoft.com/office/drawing/2014/main" id="{C42DADFF-245B-4F99-83CB-A206AAF3E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231" y="1837081"/>
                <a:ext cx="51448" cy="127205"/>
              </a:xfrm>
              <a:custGeom>
                <a:avLst/>
                <a:gdLst>
                  <a:gd name="T0" fmla="*/ 25724 w 21600"/>
                  <a:gd name="T1" fmla="*/ 63603 h 21600"/>
                  <a:gd name="T2" fmla="*/ 25724 w 21600"/>
                  <a:gd name="T3" fmla="*/ 63603 h 21600"/>
                  <a:gd name="T4" fmla="*/ 25724 w 21600"/>
                  <a:gd name="T5" fmla="*/ 63603 h 21600"/>
                  <a:gd name="T6" fmla="*/ 25724 w 21600"/>
                  <a:gd name="T7" fmla="*/ 636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000" y="0"/>
                    </a:moveTo>
                    <a:lnTo>
                      <a:pt x="7200" y="0"/>
                    </a:lnTo>
                    <a:lnTo>
                      <a:pt x="2400" y="900"/>
                    </a:lnTo>
                    <a:lnTo>
                      <a:pt x="1200" y="1800"/>
                    </a:lnTo>
                    <a:lnTo>
                      <a:pt x="1200" y="2700"/>
                    </a:lnTo>
                    <a:lnTo>
                      <a:pt x="0" y="5849"/>
                    </a:lnTo>
                    <a:lnTo>
                      <a:pt x="0" y="8999"/>
                    </a:lnTo>
                    <a:lnTo>
                      <a:pt x="1200" y="10800"/>
                    </a:lnTo>
                    <a:lnTo>
                      <a:pt x="1200" y="11699"/>
                    </a:lnTo>
                    <a:lnTo>
                      <a:pt x="2400" y="12149"/>
                    </a:lnTo>
                    <a:lnTo>
                      <a:pt x="2400" y="12599"/>
                    </a:lnTo>
                    <a:lnTo>
                      <a:pt x="1200" y="13049"/>
                    </a:lnTo>
                    <a:lnTo>
                      <a:pt x="1200" y="13499"/>
                    </a:lnTo>
                    <a:lnTo>
                      <a:pt x="0" y="14399"/>
                    </a:lnTo>
                    <a:lnTo>
                      <a:pt x="0" y="14849"/>
                    </a:lnTo>
                    <a:lnTo>
                      <a:pt x="1200" y="15749"/>
                    </a:lnTo>
                    <a:lnTo>
                      <a:pt x="3600" y="18449"/>
                    </a:lnTo>
                    <a:lnTo>
                      <a:pt x="6000" y="19799"/>
                    </a:lnTo>
                    <a:lnTo>
                      <a:pt x="7200" y="20699"/>
                    </a:lnTo>
                    <a:lnTo>
                      <a:pt x="9600" y="21599"/>
                    </a:lnTo>
                    <a:lnTo>
                      <a:pt x="14400" y="19799"/>
                    </a:lnTo>
                    <a:lnTo>
                      <a:pt x="14400" y="12599"/>
                    </a:lnTo>
                    <a:lnTo>
                      <a:pt x="18000" y="9449"/>
                    </a:lnTo>
                    <a:lnTo>
                      <a:pt x="18000" y="6299"/>
                    </a:lnTo>
                    <a:lnTo>
                      <a:pt x="19200" y="5400"/>
                    </a:lnTo>
                    <a:lnTo>
                      <a:pt x="20400" y="4950"/>
                    </a:lnTo>
                    <a:lnTo>
                      <a:pt x="20400" y="450"/>
                    </a:lnTo>
                    <a:lnTo>
                      <a:pt x="21599" y="0"/>
                    </a:lnTo>
                    <a:lnTo>
                      <a:pt x="19200" y="0"/>
                    </a:lnTo>
                    <a:lnTo>
                      <a:pt x="16800" y="450"/>
                    </a:lnTo>
                    <a:lnTo>
                      <a:pt x="14400" y="450"/>
                    </a:lnTo>
                    <a:lnTo>
                      <a:pt x="1200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59" name="AutoShape 203">
                <a:extLst>
                  <a:ext uri="{FF2B5EF4-FFF2-40B4-BE49-F238E27FC236}">
                    <a16:creationId xmlns:a16="http://schemas.microsoft.com/office/drawing/2014/main" id="{D3671C86-C845-DF5A-7DA7-8188C4948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742" y="1969585"/>
                <a:ext cx="47490" cy="45053"/>
              </a:xfrm>
              <a:custGeom>
                <a:avLst/>
                <a:gdLst>
                  <a:gd name="T0" fmla="*/ 23745 w 21600"/>
                  <a:gd name="T1" fmla="*/ 22526 h 21600"/>
                  <a:gd name="T2" fmla="*/ 23745 w 21600"/>
                  <a:gd name="T3" fmla="*/ 22526 h 21600"/>
                  <a:gd name="T4" fmla="*/ 23745 w 21600"/>
                  <a:gd name="T5" fmla="*/ 22526 h 21600"/>
                  <a:gd name="T6" fmla="*/ 23745 w 21600"/>
                  <a:gd name="T7" fmla="*/ 2252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49" y="17788"/>
                    </a:moveTo>
                    <a:lnTo>
                      <a:pt x="0" y="19058"/>
                    </a:lnTo>
                    <a:lnTo>
                      <a:pt x="2699" y="21599"/>
                    </a:lnTo>
                    <a:lnTo>
                      <a:pt x="4049" y="20329"/>
                    </a:lnTo>
                    <a:lnTo>
                      <a:pt x="6750" y="20329"/>
                    </a:lnTo>
                    <a:lnTo>
                      <a:pt x="10800" y="16517"/>
                    </a:lnTo>
                    <a:lnTo>
                      <a:pt x="13500" y="15247"/>
                    </a:lnTo>
                    <a:lnTo>
                      <a:pt x="16199" y="12705"/>
                    </a:lnTo>
                    <a:lnTo>
                      <a:pt x="18899" y="7623"/>
                    </a:lnTo>
                    <a:lnTo>
                      <a:pt x="20250" y="6352"/>
                    </a:lnTo>
                    <a:lnTo>
                      <a:pt x="21600" y="3811"/>
                    </a:lnTo>
                    <a:lnTo>
                      <a:pt x="21600" y="1270"/>
                    </a:lnTo>
                    <a:lnTo>
                      <a:pt x="20250" y="0"/>
                    </a:lnTo>
                    <a:lnTo>
                      <a:pt x="17549" y="0"/>
                    </a:lnTo>
                    <a:lnTo>
                      <a:pt x="14849" y="1270"/>
                    </a:lnTo>
                    <a:lnTo>
                      <a:pt x="13500" y="3811"/>
                    </a:lnTo>
                    <a:lnTo>
                      <a:pt x="8099" y="8894"/>
                    </a:lnTo>
                    <a:lnTo>
                      <a:pt x="5399" y="12705"/>
                    </a:lnTo>
                    <a:lnTo>
                      <a:pt x="1349" y="16517"/>
                    </a:lnTo>
                    <a:lnTo>
                      <a:pt x="1349" y="1778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0" name="AutoShape 204">
                <a:extLst>
                  <a:ext uri="{FF2B5EF4-FFF2-40B4-BE49-F238E27FC236}">
                    <a16:creationId xmlns:a16="http://schemas.microsoft.com/office/drawing/2014/main" id="{5F246D5D-77CC-B0D1-6A8E-4FFA776E1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125" y="2001386"/>
                <a:ext cx="87064" cy="60953"/>
              </a:xfrm>
              <a:custGeom>
                <a:avLst/>
                <a:gdLst>
                  <a:gd name="T0" fmla="*/ 43532 w 21600"/>
                  <a:gd name="T1" fmla="*/ 30477 h 21600"/>
                  <a:gd name="T2" fmla="*/ 43532 w 21600"/>
                  <a:gd name="T3" fmla="*/ 30477 h 21600"/>
                  <a:gd name="T4" fmla="*/ 43532 w 21600"/>
                  <a:gd name="T5" fmla="*/ 30477 h 21600"/>
                  <a:gd name="T6" fmla="*/ 43532 w 21600"/>
                  <a:gd name="T7" fmla="*/ 304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119" y="939"/>
                    </a:moveTo>
                    <a:lnTo>
                      <a:pt x="10800" y="3756"/>
                    </a:lnTo>
                    <a:lnTo>
                      <a:pt x="7199" y="4695"/>
                    </a:lnTo>
                    <a:lnTo>
                      <a:pt x="2160" y="7513"/>
                    </a:lnTo>
                    <a:lnTo>
                      <a:pt x="2160" y="8452"/>
                    </a:lnTo>
                    <a:lnTo>
                      <a:pt x="720" y="10330"/>
                    </a:lnTo>
                    <a:lnTo>
                      <a:pt x="720" y="12208"/>
                    </a:lnTo>
                    <a:lnTo>
                      <a:pt x="0" y="14086"/>
                    </a:lnTo>
                    <a:lnTo>
                      <a:pt x="0" y="15965"/>
                    </a:lnTo>
                    <a:lnTo>
                      <a:pt x="720" y="16904"/>
                    </a:lnTo>
                    <a:lnTo>
                      <a:pt x="2879" y="15965"/>
                    </a:lnTo>
                    <a:lnTo>
                      <a:pt x="4320" y="15965"/>
                    </a:lnTo>
                    <a:lnTo>
                      <a:pt x="5759" y="15026"/>
                    </a:lnTo>
                    <a:lnTo>
                      <a:pt x="7199" y="15026"/>
                    </a:lnTo>
                    <a:lnTo>
                      <a:pt x="7199" y="17843"/>
                    </a:lnTo>
                    <a:lnTo>
                      <a:pt x="9359" y="20660"/>
                    </a:lnTo>
                    <a:lnTo>
                      <a:pt x="10800" y="20660"/>
                    </a:lnTo>
                    <a:lnTo>
                      <a:pt x="11519" y="21600"/>
                    </a:lnTo>
                    <a:lnTo>
                      <a:pt x="15119" y="21600"/>
                    </a:lnTo>
                    <a:lnTo>
                      <a:pt x="15839" y="19721"/>
                    </a:lnTo>
                    <a:lnTo>
                      <a:pt x="15839" y="15965"/>
                    </a:lnTo>
                    <a:lnTo>
                      <a:pt x="15119" y="15026"/>
                    </a:lnTo>
                    <a:lnTo>
                      <a:pt x="15119" y="14086"/>
                    </a:lnTo>
                    <a:lnTo>
                      <a:pt x="15839" y="13147"/>
                    </a:lnTo>
                    <a:lnTo>
                      <a:pt x="16560" y="13147"/>
                    </a:lnTo>
                    <a:lnTo>
                      <a:pt x="19439" y="16904"/>
                    </a:lnTo>
                    <a:lnTo>
                      <a:pt x="20159" y="15965"/>
                    </a:lnTo>
                    <a:lnTo>
                      <a:pt x="20879" y="14086"/>
                    </a:lnTo>
                    <a:lnTo>
                      <a:pt x="21599" y="11269"/>
                    </a:lnTo>
                    <a:lnTo>
                      <a:pt x="21599" y="7513"/>
                    </a:lnTo>
                    <a:lnTo>
                      <a:pt x="20159" y="3756"/>
                    </a:lnTo>
                    <a:lnTo>
                      <a:pt x="18719" y="1878"/>
                    </a:lnTo>
                    <a:lnTo>
                      <a:pt x="17280" y="939"/>
                    </a:lnTo>
                    <a:lnTo>
                      <a:pt x="16560" y="0"/>
                    </a:lnTo>
                    <a:lnTo>
                      <a:pt x="15119" y="93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1" name="AutoShape 205">
                <a:extLst>
                  <a:ext uri="{FF2B5EF4-FFF2-40B4-BE49-F238E27FC236}">
                    <a16:creationId xmlns:a16="http://schemas.microsoft.com/office/drawing/2014/main" id="{A96937BE-4EA4-1885-14B1-F3199F55C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019" y="2038487"/>
                <a:ext cx="156979" cy="127205"/>
              </a:xfrm>
              <a:custGeom>
                <a:avLst/>
                <a:gdLst>
                  <a:gd name="T0" fmla="*/ 78490 w 21600"/>
                  <a:gd name="T1" fmla="*/ 63603 h 21600"/>
                  <a:gd name="T2" fmla="*/ 78490 w 21600"/>
                  <a:gd name="T3" fmla="*/ 63603 h 21600"/>
                  <a:gd name="T4" fmla="*/ 78490 w 21600"/>
                  <a:gd name="T5" fmla="*/ 63603 h 21600"/>
                  <a:gd name="T6" fmla="*/ 78490 w 21600"/>
                  <a:gd name="T7" fmla="*/ 636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400" y="12599"/>
                    </a:moveTo>
                    <a:lnTo>
                      <a:pt x="14000" y="10349"/>
                    </a:lnTo>
                    <a:lnTo>
                      <a:pt x="17999" y="10349"/>
                    </a:lnTo>
                    <a:lnTo>
                      <a:pt x="19199" y="9899"/>
                    </a:lnTo>
                    <a:lnTo>
                      <a:pt x="20000" y="9899"/>
                    </a:lnTo>
                    <a:lnTo>
                      <a:pt x="20400" y="9449"/>
                    </a:lnTo>
                    <a:lnTo>
                      <a:pt x="17200" y="8549"/>
                    </a:lnTo>
                    <a:lnTo>
                      <a:pt x="21600" y="7200"/>
                    </a:lnTo>
                    <a:lnTo>
                      <a:pt x="21600" y="5849"/>
                    </a:lnTo>
                    <a:lnTo>
                      <a:pt x="20800" y="5400"/>
                    </a:lnTo>
                    <a:lnTo>
                      <a:pt x="20800" y="4950"/>
                    </a:lnTo>
                    <a:lnTo>
                      <a:pt x="17999" y="1800"/>
                    </a:lnTo>
                    <a:lnTo>
                      <a:pt x="17999" y="1350"/>
                    </a:lnTo>
                    <a:lnTo>
                      <a:pt x="17600" y="1350"/>
                    </a:lnTo>
                    <a:lnTo>
                      <a:pt x="17600" y="900"/>
                    </a:lnTo>
                    <a:lnTo>
                      <a:pt x="16799" y="0"/>
                    </a:lnTo>
                    <a:lnTo>
                      <a:pt x="16400" y="0"/>
                    </a:lnTo>
                    <a:lnTo>
                      <a:pt x="14800" y="900"/>
                    </a:lnTo>
                    <a:lnTo>
                      <a:pt x="14399" y="900"/>
                    </a:lnTo>
                    <a:lnTo>
                      <a:pt x="13200" y="2250"/>
                    </a:lnTo>
                    <a:lnTo>
                      <a:pt x="11599" y="3150"/>
                    </a:lnTo>
                    <a:lnTo>
                      <a:pt x="9599" y="8099"/>
                    </a:lnTo>
                    <a:lnTo>
                      <a:pt x="9599" y="8549"/>
                    </a:lnTo>
                    <a:lnTo>
                      <a:pt x="9200" y="8549"/>
                    </a:lnTo>
                    <a:lnTo>
                      <a:pt x="8399" y="8999"/>
                    </a:lnTo>
                    <a:lnTo>
                      <a:pt x="7199" y="10349"/>
                    </a:lnTo>
                    <a:lnTo>
                      <a:pt x="6399" y="10800"/>
                    </a:lnTo>
                    <a:lnTo>
                      <a:pt x="5999" y="10800"/>
                    </a:lnTo>
                    <a:lnTo>
                      <a:pt x="3199" y="13949"/>
                    </a:lnTo>
                    <a:lnTo>
                      <a:pt x="3199" y="14399"/>
                    </a:lnTo>
                    <a:lnTo>
                      <a:pt x="1599" y="18899"/>
                    </a:lnTo>
                    <a:lnTo>
                      <a:pt x="0" y="19799"/>
                    </a:lnTo>
                    <a:lnTo>
                      <a:pt x="399" y="20249"/>
                    </a:lnTo>
                    <a:lnTo>
                      <a:pt x="2799" y="21599"/>
                    </a:lnTo>
                    <a:lnTo>
                      <a:pt x="3199" y="21599"/>
                    </a:lnTo>
                    <a:lnTo>
                      <a:pt x="4399" y="20249"/>
                    </a:lnTo>
                    <a:lnTo>
                      <a:pt x="4799" y="19349"/>
                    </a:lnTo>
                    <a:lnTo>
                      <a:pt x="5600" y="18449"/>
                    </a:lnTo>
                    <a:lnTo>
                      <a:pt x="6399" y="17999"/>
                    </a:lnTo>
                    <a:lnTo>
                      <a:pt x="7599" y="17549"/>
                    </a:lnTo>
                    <a:lnTo>
                      <a:pt x="10800" y="15749"/>
                    </a:lnTo>
                    <a:lnTo>
                      <a:pt x="12400" y="125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2" name="AutoShape 206">
                <a:extLst>
                  <a:ext uri="{FF2B5EF4-FFF2-40B4-BE49-F238E27FC236}">
                    <a16:creationId xmlns:a16="http://schemas.microsoft.com/office/drawing/2014/main" id="{94B0ACCB-A0D4-F42D-03B4-E105AFA4B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3997" y="2094139"/>
                <a:ext cx="174129" cy="145756"/>
              </a:xfrm>
              <a:custGeom>
                <a:avLst/>
                <a:gdLst>
                  <a:gd name="T0" fmla="*/ 87065 w 21600"/>
                  <a:gd name="T1" fmla="*/ 72878 h 21600"/>
                  <a:gd name="T2" fmla="*/ 87065 w 21600"/>
                  <a:gd name="T3" fmla="*/ 72878 h 21600"/>
                  <a:gd name="T4" fmla="*/ 87065 w 21600"/>
                  <a:gd name="T5" fmla="*/ 72878 h 21600"/>
                  <a:gd name="T6" fmla="*/ 87065 w 21600"/>
                  <a:gd name="T7" fmla="*/ 728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8359" y="5498"/>
                    </a:moveTo>
                    <a:lnTo>
                      <a:pt x="18359" y="6676"/>
                    </a:lnTo>
                    <a:lnTo>
                      <a:pt x="19079" y="6676"/>
                    </a:lnTo>
                    <a:lnTo>
                      <a:pt x="20159" y="7069"/>
                    </a:lnTo>
                    <a:lnTo>
                      <a:pt x="20879" y="7461"/>
                    </a:lnTo>
                    <a:lnTo>
                      <a:pt x="21599" y="8247"/>
                    </a:lnTo>
                    <a:lnTo>
                      <a:pt x="20519" y="9425"/>
                    </a:lnTo>
                    <a:lnTo>
                      <a:pt x="19439" y="9425"/>
                    </a:lnTo>
                    <a:lnTo>
                      <a:pt x="19079" y="9818"/>
                    </a:lnTo>
                    <a:lnTo>
                      <a:pt x="18359" y="10210"/>
                    </a:lnTo>
                    <a:lnTo>
                      <a:pt x="18359" y="10603"/>
                    </a:lnTo>
                    <a:lnTo>
                      <a:pt x="17999" y="10996"/>
                    </a:lnTo>
                    <a:lnTo>
                      <a:pt x="17639" y="13745"/>
                    </a:lnTo>
                    <a:lnTo>
                      <a:pt x="16920" y="13745"/>
                    </a:lnTo>
                    <a:lnTo>
                      <a:pt x="15479" y="15316"/>
                    </a:lnTo>
                    <a:lnTo>
                      <a:pt x="15479" y="15709"/>
                    </a:lnTo>
                    <a:lnTo>
                      <a:pt x="15119" y="16101"/>
                    </a:lnTo>
                    <a:lnTo>
                      <a:pt x="15119" y="16494"/>
                    </a:lnTo>
                    <a:lnTo>
                      <a:pt x="14759" y="17672"/>
                    </a:lnTo>
                    <a:lnTo>
                      <a:pt x="14759" y="18458"/>
                    </a:lnTo>
                    <a:lnTo>
                      <a:pt x="14039" y="20029"/>
                    </a:lnTo>
                    <a:lnTo>
                      <a:pt x="13319" y="20814"/>
                    </a:lnTo>
                    <a:lnTo>
                      <a:pt x="12599" y="21207"/>
                    </a:lnTo>
                    <a:lnTo>
                      <a:pt x="11879" y="21207"/>
                    </a:lnTo>
                    <a:lnTo>
                      <a:pt x="11519" y="21599"/>
                    </a:lnTo>
                    <a:lnTo>
                      <a:pt x="10800" y="19636"/>
                    </a:lnTo>
                    <a:lnTo>
                      <a:pt x="8999" y="19636"/>
                    </a:lnTo>
                    <a:lnTo>
                      <a:pt x="8999" y="18850"/>
                    </a:lnTo>
                    <a:lnTo>
                      <a:pt x="5400" y="18850"/>
                    </a:lnTo>
                    <a:lnTo>
                      <a:pt x="4679" y="18458"/>
                    </a:lnTo>
                    <a:lnTo>
                      <a:pt x="3599" y="17280"/>
                    </a:lnTo>
                    <a:lnTo>
                      <a:pt x="2160" y="16494"/>
                    </a:lnTo>
                    <a:lnTo>
                      <a:pt x="1080" y="16101"/>
                    </a:lnTo>
                    <a:lnTo>
                      <a:pt x="360" y="15709"/>
                    </a:lnTo>
                    <a:lnTo>
                      <a:pt x="0" y="15316"/>
                    </a:lnTo>
                    <a:lnTo>
                      <a:pt x="0" y="14530"/>
                    </a:lnTo>
                    <a:lnTo>
                      <a:pt x="360" y="14530"/>
                    </a:lnTo>
                    <a:lnTo>
                      <a:pt x="720" y="14138"/>
                    </a:lnTo>
                    <a:lnTo>
                      <a:pt x="360" y="11781"/>
                    </a:lnTo>
                    <a:lnTo>
                      <a:pt x="360" y="10210"/>
                    </a:lnTo>
                    <a:lnTo>
                      <a:pt x="1080" y="8640"/>
                    </a:lnTo>
                    <a:lnTo>
                      <a:pt x="1439" y="8247"/>
                    </a:lnTo>
                    <a:lnTo>
                      <a:pt x="5039" y="8247"/>
                    </a:lnTo>
                    <a:lnTo>
                      <a:pt x="3599" y="9032"/>
                    </a:lnTo>
                    <a:lnTo>
                      <a:pt x="3960" y="9425"/>
                    </a:lnTo>
                    <a:lnTo>
                      <a:pt x="4679" y="9818"/>
                    </a:lnTo>
                    <a:lnTo>
                      <a:pt x="5039" y="10210"/>
                    </a:lnTo>
                    <a:lnTo>
                      <a:pt x="5759" y="10603"/>
                    </a:lnTo>
                    <a:lnTo>
                      <a:pt x="7199" y="9818"/>
                    </a:lnTo>
                    <a:lnTo>
                      <a:pt x="7919" y="8640"/>
                    </a:lnTo>
                    <a:lnTo>
                      <a:pt x="8640" y="8247"/>
                    </a:lnTo>
                    <a:lnTo>
                      <a:pt x="8999" y="7461"/>
                    </a:lnTo>
                    <a:lnTo>
                      <a:pt x="10079" y="7461"/>
                    </a:lnTo>
                    <a:lnTo>
                      <a:pt x="10439" y="7069"/>
                    </a:lnTo>
                    <a:lnTo>
                      <a:pt x="12599" y="5890"/>
                    </a:lnTo>
                    <a:lnTo>
                      <a:pt x="12959" y="5498"/>
                    </a:lnTo>
                    <a:lnTo>
                      <a:pt x="13319" y="5498"/>
                    </a:lnTo>
                    <a:lnTo>
                      <a:pt x="14759" y="2749"/>
                    </a:lnTo>
                    <a:lnTo>
                      <a:pt x="16199" y="785"/>
                    </a:lnTo>
                    <a:lnTo>
                      <a:pt x="20159" y="785"/>
                    </a:lnTo>
                    <a:lnTo>
                      <a:pt x="21599" y="0"/>
                    </a:lnTo>
                    <a:lnTo>
                      <a:pt x="21599" y="392"/>
                    </a:lnTo>
                    <a:lnTo>
                      <a:pt x="20879" y="1178"/>
                    </a:lnTo>
                    <a:lnTo>
                      <a:pt x="20159" y="1570"/>
                    </a:lnTo>
                    <a:lnTo>
                      <a:pt x="19439" y="2356"/>
                    </a:lnTo>
                    <a:lnTo>
                      <a:pt x="18359" y="2749"/>
                    </a:lnTo>
                    <a:lnTo>
                      <a:pt x="18359" y="5498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3" name="AutoShape 207">
                <a:extLst>
                  <a:ext uri="{FF2B5EF4-FFF2-40B4-BE49-F238E27FC236}">
                    <a16:creationId xmlns:a16="http://schemas.microsoft.com/office/drawing/2014/main" id="{0194855F-C4B6-A954-DB76-0530F11DD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721" y="2123290"/>
                <a:ext cx="118724" cy="127205"/>
              </a:xfrm>
              <a:custGeom>
                <a:avLst/>
                <a:gdLst>
                  <a:gd name="T0" fmla="*/ 59362 w 21600"/>
                  <a:gd name="T1" fmla="*/ 63603 h 21600"/>
                  <a:gd name="T2" fmla="*/ 59362 w 21600"/>
                  <a:gd name="T3" fmla="*/ 63603 h 21600"/>
                  <a:gd name="T4" fmla="*/ 59362 w 21600"/>
                  <a:gd name="T5" fmla="*/ 63603 h 21600"/>
                  <a:gd name="T6" fmla="*/ 59362 w 21600"/>
                  <a:gd name="T7" fmla="*/ 636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4214" y="19799"/>
                    </a:moveTo>
                    <a:lnTo>
                      <a:pt x="2634" y="20699"/>
                    </a:lnTo>
                    <a:lnTo>
                      <a:pt x="2634" y="20249"/>
                    </a:lnTo>
                    <a:lnTo>
                      <a:pt x="2107" y="19349"/>
                    </a:lnTo>
                    <a:lnTo>
                      <a:pt x="2107" y="16199"/>
                    </a:lnTo>
                    <a:lnTo>
                      <a:pt x="3160" y="14399"/>
                    </a:lnTo>
                    <a:lnTo>
                      <a:pt x="3160" y="13049"/>
                    </a:lnTo>
                    <a:lnTo>
                      <a:pt x="1580" y="11699"/>
                    </a:lnTo>
                    <a:lnTo>
                      <a:pt x="526" y="11699"/>
                    </a:lnTo>
                    <a:lnTo>
                      <a:pt x="0" y="11249"/>
                    </a:lnTo>
                    <a:lnTo>
                      <a:pt x="0" y="10349"/>
                    </a:lnTo>
                    <a:lnTo>
                      <a:pt x="1580" y="7650"/>
                    </a:lnTo>
                    <a:lnTo>
                      <a:pt x="2107" y="7200"/>
                    </a:lnTo>
                    <a:lnTo>
                      <a:pt x="2107" y="4500"/>
                    </a:lnTo>
                    <a:lnTo>
                      <a:pt x="2634" y="4050"/>
                    </a:lnTo>
                    <a:lnTo>
                      <a:pt x="3687" y="3600"/>
                    </a:lnTo>
                    <a:lnTo>
                      <a:pt x="3687" y="4050"/>
                    </a:lnTo>
                    <a:lnTo>
                      <a:pt x="4214" y="4050"/>
                    </a:lnTo>
                    <a:lnTo>
                      <a:pt x="4741" y="3600"/>
                    </a:lnTo>
                    <a:lnTo>
                      <a:pt x="5268" y="3600"/>
                    </a:lnTo>
                    <a:lnTo>
                      <a:pt x="5268" y="2700"/>
                    </a:lnTo>
                    <a:lnTo>
                      <a:pt x="6321" y="1800"/>
                    </a:lnTo>
                    <a:lnTo>
                      <a:pt x="7902" y="900"/>
                    </a:lnTo>
                    <a:lnTo>
                      <a:pt x="8956" y="450"/>
                    </a:lnTo>
                    <a:lnTo>
                      <a:pt x="11063" y="0"/>
                    </a:lnTo>
                    <a:lnTo>
                      <a:pt x="14751" y="0"/>
                    </a:lnTo>
                    <a:lnTo>
                      <a:pt x="17912" y="900"/>
                    </a:lnTo>
                    <a:lnTo>
                      <a:pt x="18439" y="1350"/>
                    </a:lnTo>
                    <a:lnTo>
                      <a:pt x="20019" y="1350"/>
                    </a:lnTo>
                    <a:lnTo>
                      <a:pt x="20019" y="900"/>
                    </a:lnTo>
                    <a:lnTo>
                      <a:pt x="20546" y="900"/>
                    </a:lnTo>
                    <a:lnTo>
                      <a:pt x="21073" y="1350"/>
                    </a:lnTo>
                    <a:lnTo>
                      <a:pt x="21599" y="2250"/>
                    </a:lnTo>
                    <a:lnTo>
                      <a:pt x="21599" y="4050"/>
                    </a:lnTo>
                    <a:lnTo>
                      <a:pt x="19492" y="4950"/>
                    </a:lnTo>
                    <a:lnTo>
                      <a:pt x="17912" y="4950"/>
                    </a:lnTo>
                    <a:lnTo>
                      <a:pt x="17385" y="4500"/>
                    </a:lnTo>
                    <a:lnTo>
                      <a:pt x="16858" y="3600"/>
                    </a:lnTo>
                    <a:lnTo>
                      <a:pt x="15278" y="2250"/>
                    </a:lnTo>
                    <a:lnTo>
                      <a:pt x="14224" y="1800"/>
                    </a:lnTo>
                    <a:lnTo>
                      <a:pt x="13170" y="1800"/>
                    </a:lnTo>
                    <a:lnTo>
                      <a:pt x="12117" y="1350"/>
                    </a:lnTo>
                    <a:lnTo>
                      <a:pt x="10536" y="1800"/>
                    </a:lnTo>
                    <a:lnTo>
                      <a:pt x="9482" y="2250"/>
                    </a:lnTo>
                    <a:lnTo>
                      <a:pt x="7902" y="3150"/>
                    </a:lnTo>
                    <a:lnTo>
                      <a:pt x="6848" y="3600"/>
                    </a:lnTo>
                    <a:lnTo>
                      <a:pt x="6321" y="4050"/>
                    </a:lnTo>
                    <a:lnTo>
                      <a:pt x="5795" y="4950"/>
                    </a:lnTo>
                    <a:lnTo>
                      <a:pt x="5795" y="6749"/>
                    </a:lnTo>
                    <a:lnTo>
                      <a:pt x="5268" y="7650"/>
                    </a:lnTo>
                    <a:lnTo>
                      <a:pt x="5268" y="8549"/>
                    </a:lnTo>
                    <a:lnTo>
                      <a:pt x="6321" y="8549"/>
                    </a:lnTo>
                    <a:lnTo>
                      <a:pt x="7375" y="8099"/>
                    </a:lnTo>
                    <a:lnTo>
                      <a:pt x="10536" y="8099"/>
                    </a:lnTo>
                    <a:lnTo>
                      <a:pt x="11590" y="7200"/>
                    </a:lnTo>
                    <a:lnTo>
                      <a:pt x="11590" y="6749"/>
                    </a:lnTo>
                    <a:lnTo>
                      <a:pt x="12643" y="6299"/>
                    </a:lnTo>
                    <a:lnTo>
                      <a:pt x="14224" y="6299"/>
                    </a:lnTo>
                    <a:lnTo>
                      <a:pt x="14224" y="8099"/>
                    </a:lnTo>
                    <a:lnTo>
                      <a:pt x="13697" y="8549"/>
                    </a:lnTo>
                    <a:lnTo>
                      <a:pt x="13170" y="8549"/>
                    </a:lnTo>
                    <a:lnTo>
                      <a:pt x="12117" y="8999"/>
                    </a:lnTo>
                    <a:lnTo>
                      <a:pt x="11063" y="8999"/>
                    </a:lnTo>
                    <a:lnTo>
                      <a:pt x="10009" y="9449"/>
                    </a:lnTo>
                    <a:lnTo>
                      <a:pt x="9482" y="9899"/>
                    </a:lnTo>
                    <a:lnTo>
                      <a:pt x="8429" y="9899"/>
                    </a:lnTo>
                    <a:lnTo>
                      <a:pt x="8429" y="10349"/>
                    </a:lnTo>
                    <a:lnTo>
                      <a:pt x="7902" y="10800"/>
                    </a:lnTo>
                    <a:lnTo>
                      <a:pt x="8429" y="11249"/>
                    </a:lnTo>
                    <a:lnTo>
                      <a:pt x="10536" y="12149"/>
                    </a:lnTo>
                    <a:lnTo>
                      <a:pt x="12117" y="14849"/>
                    </a:lnTo>
                    <a:lnTo>
                      <a:pt x="12117" y="15749"/>
                    </a:lnTo>
                    <a:lnTo>
                      <a:pt x="15278" y="17099"/>
                    </a:lnTo>
                    <a:lnTo>
                      <a:pt x="16331" y="20249"/>
                    </a:lnTo>
                    <a:lnTo>
                      <a:pt x="12117" y="20699"/>
                    </a:lnTo>
                    <a:lnTo>
                      <a:pt x="10009" y="21599"/>
                    </a:lnTo>
                    <a:lnTo>
                      <a:pt x="8956" y="17999"/>
                    </a:lnTo>
                    <a:lnTo>
                      <a:pt x="8956" y="14399"/>
                    </a:lnTo>
                    <a:lnTo>
                      <a:pt x="7375" y="13049"/>
                    </a:lnTo>
                    <a:lnTo>
                      <a:pt x="6321" y="13049"/>
                    </a:lnTo>
                    <a:lnTo>
                      <a:pt x="6321" y="17549"/>
                    </a:lnTo>
                    <a:lnTo>
                      <a:pt x="4214" y="19799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4" name="AutoShape 208">
                <a:extLst>
                  <a:ext uri="{FF2B5EF4-FFF2-40B4-BE49-F238E27FC236}">
                    <a16:creationId xmlns:a16="http://schemas.microsoft.com/office/drawing/2014/main" id="{1AA6F0A9-4805-A39A-3E91-6038D8CAC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849" y="2067638"/>
                <a:ext cx="197873" cy="196107"/>
              </a:xfrm>
              <a:custGeom>
                <a:avLst/>
                <a:gdLst>
                  <a:gd name="T0" fmla="*/ 98937 w 21600"/>
                  <a:gd name="T1" fmla="*/ 98054 h 21600"/>
                  <a:gd name="T2" fmla="*/ 98937 w 21600"/>
                  <a:gd name="T3" fmla="*/ 98054 h 21600"/>
                  <a:gd name="T4" fmla="*/ 98937 w 21600"/>
                  <a:gd name="T5" fmla="*/ 98054 h 21600"/>
                  <a:gd name="T6" fmla="*/ 98937 w 21600"/>
                  <a:gd name="T7" fmla="*/ 98054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317" y="291"/>
                    </a:lnTo>
                    <a:lnTo>
                      <a:pt x="635" y="291"/>
                    </a:lnTo>
                    <a:lnTo>
                      <a:pt x="1270" y="583"/>
                    </a:lnTo>
                    <a:lnTo>
                      <a:pt x="1905" y="583"/>
                    </a:lnTo>
                    <a:lnTo>
                      <a:pt x="2858" y="291"/>
                    </a:lnTo>
                    <a:lnTo>
                      <a:pt x="3176" y="291"/>
                    </a:lnTo>
                    <a:lnTo>
                      <a:pt x="3811" y="0"/>
                    </a:lnTo>
                    <a:lnTo>
                      <a:pt x="5082" y="583"/>
                    </a:lnTo>
                    <a:lnTo>
                      <a:pt x="5717" y="1167"/>
                    </a:lnTo>
                    <a:lnTo>
                      <a:pt x="6035" y="2043"/>
                    </a:lnTo>
                    <a:lnTo>
                      <a:pt x="6670" y="2627"/>
                    </a:lnTo>
                    <a:lnTo>
                      <a:pt x="6670" y="2918"/>
                    </a:lnTo>
                    <a:lnTo>
                      <a:pt x="10482" y="6129"/>
                    </a:lnTo>
                    <a:lnTo>
                      <a:pt x="10800" y="5837"/>
                    </a:lnTo>
                    <a:lnTo>
                      <a:pt x="11435" y="6129"/>
                    </a:lnTo>
                    <a:lnTo>
                      <a:pt x="13023" y="7297"/>
                    </a:lnTo>
                    <a:lnTo>
                      <a:pt x="14611" y="8756"/>
                    </a:lnTo>
                    <a:lnTo>
                      <a:pt x="16517" y="9924"/>
                    </a:lnTo>
                    <a:lnTo>
                      <a:pt x="17470" y="10800"/>
                    </a:lnTo>
                    <a:lnTo>
                      <a:pt x="16835" y="10800"/>
                    </a:lnTo>
                    <a:lnTo>
                      <a:pt x="16517" y="11091"/>
                    </a:lnTo>
                    <a:lnTo>
                      <a:pt x="16199" y="11091"/>
                    </a:lnTo>
                    <a:lnTo>
                      <a:pt x="16517" y="11383"/>
                    </a:lnTo>
                    <a:lnTo>
                      <a:pt x="16835" y="11967"/>
                    </a:lnTo>
                    <a:lnTo>
                      <a:pt x="18105" y="12843"/>
                    </a:lnTo>
                    <a:lnTo>
                      <a:pt x="18105" y="14594"/>
                    </a:lnTo>
                    <a:lnTo>
                      <a:pt x="20011" y="14594"/>
                    </a:lnTo>
                    <a:lnTo>
                      <a:pt x="20647" y="15178"/>
                    </a:lnTo>
                    <a:lnTo>
                      <a:pt x="21599" y="16929"/>
                    </a:lnTo>
                    <a:lnTo>
                      <a:pt x="21282" y="16929"/>
                    </a:lnTo>
                    <a:lnTo>
                      <a:pt x="21282" y="18097"/>
                    </a:lnTo>
                    <a:lnTo>
                      <a:pt x="21599" y="18681"/>
                    </a:lnTo>
                    <a:lnTo>
                      <a:pt x="21599" y="20432"/>
                    </a:lnTo>
                    <a:lnTo>
                      <a:pt x="21282" y="21016"/>
                    </a:lnTo>
                    <a:lnTo>
                      <a:pt x="20964" y="21308"/>
                    </a:lnTo>
                    <a:lnTo>
                      <a:pt x="20329" y="21599"/>
                    </a:lnTo>
                    <a:lnTo>
                      <a:pt x="19376" y="21599"/>
                    </a:lnTo>
                    <a:lnTo>
                      <a:pt x="16199" y="20724"/>
                    </a:lnTo>
                    <a:lnTo>
                      <a:pt x="15882" y="20140"/>
                    </a:lnTo>
                    <a:lnTo>
                      <a:pt x="14611" y="18681"/>
                    </a:lnTo>
                    <a:lnTo>
                      <a:pt x="13023" y="16929"/>
                    </a:lnTo>
                    <a:lnTo>
                      <a:pt x="9847" y="12843"/>
                    </a:lnTo>
                    <a:lnTo>
                      <a:pt x="8894" y="11383"/>
                    </a:lnTo>
                    <a:lnTo>
                      <a:pt x="8258" y="9924"/>
                    </a:lnTo>
                    <a:lnTo>
                      <a:pt x="6988" y="9048"/>
                    </a:lnTo>
                    <a:lnTo>
                      <a:pt x="6988" y="8756"/>
                    </a:lnTo>
                    <a:lnTo>
                      <a:pt x="6670" y="8464"/>
                    </a:lnTo>
                    <a:lnTo>
                      <a:pt x="6035" y="7297"/>
                    </a:lnTo>
                    <a:lnTo>
                      <a:pt x="5400" y="6713"/>
                    </a:lnTo>
                    <a:lnTo>
                      <a:pt x="5082" y="6129"/>
                    </a:lnTo>
                    <a:lnTo>
                      <a:pt x="2223" y="2627"/>
                    </a:lnTo>
                    <a:lnTo>
                      <a:pt x="1905" y="2335"/>
                    </a:lnTo>
                    <a:lnTo>
                      <a:pt x="1270" y="2043"/>
                    </a:lnTo>
                    <a:lnTo>
                      <a:pt x="0" y="87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5" name="AutoShape 209">
                <a:extLst>
                  <a:ext uri="{FF2B5EF4-FFF2-40B4-BE49-F238E27FC236}">
                    <a16:creationId xmlns:a16="http://schemas.microsoft.com/office/drawing/2014/main" id="{E5533F28-4870-D769-9595-3D7C7834B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444" y="2269044"/>
                <a:ext cx="168852" cy="42403"/>
              </a:xfrm>
              <a:custGeom>
                <a:avLst/>
                <a:gdLst>
                  <a:gd name="T0" fmla="*/ 84426 w 21600"/>
                  <a:gd name="T1" fmla="*/ 21202 h 21600"/>
                  <a:gd name="T2" fmla="*/ 84426 w 21600"/>
                  <a:gd name="T3" fmla="*/ 21202 h 21600"/>
                  <a:gd name="T4" fmla="*/ 84426 w 21600"/>
                  <a:gd name="T5" fmla="*/ 21202 h 21600"/>
                  <a:gd name="T6" fmla="*/ 84426 w 21600"/>
                  <a:gd name="T7" fmla="*/ 212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310" y="14850"/>
                    </a:moveTo>
                    <a:lnTo>
                      <a:pt x="4096" y="14850"/>
                    </a:lnTo>
                    <a:lnTo>
                      <a:pt x="0" y="6750"/>
                    </a:lnTo>
                    <a:lnTo>
                      <a:pt x="372" y="2699"/>
                    </a:lnTo>
                    <a:lnTo>
                      <a:pt x="1862" y="0"/>
                    </a:lnTo>
                    <a:lnTo>
                      <a:pt x="4841" y="0"/>
                    </a:lnTo>
                    <a:lnTo>
                      <a:pt x="10427" y="5399"/>
                    </a:lnTo>
                    <a:lnTo>
                      <a:pt x="10800" y="5399"/>
                    </a:lnTo>
                    <a:lnTo>
                      <a:pt x="11544" y="4050"/>
                    </a:lnTo>
                    <a:lnTo>
                      <a:pt x="14896" y="4050"/>
                    </a:lnTo>
                    <a:lnTo>
                      <a:pt x="15641" y="5399"/>
                    </a:lnTo>
                    <a:lnTo>
                      <a:pt x="16758" y="8100"/>
                    </a:lnTo>
                    <a:lnTo>
                      <a:pt x="20110" y="12150"/>
                    </a:lnTo>
                    <a:lnTo>
                      <a:pt x="20482" y="13500"/>
                    </a:lnTo>
                    <a:lnTo>
                      <a:pt x="20855" y="13500"/>
                    </a:lnTo>
                    <a:lnTo>
                      <a:pt x="21227" y="14850"/>
                    </a:lnTo>
                    <a:lnTo>
                      <a:pt x="21227" y="16200"/>
                    </a:lnTo>
                    <a:lnTo>
                      <a:pt x="21599" y="18900"/>
                    </a:lnTo>
                    <a:lnTo>
                      <a:pt x="21227" y="20250"/>
                    </a:lnTo>
                    <a:lnTo>
                      <a:pt x="21227" y="21600"/>
                    </a:lnTo>
                    <a:lnTo>
                      <a:pt x="18620" y="21600"/>
                    </a:lnTo>
                    <a:lnTo>
                      <a:pt x="16386" y="20250"/>
                    </a:lnTo>
                    <a:lnTo>
                      <a:pt x="14151" y="20250"/>
                    </a:lnTo>
                    <a:lnTo>
                      <a:pt x="13406" y="18900"/>
                    </a:lnTo>
                    <a:lnTo>
                      <a:pt x="9310" y="1485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66" name="AutoShape 210">
                <a:extLst>
                  <a:ext uri="{FF2B5EF4-FFF2-40B4-BE49-F238E27FC236}">
                    <a16:creationId xmlns:a16="http://schemas.microsoft.com/office/drawing/2014/main" id="{78BBC1C2-B872-8837-8F68-72CD8AB90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680" y="1084459"/>
                <a:ext cx="755809" cy="328611"/>
              </a:xfrm>
              <a:custGeom>
                <a:avLst/>
                <a:gdLst>
                  <a:gd name="T0" fmla="*/ 377905 w 21228"/>
                  <a:gd name="T1" fmla="*/ 164306 h 21600"/>
                  <a:gd name="T2" fmla="*/ 377905 w 21228"/>
                  <a:gd name="T3" fmla="*/ 164306 h 21600"/>
                  <a:gd name="T4" fmla="*/ 377905 w 21228"/>
                  <a:gd name="T5" fmla="*/ 164306 h 21600"/>
                  <a:gd name="T6" fmla="*/ 377905 w 21228"/>
                  <a:gd name="T7" fmla="*/ 164306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228" h="21600">
                    <a:moveTo>
                      <a:pt x="977" y="9884"/>
                    </a:moveTo>
                    <a:lnTo>
                      <a:pt x="601" y="8237"/>
                    </a:lnTo>
                    <a:lnTo>
                      <a:pt x="0" y="7138"/>
                    </a:lnTo>
                    <a:lnTo>
                      <a:pt x="977" y="6223"/>
                    </a:lnTo>
                    <a:lnTo>
                      <a:pt x="1503" y="4942"/>
                    </a:lnTo>
                    <a:lnTo>
                      <a:pt x="2180" y="5857"/>
                    </a:lnTo>
                    <a:lnTo>
                      <a:pt x="4285" y="4393"/>
                    </a:lnTo>
                    <a:lnTo>
                      <a:pt x="5262" y="4942"/>
                    </a:lnTo>
                    <a:lnTo>
                      <a:pt x="6615" y="4942"/>
                    </a:lnTo>
                    <a:lnTo>
                      <a:pt x="7217" y="4393"/>
                    </a:lnTo>
                    <a:lnTo>
                      <a:pt x="7818" y="2196"/>
                    </a:lnTo>
                    <a:lnTo>
                      <a:pt x="9021" y="2196"/>
                    </a:lnTo>
                    <a:lnTo>
                      <a:pt x="9773" y="0"/>
                    </a:lnTo>
                    <a:lnTo>
                      <a:pt x="10901" y="0"/>
                    </a:lnTo>
                    <a:lnTo>
                      <a:pt x="12404" y="1464"/>
                    </a:lnTo>
                    <a:lnTo>
                      <a:pt x="13908" y="1464"/>
                    </a:lnTo>
                    <a:lnTo>
                      <a:pt x="14735" y="0"/>
                    </a:lnTo>
                    <a:lnTo>
                      <a:pt x="15186" y="0"/>
                    </a:lnTo>
                    <a:lnTo>
                      <a:pt x="15336" y="1830"/>
                    </a:lnTo>
                    <a:lnTo>
                      <a:pt x="16915" y="4393"/>
                    </a:lnTo>
                    <a:lnTo>
                      <a:pt x="18343" y="5125"/>
                    </a:lnTo>
                    <a:lnTo>
                      <a:pt x="19997" y="6040"/>
                    </a:lnTo>
                    <a:lnTo>
                      <a:pt x="20975" y="6040"/>
                    </a:lnTo>
                    <a:cubicBezTo>
                      <a:pt x="21600" y="6328"/>
                      <a:pt x="20874" y="7138"/>
                      <a:pt x="20824" y="7688"/>
                    </a:cubicBezTo>
                    <a:lnTo>
                      <a:pt x="20749" y="9335"/>
                    </a:lnTo>
                    <a:lnTo>
                      <a:pt x="20448" y="10067"/>
                    </a:lnTo>
                    <a:lnTo>
                      <a:pt x="19772" y="9152"/>
                    </a:lnTo>
                    <a:lnTo>
                      <a:pt x="19546" y="10067"/>
                    </a:lnTo>
                    <a:cubicBezTo>
                      <a:pt x="19626" y="11226"/>
                      <a:pt x="19469" y="11166"/>
                      <a:pt x="19697" y="11166"/>
                    </a:cubicBezTo>
                    <a:lnTo>
                      <a:pt x="19621" y="12264"/>
                    </a:lnTo>
                    <a:lnTo>
                      <a:pt x="18870" y="12264"/>
                    </a:lnTo>
                    <a:lnTo>
                      <a:pt x="18870" y="13362"/>
                    </a:lnTo>
                    <a:lnTo>
                      <a:pt x="19246" y="15742"/>
                    </a:lnTo>
                    <a:lnTo>
                      <a:pt x="19170" y="17572"/>
                    </a:lnTo>
                    <a:lnTo>
                      <a:pt x="17592" y="19586"/>
                    </a:lnTo>
                    <a:lnTo>
                      <a:pt x="16614" y="20501"/>
                    </a:lnTo>
                    <a:lnTo>
                      <a:pt x="16238" y="21599"/>
                    </a:lnTo>
                    <a:lnTo>
                      <a:pt x="15712" y="21599"/>
                    </a:lnTo>
                    <a:lnTo>
                      <a:pt x="15261" y="21050"/>
                    </a:lnTo>
                    <a:lnTo>
                      <a:pt x="15487" y="18671"/>
                    </a:lnTo>
                    <a:cubicBezTo>
                      <a:pt x="16183" y="17352"/>
                      <a:pt x="15877" y="17389"/>
                      <a:pt x="16238" y="17389"/>
                    </a:cubicBezTo>
                    <a:lnTo>
                      <a:pt x="15712" y="15376"/>
                    </a:lnTo>
                    <a:cubicBezTo>
                      <a:pt x="15313" y="14987"/>
                      <a:pt x="15471" y="15010"/>
                      <a:pt x="15261" y="15010"/>
                    </a:cubicBezTo>
                    <a:lnTo>
                      <a:pt x="14509" y="15193"/>
                    </a:lnTo>
                    <a:lnTo>
                      <a:pt x="12855" y="15193"/>
                    </a:lnTo>
                    <a:cubicBezTo>
                      <a:pt x="11327" y="15379"/>
                      <a:pt x="11853" y="15376"/>
                      <a:pt x="11276" y="15376"/>
                    </a:cubicBezTo>
                    <a:lnTo>
                      <a:pt x="9472" y="14277"/>
                    </a:lnTo>
                    <a:lnTo>
                      <a:pt x="8269" y="12996"/>
                    </a:lnTo>
                    <a:lnTo>
                      <a:pt x="8044" y="12996"/>
                    </a:lnTo>
                    <a:lnTo>
                      <a:pt x="7517" y="10800"/>
                    </a:lnTo>
                    <a:lnTo>
                      <a:pt x="7292" y="10433"/>
                    </a:lnTo>
                    <a:lnTo>
                      <a:pt x="6766" y="11715"/>
                    </a:lnTo>
                    <a:cubicBezTo>
                      <a:pt x="6282" y="13089"/>
                      <a:pt x="6315" y="12434"/>
                      <a:pt x="6315" y="13362"/>
                    </a:cubicBezTo>
                    <a:lnTo>
                      <a:pt x="6164" y="13728"/>
                    </a:lnTo>
                    <a:lnTo>
                      <a:pt x="5864" y="13362"/>
                    </a:lnTo>
                    <a:lnTo>
                      <a:pt x="5488" y="14277"/>
                    </a:lnTo>
                    <a:lnTo>
                      <a:pt x="5563" y="16108"/>
                    </a:lnTo>
                    <a:lnTo>
                      <a:pt x="5563" y="17023"/>
                    </a:lnTo>
                    <a:lnTo>
                      <a:pt x="4510" y="17389"/>
                    </a:lnTo>
                    <a:lnTo>
                      <a:pt x="3984" y="17389"/>
                    </a:lnTo>
                    <a:lnTo>
                      <a:pt x="1707" y="17455"/>
                    </a:lnTo>
                    <a:cubicBezTo>
                      <a:pt x="1362" y="17384"/>
                      <a:pt x="1099" y="15605"/>
                      <a:pt x="1166" y="15134"/>
                    </a:cubicBezTo>
                    <a:cubicBezTo>
                      <a:pt x="1233" y="14662"/>
                      <a:pt x="1554" y="14282"/>
                      <a:pt x="2111" y="14628"/>
                    </a:cubicBezTo>
                    <a:cubicBezTo>
                      <a:pt x="2485" y="14189"/>
                      <a:pt x="2749" y="13196"/>
                      <a:pt x="2608" y="12502"/>
                    </a:cubicBezTo>
                    <a:cubicBezTo>
                      <a:pt x="2467" y="11808"/>
                      <a:pt x="1669" y="10903"/>
                      <a:pt x="1264" y="10466"/>
                    </a:cubicBezTo>
                    <a:lnTo>
                      <a:pt x="977" y="9884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miter lim="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 anchor="ctr"/>
              <a:lstStyle/>
              <a:p>
                <a:endParaRPr lang="id-ID" sz="1013"/>
              </a:p>
            </p:txBody>
          </p:sp>
          <p:sp>
            <p:nvSpPr>
              <p:cNvPr id="67" name="AutoShape 211">
                <a:extLst>
                  <a:ext uri="{FF2B5EF4-FFF2-40B4-BE49-F238E27FC236}">
                    <a16:creationId xmlns:a16="http://schemas.microsoft.com/office/drawing/2014/main" id="{BD1B871D-735B-D2A8-BAF2-CA15FA415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3530" y="1145411"/>
                <a:ext cx="633191" cy="235858"/>
              </a:xfrm>
              <a:custGeom>
                <a:avLst/>
                <a:gdLst>
                  <a:gd name="T0" fmla="*/ 316596 w 21600"/>
                  <a:gd name="T1" fmla="*/ 117929 h 21600"/>
                  <a:gd name="T2" fmla="*/ 316596 w 21600"/>
                  <a:gd name="T3" fmla="*/ 117929 h 21600"/>
                  <a:gd name="T4" fmla="*/ 316596 w 21600"/>
                  <a:gd name="T5" fmla="*/ 117929 h 21600"/>
                  <a:gd name="T6" fmla="*/ 316596 w 21600"/>
                  <a:gd name="T7" fmla="*/ 11792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5" y="3972"/>
                    </a:moveTo>
                    <a:lnTo>
                      <a:pt x="1337" y="2482"/>
                    </a:lnTo>
                    <a:lnTo>
                      <a:pt x="1337" y="2234"/>
                    </a:lnTo>
                    <a:lnTo>
                      <a:pt x="1645" y="1489"/>
                    </a:lnTo>
                    <a:lnTo>
                      <a:pt x="1851" y="1241"/>
                    </a:lnTo>
                    <a:lnTo>
                      <a:pt x="2057" y="1241"/>
                    </a:lnTo>
                    <a:lnTo>
                      <a:pt x="2880" y="1737"/>
                    </a:lnTo>
                    <a:lnTo>
                      <a:pt x="3497" y="1737"/>
                    </a:lnTo>
                    <a:lnTo>
                      <a:pt x="4011" y="2234"/>
                    </a:lnTo>
                    <a:lnTo>
                      <a:pt x="4525" y="2979"/>
                    </a:lnTo>
                    <a:lnTo>
                      <a:pt x="5451" y="5213"/>
                    </a:lnTo>
                    <a:lnTo>
                      <a:pt x="5554" y="4965"/>
                    </a:lnTo>
                    <a:lnTo>
                      <a:pt x="5759" y="4965"/>
                    </a:lnTo>
                    <a:lnTo>
                      <a:pt x="5862" y="4468"/>
                    </a:lnTo>
                    <a:lnTo>
                      <a:pt x="6068" y="4220"/>
                    </a:lnTo>
                    <a:lnTo>
                      <a:pt x="6171" y="3475"/>
                    </a:lnTo>
                    <a:lnTo>
                      <a:pt x="6171" y="2731"/>
                    </a:lnTo>
                    <a:lnTo>
                      <a:pt x="6274" y="2482"/>
                    </a:lnTo>
                    <a:lnTo>
                      <a:pt x="6479" y="2234"/>
                    </a:lnTo>
                    <a:lnTo>
                      <a:pt x="6788" y="2234"/>
                    </a:lnTo>
                    <a:lnTo>
                      <a:pt x="7405" y="744"/>
                    </a:lnTo>
                    <a:lnTo>
                      <a:pt x="7919" y="0"/>
                    </a:lnTo>
                    <a:lnTo>
                      <a:pt x="8537" y="0"/>
                    </a:lnTo>
                    <a:lnTo>
                      <a:pt x="9154" y="496"/>
                    </a:lnTo>
                    <a:lnTo>
                      <a:pt x="9771" y="496"/>
                    </a:lnTo>
                    <a:lnTo>
                      <a:pt x="10285" y="248"/>
                    </a:lnTo>
                    <a:lnTo>
                      <a:pt x="11108" y="496"/>
                    </a:lnTo>
                    <a:lnTo>
                      <a:pt x="12034" y="1489"/>
                    </a:lnTo>
                    <a:lnTo>
                      <a:pt x="13062" y="2979"/>
                    </a:lnTo>
                    <a:lnTo>
                      <a:pt x="13165" y="2979"/>
                    </a:lnTo>
                    <a:lnTo>
                      <a:pt x="13474" y="3227"/>
                    </a:lnTo>
                    <a:lnTo>
                      <a:pt x="14091" y="3227"/>
                    </a:lnTo>
                    <a:lnTo>
                      <a:pt x="15017" y="2731"/>
                    </a:lnTo>
                    <a:lnTo>
                      <a:pt x="15634" y="2234"/>
                    </a:lnTo>
                    <a:lnTo>
                      <a:pt x="16045" y="1737"/>
                    </a:lnTo>
                    <a:lnTo>
                      <a:pt x="16354" y="1241"/>
                    </a:lnTo>
                    <a:lnTo>
                      <a:pt x="16457" y="744"/>
                    </a:lnTo>
                    <a:lnTo>
                      <a:pt x="16559" y="496"/>
                    </a:lnTo>
                    <a:lnTo>
                      <a:pt x="16559" y="248"/>
                    </a:lnTo>
                    <a:lnTo>
                      <a:pt x="16971" y="248"/>
                    </a:lnTo>
                    <a:lnTo>
                      <a:pt x="17588" y="744"/>
                    </a:lnTo>
                    <a:lnTo>
                      <a:pt x="18308" y="1737"/>
                    </a:lnTo>
                    <a:lnTo>
                      <a:pt x="19440" y="2731"/>
                    </a:lnTo>
                    <a:lnTo>
                      <a:pt x="19131" y="7448"/>
                    </a:lnTo>
                    <a:lnTo>
                      <a:pt x="20777" y="7448"/>
                    </a:lnTo>
                    <a:lnTo>
                      <a:pt x="21394" y="8193"/>
                    </a:lnTo>
                    <a:lnTo>
                      <a:pt x="21497" y="8441"/>
                    </a:lnTo>
                    <a:lnTo>
                      <a:pt x="21599" y="8937"/>
                    </a:lnTo>
                    <a:lnTo>
                      <a:pt x="21599" y="9434"/>
                    </a:lnTo>
                    <a:lnTo>
                      <a:pt x="21291" y="9682"/>
                    </a:lnTo>
                    <a:lnTo>
                      <a:pt x="21085" y="10179"/>
                    </a:lnTo>
                    <a:lnTo>
                      <a:pt x="20468" y="10675"/>
                    </a:lnTo>
                    <a:lnTo>
                      <a:pt x="20057" y="10924"/>
                    </a:lnTo>
                    <a:lnTo>
                      <a:pt x="19645" y="10924"/>
                    </a:lnTo>
                    <a:lnTo>
                      <a:pt x="18822" y="11917"/>
                    </a:lnTo>
                    <a:lnTo>
                      <a:pt x="18514" y="12413"/>
                    </a:lnTo>
                    <a:lnTo>
                      <a:pt x="18514" y="13158"/>
                    </a:lnTo>
                    <a:lnTo>
                      <a:pt x="18411" y="13903"/>
                    </a:lnTo>
                    <a:lnTo>
                      <a:pt x="18411" y="14400"/>
                    </a:lnTo>
                    <a:lnTo>
                      <a:pt x="18205" y="14896"/>
                    </a:lnTo>
                    <a:lnTo>
                      <a:pt x="17999" y="15641"/>
                    </a:lnTo>
                    <a:lnTo>
                      <a:pt x="17691" y="15889"/>
                    </a:lnTo>
                    <a:lnTo>
                      <a:pt x="17382" y="16386"/>
                    </a:lnTo>
                    <a:lnTo>
                      <a:pt x="16559" y="16882"/>
                    </a:lnTo>
                    <a:lnTo>
                      <a:pt x="15531" y="17379"/>
                    </a:lnTo>
                    <a:lnTo>
                      <a:pt x="14399" y="17875"/>
                    </a:lnTo>
                    <a:lnTo>
                      <a:pt x="13474" y="18372"/>
                    </a:lnTo>
                    <a:lnTo>
                      <a:pt x="12240" y="19117"/>
                    </a:lnTo>
                    <a:lnTo>
                      <a:pt x="11931" y="19613"/>
                    </a:lnTo>
                    <a:lnTo>
                      <a:pt x="11211" y="20606"/>
                    </a:lnTo>
                    <a:lnTo>
                      <a:pt x="10491" y="21351"/>
                    </a:lnTo>
                    <a:lnTo>
                      <a:pt x="9565" y="21599"/>
                    </a:lnTo>
                    <a:lnTo>
                      <a:pt x="9051" y="21351"/>
                    </a:lnTo>
                    <a:lnTo>
                      <a:pt x="8742" y="20606"/>
                    </a:lnTo>
                    <a:lnTo>
                      <a:pt x="8331" y="20110"/>
                    </a:lnTo>
                    <a:lnTo>
                      <a:pt x="8022" y="19862"/>
                    </a:lnTo>
                    <a:lnTo>
                      <a:pt x="7405" y="19862"/>
                    </a:lnTo>
                    <a:lnTo>
                      <a:pt x="6788" y="20110"/>
                    </a:lnTo>
                    <a:lnTo>
                      <a:pt x="5245" y="20110"/>
                    </a:lnTo>
                    <a:lnTo>
                      <a:pt x="4525" y="19862"/>
                    </a:lnTo>
                    <a:lnTo>
                      <a:pt x="4114" y="19365"/>
                    </a:lnTo>
                    <a:lnTo>
                      <a:pt x="3908" y="18372"/>
                    </a:lnTo>
                    <a:lnTo>
                      <a:pt x="3908" y="16634"/>
                    </a:lnTo>
                    <a:lnTo>
                      <a:pt x="3702" y="14896"/>
                    </a:lnTo>
                    <a:lnTo>
                      <a:pt x="3394" y="13406"/>
                    </a:lnTo>
                    <a:lnTo>
                      <a:pt x="2880" y="12413"/>
                    </a:lnTo>
                    <a:lnTo>
                      <a:pt x="2262" y="11668"/>
                    </a:lnTo>
                    <a:lnTo>
                      <a:pt x="1542" y="10924"/>
                    </a:lnTo>
                    <a:lnTo>
                      <a:pt x="822" y="9682"/>
                    </a:lnTo>
                    <a:lnTo>
                      <a:pt x="308" y="8193"/>
                    </a:lnTo>
                    <a:lnTo>
                      <a:pt x="0" y="6206"/>
                    </a:lnTo>
                    <a:lnTo>
                      <a:pt x="205" y="3972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</p:grpSp>
        <p:grpSp>
          <p:nvGrpSpPr>
            <p:cNvPr id="16" name="Group 212">
              <a:extLst>
                <a:ext uri="{FF2B5EF4-FFF2-40B4-BE49-F238E27FC236}">
                  <a16:creationId xmlns:a16="http://schemas.microsoft.com/office/drawing/2014/main" id="{89357EBD-B1A2-042D-1570-1EE11D5B3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64138" y="2289671"/>
              <a:ext cx="1086965" cy="1028232"/>
              <a:chOff x="0" y="0"/>
              <a:chExt cx="1086964" cy="1028231"/>
            </a:xfrm>
            <a:grpFill/>
          </p:grpSpPr>
          <p:sp>
            <p:nvSpPr>
              <p:cNvPr id="17" name="AutoShape 213">
                <a:extLst>
                  <a:ext uri="{FF2B5EF4-FFF2-40B4-BE49-F238E27FC236}">
                    <a16:creationId xmlns:a16="http://schemas.microsoft.com/office/drawing/2014/main" id="{2CA9BABA-BC5E-01D1-93D0-FDB45CC98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864" y="779123"/>
                <a:ext cx="84425" cy="74203"/>
              </a:xfrm>
              <a:custGeom>
                <a:avLst/>
                <a:gdLst>
                  <a:gd name="T0" fmla="*/ 42213 w 21600"/>
                  <a:gd name="T1" fmla="*/ 37102 h 21600"/>
                  <a:gd name="T2" fmla="*/ 42213 w 21600"/>
                  <a:gd name="T3" fmla="*/ 37102 h 21600"/>
                  <a:gd name="T4" fmla="*/ 42213 w 21600"/>
                  <a:gd name="T5" fmla="*/ 37102 h 21600"/>
                  <a:gd name="T6" fmla="*/ 42213 w 21600"/>
                  <a:gd name="T7" fmla="*/ 37102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3724" y="771"/>
                    </a:moveTo>
                    <a:lnTo>
                      <a:pt x="2234" y="771"/>
                    </a:lnTo>
                    <a:lnTo>
                      <a:pt x="0" y="3085"/>
                    </a:lnTo>
                    <a:lnTo>
                      <a:pt x="0" y="5399"/>
                    </a:lnTo>
                    <a:lnTo>
                      <a:pt x="2234" y="11571"/>
                    </a:lnTo>
                    <a:lnTo>
                      <a:pt x="2979" y="12342"/>
                    </a:lnTo>
                    <a:lnTo>
                      <a:pt x="3724" y="13885"/>
                    </a:lnTo>
                    <a:lnTo>
                      <a:pt x="5213" y="15428"/>
                    </a:lnTo>
                    <a:lnTo>
                      <a:pt x="5213" y="16971"/>
                    </a:lnTo>
                    <a:lnTo>
                      <a:pt x="6703" y="17742"/>
                    </a:lnTo>
                    <a:lnTo>
                      <a:pt x="8193" y="19285"/>
                    </a:lnTo>
                    <a:lnTo>
                      <a:pt x="9682" y="20057"/>
                    </a:lnTo>
                    <a:lnTo>
                      <a:pt x="11917" y="20828"/>
                    </a:lnTo>
                    <a:lnTo>
                      <a:pt x="13406" y="21600"/>
                    </a:lnTo>
                    <a:lnTo>
                      <a:pt x="14896" y="20828"/>
                    </a:lnTo>
                    <a:lnTo>
                      <a:pt x="15641" y="20057"/>
                    </a:lnTo>
                    <a:lnTo>
                      <a:pt x="17131" y="19285"/>
                    </a:lnTo>
                    <a:lnTo>
                      <a:pt x="18620" y="16971"/>
                    </a:lnTo>
                    <a:lnTo>
                      <a:pt x="20110" y="15428"/>
                    </a:lnTo>
                    <a:lnTo>
                      <a:pt x="20855" y="13114"/>
                    </a:lnTo>
                    <a:lnTo>
                      <a:pt x="21600" y="11571"/>
                    </a:lnTo>
                    <a:lnTo>
                      <a:pt x="20855" y="9257"/>
                    </a:lnTo>
                    <a:lnTo>
                      <a:pt x="20855" y="2314"/>
                    </a:lnTo>
                    <a:lnTo>
                      <a:pt x="20110" y="2314"/>
                    </a:lnTo>
                    <a:lnTo>
                      <a:pt x="18620" y="771"/>
                    </a:lnTo>
                    <a:lnTo>
                      <a:pt x="17131" y="0"/>
                    </a:lnTo>
                    <a:lnTo>
                      <a:pt x="14896" y="0"/>
                    </a:lnTo>
                    <a:lnTo>
                      <a:pt x="13406" y="1542"/>
                    </a:lnTo>
                    <a:lnTo>
                      <a:pt x="12662" y="3085"/>
                    </a:lnTo>
                    <a:lnTo>
                      <a:pt x="11917" y="3857"/>
                    </a:lnTo>
                    <a:lnTo>
                      <a:pt x="5958" y="771"/>
                    </a:lnTo>
                    <a:lnTo>
                      <a:pt x="3724" y="771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8" name="AutoShape 214">
                <a:extLst>
                  <a:ext uri="{FF2B5EF4-FFF2-40B4-BE49-F238E27FC236}">
                    <a16:creationId xmlns:a16="http://schemas.microsoft.com/office/drawing/2014/main" id="{A23FAC0A-FA29-71DF-0700-65C3C7017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012" y="0"/>
                <a:ext cx="101574" cy="71553"/>
              </a:xfrm>
              <a:custGeom>
                <a:avLst/>
                <a:gdLst>
                  <a:gd name="T0" fmla="*/ 50787 w 21600"/>
                  <a:gd name="T1" fmla="*/ 35777 h 21600"/>
                  <a:gd name="T2" fmla="*/ 50787 w 21600"/>
                  <a:gd name="T3" fmla="*/ 35777 h 21600"/>
                  <a:gd name="T4" fmla="*/ 50787 w 21600"/>
                  <a:gd name="T5" fmla="*/ 35777 h 21600"/>
                  <a:gd name="T6" fmla="*/ 50787 w 21600"/>
                  <a:gd name="T7" fmla="*/ 35777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617" y="17600"/>
                    </a:moveTo>
                    <a:lnTo>
                      <a:pt x="11725" y="10399"/>
                    </a:lnTo>
                    <a:lnTo>
                      <a:pt x="12342" y="8800"/>
                    </a:lnTo>
                    <a:lnTo>
                      <a:pt x="16045" y="4000"/>
                    </a:lnTo>
                    <a:lnTo>
                      <a:pt x="16662" y="1600"/>
                    </a:lnTo>
                    <a:lnTo>
                      <a:pt x="16662" y="0"/>
                    </a:lnTo>
                    <a:lnTo>
                      <a:pt x="19748" y="0"/>
                    </a:lnTo>
                    <a:lnTo>
                      <a:pt x="21599" y="3200"/>
                    </a:lnTo>
                    <a:lnTo>
                      <a:pt x="20982" y="4800"/>
                    </a:lnTo>
                    <a:lnTo>
                      <a:pt x="19748" y="8800"/>
                    </a:lnTo>
                    <a:lnTo>
                      <a:pt x="17279" y="12800"/>
                    </a:lnTo>
                    <a:lnTo>
                      <a:pt x="14194" y="16800"/>
                    </a:lnTo>
                    <a:lnTo>
                      <a:pt x="8639" y="19999"/>
                    </a:lnTo>
                    <a:lnTo>
                      <a:pt x="4937" y="21599"/>
                    </a:lnTo>
                    <a:lnTo>
                      <a:pt x="1851" y="21599"/>
                    </a:lnTo>
                    <a:lnTo>
                      <a:pt x="1234" y="20799"/>
                    </a:lnTo>
                    <a:lnTo>
                      <a:pt x="617" y="20799"/>
                    </a:lnTo>
                    <a:lnTo>
                      <a:pt x="0" y="19999"/>
                    </a:lnTo>
                    <a:lnTo>
                      <a:pt x="0" y="19200"/>
                    </a:lnTo>
                    <a:lnTo>
                      <a:pt x="617" y="176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19" name="AutoShape 215">
                <a:extLst>
                  <a:ext uri="{FF2B5EF4-FFF2-40B4-BE49-F238E27FC236}">
                    <a16:creationId xmlns:a16="http://schemas.microsoft.com/office/drawing/2014/main" id="{52083BA5-7B7C-29D5-E7E5-6FFD40F76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8795" y="752622"/>
                <a:ext cx="108169" cy="145756"/>
              </a:xfrm>
              <a:custGeom>
                <a:avLst/>
                <a:gdLst>
                  <a:gd name="T0" fmla="*/ 54085 w 21600"/>
                  <a:gd name="T1" fmla="*/ 72878 h 21600"/>
                  <a:gd name="T2" fmla="*/ 54085 w 21600"/>
                  <a:gd name="T3" fmla="*/ 72878 h 21600"/>
                  <a:gd name="T4" fmla="*/ 54085 w 21600"/>
                  <a:gd name="T5" fmla="*/ 72878 h 21600"/>
                  <a:gd name="T6" fmla="*/ 54085 w 21600"/>
                  <a:gd name="T7" fmla="*/ 72878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918" y="0"/>
                    </a:moveTo>
                    <a:lnTo>
                      <a:pt x="2335" y="0"/>
                    </a:lnTo>
                    <a:lnTo>
                      <a:pt x="1751" y="392"/>
                    </a:lnTo>
                    <a:lnTo>
                      <a:pt x="583" y="392"/>
                    </a:lnTo>
                    <a:lnTo>
                      <a:pt x="583" y="785"/>
                    </a:lnTo>
                    <a:lnTo>
                      <a:pt x="0" y="1570"/>
                    </a:lnTo>
                    <a:lnTo>
                      <a:pt x="1167" y="3141"/>
                    </a:lnTo>
                    <a:lnTo>
                      <a:pt x="2335" y="3927"/>
                    </a:lnTo>
                    <a:lnTo>
                      <a:pt x="2918" y="5105"/>
                    </a:lnTo>
                    <a:lnTo>
                      <a:pt x="4086" y="5890"/>
                    </a:lnTo>
                    <a:lnTo>
                      <a:pt x="4670" y="6676"/>
                    </a:lnTo>
                    <a:lnTo>
                      <a:pt x="6421" y="7854"/>
                    </a:lnTo>
                    <a:lnTo>
                      <a:pt x="6421" y="10603"/>
                    </a:lnTo>
                    <a:lnTo>
                      <a:pt x="5254" y="14530"/>
                    </a:lnTo>
                    <a:lnTo>
                      <a:pt x="5254" y="15709"/>
                    </a:lnTo>
                    <a:lnTo>
                      <a:pt x="6421" y="16494"/>
                    </a:lnTo>
                    <a:lnTo>
                      <a:pt x="7005" y="17280"/>
                    </a:lnTo>
                    <a:lnTo>
                      <a:pt x="8172" y="18065"/>
                    </a:lnTo>
                    <a:lnTo>
                      <a:pt x="8756" y="18850"/>
                    </a:lnTo>
                    <a:lnTo>
                      <a:pt x="9340" y="20029"/>
                    </a:lnTo>
                    <a:lnTo>
                      <a:pt x="10508" y="21599"/>
                    </a:lnTo>
                    <a:lnTo>
                      <a:pt x="11091" y="21599"/>
                    </a:lnTo>
                    <a:lnTo>
                      <a:pt x="11091" y="20814"/>
                    </a:lnTo>
                    <a:lnTo>
                      <a:pt x="11675" y="20029"/>
                    </a:lnTo>
                    <a:lnTo>
                      <a:pt x="12843" y="18850"/>
                    </a:lnTo>
                    <a:lnTo>
                      <a:pt x="13427" y="17672"/>
                    </a:lnTo>
                    <a:lnTo>
                      <a:pt x="16345" y="15709"/>
                    </a:lnTo>
                    <a:lnTo>
                      <a:pt x="17513" y="15316"/>
                    </a:lnTo>
                    <a:lnTo>
                      <a:pt x="18681" y="14530"/>
                    </a:lnTo>
                    <a:lnTo>
                      <a:pt x="19264" y="13352"/>
                    </a:lnTo>
                    <a:lnTo>
                      <a:pt x="19848" y="12567"/>
                    </a:lnTo>
                    <a:lnTo>
                      <a:pt x="20432" y="11389"/>
                    </a:lnTo>
                    <a:lnTo>
                      <a:pt x="21016" y="10603"/>
                    </a:lnTo>
                    <a:lnTo>
                      <a:pt x="21016" y="9818"/>
                    </a:lnTo>
                    <a:lnTo>
                      <a:pt x="21600" y="9818"/>
                    </a:lnTo>
                    <a:lnTo>
                      <a:pt x="19848" y="9818"/>
                    </a:lnTo>
                    <a:lnTo>
                      <a:pt x="18681" y="10210"/>
                    </a:lnTo>
                    <a:lnTo>
                      <a:pt x="15762" y="10210"/>
                    </a:lnTo>
                    <a:lnTo>
                      <a:pt x="14010" y="9818"/>
                    </a:lnTo>
                    <a:lnTo>
                      <a:pt x="11091" y="7854"/>
                    </a:lnTo>
                    <a:lnTo>
                      <a:pt x="9924" y="6283"/>
                    </a:lnTo>
                    <a:lnTo>
                      <a:pt x="9340" y="5890"/>
                    </a:lnTo>
                    <a:lnTo>
                      <a:pt x="9340" y="5498"/>
                    </a:lnTo>
                    <a:lnTo>
                      <a:pt x="5254" y="1963"/>
                    </a:lnTo>
                    <a:lnTo>
                      <a:pt x="5254" y="1178"/>
                    </a:lnTo>
                    <a:lnTo>
                      <a:pt x="4670" y="392"/>
                    </a:lnTo>
                    <a:lnTo>
                      <a:pt x="3502" y="392"/>
                    </a:lnTo>
                    <a:lnTo>
                      <a:pt x="2918" y="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0" name="AutoShape 216">
                <a:extLst>
                  <a:ext uri="{FF2B5EF4-FFF2-40B4-BE49-F238E27FC236}">
                    <a16:creationId xmlns:a16="http://schemas.microsoft.com/office/drawing/2014/main" id="{FA4A9867-66F8-46DE-BAC2-367CAD665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7221" y="890426"/>
                <a:ext cx="134553" cy="137805"/>
              </a:xfrm>
              <a:custGeom>
                <a:avLst/>
                <a:gdLst>
                  <a:gd name="T0" fmla="*/ 67277 w 21600"/>
                  <a:gd name="T1" fmla="*/ 68903 h 21600"/>
                  <a:gd name="T2" fmla="*/ 67277 w 21600"/>
                  <a:gd name="T3" fmla="*/ 68903 h 21600"/>
                  <a:gd name="T4" fmla="*/ 67277 w 21600"/>
                  <a:gd name="T5" fmla="*/ 68903 h 21600"/>
                  <a:gd name="T6" fmla="*/ 67277 w 21600"/>
                  <a:gd name="T7" fmla="*/ 6890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939" y="16615"/>
                    </a:moveTo>
                    <a:lnTo>
                      <a:pt x="0" y="17446"/>
                    </a:lnTo>
                    <a:lnTo>
                      <a:pt x="0" y="19523"/>
                    </a:lnTo>
                    <a:lnTo>
                      <a:pt x="939" y="19938"/>
                    </a:lnTo>
                    <a:lnTo>
                      <a:pt x="6573" y="21599"/>
                    </a:lnTo>
                    <a:lnTo>
                      <a:pt x="8452" y="21599"/>
                    </a:lnTo>
                    <a:lnTo>
                      <a:pt x="9391" y="21184"/>
                    </a:lnTo>
                    <a:lnTo>
                      <a:pt x="11269" y="19523"/>
                    </a:lnTo>
                    <a:lnTo>
                      <a:pt x="12208" y="17861"/>
                    </a:lnTo>
                    <a:lnTo>
                      <a:pt x="12208" y="16199"/>
                    </a:lnTo>
                    <a:lnTo>
                      <a:pt x="11739" y="15369"/>
                    </a:lnTo>
                    <a:lnTo>
                      <a:pt x="12678" y="13707"/>
                    </a:lnTo>
                    <a:lnTo>
                      <a:pt x="13617" y="13292"/>
                    </a:lnTo>
                    <a:lnTo>
                      <a:pt x="14556" y="12461"/>
                    </a:lnTo>
                    <a:lnTo>
                      <a:pt x="15495" y="11215"/>
                    </a:lnTo>
                    <a:lnTo>
                      <a:pt x="16434" y="10384"/>
                    </a:lnTo>
                    <a:lnTo>
                      <a:pt x="16904" y="9553"/>
                    </a:lnTo>
                    <a:lnTo>
                      <a:pt x="17373" y="9138"/>
                    </a:lnTo>
                    <a:lnTo>
                      <a:pt x="17373" y="8723"/>
                    </a:lnTo>
                    <a:lnTo>
                      <a:pt x="18782" y="6230"/>
                    </a:lnTo>
                    <a:lnTo>
                      <a:pt x="20191" y="4984"/>
                    </a:lnTo>
                    <a:lnTo>
                      <a:pt x="21600" y="2492"/>
                    </a:lnTo>
                    <a:lnTo>
                      <a:pt x="21600" y="1661"/>
                    </a:lnTo>
                    <a:lnTo>
                      <a:pt x="21130" y="1246"/>
                    </a:lnTo>
                    <a:lnTo>
                      <a:pt x="18313" y="0"/>
                    </a:lnTo>
                    <a:lnTo>
                      <a:pt x="16434" y="0"/>
                    </a:lnTo>
                    <a:lnTo>
                      <a:pt x="15495" y="830"/>
                    </a:lnTo>
                    <a:lnTo>
                      <a:pt x="15026" y="1661"/>
                    </a:lnTo>
                    <a:lnTo>
                      <a:pt x="14086" y="2492"/>
                    </a:lnTo>
                    <a:lnTo>
                      <a:pt x="13617" y="5400"/>
                    </a:lnTo>
                    <a:lnTo>
                      <a:pt x="9860" y="7476"/>
                    </a:lnTo>
                    <a:lnTo>
                      <a:pt x="7513" y="9138"/>
                    </a:lnTo>
                    <a:lnTo>
                      <a:pt x="4695" y="12876"/>
                    </a:lnTo>
                    <a:lnTo>
                      <a:pt x="3286" y="14953"/>
                    </a:lnTo>
                    <a:lnTo>
                      <a:pt x="1878" y="14953"/>
                    </a:lnTo>
                    <a:lnTo>
                      <a:pt x="939" y="1661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1" name="AutoShape 217">
                <a:extLst>
                  <a:ext uri="{FF2B5EF4-FFF2-40B4-BE49-F238E27FC236}">
                    <a16:creationId xmlns:a16="http://schemas.microsoft.com/office/drawing/2014/main" id="{D8CE0EA0-3E4B-7776-567F-702BBC40C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209356"/>
                <a:ext cx="738714" cy="540617"/>
              </a:xfrm>
              <a:custGeom>
                <a:avLst/>
                <a:gdLst>
                  <a:gd name="T0" fmla="*/ 369357 w 21600"/>
                  <a:gd name="T1" fmla="*/ 270309 h 21600"/>
                  <a:gd name="T2" fmla="*/ 369357 w 21600"/>
                  <a:gd name="T3" fmla="*/ 270309 h 21600"/>
                  <a:gd name="T4" fmla="*/ 369357 w 21600"/>
                  <a:gd name="T5" fmla="*/ 270309 h 21600"/>
                  <a:gd name="T6" fmla="*/ 369357 w 21600"/>
                  <a:gd name="T7" fmla="*/ 270309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275" y="7305"/>
                    </a:moveTo>
                    <a:lnTo>
                      <a:pt x="2551" y="7200"/>
                    </a:lnTo>
                    <a:lnTo>
                      <a:pt x="3911" y="6882"/>
                    </a:lnTo>
                    <a:lnTo>
                      <a:pt x="4166" y="6564"/>
                    </a:lnTo>
                    <a:lnTo>
                      <a:pt x="4251" y="6352"/>
                    </a:lnTo>
                    <a:lnTo>
                      <a:pt x="4422" y="6141"/>
                    </a:lnTo>
                    <a:lnTo>
                      <a:pt x="4677" y="5505"/>
                    </a:lnTo>
                    <a:lnTo>
                      <a:pt x="4677" y="5082"/>
                    </a:lnTo>
                    <a:lnTo>
                      <a:pt x="4847" y="4658"/>
                    </a:lnTo>
                    <a:lnTo>
                      <a:pt x="5017" y="4552"/>
                    </a:lnTo>
                    <a:lnTo>
                      <a:pt x="5442" y="4552"/>
                    </a:lnTo>
                    <a:lnTo>
                      <a:pt x="5442" y="4235"/>
                    </a:lnTo>
                    <a:lnTo>
                      <a:pt x="5527" y="4023"/>
                    </a:lnTo>
                    <a:lnTo>
                      <a:pt x="5527" y="3811"/>
                    </a:lnTo>
                    <a:lnTo>
                      <a:pt x="5697" y="3705"/>
                    </a:lnTo>
                    <a:lnTo>
                      <a:pt x="5782" y="3705"/>
                    </a:lnTo>
                    <a:lnTo>
                      <a:pt x="5952" y="3494"/>
                    </a:lnTo>
                    <a:lnTo>
                      <a:pt x="6207" y="2964"/>
                    </a:lnTo>
                    <a:lnTo>
                      <a:pt x="6633" y="2541"/>
                    </a:lnTo>
                    <a:lnTo>
                      <a:pt x="7228" y="2541"/>
                    </a:lnTo>
                    <a:lnTo>
                      <a:pt x="7313" y="2647"/>
                    </a:lnTo>
                    <a:lnTo>
                      <a:pt x="7653" y="2858"/>
                    </a:lnTo>
                    <a:lnTo>
                      <a:pt x="7738" y="2964"/>
                    </a:lnTo>
                    <a:lnTo>
                      <a:pt x="8078" y="3176"/>
                    </a:lnTo>
                    <a:lnTo>
                      <a:pt x="8333" y="3176"/>
                    </a:lnTo>
                    <a:lnTo>
                      <a:pt x="8418" y="3282"/>
                    </a:lnTo>
                    <a:lnTo>
                      <a:pt x="8418" y="3176"/>
                    </a:lnTo>
                    <a:lnTo>
                      <a:pt x="8588" y="2964"/>
                    </a:lnTo>
                    <a:lnTo>
                      <a:pt x="8588" y="2752"/>
                    </a:lnTo>
                    <a:lnTo>
                      <a:pt x="8333" y="2435"/>
                    </a:lnTo>
                    <a:lnTo>
                      <a:pt x="8333" y="2329"/>
                    </a:lnTo>
                    <a:lnTo>
                      <a:pt x="8418" y="2223"/>
                    </a:lnTo>
                    <a:lnTo>
                      <a:pt x="8588" y="2117"/>
                    </a:lnTo>
                    <a:lnTo>
                      <a:pt x="8674" y="1694"/>
                    </a:lnTo>
                    <a:lnTo>
                      <a:pt x="8588" y="1694"/>
                    </a:lnTo>
                    <a:lnTo>
                      <a:pt x="8674" y="1588"/>
                    </a:lnTo>
                    <a:lnTo>
                      <a:pt x="8674" y="1482"/>
                    </a:lnTo>
                    <a:lnTo>
                      <a:pt x="8759" y="1270"/>
                    </a:lnTo>
                    <a:lnTo>
                      <a:pt x="8844" y="1164"/>
                    </a:lnTo>
                    <a:lnTo>
                      <a:pt x="9014" y="1058"/>
                    </a:lnTo>
                    <a:lnTo>
                      <a:pt x="9694" y="1058"/>
                    </a:lnTo>
                    <a:lnTo>
                      <a:pt x="9694" y="952"/>
                    </a:lnTo>
                    <a:lnTo>
                      <a:pt x="9779" y="952"/>
                    </a:lnTo>
                    <a:lnTo>
                      <a:pt x="9864" y="847"/>
                    </a:lnTo>
                    <a:lnTo>
                      <a:pt x="9864" y="529"/>
                    </a:lnTo>
                    <a:lnTo>
                      <a:pt x="9439" y="529"/>
                    </a:lnTo>
                    <a:lnTo>
                      <a:pt x="9439" y="423"/>
                    </a:lnTo>
                    <a:lnTo>
                      <a:pt x="9524" y="317"/>
                    </a:lnTo>
                    <a:lnTo>
                      <a:pt x="9524" y="211"/>
                    </a:lnTo>
                    <a:lnTo>
                      <a:pt x="9864" y="0"/>
                    </a:lnTo>
                    <a:lnTo>
                      <a:pt x="10374" y="0"/>
                    </a:lnTo>
                    <a:lnTo>
                      <a:pt x="10459" y="105"/>
                    </a:lnTo>
                    <a:lnTo>
                      <a:pt x="10544" y="105"/>
                    </a:lnTo>
                    <a:lnTo>
                      <a:pt x="10459" y="317"/>
                    </a:lnTo>
                    <a:lnTo>
                      <a:pt x="10459" y="423"/>
                    </a:lnTo>
                    <a:lnTo>
                      <a:pt x="10374" y="423"/>
                    </a:lnTo>
                    <a:lnTo>
                      <a:pt x="10374" y="529"/>
                    </a:lnTo>
                    <a:lnTo>
                      <a:pt x="10459" y="529"/>
                    </a:lnTo>
                    <a:lnTo>
                      <a:pt x="10544" y="635"/>
                    </a:lnTo>
                    <a:lnTo>
                      <a:pt x="10714" y="635"/>
                    </a:lnTo>
                    <a:lnTo>
                      <a:pt x="10800" y="529"/>
                    </a:lnTo>
                    <a:lnTo>
                      <a:pt x="10800" y="211"/>
                    </a:lnTo>
                    <a:lnTo>
                      <a:pt x="10970" y="211"/>
                    </a:lnTo>
                    <a:lnTo>
                      <a:pt x="11140" y="317"/>
                    </a:lnTo>
                    <a:lnTo>
                      <a:pt x="11225" y="635"/>
                    </a:lnTo>
                    <a:lnTo>
                      <a:pt x="11310" y="847"/>
                    </a:lnTo>
                    <a:lnTo>
                      <a:pt x="11395" y="952"/>
                    </a:lnTo>
                    <a:lnTo>
                      <a:pt x="11395" y="1058"/>
                    </a:lnTo>
                    <a:lnTo>
                      <a:pt x="11905" y="741"/>
                    </a:lnTo>
                    <a:lnTo>
                      <a:pt x="12330" y="741"/>
                    </a:lnTo>
                    <a:lnTo>
                      <a:pt x="12670" y="952"/>
                    </a:lnTo>
                    <a:lnTo>
                      <a:pt x="12755" y="1058"/>
                    </a:lnTo>
                    <a:lnTo>
                      <a:pt x="12925" y="1482"/>
                    </a:lnTo>
                    <a:lnTo>
                      <a:pt x="12840" y="1588"/>
                    </a:lnTo>
                    <a:lnTo>
                      <a:pt x="12840" y="1694"/>
                    </a:lnTo>
                    <a:lnTo>
                      <a:pt x="12755" y="1694"/>
                    </a:lnTo>
                    <a:lnTo>
                      <a:pt x="12670" y="1800"/>
                    </a:lnTo>
                    <a:lnTo>
                      <a:pt x="12500" y="1905"/>
                    </a:lnTo>
                    <a:lnTo>
                      <a:pt x="12160" y="2752"/>
                    </a:lnTo>
                    <a:lnTo>
                      <a:pt x="12160" y="2858"/>
                    </a:lnTo>
                    <a:lnTo>
                      <a:pt x="12330" y="2964"/>
                    </a:lnTo>
                    <a:lnTo>
                      <a:pt x="12670" y="3282"/>
                    </a:lnTo>
                    <a:lnTo>
                      <a:pt x="13096" y="3705"/>
                    </a:lnTo>
                    <a:lnTo>
                      <a:pt x="13521" y="4023"/>
                    </a:lnTo>
                    <a:lnTo>
                      <a:pt x="13861" y="4341"/>
                    </a:lnTo>
                    <a:lnTo>
                      <a:pt x="14031" y="4341"/>
                    </a:lnTo>
                    <a:lnTo>
                      <a:pt x="14031" y="4447"/>
                    </a:lnTo>
                    <a:lnTo>
                      <a:pt x="14286" y="4447"/>
                    </a:lnTo>
                    <a:lnTo>
                      <a:pt x="14456" y="4341"/>
                    </a:lnTo>
                    <a:lnTo>
                      <a:pt x="14626" y="4129"/>
                    </a:lnTo>
                    <a:lnTo>
                      <a:pt x="14796" y="3705"/>
                    </a:lnTo>
                    <a:lnTo>
                      <a:pt x="14966" y="3070"/>
                    </a:lnTo>
                    <a:lnTo>
                      <a:pt x="15051" y="2541"/>
                    </a:lnTo>
                    <a:lnTo>
                      <a:pt x="15137" y="2223"/>
                    </a:lnTo>
                    <a:lnTo>
                      <a:pt x="15222" y="635"/>
                    </a:lnTo>
                    <a:lnTo>
                      <a:pt x="15222" y="211"/>
                    </a:lnTo>
                    <a:lnTo>
                      <a:pt x="15307" y="105"/>
                    </a:lnTo>
                    <a:lnTo>
                      <a:pt x="15307" y="0"/>
                    </a:lnTo>
                    <a:lnTo>
                      <a:pt x="15647" y="0"/>
                    </a:lnTo>
                    <a:lnTo>
                      <a:pt x="15817" y="211"/>
                    </a:lnTo>
                    <a:lnTo>
                      <a:pt x="15987" y="317"/>
                    </a:lnTo>
                    <a:lnTo>
                      <a:pt x="15987" y="635"/>
                    </a:lnTo>
                    <a:lnTo>
                      <a:pt x="16072" y="847"/>
                    </a:lnTo>
                    <a:lnTo>
                      <a:pt x="16072" y="1270"/>
                    </a:lnTo>
                    <a:lnTo>
                      <a:pt x="15987" y="1270"/>
                    </a:lnTo>
                    <a:lnTo>
                      <a:pt x="15987" y="1905"/>
                    </a:lnTo>
                    <a:lnTo>
                      <a:pt x="16072" y="2117"/>
                    </a:lnTo>
                    <a:lnTo>
                      <a:pt x="16072" y="2223"/>
                    </a:lnTo>
                    <a:lnTo>
                      <a:pt x="16582" y="2223"/>
                    </a:lnTo>
                    <a:lnTo>
                      <a:pt x="16752" y="2435"/>
                    </a:lnTo>
                    <a:lnTo>
                      <a:pt x="16837" y="2647"/>
                    </a:lnTo>
                    <a:lnTo>
                      <a:pt x="16922" y="2964"/>
                    </a:lnTo>
                    <a:lnTo>
                      <a:pt x="17092" y="3282"/>
                    </a:lnTo>
                    <a:lnTo>
                      <a:pt x="17177" y="3494"/>
                    </a:lnTo>
                    <a:lnTo>
                      <a:pt x="17348" y="3600"/>
                    </a:lnTo>
                    <a:lnTo>
                      <a:pt x="17348" y="3705"/>
                    </a:lnTo>
                    <a:lnTo>
                      <a:pt x="17433" y="3811"/>
                    </a:lnTo>
                    <a:lnTo>
                      <a:pt x="17433" y="4023"/>
                    </a:lnTo>
                    <a:lnTo>
                      <a:pt x="17688" y="4658"/>
                    </a:lnTo>
                    <a:lnTo>
                      <a:pt x="17688" y="4870"/>
                    </a:lnTo>
                    <a:lnTo>
                      <a:pt x="17773" y="4976"/>
                    </a:lnTo>
                    <a:lnTo>
                      <a:pt x="17858" y="5188"/>
                    </a:lnTo>
                    <a:lnTo>
                      <a:pt x="18028" y="5294"/>
                    </a:lnTo>
                    <a:lnTo>
                      <a:pt x="18113" y="5505"/>
                    </a:lnTo>
                    <a:lnTo>
                      <a:pt x="18538" y="6035"/>
                    </a:lnTo>
                    <a:lnTo>
                      <a:pt x="19303" y="7200"/>
                    </a:lnTo>
                    <a:lnTo>
                      <a:pt x="19303" y="7623"/>
                    </a:lnTo>
                    <a:lnTo>
                      <a:pt x="20749" y="9000"/>
                    </a:lnTo>
                    <a:lnTo>
                      <a:pt x="20834" y="9211"/>
                    </a:lnTo>
                    <a:lnTo>
                      <a:pt x="21089" y="9635"/>
                    </a:lnTo>
                    <a:lnTo>
                      <a:pt x="21344" y="10270"/>
                    </a:lnTo>
                    <a:lnTo>
                      <a:pt x="21514" y="11117"/>
                    </a:lnTo>
                    <a:lnTo>
                      <a:pt x="21514" y="11858"/>
                    </a:lnTo>
                    <a:lnTo>
                      <a:pt x="21599" y="12705"/>
                    </a:lnTo>
                    <a:lnTo>
                      <a:pt x="21599" y="14611"/>
                    </a:lnTo>
                    <a:lnTo>
                      <a:pt x="21429" y="14823"/>
                    </a:lnTo>
                    <a:lnTo>
                      <a:pt x="21344" y="15035"/>
                    </a:lnTo>
                    <a:lnTo>
                      <a:pt x="21004" y="15458"/>
                    </a:lnTo>
                    <a:lnTo>
                      <a:pt x="20749" y="15564"/>
                    </a:lnTo>
                    <a:lnTo>
                      <a:pt x="20409" y="16517"/>
                    </a:lnTo>
                    <a:lnTo>
                      <a:pt x="20324" y="16729"/>
                    </a:lnTo>
                    <a:lnTo>
                      <a:pt x="20239" y="17047"/>
                    </a:lnTo>
                    <a:lnTo>
                      <a:pt x="20154" y="17258"/>
                    </a:lnTo>
                    <a:lnTo>
                      <a:pt x="20069" y="17576"/>
                    </a:lnTo>
                    <a:lnTo>
                      <a:pt x="19984" y="17788"/>
                    </a:lnTo>
                    <a:lnTo>
                      <a:pt x="19644" y="18000"/>
                    </a:lnTo>
                    <a:lnTo>
                      <a:pt x="19559" y="18211"/>
                    </a:lnTo>
                    <a:lnTo>
                      <a:pt x="19559" y="18635"/>
                    </a:lnTo>
                    <a:lnTo>
                      <a:pt x="19814" y="19588"/>
                    </a:lnTo>
                    <a:lnTo>
                      <a:pt x="19814" y="19905"/>
                    </a:lnTo>
                    <a:lnTo>
                      <a:pt x="19729" y="20117"/>
                    </a:lnTo>
                    <a:lnTo>
                      <a:pt x="19559" y="20329"/>
                    </a:lnTo>
                    <a:lnTo>
                      <a:pt x="18708" y="20858"/>
                    </a:lnTo>
                    <a:lnTo>
                      <a:pt x="18283" y="21282"/>
                    </a:lnTo>
                    <a:lnTo>
                      <a:pt x="17858" y="21494"/>
                    </a:lnTo>
                    <a:lnTo>
                      <a:pt x="17688" y="21599"/>
                    </a:lnTo>
                    <a:lnTo>
                      <a:pt x="17603" y="21599"/>
                    </a:lnTo>
                    <a:lnTo>
                      <a:pt x="17518" y="21494"/>
                    </a:lnTo>
                    <a:lnTo>
                      <a:pt x="17348" y="21388"/>
                    </a:lnTo>
                    <a:lnTo>
                      <a:pt x="17092" y="21176"/>
                    </a:lnTo>
                    <a:lnTo>
                      <a:pt x="16922" y="20964"/>
                    </a:lnTo>
                    <a:lnTo>
                      <a:pt x="16837" y="20752"/>
                    </a:lnTo>
                    <a:lnTo>
                      <a:pt x="16582" y="20752"/>
                    </a:lnTo>
                    <a:lnTo>
                      <a:pt x="16412" y="20858"/>
                    </a:lnTo>
                    <a:lnTo>
                      <a:pt x="16327" y="20964"/>
                    </a:lnTo>
                    <a:lnTo>
                      <a:pt x="15817" y="20964"/>
                    </a:lnTo>
                    <a:lnTo>
                      <a:pt x="15647" y="20858"/>
                    </a:lnTo>
                    <a:lnTo>
                      <a:pt x="15562" y="20858"/>
                    </a:lnTo>
                    <a:lnTo>
                      <a:pt x="15477" y="20752"/>
                    </a:lnTo>
                    <a:lnTo>
                      <a:pt x="14711" y="20752"/>
                    </a:lnTo>
                    <a:lnTo>
                      <a:pt x="14626" y="20541"/>
                    </a:lnTo>
                    <a:lnTo>
                      <a:pt x="14371" y="20117"/>
                    </a:lnTo>
                    <a:lnTo>
                      <a:pt x="14201" y="19376"/>
                    </a:lnTo>
                    <a:lnTo>
                      <a:pt x="14031" y="18741"/>
                    </a:lnTo>
                    <a:lnTo>
                      <a:pt x="13521" y="17682"/>
                    </a:lnTo>
                    <a:lnTo>
                      <a:pt x="12415" y="17576"/>
                    </a:lnTo>
                    <a:lnTo>
                      <a:pt x="11650" y="16835"/>
                    </a:lnTo>
                    <a:lnTo>
                      <a:pt x="11310" y="16411"/>
                    </a:lnTo>
                    <a:lnTo>
                      <a:pt x="10885" y="16094"/>
                    </a:lnTo>
                    <a:lnTo>
                      <a:pt x="10204" y="15670"/>
                    </a:lnTo>
                    <a:lnTo>
                      <a:pt x="9354" y="15458"/>
                    </a:lnTo>
                    <a:lnTo>
                      <a:pt x="9099" y="15564"/>
                    </a:lnTo>
                    <a:lnTo>
                      <a:pt x="8674" y="15670"/>
                    </a:lnTo>
                    <a:lnTo>
                      <a:pt x="8078" y="15882"/>
                    </a:lnTo>
                    <a:lnTo>
                      <a:pt x="7568" y="16094"/>
                    </a:lnTo>
                    <a:lnTo>
                      <a:pt x="6122" y="17152"/>
                    </a:lnTo>
                    <a:lnTo>
                      <a:pt x="5782" y="17152"/>
                    </a:lnTo>
                    <a:lnTo>
                      <a:pt x="5697" y="17258"/>
                    </a:lnTo>
                    <a:lnTo>
                      <a:pt x="5697" y="17364"/>
                    </a:lnTo>
                    <a:lnTo>
                      <a:pt x="5612" y="17576"/>
                    </a:lnTo>
                    <a:lnTo>
                      <a:pt x="5527" y="17682"/>
                    </a:lnTo>
                    <a:lnTo>
                      <a:pt x="5442" y="17894"/>
                    </a:lnTo>
                    <a:lnTo>
                      <a:pt x="5272" y="18000"/>
                    </a:lnTo>
                    <a:lnTo>
                      <a:pt x="4507" y="18000"/>
                    </a:lnTo>
                    <a:lnTo>
                      <a:pt x="4422" y="17894"/>
                    </a:lnTo>
                    <a:lnTo>
                      <a:pt x="3316" y="17894"/>
                    </a:lnTo>
                    <a:lnTo>
                      <a:pt x="3146" y="18105"/>
                    </a:lnTo>
                    <a:lnTo>
                      <a:pt x="2976" y="18211"/>
                    </a:lnTo>
                    <a:lnTo>
                      <a:pt x="2891" y="18317"/>
                    </a:lnTo>
                    <a:lnTo>
                      <a:pt x="2721" y="18635"/>
                    </a:lnTo>
                    <a:lnTo>
                      <a:pt x="1700" y="18635"/>
                    </a:lnTo>
                    <a:lnTo>
                      <a:pt x="1530" y="18529"/>
                    </a:lnTo>
                    <a:lnTo>
                      <a:pt x="1445" y="18529"/>
                    </a:lnTo>
                    <a:lnTo>
                      <a:pt x="1360" y="18423"/>
                    </a:lnTo>
                    <a:lnTo>
                      <a:pt x="1360" y="18105"/>
                    </a:lnTo>
                    <a:lnTo>
                      <a:pt x="1275" y="18000"/>
                    </a:lnTo>
                    <a:lnTo>
                      <a:pt x="1275" y="18105"/>
                    </a:lnTo>
                    <a:lnTo>
                      <a:pt x="1190" y="18105"/>
                    </a:lnTo>
                    <a:lnTo>
                      <a:pt x="1105" y="18211"/>
                    </a:lnTo>
                    <a:lnTo>
                      <a:pt x="935" y="18211"/>
                    </a:lnTo>
                    <a:lnTo>
                      <a:pt x="850" y="18105"/>
                    </a:lnTo>
                    <a:lnTo>
                      <a:pt x="765" y="18105"/>
                    </a:lnTo>
                    <a:lnTo>
                      <a:pt x="680" y="17894"/>
                    </a:lnTo>
                    <a:lnTo>
                      <a:pt x="680" y="17576"/>
                    </a:lnTo>
                    <a:lnTo>
                      <a:pt x="850" y="17470"/>
                    </a:lnTo>
                    <a:lnTo>
                      <a:pt x="1105" y="17258"/>
                    </a:lnTo>
                    <a:lnTo>
                      <a:pt x="1275" y="15882"/>
                    </a:lnTo>
                    <a:lnTo>
                      <a:pt x="1190" y="15670"/>
                    </a:lnTo>
                    <a:lnTo>
                      <a:pt x="1190" y="15458"/>
                    </a:lnTo>
                    <a:lnTo>
                      <a:pt x="935" y="14823"/>
                    </a:lnTo>
                    <a:lnTo>
                      <a:pt x="935" y="14717"/>
                    </a:lnTo>
                    <a:lnTo>
                      <a:pt x="765" y="14400"/>
                    </a:lnTo>
                    <a:lnTo>
                      <a:pt x="510" y="13658"/>
                    </a:lnTo>
                    <a:lnTo>
                      <a:pt x="340" y="12811"/>
                    </a:lnTo>
                    <a:lnTo>
                      <a:pt x="170" y="12070"/>
                    </a:lnTo>
                    <a:lnTo>
                      <a:pt x="170" y="11541"/>
                    </a:lnTo>
                    <a:lnTo>
                      <a:pt x="340" y="11329"/>
                    </a:lnTo>
                    <a:lnTo>
                      <a:pt x="340" y="10694"/>
                    </a:lnTo>
                    <a:lnTo>
                      <a:pt x="255" y="10376"/>
                    </a:lnTo>
                    <a:lnTo>
                      <a:pt x="170" y="10270"/>
                    </a:lnTo>
                    <a:lnTo>
                      <a:pt x="85" y="9952"/>
                    </a:lnTo>
                    <a:lnTo>
                      <a:pt x="0" y="9423"/>
                    </a:lnTo>
                    <a:lnTo>
                      <a:pt x="0" y="8894"/>
                    </a:lnTo>
                    <a:lnTo>
                      <a:pt x="170" y="8470"/>
                    </a:lnTo>
                    <a:lnTo>
                      <a:pt x="340" y="8364"/>
                    </a:lnTo>
                    <a:lnTo>
                      <a:pt x="680" y="7941"/>
                    </a:lnTo>
                    <a:lnTo>
                      <a:pt x="850" y="7835"/>
                    </a:lnTo>
                    <a:lnTo>
                      <a:pt x="1275" y="7305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  <p:sp>
            <p:nvSpPr>
              <p:cNvPr id="22" name="AutoShape 218">
                <a:extLst>
                  <a:ext uri="{FF2B5EF4-FFF2-40B4-BE49-F238E27FC236}">
                    <a16:creationId xmlns:a16="http://schemas.microsoft.com/office/drawing/2014/main" id="{1DFAD3F1-2829-4CAC-9738-6DF51C034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546" y="10600"/>
                <a:ext cx="185998" cy="143105"/>
              </a:xfrm>
              <a:custGeom>
                <a:avLst/>
                <a:gdLst>
                  <a:gd name="T0" fmla="*/ 92999 w 21600"/>
                  <a:gd name="T1" fmla="*/ 71553 h 21600"/>
                  <a:gd name="T2" fmla="*/ 92999 w 21600"/>
                  <a:gd name="T3" fmla="*/ 71553 h 21600"/>
                  <a:gd name="T4" fmla="*/ 92999 w 21600"/>
                  <a:gd name="T5" fmla="*/ 71553 h 21600"/>
                  <a:gd name="T6" fmla="*/ 92999 w 21600"/>
                  <a:gd name="T7" fmla="*/ 71553 h 216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3162" y="8000"/>
                    </a:moveTo>
                    <a:lnTo>
                      <a:pt x="13162" y="7600"/>
                    </a:lnTo>
                    <a:lnTo>
                      <a:pt x="12824" y="7200"/>
                    </a:lnTo>
                    <a:lnTo>
                      <a:pt x="12149" y="7200"/>
                    </a:lnTo>
                    <a:lnTo>
                      <a:pt x="11474" y="6400"/>
                    </a:lnTo>
                    <a:lnTo>
                      <a:pt x="10462" y="5600"/>
                    </a:lnTo>
                    <a:lnTo>
                      <a:pt x="9787" y="4800"/>
                    </a:lnTo>
                    <a:lnTo>
                      <a:pt x="7762" y="3200"/>
                    </a:lnTo>
                    <a:lnTo>
                      <a:pt x="6750" y="2000"/>
                    </a:lnTo>
                    <a:lnTo>
                      <a:pt x="5737" y="2000"/>
                    </a:lnTo>
                    <a:lnTo>
                      <a:pt x="4387" y="1600"/>
                    </a:lnTo>
                    <a:lnTo>
                      <a:pt x="2362" y="800"/>
                    </a:lnTo>
                    <a:lnTo>
                      <a:pt x="674" y="0"/>
                    </a:lnTo>
                    <a:lnTo>
                      <a:pt x="0" y="16000"/>
                    </a:lnTo>
                    <a:lnTo>
                      <a:pt x="2024" y="17200"/>
                    </a:lnTo>
                    <a:lnTo>
                      <a:pt x="4724" y="16000"/>
                    </a:lnTo>
                    <a:lnTo>
                      <a:pt x="4724" y="15200"/>
                    </a:lnTo>
                    <a:lnTo>
                      <a:pt x="5062" y="14799"/>
                    </a:lnTo>
                    <a:lnTo>
                      <a:pt x="5737" y="14399"/>
                    </a:lnTo>
                    <a:lnTo>
                      <a:pt x="6412" y="13600"/>
                    </a:lnTo>
                    <a:lnTo>
                      <a:pt x="7087" y="13600"/>
                    </a:lnTo>
                    <a:lnTo>
                      <a:pt x="7762" y="13200"/>
                    </a:lnTo>
                    <a:lnTo>
                      <a:pt x="8775" y="13600"/>
                    </a:lnTo>
                    <a:lnTo>
                      <a:pt x="12824" y="16400"/>
                    </a:lnTo>
                    <a:lnTo>
                      <a:pt x="14512" y="18800"/>
                    </a:lnTo>
                    <a:lnTo>
                      <a:pt x="17550" y="20399"/>
                    </a:lnTo>
                    <a:lnTo>
                      <a:pt x="21262" y="21599"/>
                    </a:lnTo>
                    <a:lnTo>
                      <a:pt x="21600" y="21599"/>
                    </a:lnTo>
                    <a:lnTo>
                      <a:pt x="21600" y="19999"/>
                    </a:lnTo>
                    <a:lnTo>
                      <a:pt x="21262" y="19600"/>
                    </a:lnTo>
                    <a:lnTo>
                      <a:pt x="20924" y="18800"/>
                    </a:lnTo>
                    <a:lnTo>
                      <a:pt x="20250" y="18400"/>
                    </a:lnTo>
                    <a:lnTo>
                      <a:pt x="19575" y="17600"/>
                    </a:lnTo>
                    <a:lnTo>
                      <a:pt x="18562" y="16800"/>
                    </a:lnTo>
                    <a:lnTo>
                      <a:pt x="16199" y="13999"/>
                    </a:lnTo>
                    <a:lnTo>
                      <a:pt x="13500" y="12000"/>
                    </a:lnTo>
                    <a:lnTo>
                      <a:pt x="16199" y="10800"/>
                    </a:lnTo>
                    <a:lnTo>
                      <a:pt x="15525" y="9200"/>
                    </a:lnTo>
                    <a:lnTo>
                      <a:pt x="15187" y="9200"/>
                    </a:lnTo>
                    <a:lnTo>
                      <a:pt x="14849" y="8800"/>
                    </a:lnTo>
                    <a:lnTo>
                      <a:pt x="14174" y="8800"/>
                    </a:lnTo>
                    <a:lnTo>
                      <a:pt x="13500" y="8400"/>
                    </a:lnTo>
                    <a:lnTo>
                      <a:pt x="13162" y="8400"/>
                    </a:lnTo>
                    <a:lnTo>
                      <a:pt x="13162" y="8000"/>
                    </a:lnTo>
                    <a:close/>
                  </a:path>
                </a:pathLst>
              </a:custGeom>
              <a:grpFill/>
              <a:ln w="3175" cap="flat" cmpd="sng">
                <a:solidFill>
                  <a:srgbClr val="F2F2F2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endParaRPr lang="id-ID" sz="1013"/>
              </a:p>
            </p:txBody>
          </p: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B97FD28-1E7E-6BCE-C5BA-C00769D727AB}"/>
              </a:ext>
            </a:extLst>
          </p:cNvPr>
          <p:cNvGrpSpPr/>
          <p:nvPr/>
        </p:nvGrpSpPr>
        <p:grpSpPr>
          <a:xfrm>
            <a:off x="6892107" y="3388898"/>
            <a:ext cx="466929" cy="467725"/>
            <a:chOff x="1664100" y="2969525"/>
            <a:chExt cx="852872" cy="854325"/>
          </a:xfrm>
        </p:grpSpPr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A00D5C41-43F7-F073-92DB-DBED2DB3BFAE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6" name="Donut 240">
              <a:extLst>
                <a:ext uri="{FF2B5EF4-FFF2-40B4-BE49-F238E27FC236}">
                  <a16:creationId xmlns:a16="http://schemas.microsoft.com/office/drawing/2014/main" id="{85725542-C0AA-830A-06B5-A7B1B63F8102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7" name="Block Arc 236">
              <a:extLst>
                <a:ext uri="{FF2B5EF4-FFF2-40B4-BE49-F238E27FC236}">
                  <a16:creationId xmlns:a16="http://schemas.microsoft.com/office/drawing/2014/main" id="{E9338096-08D6-9998-6772-B3525A7C252C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8037679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F39F1E6-A720-8CE4-4753-329A08DB3A94}"/>
              </a:ext>
            </a:extLst>
          </p:cNvPr>
          <p:cNvGrpSpPr/>
          <p:nvPr/>
        </p:nvGrpSpPr>
        <p:grpSpPr>
          <a:xfrm>
            <a:off x="6621394" y="4472698"/>
            <a:ext cx="466929" cy="467725"/>
            <a:chOff x="1664100" y="2969525"/>
            <a:chExt cx="852872" cy="854325"/>
          </a:xfrm>
        </p:grpSpPr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59439078-0257-424D-A615-020CEA1BB78E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0" name="Donut 240">
              <a:extLst>
                <a:ext uri="{FF2B5EF4-FFF2-40B4-BE49-F238E27FC236}">
                  <a16:creationId xmlns:a16="http://schemas.microsoft.com/office/drawing/2014/main" id="{421BF55A-26BA-27F1-6853-0D6A0F24B0FD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1" name="Block Arc 240">
              <a:extLst>
                <a:ext uri="{FF2B5EF4-FFF2-40B4-BE49-F238E27FC236}">
                  <a16:creationId xmlns:a16="http://schemas.microsoft.com/office/drawing/2014/main" id="{2D419195-547F-6D03-4EC4-6E9209CF17D4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12718510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5F1D296A-1664-DA78-A77E-D5AA5A8E4F9B}"/>
              </a:ext>
            </a:extLst>
          </p:cNvPr>
          <p:cNvGrpSpPr/>
          <p:nvPr/>
        </p:nvGrpSpPr>
        <p:grpSpPr>
          <a:xfrm>
            <a:off x="6995224" y="5240577"/>
            <a:ext cx="466929" cy="467725"/>
            <a:chOff x="1664100" y="2969525"/>
            <a:chExt cx="852872" cy="854325"/>
          </a:xfrm>
        </p:grpSpPr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898CBAB8-8C25-0C25-5437-337BDC0C6E71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4" name="Donut 240">
              <a:extLst>
                <a:ext uri="{FF2B5EF4-FFF2-40B4-BE49-F238E27FC236}">
                  <a16:creationId xmlns:a16="http://schemas.microsoft.com/office/drawing/2014/main" id="{92305A1E-96C7-FE36-99E2-B6988F22EF7E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5" name="Block Arc 244">
              <a:extLst>
                <a:ext uri="{FF2B5EF4-FFF2-40B4-BE49-F238E27FC236}">
                  <a16:creationId xmlns:a16="http://schemas.microsoft.com/office/drawing/2014/main" id="{51D174B8-210C-9D1A-236D-4D0173EFA31A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7532040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49A21D77-0FA8-D289-E4A9-C04629BCF6E8}"/>
              </a:ext>
            </a:extLst>
          </p:cNvPr>
          <p:cNvGrpSpPr/>
          <p:nvPr/>
        </p:nvGrpSpPr>
        <p:grpSpPr>
          <a:xfrm>
            <a:off x="5422072" y="4075937"/>
            <a:ext cx="466929" cy="467725"/>
            <a:chOff x="1664100" y="2969525"/>
            <a:chExt cx="852872" cy="854325"/>
          </a:xfrm>
        </p:grpSpPr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2F99D2D1-E63B-70EF-AE8A-6EE730C0E3EF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8" name="Donut 240">
              <a:extLst>
                <a:ext uri="{FF2B5EF4-FFF2-40B4-BE49-F238E27FC236}">
                  <a16:creationId xmlns:a16="http://schemas.microsoft.com/office/drawing/2014/main" id="{C2E5BBC8-B2CA-6655-2C6D-DC5999068EDB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9" name="Block Arc 248">
              <a:extLst>
                <a:ext uri="{FF2B5EF4-FFF2-40B4-BE49-F238E27FC236}">
                  <a16:creationId xmlns:a16="http://schemas.microsoft.com/office/drawing/2014/main" id="{40FD0F65-222B-DD9F-EB21-1BEAFA750354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10855730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25C1A4E-20EF-348E-E30B-1E910B63F701}"/>
              </a:ext>
            </a:extLst>
          </p:cNvPr>
          <p:cNvGrpSpPr/>
          <p:nvPr/>
        </p:nvGrpSpPr>
        <p:grpSpPr>
          <a:xfrm>
            <a:off x="4388512" y="4936253"/>
            <a:ext cx="466929" cy="467725"/>
            <a:chOff x="1664100" y="2969525"/>
            <a:chExt cx="852872" cy="854325"/>
          </a:xfrm>
        </p:grpSpPr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619AEB84-852E-6EF1-8048-F70E8F2E59A5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2" name="Donut 240">
              <a:extLst>
                <a:ext uri="{FF2B5EF4-FFF2-40B4-BE49-F238E27FC236}">
                  <a16:creationId xmlns:a16="http://schemas.microsoft.com/office/drawing/2014/main" id="{54F71F8E-EE39-DD7D-9083-C662792B1EBD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3" name="Block Arc 252">
              <a:extLst>
                <a:ext uri="{FF2B5EF4-FFF2-40B4-BE49-F238E27FC236}">
                  <a16:creationId xmlns:a16="http://schemas.microsoft.com/office/drawing/2014/main" id="{6D2C6AA1-08BC-A300-5E66-10AC244697A3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7188232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C387CE6F-7108-7433-4E25-1EC2D263331B}"/>
              </a:ext>
            </a:extLst>
          </p:cNvPr>
          <p:cNvGrpSpPr/>
          <p:nvPr/>
        </p:nvGrpSpPr>
        <p:grpSpPr>
          <a:xfrm>
            <a:off x="4170536" y="3901868"/>
            <a:ext cx="466929" cy="467725"/>
            <a:chOff x="1664100" y="2969525"/>
            <a:chExt cx="852872" cy="854325"/>
          </a:xfrm>
        </p:grpSpPr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0909C884-0F0A-EB7A-26F7-CC068B99543B}"/>
                </a:ext>
              </a:extLst>
            </p:cNvPr>
            <p:cNvSpPr/>
            <p:nvPr/>
          </p:nvSpPr>
          <p:spPr>
            <a:xfrm>
              <a:off x="1738718" y="3039403"/>
              <a:ext cx="708458" cy="70845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6" name="Donut 240">
              <a:extLst>
                <a:ext uri="{FF2B5EF4-FFF2-40B4-BE49-F238E27FC236}">
                  <a16:creationId xmlns:a16="http://schemas.microsoft.com/office/drawing/2014/main" id="{5B0C6357-B4AC-351C-CD80-29C659A3D32B}"/>
                </a:ext>
              </a:extLst>
            </p:cNvPr>
            <p:cNvSpPr/>
            <p:nvPr/>
          </p:nvSpPr>
          <p:spPr>
            <a:xfrm>
              <a:off x="1665666" y="2969526"/>
              <a:ext cx="851306" cy="851306"/>
            </a:xfrm>
            <a:prstGeom prst="donut">
              <a:avLst>
                <a:gd name="adj" fmla="val 939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7" name="Block Arc 256">
              <a:extLst>
                <a:ext uri="{FF2B5EF4-FFF2-40B4-BE49-F238E27FC236}">
                  <a16:creationId xmlns:a16="http://schemas.microsoft.com/office/drawing/2014/main" id="{603119CA-D994-F7E9-E1E1-ADB0D87246E5}"/>
                </a:ext>
              </a:extLst>
            </p:cNvPr>
            <p:cNvSpPr/>
            <p:nvPr/>
          </p:nvSpPr>
          <p:spPr>
            <a:xfrm>
              <a:off x="1664100" y="2969525"/>
              <a:ext cx="851306" cy="854325"/>
            </a:xfrm>
            <a:prstGeom prst="blockArc">
              <a:avLst>
                <a:gd name="adj1" fmla="val 7377555"/>
                <a:gd name="adj2" fmla="val 21144052"/>
                <a:gd name="adj3" fmla="val 10239"/>
              </a:avLst>
            </a:prstGeom>
            <a:solidFill>
              <a:srgbClr val="00D2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13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00413D49-D105-67BF-9F09-7C2CD2604FDC}"/>
              </a:ext>
            </a:extLst>
          </p:cNvPr>
          <p:cNvSpPr txBox="1"/>
          <p:nvPr/>
        </p:nvSpPr>
        <p:spPr>
          <a:xfrm>
            <a:off x="4166624" y="4031855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19A13924-66A2-DAE4-09A7-C6FFE8AEE6FD}"/>
              </a:ext>
            </a:extLst>
          </p:cNvPr>
          <p:cNvSpPr txBox="1"/>
          <p:nvPr/>
        </p:nvSpPr>
        <p:spPr>
          <a:xfrm>
            <a:off x="4384600" y="5066240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A3BA021-9E64-819B-21E5-4F9CB8EB3FDB}"/>
              </a:ext>
            </a:extLst>
          </p:cNvPr>
          <p:cNvSpPr txBox="1"/>
          <p:nvPr/>
        </p:nvSpPr>
        <p:spPr>
          <a:xfrm>
            <a:off x="5418159" y="4205925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05D3FC8-C393-A9BC-F96F-4BA75FA71291}"/>
              </a:ext>
            </a:extLst>
          </p:cNvPr>
          <p:cNvSpPr txBox="1"/>
          <p:nvPr/>
        </p:nvSpPr>
        <p:spPr>
          <a:xfrm>
            <a:off x="6888195" y="3518885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9F3C46D0-3DCF-6FA4-EEFF-6C61FE7C641C}"/>
              </a:ext>
            </a:extLst>
          </p:cNvPr>
          <p:cNvSpPr txBox="1"/>
          <p:nvPr/>
        </p:nvSpPr>
        <p:spPr>
          <a:xfrm>
            <a:off x="6613335" y="4594727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3E46593-EDC1-6A41-0688-A1126D76A138}"/>
              </a:ext>
            </a:extLst>
          </p:cNvPr>
          <p:cNvSpPr txBox="1"/>
          <p:nvPr/>
        </p:nvSpPr>
        <p:spPr>
          <a:xfrm>
            <a:off x="6991311" y="5370565"/>
            <a:ext cx="4747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30%</a:t>
            </a:r>
            <a:endParaRPr lang="id-ID" sz="9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96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141243-C0CB-C515-A70A-97B3307BA2F4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6F887D-4F7C-1BFB-9637-B8AF0733AFAE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5487F8-2C9A-A55B-D7C7-E4A2027389E7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</a:t>
            </a:r>
            <a:r>
              <a:rPr lang="en-US" altLang="zh-CN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nalysis </a:t>
            </a:r>
            <a:r>
              <a:rPr lang="en-US" altLang="zh-CN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Chart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B97B9-A744-F414-37B7-98D88D1F5121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F06315-D335-6612-0C7E-1FACD9BCEB8C}"/>
              </a:ext>
            </a:extLst>
          </p:cNvPr>
          <p:cNvGrpSpPr/>
          <p:nvPr/>
        </p:nvGrpSpPr>
        <p:grpSpPr>
          <a:xfrm>
            <a:off x="1501299" y="4465793"/>
            <a:ext cx="2298139" cy="1226794"/>
            <a:chOff x="1441614" y="3998025"/>
            <a:chExt cx="2329146" cy="1243347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560D8985-BF53-2B6D-3A49-29A2819AB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614" y="3998025"/>
              <a:ext cx="1165283" cy="1243347"/>
            </a:xfrm>
            <a:custGeom>
              <a:avLst/>
              <a:gdLst>
                <a:gd name="T0" fmla="*/ 333 w 347"/>
                <a:gd name="T1" fmla="*/ 29 h 370"/>
                <a:gd name="T2" fmla="*/ 0 w 347"/>
                <a:gd name="T3" fmla="*/ 370 h 370"/>
                <a:gd name="T4" fmla="*/ 347 w 347"/>
                <a:gd name="T5" fmla="*/ 370 h 370"/>
                <a:gd name="T6" fmla="*/ 347 w 347"/>
                <a:gd name="T7" fmla="*/ 0 h 370"/>
                <a:gd name="T8" fmla="*/ 333 w 347"/>
                <a:gd name="T9" fmla="*/ 2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70">
                  <a:moveTo>
                    <a:pt x="333" y="29"/>
                  </a:moveTo>
                  <a:cubicBezTo>
                    <a:pt x="242" y="286"/>
                    <a:pt x="0" y="370"/>
                    <a:pt x="0" y="370"/>
                  </a:cubicBezTo>
                  <a:cubicBezTo>
                    <a:pt x="347" y="370"/>
                    <a:pt x="347" y="370"/>
                    <a:pt x="347" y="370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5" y="0"/>
                    <a:pt x="339" y="13"/>
                    <a:pt x="333" y="29"/>
                  </a:cubicBezTo>
                  <a:close/>
                </a:path>
              </a:pathLst>
            </a:custGeom>
            <a:solidFill>
              <a:srgbClr val="00D278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B3461D2-67E0-0D38-7938-4051739A1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97" y="3998025"/>
              <a:ext cx="1163863" cy="1243347"/>
            </a:xfrm>
            <a:custGeom>
              <a:avLst/>
              <a:gdLst>
                <a:gd name="T0" fmla="*/ 15 w 347"/>
                <a:gd name="T1" fmla="*/ 29 h 370"/>
                <a:gd name="T2" fmla="*/ 0 w 347"/>
                <a:gd name="T3" fmla="*/ 0 h 370"/>
                <a:gd name="T4" fmla="*/ 0 w 347"/>
                <a:gd name="T5" fmla="*/ 370 h 370"/>
                <a:gd name="T6" fmla="*/ 347 w 347"/>
                <a:gd name="T7" fmla="*/ 370 h 370"/>
                <a:gd name="T8" fmla="*/ 15 w 347"/>
                <a:gd name="T9" fmla="*/ 29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70">
                  <a:moveTo>
                    <a:pt x="15" y="29"/>
                  </a:moveTo>
                  <a:cubicBezTo>
                    <a:pt x="9" y="13"/>
                    <a:pt x="3" y="0"/>
                    <a:pt x="0" y="0"/>
                  </a:cubicBezTo>
                  <a:cubicBezTo>
                    <a:pt x="0" y="370"/>
                    <a:pt x="0" y="370"/>
                    <a:pt x="0" y="370"/>
                  </a:cubicBezTo>
                  <a:cubicBezTo>
                    <a:pt x="347" y="370"/>
                    <a:pt x="347" y="370"/>
                    <a:pt x="347" y="370"/>
                  </a:cubicBezTo>
                  <a:cubicBezTo>
                    <a:pt x="347" y="370"/>
                    <a:pt x="105" y="286"/>
                    <a:pt x="15" y="2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07B3C93-6D16-4CEC-E96A-F56D72E12D6B}"/>
              </a:ext>
            </a:extLst>
          </p:cNvPr>
          <p:cNvGrpSpPr/>
          <p:nvPr/>
        </p:nvGrpSpPr>
        <p:grpSpPr>
          <a:xfrm>
            <a:off x="3800138" y="3961631"/>
            <a:ext cx="2298139" cy="1730956"/>
            <a:chOff x="3771470" y="3487062"/>
            <a:chExt cx="2329146" cy="1754310"/>
          </a:xfrm>
        </p:grpSpPr>
        <p:sp>
          <p:nvSpPr>
            <p:cNvPr id="32" name="Freeform 11">
              <a:extLst>
                <a:ext uri="{FF2B5EF4-FFF2-40B4-BE49-F238E27FC236}">
                  <a16:creationId xmlns:a16="http://schemas.microsoft.com/office/drawing/2014/main" id="{37152CDE-1E49-EEE3-13DD-09A8E04F6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470" y="3487062"/>
              <a:ext cx="1163863" cy="1754310"/>
            </a:xfrm>
            <a:custGeom>
              <a:avLst/>
              <a:gdLst>
                <a:gd name="T0" fmla="*/ 333 w 347"/>
                <a:gd name="T1" fmla="*/ 40 h 522"/>
                <a:gd name="T2" fmla="*/ 0 w 347"/>
                <a:gd name="T3" fmla="*/ 522 h 522"/>
                <a:gd name="T4" fmla="*/ 347 w 347"/>
                <a:gd name="T5" fmla="*/ 522 h 522"/>
                <a:gd name="T6" fmla="*/ 347 w 347"/>
                <a:gd name="T7" fmla="*/ 0 h 522"/>
                <a:gd name="T8" fmla="*/ 333 w 347"/>
                <a:gd name="T9" fmla="*/ 4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522">
                  <a:moveTo>
                    <a:pt x="333" y="40"/>
                  </a:moveTo>
                  <a:cubicBezTo>
                    <a:pt x="242" y="403"/>
                    <a:pt x="0" y="522"/>
                    <a:pt x="0" y="522"/>
                  </a:cubicBezTo>
                  <a:cubicBezTo>
                    <a:pt x="347" y="522"/>
                    <a:pt x="347" y="522"/>
                    <a:pt x="347" y="522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4" y="0"/>
                    <a:pt x="338" y="18"/>
                    <a:pt x="333" y="40"/>
                  </a:cubicBezTo>
                  <a:close/>
                </a:path>
              </a:pathLst>
            </a:custGeom>
            <a:solidFill>
              <a:srgbClr val="00D278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48A31EDF-A3F5-23B0-1AB6-3E665613E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333" y="3487062"/>
              <a:ext cx="1165283" cy="1754310"/>
            </a:xfrm>
            <a:custGeom>
              <a:avLst/>
              <a:gdLst>
                <a:gd name="T0" fmla="*/ 14 w 347"/>
                <a:gd name="T1" fmla="*/ 40 h 522"/>
                <a:gd name="T2" fmla="*/ 0 w 347"/>
                <a:gd name="T3" fmla="*/ 0 h 522"/>
                <a:gd name="T4" fmla="*/ 0 w 347"/>
                <a:gd name="T5" fmla="*/ 522 h 522"/>
                <a:gd name="T6" fmla="*/ 347 w 347"/>
                <a:gd name="T7" fmla="*/ 522 h 522"/>
                <a:gd name="T8" fmla="*/ 14 w 347"/>
                <a:gd name="T9" fmla="*/ 4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522">
                  <a:moveTo>
                    <a:pt x="14" y="40"/>
                  </a:moveTo>
                  <a:cubicBezTo>
                    <a:pt x="9" y="18"/>
                    <a:pt x="3" y="0"/>
                    <a:pt x="0" y="0"/>
                  </a:cubicBezTo>
                  <a:cubicBezTo>
                    <a:pt x="0" y="522"/>
                    <a:pt x="0" y="522"/>
                    <a:pt x="0" y="522"/>
                  </a:cubicBezTo>
                  <a:cubicBezTo>
                    <a:pt x="347" y="522"/>
                    <a:pt x="347" y="522"/>
                    <a:pt x="347" y="522"/>
                  </a:cubicBezTo>
                  <a:cubicBezTo>
                    <a:pt x="347" y="522"/>
                    <a:pt x="105" y="403"/>
                    <a:pt x="14" y="4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D32292-0531-0100-3532-194576D68280}"/>
              </a:ext>
            </a:extLst>
          </p:cNvPr>
          <p:cNvGrpSpPr/>
          <p:nvPr/>
        </p:nvGrpSpPr>
        <p:grpSpPr>
          <a:xfrm>
            <a:off x="6090571" y="3460272"/>
            <a:ext cx="2302342" cy="2232315"/>
            <a:chOff x="6092805" y="2978938"/>
            <a:chExt cx="2333406" cy="2262434"/>
          </a:xfrm>
        </p:grpSpPr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D2A5F984-F83E-05C7-9176-00FC59BB7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05" y="2978938"/>
              <a:ext cx="1168122" cy="2262434"/>
            </a:xfrm>
            <a:custGeom>
              <a:avLst/>
              <a:gdLst>
                <a:gd name="T0" fmla="*/ 334 w 348"/>
                <a:gd name="T1" fmla="*/ 52 h 673"/>
                <a:gd name="T2" fmla="*/ 0 w 348"/>
                <a:gd name="T3" fmla="*/ 673 h 673"/>
                <a:gd name="T4" fmla="*/ 348 w 348"/>
                <a:gd name="T5" fmla="*/ 673 h 673"/>
                <a:gd name="T6" fmla="*/ 348 w 348"/>
                <a:gd name="T7" fmla="*/ 0 h 673"/>
                <a:gd name="T8" fmla="*/ 334 w 348"/>
                <a:gd name="T9" fmla="*/ 52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" h="673">
                  <a:moveTo>
                    <a:pt x="334" y="52"/>
                  </a:moveTo>
                  <a:cubicBezTo>
                    <a:pt x="243" y="520"/>
                    <a:pt x="0" y="673"/>
                    <a:pt x="0" y="673"/>
                  </a:cubicBezTo>
                  <a:cubicBezTo>
                    <a:pt x="348" y="673"/>
                    <a:pt x="348" y="673"/>
                    <a:pt x="348" y="673"/>
                  </a:cubicBezTo>
                  <a:cubicBezTo>
                    <a:pt x="348" y="0"/>
                    <a:pt x="348" y="0"/>
                    <a:pt x="348" y="0"/>
                  </a:cubicBezTo>
                  <a:cubicBezTo>
                    <a:pt x="345" y="0"/>
                    <a:pt x="339" y="24"/>
                    <a:pt x="334" y="52"/>
                  </a:cubicBezTo>
                  <a:close/>
                </a:path>
              </a:pathLst>
            </a:custGeom>
            <a:solidFill>
              <a:srgbClr val="00D278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Freeform 8">
              <a:extLst>
                <a:ext uri="{FF2B5EF4-FFF2-40B4-BE49-F238E27FC236}">
                  <a16:creationId xmlns:a16="http://schemas.microsoft.com/office/drawing/2014/main" id="{5A46D04F-3DF7-EC11-86FB-D51E192FD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928" y="2978938"/>
              <a:ext cx="1165283" cy="2262434"/>
            </a:xfrm>
            <a:custGeom>
              <a:avLst/>
              <a:gdLst>
                <a:gd name="T0" fmla="*/ 14 w 347"/>
                <a:gd name="T1" fmla="*/ 52 h 673"/>
                <a:gd name="T2" fmla="*/ 0 w 347"/>
                <a:gd name="T3" fmla="*/ 0 h 673"/>
                <a:gd name="T4" fmla="*/ 0 w 347"/>
                <a:gd name="T5" fmla="*/ 673 h 673"/>
                <a:gd name="T6" fmla="*/ 347 w 347"/>
                <a:gd name="T7" fmla="*/ 673 h 673"/>
                <a:gd name="T8" fmla="*/ 14 w 347"/>
                <a:gd name="T9" fmla="*/ 52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673">
                  <a:moveTo>
                    <a:pt x="14" y="52"/>
                  </a:moveTo>
                  <a:cubicBezTo>
                    <a:pt x="9" y="24"/>
                    <a:pt x="3" y="0"/>
                    <a:pt x="0" y="0"/>
                  </a:cubicBezTo>
                  <a:cubicBezTo>
                    <a:pt x="0" y="673"/>
                    <a:pt x="0" y="673"/>
                    <a:pt x="0" y="673"/>
                  </a:cubicBezTo>
                  <a:cubicBezTo>
                    <a:pt x="347" y="673"/>
                    <a:pt x="347" y="673"/>
                    <a:pt x="347" y="673"/>
                  </a:cubicBezTo>
                  <a:cubicBezTo>
                    <a:pt x="347" y="673"/>
                    <a:pt x="105" y="520"/>
                    <a:pt x="14" y="5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358A285-98DD-E254-1134-24F890FBCE36}"/>
              </a:ext>
            </a:extLst>
          </p:cNvPr>
          <p:cNvGrpSpPr/>
          <p:nvPr/>
        </p:nvGrpSpPr>
        <p:grpSpPr>
          <a:xfrm>
            <a:off x="8388009" y="3152515"/>
            <a:ext cx="2298139" cy="2540072"/>
            <a:chOff x="8421240" y="2667028"/>
            <a:chExt cx="2329147" cy="2574344"/>
          </a:xfrm>
        </p:grpSpPr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01595A9B-DF4B-9846-F717-CCA29AC04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1240" y="2667028"/>
              <a:ext cx="1165283" cy="2574344"/>
            </a:xfrm>
            <a:custGeom>
              <a:avLst/>
              <a:gdLst>
                <a:gd name="T0" fmla="*/ 333 w 347"/>
                <a:gd name="T1" fmla="*/ 75 h 971"/>
                <a:gd name="T2" fmla="*/ 0 w 347"/>
                <a:gd name="T3" fmla="*/ 971 h 971"/>
                <a:gd name="T4" fmla="*/ 347 w 347"/>
                <a:gd name="T5" fmla="*/ 971 h 971"/>
                <a:gd name="T6" fmla="*/ 347 w 347"/>
                <a:gd name="T7" fmla="*/ 0 h 971"/>
                <a:gd name="T8" fmla="*/ 333 w 347"/>
                <a:gd name="T9" fmla="*/ 75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971">
                  <a:moveTo>
                    <a:pt x="333" y="75"/>
                  </a:moveTo>
                  <a:cubicBezTo>
                    <a:pt x="242" y="750"/>
                    <a:pt x="0" y="971"/>
                    <a:pt x="0" y="971"/>
                  </a:cubicBezTo>
                  <a:cubicBezTo>
                    <a:pt x="347" y="971"/>
                    <a:pt x="347" y="971"/>
                    <a:pt x="347" y="971"/>
                  </a:cubicBezTo>
                  <a:cubicBezTo>
                    <a:pt x="347" y="0"/>
                    <a:pt x="347" y="0"/>
                    <a:pt x="347" y="0"/>
                  </a:cubicBezTo>
                  <a:cubicBezTo>
                    <a:pt x="345" y="0"/>
                    <a:pt x="339" y="33"/>
                    <a:pt x="333" y="75"/>
                  </a:cubicBezTo>
                  <a:close/>
                </a:path>
              </a:pathLst>
            </a:custGeom>
            <a:solidFill>
              <a:srgbClr val="00D278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31B0692E-C0A4-4841-0E6D-7AE76457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6524" y="2667028"/>
              <a:ext cx="1163863" cy="2574344"/>
            </a:xfrm>
            <a:custGeom>
              <a:avLst/>
              <a:gdLst>
                <a:gd name="T0" fmla="*/ 15 w 347"/>
                <a:gd name="T1" fmla="*/ 75 h 971"/>
                <a:gd name="T2" fmla="*/ 0 w 347"/>
                <a:gd name="T3" fmla="*/ 0 h 971"/>
                <a:gd name="T4" fmla="*/ 0 w 347"/>
                <a:gd name="T5" fmla="*/ 971 h 971"/>
                <a:gd name="T6" fmla="*/ 347 w 347"/>
                <a:gd name="T7" fmla="*/ 971 h 971"/>
                <a:gd name="T8" fmla="*/ 15 w 347"/>
                <a:gd name="T9" fmla="*/ 75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971">
                  <a:moveTo>
                    <a:pt x="15" y="75"/>
                  </a:moveTo>
                  <a:cubicBezTo>
                    <a:pt x="9" y="33"/>
                    <a:pt x="3" y="0"/>
                    <a:pt x="0" y="0"/>
                  </a:cubicBezTo>
                  <a:cubicBezTo>
                    <a:pt x="0" y="971"/>
                    <a:pt x="0" y="971"/>
                    <a:pt x="0" y="971"/>
                  </a:cubicBezTo>
                  <a:cubicBezTo>
                    <a:pt x="347" y="971"/>
                    <a:pt x="347" y="971"/>
                    <a:pt x="347" y="971"/>
                  </a:cubicBezTo>
                  <a:cubicBezTo>
                    <a:pt x="347" y="971"/>
                    <a:pt x="105" y="750"/>
                    <a:pt x="15" y="75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2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AEB07022-B8E3-506E-B349-C1F35065EF37}"/>
              </a:ext>
            </a:extLst>
          </p:cNvPr>
          <p:cNvSpPr txBox="1"/>
          <p:nvPr/>
        </p:nvSpPr>
        <p:spPr>
          <a:xfrm>
            <a:off x="1843435" y="6158389"/>
            <a:ext cx="1615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2019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CDF18C1-0834-B9F5-0FA6-4BC6F84CC7B4}"/>
              </a:ext>
            </a:extLst>
          </p:cNvPr>
          <p:cNvSpPr txBox="1"/>
          <p:nvPr/>
        </p:nvSpPr>
        <p:spPr>
          <a:xfrm>
            <a:off x="4140873" y="6158389"/>
            <a:ext cx="1615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2020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D4AFBE-488B-6FA6-08C5-715AB7F3684C}"/>
              </a:ext>
            </a:extLst>
          </p:cNvPr>
          <p:cNvSpPr txBox="1"/>
          <p:nvPr/>
        </p:nvSpPr>
        <p:spPr>
          <a:xfrm>
            <a:off x="6438311" y="6158389"/>
            <a:ext cx="1615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2022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523601E-45E8-E0F4-AB3A-52A9A034ECD2}"/>
              </a:ext>
            </a:extLst>
          </p:cNvPr>
          <p:cNvSpPr txBox="1"/>
          <p:nvPr/>
        </p:nvSpPr>
        <p:spPr>
          <a:xfrm>
            <a:off x="8730143" y="6158389"/>
            <a:ext cx="16152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Poppins" panose="00000500000000000000" pitchFamily="2" charset="0"/>
                <a:cs typeface="Poppins" panose="00000500000000000000" pitchFamily="2" charset="0"/>
              </a:rPr>
              <a:t>2024</a:t>
            </a:r>
            <a:endParaRPr lang="id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95CFAF8-0022-DDA6-893C-963FFF31F396}"/>
              </a:ext>
            </a:extLst>
          </p:cNvPr>
          <p:cNvSpPr txBox="1"/>
          <p:nvPr/>
        </p:nvSpPr>
        <p:spPr>
          <a:xfrm>
            <a:off x="1843435" y="4046996"/>
            <a:ext cx="1615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65%</a:t>
            </a:r>
            <a:endParaRPr lang="id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FD23A9AD-A564-0FDC-31E4-415987B341A0}"/>
              </a:ext>
            </a:extLst>
          </p:cNvPr>
          <p:cNvSpPr txBox="1"/>
          <p:nvPr/>
        </p:nvSpPr>
        <p:spPr>
          <a:xfrm>
            <a:off x="4140873" y="3586062"/>
            <a:ext cx="1615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78%</a:t>
            </a:r>
            <a:endParaRPr lang="id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2CDC3BA-BE41-D2BD-ECEC-335E52A222C9}"/>
              </a:ext>
            </a:extLst>
          </p:cNvPr>
          <p:cNvSpPr txBox="1"/>
          <p:nvPr/>
        </p:nvSpPr>
        <p:spPr>
          <a:xfrm>
            <a:off x="6438311" y="3046249"/>
            <a:ext cx="1615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83%</a:t>
            </a:r>
            <a:endParaRPr lang="id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8D1278A-E60A-D828-8529-94C8B6949D2D}"/>
              </a:ext>
            </a:extLst>
          </p:cNvPr>
          <p:cNvSpPr txBox="1"/>
          <p:nvPr/>
        </p:nvSpPr>
        <p:spPr>
          <a:xfrm>
            <a:off x="8730143" y="2739837"/>
            <a:ext cx="161526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96%</a:t>
            </a:r>
            <a:endParaRPr lang="id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6E6DFE96-A18A-5A17-98EF-13672C427C71}"/>
              </a:ext>
            </a:extLst>
          </p:cNvPr>
          <p:cNvCxnSpPr>
            <a:cxnSpLocks/>
          </p:cNvCxnSpPr>
          <p:nvPr/>
        </p:nvCxnSpPr>
        <p:spPr>
          <a:xfrm>
            <a:off x="1505854" y="5971345"/>
            <a:ext cx="918484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Oval 268">
            <a:extLst>
              <a:ext uri="{FF2B5EF4-FFF2-40B4-BE49-F238E27FC236}">
                <a16:creationId xmlns:a16="http://schemas.microsoft.com/office/drawing/2014/main" id="{02EBE6C4-183F-5932-988E-7B589C397305}"/>
              </a:ext>
            </a:extLst>
          </p:cNvPr>
          <p:cNvSpPr/>
          <p:nvPr/>
        </p:nvSpPr>
        <p:spPr>
          <a:xfrm>
            <a:off x="2560846" y="5881122"/>
            <a:ext cx="180445" cy="1804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B6B44FF8-A26A-B5AD-0F41-0954FCA3B2F2}"/>
              </a:ext>
            </a:extLst>
          </p:cNvPr>
          <p:cNvSpPr/>
          <p:nvPr/>
        </p:nvSpPr>
        <p:spPr>
          <a:xfrm>
            <a:off x="4858284" y="5881122"/>
            <a:ext cx="180445" cy="1804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1" name="Oval 270">
            <a:extLst>
              <a:ext uri="{FF2B5EF4-FFF2-40B4-BE49-F238E27FC236}">
                <a16:creationId xmlns:a16="http://schemas.microsoft.com/office/drawing/2014/main" id="{02514220-C8F7-7D6A-E898-A6B9CA41E68D}"/>
              </a:ext>
            </a:extLst>
          </p:cNvPr>
          <p:cNvSpPr/>
          <p:nvPr/>
        </p:nvSpPr>
        <p:spPr>
          <a:xfrm>
            <a:off x="7152918" y="5881122"/>
            <a:ext cx="180445" cy="1804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B9681BCE-6968-D18E-824A-CA4F87A3825F}"/>
              </a:ext>
            </a:extLst>
          </p:cNvPr>
          <p:cNvSpPr/>
          <p:nvPr/>
        </p:nvSpPr>
        <p:spPr>
          <a:xfrm>
            <a:off x="9447554" y="5881122"/>
            <a:ext cx="180445" cy="180445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33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C78B21B-3FA5-0CCB-5253-0F7CFB6D514D}"/>
              </a:ext>
            </a:extLst>
          </p:cNvPr>
          <p:cNvSpPr/>
          <p:nvPr/>
        </p:nvSpPr>
        <p:spPr>
          <a:xfrm rot="5400000">
            <a:off x="5796946" y="-2602514"/>
            <a:ext cx="663592" cy="651142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/>
              </a:gs>
              <a:gs pos="100000">
                <a:schemeClr val="bg1">
                  <a:lumMod val="95000"/>
                </a:schemeClr>
              </a:gs>
            </a:gsLst>
            <a:lin ang="12000000" scaled="0"/>
            <a:tileRect/>
          </a:gradFill>
          <a:ln>
            <a:solidFill>
              <a:schemeClr val="bg1">
                <a:alpha val="50000"/>
              </a:schemeClr>
            </a:solidFill>
          </a:ln>
          <a:effectLst>
            <a:outerShdw blurRad="254000" dist="635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4E900D-35CC-C92A-F540-E256D4B05F6F}"/>
              </a:ext>
            </a:extLst>
          </p:cNvPr>
          <p:cNvGraphicFramePr>
            <a:graphicFrameLocks noGrp="1"/>
          </p:cNvGraphicFramePr>
          <p:nvPr/>
        </p:nvGraphicFramePr>
        <p:xfrm>
          <a:off x="3359820" y="467776"/>
          <a:ext cx="55378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461">
                  <a:extLst>
                    <a:ext uri="{9D8B030D-6E8A-4147-A177-3AD203B41FA5}">
                      <a16:colId xmlns:a16="http://schemas.microsoft.com/office/drawing/2014/main" val="71177981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983110897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502242371"/>
                    </a:ext>
                  </a:extLst>
                </a:gridCol>
                <a:gridCol w="1384461">
                  <a:extLst>
                    <a:ext uri="{9D8B030D-6E8A-4147-A177-3AD203B41FA5}">
                      <a16:colId xmlns:a16="http://schemas.microsoft.com/office/drawing/2014/main" val="22223641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bout</a:t>
                      </a:r>
                      <a:endParaRPr 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Product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Pricing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Customers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643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B848E-B2BE-5FF0-C380-5861251A7530}"/>
              </a:ext>
            </a:extLst>
          </p:cNvPr>
          <p:cNvSpPr txBox="1"/>
          <p:nvPr/>
        </p:nvSpPr>
        <p:spPr>
          <a:xfrm>
            <a:off x="2501013" y="1318026"/>
            <a:ext cx="719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2122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Contact </a:t>
            </a:r>
            <a:r>
              <a:rPr lang="en-US" sz="3600" b="1" dirty="0">
                <a:solidFill>
                  <a:srgbClr val="00D278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</a:t>
            </a:r>
            <a:endParaRPr lang="en-ID" sz="3600" b="1" dirty="0">
              <a:solidFill>
                <a:srgbClr val="00D278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9B0DA7-3B29-58A0-24FA-ED8421A2AA02}"/>
              </a:ext>
            </a:extLst>
          </p:cNvPr>
          <p:cNvSpPr/>
          <p:nvPr/>
        </p:nvSpPr>
        <p:spPr>
          <a:xfrm>
            <a:off x="1932321" y="3478929"/>
            <a:ext cx="8327359" cy="1971982"/>
          </a:xfrm>
          <a:prstGeom prst="roundRect">
            <a:avLst>
              <a:gd name="adj" fmla="val 11384"/>
            </a:avLst>
          </a:prstGeom>
          <a:gradFill>
            <a:gsLst>
              <a:gs pos="100000">
                <a:srgbClr val="08D8B5"/>
              </a:gs>
              <a:gs pos="0">
                <a:srgbClr val="00CBF7"/>
              </a:gs>
            </a:gsLst>
            <a:lin ang="0" scaled="1"/>
          </a:gradFill>
          <a:ln w="139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3E851A-0E5F-A14D-8B89-04A63FCE0D97}"/>
              </a:ext>
            </a:extLst>
          </p:cNvPr>
          <p:cNvGrpSpPr/>
          <p:nvPr/>
        </p:nvGrpSpPr>
        <p:grpSpPr>
          <a:xfrm>
            <a:off x="6941040" y="3825581"/>
            <a:ext cx="2586767" cy="1305695"/>
            <a:chOff x="6955228" y="4158349"/>
            <a:chExt cx="2586767" cy="13056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87534B-E132-1FD1-C6A0-A8B82F6E6FC7}"/>
                </a:ext>
              </a:extLst>
            </p:cNvPr>
            <p:cNvSpPr txBox="1"/>
            <p:nvPr/>
          </p:nvSpPr>
          <p:spPr>
            <a:xfrm>
              <a:off x="6955228" y="5094712"/>
              <a:ext cx="258676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Tel.: +2 123 456 789</a:t>
              </a:r>
            </a:p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Mail: info@justfreeslide.com</a:t>
              </a:r>
            </a:p>
          </p:txBody>
        </p:sp>
        <p:grpSp>
          <p:nvGrpSpPr>
            <p:cNvPr id="8" name="Group">
              <a:extLst>
                <a:ext uri="{FF2B5EF4-FFF2-40B4-BE49-F238E27FC236}">
                  <a16:creationId xmlns:a16="http://schemas.microsoft.com/office/drawing/2014/main" id="{4464EF50-8AAA-2B38-845A-029C545BB735}"/>
                </a:ext>
              </a:extLst>
            </p:cNvPr>
            <p:cNvGrpSpPr/>
            <p:nvPr/>
          </p:nvGrpSpPr>
          <p:grpSpPr>
            <a:xfrm>
              <a:off x="8037527" y="4158349"/>
              <a:ext cx="422171" cy="421722"/>
              <a:chOff x="0" y="0"/>
              <a:chExt cx="994069" cy="993012"/>
            </a:xfrm>
            <a:solidFill>
              <a:srgbClr val="FFFFFF"/>
            </a:solidFill>
          </p:grpSpPr>
          <p:sp>
            <p:nvSpPr>
              <p:cNvPr id="10" name="Shape">
                <a:extLst>
                  <a:ext uri="{FF2B5EF4-FFF2-40B4-BE49-F238E27FC236}">
                    <a16:creationId xmlns:a16="http://schemas.microsoft.com/office/drawing/2014/main" id="{C736A9BA-5404-42F9-9724-404DB719CDE7}"/>
                  </a:ext>
                </a:extLst>
              </p:cNvPr>
              <p:cNvSpPr/>
              <p:nvPr/>
            </p:nvSpPr>
            <p:spPr>
              <a:xfrm>
                <a:off x="-1" y="156797"/>
                <a:ext cx="838751" cy="8362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68" h="21323" extrusionOk="0">
                    <a:moveTo>
                      <a:pt x="20510" y="15024"/>
                    </a:moveTo>
                    <a:cubicBezTo>
                      <a:pt x="20219" y="14714"/>
                      <a:pt x="19928" y="14421"/>
                      <a:pt x="19637" y="14145"/>
                    </a:cubicBezTo>
                    <a:cubicBezTo>
                      <a:pt x="19492" y="13998"/>
                      <a:pt x="19346" y="13852"/>
                      <a:pt x="19201" y="13705"/>
                    </a:cubicBezTo>
                    <a:cubicBezTo>
                      <a:pt x="17940" y="12436"/>
                      <a:pt x="17940" y="12436"/>
                      <a:pt x="17940" y="12436"/>
                    </a:cubicBezTo>
                    <a:cubicBezTo>
                      <a:pt x="17406" y="11898"/>
                      <a:pt x="16776" y="11605"/>
                      <a:pt x="16129" y="11605"/>
                    </a:cubicBezTo>
                    <a:cubicBezTo>
                      <a:pt x="15466" y="11605"/>
                      <a:pt x="14852" y="11898"/>
                      <a:pt x="14302" y="12436"/>
                    </a:cubicBezTo>
                    <a:cubicBezTo>
                      <a:pt x="14173" y="12566"/>
                      <a:pt x="14043" y="12696"/>
                      <a:pt x="13914" y="12826"/>
                    </a:cubicBezTo>
                    <a:cubicBezTo>
                      <a:pt x="13607" y="13119"/>
                      <a:pt x="13300" y="13429"/>
                      <a:pt x="13009" y="13754"/>
                    </a:cubicBezTo>
                    <a:cubicBezTo>
                      <a:pt x="12475" y="13494"/>
                      <a:pt x="11925" y="13136"/>
                      <a:pt x="11295" y="12631"/>
                    </a:cubicBezTo>
                    <a:cubicBezTo>
                      <a:pt x="10470" y="11964"/>
                      <a:pt x="9775" y="11280"/>
                      <a:pt x="9145" y="10564"/>
                    </a:cubicBezTo>
                    <a:cubicBezTo>
                      <a:pt x="8805" y="10173"/>
                      <a:pt x="8223" y="10124"/>
                      <a:pt x="7835" y="10466"/>
                    </a:cubicBezTo>
                    <a:cubicBezTo>
                      <a:pt x="7447" y="10808"/>
                      <a:pt x="7398" y="11410"/>
                      <a:pt x="7738" y="11801"/>
                    </a:cubicBezTo>
                    <a:cubicBezTo>
                      <a:pt x="8433" y="12598"/>
                      <a:pt x="9209" y="13347"/>
                      <a:pt x="10131" y="14096"/>
                    </a:cubicBezTo>
                    <a:cubicBezTo>
                      <a:pt x="10131" y="14096"/>
                      <a:pt x="10131" y="14112"/>
                      <a:pt x="10131" y="14112"/>
                    </a:cubicBezTo>
                    <a:cubicBezTo>
                      <a:pt x="11052" y="14828"/>
                      <a:pt x="11828" y="15317"/>
                      <a:pt x="12653" y="15658"/>
                    </a:cubicBezTo>
                    <a:cubicBezTo>
                      <a:pt x="12669" y="15658"/>
                      <a:pt x="12685" y="15675"/>
                      <a:pt x="12701" y="15675"/>
                    </a:cubicBezTo>
                    <a:cubicBezTo>
                      <a:pt x="12912" y="15740"/>
                      <a:pt x="13494" y="15935"/>
                      <a:pt x="14076" y="15366"/>
                    </a:cubicBezTo>
                    <a:cubicBezTo>
                      <a:pt x="14108" y="15317"/>
                      <a:pt x="14108" y="15317"/>
                      <a:pt x="14108" y="15317"/>
                    </a:cubicBezTo>
                    <a:cubicBezTo>
                      <a:pt x="14464" y="14926"/>
                      <a:pt x="14836" y="14552"/>
                      <a:pt x="15224" y="14161"/>
                    </a:cubicBezTo>
                    <a:cubicBezTo>
                      <a:pt x="15369" y="14031"/>
                      <a:pt x="15498" y="13901"/>
                      <a:pt x="15628" y="13770"/>
                    </a:cubicBezTo>
                    <a:cubicBezTo>
                      <a:pt x="15757" y="13640"/>
                      <a:pt x="15951" y="13477"/>
                      <a:pt x="16129" y="13477"/>
                    </a:cubicBezTo>
                    <a:cubicBezTo>
                      <a:pt x="16323" y="13477"/>
                      <a:pt x="16501" y="13640"/>
                      <a:pt x="16630" y="13770"/>
                    </a:cubicBezTo>
                    <a:cubicBezTo>
                      <a:pt x="17891" y="15040"/>
                      <a:pt x="17891" y="15040"/>
                      <a:pt x="17891" y="15040"/>
                    </a:cubicBezTo>
                    <a:cubicBezTo>
                      <a:pt x="18053" y="15186"/>
                      <a:pt x="18198" y="15333"/>
                      <a:pt x="18344" y="15479"/>
                    </a:cubicBezTo>
                    <a:cubicBezTo>
                      <a:pt x="18635" y="15772"/>
                      <a:pt x="18910" y="16033"/>
                      <a:pt x="19169" y="16310"/>
                    </a:cubicBezTo>
                    <a:cubicBezTo>
                      <a:pt x="19169" y="16326"/>
                      <a:pt x="19185" y="16326"/>
                      <a:pt x="19185" y="16326"/>
                    </a:cubicBezTo>
                    <a:cubicBezTo>
                      <a:pt x="19379" y="16537"/>
                      <a:pt x="19589" y="16847"/>
                      <a:pt x="19169" y="17286"/>
                    </a:cubicBezTo>
                    <a:cubicBezTo>
                      <a:pt x="17600" y="18881"/>
                      <a:pt x="17600" y="18881"/>
                      <a:pt x="17600" y="18881"/>
                    </a:cubicBezTo>
                    <a:cubicBezTo>
                      <a:pt x="17261" y="19223"/>
                      <a:pt x="16889" y="19402"/>
                      <a:pt x="16420" y="19435"/>
                    </a:cubicBezTo>
                    <a:cubicBezTo>
                      <a:pt x="15612" y="19500"/>
                      <a:pt x="14771" y="19353"/>
                      <a:pt x="13655" y="18930"/>
                    </a:cubicBezTo>
                    <a:cubicBezTo>
                      <a:pt x="11796" y="18247"/>
                      <a:pt x="10066" y="17205"/>
                      <a:pt x="8207" y="15642"/>
                    </a:cubicBezTo>
                    <a:cubicBezTo>
                      <a:pt x="5943" y="13738"/>
                      <a:pt x="4165" y="11459"/>
                      <a:pt x="2920" y="8855"/>
                    </a:cubicBezTo>
                    <a:cubicBezTo>
                      <a:pt x="2483" y="7910"/>
                      <a:pt x="1950" y="6657"/>
                      <a:pt x="1869" y="5339"/>
                    </a:cubicBezTo>
                    <a:cubicBezTo>
                      <a:pt x="1821" y="4590"/>
                      <a:pt x="2015" y="4069"/>
                      <a:pt x="2483" y="3613"/>
                    </a:cubicBezTo>
                    <a:cubicBezTo>
                      <a:pt x="2839" y="3320"/>
                      <a:pt x="3146" y="3011"/>
                      <a:pt x="3437" y="2702"/>
                    </a:cubicBezTo>
                    <a:cubicBezTo>
                      <a:pt x="3615" y="2506"/>
                      <a:pt x="3793" y="2327"/>
                      <a:pt x="3987" y="2148"/>
                    </a:cubicBezTo>
                    <a:cubicBezTo>
                      <a:pt x="3987" y="2148"/>
                      <a:pt x="3987" y="2148"/>
                      <a:pt x="3987" y="2148"/>
                    </a:cubicBezTo>
                    <a:cubicBezTo>
                      <a:pt x="4359" y="1790"/>
                      <a:pt x="4666" y="1790"/>
                      <a:pt x="5006" y="2132"/>
                    </a:cubicBezTo>
                    <a:cubicBezTo>
                      <a:pt x="7544" y="4704"/>
                      <a:pt x="7544" y="4704"/>
                      <a:pt x="7544" y="4704"/>
                    </a:cubicBezTo>
                    <a:cubicBezTo>
                      <a:pt x="7560" y="4720"/>
                      <a:pt x="7560" y="4720"/>
                      <a:pt x="7560" y="4720"/>
                    </a:cubicBezTo>
                    <a:cubicBezTo>
                      <a:pt x="7673" y="4818"/>
                      <a:pt x="7803" y="4981"/>
                      <a:pt x="7803" y="5160"/>
                    </a:cubicBezTo>
                    <a:cubicBezTo>
                      <a:pt x="7803" y="5339"/>
                      <a:pt x="7673" y="5518"/>
                      <a:pt x="7560" y="5648"/>
                    </a:cubicBezTo>
                    <a:cubicBezTo>
                      <a:pt x="5976" y="7243"/>
                      <a:pt x="5976" y="7243"/>
                      <a:pt x="5976" y="7243"/>
                    </a:cubicBezTo>
                    <a:cubicBezTo>
                      <a:pt x="5604" y="7601"/>
                      <a:pt x="5604" y="8203"/>
                      <a:pt x="5976" y="8562"/>
                    </a:cubicBezTo>
                    <a:cubicBezTo>
                      <a:pt x="6331" y="8936"/>
                      <a:pt x="6930" y="8936"/>
                      <a:pt x="7285" y="8562"/>
                    </a:cubicBezTo>
                    <a:cubicBezTo>
                      <a:pt x="8870" y="6966"/>
                      <a:pt x="8870" y="6966"/>
                      <a:pt x="8870" y="6966"/>
                    </a:cubicBezTo>
                    <a:cubicBezTo>
                      <a:pt x="9403" y="6429"/>
                      <a:pt x="9678" y="5811"/>
                      <a:pt x="9678" y="5143"/>
                    </a:cubicBezTo>
                    <a:cubicBezTo>
                      <a:pt x="9678" y="4492"/>
                      <a:pt x="9387" y="3874"/>
                      <a:pt x="8870" y="3369"/>
                    </a:cubicBezTo>
                    <a:cubicBezTo>
                      <a:pt x="6331" y="814"/>
                      <a:pt x="6331" y="814"/>
                      <a:pt x="6331" y="814"/>
                    </a:cubicBezTo>
                    <a:cubicBezTo>
                      <a:pt x="5264" y="-261"/>
                      <a:pt x="3809" y="-277"/>
                      <a:pt x="2710" y="797"/>
                    </a:cubicBezTo>
                    <a:cubicBezTo>
                      <a:pt x="2483" y="993"/>
                      <a:pt x="2289" y="1204"/>
                      <a:pt x="2095" y="1400"/>
                    </a:cubicBezTo>
                    <a:cubicBezTo>
                      <a:pt x="1821" y="1693"/>
                      <a:pt x="1562" y="1969"/>
                      <a:pt x="1287" y="2197"/>
                    </a:cubicBezTo>
                    <a:cubicBezTo>
                      <a:pt x="1271" y="2213"/>
                      <a:pt x="1271" y="2213"/>
                      <a:pt x="1255" y="2230"/>
                    </a:cubicBezTo>
                    <a:cubicBezTo>
                      <a:pt x="349" y="3060"/>
                      <a:pt x="-71" y="4134"/>
                      <a:pt x="10" y="5453"/>
                    </a:cubicBezTo>
                    <a:cubicBezTo>
                      <a:pt x="123" y="7097"/>
                      <a:pt x="721" y="8562"/>
                      <a:pt x="1239" y="9668"/>
                    </a:cubicBezTo>
                    <a:cubicBezTo>
                      <a:pt x="1239" y="9668"/>
                      <a:pt x="1239" y="9668"/>
                      <a:pt x="1239" y="9668"/>
                    </a:cubicBezTo>
                    <a:cubicBezTo>
                      <a:pt x="2613" y="12517"/>
                      <a:pt x="4553" y="15007"/>
                      <a:pt x="7010" y="17075"/>
                    </a:cubicBezTo>
                    <a:cubicBezTo>
                      <a:pt x="9031" y="18767"/>
                      <a:pt x="10939" y="19923"/>
                      <a:pt x="12992" y="20688"/>
                    </a:cubicBezTo>
                    <a:cubicBezTo>
                      <a:pt x="13752" y="20965"/>
                      <a:pt x="14852" y="21323"/>
                      <a:pt x="16064" y="21323"/>
                    </a:cubicBezTo>
                    <a:cubicBezTo>
                      <a:pt x="16226" y="21323"/>
                      <a:pt x="16404" y="21323"/>
                      <a:pt x="16566" y="21307"/>
                    </a:cubicBezTo>
                    <a:cubicBezTo>
                      <a:pt x="16566" y="21307"/>
                      <a:pt x="16566" y="21307"/>
                      <a:pt x="16566" y="21307"/>
                    </a:cubicBezTo>
                    <a:cubicBezTo>
                      <a:pt x="17471" y="21225"/>
                      <a:pt x="18263" y="20851"/>
                      <a:pt x="18910" y="20200"/>
                    </a:cubicBezTo>
                    <a:cubicBezTo>
                      <a:pt x="20494" y="18605"/>
                      <a:pt x="20494" y="18605"/>
                      <a:pt x="20494" y="18605"/>
                    </a:cubicBezTo>
                    <a:cubicBezTo>
                      <a:pt x="20510" y="18588"/>
                      <a:pt x="20510" y="18588"/>
                      <a:pt x="20510" y="18588"/>
                    </a:cubicBezTo>
                    <a:cubicBezTo>
                      <a:pt x="21529" y="17530"/>
                      <a:pt x="21513" y="16065"/>
                      <a:pt x="20510" y="15024"/>
                    </a:cubicBezTo>
                    <a:close/>
                    <a:moveTo>
                      <a:pt x="20510" y="15024"/>
                    </a:moveTo>
                    <a:cubicBezTo>
                      <a:pt x="20510" y="15024"/>
                      <a:pt x="20510" y="15024"/>
                      <a:pt x="20510" y="15024"/>
                    </a:cubicBezTo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/>
                <a:endParaRPr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4925E38C-612B-98B5-C56E-26CEBA9DA0DB}"/>
                  </a:ext>
                </a:extLst>
              </p:cNvPr>
              <p:cNvSpPr/>
              <p:nvPr/>
            </p:nvSpPr>
            <p:spPr>
              <a:xfrm>
                <a:off x="454564" y="198155"/>
                <a:ext cx="340000" cy="341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31" h="21401" extrusionOk="0">
                    <a:moveTo>
                      <a:pt x="21202" y="18676"/>
                    </a:moveTo>
                    <a:cubicBezTo>
                      <a:pt x="20407" y="14027"/>
                      <a:pt x="18219" y="9779"/>
                      <a:pt x="14877" y="6373"/>
                    </a:cubicBezTo>
                    <a:cubicBezTo>
                      <a:pt x="11536" y="3007"/>
                      <a:pt x="7319" y="803"/>
                      <a:pt x="2665" y="41"/>
                    </a:cubicBezTo>
                    <a:cubicBezTo>
                      <a:pt x="1432" y="-199"/>
                      <a:pt x="239" y="643"/>
                      <a:pt x="40" y="1925"/>
                    </a:cubicBezTo>
                    <a:cubicBezTo>
                      <a:pt x="-199" y="3167"/>
                      <a:pt x="676" y="4369"/>
                      <a:pt x="1909" y="4570"/>
                    </a:cubicBezTo>
                    <a:cubicBezTo>
                      <a:pt x="5609" y="5211"/>
                      <a:pt x="8950" y="6974"/>
                      <a:pt x="11655" y="9659"/>
                    </a:cubicBezTo>
                    <a:cubicBezTo>
                      <a:pt x="14320" y="12344"/>
                      <a:pt x="16071" y="15751"/>
                      <a:pt x="16707" y="19477"/>
                    </a:cubicBezTo>
                    <a:cubicBezTo>
                      <a:pt x="16906" y="20600"/>
                      <a:pt x="17861" y="21401"/>
                      <a:pt x="18935" y="21401"/>
                    </a:cubicBezTo>
                    <a:cubicBezTo>
                      <a:pt x="19094" y="21401"/>
                      <a:pt x="19213" y="21401"/>
                      <a:pt x="19332" y="21361"/>
                    </a:cubicBezTo>
                    <a:cubicBezTo>
                      <a:pt x="20566" y="21161"/>
                      <a:pt x="21401" y="19958"/>
                      <a:pt x="21202" y="18676"/>
                    </a:cubicBezTo>
                    <a:close/>
                    <a:moveTo>
                      <a:pt x="21202" y="18676"/>
                    </a:moveTo>
                    <a:cubicBezTo>
                      <a:pt x="21202" y="18676"/>
                      <a:pt x="21202" y="18676"/>
                      <a:pt x="21202" y="18676"/>
                    </a:cubicBezTo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/>
                <a:endParaRPr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Shape">
                <a:extLst>
                  <a:ext uri="{FF2B5EF4-FFF2-40B4-BE49-F238E27FC236}">
                    <a16:creationId xmlns:a16="http://schemas.microsoft.com/office/drawing/2014/main" id="{C3F5E148-5C67-970F-C5BB-9548716E77EF}"/>
                  </a:ext>
                </a:extLst>
              </p:cNvPr>
              <p:cNvSpPr/>
              <p:nvPr/>
            </p:nvSpPr>
            <p:spPr>
              <a:xfrm>
                <a:off x="463625" y="-1"/>
                <a:ext cx="530445" cy="5299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81" h="21471" extrusionOk="0">
                    <a:moveTo>
                      <a:pt x="21361" y="19714"/>
                    </a:moveTo>
                    <a:cubicBezTo>
                      <a:pt x="20513" y="14805"/>
                      <a:pt x="18199" y="10309"/>
                      <a:pt x="14650" y="6744"/>
                    </a:cubicBezTo>
                    <a:cubicBezTo>
                      <a:pt x="11101" y="3178"/>
                      <a:pt x="6653" y="853"/>
                      <a:pt x="1741" y="26"/>
                    </a:cubicBezTo>
                    <a:cubicBezTo>
                      <a:pt x="919" y="-129"/>
                      <a:pt x="173" y="414"/>
                      <a:pt x="19" y="1240"/>
                    </a:cubicBezTo>
                    <a:cubicBezTo>
                      <a:pt x="-110" y="2041"/>
                      <a:pt x="430" y="2816"/>
                      <a:pt x="1227" y="2946"/>
                    </a:cubicBezTo>
                    <a:cubicBezTo>
                      <a:pt x="5521" y="3695"/>
                      <a:pt x="9456" y="5710"/>
                      <a:pt x="12567" y="8837"/>
                    </a:cubicBezTo>
                    <a:cubicBezTo>
                      <a:pt x="15679" y="11963"/>
                      <a:pt x="17710" y="15916"/>
                      <a:pt x="18430" y="20231"/>
                    </a:cubicBezTo>
                    <a:cubicBezTo>
                      <a:pt x="18559" y="20954"/>
                      <a:pt x="19176" y="21471"/>
                      <a:pt x="19870" y="21471"/>
                    </a:cubicBezTo>
                    <a:cubicBezTo>
                      <a:pt x="19973" y="21471"/>
                      <a:pt x="20050" y="21445"/>
                      <a:pt x="20127" y="21445"/>
                    </a:cubicBezTo>
                    <a:cubicBezTo>
                      <a:pt x="20950" y="21316"/>
                      <a:pt x="21490" y="20541"/>
                      <a:pt x="21361" y="19714"/>
                    </a:cubicBezTo>
                    <a:close/>
                    <a:moveTo>
                      <a:pt x="21361" y="19714"/>
                    </a:moveTo>
                    <a:cubicBezTo>
                      <a:pt x="21361" y="19714"/>
                      <a:pt x="21361" y="19714"/>
                      <a:pt x="21361" y="19714"/>
                    </a:cubicBezTo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/>
                <a:endParaRPr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98C39A-18E4-C2C3-3E08-7EDB3BB214CF}"/>
                </a:ext>
              </a:extLst>
            </p:cNvPr>
            <p:cNvSpPr txBox="1"/>
            <p:nvPr/>
          </p:nvSpPr>
          <p:spPr>
            <a:xfrm>
              <a:off x="7500649" y="4786935"/>
              <a:ext cx="14959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TELP AND MAIL</a:t>
              </a:r>
              <a:endParaRPr lang="en-ID" sz="1400" b="1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B94B2D-C241-E085-F800-A60EBFE69446}"/>
              </a:ext>
            </a:extLst>
          </p:cNvPr>
          <p:cNvGrpSpPr/>
          <p:nvPr/>
        </p:nvGrpSpPr>
        <p:grpSpPr>
          <a:xfrm>
            <a:off x="2664193" y="3825581"/>
            <a:ext cx="2586767" cy="1278677"/>
            <a:chOff x="2934275" y="4128290"/>
            <a:chExt cx="2586767" cy="1278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6401CB-AE6C-8DE6-DC7E-8338274F235B}"/>
                </a:ext>
              </a:extLst>
            </p:cNvPr>
            <p:cNvSpPr txBox="1"/>
            <p:nvPr/>
          </p:nvSpPr>
          <p:spPr>
            <a:xfrm>
              <a:off x="2934275" y="5037635"/>
              <a:ext cx="258676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Company ltd (Head Office),</a:t>
              </a:r>
            </a:p>
            <a:p>
              <a:pPr algn="ctr"/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17 Street</a:t>
              </a:r>
              <a:r>
                <a:rPr lang="id-ID" sz="1200" dirty="0">
                  <a:solidFill>
                    <a:schemeClr val="bg1">
                      <a:lumMod val="95000"/>
                    </a:schemeClr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 Lasvegas</a:t>
              </a:r>
              <a:endParaRPr lang="en-US" sz="1200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  <p:grpSp>
          <p:nvGrpSpPr>
            <p:cNvPr id="16" name="Group">
              <a:extLst>
                <a:ext uri="{FF2B5EF4-FFF2-40B4-BE49-F238E27FC236}">
                  <a16:creationId xmlns:a16="http://schemas.microsoft.com/office/drawing/2014/main" id="{F74140F2-EBE1-26FB-38C7-342FBC2FB907}"/>
                </a:ext>
              </a:extLst>
            </p:cNvPr>
            <p:cNvGrpSpPr/>
            <p:nvPr/>
          </p:nvGrpSpPr>
          <p:grpSpPr>
            <a:xfrm>
              <a:off x="4059006" y="4128290"/>
              <a:ext cx="337305" cy="415490"/>
              <a:chOff x="0" y="0"/>
              <a:chExt cx="815217" cy="1004180"/>
            </a:xfrm>
            <a:solidFill>
              <a:srgbClr val="FFFFFF"/>
            </a:solidFill>
          </p:grpSpPr>
          <p:sp>
            <p:nvSpPr>
              <p:cNvPr id="18" name="Shape">
                <a:extLst>
                  <a:ext uri="{FF2B5EF4-FFF2-40B4-BE49-F238E27FC236}">
                    <a16:creationId xmlns:a16="http://schemas.microsoft.com/office/drawing/2014/main" id="{003F6500-9542-C220-A26C-7EE46B0962CB}"/>
                  </a:ext>
                </a:extLst>
              </p:cNvPr>
              <p:cNvSpPr/>
              <p:nvPr/>
            </p:nvSpPr>
            <p:spPr>
              <a:xfrm>
                <a:off x="0" y="0"/>
                <a:ext cx="815218" cy="10041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50" h="21523" extrusionOk="0">
                    <a:moveTo>
                      <a:pt x="18265" y="2454"/>
                    </a:moveTo>
                    <a:cubicBezTo>
                      <a:pt x="16142" y="798"/>
                      <a:pt x="13345" y="-77"/>
                      <a:pt x="10396" y="5"/>
                    </a:cubicBezTo>
                    <a:cubicBezTo>
                      <a:pt x="5005" y="156"/>
                      <a:pt x="573" y="3548"/>
                      <a:pt x="51" y="7898"/>
                    </a:cubicBezTo>
                    <a:cubicBezTo>
                      <a:pt x="-50" y="8733"/>
                      <a:pt x="1" y="9567"/>
                      <a:pt x="186" y="10388"/>
                    </a:cubicBezTo>
                    <a:cubicBezTo>
                      <a:pt x="203" y="10429"/>
                      <a:pt x="220" y="10525"/>
                      <a:pt x="270" y="10689"/>
                    </a:cubicBezTo>
                    <a:cubicBezTo>
                      <a:pt x="439" y="11277"/>
                      <a:pt x="674" y="11852"/>
                      <a:pt x="978" y="12399"/>
                    </a:cubicBezTo>
                    <a:cubicBezTo>
                      <a:pt x="2073" y="14492"/>
                      <a:pt x="4465" y="17720"/>
                      <a:pt x="9604" y="21181"/>
                    </a:cubicBezTo>
                    <a:cubicBezTo>
                      <a:pt x="9958" y="21414"/>
                      <a:pt x="10362" y="21523"/>
                      <a:pt x="10784" y="21523"/>
                    </a:cubicBezTo>
                    <a:cubicBezTo>
                      <a:pt x="11188" y="21523"/>
                      <a:pt x="11609" y="21414"/>
                      <a:pt x="11946" y="21181"/>
                    </a:cubicBezTo>
                    <a:cubicBezTo>
                      <a:pt x="17085" y="17720"/>
                      <a:pt x="19478" y="14492"/>
                      <a:pt x="20573" y="12399"/>
                    </a:cubicBezTo>
                    <a:cubicBezTo>
                      <a:pt x="20876" y="11852"/>
                      <a:pt x="21129" y="11277"/>
                      <a:pt x="21280" y="10689"/>
                    </a:cubicBezTo>
                    <a:cubicBezTo>
                      <a:pt x="21331" y="10525"/>
                      <a:pt x="21348" y="10429"/>
                      <a:pt x="21365" y="10388"/>
                    </a:cubicBezTo>
                    <a:cubicBezTo>
                      <a:pt x="21483" y="9854"/>
                      <a:pt x="21550" y="9293"/>
                      <a:pt x="21550" y="8746"/>
                    </a:cubicBezTo>
                    <a:cubicBezTo>
                      <a:pt x="21550" y="6352"/>
                      <a:pt x="20371" y="4123"/>
                      <a:pt x="18265" y="2454"/>
                    </a:cubicBezTo>
                    <a:close/>
                    <a:moveTo>
                      <a:pt x="19444" y="10114"/>
                    </a:moveTo>
                    <a:cubicBezTo>
                      <a:pt x="19444" y="10128"/>
                      <a:pt x="19444" y="10128"/>
                      <a:pt x="19444" y="10142"/>
                    </a:cubicBezTo>
                    <a:cubicBezTo>
                      <a:pt x="19427" y="10169"/>
                      <a:pt x="19427" y="10224"/>
                      <a:pt x="19393" y="10319"/>
                    </a:cubicBezTo>
                    <a:cubicBezTo>
                      <a:pt x="19393" y="10333"/>
                      <a:pt x="19393" y="10333"/>
                      <a:pt x="19393" y="10333"/>
                    </a:cubicBezTo>
                    <a:cubicBezTo>
                      <a:pt x="19259" y="10826"/>
                      <a:pt x="19056" y="11304"/>
                      <a:pt x="18804" y="11756"/>
                    </a:cubicBezTo>
                    <a:cubicBezTo>
                      <a:pt x="18787" y="11769"/>
                      <a:pt x="18787" y="11769"/>
                      <a:pt x="18787" y="11783"/>
                    </a:cubicBezTo>
                    <a:cubicBezTo>
                      <a:pt x="17793" y="13698"/>
                      <a:pt x="15586" y="16667"/>
                      <a:pt x="10784" y="19922"/>
                    </a:cubicBezTo>
                    <a:cubicBezTo>
                      <a:pt x="5982" y="16667"/>
                      <a:pt x="3775" y="13698"/>
                      <a:pt x="2781" y="11783"/>
                    </a:cubicBezTo>
                    <a:cubicBezTo>
                      <a:pt x="2764" y="11769"/>
                      <a:pt x="2764" y="11756"/>
                      <a:pt x="2764" y="11756"/>
                    </a:cubicBezTo>
                    <a:cubicBezTo>
                      <a:pt x="2511" y="11304"/>
                      <a:pt x="2309" y="10826"/>
                      <a:pt x="2174" y="10333"/>
                    </a:cubicBezTo>
                    <a:cubicBezTo>
                      <a:pt x="2174" y="10319"/>
                      <a:pt x="2174" y="10319"/>
                      <a:pt x="2174" y="10319"/>
                    </a:cubicBezTo>
                    <a:cubicBezTo>
                      <a:pt x="2140" y="10224"/>
                      <a:pt x="2123" y="10169"/>
                      <a:pt x="2123" y="10142"/>
                    </a:cubicBezTo>
                    <a:cubicBezTo>
                      <a:pt x="2123" y="10128"/>
                      <a:pt x="2123" y="10128"/>
                      <a:pt x="2123" y="10114"/>
                    </a:cubicBezTo>
                    <a:cubicBezTo>
                      <a:pt x="1938" y="9430"/>
                      <a:pt x="1904" y="8733"/>
                      <a:pt x="1989" y="8049"/>
                    </a:cubicBezTo>
                    <a:cubicBezTo>
                      <a:pt x="2410" y="4478"/>
                      <a:pt x="6049" y="1701"/>
                      <a:pt x="10464" y="1578"/>
                    </a:cubicBezTo>
                    <a:cubicBezTo>
                      <a:pt x="12873" y="1510"/>
                      <a:pt x="15164" y="2221"/>
                      <a:pt x="16917" y="3589"/>
                    </a:cubicBezTo>
                    <a:cubicBezTo>
                      <a:pt x="18652" y="4957"/>
                      <a:pt x="19612" y="6790"/>
                      <a:pt x="19612" y="8746"/>
                    </a:cubicBezTo>
                    <a:cubicBezTo>
                      <a:pt x="19612" y="9211"/>
                      <a:pt x="19562" y="9663"/>
                      <a:pt x="19444" y="10114"/>
                    </a:cubicBezTo>
                    <a:close/>
                    <a:moveTo>
                      <a:pt x="19444" y="10114"/>
                    </a:moveTo>
                    <a:cubicBezTo>
                      <a:pt x="19444" y="10114"/>
                      <a:pt x="19444" y="10114"/>
                      <a:pt x="19444" y="10114"/>
                    </a:cubicBezTo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/>
                <a:endParaRPr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9" name="Shape">
                <a:extLst>
                  <a:ext uri="{FF2B5EF4-FFF2-40B4-BE49-F238E27FC236}">
                    <a16:creationId xmlns:a16="http://schemas.microsoft.com/office/drawing/2014/main" id="{8B39CC4A-3B98-5F9A-582E-16BE7BA8D032}"/>
                  </a:ext>
                </a:extLst>
              </p:cNvPr>
              <p:cNvSpPr/>
              <p:nvPr/>
            </p:nvSpPr>
            <p:spPr>
              <a:xfrm>
                <a:off x="190131" y="195246"/>
                <a:ext cx="434429" cy="4344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16" y="0"/>
                    </a:moveTo>
                    <a:cubicBezTo>
                      <a:pt x="4853" y="0"/>
                      <a:pt x="0" y="4853"/>
                      <a:pt x="0" y="10816"/>
                    </a:cubicBezTo>
                    <a:cubicBezTo>
                      <a:pt x="0" y="16779"/>
                      <a:pt x="4853" y="21600"/>
                      <a:pt x="10816" y="21600"/>
                    </a:cubicBezTo>
                    <a:cubicBezTo>
                      <a:pt x="11799" y="21600"/>
                      <a:pt x="12624" y="20775"/>
                      <a:pt x="12624" y="19792"/>
                    </a:cubicBezTo>
                    <a:cubicBezTo>
                      <a:pt x="12624" y="18777"/>
                      <a:pt x="11799" y="17952"/>
                      <a:pt x="10816" y="17952"/>
                    </a:cubicBezTo>
                    <a:cubicBezTo>
                      <a:pt x="6851" y="17952"/>
                      <a:pt x="3648" y="14749"/>
                      <a:pt x="3648" y="10816"/>
                    </a:cubicBezTo>
                    <a:cubicBezTo>
                      <a:pt x="3648" y="6883"/>
                      <a:pt x="6851" y="3648"/>
                      <a:pt x="10816" y="3648"/>
                    </a:cubicBezTo>
                    <a:cubicBezTo>
                      <a:pt x="14749" y="3648"/>
                      <a:pt x="17952" y="6883"/>
                      <a:pt x="17952" y="10816"/>
                    </a:cubicBezTo>
                    <a:cubicBezTo>
                      <a:pt x="17952" y="12497"/>
                      <a:pt x="17350" y="14146"/>
                      <a:pt x="16240" y="15447"/>
                    </a:cubicBezTo>
                    <a:cubicBezTo>
                      <a:pt x="15574" y="16208"/>
                      <a:pt x="15669" y="17350"/>
                      <a:pt x="16430" y="18016"/>
                    </a:cubicBezTo>
                    <a:cubicBezTo>
                      <a:pt x="17191" y="18682"/>
                      <a:pt x="18365" y="18587"/>
                      <a:pt x="18999" y="17826"/>
                    </a:cubicBezTo>
                    <a:cubicBezTo>
                      <a:pt x="20680" y="15859"/>
                      <a:pt x="21600" y="13385"/>
                      <a:pt x="21600" y="10816"/>
                    </a:cubicBezTo>
                    <a:cubicBezTo>
                      <a:pt x="21600" y="4853"/>
                      <a:pt x="16747" y="0"/>
                      <a:pt x="10816" y="0"/>
                    </a:cubicBezTo>
                    <a:close/>
                    <a:moveTo>
                      <a:pt x="10816" y="0"/>
                    </a:moveTo>
                    <a:cubicBezTo>
                      <a:pt x="10816" y="0"/>
                      <a:pt x="10816" y="0"/>
                      <a:pt x="10816" y="0"/>
                    </a:cubicBezTo>
                  </a:path>
                </a:pathLst>
              </a:custGeom>
              <a:grp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 algn="ctr"/>
                <a:endParaRPr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37006C-F194-9CB1-A271-9A8B7966D33F}"/>
                </a:ext>
              </a:extLst>
            </p:cNvPr>
            <p:cNvSpPr txBox="1"/>
            <p:nvPr/>
          </p:nvSpPr>
          <p:spPr>
            <a:xfrm>
              <a:off x="3552279" y="4737554"/>
              <a:ext cx="12971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STREET OFFICE</a:t>
              </a:r>
              <a:endParaRPr lang="en-ID" sz="1200" b="1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6D0A466-A8A0-4F9D-7D1A-A307C4B40E4D}"/>
              </a:ext>
            </a:extLst>
          </p:cNvPr>
          <p:cNvCxnSpPr>
            <a:cxnSpLocks/>
          </p:cNvCxnSpPr>
          <p:nvPr/>
        </p:nvCxnSpPr>
        <p:spPr>
          <a:xfrm>
            <a:off x="6096000" y="3737177"/>
            <a:ext cx="0" cy="1313472"/>
          </a:xfrm>
          <a:prstGeom prst="line">
            <a:avLst/>
          </a:prstGeom>
          <a:ln w="19050">
            <a:solidFill>
              <a:schemeClr val="bg1">
                <a:alpha val="23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ABE646E-6AD9-2B05-00E5-6AA957729634}"/>
              </a:ext>
            </a:extLst>
          </p:cNvPr>
          <p:cNvSpPr/>
          <p:nvPr/>
        </p:nvSpPr>
        <p:spPr>
          <a:xfrm>
            <a:off x="1679213" y="2048624"/>
            <a:ext cx="8842174" cy="322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sit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do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eiusmod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incididunt</a:t>
            </a:r>
            <a:r>
              <a:rPr lang="en-ID" sz="1100" dirty="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ut</a:t>
            </a:r>
            <a:endParaRPr lang="en-ID" sz="1100" dirty="0">
              <a:solidFill>
                <a:schemeClr val="bg1">
                  <a:lumMod val="6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765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FBF13BC-84DC-454C-76F3-CD1AD54FEF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E7F3D5-7C3A-FAA3-EAEA-4206FCDFBE36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08D8B5">
                  <a:alpha val="50000"/>
                </a:srgbClr>
              </a:gs>
              <a:gs pos="0">
                <a:srgbClr val="00CBF7">
                  <a:alpha val="50000"/>
                </a:srgbClr>
              </a:gs>
            </a:gsLst>
            <a:lin ang="0" scaled="1"/>
          </a:gradFill>
          <a:ln w="139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A6D68-7AB2-AC63-8A66-BD60AFBBE051}"/>
              </a:ext>
            </a:extLst>
          </p:cNvPr>
          <p:cNvSpPr txBox="1"/>
          <p:nvPr/>
        </p:nvSpPr>
        <p:spPr>
          <a:xfrm>
            <a:off x="3730087" y="3796649"/>
            <a:ext cx="473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800" spc="100" dirty="0">
                <a:solidFill>
                  <a:schemeClr val="bg1"/>
                </a:solidFill>
                <a:latin typeface="Poppins" panose="00000500000000000000" pitchFamily="2" charset="0"/>
                <a:ea typeface="Open Sans" panose="020B0606030504020204" pitchFamily="34" charset="0"/>
                <a:cs typeface="Poppins" panose="00000500000000000000" pitchFamily="2" charset="0"/>
              </a:rPr>
              <a:t>Technology Presentation Template</a:t>
            </a:r>
            <a:endParaRPr lang="en-ID" sz="1800" spc="1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76480-FC2E-C302-3EC3-A633D43DC1F2}"/>
              </a:ext>
            </a:extLst>
          </p:cNvPr>
          <p:cNvSpPr txBox="1"/>
          <p:nvPr/>
        </p:nvSpPr>
        <p:spPr>
          <a:xfrm>
            <a:off x="2941932" y="2350099"/>
            <a:ext cx="630813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8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1923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919AFF23-9E4A-4D64-81AD-2931D998F945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3271546" y="626217"/>
            <a:ext cx="311420" cy="327755"/>
          </a:xfrm>
          <a:custGeom>
            <a:avLst/>
            <a:gdLst>
              <a:gd name="T0" fmla="*/ 1735 w 3147"/>
              <a:gd name="T1" fmla="*/ 2903 h 3310"/>
              <a:gd name="T2" fmla="*/ 1735 w 3147"/>
              <a:gd name="T3" fmla="*/ 1715 h 3310"/>
              <a:gd name="T4" fmla="*/ 468 w 3147"/>
              <a:gd name="T5" fmla="*/ 2497 h 3310"/>
              <a:gd name="T6" fmla="*/ 1412 w 3147"/>
              <a:gd name="T7" fmla="*/ 1715 h 3310"/>
              <a:gd name="T8" fmla="*/ 1880 w 3147"/>
              <a:gd name="T9" fmla="*/ 1417 h 3310"/>
              <a:gd name="T10" fmla="*/ 2825 w 3147"/>
              <a:gd name="T11" fmla="*/ 1011 h 3310"/>
              <a:gd name="T12" fmla="*/ 322 w 3147"/>
              <a:gd name="T13" fmla="*/ 2199 h 3310"/>
              <a:gd name="T14" fmla="*/ 322 w 3147"/>
              <a:gd name="T15" fmla="*/ 1011 h 3310"/>
              <a:gd name="T16" fmla="*/ 571 w 3147"/>
              <a:gd name="T17" fmla="*/ 767 h 3310"/>
              <a:gd name="T18" fmla="*/ 2576 w 3147"/>
              <a:gd name="T19" fmla="*/ 767 h 3310"/>
              <a:gd name="T20" fmla="*/ 1587 w 3147"/>
              <a:gd name="T21" fmla="*/ 0 h 3310"/>
              <a:gd name="T22" fmla="*/ 1637 w 3147"/>
              <a:gd name="T23" fmla="*/ 13 h 3310"/>
              <a:gd name="T24" fmla="*/ 3073 w 3147"/>
              <a:gd name="T25" fmla="*/ 632 h 3310"/>
              <a:gd name="T26" fmla="*/ 3113 w 3147"/>
              <a:gd name="T27" fmla="*/ 667 h 3310"/>
              <a:gd name="T28" fmla="*/ 3139 w 3147"/>
              <a:gd name="T29" fmla="*/ 714 h 3310"/>
              <a:gd name="T30" fmla="*/ 3147 w 3147"/>
              <a:gd name="T31" fmla="*/ 767 h 3310"/>
              <a:gd name="T32" fmla="*/ 3145 w 3147"/>
              <a:gd name="T33" fmla="*/ 2569 h 3310"/>
              <a:gd name="T34" fmla="*/ 3127 w 3147"/>
              <a:gd name="T35" fmla="*/ 2620 h 3310"/>
              <a:gd name="T36" fmla="*/ 3095 w 3147"/>
              <a:gd name="T37" fmla="*/ 2662 h 3310"/>
              <a:gd name="T38" fmla="*/ 3049 w 3147"/>
              <a:gd name="T39" fmla="*/ 2691 h 3310"/>
              <a:gd name="T40" fmla="*/ 1606 w 3147"/>
              <a:gd name="T41" fmla="*/ 3305 h 3310"/>
              <a:gd name="T42" fmla="*/ 1552 w 3147"/>
              <a:gd name="T43" fmla="*/ 3308 h 3310"/>
              <a:gd name="T44" fmla="*/ 1510 w 3147"/>
              <a:gd name="T45" fmla="*/ 3296 h 3310"/>
              <a:gd name="T46" fmla="*/ 74 w 3147"/>
              <a:gd name="T47" fmla="*/ 2678 h 3310"/>
              <a:gd name="T48" fmla="*/ 34 w 3147"/>
              <a:gd name="T49" fmla="*/ 2642 h 3310"/>
              <a:gd name="T50" fmla="*/ 9 w 3147"/>
              <a:gd name="T51" fmla="*/ 2595 h 3310"/>
              <a:gd name="T52" fmla="*/ 0 w 3147"/>
              <a:gd name="T53" fmla="*/ 2542 h 3310"/>
              <a:gd name="T54" fmla="*/ 2 w 3147"/>
              <a:gd name="T55" fmla="*/ 740 h 3310"/>
              <a:gd name="T56" fmla="*/ 20 w 3147"/>
              <a:gd name="T57" fmla="*/ 690 h 3310"/>
              <a:gd name="T58" fmla="*/ 52 w 3147"/>
              <a:gd name="T59" fmla="*/ 648 h 3310"/>
              <a:gd name="T60" fmla="*/ 98 w 3147"/>
              <a:gd name="T61" fmla="*/ 619 h 3310"/>
              <a:gd name="T62" fmla="*/ 1535 w 3147"/>
              <a:gd name="T63" fmla="*/ 5 h 3310"/>
              <a:gd name="T64" fmla="*/ 1587 w 3147"/>
              <a:gd name="T65" fmla="*/ 0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147" h="3310">
                <a:moveTo>
                  <a:pt x="1735" y="1715"/>
                </a:moveTo>
                <a:lnTo>
                  <a:pt x="1735" y="2903"/>
                </a:lnTo>
                <a:lnTo>
                  <a:pt x="2679" y="2497"/>
                </a:lnTo>
                <a:lnTo>
                  <a:pt x="1735" y="1715"/>
                </a:lnTo>
                <a:close/>
                <a:moveTo>
                  <a:pt x="1412" y="1715"/>
                </a:moveTo>
                <a:lnTo>
                  <a:pt x="468" y="2497"/>
                </a:lnTo>
                <a:lnTo>
                  <a:pt x="1412" y="2903"/>
                </a:lnTo>
                <a:lnTo>
                  <a:pt x="1412" y="1715"/>
                </a:lnTo>
                <a:close/>
                <a:moveTo>
                  <a:pt x="2825" y="1011"/>
                </a:moveTo>
                <a:lnTo>
                  <a:pt x="1880" y="1417"/>
                </a:lnTo>
                <a:lnTo>
                  <a:pt x="2825" y="2199"/>
                </a:lnTo>
                <a:lnTo>
                  <a:pt x="2825" y="1011"/>
                </a:lnTo>
                <a:close/>
                <a:moveTo>
                  <a:pt x="322" y="1011"/>
                </a:moveTo>
                <a:lnTo>
                  <a:pt x="322" y="2199"/>
                </a:lnTo>
                <a:lnTo>
                  <a:pt x="1268" y="1417"/>
                </a:lnTo>
                <a:lnTo>
                  <a:pt x="322" y="1011"/>
                </a:lnTo>
                <a:close/>
                <a:moveTo>
                  <a:pt x="1574" y="337"/>
                </a:moveTo>
                <a:lnTo>
                  <a:pt x="571" y="767"/>
                </a:lnTo>
                <a:lnTo>
                  <a:pt x="1574" y="1196"/>
                </a:lnTo>
                <a:lnTo>
                  <a:pt x="2576" y="767"/>
                </a:lnTo>
                <a:lnTo>
                  <a:pt x="1574" y="337"/>
                </a:lnTo>
                <a:close/>
                <a:moveTo>
                  <a:pt x="1587" y="0"/>
                </a:moveTo>
                <a:lnTo>
                  <a:pt x="1612" y="5"/>
                </a:lnTo>
                <a:lnTo>
                  <a:pt x="1637" y="13"/>
                </a:lnTo>
                <a:lnTo>
                  <a:pt x="3049" y="619"/>
                </a:lnTo>
                <a:lnTo>
                  <a:pt x="3073" y="632"/>
                </a:lnTo>
                <a:lnTo>
                  <a:pt x="3095" y="648"/>
                </a:lnTo>
                <a:lnTo>
                  <a:pt x="3113" y="667"/>
                </a:lnTo>
                <a:lnTo>
                  <a:pt x="3127" y="690"/>
                </a:lnTo>
                <a:lnTo>
                  <a:pt x="3139" y="714"/>
                </a:lnTo>
                <a:lnTo>
                  <a:pt x="3145" y="740"/>
                </a:lnTo>
                <a:lnTo>
                  <a:pt x="3147" y="767"/>
                </a:lnTo>
                <a:lnTo>
                  <a:pt x="3147" y="2542"/>
                </a:lnTo>
                <a:lnTo>
                  <a:pt x="3145" y="2569"/>
                </a:lnTo>
                <a:lnTo>
                  <a:pt x="3139" y="2595"/>
                </a:lnTo>
                <a:lnTo>
                  <a:pt x="3127" y="2620"/>
                </a:lnTo>
                <a:lnTo>
                  <a:pt x="3113" y="2642"/>
                </a:lnTo>
                <a:lnTo>
                  <a:pt x="3095" y="2662"/>
                </a:lnTo>
                <a:lnTo>
                  <a:pt x="3073" y="2678"/>
                </a:lnTo>
                <a:lnTo>
                  <a:pt x="3049" y="2691"/>
                </a:lnTo>
                <a:lnTo>
                  <a:pt x="1637" y="3296"/>
                </a:lnTo>
                <a:lnTo>
                  <a:pt x="1606" y="3305"/>
                </a:lnTo>
                <a:lnTo>
                  <a:pt x="1574" y="3310"/>
                </a:lnTo>
                <a:lnTo>
                  <a:pt x="1552" y="3308"/>
                </a:lnTo>
                <a:lnTo>
                  <a:pt x="1531" y="3303"/>
                </a:lnTo>
                <a:lnTo>
                  <a:pt x="1510" y="3296"/>
                </a:lnTo>
                <a:lnTo>
                  <a:pt x="98" y="2691"/>
                </a:lnTo>
                <a:lnTo>
                  <a:pt x="74" y="2678"/>
                </a:lnTo>
                <a:lnTo>
                  <a:pt x="52" y="2662"/>
                </a:lnTo>
                <a:lnTo>
                  <a:pt x="34" y="2642"/>
                </a:lnTo>
                <a:lnTo>
                  <a:pt x="20" y="2620"/>
                </a:lnTo>
                <a:lnTo>
                  <a:pt x="9" y="2595"/>
                </a:lnTo>
                <a:lnTo>
                  <a:pt x="2" y="2569"/>
                </a:lnTo>
                <a:lnTo>
                  <a:pt x="0" y="2542"/>
                </a:lnTo>
                <a:lnTo>
                  <a:pt x="0" y="767"/>
                </a:lnTo>
                <a:lnTo>
                  <a:pt x="2" y="740"/>
                </a:lnTo>
                <a:lnTo>
                  <a:pt x="9" y="714"/>
                </a:lnTo>
                <a:lnTo>
                  <a:pt x="20" y="690"/>
                </a:lnTo>
                <a:lnTo>
                  <a:pt x="34" y="667"/>
                </a:lnTo>
                <a:lnTo>
                  <a:pt x="52" y="648"/>
                </a:lnTo>
                <a:lnTo>
                  <a:pt x="74" y="632"/>
                </a:lnTo>
                <a:lnTo>
                  <a:pt x="98" y="619"/>
                </a:lnTo>
                <a:lnTo>
                  <a:pt x="1510" y="13"/>
                </a:lnTo>
                <a:lnTo>
                  <a:pt x="1535" y="5"/>
                </a:lnTo>
                <a:lnTo>
                  <a:pt x="1561" y="0"/>
                </a:lnTo>
                <a:lnTo>
                  <a:pt x="1587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23BAB9-1FB5-4155-B47B-CA81DC2E12E3}"/>
              </a:ext>
            </a:extLst>
          </p:cNvPr>
          <p:cNvGrpSpPr/>
          <p:nvPr/>
        </p:nvGrpSpPr>
        <p:grpSpPr>
          <a:xfrm flipH="1">
            <a:off x="2604246" y="626217"/>
            <a:ext cx="252621" cy="327755"/>
            <a:chOff x="7978775" y="1504951"/>
            <a:chExt cx="368300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9EF81EE6-E8A7-4266-B50F-3E64F64807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775" y="1504951"/>
              <a:ext cx="368300" cy="477838"/>
            </a:xfrm>
            <a:custGeom>
              <a:avLst/>
              <a:gdLst>
                <a:gd name="T0" fmla="*/ 301 w 2557"/>
                <a:gd name="T1" fmla="*/ 1053 h 3309"/>
                <a:gd name="T2" fmla="*/ 301 w 2557"/>
                <a:gd name="T3" fmla="*/ 3008 h 3309"/>
                <a:gd name="T4" fmla="*/ 2256 w 2557"/>
                <a:gd name="T5" fmla="*/ 3008 h 3309"/>
                <a:gd name="T6" fmla="*/ 2256 w 2557"/>
                <a:gd name="T7" fmla="*/ 1053 h 3309"/>
                <a:gd name="T8" fmla="*/ 301 w 2557"/>
                <a:gd name="T9" fmla="*/ 1053 h 3309"/>
                <a:gd name="T10" fmla="*/ 301 w 2557"/>
                <a:gd name="T11" fmla="*/ 301 h 3309"/>
                <a:gd name="T12" fmla="*/ 301 w 2557"/>
                <a:gd name="T13" fmla="*/ 752 h 3309"/>
                <a:gd name="T14" fmla="*/ 2256 w 2557"/>
                <a:gd name="T15" fmla="*/ 752 h 3309"/>
                <a:gd name="T16" fmla="*/ 2256 w 2557"/>
                <a:gd name="T17" fmla="*/ 301 h 3309"/>
                <a:gd name="T18" fmla="*/ 301 w 2557"/>
                <a:gd name="T19" fmla="*/ 301 h 3309"/>
                <a:gd name="T20" fmla="*/ 150 w 2557"/>
                <a:gd name="T21" fmla="*/ 0 h 3309"/>
                <a:gd name="T22" fmla="*/ 2406 w 2557"/>
                <a:gd name="T23" fmla="*/ 0 h 3309"/>
                <a:gd name="T24" fmla="*/ 2437 w 2557"/>
                <a:gd name="T25" fmla="*/ 3 h 3309"/>
                <a:gd name="T26" fmla="*/ 2465 w 2557"/>
                <a:gd name="T27" fmla="*/ 12 h 3309"/>
                <a:gd name="T28" fmla="*/ 2490 w 2557"/>
                <a:gd name="T29" fmla="*/ 25 h 3309"/>
                <a:gd name="T30" fmla="*/ 2513 w 2557"/>
                <a:gd name="T31" fmla="*/ 44 h 3309"/>
                <a:gd name="T32" fmla="*/ 2532 w 2557"/>
                <a:gd name="T33" fmla="*/ 67 h 3309"/>
                <a:gd name="T34" fmla="*/ 2545 w 2557"/>
                <a:gd name="T35" fmla="*/ 92 h 3309"/>
                <a:gd name="T36" fmla="*/ 2554 w 2557"/>
                <a:gd name="T37" fmla="*/ 120 h 3309"/>
                <a:gd name="T38" fmla="*/ 2557 w 2557"/>
                <a:gd name="T39" fmla="*/ 151 h 3309"/>
                <a:gd name="T40" fmla="*/ 2557 w 2557"/>
                <a:gd name="T41" fmla="*/ 3159 h 3309"/>
                <a:gd name="T42" fmla="*/ 2554 w 2557"/>
                <a:gd name="T43" fmla="*/ 3189 h 3309"/>
                <a:gd name="T44" fmla="*/ 2545 w 2557"/>
                <a:gd name="T45" fmla="*/ 3217 h 3309"/>
                <a:gd name="T46" fmla="*/ 2532 w 2557"/>
                <a:gd name="T47" fmla="*/ 3243 h 3309"/>
                <a:gd name="T48" fmla="*/ 2513 w 2557"/>
                <a:gd name="T49" fmla="*/ 3265 h 3309"/>
                <a:gd name="T50" fmla="*/ 2490 w 2557"/>
                <a:gd name="T51" fmla="*/ 3284 h 3309"/>
                <a:gd name="T52" fmla="*/ 2465 w 2557"/>
                <a:gd name="T53" fmla="*/ 3297 h 3309"/>
                <a:gd name="T54" fmla="*/ 2437 w 2557"/>
                <a:gd name="T55" fmla="*/ 3307 h 3309"/>
                <a:gd name="T56" fmla="*/ 2406 w 2557"/>
                <a:gd name="T57" fmla="*/ 3309 h 3309"/>
                <a:gd name="T58" fmla="*/ 150 w 2557"/>
                <a:gd name="T59" fmla="*/ 3309 h 3309"/>
                <a:gd name="T60" fmla="*/ 120 w 2557"/>
                <a:gd name="T61" fmla="*/ 3307 h 3309"/>
                <a:gd name="T62" fmla="*/ 92 w 2557"/>
                <a:gd name="T63" fmla="*/ 3297 h 3309"/>
                <a:gd name="T64" fmla="*/ 67 w 2557"/>
                <a:gd name="T65" fmla="*/ 3284 h 3309"/>
                <a:gd name="T66" fmla="*/ 44 w 2557"/>
                <a:gd name="T67" fmla="*/ 3265 h 3309"/>
                <a:gd name="T68" fmla="*/ 25 w 2557"/>
                <a:gd name="T69" fmla="*/ 3243 h 3309"/>
                <a:gd name="T70" fmla="*/ 11 w 2557"/>
                <a:gd name="T71" fmla="*/ 3217 h 3309"/>
                <a:gd name="T72" fmla="*/ 3 w 2557"/>
                <a:gd name="T73" fmla="*/ 3189 h 3309"/>
                <a:gd name="T74" fmla="*/ 0 w 2557"/>
                <a:gd name="T75" fmla="*/ 3159 h 3309"/>
                <a:gd name="T76" fmla="*/ 0 w 2557"/>
                <a:gd name="T77" fmla="*/ 151 h 3309"/>
                <a:gd name="T78" fmla="*/ 3 w 2557"/>
                <a:gd name="T79" fmla="*/ 120 h 3309"/>
                <a:gd name="T80" fmla="*/ 11 w 2557"/>
                <a:gd name="T81" fmla="*/ 92 h 3309"/>
                <a:gd name="T82" fmla="*/ 25 w 2557"/>
                <a:gd name="T83" fmla="*/ 67 h 3309"/>
                <a:gd name="T84" fmla="*/ 44 w 2557"/>
                <a:gd name="T85" fmla="*/ 44 h 3309"/>
                <a:gd name="T86" fmla="*/ 67 w 2557"/>
                <a:gd name="T87" fmla="*/ 25 h 3309"/>
                <a:gd name="T88" fmla="*/ 92 w 2557"/>
                <a:gd name="T89" fmla="*/ 12 h 3309"/>
                <a:gd name="T90" fmla="*/ 120 w 2557"/>
                <a:gd name="T91" fmla="*/ 3 h 3309"/>
                <a:gd name="T92" fmla="*/ 150 w 2557"/>
                <a:gd name="T93" fmla="*/ 0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57" h="3309">
                  <a:moveTo>
                    <a:pt x="301" y="1053"/>
                  </a:moveTo>
                  <a:lnTo>
                    <a:pt x="301" y="3008"/>
                  </a:lnTo>
                  <a:lnTo>
                    <a:pt x="2256" y="3008"/>
                  </a:lnTo>
                  <a:lnTo>
                    <a:pt x="2256" y="1053"/>
                  </a:lnTo>
                  <a:lnTo>
                    <a:pt x="301" y="1053"/>
                  </a:lnTo>
                  <a:close/>
                  <a:moveTo>
                    <a:pt x="301" y="301"/>
                  </a:moveTo>
                  <a:lnTo>
                    <a:pt x="301" y="752"/>
                  </a:lnTo>
                  <a:lnTo>
                    <a:pt x="2256" y="752"/>
                  </a:lnTo>
                  <a:lnTo>
                    <a:pt x="2256" y="301"/>
                  </a:lnTo>
                  <a:lnTo>
                    <a:pt x="301" y="301"/>
                  </a:lnTo>
                  <a:close/>
                  <a:moveTo>
                    <a:pt x="150" y="0"/>
                  </a:moveTo>
                  <a:lnTo>
                    <a:pt x="2406" y="0"/>
                  </a:lnTo>
                  <a:lnTo>
                    <a:pt x="2437" y="3"/>
                  </a:lnTo>
                  <a:lnTo>
                    <a:pt x="2465" y="12"/>
                  </a:lnTo>
                  <a:lnTo>
                    <a:pt x="2490" y="25"/>
                  </a:lnTo>
                  <a:lnTo>
                    <a:pt x="2513" y="44"/>
                  </a:lnTo>
                  <a:lnTo>
                    <a:pt x="2532" y="67"/>
                  </a:lnTo>
                  <a:lnTo>
                    <a:pt x="2545" y="92"/>
                  </a:lnTo>
                  <a:lnTo>
                    <a:pt x="2554" y="120"/>
                  </a:lnTo>
                  <a:lnTo>
                    <a:pt x="2557" y="151"/>
                  </a:lnTo>
                  <a:lnTo>
                    <a:pt x="2557" y="3159"/>
                  </a:lnTo>
                  <a:lnTo>
                    <a:pt x="2554" y="3189"/>
                  </a:lnTo>
                  <a:lnTo>
                    <a:pt x="2545" y="3217"/>
                  </a:lnTo>
                  <a:lnTo>
                    <a:pt x="2532" y="3243"/>
                  </a:lnTo>
                  <a:lnTo>
                    <a:pt x="2513" y="3265"/>
                  </a:lnTo>
                  <a:lnTo>
                    <a:pt x="2490" y="3284"/>
                  </a:lnTo>
                  <a:lnTo>
                    <a:pt x="2465" y="3297"/>
                  </a:lnTo>
                  <a:lnTo>
                    <a:pt x="2437" y="3307"/>
                  </a:lnTo>
                  <a:lnTo>
                    <a:pt x="2406" y="3309"/>
                  </a:lnTo>
                  <a:lnTo>
                    <a:pt x="150" y="3309"/>
                  </a:lnTo>
                  <a:lnTo>
                    <a:pt x="120" y="3307"/>
                  </a:lnTo>
                  <a:lnTo>
                    <a:pt x="92" y="3297"/>
                  </a:lnTo>
                  <a:lnTo>
                    <a:pt x="67" y="3284"/>
                  </a:lnTo>
                  <a:lnTo>
                    <a:pt x="44" y="3265"/>
                  </a:lnTo>
                  <a:lnTo>
                    <a:pt x="25" y="3243"/>
                  </a:lnTo>
                  <a:lnTo>
                    <a:pt x="11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5" y="67"/>
                  </a:lnTo>
                  <a:lnTo>
                    <a:pt x="44" y="44"/>
                  </a:lnTo>
                  <a:lnTo>
                    <a:pt x="67" y="25"/>
                  </a:lnTo>
                  <a:lnTo>
                    <a:pt x="92" y="12"/>
                  </a:lnTo>
                  <a:lnTo>
                    <a:pt x="120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5" name="Freeform 12">
              <a:extLst>
                <a:ext uri="{FF2B5EF4-FFF2-40B4-BE49-F238E27FC236}">
                  <a16:creationId xmlns:a16="http://schemas.microsoft.com/office/drawing/2014/main" id="{46F06A63-5727-4A04-A615-3E70742C1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3863" y="1676401"/>
              <a:ext cx="66675" cy="66675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0 h 463"/>
                <a:gd name="T8" fmla="*/ 440 w 462"/>
                <a:gd name="T9" fmla="*/ 22 h 463"/>
                <a:gd name="T10" fmla="*/ 453 w 462"/>
                <a:gd name="T11" fmla="*/ 37 h 463"/>
                <a:gd name="T12" fmla="*/ 460 w 462"/>
                <a:gd name="T13" fmla="*/ 55 h 463"/>
                <a:gd name="T14" fmla="*/ 462 w 462"/>
                <a:gd name="T15" fmla="*/ 75 h 463"/>
                <a:gd name="T16" fmla="*/ 462 w 462"/>
                <a:gd name="T17" fmla="*/ 388 h 463"/>
                <a:gd name="T18" fmla="*/ 460 w 462"/>
                <a:gd name="T19" fmla="*/ 408 h 463"/>
                <a:gd name="T20" fmla="*/ 452 w 462"/>
                <a:gd name="T21" fmla="*/ 425 h 463"/>
                <a:gd name="T22" fmla="*/ 440 w 462"/>
                <a:gd name="T23" fmla="*/ 441 h 463"/>
                <a:gd name="T24" fmla="*/ 426 w 462"/>
                <a:gd name="T25" fmla="*/ 452 h 463"/>
                <a:gd name="T26" fmla="*/ 407 w 462"/>
                <a:gd name="T27" fmla="*/ 460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0 h 463"/>
                <a:gd name="T34" fmla="*/ 38 w 462"/>
                <a:gd name="T35" fmla="*/ 452 h 463"/>
                <a:gd name="T36" fmla="*/ 22 w 462"/>
                <a:gd name="T37" fmla="*/ 441 h 463"/>
                <a:gd name="T38" fmla="*/ 11 w 462"/>
                <a:gd name="T39" fmla="*/ 425 h 463"/>
                <a:gd name="T40" fmla="*/ 3 w 462"/>
                <a:gd name="T41" fmla="*/ 408 h 463"/>
                <a:gd name="T42" fmla="*/ 0 w 462"/>
                <a:gd name="T43" fmla="*/ 388 h 463"/>
                <a:gd name="T44" fmla="*/ 0 w 462"/>
                <a:gd name="T45" fmla="*/ 75 h 463"/>
                <a:gd name="T46" fmla="*/ 3 w 462"/>
                <a:gd name="T47" fmla="*/ 55 h 463"/>
                <a:gd name="T48" fmla="*/ 11 w 462"/>
                <a:gd name="T49" fmla="*/ 37 h 463"/>
                <a:gd name="T50" fmla="*/ 22 w 462"/>
                <a:gd name="T51" fmla="*/ 22 h 463"/>
                <a:gd name="T52" fmla="*/ 37 w 462"/>
                <a:gd name="T53" fmla="*/ 10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3" y="37"/>
                  </a:lnTo>
                  <a:lnTo>
                    <a:pt x="460" y="55"/>
                  </a:lnTo>
                  <a:lnTo>
                    <a:pt x="462" y="75"/>
                  </a:lnTo>
                  <a:lnTo>
                    <a:pt x="462" y="388"/>
                  </a:lnTo>
                  <a:lnTo>
                    <a:pt x="460" y="408"/>
                  </a:lnTo>
                  <a:lnTo>
                    <a:pt x="452" y="425"/>
                  </a:lnTo>
                  <a:lnTo>
                    <a:pt x="440" y="441"/>
                  </a:lnTo>
                  <a:lnTo>
                    <a:pt x="426" y="452"/>
                  </a:lnTo>
                  <a:lnTo>
                    <a:pt x="407" y="460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0"/>
                  </a:lnTo>
                  <a:lnTo>
                    <a:pt x="38" y="452"/>
                  </a:lnTo>
                  <a:lnTo>
                    <a:pt x="22" y="441"/>
                  </a:lnTo>
                  <a:lnTo>
                    <a:pt x="11" y="425"/>
                  </a:lnTo>
                  <a:lnTo>
                    <a:pt x="3" y="408"/>
                  </a:lnTo>
                  <a:lnTo>
                    <a:pt x="0" y="388"/>
                  </a:lnTo>
                  <a:lnTo>
                    <a:pt x="0" y="75"/>
                  </a:lnTo>
                  <a:lnTo>
                    <a:pt x="3" y="55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8B0D6D63-7C51-4B8E-A30C-503B2074D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1676401"/>
              <a:ext cx="66675" cy="66675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0 h 463"/>
                <a:gd name="T8" fmla="*/ 440 w 462"/>
                <a:gd name="T9" fmla="*/ 22 h 463"/>
                <a:gd name="T10" fmla="*/ 453 w 462"/>
                <a:gd name="T11" fmla="*/ 37 h 463"/>
                <a:gd name="T12" fmla="*/ 460 w 462"/>
                <a:gd name="T13" fmla="*/ 55 h 463"/>
                <a:gd name="T14" fmla="*/ 462 w 462"/>
                <a:gd name="T15" fmla="*/ 75 h 463"/>
                <a:gd name="T16" fmla="*/ 462 w 462"/>
                <a:gd name="T17" fmla="*/ 388 h 463"/>
                <a:gd name="T18" fmla="*/ 460 w 462"/>
                <a:gd name="T19" fmla="*/ 408 h 463"/>
                <a:gd name="T20" fmla="*/ 453 w 462"/>
                <a:gd name="T21" fmla="*/ 425 h 463"/>
                <a:gd name="T22" fmla="*/ 440 w 462"/>
                <a:gd name="T23" fmla="*/ 441 h 463"/>
                <a:gd name="T24" fmla="*/ 426 w 462"/>
                <a:gd name="T25" fmla="*/ 452 h 463"/>
                <a:gd name="T26" fmla="*/ 407 w 462"/>
                <a:gd name="T27" fmla="*/ 460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0 h 463"/>
                <a:gd name="T34" fmla="*/ 37 w 462"/>
                <a:gd name="T35" fmla="*/ 452 h 463"/>
                <a:gd name="T36" fmla="*/ 22 w 462"/>
                <a:gd name="T37" fmla="*/ 441 h 463"/>
                <a:gd name="T38" fmla="*/ 10 w 462"/>
                <a:gd name="T39" fmla="*/ 425 h 463"/>
                <a:gd name="T40" fmla="*/ 3 w 462"/>
                <a:gd name="T41" fmla="*/ 408 h 463"/>
                <a:gd name="T42" fmla="*/ 0 w 462"/>
                <a:gd name="T43" fmla="*/ 388 h 463"/>
                <a:gd name="T44" fmla="*/ 0 w 462"/>
                <a:gd name="T45" fmla="*/ 75 h 463"/>
                <a:gd name="T46" fmla="*/ 3 w 462"/>
                <a:gd name="T47" fmla="*/ 55 h 463"/>
                <a:gd name="T48" fmla="*/ 10 w 462"/>
                <a:gd name="T49" fmla="*/ 37 h 463"/>
                <a:gd name="T50" fmla="*/ 22 w 462"/>
                <a:gd name="T51" fmla="*/ 22 h 463"/>
                <a:gd name="T52" fmla="*/ 37 w 462"/>
                <a:gd name="T53" fmla="*/ 10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3" y="37"/>
                  </a:lnTo>
                  <a:lnTo>
                    <a:pt x="460" y="55"/>
                  </a:lnTo>
                  <a:lnTo>
                    <a:pt x="462" y="75"/>
                  </a:lnTo>
                  <a:lnTo>
                    <a:pt x="462" y="388"/>
                  </a:lnTo>
                  <a:lnTo>
                    <a:pt x="460" y="408"/>
                  </a:lnTo>
                  <a:lnTo>
                    <a:pt x="453" y="425"/>
                  </a:lnTo>
                  <a:lnTo>
                    <a:pt x="440" y="441"/>
                  </a:lnTo>
                  <a:lnTo>
                    <a:pt x="426" y="452"/>
                  </a:lnTo>
                  <a:lnTo>
                    <a:pt x="407" y="460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0"/>
                  </a:lnTo>
                  <a:lnTo>
                    <a:pt x="37" y="452"/>
                  </a:lnTo>
                  <a:lnTo>
                    <a:pt x="22" y="441"/>
                  </a:lnTo>
                  <a:lnTo>
                    <a:pt x="10" y="425"/>
                  </a:lnTo>
                  <a:lnTo>
                    <a:pt x="3" y="408"/>
                  </a:lnTo>
                  <a:lnTo>
                    <a:pt x="0" y="388"/>
                  </a:lnTo>
                  <a:lnTo>
                    <a:pt x="0" y="75"/>
                  </a:lnTo>
                  <a:lnTo>
                    <a:pt x="3" y="55"/>
                  </a:lnTo>
                  <a:lnTo>
                    <a:pt x="10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7" name="Freeform 14">
              <a:extLst>
                <a:ext uri="{FF2B5EF4-FFF2-40B4-BE49-F238E27FC236}">
                  <a16:creationId xmlns:a16="http://schemas.microsoft.com/office/drawing/2014/main" id="{D835AF9F-C96D-49D6-BA77-2A49AE66D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313" y="1676401"/>
              <a:ext cx="66675" cy="66675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0 h 463"/>
                <a:gd name="T8" fmla="*/ 440 w 462"/>
                <a:gd name="T9" fmla="*/ 22 h 463"/>
                <a:gd name="T10" fmla="*/ 452 w 462"/>
                <a:gd name="T11" fmla="*/ 37 h 463"/>
                <a:gd name="T12" fmla="*/ 460 w 462"/>
                <a:gd name="T13" fmla="*/ 55 h 463"/>
                <a:gd name="T14" fmla="*/ 462 w 462"/>
                <a:gd name="T15" fmla="*/ 75 h 463"/>
                <a:gd name="T16" fmla="*/ 462 w 462"/>
                <a:gd name="T17" fmla="*/ 388 h 463"/>
                <a:gd name="T18" fmla="*/ 460 w 462"/>
                <a:gd name="T19" fmla="*/ 408 h 463"/>
                <a:gd name="T20" fmla="*/ 452 w 462"/>
                <a:gd name="T21" fmla="*/ 425 h 463"/>
                <a:gd name="T22" fmla="*/ 440 w 462"/>
                <a:gd name="T23" fmla="*/ 441 h 463"/>
                <a:gd name="T24" fmla="*/ 426 w 462"/>
                <a:gd name="T25" fmla="*/ 452 h 463"/>
                <a:gd name="T26" fmla="*/ 407 w 462"/>
                <a:gd name="T27" fmla="*/ 460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0 h 463"/>
                <a:gd name="T34" fmla="*/ 37 w 462"/>
                <a:gd name="T35" fmla="*/ 452 h 463"/>
                <a:gd name="T36" fmla="*/ 22 w 462"/>
                <a:gd name="T37" fmla="*/ 441 h 463"/>
                <a:gd name="T38" fmla="*/ 11 w 462"/>
                <a:gd name="T39" fmla="*/ 425 h 463"/>
                <a:gd name="T40" fmla="*/ 3 w 462"/>
                <a:gd name="T41" fmla="*/ 408 h 463"/>
                <a:gd name="T42" fmla="*/ 0 w 462"/>
                <a:gd name="T43" fmla="*/ 388 h 463"/>
                <a:gd name="T44" fmla="*/ 0 w 462"/>
                <a:gd name="T45" fmla="*/ 75 h 463"/>
                <a:gd name="T46" fmla="*/ 3 w 462"/>
                <a:gd name="T47" fmla="*/ 55 h 463"/>
                <a:gd name="T48" fmla="*/ 11 w 462"/>
                <a:gd name="T49" fmla="*/ 37 h 463"/>
                <a:gd name="T50" fmla="*/ 22 w 462"/>
                <a:gd name="T51" fmla="*/ 22 h 463"/>
                <a:gd name="T52" fmla="*/ 37 w 462"/>
                <a:gd name="T53" fmla="*/ 10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2" y="37"/>
                  </a:lnTo>
                  <a:lnTo>
                    <a:pt x="460" y="55"/>
                  </a:lnTo>
                  <a:lnTo>
                    <a:pt x="462" y="75"/>
                  </a:lnTo>
                  <a:lnTo>
                    <a:pt x="462" y="388"/>
                  </a:lnTo>
                  <a:lnTo>
                    <a:pt x="460" y="408"/>
                  </a:lnTo>
                  <a:lnTo>
                    <a:pt x="452" y="425"/>
                  </a:lnTo>
                  <a:lnTo>
                    <a:pt x="440" y="441"/>
                  </a:lnTo>
                  <a:lnTo>
                    <a:pt x="426" y="452"/>
                  </a:lnTo>
                  <a:lnTo>
                    <a:pt x="407" y="460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0"/>
                  </a:lnTo>
                  <a:lnTo>
                    <a:pt x="37" y="452"/>
                  </a:lnTo>
                  <a:lnTo>
                    <a:pt x="22" y="441"/>
                  </a:lnTo>
                  <a:lnTo>
                    <a:pt x="11" y="425"/>
                  </a:lnTo>
                  <a:lnTo>
                    <a:pt x="3" y="408"/>
                  </a:lnTo>
                  <a:lnTo>
                    <a:pt x="0" y="388"/>
                  </a:lnTo>
                  <a:lnTo>
                    <a:pt x="0" y="75"/>
                  </a:lnTo>
                  <a:lnTo>
                    <a:pt x="3" y="55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8" name="Freeform 15">
              <a:extLst>
                <a:ext uri="{FF2B5EF4-FFF2-40B4-BE49-F238E27FC236}">
                  <a16:creationId xmlns:a16="http://schemas.microsoft.com/office/drawing/2014/main" id="{AD1DA74E-F9A7-4AA5-AF89-D6BF88514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3863" y="1765301"/>
              <a:ext cx="66675" cy="66675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0 h 463"/>
                <a:gd name="T8" fmla="*/ 440 w 462"/>
                <a:gd name="T9" fmla="*/ 22 h 463"/>
                <a:gd name="T10" fmla="*/ 453 w 462"/>
                <a:gd name="T11" fmla="*/ 37 h 463"/>
                <a:gd name="T12" fmla="*/ 460 w 462"/>
                <a:gd name="T13" fmla="*/ 56 h 463"/>
                <a:gd name="T14" fmla="*/ 462 w 462"/>
                <a:gd name="T15" fmla="*/ 75 h 463"/>
                <a:gd name="T16" fmla="*/ 462 w 462"/>
                <a:gd name="T17" fmla="*/ 387 h 463"/>
                <a:gd name="T18" fmla="*/ 460 w 462"/>
                <a:gd name="T19" fmla="*/ 408 h 463"/>
                <a:gd name="T20" fmla="*/ 452 w 462"/>
                <a:gd name="T21" fmla="*/ 426 h 463"/>
                <a:gd name="T22" fmla="*/ 440 w 462"/>
                <a:gd name="T23" fmla="*/ 440 h 463"/>
                <a:gd name="T24" fmla="*/ 426 w 462"/>
                <a:gd name="T25" fmla="*/ 453 h 463"/>
                <a:gd name="T26" fmla="*/ 407 w 462"/>
                <a:gd name="T27" fmla="*/ 460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0 h 463"/>
                <a:gd name="T34" fmla="*/ 38 w 462"/>
                <a:gd name="T35" fmla="*/ 453 h 463"/>
                <a:gd name="T36" fmla="*/ 22 w 462"/>
                <a:gd name="T37" fmla="*/ 440 h 463"/>
                <a:gd name="T38" fmla="*/ 11 w 462"/>
                <a:gd name="T39" fmla="*/ 426 h 463"/>
                <a:gd name="T40" fmla="*/ 3 w 462"/>
                <a:gd name="T41" fmla="*/ 408 h 463"/>
                <a:gd name="T42" fmla="*/ 0 w 462"/>
                <a:gd name="T43" fmla="*/ 387 h 463"/>
                <a:gd name="T44" fmla="*/ 0 w 462"/>
                <a:gd name="T45" fmla="*/ 75 h 463"/>
                <a:gd name="T46" fmla="*/ 3 w 462"/>
                <a:gd name="T47" fmla="*/ 56 h 463"/>
                <a:gd name="T48" fmla="*/ 11 w 462"/>
                <a:gd name="T49" fmla="*/ 37 h 463"/>
                <a:gd name="T50" fmla="*/ 22 w 462"/>
                <a:gd name="T51" fmla="*/ 22 h 463"/>
                <a:gd name="T52" fmla="*/ 37 w 462"/>
                <a:gd name="T53" fmla="*/ 10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3" y="37"/>
                  </a:lnTo>
                  <a:lnTo>
                    <a:pt x="460" y="56"/>
                  </a:lnTo>
                  <a:lnTo>
                    <a:pt x="462" y="75"/>
                  </a:lnTo>
                  <a:lnTo>
                    <a:pt x="462" y="387"/>
                  </a:lnTo>
                  <a:lnTo>
                    <a:pt x="460" y="408"/>
                  </a:lnTo>
                  <a:lnTo>
                    <a:pt x="452" y="426"/>
                  </a:lnTo>
                  <a:lnTo>
                    <a:pt x="440" y="440"/>
                  </a:lnTo>
                  <a:lnTo>
                    <a:pt x="426" y="453"/>
                  </a:lnTo>
                  <a:lnTo>
                    <a:pt x="407" y="460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0"/>
                  </a:lnTo>
                  <a:lnTo>
                    <a:pt x="38" y="453"/>
                  </a:lnTo>
                  <a:lnTo>
                    <a:pt x="22" y="440"/>
                  </a:lnTo>
                  <a:lnTo>
                    <a:pt x="11" y="426"/>
                  </a:lnTo>
                  <a:lnTo>
                    <a:pt x="3" y="408"/>
                  </a:lnTo>
                  <a:lnTo>
                    <a:pt x="0" y="387"/>
                  </a:lnTo>
                  <a:lnTo>
                    <a:pt x="0" y="75"/>
                  </a:lnTo>
                  <a:lnTo>
                    <a:pt x="3" y="56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9" name="Freeform 16">
              <a:extLst>
                <a:ext uri="{FF2B5EF4-FFF2-40B4-BE49-F238E27FC236}">
                  <a16:creationId xmlns:a16="http://schemas.microsoft.com/office/drawing/2014/main" id="{6A38ED31-7818-4329-A5F1-37F12937B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1765301"/>
              <a:ext cx="66675" cy="66675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0 h 463"/>
                <a:gd name="T8" fmla="*/ 440 w 462"/>
                <a:gd name="T9" fmla="*/ 22 h 463"/>
                <a:gd name="T10" fmla="*/ 453 w 462"/>
                <a:gd name="T11" fmla="*/ 37 h 463"/>
                <a:gd name="T12" fmla="*/ 460 w 462"/>
                <a:gd name="T13" fmla="*/ 56 h 463"/>
                <a:gd name="T14" fmla="*/ 462 w 462"/>
                <a:gd name="T15" fmla="*/ 75 h 463"/>
                <a:gd name="T16" fmla="*/ 462 w 462"/>
                <a:gd name="T17" fmla="*/ 387 h 463"/>
                <a:gd name="T18" fmla="*/ 460 w 462"/>
                <a:gd name="T19" fmla="*/ 408 h 463"/>
                <a:gd name="T20" fmla="*/ 453 w 462"/>
                <a:gd name="T21" fmla="*/ 426 h 463"/>
                <a:gd name="T22" fmla="*/ 440 w 462"/>
                <a:gd name="T23" fmla="*/ 440 h 463"/>
                <a:gd name="T24" fmla="*/ 426 w 462"/>
                <a:gd name="T25" fmla="*/ 453 h 463"/>
                <a:gd name="T26" fmla="*/ 407 w 462"/>
                <a:gd name="T27" fmla="*/ 460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0 h 463"/>
                <a:gd name="T34" fmla="*/ 37 w 462"/>
                <a:gd name="T35" fmla="*/ 453 h 463"/>
                <a:gd name="T36" fmla="*/ 22 w 462"/>
                <a:gd name="T37" fmla="*/ 440 h 463"/>
                <a:gd name="T38" fmla="*/ 10 w 462"/>
                <a:gd name="T39" fmla="*/ 426 h 463"/>
                <a:gd name="T40" fmla="*/ 3 w 462"/>
                <a:gd name="T41" fmla="*/ 408 h 463"/>
                <a:gd name="T42" fmla="*/ 0 w 462"/>
                <a:gd name="T43" fmla="*/ 387 h 463"/>
                <a:gd name="T44" fmla="*/ 0 w 462"/>
                <a:gd name="T45" fmla="*/ 75 h 463"/>
                <a:gd name="T46" fmla="*/ 3 w 462"/>
                <a:gd name="T47" fmla="*/ 56 h 463"/>
                <a:gd name="T48" fmla="*/ 10 w 462"/>
                <a:gd name="T49" fmla="*/ 37 h 463"/>
                <a:gd name="T50" fmla="*/ 22 w 462"/>
                <a:gd name="T51" fmla="*/ 22 h 463"/>
                <a:gd name="T52" fmla="*/ 37 w 462"/>
                <a:gd name="T53" fmla="*/ 10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3" y="37"/>
                  </a:lnTo>
                  <a:lnTo>
                    <a:pt x="460" y="56"/>
                  </a:lnTo>
                  <a:lnTo>
                    <a:pt x="462" y="75"/>
                  </a:lnTo>
                  <a:lnTo>
                    <a:pt x="462" y="387"/>
                  </a:lnTo>
                  <a:lnTo>
                    <a:pt x="460" y="408"/>
                  </a:lnTo>
                  <a:lnTo>
                    <a:pt x="453" y="426"/>
                  </a:lnTo>
                  <a:lnTo>
                    <a:pt x="440" y="440"/>
                  </a:lnTo>
                  <a:lnTo>
                    <a:pt x="426" y="453"/>
                  </a:lnTo>
                  <a:lnTo>
                    <a:pt x="407" y="460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0"/>
                  </a:lnTo>
                  <a:lnTo>
                    <a:pt x="37" y="453"/>
                  </a:lnTo>
                  <a:lnTo>
                    <a:pt x="22" y="440"/>
                  </a:lnTo>
                  <a:lnTo>
                    <a:pt x="10" y="426"/>
                  </a:lnTo>
                  <a:lnTo>
                    <a:pt x="3" y="408"/>
                  </a:lnTo>
                  <a:lnTo>
                    <a:pt x="0" y="387"/>
                  </a:lnTo>
                  <a:lnTo>
                    <a:pt x="0" y="75"/>
                  </a:lnTo>
                  <a:lnTo>
                    <a:pt x="3" y="56"/>
                  </a:lnTo>
                  <a:lnTo>
                    <a:pt x="10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10" name="Freeform 17">
              <a:extLst>
                <a:ext uri="{FF2B5EF4-FFF2-40B4-BE49-F238E27FC236}">
                  <a16:creationId xmlns:a16="http://schemas.microsoft.com/office/drawing/2014/main" id="{1F9B798D-0A09-4A92-AFE1-2686C9CF4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3863" y="1852613"/>
              <a:ext cx="66675" cy="68263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1 h 463"/>
                <a:gd name="T8" fmla="*/ 440 w 462"/>
                <a:gd name="T9" fmla="*/ 22 h 463"/>
                <a:gd name="T10" fmla="*/ 453 w 462"/>
                <a:gd name="T11" fmla="*/ 38 h 463"/>
                <a:gd name="T12" fmla="*/ 460 w 462"/>
                <a:gd name="T13" fmla="*/ 55 h 463"/>
                <a:gd name="T14" fmla="*/ 462 w 462"/>
                <a:gd name="T15" fmla="*/ 76 h 463"/>
                <a:gd name="T16" fmla="*/ 462 w 462"/>
                <a:gd name="T17" fmla="*/ 388 h 463"/>
                <a:gd name="T18" fmla="*/ 460 w 462"/>
                <a:gd name="T19" fmla="*/ 408 h 463"/>
                <a:gd name="T20" fmla="*/ 452 w 462"/>
                <a:gd name="T21" fmla="*/ 425 h 463"/>
                <a:gd name="T22" fmla="*/ 440 w 462"/>
                <a:gd name="T23" fmla="*/ 441 h 463"/>
                <a:gd name="T24" fmla="*/ 426 w 462"/>
                <a:gd name="T25" fmla="*/ 453 h 463"/>
                <a:gd name="T26" fmla="*/ 407 w 462"/>
                <a:gd name="T27" fmla="*/ 461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1 h 463"/>
                <a:gd name="T34" fmla="*/ 38 w 462"/>
                <a:gd name="T35" fmla="*/ 453 h 463"/>
                <a:gd name="T36" fmla="*/ 22 w 462"/>
                <a:gd name="T37" fmla="*/ 441 h 463"/>
                <a:gd name="T38" fmla="*/ 11 w 462"/>
                <a:gd name="T39" fmla="*/ 425 h 463"/>
                <a:gd name="T40" fmla="*/ 3 w 462"/>
                <a:gd name="T41" fmla="*/ 408 h 463"/>
                <a:gd name="T42" fmla="*/ 0 w 462"/>
                <a:gd name="T43" fmla="*/ 388 h 463"/>
                <a:gd name="T44" fmla="*/ 0 w 462"/>
                <a:gd name="T45" fmla="*/ 76 h 463"/>
                <a:gd name="T46" fmla="*/ 3 w 462"/>
                <a:gd name="T47" fmla="*/ 55 h 463"/>
                <a:gd name="T48" fmla="*/ 11 w 462"/>
                <a:gd name="T49" fmla="*/ 38 h 463"/>
                <a:gd name="T50" fmla="*/ 22 w 462"/>
                <a:gd name="T51" fmla="*/ 22 h 463"/>
                <a:gd name="T52" fmla="*/ 37 w 462"/>
                <a:gd name="T53" fmla="*/ 11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1"/>
                  </a:lnTo>
                  <a:lnTo>
                    <a:pt x="440" y="22"/>
                  </a:lnTo>
                  <a:lnTo>
                    <a:pt x="453" y="38"/>
                  </a:lnTo>
                  <a:lnTo>
                    <a:pt x="460" y="55"/>
                  </a:lnTo>
                  <a:lnTo>
                    <a:pt x="462" y="76"/>
                  </a:lnTo>
                  <a:lnTo>
                    <a:pt x="462" y="388"/>
                  </a:lnTo>
                  <a:lnTo>
                    <a:pt x="460" y="408"/>
                  </a:lnTo>
                  <a:lnTo>
                    <a:pt x="452" y="425"/>
                  </a:lnTo>
                  <a:lnTo>
                    <a:pt x="440" y="441"/>
                  </a:lnTo>
                  <a:lnTo>
                    <a:pt x="426" y="453"/>
                  </a:lnTo>
                  <a:lnTo>
                    <a:pt x="407" y="461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1"/>
                  </a:lnTo>
                  <a:lnTo>
                    <a:pt x="38" y="453"/>
                  </a:lnTo>
                  <a:lnTo>
                    <a:pt x="22" y="441"/>
                  </a:lnTo>
                  <a:lnTo>
                    <a:pt x="11" y="425"/>
                  </a:lnTo>
                  <a:lnTo>
                    <a:pt x="3" y="408"/>
                  </a:lnTo>
                  <a:lnTo>
                    <a:pt x="0" y="388"/>
                  </a:lnTo>
                  <a:lnTo>
                    <a:pt x="0" y="76"/>
                  </a:lnTo>
                  <a:lnTo>
                    <a:pt x="3" y="55"/>
                  </a:lnTo>
                  <a:lnTo>
                    <a:pt x="11" y="38"/>
                  </a:lnTo>
                  <a:lnTo>
                    <a:pt x="22" y="22"/>
                  </a:lnTo>
                  <a:lnTo>
                    <a:pt x="37" y="11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41669BA9-B6C4-4496-B1B3-009B261F8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588" y="1852613"/>
              <a:ext cx="66675" cy="68263"/>
            </a:xfrm>
            <a:custGeom>
              <a:avLst/>
              <a:gdLst>
                <a:gd name="T0" fmla="*/ 75 w 462"/>
                <a:gd name="T1" fmla="*/ 0 h 463"/>
                <a:gd name="T2" fmla="*/ 387 w 462"/>
                <a:gd name="T3" fmla="*/ 0 h 463"/>
                <a:gd name="T4" fmla="*/ 407 w 462"/>
                <a:gd name="T5" fmla="*/ 3 h 463"/>
                <a:gd name="T6" fmla="*/ 426 w 462"/>
                <a:gd name="T7" fmla="*/ 11 h 463"/>
                <a:gd name="T8" fmla="*/ 440 w 462"/>
                <a:gd name="T9" fmla="*/ 22 h 463"/>
                <a:gd name="T10" fmla="*/ 453 w 462"/>
                <a:gd name="T11" fmla="*/ 38 h 463"/>
                <a:gd name="T12" fmla="*/ 460 w 462"/>
                <a:gd name="T13" fmla="*/ 55 h 463"/>
                <a:gd name="T14" fmla="*/ 462 w 462"/>
                <a:gd name="T15" fmla="*/ 76 h 463"/>
                <a:gd name="T16" fmla="*/ 462 w 462"/>
                <a:gd name="T17" fmla="*/ 388 h 463"/>
                <a:gd name="T18" fmla="*/ 460 w 462"/>
                <a:gd name="T19" fmla="*/ 408 h 463"/>
                <a:gd name="T20" fmla="*/ 453 w 462"/>
                <a:gd name="T21" fmla="*/ 425 h 463"/>
                <a:gd name="T22" fmla="*/ 440 w 462"/>
                <a:gd name="T23" fmla="*/ 441 h 463"/>
                <a:gd name="T24" fmla="*/ 426 w 462"/>
                <a:gd name="T25" fmla="*/ 453 h 463"/>
                <a:gd name="T26" fmla="*/ 407 w 462"/>
                <a:gd name="T27" fmla="*/ 461 h 463"/>
                <a:gd name="T28" fmla="*/ 387 w 462"/>
                <a:gd name="T29" fmla="*/ 463 h 463"/>
                <a:gd name="T30" fmla="*/ 75 w 462"/>
                <a:gd name="T31" fmla="*/ 463 h 463"/>
                <a:gd name="T32" fmla="*/ 56 w 462"/>
                <a:gd name="T33" fmla="*/ 461 h 463"/>
                <a:gd name="T34" fmla="*/ 37 w 462"/>
                <a:gd name="T35" fmla="*/ 453 h 463"/>
                <a:gd name="T36" fmla="*/ 22 w 462"/>
                <a:gd name="T37" fmla="*/ 441 h 463"/>
                <a:gd name="T38" fmla="*/ 10 w 462"/>
                <a:gd name="T39" fmla="*/ 425 h 463"/>
                <a:gd name="T40" fmla="*/ 3 w 462"/>
                <a:gd name="T41" fmla="*/ 408 h 463"/>
                <a:gd name="T42" fmla="*/ 0 w 462"/>
                <a:gd name="T43" fmla="*/ 388 h 463"/>
                <a:gd name="T44" fmla="*/ 0 w 462"/>
                <a:gd name="T45" fmla="*/ 76 h 463"/>
                <a:gd name="T46" fmla="*/ 3 w 462"/>
                <a:gd name="T47" fmla="*/ 55 h 463"/>
                <a:gd name="T48" fmla="*/ 10 w 462"/>
                <a:gd name="T49" fmla="*/ 38 h 463"/>
                <a:gd name="T50" fmla="*/ 22 w 462"/>
                <a:gd name="T51" fmla="*/ 22 h 463"/>
                <a:gd name="T52" fmla="*/ 37 w 462"/>
                <a:gd name="T53" fmla="*/ 11 h 463"/>
                <a:gd name="T54" fmla="*/ 56 w 462"/>
                <a:gd name="T55" fmla="*/ 3 h 463"/>
                <a:gd name="T56" fmla="*/ 75 w 462"/>
                <a:gd name="T57" fmla="*/ 0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463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1"/>
                  </a:lnTo>
                  <a:lnTo>
                    <a:pt x="440" y="22"/>
                  </a:lnTo>
                  <a:lnTo>
                    <a:pt x="453" y="38"/>
                  </a:lnTo>
                  <a:lnTo>
                    <a:pt x="460" y="55"/>
                  </a:lnTo>
                  <a:lnTo>
                    <a:pt x="462" y="76"/>
                  </a:lnTo>
                  <a:lnTo>
                    <a:pt x="462" y="388"/>
                  </a:lnTo>
                  <a:lnTo>
                    <a:pt x="460" y="408"/>
                  </a:lnTo>
                  <a:lnTo>
                    <a:pt x="453" y="425"/>
                  </a:lnTo>
                  <a:lnTo>
                    <a:pt x="440" y="441"/>
                  </a:lnTo>
                  <a:lnTo>
                    <a:pt x="426" y="453"/>
                  </a:lnTo>
                  <a:lnTo>
                    <a:pt x="407" y="461"/>
                  </a:lnTo>
                  <a:lnTo>
                    <a:pt x="387" y="463"/>
                  </a:lnTo>
                  <a:lnTo>
                    <a:pt x="75" y="463"/>
                  </a:lnTo>
                  <a:lnTo>
                    <a:pt x="56" y="461"/>
                  </a:lnTo>
                  <a:lnTo>
                    <a:pt x="37" y="453"/>
                  </a:lnTo>
                  <a:lnTo>
                    <a:pt x="22" y="441"/>
                  </a:lnTo>
                  <a:lnTo>
                    <a:pt x="10" y="425"/>
                  </a:lnTo>
                  <a:lnTo>
                    <a:pt x="3" y="408"/>
                  </a:lnTo>
                  <a:lnTo>
                    <a:pt x="0" y="388"/>
                  </a:lnTo>
                  <a:lnTo>
                    <a:pt x="0" y="76"/>
                  </a:lnTo>
                  <a:lnTo>
                    <a:pt x="3" y="55"/>
                  </a:lnTo>
                  <a:lnTo>
                    <a:pt x="10" y="38"/>
                  </a:lnTo>
                  <a:lnTo>
                    <a:pt x="22" y="22"/>
                  </a:lnTo>
                  <a:lnTo>
                    <a:pt x="37" y="11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18F6D83F-48DF-4DB5-AB7D-D82B81CD4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5313" y="1765301"/>
              <a:ext cx="66675" cy="155575"/>
            </a:xfrm>
            <a:custGeom>
              <a:avLst/>
              <a:gdLst>
                <a:gd name="T0" fmla="*/ 75 w 462"/>
                <a:gd name="T1" fmla="*/ 0 h 1076"/>
                <a:gd name="T2" fmla="*/ 387 w 462"/>
                <a:gd name="T3" fmla="*/ 0 h 1076"/>
                <a:gd name="T4" fmla="*/ 407 w 462"/>
                <a:gd name="T5" fmla="*/ 3 h 1076"/>
                <a:gd name="T6" fmla="*/ 426 w 462"/>
                <a:gd name="T7" fmla="*/ 10 h 1076"/>
                <a:gd name="T8" fmla="*/ 440 w 462"/>
                <a:gd name="T9" fmla="*/ 22 h 1076"/>
                <a:gd name="T10" fmla="*/ 452 w 462"/>
                <a:gd name="T11" fmla="*/ 37 h 1076"/>
                <a:gd name="T12" fmla="*/ 460 w 462"/>
                <a:gd name="T13" fmla="*/ 56 h 1076"/>
                <a:gd name="T14" fmla="*/ 462 w 462"/>
                <a:gd name="T15" fmla="*/ 75 h 1076"/>
                <a:gd name="T16" fmla="*/ 462 w 462"/>
                <a:gd name="T17" fmla="*/ 1001 h 1076"/>
                <a:gd name="T18" fmla="*/ 460 w 462"/>
                <a:gd name="T19" fmla="*/ 1021 h 1076"/>
                <a:gd name="T20" fmla="*/ 452 w 462"/>
                <a:gd name="T21" fmla="*/ 1038 h 1076"/>
                <a:gd name="T22" fmla="*/ 440 w 462"/>
                <a:gd name="T23" fmla="*/ 1054 h 1076"/>
                <a:gd name="T24" fmla="*/ 426 w 462"/>
                <a:gd name="T25" fmla="*/ 1066 h 1076"/>
                <a:gd name="T26" fmla="*/ 407 w 462"/>
                <a:gd name="T27" fmla="*/ 1074 h 1076"/>
                <a:gd name="T28" fmla="*/ 387 w 462"/>
                <a:gd name="T29" fmla="*/ 1076 h 1076"/>
                <a:gd name="T30" fmla="*/ 75 w 462"/>
                <a:gd name="T31" fmla="*/ 1076 h 1076"/>
                <a:gd name="T32" fmla="*/ 56 w 462"/>
                <a:gd name="T33" fmla="*/ 1074 h 1076"/>
                <a:gd name="T34" fmla="*/ 37 w 462"/>
                <a:gd name="T35" fmla="*/ 1066 h 1076"/>
                <a:gd name="T36" fmla="*/ 22 w 462"/>
                <a:gd name="T37" fmla="*/ 1054 h 1076"/>
                <a:gd name="T38" fmla="*/ 11 w 462"/>
                <a:gd name="T39" fmla="*/ 1038 h 1076"/>
                <a:gd name="T40" fmla="*/ 3 w 462"/>
                <a:gd name="T41" fmla="*/ 1021 h 1076"/>
                <a:gd name="T42" fmla="*/ 0 w 462"/>
                <a:gd name="T43" fmla="*/ 1001 h 1076"/>
                <a:gd name="T44" fmla="*/ 0 w 462"/>
                <a:gd name="T45" fmla="*/ 75 h 1076"/>
                <a:gd name="T46" fmla="*/ 3 w 462"/>
                <a:gd name="T47" fmla="*/ 56 h 1076"/>
                <a:gd name="T48" fmla="*/ 11 w 462"/>
                <a:gd name="T49" fmla="*/ 37 h 1076"/>
                <a:gd name="T50" fmla="*/ 22 w 462"/>
                <a:gd name="T51" fmla="*/ 22 h 1076"/>
                <a:gd name="T52" fmla="*/ 37 w 462"/>
                <a:gd name="T53" fmla="*/ 10 h 1076"/>
                <a:gd name="T54" fmla="*/ 56 w 462"/>
                <a:gd name="T55" fmla="*/ 3 h 1076"/>
                <a:gd name="T56" fmla="*/ 75 w 462"/>
                <a:gd name="T57" fmla="*/ 0 h 1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62" h="1076">
                  <a:moveTo>
                    <a:pt x="75" y="0"/>
                  </a:moveTo>
                  <a:lnTo>
                    <a:pt x="387" y="0"/>
                  </a:lnTo>
                  <a:lnTo>
                    <a:pt x="407" y="3"/>
                  </a:lnTo>
                  <a:lnTo>
                    <a:pt x="426" y="10"/>
                  </a:lnTo>
                  <a:lnTo>
                    <a:pt x="440" y="22"/>
                  </a:lnTo>
                  <a:lnTo>
                    <a:pt x="452" y="37"/>
                  </a:lnTo>
                  <a:lnTo>
                    <a:pt x="460" y="56"/>
                  </a:lnTo>
                  <a:lnTo>
                    <a:pt x="462" y="75"/>
                  </a:lnTo>
                  <a:lnTo>
                    <a:pt x="462" y="1001"/>
                  </a:lnTo>
                  <a:lnTo>
                    <a:pt x="460" y="1021"/>
                  </a:lnTo>
                  <a:lnTo>
                    <a:pt x="452" y="1038"/>
                  </a:lnTo>
                  <a:lnTo>
                    <a:pt x="440" y="1054"/>
                  </a:lnTo>
                  <a:lnTo>
                    <a:pt x="426" y="1066"/>
                  </a:lnTo>
                  <a:lnTo>
                    <a:pt x="407" y="1074"/>
                  </a:lnTo>
                  <a:lnTo>
                    <a:pt x="387" y="1076"/>
                  </a:lnTo>
                  <a:lnTo>
                    <a:pt x="75" y="1076"/>
                  </a:lnTo>
                  <a:lnTo>
                    <a:pt x="56" y="1074"/>
                  </a:lnTo>
                  <a:lnTo>
                    <a:pt x="37" y="1066"/>
                  </a:lnTo>
                  <a:lnTo>
                    <a:pt x="22" y="1054"/>
                  </a:lnTo>
                  <a:lnTo>
                    <a:pt x="11" y="1038"/>
                  </a:lnTo>
                  <a:lnTo>
                    <a:pt x="3" y="1021"/>
                  </a:lnTo>
                  <a:lnTo>
                    <a:pt x="0" y="1001"/>
                  </a:lnTo>
                  <a:lnTo>
                    <a:pt x="0" y="75"/>
                  </a:lnTo>
                  <a:lnTo>
                    <a:pt x="3" y="56"/>
                  </a:lnTo>
                  <a:lnTo>
                    <a:pt x="11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5BC192-90C7-4854-B111-D594091D522B}"/>
              </a:ext>
            </a:extLst>
          </p:cNvPr>
          <p:cNvGrpSpPr/>
          <p:nvPr/>
        </p:nvGrpSpPr>
        <p:grpSpPr>
          <a:xfrm flipH="1">
            <a:off x="1936946" y="626217"/>
            <a:ext cx="252621" cy="327755"/>
            <a:chOff x="7285038" y="1273176"/>
            <a:chExt cx="368300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F12EFC29-7745-4D1E-89E2-DB5D4C8EB5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5038" y="1273176"/>
              <a:ext cx="368300" cy="477838"/>
            </a:xfrm>
            <a:custGeom>
              <a:avLst/>
              <a:gdLst>
                <a:gd name="T0" fmla="*/ 1245 w 2557"/>
                <a:gd name="T1" fmla="*/ 2729 h 3309"/>
                <a:gd name="T2" fmla="*/ 1184 w 2557"/>
                <a:gd name="T3" fmla="*/ 2752 h 3309"/>
                <a:gd name="T4" fmla="*/ 1135 w 2557"/>
                <a:gd name="T5" fmla="*/ 2793 h 3309"/>
                <a:gd name="T6" fmla="*/ 1103 w 2557"/>
                <a:gd name="T7" fmla="*/ 2849 h 3309"/>
                <a:gd name="T8" fmla="*/ 1090 w 2557"/>
                <a:gd name="T9" fmla="*/ 2914 h 3309"/>
                <a:gd name="T10" fmla="*/ 1103 w 2557"/>
                <a:gd name="T11" fmla="*/ 2980 h 3309"/>
                <a:gd name="T12" fmla="*/ 1135 w 2557"/>
                <a:gd name="T13" fmla="*/ 3035 h 3309"/>
                <a:gd name="T14" fmla="*/ 1184 w 2557"/>
                <a:gd name="T15" fmla="*/ 3077 h 3309"/>
                <a:gd name="T16" fmla="*/ 1245 w 2557"/>
                <a:gd name="T17" fmla="*/ 3100 h 3309"/>
                <a:gd name="T18" fmla="*/ 1312 w 2557"/>
                <a:gd name="T19" fmla="*/ 3100 h 3309"/>
                <a:gd name="T20" fmla="*/ 1373 w 2557"/>
                <a:gd name="T21" fmla="*/ 3077 h 3309"/>
                <a:gd name="T22" fmla="*/ 1422 w 2557"/>
                <a:gd name="T23" fmla="*/ 3035 h 3309"/>
                <a:gd name="T24" fmla="*/ 1454 w 2557"/>
                <a:gd name="T25" fmla="*/ 2980 h 3309"/>
                <a:gd name="T26" fmla="*/ 1467 w 2557"/>
                <a:gd name="T27" fmla="*/ 2914 h 3309"/>
                <a:gd name="T28" fmla="*/ 1454 w 2557"/>
                <a:gd name="T29" fmla="*/ 2849 h 3309"/>
                <a:gd name="T30" fmla="*/ 1422 w 2557"/>
                <a:gd name="T31" fmla="*/ 2793 h 3309"/>
                <a:gd name="T32" fmla="*/ 1373 w 2557"/>
                <a:gd name="T33" fmla="*/ 2752 h 3309"/>
                <a:gd name="T34" fmla="*/ 1312 w 2557"/>
                <a:gd name="T35" fmla="*/ 2729 h 3309"/>
                <a:gd name="T36" fmla="*/ 526 w 2557"/>
                <a:gd name="T37" fmla="*/ 301 h 3309"/>
                <a:gd name="T38" fmla="*/ 455 w 2557"/>
                <a:gd name="T39" fmla="*/ 312 h 3309"/>
                <a:gd name="T40" fmla="*/ 393 w 2557"/>
                <a:gd name="T41" fmla="*/ 345 h 3309"/>
                <a:gd name="T42" fmla="*/ 344 w 2557"/>
                <a:gd name="T43" fmla="*/ 393 h 3309"/>
                <a:gd name="T44" fmla="*/ 312 w 2557"/>
                <a:gd name="T45" fmla="*/ 455 h 3309"/>
                <a:gd name="T46" fmla="*/ 301 w 2557"/>
                <a:gd name="T47" fmla="*/ 527 h 3309"/>
                <a:gd name="T48" fmla="*/ 2256 w 2557"/>
                <a:gd name="T49" fmla="*/ 2519 h 3309"/>
                <a:gd name="T50" fmla="*/ 2253 w 2557"/>
                <a:gd name="T51" fmla="*/ 490 h 3309"/>
                <a:gd name="T52" fmla="*/ 2231 w 2557"/>
                <a:gd name="T53" fmla="*/ 423 h 3309"/>
                <a:gd name="T54" fmla="*/ 2190 w 2557"/>
                <a:gd name="T55" fmla="*/ 367 h 3309"/>
                <a:gd name="T56" fmla="*/ 2134 w 2557"/>
                <a:gd name="T57" fmla="*/ 326 h 3309"/>
                <a:gd name="T58" fmla="*/ 2067 w 2557"/>
                <a:gd name="T59" fmla="*/ 304 h 3309"/>
                <a:gd name="T60" fmla="*/ 526 w 2557"/>
                <a:gd name="T61" fmla="*/ 301 h 3309"/>
                <a:gd name="T62" fmla="*/ 2030 w 2557"/>
                <a:gd name="T63" fmla="*/ 0 h 3309"/>
                <a:gd name="T64" fmla="*/ 2144 w 2557"/>
                <a:gd name="T65" fmla="*/ 12 h 3309"/>
                <a:gd name="T66" fmla="*/ 2248 w 2557"/>
                <a:gd name="T67" fmla="*/ 47 h 3309"/>
                <a:gd name="T68" fmla="*/ 2341 w 2557"/>
                <a:gd name="T69" fmla="*/ 102 h 3309"/>
                <a:gd name="T70" fmla="*/ 2422 w 2557"/>
                <a:gd name="T71" fmla="*/ 174 h 3309"/>
                <a:gd name="T72" fmla="*/ 2485 w 2557"/>
                <a:gd name="T73" fmla="*/ 261 h 3309"/>
                <a:gd name="T74" fmla="*/ 2530 w 2557"/>
                <a:gd name="T75" fmla="*/ 360 h 3309"/>
                <a:gd name="T76" fmla="*/ 2554 w 2557"/>
                <a:gd name="T77" fmla="*/ 469 h 3309"/>
                <a:gd name="T78" fmla="*/ 2557 w 2557"/>
                <a:gd name="T79" fmla="*/ 2782 h 3309"/>
                <a:gd name="T80" fmla="*/ 2545 w 2557"/>
                <a:gd name="T81" fmla="*/ 2896 h 3309"/>
                <a:gd name="T82" fmla="*/ 2510 w 2557"/>
                <a:gd name="T83" fmla="*/ 3000 h 3309"/>
                <a:gd name="T84" fmla="*/ 2455 w 2557"/>
                <a:gd name="T85" fmla="*/ 3093 h 3309"/>
                <a:gd name="T86" fmla="*/ 2383 w 2557"/>
                <a:gd name="T87" fmla="*/ 3173 h 3309"/>
                <a:gd name="T88" fmla="*/ 2296 w 2557"/>
                <a:gd name="T89" fmla="*/ 3237 h 3309"/>
                <a:gd name="T90" fmla="*/ 2197 w 2557"/>
                <a:gd name="T91" fmla="*/ 3283 h 3309"/>
                <a:gd name="T92" fmla="*/ 2088 w 2557"/>
                <a:gd name="T93" fmla="*/ 3305 h 3309"/>
                <a:gd name="T94" fmla="*/ 526 w 2557"/>
                <a:gd name="T95" fmla="*/ 3309 h 3309"/>
                <a:gd name="T96" fmla="*/ 413 w 2557"/>
                <a:gd name="T97" fmla="*/ 3297 h 3309"/>
                <a:gd name="T98" fmla="*/ 309 w 2557"/>
                <a:gd name="T99" fmla="*/ 3262 h 3309"/>
                <a:gd name="T100" fmla="*/ 215 w 2557"/>
                <a:gd name="T101" fmla="*/ 3208 h 3309"/>
                <a:gd name="T102" fmla="*/ 135 w 2557"/>
                <a:gd name="T103" fmla="*/ 3135 h 3309"/>
                <a:gd name="T104" fmla="*/ 72 w 2557"/>
                <a:gd name="T105" fmla="*/ 3048 h 3309"/>
                <a:gd name="T106" fmla="*/ 27 w 2557"/>
                <a:gd name="T107" fmla="*/ 2949 h 3309"/>
                <a:gd name="T108" fmla="*/ 3 w 2557"/>
                <a:gd name="T109" fmla="*/ 2840 h 3309"/>
                <a:gd name="T110" fmla="*/ 0 w 2557"/>
                <a:gd name="T111" fmla="*/ 527 h 3309"/>
                <a:gd name="T112" fmla="*/ 11 w 2557"/>
                <a:gd name="T113" fmla="*/ 413 h 3309"/>
                <a:gd name="T114" fmla="*/ 47 w 2557"/>
                <a:gd name="T115" fmla="*/ 309 h 3309"/>
                <a:gd name="T116" fmla="*/ 102 w 2557"/>
                <a:gd name="T117" fmla="*/ 216 h 3309"/>
                <a:gd name="T118" fmla="*/ 174 w 2557"/>
                <a:gd name="T119" fmla="*/ 136 h 3309"/>
                <a:gd name="T120" fmla="*/ 261 w 2557"/>
                <a:gd name="T121" fmla="*/ 72 h 3309"/>
                <a:gd name="T122" fmla="*/ 360 w 2557"/>
                <a:gd name="T123" fmla="*/ 27 h 3309"/>
                <a:gd name="T124" fmla="*/ 469 w 2557"/>
                <a:gd name="T125" fmla="*/ 3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57" h="3309">
                  <a:moveTo>
                    <a:pt x="1278" y="2726"/>
                  </a:moveTo>
                  <a:lnTo>
                    <a:pt x="1245" y="2729"/>
                  </a:lnTo>
                  <a:lnTo>
                    <a:pt x="1213" y="2738"/>
                  </a:lnTo>
                  <a:lnTo>
                    <a:pt x="1184" y="2752"/>
                  </a:lnTo>
                  <a:lnTo>
                    <a:pt x="1158" y="2770"/>
                  </a:lnTo>
                  <a:lnTo>
                    <a:pt x="1135" y="2793"/>
                  </a:lnTo>
                  <a:lnTo>
                    <a:pt x="1116" y="2819"/>
                  </a:lnTo>
                  <a:lnTo>
                    <a:pt x="1103" y="2849"/>
                  </a:lnTo>
                  <a:lnTo>
                    <a:pt x="1093" y="2880"/>
                  </a:lnTo>
                  <a:lnTo>
                    <a:pt x="1090" y="2914"/>
                  </a:lnTo>
                  <a:lnTo>
                    <a:pt x="1093" y="2948"/>
                  </a:lnTo>
                  <a:lnTo>
                    <a:pt x="1103" y="2980"/>
                  </a:lnTo>
                  <a:lnTo>
                    <a:pt x="1116" y="3009"/>
                  </a:lnTo>
                  <a:lnTo>
                    <a:pt x="1135" y="3035"/>
                  </a:lnTo>
                  <a:lnTo>
                    <a:pt x="1158" y="3058"/>
                  </a:lnTo>
                  <a:lnTo>
                    <a:pt x="1184" y="3077"/>
                  </a:lnTo>
                  <a:lnTo>
                    <a:pt x="1213" y="3090"/>
                  </a:lnTo>
                  <a:lnTo>
                    <a:pt x="1245" y="3100"/>
                  </a:lnTo>
                  <a:lnTo>
                    <a:pt x="1278" y="3102"/>
                  </a:lnTo>
                  <a:lnTo>
                    <a:pt x="1312" y="3100"/>
                  </a:lnTo>
                  <a:lnTo>
                    <a:pt x="1344" y="3090"/>
                  </a:lnTo>
                  <a:lnTo>
                    <a:pt x="1373" y="3077"/>
                  </a:lnTo>
                  <a:lnTo>
                    <a:pt x="1399" y="3058"/>
                  </a:lnTo>
                  <a:lnTo>
                    <a:pt x="1422" y="3035"/>
                  </a:lnTo>
                  <a:lnTo>
                    <a:pt x="1441" y="3009"/>
                  </a:lnTo>
                  <a:lnTo>
                    <a:pt x="1454" y="2980"/>
                  </a:lnTo>
                  <a:lnTo>
                    <a:pt x="1464" y="2948"/>
                  </a:lnTo>
                  <a:lnTo>
                    <a:pt x="1467" y="2914"/>
                  </a:lnTo>
                  <a:lnTo>
                    <a:pt x="1464" y="2880"/>
                  </a:lnTo>
                  <a:lnTo>
                    <a:pt x="1454" y="2849"/>
                  </a:lnTo>
                  <a:lnTo>
                    <a:pt x="1441" y="2819"/>
                  </a:lnTo>
                  <a:lnTo>
                    <a:pt x="1422" y="2793"/>
                  </a:lnTo>
                  <a:lnTo>
                    <a:pt x="1399" y="2770"/>
                  </a:lnTo>
                  <a:lnTo>
                    <a:pt x="1373" y="2752"/>
                  </a:lnTo>
                  <a:lnTo>
                    <a:pt x="1344" y="2738"/>
                  </a:lnTo>
                  <a:lnTo>
                    <a:pt x="1312" y="2729"/>
                  </a:lnTo>
                  <a:lnTo>
                    <a:pt x="1278" y="2726"/>
                  </a:lnTo>
                  <a:close/>
                  <a:moveTo>
                    <a:pt x="526" y="301"/>
                  </a:moveTo>
                  <a:lnTo>
                    <a:pt x="490" y="304"/>
                  </a:lnTo>
                  <a:lnTo>
                    <a:pt x="455" y="312"/>
                  </a:lnTo>
                  <a:lnTo>
                    <a:pt x="422" y="326"/>
                  </a:lnTo>
                  <a:lnTo>
                    <a:pt x="393" y="345"/>
                  </a:lnTo>
                  <a:lnTo>
                    <a:pt x="367" y="367"/>
                  </a:lnTo>
                  <a:lnTo>
                    <a:pt x="344" y="393"/>
                  </a:lnTo>
                  <a:lnTo>
                    <a:pt x="326" y="423"/>
                  </a:lnTo>
                  <a:lnTo>
                    <a:pt x="312" y="455"/>
                  </a:lnTo>
                  <a:lnTo>
                    <a:pt x="304" y="490"/>
                  </a:lnTo>
                  <a:lnTo>
                    <a:pt x="301" y="527"/>
                  </a:lnTo>
                  <a:lnTo>
                    <a:pt x="301" y="2519"/>
                  </a:lnTo>
                  <a:lnTo>
                    <a:pt x="2256" y="2519"/>
                  </a:lnTo>
                  <a:lnTo>
                    <a:pt x="2256" y="527"/>
                  </a:lnTo>
                  <a:lnTo>
                    <a:pt x="2253" y="490"/>
                  </a:lnTo>
                  <a:lnTo>
                    <a:pt x="2245" y="455"/>
                  </a:lnTo>
                  <a:lnTo>
                    <a:pt x="2231" y="423"/>
                  </a:lnTo>
                  <a:lnTo>
                    <a:pt x="2212" y="393"/>
                  </a:lnTo>
                  <a:lnTo>
                    <a:pt x="2190" y="367"/>
                  </a:lnTo>
                  <a:lnTo>
                    <a:pt x="2164" y="345"/>
                  </a:lnTo>
                  <a:lnTo>
                    <a:pt x="2134" y="326"/>
                  </a:lnTo>
                  <a:lnTo>
                    <a:pt x="2102" y="312"/>
                  </a:lnTo>
                  <a:lnTo>
                    <a:pt x="2067" y="304"/>
                  </a:lnTo>
                  <a:lnTo>
                    <a:pt x="2030" y="301"/>
                  </a:lnTo>
                  <a:lnTo>
                    <a:pt x="526" y="301"/>
                  </a:lnTo>
                  <a:close/>
                  <a:moveTo>
                    <a:pt x="526" y="0"/>
                  </a:moveTo>
                  <a:lnTo>
                    <a:pt x="2030" y="0"/>
                  </a:lnTo>
                  <a:lnTo>
                    <a:pt x="2088" y="3"/>
                  </a:lnTo>
                  <a:lnTo>
                    <a:pt x="2144" y="12"/>
                  </a:lnTo>
                  <a:lnTo>
                    <a:pt x="2197" y="27"/>
                  </a:lnTo>
                  <a:lnTo>
                    <a:pt x="2248" y="47"/>
                  </a:lnTo>
                  <a:lnTo>
                    <a:pt x="2296" y="72"/>
                  </a:lnTo>
                  <a:lnTo>
                    <a:pt x="2341" y="102"/>
                  </a:lnTo>
                  <a:lnTo>
                    <a:pt x="2383" y="136"/>
                  </a:lnTo>
                  <a:lnTo>
                    <a:pt x="2422" y="174"/>
                  </a:lnTo>
                  <a:lnTo>
                    <a:pt x="2455" y="216"/>
                  </a:lnTo>
                  <a:lnTo>
                    <a:pt x="2485" y="261"/>
                  </a:lnTo>
                  <a:lnTo>
                    <a:pt x="2510" y="309"/>
                  </a:lnTo>
                  <a:lnTo>
                    <a:pt x="2530" y="360"/>
                  </a:lnTo>
                  <a:lnTo>
                    <a:pt x="2545" y="413"/>
                  </a:lnTo>
                  <a:lnTo>
                    <a:pt x="2554" y="469"/>
                  </a:lnTo>
                  <a:lnTo>
                    <a:pt x="2557" y="527"/>
                  </a:lnTo>
                  <a:lnTo>
                    <a:pt x="2557" y="2782"/>
                  </a:lnTo>
                  <a:lnTo>
                    <a:pt x="2554" y="2840"/>
                  </a:lnTo>
                  <a:lnTo>
                    <a:pt x="2545" y="2896"/>
                  </a:lnTo>
                  <a:lnTo>
                    <a:pt x="2530" y="2949"/>
                  </a:lnTo>
                  <a:lnTo>
                    <a:pt x="2510" y="3000"/>
                  </a:lnTo>
                  <a:lnTo>
                    <a:pt x="2485" y="3048"/>
                  </a:lnTo>
                  <a:lnTo>
                    <a:pt x="2455" y="3093"/>
                  </a:lnTo>
                  <a:lnTo>
                    <a:pt x="2422" y="3135"/>
                  </a:lnTo>
                  <a:lnTo>
                    <a:pt x="2383" y="3173"/>
                  </a:lnTo>
                  <a:lnTo>
                    <a:pt x="2341" y="3208"/>
                  </a:lnTo>
                  <a:lnTo>
                    <a:pt x="2296" y="3237"/>
                  </a:lnTo>
                  <a:lnTo>
                    <a:pt x="2248" y="3262"/>
                  </a:lnTo>
                  <a:lnTo>
                    <a:pt x="2197" y="3283"/>
                  </a:lnTo>
                  <a:lnTo>
                    <a:pt x="2144" y="3297"/>
                  </a:lnTo>
                  <a:lnTo>
                    <a:pt x="2088" y="3305"/>
                  </a:lnTo>
                  <a:lnTo>
                    <a:pt x="2030" y="3309"/>
                  </a:lnTo>
                  <a:lnTo>
                    <a:pt x="526" y="3309"/>
                  </a:lnTo>
                  <a:lnTo>
                    <a:pt x="469" y="3305"/>
                  </a:lnTo>
                  <a:lnTo>
                    <a:pt x="413" y="3297"/>
                  </a:lnTo>
                  <a:lnTo>
                    <a:pt x="360" y="3283"/>
                  </a:lnTo>
                  <a:lnTo>
                    <a:pt x="309" y="3262"/>
                  </a:lnTo>
                  <a:lnTo>
                    <a:pt x="261" y="3237"/>
                  </a:lnTo>
                  <a:lnTo>
                    <a:pt x="215" y="3208"/>
                  </a:lnTo>
                  <a:lnTo>
                    <a:pt x="174" y="3173"/>
                  </a:lnTo>
                  <a:lnTo>
                    <a:pt x="135" y="3135"/>
                  </a:lnTo>
                  <a:lnTo>
                    <a:pt x="102" y="3093"/>
                  </a:lnTo>
                  <a:lnTo>
                    <a:pt x="72" y="3048"/>
                  </a:lnTo>
                  <a:lnTo>
                    <a:pt x="47" y="3000"/>
                  </a:lnTo>
                  <a:lnTo>
                    <a:pt x="27" y="2949"/>
                  </a:lnTo>
                  <a:lnTo>
                    <a:pt x="11" y="2896"/>
                  </a:lnTo>
                  <a:lnTo>
                    <a:pt x="3" y="2840"/>
                  </a:lnTo>
                  <a:lnTo>
                    <a:pt x="0" y="2782"/>
                  </a:lnTo>
                  <a:lnTo>
                    <a:pt x="0" y="527"/>
                  </a:lnTo>
                  <a:lnTo>
                    <a:pt x="3" y="469"/>
                  </a:lnTo>
                  <a:lnTo>
                    <a:pt x="11" y="413"/>
                  </a:lnTo>
                  <a:lnTo>
                    <a:pt x="27" y="360"/>
                  </a:lnTo>
                  <a:lnTo>
                    <a:pt x="47" y="309"/>
                  </a:lnTo>
                  <a:lnTo>
                    <a:pt x="72" y="261"/>
                  </a:lnTo>
                  <a:lnTo>
                    <a:pt x="102" y="216"/>
                  </a:lnTo>
                  <a:lnTo>
                    <a:pt x="135" y="174"/>
                  </a:lnTo>
                  <a:lnTo>
                    <a:pt x="174" y="136"/>
                  </a:lnTo>
                  <a:lnTo>
                    <a:pt x="215" y="102"/>
                  </a:lnTo>
                  <a:lnTo>
                    <a:pt x="261" y="72"/>
                  </a:lnTo>
                  <a:lnTo>
                    <a:pt x="309" y="47"/>
                  </a:lnTo>
                  <a:lnTo>
                    <a:pt x="360" y="27"/>
                  </a:lnTo>
                  <a:lnTo>
                    <a:pt x="413" y="12"/>
                  </a:lnTo>
                  <a:lnTo>
                    <a:pt x="469" y="3"/>
                  </a:lnTo>
                  <a:lnTo>
                    <a:pt x="5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B8A23F7B-5E25-4D7C-883D-AD0DDFEF57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48538" y="1384301"/>
              <a:ext cx="173038" cy="115888"/>
            </a:xfrm>
            <a:custGeom>
              <a:avLst/>
              <a:gdLst>
                <a:gd name="T0" fmla="*/ 558 w 1190"/>
                <a:gd name="T1" fmla="*/ 286 h 801"/>
                <a:gd name="T2" fmla="*/ 513 w 1190"/>
                <a:gd name="T3" fmla="*/ 327 h 801"/>
                <a:gd name="T4" fmla="*/ 504 w 1190"/>
                <a:gd name="T5" fmla="*/ 390 h 801"/>
                <a:gd name="T6" fmla="*/ 534 w 1190"/>
                <a:gd name="T7" fmla="*/ 443 h 801"/>
                <a:gd name="T8" fmla="*/ 593 w 1190"/>
                <a:gd name="T9" fmla="*/ 466 h 801"/>
                <a:gd name="T10" fmla="*/ 651 w 1190"/>
                <a:gd name="T11" fmla="*/ 447 h 801"/>
                <a:gd name="T12" fmla="*/ 687 w 1190"/>
                <a:gd name="T13" fmla="*/ 396 h 801"/>
                <a:gd name="T14" fmla="*/ 683 w 1190"/>
                <a:gd name="T15" fmla="*/ 334 h 801"/>
                <a:gd name="T16" fmla="*/ 640 w 1190"/>
                <a:gd name="T17" fmla="*/ 289 h 801"/>
                <a:gd name="T18" fmla="*/ 330 w 1190"/>
                <a:gd name="T19" fmla="*/ 208 h 801"/>
                <a:gd name="T20" fmla="*/ 272 w 1190"/>
                <a:gd name="T21" fmla="*/ 225 h 801"/>
                <a:gd name="T22" fmla="*/ 236 w 1190"/>
                <a:gd name="T23" fmla="*/ 277 h 801"/>
                <a:gd name="T24" fmla="*/ 242 w 1190"/>
                <a:gd name="T25" fmla="*/ 339 h 801"/>
                <a:gd name="T26" fmla="*/ 283 w 1190"/>
                <a:gd name="T27" fmla="*/ 385 h 801"/>
                <a:gd name="T28" fmla="*/ 346 w 1190"/>
                <a:gd name="T29" fmla="*/ 394 h 801"/>
                <a:gd name="T30" fmla="*/ 399 w 1190"/>
                <a:gd name="T31" fmla="*/ 364 h 801"/>
                <a:gd name="T32" fmla="*/ 421 w 1190"/>
                <a:gd name="T33" fmla="*/ 305 h 801"/>
                <a:gd name="T34" fmla="*/ 403 w 1190"/>
                <a:gd name="T35" fmla="*/ 246 h 801"/>
                <a:gd name="T36" fmla="*/ 352 w 1190"/>
                <a:gd name="T37" fmla="*/ 211 h 801"/>
                <a:gd name="T38" fmla="*/ 463 w 1190"/>
                <a:gd name="T39" fmla="*/ 0 h 801"/>
                <a:gd name="T40" fmla="*/ 630 w 1190"/>
                <a:gd name="T41" fmla="*/ 21 h 801"/>
                <a:gd name="T42" fmla="*/ 820 w 1190"/>
                <a:gd name="T43" fmla="*/ 80 h 801"/>
                <a:gd name="T44" fmla="*/ 990 w 1190"/>
                <a:gd name="T45" fmla="*/ 172 h 801"/>
                <a:gd name="T46" fmla="*/ 1114 w 1190"/>
                <a:gd name="T47" fmla="*/ 286 h 801"/>
                <a:gd name="T48" fmla="*/ 1182 w 1190"/>
                <a:gd name="T49" fmla="*/ 410 h 801"/>
                <a:gd name="T50" fmla="*/ 1039 w 1190"/>
                <a:gd name="T51" fmla="*/ 470 h 801"/>
                <a:gd name="T52" fmla="*/ 950 w 1190"/>
                <a:gd name="T53" fmla="*/ 480 h 801"/>
                <a:gd name="T54" fmla="*/ 957 w 1190"/>
                <a:gd name="T55" fmla="*/ 424 h 801"/>
                <a:gd name="T56" fmla="*/ 926 w 1190"/>
                <a:gd name="T57" fmla="*/ 371 h 801"/>
                <a:gd name="T58" fmla="*/ 868 w 1190"/>
                <a:gd name="T59" fmla="*/ 348 h 801"/>
                <a:gd name="T60" fmla="*/ 809 w 1190"/>
                <a:gd name="T61" fmla="*/ 366 h 801"/>
                <a:gd name="T62" fmla="*/ 774 w 1190"/>
                <a:gd name="T63" fmla="*/ 417 h 801"/>
                <a:gd name="T64" fmla="*/ 778 w 1190"/>
                <a:gd name="T65" fmla="*/ 477 h 801"/>
                <a:gd name="T66" fmla="*/ 816 w 1190"/>
                <a:gd name="T67" fmla="*/ 521 h 801"/>
                <a:gd name="T68" fmla="*/ 721 w 1190"/>
                <a:gd name="T69" fmla="*/ 583 h 801"/>
                <a:gd name="T70" fmla="*/ 579 w 1190"/>
                <a:gd name="T71" fmla="*/ 681 h 801"/>
                <a:gd name="T72" fmla="*/ 467 w 1190"/>
                <a:gd name="T73" fmla="*/ 698 h 801"/>
                <a:gd name="T74" fmla="*/ 81 w 1190"/>
                <a:gd name="T75" fmla="*/ 801 h 801"/>
                <a:gd name="T76" fmla="*/ 49 w 1190"/>
                <a:gd name="T77" fmla="*/ 779 h 801"/>
                <a:gd name="T78" fmla="*/ 127 w 1190"/>
                <a:gd name="T79" fmla="*/ 509 h 801"/>
                <a:gd name="T80" fmla="*/ 39 w 1190"/>
                <a:gd name="T81" fmla="*/ 401 h 801"/>
                <a:gd name="T82" fmla="*/ 1 w 1190"/>
                <a:gd name="T83" fmla="*/ 288 h 801"/>
                <a:gd name="T84" fmla="*/ 18 w 1190"/>
                <a:gd name="T85" fmla="*/ 182 h 801"/>
                <a:gd name="T86" fmla="*/ 81 w 1190"/>
                <a:gd name="T87" fmla="*/ 101 h 801"/>
                <a:gd name="T88" fmla="*/ 181 w 1190"/>
                <a:gd name="T89" fmla="*/ 41 h 801"/>
                <a:gd name="T90" fmla="*/ 311 w 1190"/>
                <a:gd name="T91" fmla="*/ 7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90" h="801">
                  <a:moveTo>
                    <a:pt x="598" y="277"/>
                  </a:moveTo>
                  <a:lnTo>
                    <a:pt x="578" y="280"/>
                  </a:lnTo>
                  <a:lnTo>
                    <a:pt x="558" y="286"/>
                  </a:lnTo>
                  <a:lnTo>
                    <a:pt x="540" y="296"/>
                  </a:lnTo>
                  <a:lnTo>
                    <a:pt x="524" y="310"/>
                  </a:lnTo>
                  <a:lnTo>
                    <a:pt x="513" y="327"/>
                  </a:lnTo>
                  <a:lnTo>
                    <a:pt x="505" y="347"/>
                  </a:lnTo>
                  <a:lnTo>
                    <a:pt x="502" y="369"/>
                  </a:lnTo>
                  <a:lnTo>
                    <a:pt x="504" y="390"/>
                  </a:lnTo>
                  <a:lnTo>
                    <a:pt x="510" y="410"/>
                  </a:lnTo>
                  <a:lnTo>
                    <a:pt x="520" y="427"/>
                  </a:lnTo>
                  <a:lnTo>
                    <a:pt x="534" y="443"/>
                  </a:lnTo>
                  <a:lnTo>
                    <a:pt x="552" y="454"/>
                  </a:lnTo>
                  <a:lnTo>
                    <a:pt x="572" y="463"/>
                  </a:lnTo>
                  <a:lnTo>
                    <a:pt x="593" y="466"/>
                  </a:lnTo>
                  <a:lnTo>
                    <a:pt x="614" y="464"/>
                  </a:lnTo>
                  <a:lnTo>
                    <a:pt x="634" y="457"/>
                  </a:lnTo>
                  <a:lnTo>
                    <a:pt x="651" y="447"/>
                  </a:lnTo>
                  <a:lnTo>
                    <a:pt x="667" y="433"/>
                  </a:lnTo>
                  <a:lnTo>
                    <a:pt x="678" y="416"/>
                  </a:lnTo>
                  <a:lnTo>
                    <a:pt x="687" y="396"/>
                  </a:lnTo>
                  <a:lnTo>
                    <a:pt x="690" y="374"/>
                  </a:lnTo>
                  <a:lnTo>
                    <a:pt x="689" y="353"/>
                  </a:lnTo>
                  <a:lnTo>
                    <a:pt x="683" y="334"/>
                  </a:lnTo>
                  <a:lnTo>
                    <a:pt x="672" y="316"/>
                  </a:lnTo>
                  <a:lnTo>
                    <a:pt x="658" y="300"/>
                  </a:lnTo>
                  <a:lnTo>
                    <a:pt x="640" y="289"/>
                  </a:lnTo>
                  <a:lnTo>
                    <a:pt x="620" y="281"/>
                  </a:lnTo>
                  <a:lnTo>
                    <a:pt x="598" y="277"/>
                  </a:lnTo>
                  <a:close/>
                  <a:moveTo>
                    <a:pt x="330" y="208"/>
                  </a:moveTo>
                  <a:lnTo>
                    <a:pt x="309" y="209"/>
                  </a:lnTo>
                  <a:lnTo>
                    <a:pt x="289" y="215"/>
                  </a:lnTo>
                  <a:lnTo>
                    <a:pt x="272" y="225"/>
                  </a:lnTo>
                  <a:lnTo>
                    <a:pt x="256" y="240"/>
                  </a:lnTo>
                  <a:lnTo>
                    <a:pt x="245" y="257"/>
                  </a:lnTo>
                  <a:lnTo>
                    <a:pt x="236" y="277"/>
                  </a:lnTo>
                  <a:lnTo>
                    <a:pt x="233" y="298"/>
                  </a:lnTo>
                  <a:lnTo>
                    <a:pt x="235" y="319"/>
                  </a:lnTo>
                  <a:lnTo>
                    <a:pt x="242" y="339"/>
                  </a:lnTo>
                  <a:lnTo>
                    <a:pt x="252" y="358"/>
                  </a:lnTo>
                  <a:lnTo>
                    <a:pt x="265" y="372"/>
                  </a:lnTo>
                  <a:lnTo>
                    <a:pt x="283" y="385"/>
                  </a:lnTo>
                  <a:lnTo>
                    <a:pt x="303" y="392"/>
                  </a:lnTo>
                  <a:lnTo>
                    <a:pt x="325" y="395"/>
                  </a:lnTo>
                  <a:lnTo>
                    <a:pt x="346" y="394"/>
                  </a:lnTo>
                  <a:lnTo>
                    <a:pt x="365" y="388"/>
                  </a:lnTo>
                  <a:lnTo>
                    <a:pt x="383" y="377"/>
                  </a:lnTo>
                  <a:lnTo>
                    <a:pt x="399" y="364"/>
                  </a:lnTo>
                  <a:lnTo>
                    <a:pt x="410" y="346"/>
                  </a:lnTo>
                  <a:lnTo>
                    <a:pt x="418" y="325"/>
                  </a:lnTo>
                  <a:lnTo>
                    <a:pt x="421" y="305"/>
                  </a:lnTo>
                  <a:lnTo>
                    <a:pt x="419" y="284"/>
                  </a:lnTo>
                  <a:lnTo>
                    <a:pt x="413" y="264"/>
                  </a:lnTo>
                  <a:lnTo>
                    <a:pt x="403" y="246"/>
                  </a:lnTo>
                  <a:lnTo>
                    <a:pt x="389" y="231"/>
                  </a:lnTo>
                  <a:lnTo>
                    <a:pt x="372" y="218"/>
                  </a:lnTo>
                  <a:lnTo>
                    <a:pt x="352" y="211"/>
                  </a:lnTo>
                  <a:lnTo>
                    <a:pt x="330" y="208"/>
                  </a:lnTo>
                  <a:close/>
                  <a:moveTo>
                    <a:pt x="411" y="0"/>
                  </a:moveTo>
                  <a:lnTo>
                    <a:pt x="463" y="0"/>
                  </a:lnTo>
                  <a:lnTo>
                    <a:pt x="517" y="4"/>
                  </a:lnTo>
                  <a:lnTo>
                    <a:pt x="573" y="10"/>
                  </a:lnTo>
                  <a:lnTo>
                    <a:pt x="630" y="21"/>
                  </a:lnTo>
                  <a:lnTo>
                    <a:pt x="687" y="34"/>
                  </a:lnTo>
                  <a:lnTo>
                    <a:pt x="755" y="55"/>
                  </a:lnTo>
                  <a:lnTo>
                    <a:pt x="820" y="80"/>
                  </a:lnTo>
                  <a:lnTo>
                    <a:pt x="881" y="108"/>
                  </a:lnTo>
                  <a:lnTo>
                    <a:pt x="938" y="139"/>
                  </a:lnTo>
                  <a:lnTo>
                    <a:pt x="990" y="172"/>
                  </a:lnTo>
                  <a:lnTo>
                    <a:pt x="1037" y="209"/>
                  </a:lnTo>
                  <a:lnTo>
                    <a:pt x="1079" y="247"/>
                  </a:lnTo>
                  <a:lnTo>
                    <a:pt x="1114" y="286"/>
                  </a:lnTo>
                  <a:lnTo>
                    <a:pt x="1143" y="327"/>
                  </a:lnTo>
                  <a:lnTo>
                    <a:pt x="1166" y="368"/>
                  </a:lnTo>
                  <a:lnTo>
                    <a:pt x="1182" y="410"/>
                  </a:lnTo>
                  <a:lnTo>
                    <a:pt x="1190" y="452"/>
                  </a:lnTo>
                  <a:lnTo>
                    <a:pt x="1116" y="458"/>
                  </a:lnTo>
                  <a:lnTo>
                    <a:pt x="1039" y="470"/>
                  </a:lnTo>
                  <a:lnTo>
                    <a:pt x="961" y="489"/>
                  </a:lnTo>
                  <a:lnTo>
                    <a:pt x="942" y="494"/>
                  </a:lnTo>
                  <a:lnTo>
                    <a:pt x="950" y="480"/>
                  </a:lnTo>
                  <a:lnTo>
                    <a:pt x="955" y="466"/>
                  </a:lnTo>
                  <a:lnTo>
                    <a:pt x="958" y="445"/>
                  </a:lnTo>
                  <a:lnTo>
                    <a:pt x="957" y="424"/>
                  </a:lnTo>
                  <a:lnTo>
                    <a:pt x="951" y="404"/>
                  </a:lnTo>
                  <a:lnTo>
                    <a:pt x="941" y="386"/>
                  </a:lnTo>
                  <a:lnTo>
                    <a:pt x="926" y="371"/>
                  </a:lnTo>
                  <a:lnTo>
                    <a:pt x="909" y="359"/>
                  </a:lnTo>
                  <a:lnTo>
                    <a:pt x="889" y="351"/>
                  </a:lnTo>
                  <a:lnTo>
                    <a:pt x="868" y="348"/>
                  </a:lnTo>
                  <a:lnTo>
                    <a:pt x="847" y="349"/>
                  </a:lnTo>
                  <a:lnTo>
                    <a:pt x="827" y="355"/>
                  </a:lnTo>
                  <a:lnTo>
                    <a:pt x="809" y="366"/>
                  </a:lnTo>
                  <a:lnTo>
                    <a:pt x="794" y="379"/>
                  </a:lnTo>
                  <a:lnTo>
                    <a:pt x="782" y="397"/>
                  </a:lnTo>
                  <a:lnTo>
                    <a:pt x="774" y="417"/>
                  </a:lnTo>
                  <a:lnTo>
                    <a:pt x="771" y="438"/>
                  </a:lnTo>
                  <a:lnTo>
                    <a:pt x="772" y="458"/>
                  </a:lnTo>
                  <a:lnTo>
                    <a:pt x="778" y="477"/>
                  </a:lnTo>
                  <a:lnTo>
                    <a:pt x="788" y="494"/>
                  </a:lnTo>
                  <a:lnTo>
                    <a:pt x="800" y="509"/>
                  </a:lnTo>
                  <a:lnTo>
                    <a:pt x="816" y="521"/>
                  </a:lnTo>
                  <a:lnTo>
                    <a:pt x="834" y="530"/>
                  </a:lnTo>
                  <a:lnTo>
                    <a:pt x="776" y="555"/>
                  </a:lnTo>
                  <a:lnTo>
                    <a:pt x="721" y="583"/>
                  </a:lnTo>
                  <a:lnTo>
                    <a:pt x="670" y="613"/>
                  </a:lnTo>
                  <a:lnTo>
                    <a:pt x="622" y="646"/>
                  </a:lnTo>
                  <a:lnTo>
                    <a:pt x="579" y="681"/>
                  </a:lnTo>
                  <a:lnTo>
                    <a:pt x="539" y="717"/>
                  </a:lnTo>
                  <a:lnTo>
                    <a:pt x="506" y="709"/>
                  </a:lnTo>
                  <a:lnTo>
                    <a:pt x="467" y="698"/>
                  </a:lnTo>
                  <a:lnTo>
                    <a:pt x="430" y="685"/>
                  </a:lnTo>
                  <a:lnTo>
                    <a:pt x="95" y="799"/>
                  </a:lnTo>
                  <a:lnTo>
                    <a:pt x="81" y="801"/>
                  </a:lnTo>
                  <a:lnTo>
                    <a:pt x="68" y="797"/>
                  </a:lnTo>
                  <a:lnTo>
                    <a:pt x="56" y="789"/>
                  </a:lnTo>
                  <a:lnTo>
                    <a:pt x="49" y="779"/>
                  </a:lnTo>
                  <a:lnTo>
                    <a:pt x="46" y="765"/>
                  </a:lnTo>
                  <a:lnTo>
                    <a:pt x="47" y="751"/>
                  </a:lnTo>
                  <a:lnTo>
                    <a:pt x="127" y="509"/>
                  </a:lnTo>
                  <a:lnTo>
                    <a:pt x="93" y="474"/>
                  </a:lnTo>
                  <a:lnTo>
                    <a:pt x="64" y="438"/>
                  </a:lnTo>
                  <a:lnTo>
                    <a:pt x="39" y="401"/>
                  </a:lnTo>
                  <a:lnTo>
                    <a:pt x="20" y="363"/>
                  </a:lnTo>
                  <a:lnTo>
                    <a:pt x="7" y="325"/>
                  </a:lnTo>
                  <a:lnTo>
                    <a:pt x="1" y="288"/>
                  </a:lnTo>
                  <a:lnTo>
                    <a:pt x="0" y="250"/>
                  </a:lnTo>
                  <a:lnTo>
                    <a:pt x="6" y="213"/>
                  </a:lnTo>
                  <a:lnTo>
                    <a:pt x="18" y="182"/>
                  </a:lnTo>
                  <a:lnTo>
                    <a:pt x="35" y="153"/>
                  </a:lnTo>
                  <a:lnTo>
                    <a:pt x="55" y="126"/>
                  </a:lnTo>
                  <a:lnTo>
                    <a:pt x="81" y="101"/>
                  </a:lnTo>
                  <a:lnTo>
                    <a:pt x="110" y="79"/>
                  </a:lnTo>
                  <a:lnTo>
                    <a:pt x="144" y="59"/>
                  </a:lnTo>
                  <a:lnTo>
                    <a:pt x="181" y="41"/>
                  </a:lnTo>
                  <a:lnTo>
                    <a:pt x="222" y="28"/>
                  </a:lnTo>
                  <a:lnTo>
                    <a:pt x="265" y="16"/>
                  </a:lnTo>
                  <a:lnTo>
                    <a:pt x="311" y="7"/>
                  </a:lnTo>
                  <a:lnTo>
                    <a:pt x="360" y="2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63604399-AE3B-4584-ABC8-693E7C78A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8388" y="1460501"/>
              <a:ext cx="171450" cy="114300"/>
            </a:xfrm>
            <a:custGeom>
              <a:avLst/>
              <a:gdLst>
                <a:gd name="T0" fmla="*/ 281 w 1191"/>
                <a:gd name="T1" fmla="*/ 359 h 801"/>
                <a:gd name="T2" fmla="*/ 240 w 1191"/>
                <a:gd name="T3" fmla="*/ 405 h 801"/>
                <a:gd name="T4" fmla="*/ 236 w 1191"/>
                <a:gd name="T5" fmla="*/ 466 h 801"/>
                <a:gd name="T6" fmla="*/ 271 w 1191"/>
                <a:gd name="T7" fmla="*/ 518 h 801"/>
                <a:gd name="T8" fmla="*/ 329 w 1191"/>
                <a:gd name="T9" fmla="*/ 536 h 801"/>
                <a:gd name="T10" fmla="*/ 389 w 1191"/>
                <a:gd name="T11" fmla="*/ 513 h 801"/>
                <a:gd name="T12" fmla="*/ 419 w 1191"/>
                <a:gd name="T13" fmla="*/ 461 h 801"/>
                <a:gd name="T14" fmla="*/ 409 w 1191"/>
                <a:gd name="T15" fmla="*/ 397 h 801"/>
                <a:gd name="T16" fmla="*/ 365 w 1191"/>
                <a:gd name="T17" fmla="*/ 356 h 801"/>
                <a:gd name="T18" fmla="*/ 592 w 1191"/>
                <a:gd name="T19" fmla="*/ 278 h 801"/>
                <a:gd name="T20" fmla="*/ 533 w 1191"/>
                <a:gd name="T21" fmla="*/ 301 h 801"/>
                <a:gd name="T22" fmla="*/ 503 w 1191"/>
                <a:gd name="T23" fmla="*/ 354 h 801"/>
                <a:gd name="T24" fmla="*/ 512 w 1191"/>
                <a:gd name="T25" fmla="*/ 416 h 801"/>
                <a:gd name="T26" fmla="*/ 557 w 1191"/>
                <a:gd name="T27" fmla="*/ 458 h 801"/>
                <a:gd name="T28" fmla="*/ 620 w 1191"/>
                <a:gd name="T29" fmla="*/ 463 h 801"/>
                <a:gd name="T30" fmla="*/ 670 w 1191"/>
                <a:gd name="T31" fmla="*/ 427 h 801"/>
                <a:gd name="T32" fmla="*/ 689 w 1191"/>
                <a:gd name="T33" fmla="*/ 369 h 801"/>
                <a:gd name="T34" fmla="*/ 666 w 1191"/>
                <a:gd name="T35" fmla="*/ 310 h 801"/>
                <a:gd name="T36" fmla="*/ 613 w 1191"/>
                <a:gd name="T37" fmla="*/ 280 h 801"/>
                <a:gd name="T38" fmla="*/ 839 w 1191"/>
                <a:gd name="T39" fmla="*/ 211 h 801"/>
                <a:gd name="T40" fmla="*/ 788 w 1191"/>
                <a:gd name="T41" fmla="*/ 247 h 801"/>
                <a:gd name="T42" fmla="*/ 769 w 1191"/>
                <a:gd name="T43" fmla="*/ 305 h 801"/>
                <a:gd name="T44" fmla="*/ 792 w 1191"/>
                <a:gd name="T45" fmla="*/ 364 h 801"/>
                <a:gd name="T46" fmla="*/ 845 w 1191"/>
                <a:gd name="T47" fmla="*/ 394 h 801"/>
                <a:gd name="T48" fmla="*/ 908 w 1191"/>
                <a:gd name="T49" fmla="*/ 385 h 801"/>
                <a:gd name="T50" fmla="*/ 949 w 1191"/>
                <a:gd name="T51" fmla="*/ 340 h 801"/>
                <a:gd name="T52" fmla="*/ 954 w 1191"/>
                <a:gd name="T53" fmla="*/ 278 h 801"/>
                <a:gd name="T54" fmla="*/ 919 w 1191"/>
                <a:gd name="T55" fmla="*/ 226 h 801"/>
                <a:gd name="T56" fmla="*/ 861 w 1191"/>
                <a:gd name="T57" fmla="*/ 208 h 801"/>
                <a:gd name="T58" fmla="*/ 880 w 1191"/>
                <a:gd name="T59" fmla="*/ 7 h 801"/>
                <a:gd name="T60" fmla="*/ 1010 w 1191"/>
                <a:gd name="T61" fmla="*/ 42 h 801"/>
                <a:gd name="T62" fmla="*/ 1109 w 1191"/>
                <a:gd name="T63" fmla="*/ 101 h 801"/>
                <a:gd name="T64" fmla="*/ 1173 w 1191"/>
                <a:gd name="T65" fmla="*/ 182 h 801"/>
                <a:gd name="T66" fmla="*/ 1191 w 1191"/>
                <a:gd name="T67" fmla="*/ 288 h 801"/>
                <a:gd name="T68" fmla="*/ 1152 w 1191"/>
                <a:gd name="T69" fmla="*/ 401 h 801"/>
                <a:gd name="T70" fmla="*/ 1064 w 1191"/>
                <a:gd name="T71" fmla="*/ 510 h 801"/>
                <a:gd name="T72" fmla="*/ 1143 w 1191"/>
                <a:gd name="T73" fmla="*/ 778 h 801"/>
                <a:gd name="T74" fmla="*/ 1109 w 1191"/>
                <a:gd name="T75" fmla="*/ 801 h 801"/>
                <a:gd name="T76" fmla="*/ 724 w 1191"/>
                <a:gd name="T77" fmla="*/ 698 h 801"/>
                <a:gd name="T78" fmla="*/ 572 w 1191"/>
                <a:gd name="T79" fmla="*/ 733 h 801"/>
                <a:gd name="T80" fmla="*/ 409 w 1191"/>
                <a:gd name="T81" fmla="*/ 745 h 801"/>
                <a:gd name="T82" fmla="*/ 264 w 1191"/>
                <a:gd name="T83" fmla="*/ 728 h 801"/>
                <a:gd name="T84" fmla="*/ 143 w 1191"/>
                <a:gd name="T85" fmla="*/ 685 h 801"/>
                <a:gd name="T86" fmla="*/ 55 w 1191"/>
                <a:gd name="T87" fmla="*/ 618 h 801"/>
                <a:gd name="T88" fmla="*/ 6 w 1191"/>
                <a:gd name="T89" fmla="*/ 529 h 801"/>
                <a:gd name="T90" fmla="*/ 7 w 1191"/>
                <a:gd name="T91" fmla="*/ 415 h 801"/>
                <a:gd name="T92" fmla="*/ 66 w 1191"/>
                <a:gd name="T93" fmla="*/ 301 h 801"/>
                <a:gd name="T94" fmla="*/ 174 w 1191"/>
                <a:gd name="T95" fmla="*/ 192 h 801"/>
                <a:gd name="T96" fmla="*/ 323 w 1191"/>
                <a:gd name="T97" fmla="*/ 102 h 801"/>
                <a:gd name="T98" fmla="*/ 504 w 1191"/>
                <a:gd name="T99" fmla="*/ 34 h 801"/>
                <a:gd name="T100" fmla="*/ 674 w 1191"/>
                <a:gd name="T101" fmla="*/ 4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191" h="801">
                  <a:moveTo>
                    <a:pt x="323" y="348"/>
                  </a:moveTo>
                  <a:lnTo>
                    <a:pt x="302" y="352"/>
                  </a:lnTo>
                  <a:lnTo>
                    <a:pt x="281" y="359"/>
                  </a:lnTo>
                  <a:lnTo>
                    <a:pt x="265" y="371"/>
                  </a:lnTo>
                  <a:lnTo>
                    <a:pt x="250" y="386"/>
                  </a:lnTo>
                  <a:lnTo>
                    <a:pt x="240" y="405"/>
                  </a:lnTo>
                  <a:lnTo>
                    <a:pt x="234" y="424"/>
                  </a:lnTo>
                  <a:lnTo>
                    <a:pt x="233" y="445"/>
                  </a:lnTo>
                  <a:lnTo>
                    <a:pt x="236" y="466"/>
                  </a:lnTo>
                  <a:lnTo>
                    <a:pt x="243" y="487"/>
                  </a:lnTo>
                  <a:lnTo>
                    <a:pt x="255" y="503"/>
                  </a:lnTo>
                  <a:lnTo>
                    <a:pt x="271" y="518"/>
                  </a:lnTo>
                  <a:lnTo>
                    <a:pt x="289" y="528"/>
                  </a:lnTo>
                  <a:lnTo>
                    <a:pt x="309" y="535"/>
                  </a:lnTo>
                  <a:lnTo>
                    <a:pt x="329" y="536"/>
                  </a:lnTo>
                  <a:lnTo>
                    <a:pt x="351" y="533"/>
                  </a:lnTo>
                  <a:lnTo>
                    <a:pt x="371" y="525"/>
                  </a:lnTo>
                  <a:lnTo>
                    <a:pt x="389" y="513"/>
                  </a:lnTo>
                  <a:lnTo>
                    <a:pt x="402" y="498"/>
                  </a:lnTo>
                  <a:lnTo>
                    <a:pt x="413" y="479"/>
                  </a:lnTo>
                  <a:lnTo>
                    <a:pt x="419" y="461"/>
                  </a:lnTo>
                  <a:lnTo>
                    <a:pt x="421" y="439"/>
                  </a:lnTo>
                  <a:lnTo>
                    <a:pt x="418" y="418"/>
                  </a:lnTo>
                  <a:lnTo>
                    <a:pt x="409" y="397"/>
                  </a:lnTo>
                  <a:lnTo>
                    <a:pt x="397" y="381"/>
                  </a:lnTo>
                  <a:lnTo>
                    <a:pt x="382" y="366"/>
                  </a:lnTo>
                  <a:lnTo>
                    <a:pt x="365" y="356"/>
                  </a:lnTo>
                  <a:lnTo>
                    <a:pt x="345" y="349"/>
                  </a:lnTo>
                  <a:lnTo>
                    <a:pt x="323" y="348"/>
                  </a:lnTo>
                  <a:close/>
                  <a:moveTo>
                    <a:pt x="592" y="278"/>
                  </a:moveTo>
                  <a:lnTo>
                    <a:pt x="571" y="281"/>
                  </a:lnTo>
                  <a:lnTo>
                    <a:pt x="551" y="289"/>
                  </a:lnTo>
                  <a:lnTo>
                    <a:pt x="533" y="301"/>
                  </a:lnTo>
                  <a:lnTo>
                    <a:pt x="520" y="316"/>
                  </a:lnTo>
                  <a:lnTo>
                    <a:pt x="509" y="334"/>
                  </a:lnTo>
                  <a:lnTo>
                    <a:pt x="503" y="354"/>
                  </a:lnTo>
                  <a:lnTo>
                    <a:pt x="501" y="374"/>
                  </a:lnTo>
                  <a:lnTo>
                    <a:pt x="504" y="396"/>
                  </a:lnTo>
                  <a:lnTo>
                    <a:pt x="512" y="416"/>
                  </a:lnTo>
                  <a:lnTo>
                    <a:pt x="524" y="434"/>
                  </a:lnTo>
                  <a:lnTo>
                    <a:pt x="539" y="447"/>
                  </a:lnTo>
                  <a:lnTo>
                    <a:pt x="557" y="458"/>
                  </a:lnTo>
                  <a:lnTo>
                    <a:pt x="577" y="464"/>
                  </a:lnTo>
                  <a:lnTo>
                    <a:pt x="598" y="466"/>
                  </a:lnTo>
                  <a:lnTo>
                    <a:pt x="620" y="463"/>
                  </a:lnTo>
                  <a:lnTo>
                    <a:pt x="639" y="455"/>
                  </a:lnTo>
                  <a:lnTo>
                    <a:pt x="657" y="443"/>
                  </a:lnTo>
                  <a:lnTo>
                    <a:pt x="670" y="427"/>
                  </a:lnTo>
                  <a:lnTo>
                    <a:pt x="681" y="410"/>
                  </a:lnTo>
                  <a:lnTo>
                    <a:pt x="687" y="390"/>
                  </a:lnTo>
                  <a:lnTo>
                    <a:pt x="689" y="369"/>
                  </a:lnTo>
                  <a:lnTo>
                    <a:pt x="686" y="347"/>
                  </a:lnTo>
                  <a:lnTo>
                    <a:pt x="678" y="328"/>
                  </a:lnTo>
                  <a:lnTo>
                    <a:pt x="666" y="310"/>
                  </a:lnTo>
                  <a:lnTo>
                    <a:pt x="651" y="296"/>
                  </a:lnTo>
                  <a:lnTo>
                    <a:pt x="633" y="286"/>
                  </a:lnTo>
                  <a:lnTo>
                    <a:pt x="613" y="280"/>
                  </a:lnTo>
                  <a:lnTo>
                    <a:pt x="592" y="278"/>
                  </a:lnTo>
                  <a:close/>
                  <a:moveTo>
                    <a:pt x="861" y="208"/>
                  </a:moveTo>
                  <a:lnTo>
                    <a:pt x="839" y="211"/>
                  </a:lnTo>
                  <a:lnTo>
                    <a:pt x="819" y="219"/>
                  </a:lnTo>
                  <a:lnTo>
                    <a:pt x="802" y="231"/>
                  </a:lnTo>
                  <a:lnTo>
                    <a:pt x="788" y="247"/>
                  </a:lnTo>
                  <a:lnTo>
                    <a:pt x="778" y="264"/>
                  </a:lnTo>
                  <a:lnTo>
                    <a:pt x="771" y="284"/>
                  </a:lnTo>
                  <a:lnTo>
                    <a:pt x="769" y="305"/>
                  </a:lnTo>
                  <a:lnTo>
                    <a:pt x="772" y="327"/>
                  </a:lnTo>
                  <a:lnTo>
                    <a:pt x="781" y="346"/>
                  </a:lnTo>
                  <a:lnTo>
                    <a:pt x="792" y="364"/>
                  </a:lnTo>
                  <a:lnTo>
                    <a:pt x="808" y="378"/>
                  </a:lnTo>
                  <a:lnTo>
                    <a:pt x="825" y="388"/>
                  </a:lnTo>
                  <a:lnTo>
                    <a:pt x="845" y="394"/>
                  </a:lnTo>
                  <a:lnTo>
                    <a:pt x="866" y="395"/>
                  </a:lnTo>
                  <a:lnTo>
                    <a:pt x="888" y="392"/>
                  </a:lnTo>
                  <a:lnTo>
                    <a:pt x="908" y="385"/>
                  </a:lnTo>
                  <a:lnTo>
                    <a:pt x="925" y="372"/>
                  </a:lnTo>
                  <a:lnTo>
                    <a:pt x="940" y="358"/>
                  </a:lnTo>
                  <a:lnTo>
                    <a:pt x="949" y="340"/>
                  </a:lnTo>
                  <a:lnTo>
                    <a:pt x="956" y="320"/>
                  </a:lnTo>
                  <a:lnTo>
                    <a:pt x="958" y="300"/>
                  </a:lnTo>
                  <a:lnTo>
                    <a:pt x="954" y="278"/>
                  </a:lnTo>
                  <a:lnTo>
                    <a:pt x="946" y="258"/>
                  </a:lnTo>
                  <a:lnTo>
                    <a:pt x="935" y="240"/>
                  </a:lnTo>
                  <a:lnTo>
                    <a:pt x="919" y="226"/>
                  </a:lnTo>
                  <a:lnTo>
                    <a:pt x="901" y="215"/>
                  </a:lnTo>
                  <a:lnTo>
                    <a:pt x="882" y="209"/>
                  </a:lnTo>
                  <a:lnTo>
                    <a:pt x="861" y="208"/>
                  </a:lnTo>
                  <a:close/>
                  <a:moveTo>
                    <a:pt x="781" y="0"/>
                  </a:moveTo>
                  <a:lnTo>
                    <a:pt x="831" y="2"/>
                  </a:lnTo>
                  <a:lnTo>
                    <a:pt x="880" y="7"/>
                  </a:lnTo>
                  <a:lnTo>
                    <a:pt x="925" y="17"/>
                  </a:lnTo>
                  <a:lnTo>
                    <a:pt x="969" y="28"/>
                  </a:lnTo>
                  <a:lnTo>
                    <a:pt x="1010" y="42"/>
                  </a:lnTo>
                  <a:lnTo>
                    <a:pt x="1047" y="59"/>
                  </a:lnTo>
                  <a:lnTo>
                    <a:pt x="1080" y="79"/>
                  </a:lnTo>
                  <a:lnTo>
                    <a:pt x="1109" y="101"/>
                  </a:lnTo>
                  <a:lnTo>
                    <a:pt x="1135" y="126"/>
                  </a:lnTo>
                  <a:lnTo>
                    <a:pt x="1156" y="153"/>
                  </a:lnTo>
                  <a:lnTo>
                    <a:pt x="1173" y="182"/>
                  </a:lnTo>
                  <a:lnTo>
                    <a:pt x="1184" y="214"/>
                  </a:lnTo>
                  <a:lnTo>
                    <a:pt x="1191" y="251"/>
                  </a:lnTo>
                  <a:lnTo>
                    <a:pt x="1191" y="288"/>
                  </a:lnTo>
                  <a:lnTo>
                    <a:pt x="1183" y="326"/>
                  </a:lnTo>
                  <a:lnTo>
                    <a:pt x="1171" y="364"/>
                  </a:lnTo>
                  <a:lnTo>
                    <a:pt x="1152" y="401"/>
                  </a:lnTo>
                  <a:lnTo>
                    <a:pt x="1128" y="438"/>
                  </a:lnTo>
                  <a:lnTo>
                    <a:pt x="1098" y="474"/>
                  </a:lnTo>
                  <a:lnTo>
                    <a:pt x="1064" y="510"/>
                  </a:lnTo>
                  <a:lnTo>
                    <a:pt x="1144" y="751"/>
                  </a:lnTo>
                  <a:lnTo>
                    <a:pt x="1146" y="765"/>
                  </a:lnTo>
                  <a:lnTo>
                    <a:pt x="1143" y="778"/>
                  </a:lnTo>
                  <a:lnTo>
                    <a:pt x="1134" y="789"/>
                  </a:lnTo>
                  <a:lnTo>
                    <a:pt x="1123" y="798"/>
                  </a:lnTo>
                  <a:lnTo>
                    <a:pt x="1109" y="801"/>
                  </a:lnTo>
                  <a:lnTo>
                    <a:pt x="1096" y="799"/>
                  </a:lnTo>
                  <a:lnTo>
                    <a:pt x="761" y="685"/>
                  </a:lnTo>
                  <a:lnTo>
                    <a:pt x="724" y="698"/>
                  </a:lnTo>
                  <a:lnTo>
                    <a:pt x="685" y="709"/>
                  </a:lnTo>
                  <a:lnTo>
                    <a:pt x="628" y="723"/>
                  </a:lnTo>
                  <a:lnTo>
                    <a:pt x="572" y="733"/>
                  </a:lnTo>
                  <a:lnTo>
                    <a:pt x="517" y="741"/>
                  </a:lnTo>
                  <a:lnTo>
                    <a:pt x="462" y="744"/>
                  </a:lnTo>
                  <a:lnTo>
                    <a:pt x="409" y="745"/>
                  </a:lnTo>
                  <a:lnTo>
                    <a:pt x="358" y="742"/>
                  </a:lnTo>
                  <a:lnTo>
                    <a:pt x="311" y="736"/>
                  </a:lnTo>
                  <a:lnTo>
                    <a:pt x="264" y="728"/>
                  </a:lnTo>
                  <a:lnTo>
                    <a:pt x="221" y="717"/>
                  </a:lnTo>
                  <a:lnTo>
                    <a:pt x="181" y="702"/>
                  </a:lnTo>
                  <a:lnTo>
                    <a:pt x="143" y="685"/>
                  </a:lnTo>
                  <a:lnTo>
                    <a:pt x="110" y="666"/>
                  </a:lnTo>
                  <a:lnTo>
                    <a:pt x="80" y="643"/>
                  </a:lnTo>
                  <a:lnTo>
                    <a:pt x="55" y="618"/>
                  </a:lnTo>
                  <a:lnTo>
                    <a:pt x="34" y="591"/>
                  </a:lnTo>
                  <a:lnTo>
                    <a:pt x="17" y="562"/>
                  </a:lnTo>
                  <a:lnTo>
                    <a:pt x="6" y="529"/>
                  </a:lnTo>
                  <a:lnTo>
                    <a:pt x="0" y="492"/>
                  </a:lnTo>
                  <a:lnTo>
                    <a:pt x="0" y="453"/>
                  </a:lnTo>
                  <a:lnTo>
                    <a:pt x="7" y="415"/>
                  </a:lnTo>
                  <a:lnTo>
                    <a:pt x="20" y="377"/>
                  </a:lnTo>
                  <a:lnTo>
                    <a:pt x="40" y="338"/>
                  </a:lnTo>
                  <a:lnTo>
                    <a:pt x="66" y="301"/>
                  </a:lnTo>
                  <a:lnTo>
                    <a:pt x="97" y="263"/>
                  </a:lnTo>
                  <a:lnTo>
                    <a:pt x="133" y="227"/>
                  </a:lnTo>
                  <a:lnTo>
                    <a:pt x="174" y="192"/>
                  </a:lnTo>
                  <a:lnTo>
                    <a:pt x="219" y="160"/>
                  </a:lnTo>
                  <a:lnTo>
                    <a:pt x="269" y="130"/>
                  </a:lnTo>
                  <a:lnTo>
                    <a:pt x="323" y="102"/>
                  </a:lnTo>
                  <a:lnTo>
                    <a:pt x="380" y="76"/>
                  </a:lnTo>
                  <a:lnTo>
                    <a:pt x="441" y="54"/>
                  </a:lnTo>
                  <a:lnTo>
                    <a:pt x="504" y="34"/>
                  </a:lnTo>
                  <a:lnTo>
                    <a:pt x="561" y="21"/>
                  </a:lnTo>
                  <a:lnTo>
                    <a:pt x="618" y="10"/>
                  </a:lnTo>
                  <a:lnTo>
                    <a:pt x="674" y="4"/>
                  </a:lnTo>
                  <a:lnTo>
                    <a:pt x="728" y="0"/>
                  </a:lnTo>
                  <a:lnTo>
                    <a:pt x="7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57C06A-ED96-4032-A44B-4A00EFDC3BC7}"/>
              </a:ext>
            </a:extLst>
          </p:cNvPr>
          <p:cNvGrpSpPr/>
          <p:nvPr/>
        </p:nvGrpSpPr>
        <p:grpSpPr>
          <a:xfrm flipH="1">
            <a:off x="5452021" y="639829"/>
            <a:ext cx="329931" cy="300532"/>
            <a:chOff x="7191375" y="2265363"/>
            <a:chExt cx="481013" cy="43815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140F2327-6032-4197-BE5D-5C9F1BC05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0" y="2300288"/>
              <a:ext cx="71438" cy="71438"/>
            </a:xfrm>
            <a:custGeom>
              <a:avLst/>
              <a:gdLst>
                <a:gd name="T0" fmla="*/ 249 w 498"/>
                <a:gd name="T1" fmla="*/ 0 h 495"/>
                <a:gd name="T2" fmla="*/ 286 w 498"/>
                <a:gd name="T3" fmla="*/ 3 h 495"/>
                <a:gd name="T4" fmla="*/ 322 w 498"/>
                <a:gd name="T5" fmla="*/ 10 h 495"/>
                <a:gd name="T6" fmla="*/ 354 w 498"/>
                <a:gd name="T7" fmla="*/ 23 h 495"/>
                <a:gd name="T8" fmla="*/ 385 w 498"/>
                <a:gd name="T9" fmla="*/ 39 h 495"/>
                <a:gd name="T10" fmla="*/ 412 w 498"/>
                <a:gd name="T11" fmla="*/ 61 h 495"/>
                <a:gd name="T12" fmla="*/ 437 w 498"/>
                <a:gd name="T13" fmla="*/ 85 h 495"/>
                <a:gd name="T14" fmla="*/ 458 w 498"/>
                <a:gd name="T15" fmla="*/ 112 h 495"/>
                <a:gd name="T16" fmla="*/ 476 w 498"/>
                <a:gd name="T17" fmla="*/ 143 h 495"/>
                <a:gd name="T18" fmla="*/ 488 w 498"/>
                <a:gd name="T19" fmla="*/ 176 h 495"/>
                <a:gd name="T20" fmla="*/ 496 w 498"/>
                <a:gd name="T21" fmla="*/ 211 h 495"/>
                <a:gd name="T22" fmla="*/ 498 w 498"/>
                <a:gd name="T23" fmla="*/ 247 h 495"/>
                <a:gd name="T24" fmla="*/ 496 w 498"/>
                <a:gd name="T25" fmla="*/ 284 h 495"/>
                <a:gd name="T26" fmla="*/ 488 w 498"/>
                <a:gd name="T27" fmla="*/ 319 h 495"/>
                <a:gd name="T28" fmla="*/ 476 w 498"/>
                <a:gd name="T29" fmla="*/ 351 h 495"/>
                <a:gd name="T30" fmla="*/ 458 w 498"/>
                <a:gd name="T31" fmla="*/ 382 h 495"/>
                <a:gd name="T32" fmla="*/ 437 w 498"/>
                <a:gd name="T33" fmla="*/ 409 h 495"/>
                <a:gd name="T34" fmla="*/ 412 w 498"/>
                <a:gd name="T35" fmla="*/ 435 h 495"/>
                <a:gd name="T36" fmla="*/ 385 w 498"/>
                <a:gd name="T37" fmla="*/ 455 h 495"/>
                <a:gd name="T38" fmla="*/ 354 w 498"/>
                <a:gd name="T39" fmla="*/ 472 h 495"/>
                <a:gd name="T40" fmla="*/ 322 w 498"/>
                <a:gd name="T41" fmla="*/ 484 h 495"/>
                <a:gd name="T42" fmla="*/ 286 w 498"/>
                <a:gd name="T43" fmla="*/ 492 h 495"/>
                <a:gd name="T44" fmla="*/ 249 w 498"/>
                <a:gd name="T45" fmla="*/ 495 h 495"/>
                <a:gd name="T46" fmla="*/ 212 w 498"/>
                <a:gd name="T47" fmla="*/ 492 h 495"/>
                <a:gd name="T48" fmla="*/ 178 w 498"/>
                <a:gd name="T49" fmla="*/ 484 h 495"/>
                <a:gd name="T50" fmla="*/ 144 w 498"/>
                <a:gd name="T51" fmla="*/ 472 h 495"/>
                <a:gd name="T52" fmla="*/ 113 w 498"/>
                <a:gd name="T53" fmla="*/ 455 h 495"/>
                <a:gd name="T54" fmla="*/ 86 w 498"/>
                <a:gd name="T55" fmla="*/ 435 h 495"/>
                <a:gd name="T56" fmla="*/ 61 w 498"/>
                <a:gd name="T57" fmla="*/ 409 h 495"/>
                <a:gd name="T58" fmla="*/ 40 w 498"/>
                <a:gd name="T59" fmla="*/ 382 h 495"/>
                <a:gd name="T60" fmla="*/ 24 w 498"/>
                <a:gd name="T61" fmla="*/ 351 h 495"/>
                <a:gd name="T62" fmla="*/ 10 w 498"/>
                <a:gd name="T63" fmla="*/ 319 h 495"/>
                <a:gd name="T64" fmla="*/ 2 w 498"/>
                <a:gd name="T65" fmla="*/ 284 h 495"/>
                <a:gd name="T66" fmla="*/ 0 w 498"/>
                <a:gd name="T67" fmla="*/ 247 h 495"/>
                <a:gd name="T68" fmla="*/ 2 w 498"/>
                <a:gd name="T69" fmla="*/ 211 h 495"/>
                <a:gd name="T70" fmla="*/ 10 w 498"/>
                <a:gd name="T71" fmla="*/ 176 h 495"/>
                <a:gd name="T72" fmla="*/ 24 w 498"/>
                <a:gd name="T73" fmla="*/ 143 h 495"/>
                <a:gd name="T74" fmla="*/ 40 w 498"/>
                <a:gd name="T75" fmla="*/ 112 h 495"/>
                <a:gd name="T76" fmla="*/ 61 w 498"/>
                <a:gd name="T77" fmla="*/ 85 h 495"/>
                <a:gd name="T78" fmla="*/ 86 w 498"/>
                <a:gd name="T79" fmla="*/ 61 h 495"/>
                <a:gd name="T80" fmla="*/ 113 w 498"/>
                <a:gd name="T81" fmla="*/ 39 h 495"/>
                <a:gd name="T82" fmla="*/ 144 w 498"/>
                <a:gd name="T83" fmla="*/ 23 h 495"/>
                <a:gd name="T84" fmla="*/ 178 w 498"/>
                <a:gd name="T85" fmla="*/ 10 h 495"/>
                <a:gd name="T86" fmla="*/ 212 w 498"/>
                <a:gd name="T87" fmla="*/ 3 h 495"/>
                <a:gd name="T88" fmla="*/ 249 w 498"/>
                <a:gd name="T89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8" h="495">
                  <a:moveTo>
                    <a:pt x="249" y="0"/>
                  </a:moveTo>
                  <a:lnTo>
                    <a:pt x="286" y="3"/>
                  </a:lnTo>
                  <a:lnTo>
                    <a:pt x="322" y="10"/>
                  </a:lnTo>
                  <a:lnTo>
                    <a:pt x="354" y="23"/>
                  </a:lnTo>
                  <a:lnTo>
                    <a:pt x="385" y="39"/>
                  </a:lnTo>
                  <a:lnTo>
                    <a:pt x="412" y="61"/>
                  </a:lnTo>
                  <a:lnTo>
                    <a:pt x="437" y="85"/>
                  </a:lnTo>
                  <a:lnTo>
                    <a:pt x="458" y="112"/>
                  </a:lnTo>
                  <a:lnTo>
                    <a:pt x="476" y="143"/>
                  </a:lnTo>
                  <a:lnTo>
                    <a:pt x="488" y="176"/>
                  </a:lnTo>
                  <a:lnTo>
                    <a:pt x="496" y="211"/>
                  </a:lnTo>
                  <a:lnTo>
                    <a:pt x="498" y="247"/>
                  </a:lnTo>
                  <a:lnTo>
                    <a:pt x="496" y="284"/>
                  </a:lnTo>
                  <a:lnTo>
                    <a:pt x="488" y="319"/>
                  </a:lnTo>
                  <a:lnTo>
                    <a:pt x="476" y="351"/>
                  </a:lnTo>
                  <a:lnTo>
                    <a:pt x="458" y="382"/>
                  </a:lnTo>
                  <a:lnTo>
                    <a:pt x="437" y="409"/>
                  </a:lnTo>
                  <a:lnTo>
                    <a:pt x="412" y="435"/>
                  </a:lnTo>
                  <a:lnTo>
                    <a:pt x="385" y="455"/>
                  </a:lnTo>
                  <a:lnTo>
                    <a:pt x="354" y="472"/>
                  </a:lnTo>
                  <a:lnTo>
                    <a:pt x="322" y="484"/>
                  </a:lnTo>
                  <a:lnTo>
                    <a:pt x="286" y="492"/>
                  </a:lnTo>
                  <a:lnTo>
                    <a:pt x="249" y="495"/>
                  </a:lnTo>
                  <a:lnTo>
                    <a:pt x="212" y="492"/>
                  </a:lnTo>
                  <a:lnTo>
                    <a:pt x="178" y="484"/>
                  </a:lnTo>
                  <a:lnTo>
                    <a:pt x="144" y="472"/>
                  </a:lnTo>
                  <a:lnTo>
                    <a:pt x="113" y="455"/>
                  </a:lnTo>
                  <a:lnTo>
                    <a:pt x="86" y="435"/>
                  </a:lnTo>
                  <a:lnTo>
                    <a:pt x="61" y="409"/>
                  </a:lnTo>
                  <a:lnTo>
                    <a:pt x="40" y="382"/>
                  </a:lnTo>
                  <a:lnTo>
                    <a:pt x="24" y="351"/>
                  </a:lnTo>
                  <a:lnTo>
                    <a:pt x="10" y="319"/>
                  </a:lnTo>
                  <a:lnTo>
                    <a:pt x="2" y="284"/>
                  </a:lnTo>
                  <a:lnTo>
                    <a:pt x="0" y="247"/>
                  </a:lnTo>
                  <a:lnTo>
                    <a:pt x="2" y="211"/>
                  </a:lnTo>
                  <a:lnTo>
                    <a:pt x="10" y="176"/>
                  </a:lnTo>
                  <a:lnTo>
                    <a:pt x="24" y="143"/>
                  </a:lnTo>
                  <a:lnTo>
                    <a:pt x="40" y="112"/>
                  </a:lnTo>
                  <a:lnTo>
                    <a:pt x="61" y="85"/>
                  </a:lnTo>
                  <a:lnTo>
                    <a:pt x="86" y="61"/>
                  </a:lnTo>
                  <a:lnTo>
                    <a:pt x="113" y="39"/>
                  </a:lnTo>
                  <a:lnTo>
                    <a:pt x="144" y="23"/>
                  </a:lnTo>
                  <a:lnTo>
                    <a:pt x="178" y="10"/>
                  </a:lnTo>
                  <a:lnTo>
                    <a:pt x="212" y="3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314E7B83-9398-4E5E-960C-A07530F83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1375" y="2382838"/>
              <a:ext cx="152400" cy="285750"/>
            </a:xfrm>
            <a:custGeom>
              <a:avLst/>
              <a:gdLst>
                <a:gd name="T0" fmla="*/ 534 w 1059"/>
                <a:gd name="T1" fmla="*/ 0 h 1987"/>
                <a:gd name="T2" fmla="*/ 589 w 1059"/>
                <a:gd name="T3" fmla="*/ 11 h 1987"/>
                <a:gd name="T4" fmla="*/ 632 w 1059"/>
                <a:gd name="T5" fmla="*/ 42 h 1987"/>
                <a:gd name="T6" fmla="*/ 718 w 1059"/>
                <a:gd name="T7" fmla="*/ 28 h 1987"/>
                <a:gd name="T8" fmla="*/ 756 w 1059"/>
                <a:gd name="T9" fmla="*/ 7 h 1987"/>
                <a:gd name="T10" fmla="*/ 800 w 1059"/>
                <a:gd name="T11" fmla="*/ 0 h 1987"/>
                <a:gd name="T12" fmla="*/ 957 w 1059"/>
                <a:gd name="T13" fmla="*/ 1 h 1987"/>
                <a:gd name="T14" fmla="*/ 995 w 1059"/>
                <a:gd name="T15" fmla="*/ 15 h 1987"/>
                <a:gd name="T16" fmla="*/ 715 w 1059"/>
                <a:gd name="T17" fmla="*/ 741 h 1987"/>
                <a:gd name="T18" fmla="*/ 706 w 1059"/>
                <a:gd name="T19" fmla="*/ 827 h 1987"/>
                <a:gd name="T20" fmla="*/ 719 w 1059"/>
                <a:gd name="T21" fmla="*/ 912 h 1987"/>
                <a:gd name="T22" fmla="*/ 755 w 1059"/>
                <a:gd name="T23" fmla="*/ 992 h 1987"/>
                <a:gd name="T24" fmla="*/ 809 w 1059"/>
                <a:gd name="T25" fmla="*/ 1059 h 1987"/>
                <a:gd name="T26" fmla="*/ 879 w 1059"/>
                <a:gd name="T27" fmla="*/ 1110 h 1987"/>
                <a:gd name="T28" fmla="*/ 949 w 1059"/>
                <a:gd name="T29" fmla="*/ 1137 h 1987"/>
                <a:gd name="T30" fmla="*/ 1009 w 1059"/>
                <a:gd name="T31" fmla="*/ 1149 h 1987"/>
                <a:gd name="T32" fmla="*/ 913 w 1059"/>
                <a:gd name="T33" fmla="*/ 1832 h 1987"/>
                <a:gd name="T34" fmla="*/ 405 w 1059"/>
                <a:gd name="T35" fmla="*/ 1886 h 1987"/>
                <a:gd name="T36" fmla="*/ 381 w 1059"/>
                <a:gd name="T37" fmla="*/ 1933 h 1987"/>
                <a:gd name="T38" fmla="*/ 344 w 1059"/>
                <a:gd name="T39" fmla="*/ 1966 h 1987"/>
                <a:gd name="T40" fmla="*/ 296 w 1059"/>
                <a:gd name="T41" fmla="*/ 1985 h 1987"/>
                <a:gd name="T42" fmla="*/ 251 w 1059"/>
                <a:gd name="T43" fmla="*/ 1986 h 1987"/>
                <a:gd name="T44" fmla="*/ 208 w 1059"/>
                <a:gd name="T45" fmla="*/ 1972 h 1987"/>
                <a:gd name="T46" fmla="*/ 169 w 1059"/>
                <a:gd name="T47" fmla="*/ 1944 h 1987"/>
                <a:gd name="T48" fmla="*/ 143 w 1059"/>
                <a:gd name="T49" fmla="*/ 1905 h 1987"/>
                <a:gd name="T50" fmla="*/ 131 w 1059"/>
                <a:gd name="T51" fmla="*/ 1858 h 1987"/>
                <a:gd name="T52" fmla="*/ 136 w 1059"/>
                <a:gd name="T53" fmla="*/ 1809 h 1987"/>
                <a:gd name="T54" fmla="*/ 395 w 1059"/>
                <a:gd name="T55" fmla="*/ 535 h 1987"/>
                <a:gd name="T56" fmla="*/ 260 w 1059"/>
                <a:gd name="T57" fmla="*/ 875 h 1987"/>
                <a:gd name="T58" fmla="*/ 227 w 1059"/>
                <a:gd name="T59" fmla="*/ 911 h 1987"/>
                <a:gd name="T60" fmla="*/ 186 w 1059"/>
                <a:gd name="T61" fmla="*/ 934 h 1987"/>
                <a:gd name="T62" fmla="*/ 139 w 1059"/>
                <a:gd name="T63" fmla="*/ 942 h 1987"/>
                <a:gd name="T64" fmla="*/ 90 w 1059"/>
                <a:gd name="T65" fmla="*/ 933 h 1987"/>
                <a:gd name="T66" fmla="*/ 47 w 1059"/>
                <a:gd name="T67" fmla="*/ 906 h 1987"/>
                <a:gd name="T68" fmla="*/ 17 w 1059"/>
                <a:gd name="T69" fmla="*/ 869 h 1987"/>
                <a:gd name="T70" fmla="*/ 2 w 1059"/>
                <a:gd name="T71" fmla="*/ 824 h 1987"/>
                <a:gd name="T72" fmla="*/ 0 w 1059"/>
                <a:gd name="T73" fmla="*/ 800 h 1987"/>
                <a:gd name="T74" fmla="*/ 9 w 1059"/>
                <a:gd name="T75" fmla="*/ 752 h 1987"/>
                <a:gd name="T76" fmla="*/ 277 w 1059"/>
                <a:gd name="T77" fmla="*/ 67 h 1987"/>
                <a:gd name="T78" fmla="*/ 309 w 1059"/>
                <a:gd name="T79" fmla="*/ 32 h 1987"/>
                <a:gd name="T80" fmla="*/ 350 w 1059"/>
                <a:gd name="T81" fmla="*/ 8 h 1987"/>
                <a:gd name="T82" fmla="*/ 398 w 1059"/>
                <a:gd name="T83" fmla="*/ 0 h 1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59" h="1987">
                  <a:moveTo>
                    <a:pt x="398" y="0"/>
                  </a:moveTo>
                  <a:lnTo>
                    <a:pt x="534" y="0"/>
                  </a:lnTo>
                  <a:lnTo>
                    <a:pt x="563" y="3"/>
                  </a:lnTo>
                  <a:lnTo>
                    <a:pt x="589" y="11"/>
                  </a:lnTo>
                  <a:lnTo>
                    <a:pt x="612" y="25"/>
                  </a:lnTo>
                  <a:lnTo>
                    <a:pt x="632" y="42"/>
                  </a:lnTo>
                  <a:lnTo>
                    <a:pt x="702" y="42"/>
                  </a:lnTo>
                  <a:lnTo>
                    <a:pt x="718" y="28"/>
                  </a:lnTo>
                  <a:lnTo>
                    <a:pt x="736" y="17"/>
                  </a:lnTo>
                  <a:lnTo>
                    <a:pt x="756" y="7"/>
                  </a:lnTo>
                  <a:lnTo>
                    <a:pt x="776" y="2"/>
                  </a:lnTo>
                  <a:lnTo>
                    <a:pt x="800" y="0"/>
                  </a:lnTo>
                  <a:lnTo>
                    <a:pt x="936" y="0"/>
                  </a:lnTo>
                  <a:lnTo>
                    <a:pt x="957" y="1"/>
                  </a:lnTo>
                  <a:lnTo>
                    <a:pt x="976" y="6"/>
                  </a:lnTo>
                  <a:lnTo>
                    <a:pt x="995" y="15"/>
                  </a:lnTo>
                  <a:lnTo>
                    <a:pt x="728" y="700"/>
                  </a:lnTo>
                  <a:lnTo>
                    <a:pt x="715" y="741"/>
                  </a:lnTo>
                  <a:lnTo>
                    <a:pt x="708" y="784"/>
                  </a:lnTo>
                  <a:lnTo>
                    <a:pt x="706" y="827"/>
                  </a:lnTo>
                  <a:lnTo>
                    <a:pt x="710" y="870"/>
                  </a:lnTo>
                  <a:lnTo>
                    <a:pt x="719" y="912"/>
                  </a:lnTo>
                  <a:lnTo>
                    <a:pt x="734" y="953"/>
                  </a:lnTo>
                  <a:lnTo>
                    <a:pt x="755" y="992"/>
                  </a:lnTo>
                  <a:lnTo>
                    <a:pt x="780" y="1028"/>
                  </a:lnTo>
                  <a:lnTo>
                    <a:pt x="809" y="1059"/>
                  </a:lnTo>
                  <a:lnTo>
                    <a:pt x="843" y="1087"/>
                  </a:lnTo>
                  <a:lnTo>
                    <a:pt x="879" y="1110"/>
                  </a:lnTo>
                  <a:lnTo>
                    <a:pt x="919" y="1128"/>
                  </a:lnTo>
                  <a:lnTo>
                    <a:pt x="949" y="1137"/>
                  </a:lnTo>
                  <a:lnTo>
                    <a:pt x="978" y="1144"/>
                  </a:lnTo>
                  <a:lnTo>
                    <a:pt x="1009" y="1149"/>
                  </a:lnTo>
                  <a:lnTo>
                    <a:pt x="1059" y="1324"/>
                  </a:lnTo>
                  <a:lnTo>
                    <a:pt x="913" y="1832"/>
                  </a:lnTo>
                  <a:lnTo>
                    <a:pt x="667" y="975"/>
                  </a:lnTo>
                  <a:lnTo>
                    <a:pt x="405" y="1886"/>
                  </a:lnTo>
                  <a:lnTo>
                    <a:pt x="396" y="1911"/>
                  </a:lnTo>
                  <a:lnTo>
                    <a:pt x="381" y="1933"/>
                  </a:lnTo>
                  <a:lnTo>
                    <a:pt x="364" y="1951"/>
                  </a:lnTo>
                  <a:lnTo>
                    <a:pt x="344" y="1966"/>
                  </a:lnTo>
                  <a:lnTo>
                    <a:pt x="321" y="1978"/>
                  </a:lnTo>
                  <a:lnTo>
                    <a:pt x="296" y="1985"/>
                  </a:lnTo>
                  <a:lnTo>
                    <a:pt x="270" y="1987"/>
                  </a:lnTo>
                  <a:lnTo>
                    <a:pt x="251" y="1986"/>
                  </a:lnTo>
                  <a:lnTo>
                    <a:pt x="232" y="1982"/>
                  </a:lnTo>
                  <a:lnTo>
                    <a:pt x="208" y="1972"/>
                  </a:lnTo>
                  <a:lnTo>
                    <a:pt x="188" y="1960"/>
                  </a:lnTo>
                  <a:lnTo>
                    <a:pt x="169" y="1944"/>
                  </a:lnTo>
                  <a:lnTo>
                    <a:pt x="154" y="1925"/>
                  </a:lnTo>
                  <a:lnTo>
                    <a:pt x="143" y="1905"/>
                  </a:lnTo>
                  <a:lnTo>
                    <a:pt x="135" y="1882"/>
                  </a:lnTo>
                  <a:lnTo>
                    <a:pt x="131" y="1858"/>
                  </a:lnTo>
                  <a:lnTo>
                    <a:pt x="131" y="1834"/>
                  </a:lnTo>
                  <a:lnTo>
                    <a:pt x="136" y="1809"/>
                  </a:lnTo>
                  <a:lnTo>
                    <a:pt x="395" y="908"/>
                  </a:lnTo>
                  <a:lnTo>
                    <a:pt x="395" y="535"/>
                  </a:lnTo>
                  <a:lnTo>
                    <a:pt x="271" y="853"/>
                  </a:lnTo>
                  <a:lnTo>
                    <a:pt x="260" y="875"/>
                  </a:lnTo>
                  <a:lnTo>
                    <a:pt x="246" y="894"/>
                  </a:lnTo>
                  <a:lnTo>
                    <a:pt x="227" y="911"/>
                  </a:lnTo>
                  <a:lnTo>
                    <a:pt x="208" y="925"/>
                  </a:lnTo>
                  <a:lnTo>
                    <a:pt x="186" y="934"/>
                  </a:lnTo>
                  <a:lnTo>
                    <a:pt x="162" y="940"/>
                  </a:lnTo>
                  <a:lnTo>
                    <a:pt x="139" y="942"/>
                  </a:lnTo>
                  <a:lnTo>
                    <a:pt x="114" y="939"/>
                  </a:lnTo>
                  <a:lnTo>
                    <a:pt x="90" y="933"/>
                  </a:lnTo>
                  <a:lnTo>
                    <a:pt x="67" y="922"/>
                  </a:lnTo>
                  <a:lnTo>
                    <a:pt x="47" y="906"/>
                  </a:lnTo>
                  <a:lnTo>
                    <a:pt x="31" y="889"/>
                  </a:lnTo>
                  <a:lnTo>
                    <a:pt x="17" y="869"/>
                  </a:lnTo>
                  <a:lnTo>
                    <a:pt x="7" y="848"/>
                  </a:lnTo>
                  <a:lnTo>
                    <a:pt x="2" y="824"/>
                  </a:lnTo>
                  <a:lnTo>
                    <a:pt x="0" y="801"/>
                  </a:lnTo>
                  <a:lnTo>
                    <a:pt x="0" y="800"/>
                  </a:lnTo>
                  <a:lnTo>
                    <a:pt x="3" y="776"/>
                  </a:lnTo>
                  <a:lnTo>
                    <a:pt x="9" y="752"/>
                  </a:lnTo>
                  <a:lnTo>
                    <a:pt x="267" y="89"/>
                  </a:lnTo>
                  <a:lnTo>
                    <a:pt x="277" y="67"/>
                  </a:lnTo>
                  <a:lnTo>
                    <a:pt x="292" y="48"/>
                  </a:lnTo>
                  <a:lnTo>
                    <a:pt x="309" y="32"/>
                  </a:lnTo>
                  <a:lnTo>
                    <a:pt x="328" y="19"/>
                  </a:lnTo>
                  <a:lnTo>
                    <a:pt x="350" y="8"/>
                  </a:lnTo>
                  <a:lnTo>
                    <a:pt x="373" y="2"/>
                  </a:lnTo>
                  <a:lnTo>
                    <a:pt x="3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33">
              <a:extLst>
                <a:ext uri="{FF2B5EF4-FFF2-40B4-BE49-F238E27FC236}">
                  <a16:creationId xmlns:a16="http://schemas.microsoft.com/office/drawing/2014/main" id="{7F187A36-E9E7-42F6-8DBF-DC3E8244D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038" y="2300288"/>
              <a:ext cx="73025" cy="71438"/>
            </a:xfrm>
            <a:custGeom>
              <a:avLst/>
              <a:gdLst>
                <a:gd name="T0" fmla="*/ 249 w 499"/>
                <a:gd name="T1" fmla="*/ 0 h 495"/>
                <a:gd name="T2" fmla="*/ 286 w 499"/>
                <a:gd name="T3" fmla="*/ 3 h 495"/>
                <a:gd name="T4" fmla="*/ 322 w 499"/>
                <a:gd name="T5" fmla="*/ 10 h 495"/>
                <a:gd name="T6" fmla="*/ 354 w 499"/>
                <a:gd name="T7" fmla="*/ 23 h 495"/>
                <a:gd name="T8" fmla="*/ 385 w 499"/>
                <a:gd name="T9" fmla="*/ 39 h 495"/>
                <a:gd name="T10" fmla="*/ 413 w 499"/>
                <a:gd name="T11" fmla="*/ 61 h 495"/>
                <a:gd name="T12" fmla="*/ 438 w 499"/>
                <a:gd name="T13" fmla="*/ 85 h 495"/>
                <a:gd name="T14" fmla="*/ 458 w 499"/>
                <a:gd name="T15" fmla="*/ 112 h 495"/>
                <a:gd name="T16" fmla="*/ 476 w 499"/>
                <a:gd name="T17" fmla="*/ 143 h 495"/>
                <a:gd name="T18" fmla="*/ 488 w 499"/>
                <a:gd name="T19" fmla="*/ 176 h 495"/>
                <a:gd name="T20" fmla="*/ 496 w 499"/>
                <a:gd name="T21" fmla="*/ 211 h 495"/>
                <a:gd name="T22" fmla="*/ 499 w 499"/>
                <a:gd name="T23" fmla="*/ 247 h 495"/>
                <a:gd name="T24" fmla="*/ 496 w 499"/>
                <a:gd name="T25" fmla="*/ 284 h 495"/>
                <a:gd name="T26" fmla="*/ 488 w 499"/>
                <a:gd name="T27" fmla="*/ 319 h 495"/>
                <a:gd name="T28" fmla="*/ 476 w 499"/>
                <a:gd name="T29" fmla="*/ 351 h 495"/>
                <a:gd name="T30" fmla="*/ 458 w 499"/>
                <a:gd name="T31" fmla="*/ 382 h 495"/>
                <a:gd name="T32" fmla="*/ 438 w 499"/>
                <a:gd name="T33" fmla="*/ 410 h 495"/>
                <a:gd name="T34" fmla="*/ 413 w 499"/>
                <a:gd name="T35" fmla="*/ 435 h 495"/>
                <a:gd name="T36" fmla="*/ 385 w 499"/>
                <a:gd name="T37" fmla="*/ 455 h 495"/>
                <a:gd name="T38" fmla="*/ 354 w 499"/>
                <a:gd name="T39" fmla="*/ 472 h 495"/>
                <a:gd name="T40" fmla="*/ 322 w 499"/>
                <a:gd name="T41" fmla="*/ 484 h 495"/>
                <a:gd name="T42" fmla="*/ 286 w 499"/>
                <a:gd name="T43" fmla="*/ 492 h 495"/>
                <a:gd name="T44" fmla="*/ 249 w 499"/>
                <a:gd name="T45" fmla="*/ 495 h 495"/>
                <a:gd name="T46" fmla="*/ 213 w 499"/>
                <a:gd name="T47" fmla="*/ 492 h 495"/>
                <a:gd name="T48" fmla="*/ 178 w 499"/>
                <a:gd name="T49" fmla="*/ 484 h 495"/>
                <a:gd name="T50" fmla="*/ 144 w 499"/>
                <a:gd name="T51" fmla="*/ 472 h 495"/>
                <a:gd name="T52" fmla="*/ 114 w 499"/>
                <a:gd name="T53" fmla="*/ 455 h 495"/>
                <a:gd name="T54" fmla="*/ 86 w 499"/>
                <a:gd name="T55" fmla="*/ 435 h 495"/>
                <a:gd name="T56" fmla="*/ 62 w 499"/>
                <a:gd name="T57" fmla="*/ 410 h 495"/>
                <a:gd name="T58" fmla="*/ 40 w 499"/>
                <a:gd name="T59" fmla="*/ 382 h 495"/>
                <a:gd name="T60" fmla="*/ 24 w 499"/>
                <a:gd name="T61" fmla="*/ 351 h 495"/>
                <a:gd name="T62" fmla="*/ 11 w 499"/>
                <a:gd name="T63" fmla="*/ 319 h 495"/>
                <a:gd name="T64" fmla="*/ 3 w 499"/>
                <a:gd name="T65" fmla="*/ 284 h 495"/>
                <a:gd name="T66" fmla="*/ 0 w 499"/>
                <a:gd name="T67" fmla="*/ 247 h 495"/>
                <a:gd name="T68" fmla="*/ 3 w 499"/>
                <a:gd name="T69" fmla="*/ 211 h 495"/>
                <a:gd name="T70" fmla="*/ 11 w 499"/>
                <a:gd name="T71" fmla="*/ 176 h 495"/>
                <a:gd name="T72" fmla="*/ 24 w 499"/>
                <a:gd name="T73" fmla="*/ 143 h 495"/>
                <a:gd name="T74" fmla="*/ 40 w 499"/>
                <a:gd name="T75" fmla="*/ 112 h 495"/>
                <a:gd name="T76" fmla="*/ 62 w 499"/>
                <a:gd name="T77" fmla="*/ 85 h 495"/>
                <a:gd name="T78" fmla="*/ 86 w 499"/>
                <a:gd name="T79" fmla="*/ 61 h 495"/>
                <a:gd name="T80" fmla="*/ 114 w 499"/>
                <a:gd name="T81" fmla="*/ 39 h 495"/>
                <a:gd name="T82" fmla="*/ 144 w 499"/>
                <a:gd name="T83" fmla="*/ 23 h 495"/>
                <a:gd name="T84" fmla="*/ 178 w 499"/>
                <a:gd name="T85" fmla="*/ 10 h 495"/>
                <a:gd name="T86" fmla="*/ 213 w 499"/>
                <a:gd name="T87" fmla="*/ 3 h 495"/>
                <a:gd name="T88" fmla="*/ 249 w 499"/>
                <a:gd name="T89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9" h="495">
                  <a:moveTo>
                    <a:pt x="249" y="0"/>
                  </a:moveTo>
                  <a:lnTo>
                    <a:pt x="286" y="3"/>
                  </a:lnTo>
                  <a:lnTo>
                    <a:pt x="322" y="10"/>
                  </a:lnTo>
                  <a:lnTo>
                    <a:pt x="354" y="23"/>
                  </a:lnTo>
                  <a:lnTo>
                    <a:pt x="385" y="39"/>
                  </a:lnTo>
                  <a:lnTo>
                    <a:pt x="413" y="61"/>
                  </a:lnTo>
                  <a:lnTo>
                    <a:pt x="438" y="85"/>
                  </a:lnTo>
                  <a:lnTo>
                    <a:pt x="458" y="112"/>
                  </a:lnTo>
                  <a:lnTo>
                    <a:pt x="476" y="143"/>
                  </a:lnTo>
                  <a:lnTo>
                    <a:pt x="488" y="176"/>
                  </a:lnTo>
                  <a:lnTo>
                    <a:pt x="496" y="211"/>
                  </a:lnTo>
                  <a:lnTo>
                    <a:pt x="499" y="247"/>
                  </a:lnTo>
                  <a:lnTo>
                    <a:pt x="496" y="284"/>
                  </a:lnTo>
                  <a:lnTo>
                    <a:pt x="488" y="319"/>
                  </a:lnTo>
                  <a:lnTo>
                    <a:pt x="476" y="351"/>
                  </a:lnTo>
                  <a:lnTo>
                    <a:pt x="458" y="382"/>
                  </a:lnTo>
                  <a:lnTo>
                    <a:pt x="438" y="410"/>
                  </a:lnTo>
                  <a:lnTo>
                    <a:pt x="413" y="435"/>
                  </a:lnTo>
                  <a:lnTo>
                    <a:pt x="385" y="455"/>
                  </a:lnTo>
                  <a:lnTo>
                    <a:pt x="354" y="472"/>
                  </a:lnTo>
                  <a:lnTo>
                    <a:pt x="322" y="484"/>
                  </a:lnTo>
                  <a:lnTo>
                    <a:pt x="286" y="492"/>
                  </a:lnTo>
                  <a:lnTo>
                    <a:pt x="249" y="495"/>
                  </a:lnTo>
                  <a:lnTo>
                    <a:pt x="213" y="492"/>
                  </a:lnTo>
                  <a:lnTo>
                    <a:pt x="178" y="484"/>
                  </a:lnTo>
                  <a:lnTo>
                    <a:pt x="144" y="472"/>
                  </a:lnTo>
                  <a:lnTo>
                    <a:pt x="114" y="455"/>
                  </a:lnTo>
                  <a:lnTo>
                    <a:pt x="86" y="435"/>
                  </a:lnTo>
                  <a:lnTo>
                    <a:pt x="62" y="410"/>
                  </a:lnTo>
                  <a:lnTo>
                    <a:pt x="40" y="382"/>
                  </a:lnTo>
                  <a:lnTo>
                    <a:pt x="24" y="351"/>
                  </a:lnTo>
                  <a:lnTo>
                    <a:pt x="11" y="319"/>
                  </a:lnTo>
                  <a:lnTo>
                    <a:pt x="3" y="284"/>
                  </a:lnTo>
                  <a:lnTo>
                    <a:pt x="0" y="247"/>
                  </a:lnTo>
                  <a:lnTo>
                    <a:pt x="3" y="211"/>
                  </a:lnTo>
                  <a:lnTo>
                    <a:pt x="11" y="176"/>
                  </a:lnTo>
                  <a:lnTo>
                    <a:pt x="24" y="143"/>
                  </a:lnTo>
                  <a:lnTo>
                    <a:pt x="40" y="112"/>
                  </a:lnTo>
                  <a:lnTo>
                    <a:pt x="62" y="85"/>
                  </a:lnTo>
                  <a:lnTo>
                    <a:pt x="86" y="61"/>
                  </a:lnTo>
                  <a:lnTo>
                    <a:pt x="114" y="39"/>
                  </a:lnTo>
                  <a:lnTo>
                    <a:pt x="144" y="23"/>
                  </a:lnTo>
                  <a:lnTo>
                    <a:pt x="178" y="10"/>
                  </a:lnTo>
                  <a:lnTo>
                    <a:pt x="213" y="3"/>
                  </a:lnTo>
                  <a:lnTo>
                    <a:pt x="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34">
              <a:extLst>
                <a:ext uri="{FF2B5EF4-FFF2-40B4-BE49-F238E27FC236}">
                  <a16:creationId xmlns:a16="http://schemas.microsoft.com/office/drawing/2014/main" id="{1C196085-6FA6-4B50-8508-77905F600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9988" y="2382838"/>
              <a:ext cx="152400" cy="285750"/>
            </a:xfrm>
            <a:custGeom>
              <a:avLst/>
              <a:gdLst>
                <a:gd name="T0" fmla="*/ 259 w 1058"/>
                <a:gd name="T1" fmla="*/ 0 h 1987"/>
                <a:gd name="T2" fmla="*/ 302 w 1058"/>
                <a:gd name="T3" fmla="*/ 7 h 1987"/>
                <a:gd name="T4" fmla="*/ 340 w 1058"/>
                <a:gd name="T5" fmla="*/ 28 h 1987"/>
                <a:gd name="T6" fmla="*/ 426 w 1058"/>
                <a:gd name="T7" fmla="*/ 42 h 1987"/>
                <a:gd name="T8" fmla="*/ 461 w 1058"/>
                <a:gd name="T9" fmla="*/ 17 h 1987"/>
                <a:gd name="T10" fmla="*/ 501 w 1058"/>
                <a:gd name="T11" fmla="*/ 2 h 1987"/>
                <a:gd name="T12" fmla="*/ 661 w 1058"/>
                <a:gd name="T13" fmla="*/ 0 h 1987"/>
                <a:gd name="T14" fmla="*/ 708 w 1058"/>
                <a:gd name="T15" fmla="*/ 8 h 1987"/>
                <a:gd name="T16" fmla="*/ 749 w 1058"/>
                <a:gd name="T17" fmla="*/ 32 h 1987"/>
                <a:gd name="T18" fmla="*/ 781 w 1058"/>
                <a:gd name="T19" fmla="*/ 67 h 1987"/>
                <a:gd name="T20" fmla="*/ 1049 w 1058"/>
                <a:gd name="T21" fmla="*/ 752 h 1987"/>
                <a:gd name="T22" fmla="*/ 1058 w 1058"/>
                <a:gd name="T23" fmla="*/ 801 h 1987"/>
                <a:gd name="T24" fmla="*/ 1051 w 1058"/>
                <a:gd name="T25" fmla="*/ 848 h 1987"/>
                <a:gd name="T26" fmla="*/ 1028 w 1058"/>
                <a:gd name="T27" fmla="*/ 889 h 1987"/>
                <a:gd name="T28" fmla="*/ 991 w 1058"/>
                <a:gd name="T29" fmla="*/ 922 h 1987"/>
                <a:gd name="T30" fmla="*/ 944 w 1058"/>
                <a:gd name="T31" fmla="*/ 939 h 1987"/>
                <a:gd name="T32" fmla="*/ 896 w 1058"/>
                <a:gd name="T33" fmla="*/ 940 h 1987"/>
                <a:gd name="T34" fmla="*/ 851 w 1058"/>
                <a:gd name="T35" fmla="*/ 925 h 1987"/>
                <a:gd name="T36" fmla="*/ 814 w 1058"/>
                <a:gd name="T37" fmla="*/ 894 h 1987"/>
                <a:gd name="T38" fmla="*/ 787 w 1058"/>
                <a:gd name="T39" fmla="*/ 853 h 1987"/>
                <a:gd name="T40" fmla="*/ 664 w 1058"/>
                <a:gd name="T41" fmla="*/ 908 h 1987"/>
                <a:gd name="T42" fmla="*/ 928 w 1058"/>
                <a:gd name="T43" fmla="*/ 1834 h 1987"/>
                <a:gd name="T44" fmla="*/ 924 w 1058"/>
                <a:gd name="T45" fmla="*/ 1882 h 1987"/>
                <a:gd name="T46" fmla="*/ 904 w 1058"/>
                <a:gd name="T47" fmla="*/ 1925 h 1987"/>
                <a:gd name="T48" fmla="*/ 872 w 1058"/>
                <a:gd name="T49" fmla="*/ 1960 h 1987"/>
                <a:gd name="T50" fmla="*/ 827 w 1058"/>
                <a:gd name="T51" fmla="*/ 1982 h 1987"/>
                <a:gd name="T52" fmla="*/ 788 w 1058"/>
                <a:gd name="T53" fmla="*/ 1987 h 1987"/>
                <a:gd name="T54" fmla="*/ 738 w 1058"/>
                <a:gd name="T55" fmla="*/ 1978 h 1987"/>
                <a:gd name="T56" fmla="*/ 694 w 1058"/>
                <a:gd name="T57" fmla="*/ 1951 h 1987"/>
                <a:gd name="T58" fmla="*/ 663 w 1058"/>
                <a:gd name="T59" fmla="*/ 1911 h 1987"/>
                <a:gd name="T60" fmla="*/ 391 w 1058"/>
                <a:gd name="T61" fmla="*/ 975 h 1987"/>
                <a:gd name="T62" fmla="*/ 0 w 1058"/>
                <a:gd name="T63" fmla="*/ 1324 h 1987"/>
                <a:gd name="T64" fmla="*/ 80 w 1058"/>
                <a:gd name="T65" fmla="*/ 1143 h 1987"/>
                <a:gd name="T66" fmla="*/ 139 w 1058"/>
                <a:gd name="T67" fmla="*/ 1128 h 1987"/>
                <a:gd name="T68" fmla="*/ 206 w 1058"/>
                <a:gd name="T69" fmla="*/ 1094 h 1987"/>
                <a:gd name="T70" fmla="*/ 263 w 1058"/>
                <a:gd name="T71" fmla="*/ 1046 h 1987"/>
                <a:gd name="T72" fmla="*/ 307 w 1058"/>
                <a:gd name="T73" fmla="*/ 986 h 1987"/>
                <a:gd name="T74" fmla="*/ 339 w 1058"/>
                <a:gd name="T75" fmla="*/ 912 h 1987"/>
                <a:gd name="T76" fmla="*/ 352 w 1058"/>
                <a:gd name="T77" fmla="*/ 827 h 1987"/>
                <a:gd name="T78" fmla="*/ 343 w 1058"/>
                <a:gd name="T79" fmla="*/ 741 h 1987"/>
                <a:gd name="T80" fmla="*/ 64 w 1058"/>
                <a:gd name="T81" fmla="*/ 15 h 1987"/>
                <a:gd name="T82" fmla="*/ 102 w 1058"/>
                <a:gd name="T83" fmla="*/ 1 h 1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58" h="1987">
                  <a:moveTo>
                    <a:pt x="122" y="0"/>
                  </a:moveTo>
                  <a:lnTo>
                    <a:pt x="259" y="0"/>
                  </a:lnTo>
                  <a:lnTo>
                    <a:pt x="282" y="2"/>
                  </a:lnTo>
                  <a:lnTo>
                    <a:pt x="302" y="7"/>
                  </a:lnTo>
                  <a:lnTo>
                    <a:pt x="323" y="17"/>
                  </a:lnTo>
                  <a:lnTo>
                    <a:pt x="340" y="28"/>
                  </a:lnTo>
                  <a:lnTo>
                    <a:pt x="357" y="42"/>
                  </a:lnTo>
                  <a:lnTo>
                    <a:pt x="426" y="42"/>
                  </a:lnTo>
                  <a:lnTo>
                    <a:pt x="442" y="28"/>
                  </a:lnTo>
                  <a:lnTo>
                    <a:pt x="461" y="17"/>
                  </a:lnTo>
                  <a:lnTo>
                    <a:pt x="480" y="7"/>
                  </a:lnTo>
                  <a:lnTo>
                    <a:pt x="501" y="2"/>
                  </a:lnTo>
                  <a:lnTo>
                    <a:pt x="524" y="0"/>
                  </a:lnTo>
                  <a:lnTo>
                    <a:pt x="661" y="0"/>
                  </a:lnTo>
                  <a:lnTo>
                    <a:pt x="685" y="2"/>
                  </a:lnTo>
                  <a:lnTo>
                    <a:pt x="708" y="8"/>
                  </a:lnTo>
                  <a:lnTo>
                    <a:pt x="730" y="19"/>
                  </a:lnTo>
                  <a:lnTo>
                    <a:pt x="749" y="32"/>
                  </a:lnTo>
                  <a:lnTo>
                    <a:pt x="767" y="48"/>
                  </a:lnTo>
                  <a:lnTo>
                    <a:pt x="781" y="67"/>
                  </a:lnTo>
                  <a:lnTo>
                    <a:pt x="792" y="89"/>
                  </a:lnTo>
                  <a:lnTo>
                    <a:pt x="1049" y="752"/>
                  </a:lnTo>
                  <a:lnTo>
                    <a:pt x="1056" y="776"/>
                  </a:lnTo>
                  <a:lnTo>
                    <a:pt x="1058" y="801"/>
                  </a:lnTo>
                  <a:lnTo>
                    <a:pt x="1056" y="824"/>
                  </a:lnTo>
                  <a:lnTo>
                    <a:pt x="1051" y="848"/>
                  </a:lnTo>
                  <a:lnTo>
                    <a:pt x="1041" y="869"/>
                  </a:lnTo>
                  <a:lnTo>
                    <a:pt x="1028" y="889"/>
                  </a:lnTo>
                  <a:lnTo>
                    <a:pt x="1011" y="906"/>
                  </a:lnTo>
                  <a:lnTo>
                    <a:pt x="991" y="922"/>
                  </a:lnTo>
                  <a:lnTo>
                    <a:pt x="969" y="933"/>
                  </a:lnTo>
                  <a:lnTo>
                    <a:pt x="944" y="939"/>
                  </a:lnTo>
                  <a:lnTo>
                    <a:pt x="920" y="942"/>
                  </a:lnTo>
                  <a:lnTo>
                    <a:pt x="896" y="940"/>
                  </a:lnTo>
                  <a:lnTo>
                    <a:pt x="873" y="934"/>
                  </a:lnTo>
                  <a:lnTo>
                    <a:pt x="851" y="925"/>
                  </a:lnTo>
                  <a:lnTo>
                    <a:pt x="831" y="911"/>
                  </a:lnTo>
                  <a:lnTo>
                    <a:pt x="814" y="894"/>
                  </a:lnTo>
                  <a:lnTo>
                    <a:pt x="798" y="875"/>
                  </a:lnTo>
                  <a:lnTo>
                    <a:pt x="787" y="853"/>
                  </a:lnTo>
                  <a:lnTo>
                    <a:pt x="664" y="535"/>
                  </a:lnTo>
                  <a:lnTo>
                    <a:pt x="664" y="908"/>
                  </a:lnTo>
                  <a:lnTo>
                    <a:pt x="923" y="1809"/>
                  </a:lnTo>
                  <a:lnTo>
                    <a:pt x="928" y="1834"/>
                  </a:lnTo>
                  <a:lnTo>
                    <a:pt x="928" y="1858"/>
                  </a:lnTo>
                  <a:lnTo>
                    <a:pt x="924" y="1882"/>
                  </a:lnTo>
                  <a:lnTo>
                    <a:pt x="917" y="1905"/>
                  </a:lnTo>
                  <a:lnTo>
                    <a:pt x="904" y="1925"/>
                  </a:lnTo>
                  <a:lnTo>
                    <a:pt x="890" y="1944"/>
                  </a:lnTo>
                  <a:lnTo>
                    <a:pt x="872" y="1960"/>
                  </a:lnTo>
                  <a:lnTo>
                    <a:pt x="850" y="1972"/>
                  </a:lnTo>
                  <a:lnTo>
                    <a:pt x="827" y="1982"/>
                  </a:lnTo>
                  <a:lnTo>
                    <a:pt x="807" y="1986"/>
                  </a:lnTo>
                  <a:lnTo>
                    <a:pt x="788" y="1987"/>
                  </a:lnTo>
                  <a:lnTo>
                    <a:pt x="763" y="1985"/>
                  </a:lnTo>
                  <a:lnTo>
                    <a:pt x="738" y="1978"/>
                  </a:lnTo>
                  <a:lnTo>
                    <a:pt x="715" y="1966"/>
                  </a:lnTo>
                  <a:lnTo>
                    <a:pt x="694" y="1951"/>
                  </a:lnTo>
                  <a:lnTo>
                    <a:pt x="677" y="1933"/>
                  </a:lnTo>
                  <a:lnTo>
                    <a:pt x="663" y="1911"/>
                  </a:lnTo>
                  <a:lnTo>
                    <a:pt x="653" y="1886"/>
                  </a:lnTo>
                  <a:lnTo>
                    <a:pt x="391" y="975"/>
                  </a:lnTo>
                  <a:lnTo>
                    <a:pt x="145" y="1832"/>
                  </a:lnTo>
                  <a:lnTo>
                    <a:pt x="0" y="1324"/>
                  </a:lnTo>
                  <a:lnTo>
                    <a:pt x="51" y="1148"/>
                  </a:lnTo>
                  <a:lnTo>
                    <a:pt x="80" y="1143"/>
                  </a:lnTo>
                  <a:lnTo>
                    <a:pt x="111" y="1137"/>
                  </a:lnTo>
                  <a:lnTo>
                    <a:pt x="139" y="1128"/>
                  </a:lnTo>
                  <a:lnTo>
                    <a:pt x="174" y="1113"/>
                  </a:lnTo>
                  <a:lnTo>
                    <a:pt x="206" y="1094"/>
                  </a:lnTo>
                  <a:lnTo>
                    <a:pt x="235" y="1072"/>
                  </a:lnTo>
                  <a:lnTo>
                    <a:pt x="263" y="1046"/>
                  </a:lnTo>
                  <a:lnTo>
                    <a:pt x="286" y="1018"/>
                  </a:lnTo>
                  <a:lnTo>
                    <a:pt x="307" y="986"/>
                  </a:lnTo>
                  <a:lnTo>
                    <a:pt x="324" y="953"/>
                  </a:lnTo>
                  <a:lnTo>
                    <a:pt x="339" y="912"/>
                  </a:lnTo>
                  <a:lnTo>
                    <a:pt x="349" y="870"/>
                  </a:lnTo>
                  <a:lnTo>
                    <a:pt x="352" y="827"/>
                  </a:lnTo>
                  <a:lnTo>
                    <a:pt x="351" y="784"/>
                  </a:lnTo>
                  <a:lnTo>
                    <a:pt x="343" y="741"/>
                  </a:lnTo>
                  <a:lnTo>
                    <a:pt x="330" y="700"/>
                  </a:lnTo>
                  <a:lnTo>
                    <a:pt x="64" y="15"/>
                  </a:lnTo>
                  <a:lnTo>
                    <a:pt x="82" y="6"/>
                  </a:lnTo>
                  <a:lnTo>
                    <a:pt x="102" y="1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Freeform 35">
              <a:extLst>
                <a:ext uri="{FF2B5EF4-FFF2-40B4-BE49-F238E27FC236}">
                  <a16:creationId xmlns:a16="http://schemas.microsoft.com/office/drawing/2014/main" id="{F55497D8-D7C9-45CF-9C6A-AF167F5C8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8225" y="2265363"/>
              <a:ext cx="85725" cy="85725"/>
            </a:xfrm>
            <a:custGeom>
              <a:avLst/>
              <a:gdLst>
                <a:gd name="T0" fmla="*/ 297 w 592"/>
                <a:gd name="T1" fmla="*/ 0 h 587"/>
                <a:gd name="T2" fmla="*/ 341 w 592"/>
                <a:gd name="T3" fmla="*/ 3 h 587"/>
                <a:gd name="T4" fmla="*/ 381 w 592"/>
                <a:gd name="T5" fmla="*/ 12 h 587"/>
                <a:gd name="T6" fmla="*/ 421 w 592"/>
                <a:gd name="T7" fmla="*/ 27 h 587"/>
                <a:gd name="T8" fmla="*/ 458 w 592"/>
                <a:gd name="T9" fmla="*/ 47 h 587"/>
                <a:gd name="T10" fmla="*/ 490 w 592"/>
                <a:gd name="T11" fmla="*/ 72 h 587"/>
                <a:gd name="T12" fmla="*/ 520 w 592"/>
                <a:gd name="T13" fmla="*/ 101 h 587"/>
                <a:gd name="T14" fmla="*/ 545 w 592"/>
                <a:gd name="T15" fmla="*/ 133 h 587"/>
                <a:gd name="T16" fmla="*/ 565 w 592"/>
                <a:gd name="T17" fmla="*/ 170 h 587"/>
                <a:gd name="T18" fmla="*/ 580 w 592"/>
                <a:gd name="T19" fmla="*/ 208 h 587"/>
                <a:gd name="T20" fmla="*/ 589 w 592"/>
                <a:gd name="T21" fmla="*/ 250 h 587"/>
                <a:gd name="T22" fmla="*/ 592 w 592"/>
                <a:gd name="T23" fmla="*/ 294 h 587"/>
                <a:gd name="T24" fmla="*/ 589 w 592"/>
                <a:gd name="T25" fmla="*/ 337 h 587"/>
                <a:gd name="T26" fmla="*/ 580 w 592"/>
                <a:gd name="T27" fmla="*/ 379 h 587"/>
                <a:gd name="T28" fmla="*/ 565 w 592"/>
                <a:gd name="T29" fmla="*/ 418 h 587"/>
                <a:gd name="T30" fmla="*/ 545 w 592"/>
                <a:gd name="T31" fmla="*/ 454 h 587"/>
                <a:gd name="T32" fmla="*/ 520 w 592"/>
                <a:gd name="T33" fmla="*/ 487 h 587"/>
                <a:gd name="T34" fmla="*/ 490 w 592"/>
                <a:gd name="T35" fmla="*/ 515 h 587"/>
                <a:gd name="T36" fmla="*/ 458 w 592"/>
                <a:gd name="T37" fmla="*/ 541 h 587"/>
                <a:gd name="T38" fmla="*/ 421 w 592"/>
                <a:gd name="T39" fmla="*/ 560 h 587"/>
                <a:gd name="T40" fmla="*/ 381 w 592"/>
                <a:gd name="T41" fmla="*/ 575 h 587"/>
                <a:gd name="T42" fmla="*/ 341 w 592"/>
                <a:gd name="T43" fmla="*/ 584 h 587"/>
                <a:gd name="T44" fmla="*/ 297 w 592"/>
                <a:gd name="T45" fmla="*/ 587 h 587"/>
                <a:gd name="T46" fmla="*/ 253 w 592"/>
                <a:gd name="T47" fmla="*/ 584 h 587"/>
                <a:gd name="T48" fmla="*/ 211 w 592"/>
                <a:gd name="T49" fmla="*/ 575 h 587"/>
                <a:gd name="T50" fmla="*/ 171 w 592"/>
                <a:gd name="T51" fmla="*/ 560 h 587"/>
                <a:gd name="T52" fmla="*/ 136 w 592"/>
                <a:gd name="T53" fmla="*/ 541 h 587"/>
                <a:gd name="T54" fmla="*/ 102 w 592"/>
                <a:gd name="T55" fmla="*/ 515 h 587"/>
                <a:gd name="T56" fmla="*/ 73 w 592"/>
                <a:gd name="T57" fmla="*/ 487 h 587"/>
                <a:gd name="T58" fmla="*/ 48 w 592"/>
                <a:gd name="T59" fmla="*/ 454 h 587"/>
                <a:gd name="T60" fmla="*/ 27 w 592"/>
                <a:gd name="T61" fmla="*/ 418 h 587"/>
                <a:gd name="T62" fmla="*/ 13 w 592"/>
                <a:gd name="T63" fmla="*/ 379 h 587"/>
                <a:gd name="T64" fmla="*/ 3 w 592"/>
                <a:gd name="T65" fmla="*/ 337 h 587"/>
                <a:gd name="T66" fmla="*/ 0 w 592"/>
                <a:gd name="T67" fmla="*/ 294 h 587"/>
                <a:gd name="T68" fmla="*/ 3 w 592"/>
                <a:gd name="T69" fmla="*/ 250 h 587"/>
                <a:gd name="T70" fmla="*/ 13 w 592"/>
                <a:gd name="T71" fmla="*/ 208 h 587"/>
                <a:gd name="T72" fmla="*/ 27 w 592"/>
                <a:gd name="T73" fmla="*/ 170 h 587"/>
                <a:gd name="T74" fmla="*/ 48 w 592"/>
                <a:gd name="T75" fmla="*/ 133 h 587"/>
                <a:gd name="T76" fmla="*/ 73 w 592"/>
                <a:gd name="T77" fmla="*/ 101 h 587"/>
                <a:gd name="T78" fmla="*/ 102 w 592"/>
                <a:gd name="T79" fmla="*/ 72 h 587"/>
                <a:gd name="T80" fmla="*/ 136 w 592"/>
                <a:gd name="T81" fmla="*/ 47 h 587"/>
                <a:gd name="T82" fmla="*/ 171 w 592"/>
                <a:gd name="T83" fmla="*/ 27 h 587"/>
                <a:gd name="T84" fmla="*/ 211 w 592"/>
                <a:gd name="T85" fmla="*/ 12 h 587"/>
                <a:gd name="T86" fmla="*/ 253 w 592"/>
                <a:gd name="T87" fmla="*/ 3 h 587"/>
                <a:gd name="T88" fmla="*/ 297 w 592"/>
                <a:gd name="T8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2" h="587">
                  <a:moveTo>
                    <a:pt x="297" y="0"/>
                  </a:moveTo>
                  <a:lnTo>
                    <a:pt x="341" y="3"/>
                  </a:lnTo>
                  <a:lnTo>
                    <a:pt x="381" y="12"/>
                  </a:lnTo>
                  <a:lnTo>
                    <a:pt x="421" y="27"/>
                  </a:lnTo>
                  <a:lnTo>
                    <a:pt x="458" y="47"/>
                  </a:lnTo>
                  <a:lnTo>
                    <a:pt x="490" y="72"/>
                  </a:lnTo>
                  <a:lnTo>
                    <a:pt x="520" y="101"/>
                  </a:lnTo>
                  <a:lnTo>
                    <a:pt x="545" y="133"/>
                  </a:lnTo>
                  <a:lnTo>
                    <a:pt x="565" y="170"/>
                  </a:lnTo>
                  <a:lnTo>
                    <a:pt x="580" y="208"/>
                  </a:lnTo>
                  <a:lnTo>
                    <a:pt x="589" y="250"/>
                  </a:lnTo>
                  <a:lnTo>
                    <a:pt x="592" y="294"/>
                  </a:lnTo>
                  <a:lnTo>
                    <a:pt x="589" y="337"/>
                  </a:lnTo>
                  <a:lnTo>
                    <a:pt x="580" y="379"/>
                  </a:lnTo>
                  <a:lnTo>
                    <a:pt x="565" y="418"/>
                  </a:lnTo>
                  <a:lnTo>
                    <a:pt x="545" y="454"/>
                  </a:lnTo>
                  <a:lnTo>
                    <a:pt x="520" y="487"/>
                  </a:lnTo>
                  <a:lnTo>
                    <a:pt x="490" y="515"/>
                  </a:lnTo>
                  <a:lnTo>
                    <a:pt x="458" y="541"/>
                  </a:lnTo>
                  <a:lnTo>
                    <a:pt x="421" y="560"/>
                  </a:lnTo>
                  <a:lnTo>
                    <a:pt x="381" y="575"/>
                  </a:lnTo>
                  <a:lnTo>
                    <a:pt x="341" y="584"/>
                  </a:lnTo>
                  <a:lnTo>
                    <a:pt x="297" y="587"/>
                  </a:lnTo>
                  <a:lnTo>
                    <a:pt x="253" y="584"/>
                  </a:lnTo>
                  <a:lnTo>
                    <a:pt x="211" y="575"/>
                  </a:lnTo>
                  <a:lnTo>
                    <a:pt x="171" y="560"/>
                  </a:lnTo>
                  <a:lnTo>
                    <a:pt x="136" y="541"/>
                  </a:lnTo>
                  <a:lnTo>
                    <a:pt x="102" y="515"/>
                  </a:lnTo>
                  <a:lnTo>
                    <a:pt x="73" y="487"/>
                  </a:lnTo>
                  <a:lnTo>
                    <a:pt x="48" y="454"/>
                  </a:lnTo>
                  <a:lnTo>
                    <a:pt x="27" y="418"/>
                  </a:lnTo>
                  <a:lnTo>
                    <a:pt x="13" y="379"/>
                  </a:lnTo>
                  <a:lnTo>
                    <a:pt x="3" y="337"/>
                  </a:lnTo>
                  <a:lnTo>
                    <a:pt x="0" y="294"/>
                  </a:lnTo>
                  <a:lnTo>
                    <a:pt x="3" y="250"/>
                  </a:lnTo>
                  <a:lnTo>
                    <a:pt x="13" y="208"/>
                  </a:lnTo>
                  <a:lnTo>
                    <a:pt x="27" y="170"/>
                  </a:lnTo>
                  <a:lnTo>
                    <a:pt x="48" y="133"/>
                  </a:lnTo>
                  <a:lnTo>
                    <a:pt x="73" y="101"/>
                  </a:lnTo>
                  <a:lnTo>
                    <a:pt x="102" y="72"/>
                  </a:lnTo>
                  <a:lnTo>
                    <a:pt x="136" y="47"/>
                  </a:lnTo>
                  <a:lnTo>
                    <a:pt x="171" y="27"/>
                  </a:lnTo>
                  <a:lnTo>
                    <a:pt x="211" y="12"/>
                  </a:lnTo>
                  <a:lnTo>
                    <a:pt x="253" y="3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" name="Freeform 36">
              <a:extLst>
                <a:ext uri="{FF2B5EF4-FFF2-40B4-BE49-F238E27FC236}">
                  <a16:creationId xmlns:a16="http://schemas.microsoft.com/office/drawing/2014/main" id="{6D077C0C-2957-4021-8012-0FFA96779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6788" y="2362201"/>
              <a:ext cx="228600" cy="341313"/>
            </a:xfrm>
            <a:custGeom>
              <a:avLst/>
              <a:gdLst>
                <a:gd name="T0" fmla="*/ 637 w 1586"/>
                <a:gd name="T1" fmla="*/ 0 h 2361"/>
                <a:gd name="T2" fmla="*/ 688 w 1586"/>
                <a:gd name="T3" fmla="*/ 9 h 2361"/>
                <a:gd name="T4" fmla="*/ 732 w 1586"/>
                <a:gd name="T5" fmla="*/ 33 h 2361"/>
                <a:gd name="T6" fmla="*/ 674 w 1586"/>
                <a:gd name="T7" fmla="*/ 616 h 2361"/>
                <a:gd name="T8" fmla="*/ 912 w 1586"/>
                <a:gd name="T9" fmla="*/ 616 h 2361"/>
                <a:gd name="T10" fmla="*/ 854 w 1586"/>
                <a:gd name="T11" fmla="*/ 33 h 2361"/>
                <a:gd name="T12" fmla="*/ 899 w 1586"/>
                <a:gd name="T13" fmla="*/ 9 h 2361"/>
                <a:gd name="T14" fmla="*/ 951 w 1586"/>
                <a:gd name="T15" fmla="*/ 0 h 2361"/>
                <a:gd name="T16" fmla="*/ 1143 w 1586"/>
                <a:gd name="T17" fmla="*/ 3 h 2361"/>
                <a:gd name="T18" fmla="*/ 1196 w 1586"/>
                <a:gd name="T19" fmla="*/ 22 h 2361"/>
                <a:gd name="T20" fmla="*/ 1239 w 1586"/>
                <a:gd name="T21" fmla="*/ 57 h 2361"/>
                <a:gd name="T22" fmla="*/ 1269 w 1586"/>
                <a:gd name="T23" fmla="*/ 106 h 2361"/>
                <a:gd name="T24" fmla="*/ 1583 w 1586"/>
                <a:gd name="T25" fmla="*/ 922 h 2361"/>
                <a:gd name="T26" fmla="*/ 1584 w 1586"/>
                <a:gd name="T27" fmla="*/ 980 h 2361"/>
                <a:gd name="T28" fmla="*/ 1566 w 1586"/>
                <a:gd name="T29" fmla="*/ 1033 h 2361"/>
                <a:gd name="T30" fmla="*/ 1530 w 1586"/>
                <a:gd name="T31" fmla="*/ 1077 h 2361"/>
                <a:gd name="T32" fmla="*/ 1479 w 1586"/>
                <a:gd name="T33" fmla="*/ 1107 h 2361"/>
                <a:gd name="T34" fmla="*/ 1421 w 1586"/>
                <a:gd name="T35" fmla="*/ 1118 h 2361"/>
                <a:gd name="T36" fmla="*/ 1365 w 1586"/>
                <a:gd name="T37" fmla="*/ 1110 h 2361"/>
                <a:gd name="T38" fmla="*/ 1315 w 1586"/>
                <a:gd name="T39" fmla="*/ 1083 h 2361"/>
                <a:gd name="T40" fmla="*/ 1277 w 1586"/>
                <a:gd name="T41" fmla="*/ 1039 h 2361"/>
                <a:gd name="T42" fmla="*/ 1117 w 1586"/>
                <a:gd name="T43" fmla="*/ 636 h 2361"/>
                <a:gd name="T44" fmla="*/ 1425 w 1586"/>
                <a:gd name="T45" fmla="*/ 2150 h 2361"/>
                <a:gd name="T46" fmla="*/ 1431 w 1586"/>
                <a:gd name="T47" fmla="*/ 2209 h 2361"/>
                <a:gd name="T48" fmla="*/ 1417 w 1586"/>
                <a:gd name="T49" fmla="*/ 2264 h 2361"/>
                <a:gd name="T50" fmla="*/ 1385 w 1586"/>
                <a:gd name="T51" fmla="*/ 2310 h 2361"/>
                <a:gd name="T52" fmla="*/ 1338 w 1586"/>
                <a:gd name="T53" fmla="*/ 2344 h 2361"/>
                <a:gd name="T54" fmla="*/ 1287 w 1586"/>
                <a:gd name="T55" fmla="*/ 2360 h 2361"/>
                <a:gd name="T56" fmla="*/ 1237 w 1586"/>
                <a:gd name="T57" fmla="*/ 2359 h 2361"/>
                <a:gd name="T58" fmla="*/ 1187 w 1586"/>
                <a:gd name="T59" fmla="*/ 2343 h 2361"/>
                <a:gd name="T60" fmla="*/ 1146 w 1586"/>
                <a:gd name="T61" fmla="*/ 2311 h 2361"/>
                <a:gd name="T62" fmla="*/ 1114 w 1586"/>
                <a:gd name="T63" fmla="*/ 2267 h 2361"/>
                <a:gd name="T64" fmla="*/ 794 w 1586"/>
                <a:gd name="T65" fmla="*/ 1159 h 2361"/>
                <a:gd name="T66" fmla="*/ 472 w 1586"/>
                <a:gd name="T67" fmla="*/ 2267 h 2361"/>
                <a:gd name="T68" fmla="*/ 442 w 1586"/>
                <a:gd name="T69" fmla="*/ 2311 h 2361"/>
                <a:gd name="T70" fmla="*/ 399 w 1586"/>
                <a:gd name="T71" fmla="*/ 2343 h 2361"/>
                <a:gd name="T72" fmla="*/ 349 w 1586"/>
                <a:gd name="T73" fmla="*/ 2359 h 2361"/>
                <a:gd name="T74" fmla="*/ 299 w 1586"/>
                <a:gd name="T75" fmla="*/ 2360 h 2361"/>
                <a:gd name="T76" fmla="*/ 248 w 1586"/>
                <a:gd name="T77" fmla="*/ 2344 h 2361"/>
                <a:gd name="T78" fmla="*/ 201 w 1586"/>
                <a:gd name="T79" fmla="*/ 2310 h 2361"/>
                <a:gd name="T80" fmla="*/ 169 w 1586"/>
                <a:gd name="T81" fmla="*/ 2264 h 2361"/>
                <a:gd name="T82" fmla="*/ 155 w 1586"/>
                <a:gd name="T83" fmla="*/ 2209 h 2361"/>
                <a:gd name="T84" fmla="*/ 161 w 1586"/>
                <a:gd name="T85" fmla="*/ 2150 h 2361"/>
                <a:gd name="T86" fmla="*/ 469 w 1586"/>
                <a:gd name="T87" fmla="*/ 636 h 2361"/>
                <a:gd name="T88" fmla="*/ 309 w 1586"/>
                <a:gd name="T89" fmla="*/ 1039 h 2361"/>
                <a:gd name="T90" fmla="*/ 271 w 1586"/>
                <a:gd name="T91" fmla="*/ 1083 h 2361"/>
                <a:gd name="T92" fmla="*/ 221 w 1586"/>
                <a:gd name="T93" fmla="*/ 1110 h 2361"/>
                <a:gd name="T94" fmla="*/ 165 w 1586"/>
                <a:gd name="T95" fmla="*/ 1118 h 2361"/>
                <a:gd name="T96" fmla="*/ 107 w 1586"/>
                <a:gd name="T97" fmla="*/ 1107 h 2361"/>
                <a:gd name="T98" fmla="*/ 57 w 1586"/>
                <a:gd name="T99" fmla="*/ 1077 h 2361"/>
                <a:gd name="T100" fmla="*/ 22 w 1586"/>
                <a:gd name="T101" fmla="*/ 1033 h 2361"/>
                <a:gd name="T102" fmla="*/ 3 w 1586"/>
                <a:gd name="T103" fmla="*/ 980 h 2361"/>
                <a:gd name="T104" fmla="*/ 3 w 1586"/>
                <a:gd name="T105" fmla="*/ 922 h 2361"/>
                <a:gd name="T106" fmla="*/ 318 w 1586"/>
                <a:gd name="T107" fmla="*/ 106 h 2361"/>
                <a:gd name="T108" fmla="*/ 348 w 1586"/>
                <a:gd name="T109" fmla="*/ 57 h 2361"/>
                <a:gd name="T110" fmla="*/ 392 w 1586"/>
                <a:gd name="T111" fmla="*/ 22 h 2361"/>
                <a:gd name="T112" fmla="*/ 445 w 1586"/>
                <a:gd name="T113" fmla="*/ 3 h 2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86" h="2361">
                  <a:moveTo>
                    <a:pt x="473" y="0"/>
                  </a:moveTo>
                  <a:lnTo>
                    <a:pt x="637" y="0"/>
                  </a:lnTo>
                  <a:lnTo>
                    <a:pt x="663" y="3"/>
                  </a:lnTo>
                  <a:lnTo>
                    <a:pt x="688" y="9"/>
                  </a:lnTo>
                  <a:lnTo>
                    <a:pt x="711" y="20"/>
                  </a:lnTo>
                  <a:lnTo>
                    <a:pt x="732" y="33"/>
                  </a:lnTo>
                  <a:lnTo>
                    <a:pt x="752" y="50"/>
                  </a:lnTo>
                  <a:lnTo>
                    <a:pt x="674" y="616"/>
                  </a:lnTo>
                  <a:lnTo>
                    <a:pt x="794" y="716"/>
                  </a:lnTo>
                  <a:lnTo>
                    <a:pt x="912" y="616"/>
                  </a:lnTo>
                  <a:lnTo>
                    <a:pt x="834" y="50"/>
                  </a:lnTo>
                  <a:lnTo>
                    <a:pt x="854" y="33"/>
                  </a:lnTo>
                  <a:lnTo>
                    <a:pt x="875" y="20"/>
                  </a:lnTo>
                  <a:lnTo>
                    <a:pt x="899" y="9"/>
                  </a:lnTo>
                  <a:lnTo>
                    <a:pt x="924" y="3"/>
                  </a:lnTo>
                  <a:lnTo>
                    <a:pt x="951" y="0"/>
                  </a:lnTo>
                  <a:lnTo>
                    <a:pt x="1113" y="0"/>
                  </a:lnTo>
                  <a:lnTo>
                    <a:pt x="1143" y="3"/>
                  </a:lnTo>
                  <a:lnTo>
                    <a:pt x="1170" y="10"/>
                  </a:lnTo>
                  <a:lnTo>
                    <a:pt x="1196" y="22"/>
                  </a:lnTo>
                  <a:lnTo>
                    <a:pt x="1219" y="37"/>
                  </a:lnTo>
                  <a:lnTo>
                    <a:pt x="1239" y="57"/>
                  </a:lnTo>
                  <a:lnTo>
                    <a:pt x="1256" y="80"/>
                  </a:lnTo>
                  <a:lnTo>
                    <a:pt x="1269" y="106"/>
                  </a:lnTo>
                  <a:lnTo>
                    <a:pt x="1575" y="893"/>
                  </a:lnTo>
                  <a:lnTo>
                    <a:pt x="1583" y="922"/>
                  </a:lnTo>
                  <a:lnTo>
                    <a:pt x="1586" y="951"/>
                  </a:lnTo>
                  <a:lnTo>
                    <a:pt x="1584" y="980"/>
                  </a:lnTo>
                  <a:lnTo>
                    <a:pt x="1577" y="1007"/>
                  </a:lnTo>
                  <a:lnTo>
                    <a:pt x="1566" y="1033"/>
                  </a:lnTo>
                  <a:lnTo>
                    <a:pt x="1549" y="1057"/>
                  </a:lnTo>
                  <a:lnTo>
                    <a:pt x="1530" y="1077"/>
                  </a:lnTo>
                  <a:lnTo>
                    <a:pt x="1507" y="1094"/>
                  </a:lnTo>
                  <a:lnTo>
                    <a:pt x="1479" y="1107"/>
                  </a:lnTo>
                  <a:lnTo>
                    <a:pt x="1451" y="1116"/>
                  </a:lnTo>
                  <a:lnTo>
                    <a:pt x="1421" y="1118"/>
                  </a:lnTo>
                  <a:lnTo>
                    <a:pt x="1392" y="1116"/>
                  </a:lnTo>
                  <a:lnTo>
                    <a:pt x="1365" y="1110"/>
                  </a:lnTo>
                  <a:lnTo>
                    <a:pt x="1339" y="1098"/>
                  </a:lnTo>
                  <a:lnTo>
                    <a:pt x="1315" y="1083"/>
                  </a:lnTo>
                  <a:lnTo>
                    <a:pt x="1294" y="1063"/>
                  </a:lnTo>
                  <a:lnTo>
                    <a:pt x="1277" y="1039"/>
                  </a:lnTo>
                  <a:lnTo>
                    <a:pt x="1264" y="1013"/>
                  </a:lnTo>
                  <a:lnTo>
                    <a:pt x="1117" y="636"/>
                  </a:lnTo>
                  <a:lnTo>
                    <a:pt x="1117" y="1079"/>
                  </a:lnTo>
                  <a:lnTo>
                    <a:pt x="1425" y="2150"/>
                  </a:lnTo>
                  <a:lnTo>
                    <a:pt x="1431" y="2179"/>
                  </a:lnTo>
                  <a:lnTo>
                    <a:pt x="1431" y="2209"/>
                  </a:lnTo>
                  <a:lnTo>
                    <a:pt x="1426" y="2236"/>
                  </a:lnTo>
                  <a:lnTo>
                    <a:pt x="1417" y="2264"/>
                  </a:lnTo>
                  <a:lnTo>
                    <a:pt x="1404" y="2288"/>
                  </a:lnTo>
                  <a:lnTo>
                    <a:pt x="1385" y="2310"/>
                  </a:lnTo>
                  <a:lnTo>
                    <a:pt x="1364" y="2328"/>
                  </a:lnTo>
                  <a:lnTo>
                    <a:pt x="1338" y="2344"/>
                  </a:lnTo>
                  <a:lnTo>
                    <a:pt x="1311" y="2355"/>
                  </a:lnTo>
                  <a:lnTo>
                    <a:pt x="1287" y="2360"/>
                  </a:lnTo>
                  <a:lnTo>
                    <a:pt x="1265" y="2361"/>
                  </a:lnTo>
                  <a:lnTo>
                    <a:pt x="1237" y="2359"/>
                  </a:lnTo>
                  <a:lnTo>
                    <a:pt x="1212" y="2353"/>
                  </a:lnTo>
                  <a:lnTo>
                    <a:pt x="1187" y="2343"/>
                  </a:lnTo>
                  <a:lnTo>
                    <a:pt x="1165" y="2328"/>
                  </a:lnTo>
                  <a:lnTo>
                    <a:pt x="1146" y="2311"/>
                  </a:lnTo>
                  <a:lnTo>
                    <a:pt x="1128" y="2291"/>
                  </a:lnTo>
                  <a:lnTo>
                    <a:pt x="1114" y="2267"/>
                  </a:lnTo>
                  <a:lnTo>
                    <a:pt x="1105" y="2241"/>
                  </a:lnTo>
                  <a:lnTo>
                    <a:pt x="794" y="1159"/>
                  </a:lnTo>
                  <a:lnTo>
                    <a:pt x="483" y="2241"/>
                  </a:lnTo>
                  <a:lnTo>
                    <a:pt x="472" y="2267"/>
                  </a:lnTo>
                  <a:lnTo>
                    <a:pt x="458" y="2291"/>
                  </a:lnTo>
                  <a:lnTo>
                    <a:pt x="442" y="2311"/>
                  </a:lnTo>
                  <a:lnTo>
                    <a:pt x="421" y="2328"/>
                  </a:lnTo>
                  <a:lnTo>
                    <a:pt x="399" y="2343"/>
                  </a:lnTo>
                  <a:lnTo>
                    <a:pt x="374" y="2353"/>
                  </a:lnTo>
                  <a:lnTo>
                    <a:pt x="349" y="2359"/>
                  </a:lnTo>
                  <a:lnTo>
                    <a:pt x="322" y="2361"/>
                  </a:lnTo>
                  <a:lnTo>
                    <a:pt x="299" y="2360"/>
                  </a:lnTo>
                  <a:lnTo>
                    <a:pt x="277" y="2355"/>
                  </a:lnTo>
                  <a:lnTo>
                    <a:pt x="248" y="2344"/>
                  </a:lnTo>
                  <a:lnTo>
                    <a:pt x="223" y="2328"/>
                  </a:lnTo>
                  <a:lnTo>
                    <a:pt x="201" y="2310"/>
                  </a:lnTo>
                  <a:lnTo>
                    <a:pt x="184" y="2288"/>
                  </a:lnTo>
                  <a:lnTo>
                    <a:pt x="169" y="2264"/>
                  </a:lnTo>
                  <a:lnTo>
                    <a:pt x="160" y="2236"/>
                  </a:lnTo>
                  <a:lnTo>
                    <a:pt x="155" y="2209"/>
                  </a:lnTo>
                  <a:lnTo>
                    <a:pt x="156" y="2179"/>
                  </a:lnTo>
                  <a:lnTo>
                    <a:pt x="161" y="2150"/>
                  </a:lnTo>
                  <a:lnTo>
                    <a:pt x="469" y="1079"/>
                  </a:lnTo>
                  <a:lnTo>
                    <a:pt x="469" y="636"/>
                  </a:lnTo>
                  <a:lnTo>
                    <a:pt x="322" y="1013"/>
                  </a:lnTo>
                  <a:lnTo>
                    <a:pt x="309" y="1039"/>
                  </a:lnTo>
                  <a:lnTo>
                    <a:pt x="292" y="1063"/>
                  </a:lnTo>
                  <a:lnTo>
                    <a:pt x="271" y="1083"/>
                  </a:lnTo>
                  <a:lnTo>
                    <a:pt x="248" y="1098"/>
                  </a:lnTo>
                  <a:lnTo>
                    <a:pt x="221" y="1110"/>
                  </a:lnTo>
                  <a:lnTo>
                    <a:pt x="194" y="1116"/>
                  </a:lnTo>
                  <a:lnTo>
                    <a:pt x="165" y="1118"/>
                  </a:lnTo>
                  <a:lnTo>
                    <a:pt x="136" y="1116"/>
                  </a:lnTo>
                  <a:lnTo>
                    <a:pt x="107" y="1107"/>
                  </a:lnTo>
                  <a:lnTo>
                    <a:pt x="81" y="1094"/>
                  </a:lnTo>
                  <a:lnTo>
                    <a:pt x="57" y="1077"/>
                  </a:lnTo>
                  <a:lnTo>
                    <a:pt x="37" y="1057"/>
                  </a:lnTo>
                  <a:lnTo>
                    <a:pt x="22" y="1033"/>
                  </a:lnTo>
                  <a:lnTo>
                    <a:pt x="9" y="1007"/>
                  </a:lnTo>
                  <a:lnTo>
                    <a:pt x="3" y="980"/>
                  </a:lnTo>
                  <a:lnTo>
                    <a:pt x="0" y="951"/>
                  </a:lnTo>
                  <a:lnTo>
                    <a:pt x="3" y="922"/>
                  </a:lnTo>
                  <a:lnTo>
                    <a:pt x="11" y="893"/>
                  </a:lnTo>
                  <a:lnTo>
                    <a:pt x="318" y="106"/>
                  </a:lnTo>
                  <a:lnTo>
                    <a:pt x="331" y="80"/>
                  </a:lnTo>
                  <a:lnTo>
                    <a:pt x="348" y="57"/>
                  </a:lnTo>
                  <a:lnTo>
                    <a:pt x="368" y="37"/>
                  </a:lnTo>
                  <a:lnTo>
                    <a:pt x="392" y="22"/>
                  </a:lnTo>
                  <a:lnTo>
                    <a:pt x="417" y="10"/>
                  </a:lnTo>
                  <a:lnTo>
                    <a:pt x="445" y="3"/>
                  </a:lnTo>
                  <a:lnTo>
                    <a:pt x="4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46697F-FEA2-44B8-A426-FAB7E4AE9BEF}"/>
              </a:ext>
            </a:extLst>
          </p:cNvPr>
          <p:cNvGrpSpPr/>
          <p:nvPr/>
        </p:nvGrpSpPr>
        <p:grpSpPr>
          <a:xfrm flipH="1">
            <a:off x="6196631" y="626217"/>
            <a:ext cx="329932" cy="327755"/>
            <a:chOff x="7978775" y="2649538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5" name="Freeform 41">
              <a:extLst>
                <a:ext uri="{FF2B5EF4-FFF2-40B4-BE49-F238E27FC236}">
                  <a16:creationId xmlns:a16="http://schemas.microsoft.com/office/drawing/2014/main" id="{F0E9A826-28D4-422E-9EC5-089170009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775" y="2649538"/>
              <a:ext cx="315913" cy="477838"/>
            </a:xfrm>
            <a:custGeom>
              <a:avLst/>
              <a:gdLst>
                <a:gd name="T0" fmla="*/ 2044 w 2194"/>
                <a:gd name="T1" fmla="*/ 0 h 3308"/>
                <a:gd name="T2" fmla="*/ 2102 w 2194"/>
                <a:gd name="T3" fmla="*/ 12 h 3308"/>
                <a:gd name="T4" fmla="*/ 2150 w 2194"/>
                <a:gd name="T5" fmla="*/ 44 h 3308"/>
                <a:gd name="T6" fmla="*/ 2183 w 2194"/>
                <a:gd name="T7" fmla="*/ 92 h 3308"/>
                <a:gd name="T8" fmla="*/ 2194 w 2194"/>
                <a:gd name="T9" fmla="*/ 150 h 3308"/>
                <a:gd name="T10" fmla="*/ 2185 w 2194"/>
                <a:gd name="T11" fmla="*/ 203 h 3308"/>
                <a:gd name="T12" fmla="*/ 2159 w 2194"/>
                <a:gd name="T13" fmla="*/ 247 h 3308"/>
                <a:gd name="T14" fmla="*/ 2119 w 2194"/>
                <a:gd name="T15" fmla="*/ 280 h 3308"/>
                <a:gd name="T16" fmla="*/ 1968 w 2194"/>
                <a:gd name="T17" fmla="*/ 933 h 3308"/>
                <a:gd name="T18" fmla="*/ 227 w 2194"/>
                <a:gd name="T19" fmla="*/ 301 h 3308"/>
                <a:gd name="T20" fmla="*/ 1968 w 2194"/>
                <a:gd name="T21" fmla="*/ 1955 h 3308"/>
                <a:gd name="T22" fmla="*/ 2119 w 2194"/>
                <a:gd name="T23" fmla="*/ 1580 h 3308"/>
                <a:gd name="T24" fmla="*/ 2117 w 2194"/>
                <a:gd name="T25" fmla="*/ 2050 h 3308"/>
                <a:gd name="T26" fmla="*/ 2097 w 2194"/>
                <a:gd name="T27" fmla="*/ 2084 h 3308"/>
                <a:gd name="T28" fmla="*/ 2064 w 2194"/>
                <a:gd name="T29" fmla="*/ 2102 h 3308"/>
                <a:gd name="T30" fmla="*/ 1578 w 2194"/>
                <a:gd name="T31" fmla="*/ 2105 h 3308"/>
                <a:gd name="T32" fmla="*/ 1854 w 2194"/>
                <a:gd name="T33" fmla="*/ 3145 h 3308"/>
                <a:gd name="T34" fmla="*/ 1849 w 2194"/>
                <a:gd name="T35" fmla="*/ 3197 h 3308"/>
                <a:gd name="T36" fmla="*/ 1827 w 2194"/>
                <a:gd name="T37" fmla="*/ 3244 h 3308"/>
                <a:gd name="T38" fmla="*/ 1790 w 2194"/>
                <a:gd name="T39" fmla="*/ 3281 h 3308"/>
                <a:gd name="T40" fmla="*/ 1742 w 2194"/>
                <a:gd name="T41" fmla="*/ 3302 h 3308"/>
                <a:gd name="T42" fmla="*/ 1703 w 2194"/>
                <a:gd name="T43" fmla="*/ 3308 h 3308"/>
                <a:gd name="T44" fmla="*/ 1648 w 2194"/>
                <a:gd name="T45" fmla="*/ 3298 h 3308"/>
                <a:gd name="T46" fmla="*/ 1601 w 2194"/>
                <a:gd name="T47" fmla="*/ 3269 h 3308"/>
                <a:gd name="T48" fmla="*/ 1567 w 2194"/>
                <a:gd name="T49" fmla="*/ 3223 h 3308"/>
                <a:gd name="T50" fmla="*/ 1264 w 2194"/>
                <a:gd name="T51" fmla="*/ 2105 h 3308"/>
                <a:gd name="T52" fmla="*/ 639 w 2194"/>
                <a:gd name="T53" fmla="*/ 3196 h 3308"/>
                <a:gd name="T54" fmla="*/ 613 w 2194"/>
                <a:gd name="T55" fmla="*/ 3248 h 3308"/>
                <a:gd name="T56" fmla="*/ 573 w 2194"/>
                <a:gd name="T57" fmla="*/ 3286 h 3308"/>
                <a:gd name="T58" fmla="*/ 520 w 2194"/>
                <a:gd name="T59" fmla="*/ 3306 h 3308"/>
                <a:gd name="T60" fmla="*/ 473 w 2194"/>
                <a:gd name="T61" fmla="*/ 3307 h 3308"/>
                <a:gd name="T62" fmla="*/ 427 w 2194"/>
                <a:gd name="T63" fmla="*/ 3294 h 3308"/>
                <a:gd name="T64" fmla="*/ 384 w 2194"/>
                <a:gd name="T65" fmla="*/ 3264 h 3308"/>
                <a:gd name="T66" fmla="*/ 355 w 2194"/>
                <a:gd name="T67" fmla="*/ 3221 h 3308"/>
                <a:gd name="T68" fmla="*/ 341 w 2194"/>
                <a:gd name="T69" fmla="*/ 3172 h 3308"/>
                <a:gd name="T70" fmla="*/ 345 w 2194"/>
                <a:gd name="T71" fmla="*/ 3118 h 3308"/>
                <a:gd name="T72" fmla="*/ 152 w 2194"/>
                <a:gd name="T73" fmla="*/ 2105 h 3308"/>
                <a:gd name="T74" fmla="*/ 113 w 2194"/>
                <a:gd name="T75" fmla="*/ 2095 h 3308"/>
                <a:gd name="T76" fmla="*/ 87 w 2194"/>
                <a:gd name="T77" fmla="*/ 2068 h 3308"/>
                <a:gd name="T78" fmla="*/ 76 w 2194"/>
                <a:gd name="T79" fmla="*/ 2030 h 3308"/>
                <a:gd name="T80" fmla="*/ 54 w 2194"/>
                <a:gd name="T81" fmla="*/ 266 h 3308"/>
                <a:gd name="T82" fmla="*/ 21 w 2194"/>
                <a:gd name="T83" fmla="*/ 226 h 3308"/>
                <a:gd name="T84" fmla="*/ 3 w 2194"/>
                <a:gd name="T85" fmla="*/ 177 h 3308"/>
                <a:gd name="T86" fmla="*/ 3 w 2194"/>
                <a:gd name="T87" fmla="*/ 120 h 3308"/>
                <a:gd name="T88" fmla="*/ 26 w 2194"/>
                <a:gd name="T89" fmla="*/ 67 h 3308"/>
                <a:gd name="T90" fmla="*/ 67 w 2194"/>
                <a:gd name="T91" fmla="*/ 25 h 3308"/>
                <a:gd name="T92" fmla="*/ 121 w 2194"/>
                <a:gd name="T93" fmla="*/ 4 h 3308"/>
                <a:gd name="T94" fmla="*/ 1683 w 2194"/>
                <a:gd name="T95" fmla="*/ 0 h 3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194" h="3308">
                  <a:moveTo>
                    <a:pt x="1683" y="0"/>
                  </a:moveTo>
                  <a:lnTo>
                    <a:pt x="2044" y="0"/>
                  </a:lnTo>
                  <a:lnTo>
                    <a:pt x="2074" y="4"/>
                  </a:lnTo>
                  <a:lnTo>
                    <a:pt x="2102" y="12"/>
                  </a:lnTo>
                  <a:lnTo>
                    <a:pt x="2128" y="25"/>
                  </a:lnTo>
                  <a:lnTo>
                    <a:pt x="2150" y="44"/>
                  </a:lnTo>
                  <a:lnTo>
                    <a:pt x="2169" y="67"/>
                  </a:lnTo>
                  <a:lnTo>
                    <a:pt x="2183" y="92"/>
                  </a:lnTo>
                  <a:lnTo>
                    <a:pt x="2192" y="120"/>
                  </a:lnTo>
                  <a:lnTo>
                    <a:pt x="2194" y="150"/>
                  </a:lnTo>
                  <a:lnTo>
                    <a:pt x="2192" y="177"/>
                  </a:lnTo>
                  <a:lnTo>
                    <a:pt x="2185" y="203"/>
                  </a:lnTo>
                  <a:lnTo>
                    <a:pt x="2175" y="226"/>
                  </a:lnTo>
                  <a:lnTo>
                    <a:pt x="2159" y="247"/>
                  </a:lnTo>
                  <a:lnTo>
                    <a:pt x="2141" y="266"/>
                  </a:lnTo>
                  <a:lnTo>
                    <a:pt x="2119" y="280"/>
                  </a:lnTo>
                  <a:lnTo>
                    <a:pt x="2119" y="966"/>
                  </a:lnTo>
                  <a:lnTo>
                    <a:pt x="1968" y="933"/>
                  </a:lnTo>
                  <a:lnTo>
                    <a:pt x="1968" y="301"/>
                  </a:lnTo>
                  <a:lnTo>
                    <a:pt x="227" y="301"/>
                  </a:lnTo>
                  <a:lnTo>
                    <a:pt x="227" y="1955"/>
                  </a:lnTo>
                  <a:lnTo>
                    <a:pt x="1968" y="1955"/>
                  </a:lnTo>
                  <a:lnTo>
                    <a:pt x="1968" y="1548"/>
                  </a:lnTo>
                  <a:lnTo>
                    <a:pt x="2119" y="1580"/>
                  </a:lnTo>
                  <a:lnTo>
                    <a:pt x="2119" y="2030"/>
                  </a:lnTo>
                  <a:lnTo>
                    <a:pt x="2117" y="2050"/>
                  </a:lnTo>
                  <a:lnTo>
                    <a:pt x="2110" y="2068"/>
                  </a:lnTo>
                  <a:lnTo>
                    <a:pt x="2097" y="2084"/>
                  </a:lnTo>
                  <a:lnTo>
                    <a:pt x="2082" y="2095"/>
                  </a:lnTo>
                  <a:lnTo>
                    <a:pt x="2064" y="2102"/>
                  </a:lnTo>
                  <a:lnTo>
                    <a:pt x="2044" y="2105"/>
                  </a:lnTo>
                  <a:lnTo>
                    <a:pt x="1578" y="2105"/>
                  </a:lnTo>
                  <a:lnTo>
                    <a:pt x="1850" y="3118"/>
                  </a:lnTo>
                  <a:lnTo>
                    <a:pt x="1854" y="3145"/>
                  </a:lnTo>
                  <a:lnTo>
                    <a:pt x="1854" y="3172"/>
                  </a:lnTo>
                  <a:lnTo>
                    <a:pt x="1849" y="3197"/>
                  </a:lnTo>
                  <a:lnTo>
                    <a:pt x="1841" y="3221"/>
                  </a:lnTo>
                  <a:lnTo>
                    <a:pt x="1827" y="3244"/>
                  </a:lnTo>
                  <a:lnTo>
                    <a:pt x="1810" y="3264"/>
                  </a:lnTo>
                  <a:lnTo>
                    <a:pt x="1790" y="3281"/>
                  </a:lnTo>
                  <a:lnTo>
                    <a:pt x="1768" y="3294"/>
                  </a:lnTo>
                  <a:lnTo>
                    <a:pt x="1742" y="3302"/>
                  </a:lnTo>
                  <a:lnTo>
                    <a:pt x="1722" y="3307"/>
                  </a:lnTo>
                  <a:lnTo>
                    <a:pt x="1703" y="3308"/>
                  </a:lnTo>
                  <a:lnTo>
                    <a:pt x="1675" y="3306"/>
                  </a:lnTo>
                  <a:lnTo>
                    <a:pt x="1648" y="3298"/>
                  </a:lnTo>
                  <a:lnTo>
                    <a:pt x="1623" y="3286"/>
                  </a:lnTo>
                  <a:lnTo>
                    <a:pt x="1601" y="3269"/>
                  </a:lnTo>
                  <a:lnTo>
                    <a:pt x="1582" y="3248"/>
                  </a:lnTo>
                  <a:lnTo>
                    <a:pt x="1567" y="3223"/>
                  </a:lnTo>
                  <a:lnTo>
                    <a:pt x="1557" y="3196"/>
                  </a:lnTo>
                  <a:lnTo>
                    <a:pt x="1264" y="2105"/>
                  </a:lnTo>
                  <a:lnTo>
                    <a:pt x="932" y="2105"/>
                  </a:lnTo>
                  <a:lnTo>
                    <a:pt x="639" y="3196"/>
                  </a:lnTo>
                  <a:lnTo>
                    <a:pt x="628" y="3223"/>
                  </a:lnTo>
                  <a:lnTo>
                    <a:pt x="613" y="3248"/>
                  </a:lnTo>
                  <a:lnTo>
                    <a:pt x="595" y="3269"/>
                  </a:lnTo>
                  <a:lnTo>
                    <a:pt x="573" y="3286"/>
                  </a:lnTo>
                  <a:lnTo>
                    <a:pt x="548" y="3298"/>
                  </a:lnTo>
                  <a:lnTo>
                    <a:pt x="520" y="3306"/>
                  </a:lnTo>
                  <a:lnTo>
                    <a:pt x="492" y="3308"/>
                  </a:lnTo>
                  <a:lnTo>
                    <a:pt x="473" y="3307"/>
                  </a:lnTo>
                  <a:lnTo>
                    <a:pt x="453" y="3302"/>
                  </a:lnTo>
                  <a:lnTo>
                    <a:pt x="427" y="3294"/>
                  </a:lnTo>
                  <a:lnTo>
                    <a:pt x="404" y="3281"/>
                  </a:lnTo>
                  <a:lnTo>
                    <a:pt x="384" y="3264"/>
                  </a:lnTo>
                  <a:lnTo>
                    <a:pt x="368" y="3244"/>
                  </a:lnTo>
                  <a:lnTo>
                    <a:pt x="355" y="3221"/>
                  </a:lnTo>
                  <a:lnTo>
                    <a:pt x="346" y="3197"/>
                  </a:lnTo>
                  <a:lnTo>
                    <a:pt x="341" y="3172"/>
                  </a:lnTo>
                  <a:lnTo>
                    <a:pt x="341" y="3145"/>
                  </a:lnTo>
                  <a:lnTo>
                    <a:pt x="345" y="3118"/>
                  </a:lnTo>
                  <a:lnTo>
                    <a:pt x="618" y="2105"/>
                  </a:lnTo>
                  <a:lnTo>
                    <a:pt x="152" y="2105"/>
                  </a:lnTo>
                  <a:lnTo>
                    <a:pt x="132" y="2102"/>
                  </a:lnTo>
                  <a:lnTo>
                    <a:pt x="113" y="2095"/>
                  </a:lnTo>
                  <a:lnTo>
                    <a:pt x="98" y="2084"/>
                  </a:lnTo>
                  <a:lnTo>
                    <a:pt x="87" y="2068"/>
                  </a:lnTo>
                  <a:lnTo>
                    <a:pt x="78" y="2050"/>
                  </a:lnTo>
                  <a:lnTo>
                    <a:pt x="76" y="2030"/>
                  </a:lnTo>
                  <a:lnTo>
                    <a:pt x="76" y="280"/>
                  </a:lnTo>
                  <a:lnTo>
                    <a:pt x="54" y="266"/>
                  </a:lnTo>
                  <a:lnTo>
                    <a:pt x="37" y="247"/>
                  </a:lnTo>
                  <a:lnTo>
                    <a:pt x="21" y="226"/>
                  </a:lnTo>
                  <a:lnTo>
                    <a:pt x="9" y="203"/>
                  </a:lnTo>
                  <a:lnTo>
                    <a:pt x="3" y="177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5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2" y="0"/>
                  </a:lnTo>
                  <a:lnTo>
                    <a:pt x="16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42">
              <a:extLst>
                <a:ext uri="{FF2B5EF4-FFF2-40B4-BE49-F238E27FC236}">
                  <a16:creationId xmlns:a16="http://schemas.microsoft.com/office/drawing/2014/main" id="{C80CE359-5EB7-446D-ABB4-FA04DDAE6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6913" y="2730500"/>
              <a:ext cx="77788" cy="76200"/>
            </a:xfrm>
            <a:custGeom>
              <a:avLst/>
              <a:gdLst>
                <a:gd name="T0" fmla="*/ 269 w 537"/>
                <a:gd name="T1" fmla="*/ 0 h 534"/>
                <a:gd name="T2" fmla="*/ 308 w 537"/>
                <a:gd name="T3" fmla="*/ 3 h 534"/>
                <a:gd name="T4" fmla="*/ 347 w 537"/>
                <a:gd name="T5" fmla="*/ 11 h 534"/>
                <a:gd name="T6" fmla="*/ 382 w 537"/>
                <a:gd name="T7" fmla="*/ 25 h 534"/>
                <a:gd name="T8" fmla="*/ 415 w 537"/>
                <a:gd name="T9" fmla="*/ 43 h 534"/>
                <a:gd name="T10" fmla="*/ 445 w 537"/>
                <a:gd name="T11" fmla="*/ 65 h 534"/>
                <a:gd name="T12" fmla="*/ 471 w 537"/>
                <a:gd name="T13" fmla="*/ 92 h 534"/>
                <a:gd name="T14" fmla="*/ 494 w 537"/>
                <a:gd name="T15" fmla="*/ 121 h 534"/>
                <a:gd name="T16" fmla="*/ 512 w 537"/>
                <a:gd name="T17" fmla="*/ 155 h 534"/>
                <a:gd name="T18" fmla="*/ 526 w 537"/>
                <a:gd name="T19" fmla="*/ 190 h 534"/>
                <a:gd name="T20" fmla="*/ 535 w 537"/>
                <a:gd name="T21" fmla="*/ 228 h 534"/>
                <a:gd name="T22" fmla="*/ 537 w 537"/>
                <a:gd name="T23" fmla="*/ 267 h 534"/>
                <a:gd name="T24" fmla="*/ 535 w 537"/>
                <a:gd name="T25" fmla="*/ 307 h 534"/>
                <a:gd name="T26" fmla="*/ 526 w 537"/>
                <a:gd name="T27" fmla="*/ 344 h 534"/>
                <a:gd name="T28" fmla="*/ 512 w 537"/>
                <a:gd name="T29" fmla="*/ 379 h 534"/>
                <a:gd name="T30" fmla="*/ 494 w 537"/>
                <a:gd name="T31" fmla="*/ 413 h 534"/>
                <a:gd name="T32" fmla="*/ 471 w 537"/>
                <a:gd name="T33" fmla="*/ 442 h 534"/>
                <a:gd name="T34" fmla="*/ 445 w 537"/>
                <a:gd name="T35" fmla="*/ 469 h 534"/>
                <a:gd name="T36" fmla="*/ 415 w 537"/>
                <a:gd name="T37" fmla="*/ 491 h 534"/>
                <a:gd name="T38" fmla="*/ 382 w 537"/>
                <a:gd name="T39" fmla="*/ 509 h 534"/>
                <a:gd name="T40" fmla="*/ 347 w 537"/>
                <a:gd name="T41" fmla="*/ 523 h 534"/>
                <a:gd name="T42" fmla="*/ 308 w 537"/>
                <a:gd name="T43" fmla="*/ 531 h 534"/>
                <a:gd name="T44" fmla="*/ 269 w 537"/>
                <a:gd name="T45" fmla="*/ 534 h 534"/>
                <a:gd name="T46" fmla="*/ 229 w 537"/>
                <a:gd name="T47" fmla="*/ 531 h 534"/>
                <a:gd name="T48" fmla="*/ 191 w 537"/>
                <a:gd name="T49" fmla="*/ 523 h 534"/>
                <a:gd name="T50" fmla="*/ 155 w 537"/>
                <a:gd name="T51" fmla="*/ 509 h 534"/>
                <a:gd name="T52" fmla="*/ 123 w 537"/>
                <a:gd name="T53" fmla="*/ 491 h 534"/>
                <a:gd name="T54" fmla="*/ 92 w 537"/>
                <a:gd name="T55" fmla="*/ 469 h 534"/>
                <a:gd name="T56" fmla="*/ 66 w 537"/>
                <a:gd name="T57" fmla="*/ 442 h 534"/>
                <a:gd name="T58" fmla="*/ 43 w 537"/>
                <a:gd name="T59" fmla="*/ 413 h 534"/>
                <a:gd name="T60" fmla="*/ 25 w 537"/>
                <a:gd name="T61" fmla="*/ 379 h 534"/>
                <a:gd name="T62" fmla="*/ 12 w 537"/>
                <a:gd name="T63" fmla="*/ 344 h 534"/>
                <a:gd name="T64" fmla="*/ 3 w 537"/>
                <a:gd name="T65" fmla="*/ 307 h 534"/>
                <a:gd name="T66" fmla="*/ 0 w 537"/>
                <a:gd name="T67" fmla="*/ 267 h 534"/>
                <a:gd name="T68" fmla="*/ 3 w 537"/>
                <a:gd name="T69" fmla="*/ 228 h 534"/>
                <a:gd name="T70" fmla="*/ 12 w 537"/>
                <a:gd name="T71" fmla="*/ 190 h 534"/>
                <a:gd name="T72" fmla="*/ 25 w 537"/>
                <a:gd name="T73" fmla="*/ 155 h 534"/>
                <a:gd name="T74" fmla="*/ 43 w 537"/>
                <a:gd name="T75" fmla="*/ 121 h 534"/>
                <a:gd name="T76" fmla="*/ 66 w 537"/>
                <a:gd name="T77" fmla="*/ 91 h 534"/>
                <a:gd name="T78" fmla="*/ 92 w 537"/>
                <a:gd name="T79" fmla="*/ 65 h 534"/>
                <a:gd name="T80" fmla="*/ 123 w 537"/>
                <a:gd name="T81" fmla="*/ 43 h 534"/>
                <a:gd name="T82" fmla="*/ 155 w 537"/>
                <a:gd name="T83" fmla="*/ 25 h 534"/>
                <a:gd name="T84" fmla="*/ 191 w 537"/>
                <a:gd name="T85" fmla="*/ 11 h 534"/>
                <a:gd name="T86" fmla="*/ 229 w 537"/>
                <a:gd name="T87" fmla="*/ 3 h 534"/>
                <a:gd name="T88" fmla="*/ 269 w 537"/>
                <a:gd name="T89" fmla="*/ 0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7" h="534">
                  <a:moveTo>
                    <a:pt x="269" y="0"/>
                  </a:moveTo>
                  <a:lnTo>
                    <a:pt x="308" y="3"/>
                  </a:lnTo>
                  <a:lnTo>
                    <a:pt x="347" y="11"/>
                  </a:lnTo>
                  <a:lnTo>
                    <a:pt x="382" y="25"/>
                  </a:lnTo>
                  <a:lnTo>
                    <a:pt x="415" y="43"/>
                  </a:lnTo>
                  <a:lnTo>
                    <a:pt x="445" y="65"/>
                  </a:lnTo>
                  <a:lnTo>
                    <a:pt x="471" y="92"/>
                  </a:lnTo>
                  <a:lnTo>
                    <a:pt x="494" y="121"/>
                  </a:lnTo>
                  <a:lnTo>
                    <a:pt x="512" y="155"/>
                  </a:lnTo>
                  <a:lnTo>
                    <a:pt x="526" y="190"/>
                  </a:lnTo>
                  <a:lnTo>
                    <a:pt x="535" y="228"/>
                  </a:lnTo>
                  <a:lnTo>
                    <a:pt x="537" y="267"/>
                  </a:lnTo>
                  <a:lnTo>
                    <a:pt x="535" y="307"/>
                  </a:lnTo>
                  <a:lnTo>
                    <a:pt x="526" y="344"/>
                  </a:lnTo>
                  <a:lnTo>
                    <a:pt x="512" y="379"/>
                  </a:lnTo>
                  <a:lnTo>
                    <a:pt x="494" y="413"/>
                  </a:lnTo>
                  <a:lnTo>
                    <a:pt x="471" y="442"/>
                  </a:lnTo>
                  <a:lnTo>
                    <a:pt x="445" y="469"/>
                  </a:lnTo>
                  <a:lnTo>
                    <a:pt x="415" y="491"/>
                  </a:lnTo>
                  <a:lnTo>
                    <a:pt x="382" y="509"/>
                  </a:lnTo>
                  <a:lnTo>
                    <a:pt x="347" y="523"/>
                  </a:lnTo>
                  <a:lnTo>
                    <a:pt x="308" y="531"/>
                  </a:lnTo>
                  <a:lnTo>
                    <a:pt x="269" y="534"/>
                  </a:lnTo>
                  <a:lnTo>
                    <a:pt x="229" y="531"/>
                  </a:lnTo>
                  <a:lnTo>
                    <a:pt x="191" y="523"/>
                  </a:lnTo>
                  <a:lnTo>
                    <a:pt x="155" y="509"/>
                  </a:lnTo>
                  <a:lnTo>
                    <a:pt x="123" y="491"/>
                  </a:lnTo>
                  <a:lnTo>
                    <a:pt x="92" y="469"/>
                  </a:lnTo>
                  <a:lnTo>
                    <a:pt x="66" y="442"/>
                  </a:lnTo>
                  <a:lnTo>
                    <a:pt x="43" y="413"/>
                  </a:lnTo>
                  <a:lnTo>
                    <a:pt x="25" y="379"/>
                  </a:lnTo>
                  <a:lnTo>
                    <a:pt x="12" y="344"/>
                  </a:lnTo>
                  <a:lnTo>
                    <a:pt x="3" y="307"/>
                  </a:lnTo>
                  <a:lnTo>
                    <a:pt x="0" y="267"/>
                  </a:lnTo>
                  <a:lnTo>
                    <a:pt x="3" y="228"/>
                  </a:lnTo>
                  <a:lnTo>
                    <a:pt x="12" y="190"/>
                  </a:lnTo>
                  <a:lnTo>
                    <a:pt x="25" y="155"/>
                  </a:lnTo>
                  <a:lnTo>
                    <a:pt x="43" y="121"/>
                  </a:lnTo>
                  <a:lnTo>
                    <a:pt x="66" y="91"/>
                  </a:lnTo>
                  <a:lnTo>
                    <a:pt x="92" y="65"/>
                  </a:lnTo>
                  <a:lnTo>
                    <a:pt x="123" y="43"/>
                  </a:lnTo>
                  <a:lnTo>
                    <a:pt x="155" y="25"/>
                  </a:lnTo>
                  <a:lnTo>
                    <a:pt x="191" y="11"/>
                  </a:lnTo>
                  <a:lnTo>
                    <a:pt x="229" y="3"/>
                  </a:lnTo>
                  <a:lnTo>
                    <a:pt x="2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" name="Freeform 43">
              <a:extLst>
                <a:ext uri="{FF2B5EF4-FFF2-40B4-BE49-F238E27FC236}">
                  <a16:creationId xmlns:a16="http://schemas.microsoft.com/office/drawing/2014/main" id="{60D7A3A7-43CA-41AE-A129-972647D2D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4513" y="2790825"/>
              <a:ext cx="295275" cy="336550"/>
            </a:xfrm>
            <a:custGeom>
              <a:avLst/>
              <a:gdLst>
                <a:gd name="T0" fmla="*/ 183 w 2044"/>
                <a:gd name="T1" fmla="*/ 3 h 2330"/>
                <a:gd name="T2" fmla="*/ 1182 w 2044"/>
                <a:gd name="T3" fmla="*/ 187 h 2330"/>
                <a:gd name="T4" fmla="*/ 1229 w 2044"/>
                <a:gd name="T5" fmla="*/ 196 h 2330"/>
                <a:gd name="T6" fmla="*/ 1270 w 2044"/>
                <a:gd name="T7" fmla="*/ 217 h 2330"/>
                <a:gd name="T8" fmla="*/ 1216 w 2044"/>
                <a:gd name="T9" fmla="*/ 747 h 2330"/>
                <a:gd name="T10" fmla="*/ 1433 w 2044"/>
                <a:gd name="T11" fmla="*/ 747 h 2330"/>
                <a:gd name="T12" fmla="*/ 1380 w 2044"/>
                <a:gd name="T13" fmla="*/ 217 h 2330"/>
                <a:gd name="T14" fmla="*/ 1420 w 2044"/>
                <a:gd name="T15" fmla="*/ 196 h 2330"/>
                <a:gd name="T16" fmla="*/ 1468 w 2044"/>
                <a:gd name="T17" fmla="*/ 187 h 2330"/>
                <a:gd name="T18" fmla="*/ 1641 w 2044"/>
                <a:gd name="T19" fmla="*/ 189 h 2330"/>
                <a:gd name="T20" fmla="*/ 1689 w 2044"/>
                <a:gd name="T21" fmla="*/ 207 h 2330"/>
                <a:gd name="T22" fmla="*/ 1729 w 2044"/>
                <a:gd name="T23" fmla="*/ 239 h 2330"/>
                <a:gd name="T24" fmla="*/ 1756 w 2044"/>
                <a:gd name="T25" fmla="*/ 283 h 2330"/>
                <a:gd name="T26" fmla="*/ 2041 w 2044"/>
                <a:gd name="T27" fmla="*/ 1024 h 2330"/>
                <a:gd name="T28" fmla="*/ 2042 w 2044"/>
                <a:gd name="T29" fmla="*/ 1076 h 2330"/>
                <a:gd name="T30" fmla="*/ 2026 w 2044"/>
                <a:gd name="T31" fmla="*/ 1124 h 2330"/>
                <a:gd name="T32" fmla="*/ 1993 w 2044"/>
                <a:gd name="T33" fmla="*/ 1165 h 2330"/>
                <a:gd name="T34" fmla="*/ 1948 w 2044"/>
                <a:gd name="T35" fmla="*/ 1193 h 2330"/>
                <a:gd name="T36" fmla="*/ 1895 w 2044"/>
                <a:gd name="T37" fmla="*/ 1202 h 2330"/>
                <a:gd name="T38" fmla="*/ 1844 w 2044"/>
                <a:gd name="T39" fmla="*/ 1195 h 2330"/>
                <a:gd name="T40" fmla="*/ 1798 w 2044"/>
                <a:gd name="T41" fmla="*/ 1170 h 2330"/>
                <a:gd name="T42" fmla="*/ 1764 w 2044"/>
                <a:gd name="T43" fmla="*/ 1132 h 2330"/>
                <a:gd name="T44" fmla="*/ 1619 w 2044"/>
                <a:gd name="T45" fmla="*/ 764 h 2330"/>
                <a:gd name="T46" fmla="*/ 1677 w 2044"/>
                <a:gd name="T47" fmla="*/ 2170 h 2330"/>
                <a:gd name="T48" fmla="*/ 1669 w 2044"/>
                <a:gd name="T49" fmla="*/ 2230 h 2330"/>
                <a:gd name="T50" fmla="*/ 1639 w 2044"/>
                <a:gd name="T51" fmla="*/ 2280 h 2330"/>
                <a:gd name="T52" fmla="*/ 1593 w 2044"/>
                <a:gd name="T53" fmla="*/ 2314 h 2330"/>
                <a:gd name="T54" fmla="*/ 1535 w 2044"/>
                <a:gd name="T55" fmla="*/ 2330 h 2330"/>
                <a:gd name="T56" fmla="*/ 1497 w 2044"/>
                <a:gd name="T57" fmla="*/ 2326 h 2330"/>
                <a:gd name="T58" fmla="*/ 1444 w 2044"/>
                <a:gd name="T59" fmla="*/ 2306 h 2330"/>
                <a:gd name="T60" fmla="*/ 1404 w 2044"/>
                <a:gd name="T61" fmla="*/ 2268 h 2330"/>
                <a:gd name="T62" fmla="*/ 1380 w 2044"/>
                <a:gd name="T63" fmla="*/ 2217 h 2330"/>
                <a:gd name="T64" fmla="*/ 1325 w 2044"/>
                <a:gd name="T65" fmla="*/ 1342 h 2330"/>
                <a:gd name="T66" fmla="*/ 1271 w 2044"/>
                <a:gd name="T67" fmla="*/ 2217 h 2330"/>
                <a:gd name="T68" fmla="*/ 1247 w 2044"/>
                <a:gd name="T69" fmla="*/ 2268 h 2330"/>
                <a:gd name="T70" fmla="*/ 1206 w 2044"/>
                <a:gd name="T71" fmla="*/ 2306 h 2330"/>
                <a:gd name="T72" fmla="*/ 1153 w 2044"/>
                <a:gd name="T73" fmla="*/ 2326 h 2330"/>
                <a:gd name="T74" fmla="*/ 1115 w 2044"/>
                <a:gd name="T75" fmla="*/ 2330 h 2330"/>
                <a:gd name="T76" fmla="*/ 1057 w 2044"/>
                <a:gd name="T77" fmla="*/ 2314 h 2330"/>
                <a:gd name="T78" fmla="*/ 1011 w 2044"/>
                <a:gd name="T79" fmla="*/ 2280 h 2330"/>
                <a:gd name="T80" fmla="*/ 982 w 2044"/>
                <a:gd name="T81" fmla="*/ 2230 h 2330"/>
                <a:gd name="T82" fmla="*/ 973 w 2044"/>
                <a:gd name="T83" fmla="*/ 2170 h 2330"/>
                <a:gd name="T84" fmla="*/ 1031 w 2044"/>
                <a:gd name="T85" fmla="*/ 488 h 2330"/>
                <a:gd name="T86" fmla="*/ 120 w 2044"/>
                <a:gd name="T87" fmla="*/ 297 h 2330"/>
                <a:gd name="T88" fmla="*/ 70 w 2044"/>
                <a:gd name="T89" fmla="*/ 277 h 2330"/>
                <a:gd name="T90" fmla="*/ 32 w 2044"/>
                <a:gd name="T91" fmla="*/ 242 h 2330"/>
                <a:gd name="T92" fmla="*/ 7 w 2044"/>
                <a:gd name="T93" fmla="*/ 198 h 2330"/>
                <a:gd name="T94" fmla="*/ 0 w 2044"/>
                <a:gd name="T95" fmla="*/ 146 h 2330"/>
                <a:gd name="T96" fmla="*/ 11 w 2044"/>
                <a:gd name="T97" fmla="*/ 93 h 2330"/>
                <a:gd name="T98" fmla="*/ 39 w 2044"/>
                <a:gd name="T99" fmla="*/ 49 h 2330"/>
                <a:gd name="T100" fmla="*/ 80 w 2044"/>
                <a:gd name="T101" fmla="*/ 18 h 2330"/>
                <a:gd name="T102" fmla="*/ 129 w 2044"/>
                <a:gd name="T103" fmla="*/ 1 h 2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44" h="2330">
                  <a:moveTo>
                    <a:pt x="156" y="0"/>
                  </a:moveTo>
                  <a:lnTo>
                    <a:pt x="183" y="3"/>
                  </a:lnTo>
                  <a:lnTo>
                    <a:pt x="1051" y="187"/>
                  </a:lnTo>
                  <a:lnTo>
                    <a:pt x="1182" y="187"/>
                  </a:lnTo>
                  <a:lnTo>
                    <a:pt x="1207" y="189"/>
                  </a:lnTo>
                  <a:lnTo>
                    <a:pt x="1229" y="196"/>
                  </a:lnTo>
                  <a:lnTo>
                    <a:pt x="1251" y="205"/>
                  </a:lnTo>
                  <a:lnTo>
                    <a:pt x="1270" y="217"/>
                  </a:lnTo>
                  <a:lnTo>
                    <a:pt x="1287" y="233"/>
                  </a:lnTo>
                  <a:lnTo>
                    <a:pt x="1216" y="747"/>
                  </a:lnTo>
                  <a:lnTo>
                    <a:pt x="1325" y="837"/>
                  </a:lnTo>
                  <a:lnTo>
                    <a:pt x="1433" y="747"/>
                  </a:lnTo>
                  <a:lnTo>
                    <a:pt x="1362" y="233"/>
                  </a:lnTo>
                  <a:lnTo>
                    <a:pt x="1380" y="217"/>
                  </a:lnTo>
                  <a:lnTo>
                    <a:pt x="1399" y="205"/>
                  </a:lnTo>
                  <a:lnTo>
                    <a:pt x="1420" y="196"/>
                  </a:lnTo>
                  <a:lnTo>
                    <a:pt x="1443" y="189"/>
                  </a:lnTo>
                  <a:lnTo>
                    <a:pt x="1468" y="187"/>
                  </a:lnTo>
                  <a:lnTo>
                    <a:pt x="1615" y="187"/>
                  </a:lnTo>
                  <a:lnTo>
                    <a:pt x="1641" y="189"/>
                  </a:lnTo>
                  <a:lnTo>
                    <a:pt x="1666" y="197"/>
                  </a:lnTo>
                  <a:lnTo>
                    <a:pt x="1689" y="207"/>
                  </a:lnTo>
                  <a:lnTo>
                    <a:pt x="1710" y="222"/>
                  </a:lnTo>
                  <a:lnTo>
                    <a:pt x="1729" y="239"/>
                  </a:lnTo>
                  <a:lnTo>
                    <a:pt x="1745" y="260"/>
                  </a:lnTo>
                  <a:lnTo>
                    <a:pt x="1756" y="283"/>
                  </a:lnTo>
                  <a:lnTo>
                    <a:pt x="2034" y="998"/>
                  </a:lnTo>
                  <a:lnTo>
                    <a:pt x="2041" y="1024"/>
                  </a:lnTo>
                  <a:lnTo>
                    <a:pt x="2044" y="1050"/>
                  </a:lnTo>
                  <a:lnTo>
                    <a:pt x="2042" y="1076"/>
                  </a:lnTo>
                  <a:lnTo>
                    <a:pt x="2036" y="1101"/>
                  </a:lnTo>
                  <a:lnTo>
                    <a:pt x="2026" y="1124"/>
                  </a:lnTo>
                  <a:lnTo>
                    <a:pt x="2011" y="1146"/>
                  </a:lnTo>
                  <a:lnTo>
                    <a:pt x="1993" y="1165"/>
                  </a:lnTo>
                  <a:lnTo>
                    <a:pt x="1972" y="1180"/>
                  </a:lnTo>
                  <a:lnTo>
                    <a:pt x="1948" y="1193"/>
                  </a:lnTo>
                  <a:lnTo>
                    <a:pt x="1922" y="1200"/>
                  </a:lnTo>
                  <a:lnTo>
                    <a:pt x="1895" y="1202"/>
                  </a:lnTo>
                  <a:lnTo>
                    <a:pt x="1870" y="1201"/>
                  </a:lnTo>
                  <a:lnTo>
                    <a:pt x="1844" y="1195"/>
                  </a:lnTo>
                  <a:lnTo>
                    <a:pt x="1820" y="1185"/>
                  </a:lnTo>
                  <a:lnTo>
                    <a:pt x="1798" y="1170"/>
                  </a:lnTo>
                  <a:lnTo>
                    <a:pt x="1780" y="1152"/>
                  </a:lnTo>
                  <a:lnTo>
                    <a:pt x="1764" y="1132"/>
                  </a:lnTo>
                  <a:lnTo>
                    <a:pt x="1752" y="1107"/>
                  </a:lnTo>
                  <a:lnTo>
                    <a:pt x="1619" y="764"/>
                  </a:lnTo>
                  <a:lnTo>
                    <a:pt x="1619" y="1184"/>
                  </a:lnTo>
                  <a:lnTo>
                    <a:pt x="1677" y="2170"/>
                  </a:lnTo>
                  <a:lnTo>
                    <a:pt x="1676" y="2201"/>
                  </a:lnTo>
                  <a:lnTo>
                    <a:pt x="1669" y="2230"/>
                  </a:lnTo>
                  <a:lnTo>
                    <a:pt x="1656" y="2256"/>
                  </a:lnTo>
                  <a:lnTo>
                    <a:pt x="1639" y="2280"/>
                  </a:lnTo>
                  <a:lnTo>
                    <a:pt x="1617" y="2299"/>
                  </a:lnTo>
                  <a:lnTo>
                    <a:pt x="1593" y="2314"/>
                  </a:lnTo>
                  <a:lnTo>
                    <a:pt x="1565" y="2324"/>
                  </a:lnTo>
                  <a:lnTo>
                    <a:pt x="1535" y="2330"/>
                  </a:lnTo>
                  <a:lnTo>
                    <a:pt x="1526" y="2330"/>
                  </a:lnTo>
                  <a:lnTo>
                    <a:pt x="1497" y="2326"/>
                  </a:lnTo>
                  <a:lnTo>
                    <a:pt x="1470" y="2319"/>
                  </a:lnTo>
                  <a:lnTo>
                    <a:pt x="1444" y="2306"/>
                  </a:lnTo>
                  <a:lnTo>
                    <a:pt x="1423" y="2289"/>
                  </a:lnTo>
                  <a:lnTo>
                    <a:pt x="1404" y="2268"/>
                  </a:lnTo>
                  <a:lnTo>
                    <a:pt x="1389" y="2244"/>
                  </a:lnTo>
                  <a:lnTo>
                    <a:pt x="1380" y="2217"/>
                  </a:lnTo>
                  <a:lnTo>
                    <a:pt x="1374" y="2188"/>
                  </a:lnTo>
                  <a:lnTo>
                    <a:pt x="1325" y="1342"/>
                  </a:lnTo>
                  <a:lnTo>
                    <a:pt x="1276" y="2188"/>
                  </a:lnTo>
                  <a:lnTo>
                    <a:pt x="1271" y="2217"/>
                  </a:lnTo>
                  <a:lnTo>
                    <a:pt x="1261" y="2244"/>
                  </a:lnTo>
                  <a:lnTo>
                    <a:pt x="1247" y="2268"/>
                  </a:lnTo>
                  <a:lnTo>
                    <a:pt x="1228" y="2289"/>
                  </a:lnTo>
                  <a:lnTo>
                    <a:pt x="1206" y="2306"/>
                  </a:lnTo>
                  <a:lnTo>
                    <a:pt x="1181" y="2319"/>
                  </a:lnTo>
                  <a:lnTo>
                    <a:pt x="1153" y="2326"/>
                  </a:lnTo>
                  <a:lnTo>
                    <a:pt x="1124" y="2330"/>
                  </a:lnTo>
                  <a:lnTo>
                    <a:pt x="1115" y="2330"/>
                  </a:lnTo>
                  <a:lnTo>
                    <a:pt x="1085" y="2324"/>
                  </a:lnTo>
                  <a:lnTo>
                    <a:pt x="1057" y="2314"/>
                  </a:lnTo>
                  <a:lnTo>
                    <a:pt x="1032" y="2299"/>
                  </a:lnTo>
                  <a:lnTo>
                    <a:pt x="1011" y="2280"/>
                  </a:lnTo>
                  <a:lnTo>
                    <a:pt x="994" y="2256"/>
                  </a:lnTo>
                  <a:lnTo>
                    <a:pt x="982" y="2230"/>
                  </a:lnTo>
                  <a:lnTo>
                    <a:pt x="974" y="2201"/>
                  </a:lnTo>
                  <a:lnTo>
                    <a:pt x="973" y="2170"/>
                  </a:lnTo>
                  <a:lnTo>
                    <a:pt x="1031" y="1184"/>
                  </a:lnTo>
                  <a:lnTo>
                    <a:pt x="1031" y="488"/>
                  </a:lnTo>
                  <a:lnTo>
                    <a:pt x="1003" y="485"/>
                  </a:lnTo>
                  <a:lnTo>
                    <a:pt x="120" y="297"/>
                  </a:lnTo>
                  <a:lnTo>
                    <a:pt x="94" y="289"/>
                  </a:lnTo>
                  <a:lnTo>
                    <a:pt x="70" y="277"/>
                  </a:lnTo>
                  <a:lnTo>
                    <a:pt x="49" y="261"/>
                  </a:lnTo>
                  <a:lnTo>
                    <a:pt x="32" y="242"/>
                  </a:lnTo>
                  <a:lnTo>
                    <a:pt x="17" y="222"/>
                  </a:lnTo>
                  <a:lnTo>
                    <a:pt x="7" y="198"/>
                  </a:lnTo>
                  <a:lnTo>
                    <a:pt x="2" y="173"/>
                  </a:lnTo>
                  <a:lnTo>
                    <a:pt x="0" y="146"/>
                  </a:lnTo>
                  <a:lnTo>
                    <a:pt x="3" y="119"/>
                  </a:lnTo>
                  <a:lnTo>
                    <a:pt x="11" y="93"/>
                  </a:lnTo>
                  <a:lnTo>
                    <a:pt x="24" y="70"/>
                  </a:lnTo>
                  <a:lnTo>
                    <a:pt x="39" y="49"/>
                  </a:lnTo>
                  <a:lnTo>
                    <a:pt x="58" y="31"/>
                  </a:lnTo>
                  <a:lnTo>
                    <a:pt x="80" y="18"/>
                  </a:lnTo>
                  <a:lnTo>
                    <a:pt x="104" y="7"/>
                  </a:lnTo>
                  <a:lnTo>
                    <a:pt x="129" y="1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2CDB358E-086B-4300-BEC2-375F28F62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7988" y="2794000"/>
              <a:ext cx="22225" cy="114300"/>
            </a:xfrm>
            <a:custGeom>
              <a:avLst/>
              <a:gdLst>
                <a:gd name="T0" fmla="*/ 76 w 151"/>
                <a:gd name="T1" fmla="*/ 0 h 789"/>
                <a:gd name="T2" fmla="*/ 96 w 151"/>
                <a:gd name="T3" fmla="*/ 2 h 789"/>
                <a:gd name="T4" fmla="*/ 113 w 151"/>
                <a:gd name="T5" fmla="*/ 10 h 789"/>
                <a:gd name="T6" fmla="*/ 129 w 151"/>
                <a:gd name="T7" fmla="*/ 22 h 789"/>
                <a:gd name="T8" fmla="*/ 141 w 151"/>
                <a:gd name="T9" fmla="*/ 37 h 789"/>
                <a:gd name="T10" fmla="*/ 149 w 151"/>
                <a:gd name="T11" fmla="*/ 55 h 789"/>
                <a:gd name="T12" fmla="*/ 151 w 151"/>
                <a:gd name="T13" fmla="*/ 75 h 789"/>
                <a:gd name="T14" fmla="*/ 151 w 151"/>
                <a:gd name="T15" fmla="*/ 714 h 789"/>
                <a:gd name="T16" fmla="*/ 149 w 151"/>
                <a:gd name="T17" fmla="*/ 734 h 789"/>
                <a:gd name="T18" fmla="*/ 141 w 151"/>
                <a:gd name="T19" fmla="*/ 752 h 789"/>
                <a:gd name="T20" fmla="*/ 129 w 151"/>
                <a:gd name="T21" fmla="*/ 766 h 789"/>
                <a:gd name="T22" fmla="*/ 113 w 151"/>
                <a:gd name="T23" fmla="*/ 779 h 789"/>
                <a:gd name="T24" fmla="*/ 96 w 151"/>
                <a:gd name="T25" fmla="*/ 786 h 789"/>
                <a:gd name="T26" fmla="*/ 76 w 151"/>
                <a:gd name="T27" fmla="*/ 789 h 789"/>
                <a:gd name="T28" fmla="*/ 56 w 151"/>
                <a:gd name="T29" fmla="*/ 786 h 789"/>
                <a:gd name="T30" fmla="*/ 37 w 151"/>
                <a:gd name="T31" fmla="*/ 779 h 789"/>
                <a:gd name="T32" fmla="*/ 22 w 151"/>
                <a:gd name="T33" fmla="*/ 766 h 789"/>
                <a:gd name="T34" fmla="*/ 10 w 151"/>
                <a:gd name="T35" fmla="*/ 752 h 789"/>
                <a:gd name="T36" fmla="*/ 2 w 151"/>
                <a:gd name="T37" fmla="*/ 734 h 789"/>
                <a:gd name="T38" fmla="*/ 0 w 151"/>
                <a:gd name="T39" fmla="*/ 714 h 789"/>
                <a:gd name="T40" fmla="*/ 0 w 151"/>
                <a:gd name="T41" fmla="*/ 75 h 789"/>
                <a:gd name="T42" fmla="*/ 2 w 151"/>
                <a:gd name="T43" fmla="*/ 55 h 789"/>
                <a:gd name="T44" fmla="*/ 10 w 151"/>
                <a:gd name="T45" fmla="*/ 37 h 789"/>
                <a:gd name="T46" fmla="*/ 22 w 151"/>
                <a:gd name="T47" fmla="*/ 22 h 789"/>
                <a:gd name="T48" fmla="*/ 37 w 151"/>
                <a:gd name="T49" fmla="*/ 10 h 789"/>
                <a:gd name="T50" fmla="*/ 56 w 151"/>
                <a:gd name="T51" fmla="*/ 2 h 789"/>
                <a:gd name="T52" fmla="*/ 76 w 151"/>
                <a:gd name="T53" fmla="*/ 0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1" h="789">
                  <a:moveTo>
                    <a:pt x="76" y="0"/>
                  </a:moveTo>
                  <a:lnTo>
                    <a:pt x="96" y="2"/>
                  </a:lnTo>
                  <a:lnTo>
                    <a:pt x="113" y="10"/>
                  </a:lnTo>
                  <a:lnTo>
                    <a:pt x="129" y="22"/>
                  </a:lnTo>
                  <a:lnTo>
                    <a:pt x="141" y="37"/>
                  </a:lnTo>
                  <a:lnTo>
                    <a:pt x="149" y="55"/>
                  </a:lnTo>
                  <a:lnTo>
                    <a:pt x="151" y="75"/>
                  </a:lnTo>
                  <a:lnTo>
                    <a:pt x="151" y="714"/>
                  </a:lnTo>
                  <a:lnTo>
                    <a:pt x="149" y="734"/>
                  </a:lnTo>
                  <a:lnTo>
                    <a:pt x="141" y="752"/>
                  </a:lnTo>
                  <a:lnTo>
                    <a:pt x="129" y="766"/>
                  </a:lnTo>
                  <a:lnTo>
                    <a:pt x="113" y="779"/>
                  </a:lnTo>
                  <a:lnTo>
                    <a:pt x="96" y="786"/>
                  </a:lnTo>
                  <a:lnTo>
                    <a:pt x="76" y="789"/>
                  </a:lnTo>
                  <a:lnTo>
                    <a:pt x="56" y="786"/>
                  </a:lnTo>
                  <a:lnTo>
                    <a:pt x="37" y="779"/>
                  </a:lnTo>
                  <a:lnTo>
                    <a:pt x="22" y="766"/>
                  </a:lnTo>
                  <a:lnTo>
                    <a:pt x="10" y="752"/>
                  </a:lnTo>
                  <a:lnTo>
                    <a:pt x="2" y="734"/>
                  </a:lnTo>
                  <a:lnTo>
                    <a:pt x="0" y="714"/>
                  </a:lnTo>
                  <a:lnTo>
                    <a:pt x="0" y="75"/>
                  </a:lnTo>
                  <a:lnTo>
                    <a:pt x="2" y="55"/>
                  </a:lnTo>
                  <a:lnTo>
                    <a:pt x="10" y="37"/>
                  </a:lnTo>
                  <a:lnTo>
                    <a:pt x="22" y="22"/>
                  </a:lnTo>
                  <a:lnTo>
                    <a:pt x="37" y="10"/>
                  </a:lnTo>
                  <a:lnTo>
                    <a:pt x="56" y="2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641AC8F9-1E87-4D0B-989E-9F43E4846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200" y="2717800"/>
              <a:ext cx="22225" cy="190500"/>
            </a:xfrm>
            <a:custGeom>
              <a:avLst/>
              <a:gdLst>
                <a:gd name="T0" fmla="*/ 75 w 150"/>
                <a:gd name="T1" fmla="*/ 0 h 1316"/>
                <a:gd name="T2" fmla="*/ 95 w 150"/>
                <a:gd name="T3" fmla="*/ 3 h 1316"/>
                <a:gd name="T4" fmla="*/ 114 w 150"/>
                <a:gd name="T5" fmla="*/ 11 h 1316"/>
                <a:gd name="T6" fmla="*/ 128 w 150"/>
                <a:gd name="T7" fmla="*/ 22 h 1316"/>
                <a:gd name="T8" fmla="*/ 140 w 150"/>
                <a:gd name="T9" fmla="*/ 37 h 1316"/>
                <a:gd name="T10" fmla="*/ 148 w 150"/>
                <a:gd name="T11" fmla="*/ 56 h 1316"/>
                <a:gd name="T12" fmla="*/ 150 w 150"/>
                <a:gd name="T13" fmla="*/ 75 h 1316"/>
                <a:gd name="T14" fmla="*/ 150 w 150"/>
                <a:gd name="T15" fmla="*/ 1240 h 1316"/>
                <a:gd name="T16" fmla="*/ 148 w 150"/>
                <a:gd name="T17" fmla="*/ 1260 h 1316"/>
                <a:gd name="T18" fmla="*/ 140 w 150"/>
                <a:gd name="T19" fmla="*/ 1279 h 1316"/>
                <a:gd name="T20" fmla="*/ 128 w 150"/>
                <a:gd name="T21" fmla="*/ 1293 h 1316"/>
                <a:gd name="T22" fmla="*/ 114 w 150"/>
                <a:gd name="T23" fmla="*/ 1306 h 1316"/>
                <a:gd name="T24" fmla="*/ 95 w 150"/>
                <a:gd name="T25" fmla="*/ 1313 h 1316"/>
                <a:gd name="T26" fmla="*/ 75 w 150"/>
                <a:gd name="T27" fmla="*/ 1316 h 1316"/>
                <a:gd name="T28" fmla="*/ 55 w 150"/>
                <a:gd name="T29" fmla="*/ 1313 h 1316"/>
                <a:gd name="T30" fmla="*/ 37 w 150"/>
                <a:gd name="T31" fmla="*/ 1306 h 1316"/>
                <a:gd name="T32" fmla="*/ 22 w 150"/>
                <a:gd name="T33" fmla="*/ 1293 h 1316"/>
                <a:gd name="T34" fmla="*/ 10 w 150"/>
                <a:gd name="T35" fmla="*/ 1279 h 1316"/>
                <a:gd name="T36" fmla="*/ 2 w 150"/>
                <a:gd name="T37" fmla="*/ 1260 h 1316"/>
                <a:gd name="T38" fmla="*/ 0 w 150"/>
                <a:gd name="T39" fmla="*/ 1240 h 1316"/>
                <a:gd name="T40" fmla="*/ 0 w 150"/>
                <a:gd name="T41" fmla="*/ 75 h 1316"/>
                <a:gd name="T42" fmla="*/ 2 w 150"/>
                <a:gd name="T43" fmla="*/ 56 h 1316"/>
                <a:gd name="T44" fmla="*/ 10 w 150"/>
                <a:gd name="T45" fmla="*/ 37 h 1316"/>
                <a:gd name="T46" fmla="*/ 22 w 150"/>
                <a:gd name="T47" fmla="*/ 22 h 1316"/>
                <a:gd name="T48" fmla="*/ 37 w 150"/>
                <a:gd name="T49" fmla="*/ 11 h 1316"/>
                <a:gd name="T50" fmla="*/ 55 w 150"/>
                <a:gd name="T51" fmla="*/ 3 h 1316"/>
                <a:gd name="T52" fmla="*/ 75 w 150"/>
                <a:gd name="T53" fmla="*/ 0 h 1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1316">
                  <a:moveTo>
                    <a:pt x="75" y="0"/>
                  </a:moveTo>
                  <a:lnTo>
                    <a:pt x="95" y="3"/>
                  </a:lnTo>
                  <a:lnTo>
                    <a:pt x="114" y="11"/>
                  </a:lnTo>
                  <a:lnTo>
                    <a:pt x="128" y="22"/>
                  </a:lnTo>
                  <a:lnTo>
                    <a:pt x="140" y="37"/>
                  </a:lnTo>
                  <a:lnTo>
                    <a:pt x="148" y="56"/>
                  </a:lnTo>
                  <a:lnTo>
                    <a:pt x="150" y="75"/>
                  </a:lnTo>
                  <a:lnTo>
                    <a:pt x="150" y="1240"/>
                  </a:lnTo>
                  <a:lnTo>
                    <a:pt x="148" y="1260"/>
                  </a:lnTo>
                  <a:lnTo>
                    <a:pt x="140" y="1279"/>
                  </a:lnTo>
                  <a:lnTo>
                    <a:pt x="128" y="1293"/>
                  </a:lnTo>
                  <a:lnTo>
                    <a:pt x="114" y="1306"/>
                  </a:lnTo>
                  <a:lnTo>
                    <a:pt x="95" y="1313"/>
                  </a:lnTo>
                  <a:lnTo>
                    <a:pt x="75" y="1316"/>
                  </a:lnTo>
                  <a:lnTo>
                    <a:pt x="55" y="1313"/>
                  </a:lnTo>
                  <a:lnTo>
                    <a:pt x="37" y="1306"/>
                  </a:lnTo>
                  <a:lnTo>
                    <a:pt x="22" y="1293"/>
                  </a:lnTo>
                  <a:lnTo>
                    <a:pt x="10" y="1279"/>
                  </a:lnTo>
                  <a:lnTo>
                    <a:pt x="2" y="1260"/>
                  </a:lnTo>
                  <a:lnTo>
                    <a:pt x="0" y="1240"/>
                  </a:lnTo>
                  <a:lnTo>
                    <a:pt x="0" y="75"/>
                  </a:lnTo>
                  <a:lnTo>
                    <a:pt x="2" y="56"/>
                  </a:lnTo>
                  <a:lnTo>
                    <a:pt x="10" y="37"/>
                  </a:lnTo>
                  <a:lnTo>
                    <a:pt x="22" y="22"/>
                  </a:lnTo>
                  <a:lnTo>
                    <a:pt x="37" y="11"/>
                  </a:lnTo>
                  <a:lnTo>
                    <a:pt x="55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4ECE4A73-419C-4578-B944-D28799F1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6413" y="2760663"/>
              <a:ext cx="22225" cy="147638"/>
            </a:xfrm>
            <a:custGeom>
              <a:avLst/>
              <a:gdLst>
                <a:gd name="T0" fmla="*/ 75 w 152"/>
                <a:gd name="T1" fmla="*/ 0 h 1015"/>
                <a:gd name="T2" fmla="*/ 96 w 152"/>
                <a:gd name="T3" fmla="*/ 2 h 1015"/>
                <a:gd name="T4" fmla="*/ 114 w 152"/>
                <a:gd name="T5" fmla="*/ 9 h 1015"/>
                <a:gd name="T6" fmla="*/ 130 w 152"/>
                <a:gd name="T7" fmla="*/ 22 h 1015"/>
                <a:gd name="T8" fmla="*/ 141 w 152"/>
                <a:gd name="T9" fmla="*/ 36 h 1015"/>
                <a:gd name="T10" fmla="*/ 148 w 152"/>
                <a:gd name="T11" fmla="*/ 55 h 1015"/>
                <a:gd name="T12" fmla="*/ 152 w 152"/>
                <a:gd name="T13" fmla="*/ 75 h 1015"/>
                <a:gd name="T14" fmla="*/ 152 w 152"/>
                <a:gd name="T15" fmla="*/ 939 h 1015"/>
                <a:gd name="T16" fmla="*/ 148 w 152"/>
                <a:gd name="T17" fmla="*/ 959 h 1015"/>
                <a:gd name="T18" fmla="*/ 141 w 152"/>
                <a:gd name="T19" fmla="*/ 978 h 1015"/>
                <a:gd name="T20" fmla="*/ 130 w 152"/>
                <a:gd name="T21" fmla="*/ 992 h 1015"/>
                <a:gd name="T22" fmla="*/ 114 w 152"/>
                <a:gd name="T23" fmla="*/ 1005 h 1015"/>
                <a:gd name="T24" fmla="*/ 96 w 152"/>
                <a:gd name="T25" fmla="*/ 1012 h 1015"/>
                <a:gd name="T26" fmla="*/ 75 w 152"/>
                <a:gd name="T27" fmla="*/ 1015 h 1015"/>
                <a:gd name="T28" fmla="*/ 55 w 152"/>
                <a:gd name="T29" fmla="*/ 1012 h 1015"/>
                <a:gd name="T30" fmla="*/ 37 w 152"/>
                <a:gd name="T31" fmla="*/ 1005 h 1015"/>
                <a:gd name="T32" fmla="*/ 22 w 152"/>
                <a:gd name="T33" fmla="*/ 992 h 1015"/>
                <a:gd name="T34" fmla="*/ 10 w 152"/>
                <a:gd name="T35" fmla="*/ 978 h 1015"/>
                <a:gd name="T36" fmla="*/ 3 w 152"/>
                <a:gd name="T37" fmla="*/ 959 h 1015"/>
                <a:gd name="T38" fmla="*/ 0 w 152"/>
                <a:gd name="T39" fmla="*/ 939 h 1015"/>
                <a:gd name="T40" fmla="*/ 0 w 152"/>
                <a:gd name="T41" fmla="*/ 75 h 1015"/>
                <a:gd name="T42" fmla="*/ 3 w 152"/>
                <a:gd name="T43" fmla="*/ 55 h 1015"/>
                <a:gd name="T44" fmla="*/ 10 w 152"/>
                <a:gd name="T45" fmla="*/ 36 h 1015"/>
                <a:gd name="T46" fmla="*/ 22 w 152"/>
                <a:gd name="T47" fmla="*/ 22 h 1015"/>
                <a:gd name="T48" fmla="*/ 37 w 152"/>
                <a:gd name="T49" fmla="*/ 9 h 1015"/>
                <a:gd name="T50" fmla="*/ 55 w 152"/>
                <a:gd name="T51" fmla="*/ 2 h 1015"/>
                <a:gd name="T52" fmla="*/ 75 w 152"/>
                <a:gd name="T53" fmla="*/ 0 h 1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2" h="1015">
                  <a:moveTo>
                    <a:pt x="75" y="0"/>
                  </a:moveTo>
                  <a:lnTo>
                    <a:pt x="96" y="2"/>
                  </a:lnTo>
                  <a:lnTo>
                    <a:pt x="114" y="9"/>
                  </a:lnTo>
                  <a:lnTo>
                    <a:pt x="130" y="22"/>
                  </a:lnTo>
                  <a:lnTo>
                    <a:pt x="141" y="36"/>
                  </a:lnTo>
                  <a:lnTo>
                    <a:pt x="148" y="55"/>
                  </a:lnTo>
                  <a:lnTo>
                    <a:pt x="152" y="75"/>
                  </a:lnTo>
                  <a:lnTo>
                    <a:pt x="152" y="939"/>
                  </a:lnTo>
                  <a:lnTo>
                    <a:pt x="148" y="959"/>
                  </a:lnTo>
                  <a:lnTo>
                    <a:pt x="141" y="978"/>
                  </a:lnTo>
                  <a:lnTo>
                    <a:pt x="130" y="992"/>
                  </a:lnTo>
                  <a:lnTo>
                    <a:pt x="114" y="1005"/>
                  </a:lnTo>
                  <a:lnTo>
                    <a:pt x="96" y="1012"/>
                  </a:lnTo>
                  <a:lnTo>
                    <a:pt x="75" y="1015"/>
                  </a:lnTo>
                  <a:lnTo>
                    <a:pt x="55" y="1012"/>
                  </a:lnTo>
                  <a:lnTo>
                    <a:pt x="37" y="1005"/>
                  </a:lnTo>
                  <a:lnTo>
                    <a:pt x="22" y="992"/>
                  </a:lnTo>
                  <a:lnTo>
                    <a:pt x="10" y="978"/>
                  </a:lnTo>
                  <a:lnTo>
                    <a:pt x="3" y="959"/>
                  </a:lnTo>
                  <a:lnTo>
                    <a:pt x="0" y="939"/>
                  </a:lnTo>
                  <a:lnTo>
                    <a:pt x="0" y="75"/>
                  </a:lnTo>
                  <a:lnTo>
                    <a:pt x="3" y="55"/>
                  </a:lnTo>
                  <a:lnTo>
                    <a:pt x="10" y="36"/>
                  </a:lnTo>
                  <a:lnTo>
                    <a:pt x="22" y="22"/>
                  </a:lnTo>
                  <a:lnTo>
                    <a:pt x="37" y="9"/>
                  </a:lnTo>
                  <a:lnTo>
                    <a:pt x="55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943997E-A0D7-440F-AD82-88F2D7C3D676}"/>
              </a:ext>
            </a:extLst>
          </p:cNvPr>
          <p:cNvGrpSpPr/>
          <p:nvPr/>
        </p:nvGrpSpPr>
        <p:grpSpPr>
          <a:xfrm flipH="1">
            <a:off x="6941243" y="626217"/>
            <a:ext cx="329932" cy="327755"/>
            <a:chOff x="8834438" y="3430588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2" name="Freeform 51">
              <a:extLst>
                <a:ext uri="{FF2B5EF4-FFF2-40B4-BE49-F238E27FC236}">
                  <a16:creationId xmlns:a16="http://schemas.microsoft.com/office/drawing/2014/main" id="{01B14B54-13CD-42EF-924D-B6470946C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4438" y="3430588"/>
              <a:ext cx="481013" cy="477838"/>
            </a:xfrm>
            <a:custGeom>
              <a:avLst/>
              <a:gdLst>
                <a:gd name="T0" fmla="*/ 434 w 3331"/>
                <a:gd name="T1" fmla="*/ 0 h 3307"/>
                <a:gd name="T2" fmla="*/ 467 w 3331"/>
                <a:gd name="T3" fmla="*/ 12 h 3307"/>
                <a:gd name="T4" fmla="*/ 827 w 3331"/>
                <a:gd name="T5" fmla="*/ 437 h 3307"/>
                <a:gd name="T6" fmla="*/ 849 w 3331"/>
                <a:gd name="T7" fmla="*/ 471 h 3307"/>
                <a:gd name="T8" fmla="*/ 850 w 3331"/>
                <a:gd name="T9" fmla="*/ 510 h 3307"/>
                <a:gd name="T10" fmla="*/ 831 w 3331"/>
                <a:gd name="T11" fmla="*/ 541 h 3307"/>
                <a:gd name="T12" fmla="*/ 800 w 3331"/>
                <a:gd name="T13" fmla="*/ 559 h 3307"/>
                <a:gd name="T14" fmla="*/ 781 w 3331"/>
                <a:gd name="T15" fmla="*/ 561 h 3307"/>
                <a:gd name="T16" fmla="*/ 567 w 3331"/>
                <a:gd name="T17" fmla="*/ 562 h 3307"/>
                <a:gd name="T18" fmla="*/ 2764 w 3331"/>
                <a:gd name="T19" fmla="*/ 2744 h 3307"/>
                <a:gd name="T20" fmla="*/ 2766 w 3331"/>
                <a:gd name="T21" fmla="*/ 2516 h 3307"/>
                <a:gd name="T22" fmla="*/ 2780 w 3331"/>
                <a:gd name="T23" fmla="*/ 2488 h 3307"/>
                <a:gd name="T24" fmla="*/ 2805 w 3331"/>
                <a:gd name="T25" fmla="*/ 2469 h 3307"/>
                <a:gd name="T26" fmla="*/ 2845 w 3331"/>
                <a:gd name="T27" fmla="*/ 2463 h 3307"/>
                <a:gd name="T28" fmla="*/ 2880 w 3331"/>
                <a:gd name="T29" fmla="*/ 2479 h 3307"/>
                <a:gd name="T30" fmla="*/ 3317 w 3331"/>
                <a:gd name="T31" fmla="*/ 2842 h 3307"/>
                <a:gd name="T32" fmla="*/ 3329 w 3331"/>
                <a:gd name="T33" fmla="*/ 2869 h 3307"/>
                <a:gd name="T34" fmla="*/ 3329 w 3331"/>
                <a:gd name="T35" fmla="*/ 2900 h 3307"/>
                <a:gd name="T36" fmla="*/ 3317 w 3331"/>
                <a:gd name="T37" fmla="*/ 2928 h 3307"/>
                <a:gd name="T38" fmla="*/ 2880 w 3331"/>
                <a:gd name="T39" fmla="*/ 3291 h 3307"/>
                <a:gd name="T40" fmla="*/ 2851 w 3331"/>
                <a:gd name="T41" fmla="*/ 3306 h 3307"/>
                <a:gd name="T42" fmla="*/ 2819 w 3331"/>
                <a:gd name="T43" fmla="*/ 3306 h 3307"/>
                <a:gd name="T44" fmla="*/ 2791 w 3331"/>
                <a:gd name="T45" fmla="*/ 3292 h 3307"/>
                <a:gd name="T46" fmla="*/ 2771 w 3331"/>
                <a:gd name="T47" fmla="*/ 3268 h 3307"/>
                <a:gd name="T48" fmla="*/ 2764 w 3331"/>
                <a:gd name="T49" fmla="*/ 3237 h 3307"/>
                <a:gd name="T50" fmla="*/ 426 w 3331"/>
                <a:gd name="T51" fmla="*/ 3026 h 3307"/>
                <a:gd name="T52" fmla="*/ 371 w 3331"/>
                <a:gd name="T53" fmla="*/ 3014 h 3307"/>
                <a:gd name="T54" fmla="*/ 326 w 3331"/>
                <a:gd name="T55" fmla="*/ 2984 h 3307"/>
                <a:gd name="T56" fmla="*/ 295 w 3331"/>
                <a:gd name="T57" fmla="*/ 2939 h 3307"/>
                <a:gd name="T58" fmla="*/ 284 w 3331"/>
                <a:gd name="T59" fmla="*/ 2884 h 3307"/>
                <a:gd name="T60" fmla="*/ 71 w 3331"/>
                <a:gd name="T61" fmla="*/ 562 h 3307"/>
                <a:gd name="T62" fmla="*/ 40 w 3331"/>
                <a:gd name="T63" fmla="*/ 555 h 3307"/>
                <a:gd name="T64" fmla="*/ 16 w 3331"/>
                <a:gd name="T65" fmla="*/ 535 h 3307"/>
                <a:gd name="T66" fmla="*/ 2 w 3331"/>
                <a:gd name="T67" fmla="*/ 506 h 3307"/>
                <a:gd name="T68" fmla="*/ 0 w 3331"/>
                <a:gd name="T69" fmla="*/ 489 h 3307"/>
                <a:gd name="T70" fmla="*/ 7 w 3331"/>
                <a:gd name="T71" fmla="*/ 459 h 3307"/>
                <a:gd name="T72" fmla="*/ 371 w 3331"/>
                <a:gd name="T73" fmla="*/ 23 h 3307"/>
                <a:gd name="T74" fmla="*/ 400 w 3331"/>
                <a:gd name="T75" fmla="*/ 4 h 3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331" h="3307">
                  <a:moveTo>
                    <a:pt x="417" y="0"/>
                  </a:moveTo>
                  <a:lnTo>
                    <a:pt x="434" y="0"/>
                  </a:lnTo>
                  <a:lnTo>
                    <a:pt x="451" y="4"/>
                  </a:lnTo>
                  <a:lnTo>
                    <a:pt x="467" y="12"/>
                  </a:lnTo>
                  <a:lnTo>
                    <a:pt x="479" y="23"/>
                  </a:lnTo>
                  <a:lnTo>
                    <a:pt x="827" y="437"/>
                  </a:lnTo>
                  <a:lnTo>
                    <a:pt x="841" y="452"/>
                  </a:lnTo>
                  <a:lnTo>
                    <a:pt x="849" y="471"/>
                  </a:lnTo>
                  <a:lnTo>
                    <a:pt x="852" y="491"/>
                  </a:lnTo>
                  <a:lnTo>
                    <a:pt x="850" y="510"/>
                  </a:lnTo>
                  <a:lnTo>
                    <a:pt x="843" y="527"/>
                  </a:lnTo>
                  <a:lnTo>
                    <a:pt x="831" y="541"/>
                  </a:lnTo>
                  <a:lnTo>
                    <a:pt x="817" y="552"/>
                  </a:lnTo>
                  <a:lnTo>
                    <a:pt x="800" y="559"/>
                  </a:lnTo>
                  <a:lnTo>
                    <a:pt x="781" y="562"/>
                  </a:lnTo>
                  <a:lnTo>
                    <a:pt x="781" y="561"/>
                  </a:lnTo>
                  <a:lnTo>
                    <a:pt x="780" y="562"/>
                  </a:lnTo>
                  <a:lnTo>
                    <a:pt x="567" y="562"/>
                  </a:lnTo>
                  <a:lnTo>
                    <a:pt x="567" y="2744"/>
                  </a:lnTo>
                  <a:lnTo>
                    <a:pt x="2764" y="2744"/>
                  </a:lnTo>
                  <a:lnTo>
                    <a:pt x="2764" y="2533"/>
                  </a:lnTo>
                  <a:lnTo>
                    <a:pt x="2766" y="2516"/>
                  </a:lnTo>
                  <a:lnTo>
                    <a:pt x="2771" y="2502"/>
                  </a:lnTo>
                  <a:lnTo>
                    <a:pt x="2780" y="2488"/>
                  </a:lnTo>
                  <a:lnTo>
                    <a:pt x="2791" y="2478"/>
                  </a:lnTo>
                  <a:lnTo>
                    <a:pt x="2805" y="2469"/>
                  </a:lnTo>
                  <a:lnTo>
                    <a:pt x="2825" y="2463"/>
                  </a:lnTo>
                  <a:lnTo>
                    <a:pt x="2845" y="2463"/>
                  </a:lnTo>
                  <a:lnTo>
                    <a:pt x="2863" y="2468"/>
                  </a:lnTo>
                  <a:lnTo>
                    <a:pt x="2880" y="2479"/>
                  </a:lnTo>
                  <a:lnTo>
                    <a:pt x="3305" y="2830"/>
                  </a:lnTo>
                  <a:lnTo>
                    <a:pt x="3317" y="2842"/>
                  </a:lnTo>
                  <a:lnTo>
                    <a:pt x="3325" y="2855"/>
                  </a:lnTo>
                  <a:lnTo>
                    <a:pt x="3329" y="2869"/>
                  </a:lnTo>
                  <a:lnTo>
                    <a:pt x="3331" y="2884"/>
                  </a:lnTo>
                  <a:lnTo>
                    <a:pt x="3329" y="2900"/>
                  </a:lnTo>
                  <a:lnTo>
                    <a:pt x="3325" y="2915"/>
                  </a:lnTo>
                  <a:lnTo>
                    <a:pt x="3317" y="2928"/>
                  </a:lnTo>
                  <a:lnTo>
                    <a:pt x="3305" y="2938"/>
                  </a:lnTo>
                  <a:lnTo>
                    <a:pt x="2880" y="3291"/>
                  </a:lnTo>
                  <a:lnTo>
                    <a:pt x="2867" y="3299"/>
                  </a:lnTo>
                  <a:lnTo>
                    <a:pt x="2851" y="3306"/>
                  </a:lnTo>
                  <a:lnTo>
                    <a:pt x="2835" y="3307"/>
                  </a:lnTo>
                  <a:lnTo>
                    <a:pt x="2819" y="3306"/>
                  </a:lnTo>
                  <a:lnTo>
                    <a:pt x="2805" y="3300"/>
                  </a:lnTo>
                  <a:lnTo>
                    <a:pt x="2791" y="3292"/>
                  </a:lnTo>
                  <a:lnTo>
                    <a:pt x="2780" y="3281"/>
                  </a:lnTo>
                  <a:lnTo>
                    <a:pt x="2771" y="3268"/>
                  </a:lnTo>
                  <a:lnTo>
                    <a:pt x="2766" y="3253"/>
                  </a:lnTo>
                  <a:lnTo>
                    <a:pt x="2764" y="3237"/>
                  </a:lnTo>
                  <a:lnTo>
                    <a:pt x="2764" y="3026"/>
                  </a:lnTo>
                  <a:lnTo>
                    <a:pt x="426" y="3026"/>
                  </a:lnTo>
                  <a:lnTo>
                    <a:pt x="397" y="3023"/>
                  </a:lnTo>
                  <a:lnTo>
                    <a:pt x="371" y="3014"/>
                  </a:lnTo>
                  <a:lnTo>
                    <a:pt x="346" y="3002"/>
                  </a:lnTo>
                  <a:lnTo>
                    <a:pt x="326" y="2984"/>
                  </a:lnTo>
                  <a:lnTo>
                    <a:pt x="308" y="2963"/>
                  </a:lnTo>
                  <a:lnTo>
                    <a:pt x="295" y="2939"/>
                  </a:lnTo>
                  <a:lnTo>
                    <a:pt x="287" y="2913"/>
                  </a:lnTo>
                  <a:lnTo>
                    <a:pt x="284" y="2884"/>
                  </a:lnTo>
                  <a:lnTo>
                    <a:pt x="284" y="562"/>
                  </a:lnTo>
                  <a:lnTo>
                    <a:pt x="71" y="562"/>
                  </a:lnTo>
                  <a:lnTo>
                    <a:pt x="55" y="560"/>
                  </a:lnTo>
                  <a:lnTo>
                    <a:pt x="40" y="555"/>
                  </a:lnTo>
                  <a:lnTo>
                    <a:pt x="27" y="546"/>
                  </a:lnTo>
                  <a:lnTo>
                    <a:pt x="16" y="535"/>
                  </a:lnTo>
                  <a:lnTo>
                    <a:pt x="7" y="521"/>
                  </a:lnTo>
                  <a:lnTo>
                    <a:pt x="2" y="506"/>
                  </a:lnTo>
                  <a:lnTo>
                    <a:pt x="0" y="490"/>
                  </a:lnTo>
                  <a:lnTo>
                    <a:pt x="0" y="489"/>
                  </a:lnTo>
                  <a:lnTo>
                    <a:pt x="2" y="475"/>
                  </a:lnTo>
                  <a:lnTo>
                    <a:pt x="7" y="459"/>
                  </a:lnTo>
                  <a:lnTo>
                    <a:pt x="17" y="446"/>
                  </a:lnTo>
                  <a:lnTo>
                    <a:pt x="371" y="23"/>
                  </a:lnTo>
                  <a:lnTo>
                    <a:pt x="384" y="12"/>
                  </a:lnTo>
                  <a:lnTo>
                    <a:pt x="400" y="4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" name="Freeform 52">
              <a:extLst>
                <a:ext uri="{FF2B5EF4-FFF2-40B4-BE49-F238E27FC236}">
                  <a16:creationId xmlns:a16="http://schemas.microsoft.com/office/drawing/2014/main" id="{7364B6FD-B93A-44D7-8F1C-7A9E896FB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714750"/>
              <a:ext cx="265113" cy="61913"/>
            </a:xfrm>
            <a:custGeom>
              <a:avLst/>
              <a:gdLst>
                <a:gd name="T0" fmla="*/ 212 w 1843"/>
                <a:gd name="T1" fmla="*/ 0 h 422"/>
                <a:gd name="T2" fmla="*/ 1630 w 1843"/>
                <a:gd name="T3" fmla="*/ 0 h 422"/>
                <a:gd name="T4" fmla="*/ 1665 w 1843"/>
                <a:gd name="T5" fmla="*/ 3 h 422"/>
                <a:gd name="T6" fmla="*/ 1697 w 1843"/>
                <a:gd name="T7" fmla="*/ 12 h 422"/>
                <a:gd name="T8" fmla="*/ 1727 w 1843"/>
                <a:gd name="T9" fmla="*/ 24 h 422"/>
                <a:gd name="T10" fmla="*/ 1756 w 1843"/>
                <a:gd name="T11" fmla="*/ 42 h 422"/>
                <a:gd name="T12" fmla="*/ 1781 w 1843"/>
                <a:gd name="T13" fmla="*/ 63 h 422"/>
                <a:gd name="T14" fmla="*/ 1802 w 1843"/>
                <a:gd name="T15" fmla="*/ 86 h 422"/>
                <a:gd name="T16" fmla="*/ 1819 w 1843"/>
                <a:gd name="T17" fmla="*/ 115 h 422"/>
                <a:gd name="T18" fmla="*/ 1832 w 1843"/>
                <a:gd name="T19" fmla="*/ 145 h 422"/>
                <a:gd name="T20" fmla="*/ 1839 w 1843"/>
                <a:gd name="T21" fmla="*/ 177 h 422"/>
                <a:gd name="T22" fmla="*/ 1843 w 1843"/>
                <a:gd name="T23" fmla="*/ 211 h 422"/>
                <a:gd name="T24" fmla="*/ 1839 w 1843"/>
                <a:gd name="T25" fmla="*/ 246 h 422"/>
                <a:gd name="T26" fmla="*/ 1832 w 1843"/>
                <a:gd name="T27" fmla="*/ 278 h 422"/>
                <a:gd name="T28" fmla="*/ 1819 w 1843"/>
                <a:gd name="T29" fmla="*/ 309 h 422"/>
                <a:gd name="T30" fmla="*/ 1802 w 1843"/>
                <a:gd name="T31" fmla="*/ 336 h 422"/>
                <a:gd name="T32" fmla="*/ 1781 w 1843"/>
                <a:gd name="T33" fmla="*/ 361 h 422"/>
                <a:gd name="T34" fmla="*/ 1756 w 1843"/>
                <a:gd name="T35" fmla="*/ 382 h 422"/>
                <a:gd name="T36" fmla="*/ 1727 w 1843"/>
                <a:gd name="T37" fmla="*/ 400 h 422"/>
                <a:gd name="T38" fmla="*/ 1697 w 1843"/>
                <a:gd name="T39" fmla="*/ 412 h 422"/>
                <a:gd name="T40" fmla="*/ 1665 w 1843"/>
                <a:gd name="T41" fmla="*/ 420 h 422"/>
                <a:gd name="T42" fmla="*/ 1630 w 1843"/>
                <a:gd name="T43" fmla="*/ 422 h 422"/>
                <a:gd name="T44" fmla="*/ 212 w 1843"/>
                <a:gd name="T45" fmla="*/ 422 h 422"/>
                <a:gd name="T46" fmla="*/ 178 w 1843"/>
                <a:gd name="T47" fmla="*/ 420 h 422"/>
                <a:gd name="T48" fmla="*/ 145 w 1843"/>
                <a:gd name="T49" fmla="*/ 412 h 422"/>
                <a:gd name="T50" fmla="*/ 115 w 1843"/>
                <a:gd name="T51" fmla="*/ 400 h 422"/>
                <a:gd name="T52" fmla="*/ 87 w 1843"/>
                <a:gd name="T53" fmla="*/ 382 h 422"/>
                <a:gd name="T54" fmla="*/ 62 w 1843"/>
                <a:gd name="T55" fmla="*/ 361 h 422"/>
                <a:gd name="T56" fmla="*/ 41 w 1843"/>
                <a:gd name="T57" fmla="*/ 336 h 422"/>
                <a:gd name="T58" fmla="*/ 24 w 1843"/>
                <a:gd name="T59" fmla="*/ 309 h 422"/>
                <a:gd name="T60" fmla="*/ 10 w 1843"/>
                <a:gd name="T61" fmla="*/ 278 h 422"/>
                <a:gd name="T62" fmla="*/ 3 w 1843"/>
                <a:gd name="T63" fmla="*/ 246 h 422"/>
                <a:gd name="T64" fmla="*/ 0 w 1843"/>
                <a:gd name="T65" fmla="*/ 211 h 422"/>
                <a:gd name="T66" fmla="*/ 3 w 1843"/>
                <a:gd name="T67" fmla="*/ 177 h 422"/>
                <a:gd name="T68" fmla="*/ 10 w 1843"/>
                <a:gd name="T69" fmla="*/ 145 h 422"/>
                <a:gd name="T70" fmla="*/ 24 w 1843"/>
                <a:gd name="T71" fmla="*/ 115 h 422"/>
                <a:gd name="T72" fmla="*/ 41 w 1843"/>
                <a:gd name="T73" fmla="*/ 86 h 422"/>
                <a:gd name="T74" fmla="*/ 62 w 1843"/>
                <a:gd name="T75" fmla="*/ 63 h 422"/>
                <a:gd name="T76" fmla="*/ 87 w 1843"/>
                <a:gd name="T77" fmla="*/ 42 h 422"/>
                <a:gd name="T78" fmla="*/ 115 w 1843"/>
                <a:gd name="T79" fmla="*/ 24 h 422"/>
                <a:gd name="T80" fmla="*/ 145 w 1843"/>
                <a:gd name="T81" fmla="*/ 12 h 422"/>
                <a:gd name="T82" fmla="*/ 178 w 1843"/>
                <a:gd name="T83" fmla="*/ 3 h 422"/>
                <a:gd name="T84" fmla="*/ 212 w 1843"/>
                <a:gd name="T85" fmla="*/ 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43" h="422">
                  <a:moveTo>
                    <a:pt x="212" y="0"/>
                  </a:moveTo>
                  <a:lnTo>
                    <a:pt x="1630" y="0"/>
                  </a:lnTo>
                  <a:lnTo>
                    <a:pt x="1665" y="3"/>
                  </a:lnTo>
                  <a:lnTo>
                    <a:pt x="1697" y="12"/>
                  </a:lnTo>
                  <a:lnTo>
                    <a:pt x="1727" y="24"/>
                  </a:lnTo>
                  <a:lnTo>
                    <a:pt x="1756" y="42"/>
                  </a:lnTo>
                  <a:lnTo>
                    <a:pt x="1781" y="63"/>
                  </a:lnTo>
                  <a:lnTo>
                    <a:pt x="1802" y="86"/>
                  </a:lnTo>
                  <a:lnTo>
                    <a:pt x="1819" y="115"/>
                  </a:lnTo>
                  <a:lnTo>
                    <a:pt x="1832" y="145"/>
                  </a:lnTo>
                  <a:lnTo>
                    <a:pt x="1839" y="177"/>
                  </a:lnTo>
                  <a:lnTo>
                    <a:pt x="1843" y="211"/>
                  </a:lnTo>
                  <a:lnTo>
                    <a:pt x="1839" y="246"/>
                  </a:lnTo>
                  <a:lnTo>
                    <a:pt x="1832" y="278"/>
                  </a:lnTo>
                  <a:lnTo>
                    <a:pt x="1819" y="309"/>
                  </a:lnTo>
                  <a:lnTo>
                    <a:pt x="1802" y="336"/>
                  </a:lnTo>
                  <a:lnTo>
                    <a:pt x="1781" y="361"/>
                  </a:lnTo>
                  <a:lnTo>
                    <a:pt x="1756" y="382"/>
                  </a:lnTo>
                  <a:lnTo>
                    <a:pt x="1727" y="400"/>
                  </a:lnTo>
                  <a:lnTo>
                    <a:pt x="1697" y="412"/>
                  </a:lnTo>
                  <a:lnTo>
                    <a:pt x="1665" y="420"/>
                  </a:lnTo>
                  <a:lnTo>
                    <a:pt x="1630" y="422"/>
                  </a:lnTo>
                  <a:lnTo>
                    <a:pt x="212" y="422"/>
                  </a:lnTo>
                  <a:lnTo>
                    <a:pt x="178" y="420"/>
                  </a:lnTo>
                  <a:lnTo>
                    <a:pt x="145" y="412"/>
                  </a:lnTo>
                  <a:lnTo>
                    <a:pt x="115" y="400"/>
                  </a:lnTo>
                  <a:lnTo>
                    <a:pt x="87" y="382"/>
                  </a:lnTo>
                  <a:lnTo>
                    <a:pt x="62" y="361"/>
                  </a:lnTo>
                  <a:lnTo>
                    <a:pt x="41" y="336"/>
                  </a:lnTo>
                  <a:lnTo>
                    <a:pt x="24" y="309"/>
                  </a:lnTo>
                  <a:lnTo>
                    <a:pt x="10" y="278"/>
                  </a:lnTo>
                  <a:lnTo>
                    <a:pt x="3" y="246"/>
                  </a:lnTo>
                  <a:lnTo>
                    <a:pt x="0" y="211"/>
                  </a:lnTo>
                  <a:lnTo>
                    <a:pt x="3" y="177"/>
                  </a:lnTo>
                  <a:lnTo>
                    <a:pt x="10" y="145"/>
                  </a:lnTo>
                  <a:lnTo>
                    <a:pt x="24" y="115"/>
                  </a:lnTo>
                  <a:lnTo>
                    <a:pt x="41" y="86"/>
                  </a:lnTo>
                  <a:lnTo>
                    <a:pt x="62" y="63"/>
                  </a:lnTo>
                  <a:lnTo>
                    <a:pt x="87" y="42"/>
                  </a:lnTo>
                  <a:lnTo>
                    <a:pt x="115" y="24"/>
                  </a:lnTo>
                  <a:lnTo>
                    <a:pt x="145" y="12"/>
                  </a:lnTo>
                  <a:lnTo>
                    <a:pt x="178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" name="Freeform 53">
              <a:extLst>
                <a:ext uri="{FF2B5EF4-FFF2-40B4-BE49-F238E27FC236}">
                  <a16:creationId xmlns:a16="http://schemas.microsoft.com/office/drawing/2014/main" id="{01DDE29C-838F-40E8-B57E-AA6EB435D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633788"/>
              <a:ext cx="163513" cy="61913"/>
            </a:xfrm>
            <a:custGeom>
              <a:avLst/>
              <a:gdLst>
                <a:gd name="T0" fmla="*/ 212 w 1134"/>
                <a:gd name="T1" fmla="*/ 0 h 422"/>
                <a:gd name="T2" fmla="*/ 921 w 1134"/>
                <a:gd name="T3" fmla="*/ 0 h 422"/>
                <a:gd name="T4" fmla="*/ 956 w 1134"/>
                <a:gd name="T5" fmla="*/ 2 h 422"/>
                <a:gd name="T6" fmla="*/ 988 w 1134"/>
                <a:gd name="T7" fmla="*/ 10 h 422"/>
                <a:gd name="T8" fmla="*/ 1019 w 1134"/>
                <a:gd name="T9" fmla="*/ 22 h 422"/>
                <a:gd name="T10" fmla="*/ 1047 w 1134"/>
                <a:gd name="T11" fmla="*/ 40 h 422"/>
                <a:gd name="T12" fmla="*/ 1072 w 1134"/>
                <a:gd name="T13" fmla="*/ 61 h 422"/>
                <a:gd name="T14" fmla="*/ 1093 w 1134"/>
                <a:gd name="T15" fmla="*/ 86 h 422"/>
                <a:gd name="T16" fmla="*/ 1110 w 1134"/>
                <a:gd name="T17" fmla="*/ 113 h 422"/>
                <a:gd name="T18" fmla="*/ 1123 w 1134"/>
                <a:gd name="T19" fmla="*/ 144 h 422"/>
                <a:gd name="T20" fmla="*/ 1132 w 1134"/>
                <a:gd name="T21" fmla="*/ 176 h 422"/>
                <a:gd name="T22" fmla="*/ 1134 w 1134"/>
                <a:gd name="T23" fmla="*/ 211 h 422"/>
                <a:gd name="T24" fmla="*/ 1132 w 1134"/>
                <a:gd name="T25" fmla="*/ 245 h 422"/>
                <a:gd name="T26" fmla="*/ 1123 w 1134"/>
                <a:gd name="T27" fmla="*/ 277 h 422"/>
                <a:gd name="T28" fmla="*/ 1110 w 1134"/>
                <a:gd name="T29" fmla="*/ 307 h 422"/>
                <a:gd name="T30" fmla="*/ 1093 w 1134"/>
                <a:gd name="T31" fmla="*/ 335 h 422"/>
                <a:gd name="T32" fmla="*/ 1072 w 1134"/>
                <a:gd name="T33" fmla="*/ 359 h 422"/>
                <a:gd name="T34" fmla="*/ 1047 w 1134"/>
                <a:gd name="T35" fmla="*/ 381 h 422"/>
                <a:gd name="T36" fmla="*/ 1019 w 1134"/>
                <a:gd name="T37" fmla="*/ 398 h 422"/>
                <a:gd name="T38" fmla="*/ 988 w 1134"/>
                <a:gd name="T39" fmla="*/ 410 h 422"/>
                <a:gd name="T40" fmla="*/ 956 w 1134"/>
                <a:gd name="T41" fmla="*/ 419 h 422"/>
                <a:gd name="T42" fmla="*/ 921 w 1134"/>
                <a:gd name="T43" fmla="*/ 422 h 422"/>
                <a:gd name="T44" fmla="*/ 212 w 1134"/>
                <a:gd name="T45" fmla="*/ 422 h 422"/>
                <a:gd name="T46" fmla="*/ 178 w 1134"/>
                <a:gd name="T47" fmla="*/ 419 h 422"/>
                <a:gd name="T48" fmla="*/ 145 w 1134"/>
                <a:gd name="T49" fmla="*/ 410 h 422"/>
                <a:gd name="T50" fmla="*/ 115 w 1134"/>
                <a:gd name="T51" fmla="*/ 398 h 422"/>
                <a:gd name="T52" fmla="*/ 87 w 1134"/>
                <a:gd name="T53" fmla="*/ 381 h 422"/>
                <a:gd name="T54" fmla="*/ 62 w 1134"/>
                <a:gd name="T55" fmla="*/ 359 h 422"/>
                <a:gd name="T56" fmla="*/ 41 w 1134"/>
                <a:gd name="T57" fmla="*/ 335 h 422"/>
                <a:gd name="T58" fmla="*/ 24 w 1134"/>
                <a:gd name="T59" fmla="*/ 307 h 422"/>
                <a:gd name="T60" fmla="*/ 10 w 1134"/>
                <a:gd name="T61" fmla="*/ 277 h 422"/>
                <a:gd name="T62" fmla="*/ 3 w 1134"/>
                <a:gd name="T63" fmla="*/ 245 h 422"/>
                <a:gd name="T64" fmla="*/ 0 w 1134"/>
                <a:gd name="T65" fmla="*/ 211 h 422"/>
                <a:gd name="T66" fmla="*/ 3 w 1134"/>
                <a:gd name="T67" fmla="*/ 176 h 422"/>
                <a:gd name="T68" fmla="*/ 10 w 1134"/>
                <a:gd name="T69" fmla="*/ 144 h 422"/>
                <a:gd name="T70" fmla="*/ 24 w 1134"/>
                <a:gd name="T71" fmla="*/ 113 h 422"/>
                <a:gd name="T72" fmla="*/ 41 w 1134"/>
                <a:gd name="T73" fmla="*/ 86 h 422"/>
                <a:gd name="T74" fmla="*/ 62 w 1134"/>
                <a:gd name="T75" fmla="*/ 61 h 422"/>
                <a:gd name="T76" fmla="*/ 87 w 1134"/>
                <a:gd name="T77" fmla="*/ 40 h 422"/>
                <a:gd name="T78" fmla="*/ 115 w 1134"/>
                <a:gd name="T79" fmla="*/ 22 h 422"/>
                <a:gd name="T80" fmla="*/ 145 w 1134"/>
                <a:gd name="T81" fmla="*/ 10 h 422"/>
                <a:gd name="T82" fmla="*/ 178 w 1134"/>
                <a:gd name="T83" fmla="*/ 2 h 422"/>
                <a:gd name="T84" fmla="*/ 212 w 1134"/>
                <a:gd name="T85" fmla="*/ 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4" h="422">
                  <a:moveTo>
                    <a:pt x="212" y="0"/>
                  </a:moveTo>
                  <a:lnTo>
                    <a:pt x="921" y="0"/>
                  </a:lnTo>
                  <a:lnTo>
                    <a:pt x="956" y="2"/>
                  </a:lnTo>
                  <a:lnTo>
                    <a:pt x="988" y="10"/>
                  </a:lnTo>
                  <a:lnTo>
                    <a:pt x="1019" y="22"/>
                  </a:lnTo>
                  <a:lnTo>
                    <a:pt x="1047" y="40"/>
                  </a:lnTo>
                  <a:lnTo>
                    <a:pt x="1072" y="61"/>
                  </a:lnTo>
                  <a:lnTo>
                    <a:pt x="1093" y="86"/>
                  </a:lnTo>
                  <a:lnTo>
                    <a:pt x="1110" y="113"/>
                  </a:lnTo>
                  <a:lnTo>
                    <a:pt x="1123" y="144"/>
                  </a:lnTo>
                  <a:lnTo>
                    <a:pt x="1132" y="176"/>
                  </a:lnTo>
                  <a:lnTo>
                    <a:pt x="1134" y="211"/>
                  </a:lnTo>
                  <a:lnTo>
                    <a:pt x="1132" y="245"/>
                  </a:lnTo>
                  <a:lnTo>
                    <a:pt x="1123" y="277"/>
                  </a:lnTo>
                  <a:lnTo>
                    <a:pt x="1110" y="307"/>
                  </a:lnTo>
                  <a:lnTo>
                    <a:pt x="1093" y="335"/>
                  </a:lnTo>
                  <a:lnTo>
                    <a:pt x="1072" y="359"/>
                  </a:lnTo>
                  <a:lnTo>
                    <a:pt x="1047" y="381"/>
                  </a:lnTo>
                  <a:lnTo>
                    <a:pt x="1019" y="398"/>
                  </a:lnTo>
                  <a:lnTo>
                    <a:pt x="988" y="410"/>
                  </a:lnTo>
                  <a:lnTo>
                    <a:pt x="956" y="419"/>
                  </a:lnTo>
                  <a:lnTo>
                    <a:pt x="921" y="422"/>
                  </a:lnTo>
                  <a:lnTo>
                    <a:pt x="212" y="422"/>
                  </a:lnTo>
                  <a:lnTo>
                    <a:pt x="178" y="419"/>
                  </a:lnTo>
                  <a:lnTo>
                    <a:pt x="145" y="410"/>
                  </a:lnTo>
                  <a:lnTo>
                    <a:pt x="115" y="398"/>
                  </a:lnTo>
                  <a:lnTo>
                    <a:pt x="87" y="381"/>
                  </a:lnTo>
                  <a:lnTo>
                    <a:pt x="62" y="359"/>
                  </a:lnTo>
                  <a:lnTo>
                    <a:pt x="41" y="335"/>
                  </a:lnTo>
                  <a:lnTo>
                    <a:pt x="24" y="307"/>
                  </a:lnTo>
                  <a:lnTo>
                    <a:pt x="10" y="277"/>
                  </a:lnTo>
                  <a:lnTo>
                    <a:pt x="3" y="245"/>
                  </a:lnTo>
                  <a:lnTo>
                    <a:pt x="0" y="211"/>
                  </a:lnTo>
                  <a:lnTo>
                    <a:pt x="3" y="176"/>
                  </a:lnTo>
                  <a:lnTo>
                    <a:pt x="10" y="144"/>
                  </a:lnTo>
                  <a:lnTo>
                    <a:pt x="24" y="113"/>
                  </a:lnTo>
                  <a:lnTo>
                    <a:pt x="41" y="86"/>
                  </a:lnTo>
                  <a:lnTo>
                    <a:pt x="62" y="61"/>
                  </a:lnTo>
                  <a:lnTo>
                    <a:pt x="87" y="40"/>
                  </a:lnTo>
                  <a:lnTo>
                    <a:pt x="115" y="22"/>
                  </a:lnTo>
                  <a:lnTo>
                    <a:pt x="145" y="10"/>
                  </a:lnTo>
                  <a:lnTo>
                    <a:pt x="178" y="2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" name="Freeform 54">
              <a:extLst>
                <a:ext uri="{FF2B5EF4-FFF2-40B4-BE49-F238E27FC236}">
                  <a16:creationId xmlns:a16="http://schemas.microsoft.com/office/drawing/2014/main" id="{02FB7564-4847-4B4D-98F1-00922C47D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7151" y="3552825"/>
              <a:ext cx="214313" cy="60325"/>
            </a:xfrm>
            <a:custGeom>
              <a:avLst/>
              <a:gdLst>
                <a:gd name="T0" fmla="*/ 212 w 1489"/>
                <a:gd name="T1" fmla="*/ 0 h 422"/>
                <a:gd name="T2" fmla="*/ 1275 w 1489"/>
                <a:gd name="T3" fmla="*/ 0 h 422"/>
                <a:gd name="T4" fmla="*/ 1310 w 1489"/>
                <a:gd name="T5" fmla="*/ 3 h 422"/>
                <a:gd name="T6" fmla="*/ 1343 w 1489"/>
                <a:gd name="T7" fmla="*/ 11 h 422"/>
                <a:gd name="T8" fmla="*/ 1374 w 1489"/>
                <a:gd name="T9" fmla="*/ 24 h 422"/>
                <a:gd name="T10" fmla="*/ 1401 w 1489"/>
                <a:gd name="T11" fmla="*/ 40 h 422"/>
                <a:gd name="T12" fmla="*/ 1426 w 1489"/>
                <a:gd name="T13" fmla="*/ 62 h 422"/>
                <a:gd name="T14" fmla="*/ 1447 w 1489"/>
                <a:gd name="T15" fmla="*/ 86 h 422"/>
                <a:gd name="T16" fmla="*/ 1465 w 1489"/>
                <a:gd name="T17" fmla="*/ 114 h 422"/>
                <a:gd name="T18" fmla="*/ 1477 w 1489"/>
                <a:gd name="T19" fmla="*/ 144 h 422"/>
                <a:gd name="T20" fmla="*/ 1486 w 1489"/>
                <a:gd name="T21" fmla="*/ 177 h 422"/>
                <a:gd name="T22" fmla="*/ 1489 w 1489"/>
                <a:gd name="T23" fmla="*/ 211 h 422"/>
                <a:gd name="T24" fmla="*/ 1486 w 1489"/>
                <a:gd name="T25" fmla="*/ 245 h 422"/>
                <a:gd name="T26" fmla="*/ 1477 w 1489"/>
                <a:gd name="T27" fmla="*/ 278 h 422"/>
                <a:gd name="T28" fmla="*/ 1465 w 1489"/>
                <a:gd name="T29" fmla="*/ 309 h 422"/>
                <a:gd name="T30" fmla="*/ 1447 w 1489"/>
                <a:gd name="T31" fmla="*/ 336 h 422"/>
                <a:gd name="T32" fmla="*/ 1426 w 1489"/>
                <a:gd name="T33" fmla="*/ 361 h 422"/>
                <a:gd name="T34" fmla="*/ 1401 w 1489"/>
                <a:gd name="T35" fmla="*/ 382 h 422"/>
                <a:gd name="T36" fmla="*/ 1374 w 1489"/>
                <a:gd name="T37" fmla="*/ 399 h 422"/>
                <a:gd name="T38" fmla="*/ 1343 w 1489"/>
                <a:gd name="T39" fmla="*/ 412 h 422"/>
                <a:gd name="T40" fmla="*/ 1310 w 1489"/>
                <a:gd name="T41" fmla="*/ 420 h 422"/>
                <a:gd name="T42" fmla="*/ 1275 w 1489"/>
                <a:gd name="T43" fmla="*/ 422 h 422"/>
                <a:gd name="T44" fmla="*/ 212 w 1489"/>
                <a:gd name="T45" fmla="*/ 422 h 422"/>
                <a:gd name="T46" fmla="*/ 178 w 1489"/>
                <a:gd name="T47" fmla="*/ 420 h 422"/>
                <a:gd name="T48" fmla="*/ 145 w 1489"/>
                <a:gd name="T49" fmla="*/ 412 h 422"/>
                <a:gd name="T50" fmla="*/ 115 w 1489"/>
                <a:gd name="T51" fmla="*/ 399 h 422"/>
                <a:gd name="T52" fmla="*/ 87 w 1489"/>
                <a:gd name="T53" fmla="*/ 382 h 422"/>
                <a:gd name="T54" fmla="*/ 62 w 1489"/>
                <a:gd name="T55" fmla="*/ 361 h 422"/>
                <a:gd name="T56" fmla="*/ 41 w 1489"/>
                <a:gd name="T57" fmla="*/ 336 h 422"/>
                <a:gd name="T58" fmla="*/ 24 w 1489"/>
                <a:gd name="T59" fmla="*/ 309 h 422"/>
                <a:gd name="T60" fmla="*/ 10 w 1489"/>
                <a:gd name="T61" fmla="*/ 278 h 422"/>
                <a:gd name="T62" fmla="*/ 3 w 1489"/>
                <a:gd name="T63" fmla="*/ 245 h 422"/>
                <a:gd name="T64" fmla="*/ 0 w 1489"/>
                <a:gd name="T65" fmla="*/ 211 h 422"/>
                <a:gd name="T66" fmla="*/ 3 w 1489"/>
                <a:gd name="T67" fmla="*/ 177 h 422"/>
                <a:gd name="T68" fmla="*/ 10 w 1489"/>
                <a:gd name="T69" fmla="*/ 144 h 422"/>
                <a:gd name="T70" fmla="*/ 24 w 1489"/>
                <a:gd name="T71" fmla="*/ 114 h 422"/>
                <a:gd name="T72" fmla="*/ 41 w 1489"/>
                <a:gd name="T73" fmla="*/ 86 h 422"/>
                <a:gd name="T74" fmla="*/ 62 w 1489"/>
                <a:gd name="T75" fmla="*/ 62 h 422"/>
                <a:gd name="T76" fmla="*/ 87 w 1489"/>
                <a:gd name="T77" fmla="*/ 40 h 422"/>
                <a:gd name="T78" fmla="*/ 115 w 1489"/>
                <a:gd name="T79" fmla="*/ 24 h 422"/>
                <a:gd name="T80" fmla="*/ 145 w 1489"/>
                <a:gd name="T81" fmla="*/ 11 h 422"/>
                <a:gd name="T82" fmla="*/ 178 w 1489"/>
                <a:gd name="T83" fmla="*/ 3 h 422"/>
                <a:gd name="T84" fmla="*/ 212 w 1489"/>
                <a:gd name="T85" fmla="*/ 0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9" h="422">
                  <a:moveTo>
                    <a:pt x="212" y="0"/>
                  </a:moveTo>
                  <a:lnTo>
                    <a:pt x="1275" y="0"/>
                  </a:lnTo>
                  <a:lnTo>
                    <a:pt x="1310" y="3"/>
                  </a:lnTo>
                  <a:lnTo>
                    <a:pt x="1343" y="11"/>
                  </a:lnTo>
                  <a:lnTo>
                    <a:pt x="1374" y="24"/>
                  </a:lnTo>
                  <a:lnTo>
                    <a:pt x="1401" y="40"/>
                  </a:lnTo>
                  <a:lnTo>
                    <a:pt x="1426" y="62"/>
                  </a:lnTo>
                  <a:lnTo>
                    <a:pt x="1447" y="86"/>
                  </a:lnTo>
                  <a:lnTo>
                    <a:pt x="1465" y="114"/>
                  </a:lnTo>
                  <a:lnTo>
                    <a:pt x="1477" y="144"/>
                  </a:lnTo>
                  <a:lnTo>
                    <a:pt x="1486" y="177"/>
                  </a:lnTo>
                  <a:lnTo>
                    <a:pt x="1489" y="211"/>
                  </a:lnTo>
                  <a:lnTo>
                    <a:pt x="1486" y="245"/>
                  </a:lnTo>
                  <a:lnTo>
                    <a:pt x="1477" y="278"/>
                  </a:lnTo>
                  <a:lnTo>
                    <a:pt x="1465" y="309"/>
                  </a:lnTo>
                  <a:lnTo>
                    <a:pt x="1447" y="336"/>
                  </a:lnTo>
                  <a:lnTo>
                    <a:pt x="1426" y="361"/>
                  </a:lnTo>
                  <a:lnTo>
                    <a:pt x="1401" y="382"/>
                  </a:lnTo>
                  <a:lnTo>
                    <a:pt x="1374" y="399"/>
                  </a:lnTo>
                  <a:lnTo>
                    <a:pt x="1343" y="412"/>
                  </a:lnTo>
                  <a:lnTo>
                    <a:pt x="1310" y="420"/>
                  </a:lnTo>
                  <a:lnTo>
                    <a:pt x="1275" y="422"/>
                  </a:lnTo>
                  <a:lnTo>
                    <a:pt x="212" y="422"/>
                  </a:lnTo>
                  <a:lnTo>
                    <a:pt x="178" y="420"/>
                  </a:lnTo>
                  <a:lnTo>
                    <a:pt x="145" y="412"/>
                  </a:lnTo>
                  <a:lnTo>
                    <a:pt x="115" y="399"/>
                  </a:lnTo>
                  <a:lnTo>
                    <a:pt x="87" y="382"/>
                  </a:lnTo>
                  <a:lnTo>
                    <a:pt x="62" y="361"/>
                  </a:lnTo>
                  <a:lnTo>
                    <a:pt x="41" y="336"/>
                  </a:lnTo>
                  <a:lnTo>
                    <a:pt x="24" y="309"/>
                  </a:lnTo>
                  <a:lnTo>
                    <a:pt x="10" y="278"/>
                  </a:lnTo>
                  <a:lnTo>
                    <a:pt x="3" y="245"/>
                  </a:lnTo>
                  <a:lnTo>
                    <a:pt x="0" y="211"/>
                  </a:lnTo>
                  <a:lnTo>
                    <a:pt x="3" y="177"/>
                  </a:lnTo>
                  <a:lnTo>
                    <a:pt x="10" y="144"/>
                  </a:lnTo>
                  <a:lnTo>
                    <a:pt x="24" y="114"/>
                  </a:lnTo>
                  <a:lnTo>
                    <a:pt x="41" y="86"/>
                  </a:lnTo>
                  <a:lnTo>
                    <a:pt x="62" y="62"/>
                  </a:lnTo>
                  <a:lnTo>
                    <a:pt x="87" y="40"/>
                  </a:lnTo>
                  <a:lnTo>
                    <a:pt x="115" y="24"/>
                  </a:lnTo>
                  <a:lnTo>
                    <a:pt x="145" y="11"/>
                  </a:lnTo>
                  <a:lnTo>
                    <a:pt x="178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C6169F4-D712-4EFE-8D65-DECD1462E351}"/>
              </a:ext>
            </a:extLst>
          </p:cNvPr>
          <p:cNvGrpSpPr/>
          <p:nvPr/>
        </p:nvGrpSpPr>
        <p:grpSpPr>
          <a:xfrm flipH="1">
            <a:off x="8430463" y="626217"/>
            <a:ext cx="316867" cy="327755"/>
            <a:chOff x="7869238" y="3857626"/>
            <a:chExt cx="46196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7" name="Freeform 59">
              <a:extLst>
                <a:ext uri="{FF2B5EF4-FFF2-40B4-BE49-F238E27FC236}">
                  <a16:creationId xmlns:a16="http://schemas.microsoft.com/office/drawing/2014/main" id="{3E2B2018-DEA5-4459-8BA2-DBA9DCCEB3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69238" y="3857626"/>
              <a:ext cx="228600" cy="230188"/>
            </a:xfrm>
            <a:custGeom>
              <a:avLst/>
              <a:gdLst>
                <a:gd name="T0" fmla="*/ 502 w 1580"/>
                <a:gd name="T1" fmla="*/ 326 h 1592"/>
                <a:gd name="T2" fmla="*/ 458 w 1580"/>
                <a:gd name="T3" fmla="*/ 345 h 1592"/>
                <a:gd name="T4" fmla="*/ 426 w 1580"/>
                <a:gd name="T5" fmla="*/ 382 h 1592"/>
                <a:gd name="T6" fmla="*/ 421 w 1580"/>
                <a:gd name="T7" fmla="*/ 439 h 1592"/>
                <a:gd name="T8" fmla="*/ 612 w 1580"/>
                <a:gd name="T9" fmla="*/ 764 h 1592"/>
                <a:gd name="T10" fmla="*/ 500 w 1580"/>
                <a:gd name="T11" fmla="*/ 773 h 1592"/>
                <a:gd name="T12" fmla="*/ 479 w 1580"/>
                <a:gd name="T13" fmla="*/ 816 h 1592"/>
                <a:gd name="T14" fmla="*/ 500 w 1580"/>
                <a:gd name="T15" fmla="*/ 857 h 1592"/>
                <a:gd name="T16" fmla="*/ 672 w 1580"/>
                <a:gd name="T17" fmla="*/ 867 h 1592"/>
                <a:gd name="T18" fmla="*/ 531 w 1580"/>
                <a:gd name="T19" fmla="*/ 945 h 1592"/>
                <a:gd name="T20" fmla="*/ 489 w 1580"/>
                <a:gd name="T21" fmla="*/ 965 h 1592"/>
                <a:gd name="T22" fmla="*/ 481 w 1580"/>
                <a:gd name="T23" fmla="*/ 1013 h 1592"/>
                <a:gd name="T24" fmla="*/ 514 w 1580"/>
                <a:gd name="T25" fmla="*/ 1046 h 1592"/>
                <a:gd name="T26" fmla="*/ 694 w 1580"/>
                <a:gd name="T27" fmla="*/ 1180 h 1592"/>
                <a:gd name="T28" fmla="*/ 710 w 1580"/>
                <a:gd name="T29" fmla="*/ 1241 h 1592"/>
                <a:gd name="T30" fmla="*/ 755 w 1580"/>
                <a:gd name="T31" fmla="*/ 1279 h 1592"/>
                <a:gd name="T32" fmla="*/ 822 w 1580"/>
                <a:gd name="T33" fmla="*/ 1284 h 1592"/>
                <a:gd name="T34" fmla="*/ 876 w 1580"/>
                <a:gd name="T35" fmla="*/ 1257 h 1592"/>
                <a:gd name="T36" fmla="*/ 901 w 1580"/>
                <a:gd name="T37" fmla="*/ 1203 h 1592"/>
                <a:gd name="T38" fmla="*/ 1067 w 1580"/>
                <a:gd name="T39" fmla="*/ 1049 h 1592"/>
                <a:gd name="T40" fmla="*/ 1109 w 1580"/>
                <a:gd name="T41" fmla="*/ 1027 h 1592"/>
                <a:gd name="T42" fmla="*/ 1116 w 1580"/>
                <a:gd name="T43" fmla="*/ 980 h 1592"/>
                <a:gd name="T44" fmla="*/ 1084 w 1580"/>
                <a:gd name="T45" fmla="*/ 947 h 1592"/>
                <a:gd name="T46" fmla="*/ 903 w 1580"/>
                <a:gd name="T47" fmla="*/ 906 h 1592"/>
                <a:gd name="T48" fmla="*/ 1084 w 1580"/>
                <a:gd name="T49" fmla="*/ 865 h 1592"/>
                <a:gd name="T50" fmla="*/ 1116 w 1580"/>
                <a:gd name="T51" fmla="*/ 832 h 1592"/>
                <a:gd name="T52" fmla="*/ 1109 w 1580"/>
                <a:gd name="T53" fmla="*/ 785 h 1592"/>
                <a:gd name="T54" fmla="*/ 1067 w 1580"/>
                <a:gd name="T55" fmla="*/ 764 h 1592"/>
                <a:gd name="T56" fmla="*/ 1170 w 1580"/>
                <a:gd name="T57" fmla="*/ 458 h 1592"/>
                <a:gd name="T58" fmla="*/ 1178 w 1580"/>
                <a:gd name="T59" fmla="*/ 400 h 1592"/>
                <a:gd name="T60" fmla="*/ 1153 w 1580"/>
                <a:gd name="T61" fmla="*/ 355 h 1592"/>
                <a:gd name="T62" fmla="*/ 1111 w 1580"/>
                <a:gd name="T63" fmla="*/ 330 h 1592"/>
                <a:gd name="T64" fmla="*/ 1066 w 1580"/>
                <a:gd name="T65" fmla="*/ 324 h 1592"/>
                <a:gd name="T66" fmla="*/ 1016 w 1580"/>
                <a:gd name="T67" fmla="*/ 338 h 1592"/>
                <a:gd name="T68" fmla="*/ 986 w 1580"/>
                <a:gd name="T69" fmla="*/ 367 h 1592"/>
                <a:gd name="T70" fmla="*/ 799 w 1580"/>
                <a:gd name="T71" fmla="*/ 725 h 1592"/>
                <a:gd name="T72" fmla="*/ 612 w 1580"/>
                <a:gd name="T73" fmla="*/ 367 h 1592"/>
                <a:gd name="T74" fmla="*/ 583 w 1580"/>
                <a:gd name="T75" fmla="*/ 338 h 1592"/>
                <a:gd name="T76" fmla="*/ 532 w 1580"/>
                <a:gd name="T77" fmla="*/ 324 h 1592"/>
                <a:gd name="T78" fmla="*/ 870 w 1580"/>
                <a:gd name="T79" fmla="*/ 3 h 1592"/>
                <a:gd name="T80" fmla="*/ 1070 w 1580"/>
                <a:gd name="T81" fmla="*/ 48 h 1592"/>
                <a:gd name="T82" fmla="*/ 1249 w 1580"/>
                <a:gd name="T83" fmla="*/ 141 h 1592"/>
                <a:gd name="T84" fmla="*/ 1398 w 1580"/>
                <a:gd name="T85" fmla="*/ 274 h 1592"/>
                <a:gd name="T86" fmla="*/ 1511 w 1580"/>
                <a:gd name="T87" fmla="*/ 439 h 1592"/>
                <a:gd name="T88" fmla="*/ 1580 w 1580"/>
                <a:gd name="T89" fmla="*/ 632 h 1592"/>
                <a:gd name="T90" fmla="*/ 1474 w 1580"/>
                <a:gd name="T91" fmla="*/ 824 h 1592"/>
                <a:gd name="T92" fmla="*/ 1413 w 1580"/>
                <a:gd name="T93" fmla="*/ 1038 h 1592"/>
                <a:gd name="T94" fmla="*/ 1236 w 1580"/>
                <a:gd name="T95" fmla="*/ 1155 h 1592"/>
                <a:gd name="T96" fmla="*/ 1003 w 1580"/>
                <a:gd name="T97" fmla="*/ 1257 h 1592"/>
                <a:gd name="T98" fmla="*/ 801 w 1580"/>
                <a:gd name="T99" fmla="*/ 1404 h 1592"/>
                <a:gd name="T100" fmla="*/ 632 w 1580"/>
                <a:gd name="T101" fmla="*/ 1592 h 1592"/>
                <a:gd name="T102" fmla="*/ 440 w 1580"/>
                <a:gd name="T103" fmla="*/ 1523 h 1592"/>
                <a:gd name="T104" fmla="*/ 274 w 1580"/>
                <a:gd name="T105" fmla="*/ 1411 h 1592"/>
                <a:gd name="T106" fmla="*/ 141 w 1580"/>
                <a:gd name="T107" fmla="*/ 1260 h 1592"/>
                <a:gd name="T108" fmla="*/ 48 w 1580"/>
                <a:gd name="T109" fmla="*/ 1080 h 1592"/>
                <a:gd name="T110" fmla="*/ 3 w 1580"/>
                <a:gd name="T111" fmla="*/ 876 h 1592"/>
                <a:gd name="T112" fmla="*/ 12 w 1580"/>
                <a:gd name="T113" fmla="*/ 661 h 1592"/>
                <a:gd name="T114" fmla="*/ 76 w 1580"/>
                <a:gd name="T115" fmla="*/ 460 h 1592"/>
                <a:gd name="T116" fmla="*/ 188 w 1580"/>
                <a:gd name="T117" fmla="*/ 286 h 1592"/>
                <a:gd name="T118" fmla="*/ 338 w 1580"/>
                <a:gd name="T119" fmla="*/ 148 h 1592"/>
                <a:gd name="T120" fmla="*/ 521 w 1580"/>
                <a:gd name="T121" fmla="*/ 50 h 1592"/>
                <a:gd name="T122" fmla="*/ 726 w 1580"/>
                <a:gd name="T123" fmla="*/ 3 h 1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80" h="1592">
                  <a:moveTo>
                    <a:pt x="532" y="324"/>
                  </a:moveTo>
                  <a:lnTo>
                    <a:pt x="518" y="324"/>
                  </a:lnTo>
                  <a:lnTo>
                    <a:pt x="502" y="326"/>
                  </a:lnTo>
                  <a:lnTo>
                    <a:pt x="487" y="330"/>
                  </a:lnTo>
                  <a:lnTo>
                    <a:pt x="472" y="336"/>
                  </a:lnTo>
                  <a:lnTo>
                    <a:pt x="458" y="345"/>
                  </a:lnTo>
                  <a:lnTo>
                    <a:pt x="445" y="355"/>
                  </a:lnTo>
                  <a:lnTo>
                    <a:pt x="434" y="367"/>
                  </a:lnTo>
                  <a:lnTo>
                    <a:pt x="426" y="382"/>
                  </a:lnTo>
                  <a:lnTo>
                    <a:pt x="421" y="400"/>
                  </a:lnTo>
                  <a:lnTo>
                    <a:pt x="418" y="421"/>
                  </a:lnTo>
                  <a:lnTo>
                    <a:pt x="421" y="439"/>
                  </a:lnTo>
                  <a:lnTo>
                    <a:pt x="428" y="458"/>
                  </a:lnTo>
                  <a:lnTo>
                    <a:pt x="437" y="475"/>
                  </a:lnTo>
                  <a:lnTo>
                    <a:pt x="612" y="764"/>
                  </a:lnTo>
                  <a:lnTo>
                    <a:pt x="531" y="764"/>
                  </a:lnTo>
                  <a:lnTo>
                    <a:pt x="514" y="766"/>
                  </a:lnTo>
                  <a:lnTo>
                    <a:pt x="500" y="773"/>
                  </a:lnTo>
                  <a:lnTo>
                    <a:pt x="489" y="785"/>
                  </a:lnTo>
                  <a:lnTo>
                    <a:pt x="481" y="799"/>
                  </a:lnTo>
                  <a:lnTo>
                    <a:pt x="479" y="816"/>
                  </a:lnTo>
                  <a:lnTo>
                    <a:pt x="481" y="832"/>
                  </a:lnTo>
                  <a:lnTo>
                    <a:pt x="489" y="846"/>
                  </a:lnTo>
                  <a:lnTo>
                    <a:pt x="500" y="857"/>
                  </a:lnTo>
                  <a:lnTo>
                    <a:pt x="514" y="865"/>
                  </a:lnTo>
                  <a:lnTo>
                    <a:pt x="531" y="867"/>
                  </a:lnTo>
                  <a:lnTo>
                    <a:pt x="672" y="867"/>
                  </a:lnTo>
                  <a:lnTo>
                    <a:pt x="694" y="906"/>
                  </a:lnTo>
                  <a:lnTo>
                    <a:pt x="694" y="945"/>
                  </a:lnTo>
                  <a:lnTo>
                    <a:pt x="531" y="945"/>
                  </a:lnTo>
                  <a:lnTo>
                    <a:pt x="514" y="947"/>
                  </a:lnTo>
                  <a:lnTo>
                    <a:pt x="500" y="954"/>
                  </a:lnTo>
                  <a:lnTo>
                    <a:pt x="489" y="965"/>
                  </a:lnTo>
                  <a:lnTo>
                    <a:pt x="481" y="980"/>
                  </a:lnTo>
                  <a:lnTo>
                    <a:pt x="479" y="997"/>
                  </a:lnTo>
                  <a:lnTo>
                    <a:pt x="481" y="1013"/>
                  </a:lnTo>
                  <a:lnTo>
                    <a:pt x="489" y="1027"/>
                  </a:lnTo>
                  <a:lnTo>
                    <a:pt x="500" y="1038"/>
                  </a:lnTo>
                  <a:lnTo>
                    <a:pt x="514" y="1046"/>
                  </a:lnTo>
                  <a:lnTo>
                    <a:pt x="531" y="1049"/>
                  </a:lnTo>
                  <a:lnTo>
                    <a:pt x="694" y="1049"/>
                  </a:lnTo>
                  <a:lnTo>
                    <a:pt x="694" y="1180"/>
                  </a:lnTo>
                  <a:lnTo>
                    <a:pt x="696" y="1203"/>
                  </a:lnTo>
                  <a:lnTo>
                    <a:pt x="702" y="1223"/>
                  </a:lnTo>
                  <a:lnTo>
                    <a:pt x="710" y="1241"/>
                  </a:lnTo>
                  <a:lnTo>
                    <a:pt x="722" y="1257"/>
                  </a:lnTo>
                  <a:lnTo>
                    <a:pt x="737" y="1269"/>
                  </a:lnTo>
                  <a:lnTo>
                    <a:pt x="755" y="1279"/>
                  </a:lnTo>
                  <a:lnTo>
                    <a:pt x="776" y="1284"/>
                  </a:lnTo>
                  <a:lnTo>
                    <a:pt x="799" y="1286"/>
                  </a:lnTo>
                  <a:lnTo>
                    <a:pt x="822" y="1284"/>
                  </a:lnTo>
                  <a:lnTo>
                    <a:pt x="843" y="1279"/>
                  </a:lnTo>
                  <a:lnTo>
                    <a:pt x="861" y="1269"/>
                  </a:lnTo>
                  <a:lnTo>
                    <a:pt x="876" y="1257"/>
                  </a:lnTo>
                  <a:lnTo>
                    <a:pt x="888" y="1241"/>
                  </a:lnTo>
                  <a:lnTo>
                    <a:pt x="896" y="1223"/>
                  </a:lnTo>
                  <a:lnTo>
                    <a:pt x="901" y="1203"/>
                  </a:lnTo>
                  <a:lnTo>
                    <a:pt x="903" y="1180"/>
                  </a:lnTo>
                  <a:lnTo>
                    <a:pt x="903" y="1049"/>
                  </a:lnTo>
                  <a:lnTo>
                    <a:pt x="1067" y="1049"/>
                  </a:lnTo>
                  <a:lnTo>
                    <a:pt x="1084" y="1046"/>
                  </a:lnTo>
                  <a:lnTo>
                    <a:pt x="1098" y="1038"/>
                  </a:lnTo>
                  <a:lnTo>
                    <a:pt x="1109" y="1027"/>
                  </a:lnTo>
                  <a:lnTo>
                    <a:pt x="1116" y="1013"/>
                  </a:lnTo>
                  <a:lnTo>
                    <a:pt x="1119" y="997"/>
                  </a:lnTo>
                  <a:lnTo>
                    <a:pt x="1116" y="980"/>
                  </a:lnTo>
                  <a:lnTo>
                    <a:pt x="1109" y="965"/>
                  </a:lnTo>
                  <a:lnTo>
                    <a:pt x="1098" y="954"/>
                  </a:lnTo>
                  <a:lnTo>
                    <a:pt x="1084" y="947"/>
                  </a:lnTo>
                  <a:lnTo>
                    <a:pt x="1067" y="945"/>
                  </a:lnTo>
                  <a:lnTo>
                    <a:pt x="903" y="945"/>
                  </a:lnTo>
                  <a:lnTo>
                    <a:pt x="903" y="906"/>
                  </a:lnTo>
                  <a:lnTo>
                    <a:pt x="926" y="867"/>
                  </a:lnTo>
                  <a:lnTo>
                    <a:pt x="1067" y="867"/>
                  </a:lnTo>
                  <a:lnTo>
                    <a:pt x="1084" y="865"/>
                  </a:lnTo>
                  <a:lnTo>
                    <a:pt x="1097" y="857"/>
                  </a:lnTo>
                  <a:lnTo>
                    <a:pt x="1109" y="846"/>
                  </a:lnTo>
                  <a:lnTo>
                    <a:pt x="1116" y="832"/>
                  </a:lnTo>
                  <a:lnTo>
                    <a:pt x="1118" y="816"/>
                  </a:lnTo>
                  <a:lnTo>
                    <a:pt x="1116" y="799"/>
                  </a:lnTo>
                  <a:lnTo>
                    <a:pt x="1109" y="785"/>
                  </a:lnTo>
                  <a:lnTo>
                    <a:pt x="1097" y="773"/>
                  </a:lnTo>
                  <a:lnTo>
                    <a:pt x="1084" y="766"/>
                  </a:lnTo>
                  <a:lnTo>
                    <a:pt x="1067" y="764"/>
                  </a:lnTo>
                  <a:lnTo>
                    <a:pt x="987" y="764"/>
                  </a:lnTo>
                  <a:lnTo>
                    <a:pt x="1161" y="475"/>
                  </a:lnTo>
                  <a:lnTo>
                    <a:pt x="1170" y="458"/>
                  </a:lnTo>
                  <a:lnTo>
                    <a:pt x="1177" y="439"/>
                  </a:lnTo>
                  <a:lnTo>
                    <a:pt x="1180" y="421"/>
                  </a:lnTo>
                  <a:lnTo>
                    <a:pt x="1178" y="400"/>
                  </a:lnTo>
                  <a:lnTo>
                    <a:pt x="1172" y="382"/>
                  </a:lnTo>
                  <a:lnTo>
                    <a:pt x="1163" y="367"/>
                  </a:lnTo>
                  <a:lnTo>
                    <a:pt x="1153" y="355"/>
                  </a:lnTo>
                  <a:lnTo>
                    <a:pt x="1140" y="345"/>
                  </a:lnTo>
                  <a:lnTo>
                    <a:pt x="1126" y="336"/>
                  </a:lnTo>
                  <a:lnTo>
                    <a:pt x="1111" y="330"/>
                  </a:lnTo>
                  <a:lnTo>
                    <a:pt x="1095" y="326"/>
                  </a:lnTo>
                  <a:lnTo>
                    <a:pt x="1080" y="324"/>
                  </a:lnTo>
                  <a:lnTo>
                    <a:pt x="1066" y="324"/>
                  </a:lnTo>
                  <a:lnTo>
                    <a:pt x="1047" y="325"/>
                  </a:lnTo>
                  <a:lnTo>
                    <a:pt x="1030" y="330"/>
                  </a:lnTo>
                  <a:lnTo>
                    <a:pt x="1016" y="338"/>
                  </a:lnTo>
                  <a:lnTo>
                    <a:pt x="1003" y="348"/>
                  </a:lnTo>
                  <a:lnTo>
                    <a:pt x="994" y="358"/>
                  </a:lnTo>
                  <a:lnTo>
                    <a:pt x="986" y="367"/>
                  </a:lnTo>
                  <a:lnTo>
                    <a:pt x="981" y="378"/>
                  </a:lnTo>
                  <a:lnTo>
                    <a:pt x="976" y="385"/>
                  </a:lnTo>
                  <a:lnTo>
                    <a:pt x="799" y="725"/>
                  </a:lnTo>
                  <a:lnTo>
                    <a:pt x="622" y="385"/>
                  </a:lnTo>
                  <a:lnTo>
                    <a:pt x="618" y="378"/>
                  </a:lnTo>
                  <a:lnTo>
                    <a:pt x="612" y="367"/>
                  </a:lnTo>
                  <a:lnTo>
                    <a:pt x="604" y="358"/>
                  </a:lnTo>
                  <a:lnTo>
                    <a:pt x="594" y="348"/>
                  </a:lnTo>
                  <a:lnTo>
                    <a:pt x="583" y="338"/>
                  </a:lnTo>
                  <a:lnTo>
                    <a:pt x="568" y="330"/>
                  </a:lnTo>
                  <a:lnTo>
                    <a:pt x="552" y="325"/>
                  </a:lnTo>
                  <a:lnTo>
                    <a:pt x="532" y="324"/>
                  </a:lnTo>
                  <a:close/>
                  <a:moveTo>
                    <a:pt x="799" y="0"/>
                  </a:moveTo>
                  <a:lnTo>
                    <a:pt x="799" y="0"/>
                  </a:lnTo>
                  <a:lnTo>
                    <a:pt x="870" y="3"/>
                  </a:lnTo>
                  <a:lnTo>
                    <a:pt x="938" y="13"/>
                  </a:lnTo>
                  <a:lnTo>
                    <a:pt x="1005" y="27"/>
                  </a:lnTo>
                  <a:lnTo>
                    <a:pt x="1070" y="48"/>
                  </a:lnTo>
                  <a:lnTo>
                    <a:pt x="1133" y="74"/>
                  </a:lnTo>
                  <a:lnTo>
                    <a:pt x="1192" y="105"/>
                  </a:lnTo>
                  <a:lnTo>
                    <a:pt x="1249" y="141"/>
                  </a:lnTo>
                  <a:lnTo>
                    <a:pt x="1303" y="180"/>
                  </a:lnTo>
                  <a:lnTo>
                    <a:pt x="1352" y="225"/>
                  </a:lnTo>
                  <a:lnTo>
                    <a:pt x="1398" y="274"/>
                  </a:lnTo>
                  <a:lnTo>
                    <a:pt x="1440" y="326"/>
                  </a:lnTo>
                  <a:lnTo>
                    <a:pt x="1478" y="381"/>
                  </a:lnTo>
                  <a:lnTo>
                    <a:pt x="1511" y="439"/>
                  </a:lnTo>
                  <a:lnTo>
                    <a:pt x="1538" y="502"/>
                  </a:lnTo>
                  <a:lnTo>
                    <a:pt x="1562" y="565"/>
                  </a:lnTo>
                  <a:lnTo>
                    <a:pt x="1580" y="632"/>
                  </a:lnTo>
                  <a:lnTo>
                    <a:pt x="1540" y="693"/>
                  </a:lnTo>
                  <a:lnTo>
                    <a:pt x="1505" y="757"/>
                  </a:lnTo>
                  <a:lnTo>
                    <a:pt x="1474" y="824"/>
                  </a:lnTo>
                  <a:lnTo>
                    <a:pt x="1449" y="894"/>
                  </a:lnTo>
                  <a:lnTo>
                    <a:pt x="1428" y="964"/>
                  </a:lnTo>
                  <a:lnTo>
                    <a:pt x="1413" y="1038"/>
                  </a:lnTo>
                  <a:lnTo>
                    <a:pt x="1403" y="1114"/>
                  </a:lnTo>
                  <a:lnTo>
                    <a:pt x="1318" y="1131"/>
                  </a:lnTo>
                  <a:lnTo>
                    <a:pt x="1236" y="1155"/>
                  </a:lnTo>
                  <a:lnTo>
                    <a:pt x="1155" y="1183"/>
                  </a:lnTo>
                  <a:lnTo>
                    <a:pt x="1078" y="1217"/>
                  </a:lnTo>
                  <a:lnTo>
                    <a:pt x="1003" y="1257"/>
                  </a:lnTo>
                  <a:lnTo>
                    <a:pt x="932" y="1301"/>
                  </a:lnTo>
                  <a:lnTo>
                    <a:pt x="865" y="1351"/>
                  </a:lnTo>
                  <a:lnTo>
                    <a:pt x="801" y="1404"/>
                  </a:lnTo>
                  <a:lnTo>
                    <a:pt x="740" y="1463"/>
                  </a:lnTo>
                  <a:lnTo>
                    <a:pt x="684" y="1525"/>
                  </a:lnTo>
                  <a:lnTo>
                    <a:pt x="632" y="1592"/>
                  </a:lnTo>
                  <a:lnTo>
                    <a:pt x="566" y="1574"/>
                  </a:lnTo>
                  <a:lnTo>
                    <a:pt x="501" y="1551"/>
                  </a:lnTo>
                  <a:lnTo>
                    <a:pt x="440" y="1523"/>
                  </a:lnTo>
                  <a:lnTo>
                    <a:pt x="381" y="1491"/>
                  </a:lnTo>
                  <a:lnTo>
                    <a:pt x="325" y="1452"/>
                  </a:lnTo>
                  <a:lnTo>
                    <a:pt x="274" y="1411"/>
                  </a:lnTo>
                  <a:lnTo>
                    <a:pt x="225" y="1364"/>
                  </a:lnTo>
                  <a:lnTo>
                    <a:pt x="181" y="1314"/>
                  </a:lnTo>
                  <a:lnTo>
                    <a:pt x="141" y="1260"/>
                  </a:lnTo>
                  <a:lnTo>
                    <a:pt x="104" y="1203"/>
                  </a:lnTo>
                  <a:lnTo>
                    <a:pt x="73" y="1143"/>
                  </a:lnTo>
                  <a:lnTo>
                    <a:pt x="48" y="1080"/>
                  </a:lnTo>
                  <a:lnTo>
                    <a:pt x="27" y="1014"/>
                  </a:lnTo>
                  <a:lnTo>
                    <a:pt x="12" y="947"/>
                  </a:lnTo>
                  <a:lnTo>
                    <a:pt x="3" y="876"/>
                  </a:lnTo>
                  <a:lnTo>
                    <a:pt x="0" y="805"/>
                  </a:lnTo>
                  <a:lnTo>
                    <a:pt x="3" y="731"/>
                  </a:lnTo>
                  <a:lnTo>
                    <a:pt x="12" y="661"/>
                  </a:lnTo>
                  <a:lnTo>
                    <a:pt x="28" y="591"/>
                  </a:lnTo>
                  <a:lnTo>
                    <a:pt x="50" y="525"/>
                  </a:lnTo>
                  <a:lnTo>
                    <a:pt x="76" y="460"/>
                  </a:lnTo>
                  <a:lnTo>
                    <a:pt x="108" y="399"/>
                  </a:lnTo>
                  <a:lnTo>
                    <a:pt x="146" y="341"/>
                  </a:lnTo>
                  <a:lnTo>
                    <a:pt x="188" y="286"/>
                  </a:lnTo>
                  <a:lnTo>
                    <a:pt x="234" y="236"/>
                  </a:lnTo>
                  <a:lnTo>
                    <a:pt x="284" y="190"/>
                  </a:lnTo>
                  <a:lnTo>
                    <a:pt x="338" y="148"/>
                  </a:lnTo>
                  <a:lnTo>
                    <a:pt x="396" y="111"/>
                  </a:lnTo>
                  <a:lnTo>
                    <a:pt x="457" y="77"/>
                  </a:lnTo>
                  <a:lnTo>
                    <a:pt x="521" y="50"/>
                  </a:lnTo>
                  <a:lnTo>
                    <a:pt x="587" y="29"/>
                  </a:lnTo>
                  <a:lnTo>
                    <a:pt x="655" y="13"/>
                  </a:lnTo>
                  <a:lnTo>
                    <a:pt x="726" y="3"/>
                  </a:lnTo>
                  <a:lnTo>
                    <a:pt x="7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" name="Freeform 60">
              <a:extLst>
                <a:ext uri="{FF2B5EF4-FFF2-40B4-BE49-F238E27FC236}">
                  <a16:creationId xmlns:a16="http://schemas.microsoft.com/office/drawing/2014/main" id="{8802D3E3-1B75-49CF-AEE4-F0400232D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1013" y="3916363"/>
              <a:ext cx="230188" cy="220663"/>
            </a:xfrm>
            <a:custGeom>
              <a:avLst/>
              <a:gdLst>
                <a:gd name="T0" fmla="*/ 934 w 1590"/>
                <a:gd name="T1" fmla="*/ 12 h 1530"/>
                <a:gd name="T2" fmla="*/ 1133 w 1590"/>
                <a:gd name="T3" fmla="*/ 77 h 1530"/>
                <a:gd name="T4" fmla="*/ 1306 w 1590"/>
                <a:gd name="T5" fmla="*/ 189 h 1530"/>
                <a:gd name="T6" fmla="*/ 1443 w 1590"/>
                <a:gd name="T7" fmla="*/ 340 h 1530"/>
                <a:gd name="T8" fmla="*/ 1540 w 1590"/>
                <a:gd name="T9" fmla="*/ 523 h 1530"/>
                <a:gd name="T10" fmla="*/ 1587 w 1590"/>
                <a:gd name="T11" fmla="*/ 731 h 1530"/>
                <a:gd name="T12" fmla="*/ 1576 w 1590"/>
                <a:gd name="T13" fmla="*/ 948 h 1530"/>
                <a:gd name="T14" fmla="*/ 1512 w 1590"/>
                <a:gd name="T15" fmla="*/ 1148 h 1530"/>
                <a:gd name="T16" fmla="*/ 1402 w 1590"/>
                <a:gd name="T17" fmla="*/ 1322 h 1530"/>
                <a:gd name="T18" fmla="*/ 1251 w 1590"/>
                <a:gd name="T19" fmla="*/ 1460 h 1530"/>
                <a:gd name="T20" fmla="*/ 1109 w 1590"/>
                <a:gd name="T21" fmla="*/ 1466 h 1530"/>
                <a:gd name="T22" fmla="*/ 1020 w 1590"/>
                <a:gd name="T23" fmla="*/ 1284 h 1530"/>
                <a:gd name="T24" fmla="*/ 1087 w 1590"/>
                <a:gd name="T25" fmla="*/ 1271 h 1530"/>
                <a:gd name="T26" fmla="*/ 1136 w 1590"/>
                <a:gd name="T27" fmla="*/ 1234 h 1530"/>
                <a:gd name="T28" fmla="*/ 1156 w 1590"/>
                <a:gd name="T29" fmla="*/ 1172 h 1530"/>
                <a:gd name="T30" fmla="*/ 1141 w 1590"/>
                <a:gd name="T31" fmla="*/ 1119 h 1530"/>
                <a:gd name="T32" fmla="*/ 1099 w 1590"/>
                <a:gd name="T33" fmla="*/ 1090 h 1530"/>
                <a:gd name="T34" fmla="*/ 1049 w 1590"/>
                <a:gd name="T35" fmla="*/ 1091 h 1530"/>
                <a:gd name="T36" fmla="*/ 996 w 1590"/>
                <a:gd name="T37" fmla="*/ 1101 h 1530"/>
                <a:gd name="T38" fmla="*/ 926 w 1590"/>
                <a:gd name="T39" fmla="*/ 1097 h 1530"/>
                <a:gd name="T40" fmla="*/ 836 w 1590"/>
                <a:gd name="T41" fmla="*/ 1045 h 1530"/>
                <a:gd name="T42" fmla="*/ 762 w 1590"/>
                <a:gd name="T43" fmla="*/ 937 h 1530"/>
                <a:gd name="T44" fmla="*/ 759 w 1590"/>
                <a:gd name="T45" fmla="*/ 873 h 1530"/>
                <a:gd name="T46" fmla="*/ 904 w 1590"/>
                <a:gd name="T47" fmla="*/ 868 h 1530"/>
                <a:gd name="T48" fmla="*/ 939 w 1590"/>
                <a:gd name="T49" fmla="*/ 841 h 1530"/>
                <a:gd name="T50" fmla="*/ 944 w 1590"/>
                <a:gd name="T51" fmla="*/ 792 h 1530"/>
                <a:gd name="T52" fmla="*/ 919 w 1590"/>
                <a:gd name="T53" fmla="*/ 757 h 1530"/>
                <a:gd name="T54" fmla="*/ 864 w 1590"/>
                <a:gd name="T55" fmla="*/ 746 h 1530"/>
                <a:gd name="T56" fmla="*/ 695 w 1590"/>
                <a:gd name="T57" fmla="*/ 696 h 1530"/>
                <a:gd name="T58" fmla="*/ 676 w 1590"/>
                <a:gd name="T59" fmla="*/ 616 h 1530"/>
                <a:gd name="T60" fmla="*/ 694 w 1590"/>
                <a:gd name="T61" fmla="*/ 548 h 1530"/>
                <a:gd name="T62" fmla="*/ 742 w 1590"/>
                <a:gd name="T63" fmla="*/ 504 h 1530"/>
                <a:gd name="T64" fmla="*/ 805 w 1590"/>
                <a:gd name="T65" fmla="*/ 483 h 1530"/>
                <a:gd name="T66" fmla="*/ 879 w 1590"/>
                <a:gd name="T67" fmla="*/ 488 h 1530"/>
                <a:gd name="T68" fmla="*/ 929 w 1590"/>
                <a:gd name="T69" fmla="*/ 513 h 1530"/>
                <a:gd name="T70" fmla="*/ 956 w 1590"/>
                <a:gd name="T71" fmla="*/ 550 h 1530"/>
                <a:gd name="T72" fmla="*/ 975 w 1590"/>
                <a:gd name="T73" fmla="*/ 590 h 1530"/>
                <a:gd name="T74" fmla="*/ 997 w 1590"/>
                <a:gd name="T75" fmla="*/ 624 h 1530"/>
                <a:gd name="T76" fmla="*/ 1034 w 1590"/>
                <a:gd name="T77" fmla="*/ 643 h 1530"/>
                <a:gd name="T78" fmla="*/ 1092 w 1590"/>
                <a:gd name="T79" fmla="*/ 638 h 1530"/>
                <a:gd name="T80" fmla="*/ 1134 w 1590"/>
                <a:gd name="T81" fmla="*/ 607 h 1530"/>
                <a:gd name="T82" fmla="*/ 1151 w 1590"/>
                <a:gd name="T83" fmla="*/ 551 h 1530"/>
                <a:gd name="T84" fmla="*/ 1135 w 1590"/>
                <a:gd name="T85" fmla="*/ 483 h 1530"/>
                <a:gd name="T86" fmla="*/ 1089 w 1590"/>
                <a:gd name="T87" fmla="*/ 418 h 1530"/>
                <a:gd name="T88" fmla="*/ 1010 w 1590"/>
                <a:gd name="T89" fmla="*/ 364 h 1530"/>
                <a:gd name="T90" fmla="*/ 899 w 1590"/>
                <a:gd name="T91" fmla="*/ 330 h 1530"/>
                <a:gd name="T92" fmla="*/ 761 w 1590"/>
                <a:gd name="T93" fmla="*/ 325 h 1530"/>
                <a:gd name="T94" fmla="*/ 638 w 1590"/>
                <a:gd name="T95" fmla="*/ 359 h 1530"/>
                <a:gd name="T96" fmla="*/ 543 w 1590"/>
                <a:gd name="T97" fmla="*/ 427 h 1530"/>
                <a:gd name="T98" fmla="*/ 487 w 1590"/>
                <a:gd name="T99" fmla="*/ 525 h 1530"/>
                <a:gd name="T100" fmla="*/ 477 w 1590"/>
                <a:gd name="T101" fmla="*/ 634 h 1530"/>
                <a:gd name="T102" fmla="*/ 501 w 1590"/>
                <a:gd name="T103" fmla="*/ 721 h 1530"/>
                <a:gd name="T104" fmla="*/ 472 w 1590"/>
                <a:gd name="T105" fmla="*/ 747 h 1530"/>
                <a:gd name="T106" fmla="*/ 438 w 1590"/>
                <a:gd name="T107" fmla="*/ 767 h 1530"/>
                <a:gd name="T108" fmla="*/ 294 w 1590"/>
                <a:gd name="T109" fmla="*/ 733 h 1530"/>
                <a:gd name="T110" fmla="*/ 75 w 1590"/>
                <a:gd name="T111" fmla="*/ 697 h 1530"/>
                <a:gd name="T112" fmla="*/ 30 w 1590"/>
                <a:gd name="T113" fmla="*/ 559 h 1530"/>
                <a:gd name="T114" fmla="*/ 114 w 1590"/>
                <a:gd name="T115" fmla="*/ 376 h 1530"/>
                <a:gd name="T116" fmla="*/ 239 w 1590"/>
                <a:gd name="T117" fmla="*/ 222 h 1530"/>
                <a:gd name="T118" fmla="*/ 398 w 1590"/>
                <a:gd name="T119" fmla="*/ 103 h 1530"/>
                <a:gd name="T120" fmla="*/ 584 w 1590"/>
                <a:gd name="T121" fmla="*/ 27 h 1530"/>
                <a:gd name="T122" fmla="*/ 791 w 1590"/>
                <a:gd name="T123" fmla="*/ 0 h 1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90" h="1530">
                  <a:moveTo>
                    <a:pt x="791" y="0"/>
                  </a:moveTo>
                  <a:lnTo>
                    <a:pt x="863" y="3"/>
                  </a:lnTo>
                  <a:lnTo>
                    <a:pt x="934" y="12"/>
                  </a:lnTo>
                  <a:lnTo>
                    <a:pt x="1003" y="28"/>
                  </a:lnTo>
                  <a:lnTo>
                    <a:pt x="1069" y="50"/>
                  </a:lnTo>
                  <a:lnTo>
                    <a:pt x="1133" y="77"/>
                  </a:lnTo>
                  <a:lnTo>
                    <a:pt x="1194" y="109"/>
                  </a:lnTo>
                  <a:lnTo>
                    <a:pt x="1251" y="146"/>
                  </a:lnTo>
                  <a:lnTo>
                    <a:pt x="1306" y="189"/>
                  </a:lnTo>
                  <a:lnTo>
                    <a:pt x="1355" y="235"/>
                  </a:lnTo>
                  <a:lnTo>
                    <a:pt x="1402" y="286"/>
                  </a:lnTo>
                  <a:lnTo>
                    <a:pt x="1443" y="340"/>
                  </a:lnTo>
                  <a:lnTo>
                    <a:pt x="1480" y="398"/>
                  </a:lnTo>
                  <a:lnTo>
                    <a:pt x="1512" y="460"/>
                  </a:lnTo>
                  <a:lnTo>
                    <a:pt x="1540" y="523"/>
                  </a:lnTo>
                  <a:lnTo>
                    <a:pt x="1561" y="591"/>
                  </a:lnTo>
                  <a:lnTo>
                    <a:pt x="1577" y="659"/>
                  </a:lnTo>
                  <a:lnTo>
                    <a:pt x="1587" y="731"/>
                  </a:lnTo>
                  <a:lnTo>
                    <a:pt x="1590" y="804"/>
                  </a:lnTo>
                  <a:lnTo>
                    <a:pt x="1587" y="877"/>
                  </a:lnTo>
                  <a:lnTo>
                    <a:pt x="1576" y="948"/>
                  </a:lnTo>
                  <a:lnTo>
                    <a:pt x="1561" y="1017"/>
                  </a:lnTo>
                  <a:lnTo>
                    <a:pt x="1539" y="1085"/>
                  </a:lnTo>
                  <a:lnTo>
                    <a:pt x="1512" y="1148"/>
                  </a:lnTo>
                  <a:lnTo>
                    <a:pt x="1480" y="1209"/>
                  </a:lnTo>
                  <a:lnTo>
                    <a:pt x="1443" y="1268"/>
                  </a:lnTo>
                  <a:lnTo>
                    <a:pt x="1402" y="1322"/>
                  </a:lnTo>
                  <a:lnTo>
                    <a:pt x="1355" y="1373"/>
                  </a:lnTo>
                  <a:lnTo>
                    <a:pt x="1305" y="1418"/>
                  </a:lnTo>
                  <a:lnTo>
                    <a:pt x="1251" y="1460"/>
                  </a:lnTo>
                  <a:lnTo>
                    <a:pt x="1193" y="1497"/>
                  </a:lnTo>
                  <a:lnTo>
                    <a:pt x="1132" y="1530"/>
                  </a:lnTo>
                  <a:lnTo>
                    <a:pt x="1109" y="1466"/>
                  </a:lnTo>
                  <a:lnTo>
                    <a:pt x="1084" y="1404"/>
                  </a:lnTo>
                  <a:lnTo>
                    <a:pt x="1054" y="1344"/>
                  </a:lnTo>
                  <a:lnTo>
                    <a:pt x="1020" y="1284"/>
                  </a:lnTo>
                  <a:lnTo>
                    <a:pt x="1043" y="1282"/>
                  </a:lnTo>
                  <a:lnTo>
                    <a:pt x="1065" y="1277"/>
                  </a:lnTo>
                  <a:lnTo>
                    <a:pt x="1087" y="1271"/>
                  </a:lnTo>
                  <a:lnTo>
                    <a:pt x="1105" y="1260"/>
                  </a:lnTo>
                  <a:lnTo>
                    <a:pt x="1122" y="1249"/>
                  </a:lnTo>
                  <a:lnTo>
                    <a:pt x="1136" y="1234"/>
                  </a:lnTo>
                  <a:lnTo>
                    <a:pt x="1147" y="1217"/>
                  </a:lnTo>
                  <a:lnTo>
                    <a:pt x="1154" y="1196"/>
                  </a:lnTo>
                  <a:lnTo>
                    <a:pt x="1156" y="1172"/>
                  </a:lnTo>
                  <a:lnTo>
                    <a:pt x="1155" y="1152"/>
                  </a:lnTo>
                  <a:lnTo>
                    <a:pt x="1150" y="1134"/>
                  </a:lnTo>
                  <a:lnTo>
                    <a:pt x="1141" y="1119"/>
                  </a:lnTo>
                  <a:lnTo>
                    <a:pt x="1130" y="1105"/>
                  </a:lnTo>
                  <a:lnTo>
                    <a:pt x="1116" y="1096"/>
                  </a:lnTo>
                  <a:lnTo>
                    <a:pt x="1099" y="1090"/>
                  </a:lnTo>
                  <a:lnTo>
                    <a:pt x="1079" y="1088"/>
                  </a:lnTo>
                  <a:lnTo>
                    <a:pt x="1066" y="1089"/>
                  </a:lnTo>
                  <a:lnTo>
                    <a:pt x="1049" y="1091"/>
                  </a:lnTo>
                  <a:lnTo>
                    <a:pt x="1031" y="1095"/>
                  </a:lnTo>
                  <a:lnTo>
                    <a:pt x="1012" y="1098"/>
                  </a:lnTo>
                  <a:lnTo>
                    <a:pt x="996" y="1101"/>
                  </a:lnTo>
                  <a:lnTo>
                    <a:pt x="981" y="1102"/>
                  </a:lnTo>
                  <a:lnTo>
                    <a:pt x="953" y="1101"/>
                  </a:lnTo>
                  <a:lnTo>
                    <a:pt x="926" y="1097"/>
                  </a:lnTo>
                  <a:lnTo>
                    <a:pt x="901" y="1092"/>
                  </a:lnTo>
                  <a:lnTo>
                    <a:pt x="874" y="1086"/>
                  </a:lnTo>
                  <a:lnTo>
                    <a:pt x="836" y="1045"/>
                  </a:lnTo>
                  <a:lnTo>
                    <a:pt x="795" y="1006"/>
                  </a:lnTo>
                  <a:lnTo>
                    <a:pt x="753" y="969"/>
                  </a:lnTo>
                  <a:lnTo>
                    <a:pt x="762" y="937"/>
                  </a:lnTo>
                  <a:lnTo>
                    <a:pt x="766" y="905"/>
                  </a:lnTo>
                  <a:lnTo>
                    <a:pt x="764" y="889"/>
                  </a:lnTo>
                  <a:lnTo>
                    <a:pt x="759" y="873"/>
                  </a:lnTo>
                  <a:lnTo>
                    <a:pt x="864" y="873"/>
                  </a:lnTo>
                  <a:lnTo>
                    <a:pt x="886" y="872"/>
                  </a:lnTo>
                  <a:lnTo>
                    <a:pt x="904" y="868"/>
                  </a:lnTo>
                  <a:lnTo>
                    <a:pt x="919" y="862"/>
                  </a:lnTo>
                  <a:lnTo>
                    <a:pt x="931" y="853"/>
                  </a:lnTo>
                  <a:lnTo>
                    <a:pt x="939" y="841"/>
                  </a:lnTo>
                  <a:lnTo>
                    <a:pt x="944" y="827"/>
                  </a:lnTo>
                  <a:lnTo>
                    <a:pt x="946" y="809"/>
                  </a:lnTo>
                  <a:lnTo>
                    <a:pt x="944" y="792"/>
                  </a:lnTo>
                  <a:lnTo>
                    <a:pt x="939" y="778"/>
                  </a:lnTo>
                  <a:lnTo>
                    <a:pt x="931" y="765"/>
                  </a:lnTo>
                  <a:lnTo>
                    <a:pt x="919" y="757"/>
                  </a:lnTo>
                  <a:lnTo>
                    <a:pt x="904" y="751"/>
                  </a:lnTo>
                  <a:lnTo>
                    <a:pt x="886" y="747"/>
                  </a:lnTo>
                  <a:lnTo>
                    <a:pt x="864" y="746"/>
                  </a:lnTo>
                  <a:lnTo>
                    <a:pt x="720" y="746"/>
                  </a:lnTo>
                  <a:lnTo>
                    <a:pt x="707" y="721"/>
                  </a:lnTo>
                  <a:lnTo>
                    <a:pt x="695" y="696"/>
                  </a:lnTo>
                  <a:lnTo>
                    <a:pt x="686" y="669"/>
                  </a:lnTo>
                  <a:lnTo>
                    <a:pt x="678" y="643"/>
                  </a:lnTo>
                  <a:lnTo>
                    <a:pt x="676" y="616"/>
                  </a:lnTo>
                  <a:lnTo>
                    <a:pt x="678" y="591"/>
                  </a:lnTo>
                  <a:lnTo>
                    <a:pt x="685" y="568"/>
                  </a:lnTo>
                  <a:lnTo>
                    <a:pt x="694" y="548"/>
                  </a:lnTo>
                  <a:lnTo>
                    <a:pt x="707" y="531"/>
                  </a:lnTo>
                  <a:lnTo>
                    <a:pt x="723" y="516"/>
                  </a:lnTo>
                  <a:lnTo>
                    <a:pt x="742" y="504"/>
                  </a:lnTo>
                  <a:lnTo>
                    <a:pt x="761" y="495"/>
                  </a:lnTo>
                  <a:lnTo>
                    <a:pt x="783" y="488"/>
                  </a:lnTo>
                  <a:lnTo>
                    <a:pt x="805" y="483"/>
                  </a:lnTo>
                  <a:lnTo>
                    <a:pt x="828" y="482"/>
                  </a:lnTo>
                  <a:lnTo>
                    <a:pt x="856" y="483"/>
                  </a:lnTo>
                  <a:lnTo>
                    <a:pt x="879" y="488"/>
                  </a:lnTo>
                  <a:lnTo>
                    <a:pt x="899" y="494"/>
                  </a:lnTo>
                  <a:lnTo>
                    <a:pt x="915" y="502"/>
                  </a:lnTo>
                  <a:lnTo>
                    <a:pt x="929" y="513"/>
                  </a:lnTo>
                  <a:lnTo>
                    <a:pt x="940" y="524"/>
                  </a:lnTo>
                  <a:lnTo>
                    <a:pt x="949" y="536"/>
                  </a:lnTo>
                  <a:lnTo>
                    <a:pt x="956" y="550"/>
                  </a:lnTo>
                  <a:lnTo>
                    <a:pt x="964" y="564"/>
                  </a:lnTo>
                  <a:lnTo>
                    <a:pt x="970" y="577"/>
                  </a:lnTo>
                  <a:lnTo>
                    <a:pt x="975" y="590"/>
                  </a:lnTo>
                  <a:lnTo>
                    <a:pt x="981" y="602"/>
                  </a:lnTo>
                  <a:lnTo>
                    <a:pt x="988" y="613"/>
                  </a:lnTo>
                  <a:lnTo>
                    <a:pt x="997" y="624"/>
                  </a:lnTo>
                  <a:lnTo>
                    <a:pt x="1007" y="632"/>
                  </a:lnTo>
                  <a:lnTo>
                    <a:pt x="1019" y="638"/>
                  </a:lnTo>
                  <a:lnTo>
                    <a:pt x="1034" y="643"/>
                  </a:lnTo>
                  <a:lnTo>
                    <a:pt x="1051" y="645"/>
                  </a:lnTo>
                  <a:lnTo>
                    <a:pt x="1072" y="643"/>
                  </a:lnTo>
                  <a:lnTo>
                    <a:pt x="1092" y="638"/>
                  </a:lnTo>
                  <a:lnTo>
                    <a:pt x="1108" y="631"/>
                  </a:lnTo>
                  <a:lnTo>
                    <a:pt x="1123" y="621"/>
                  </a:lnTo>
                  <a:lnTo>
                    <a:pt x="1134" y="607"/>
                  </a:lnTo>
                  <a:lnTo>
                    <a:pt x="1143" y="591"/>
                  </a:lnTo>
                  <a:lnTo>
                    <a:pt x="1149" y="573"/>
                  </a:lnTo>
                  <a:lnTo>
                    <a:pt x="1151" y="551"/>
                  </a:lnTo>
                  <a:lnTo>
                    <a:pt x="1149" y="528"/>
                  </a:lnTo>
                  <a:lnTo>
                    <a:pt x="1143" y="506"/>
                  </a:lnTo>
                  <a:lnTo>
                    <a:pt x="1135" y="483"/>
                  </a:lnTo>
                  <a:lnTo>
                    <a:pt x="1123" y="461"/>
                  </a:lnTo>
                  <a:lnTo>
                    <a:pt x="1107" y="439"/>
                  </a:lnTo>
                  <a:lnTo>
                    <a:pt x="1089" y="418"/>
                  </a:lnTo>
                  <a:lnTo>
                    <a:pt x="1066" y="398"/>
                  </a:lnTo>
                  <a:lnTo>
                    <a:pt x="1039" y="379"/>
                  </a:lnTo>
                  <a:lnTo>
                    <a:pt x="1010" y="364"/>
                  </a:lnTo>
                  <a:lnTo>
                    <a:pt x="976" y="349"/>
                  </a:lnTo>
                  <a:lnTo>
                    <a:pt x="940" y="338"/>
                  </a:lnTo>
                  <a:lnTo>
                    <a:pt x="899" y="330"/>
                  </a:lnTo>
                  <a:lnTo>
                    <a:pt x="855" y="324"/>
                  </a:lnTo>
                  <a:lnTo>
                    <a:pt x="807" y="322"/>
                  </a:lnTo>
                  <a:lnTo>
                    <a:pt x="761" y="325"/>
                  </a:lnTo>
                  <a:lnTo>
                    <a:pt x="718" y="332"/>
                  </a:lnTo>
                  <a:lnTo>
                    <a:pt x="676" y="343"/>
                  </a:lnTo>
                  <a:lnTo>
                    <a:pt x="638" y="359"/>
                  </a:lnTo>
                  <a:lnTo>
                    <a:pt x="603" y="378"/>
                  </a:lnTo>
                  <a:lnTo>
                    <a:pt x="571" y="401"/>
                  </a:lnTo>
                  <a:lnTo>
                    <a:pt x="543" y="427"/>
                  </a:lnTo>
                  <a:lnTo>
                    <a:pt x="520" y="457"/>
                  </a:lnTo>
                  <a:lnTo>
                    <a:pt x="501" y="490"/>
                  </a:lnTo>
                  <a:lnTo>
                    <a:pt x="487" y="525"/>
                  </a:lnTo>
                  <a:lnTo>
                    <a:pt x="478" y="562"/>
                  </a:lnTo>
                  <a:lnTo>
                    <a:pt x="475" y="603"/>
                  </a:lnTo>
                  <a:lnTo>
                    <a:pt x="477" y="634"/>
                  </a:lnTo>
                  <a:lnTo>
                    <a:pt x="481" y="664"/>
                  </a:lnTo>
                  <a:lnTo>
                    <a:pt x="489" y="692"/>
                  </a:lnTo>
                  <a:lnTo>
                    <a:pt x="501" y="721"/>
                  </a:lnTo>
                  <a:lnTo>
                    <a:pt x="515" y="746"/>
                  </a:lnTo>
                  <a:lnTo>
                    <a:pt x="487" y="746"/>
                  </a:lnTo>
                  <a:lnTo>
                    <a:pt x="472" y="747"/>
                  </a:lnTo>
                  <a:lnTo>
                    <a:pt x="458" y="752"/>
                  </a:lnTo>
                  <a:lnTo>
                    <a:pt x="447" y="758"/>
                  </a:lnTo>
                  <a:lnTo>
                    <a:pt x="438" y="767"/>
                  </a:lnTo>
                  <a:lnTo>
                    <a:pt x="432" y="779"/>
                  </a:lnTo>
                  <a:lnTo>
                    <a:pt x="363" y="754"/>
                  </a:lnTo>
                  <a:lnTo>
                    <a:pt x="294" y="733"/>
                  </a:lnTo>
                  <a:lnTo>
                    <a:pt x="223" y="716"/>
                  </a:lnTo>
                  <a:lnTo>
                    <a:pt x="149" y="705"/>
                  </a:lnTo>
                  <a:lnTo>
                    <a:pt x="75" y="697"/>
                  </a:lnTo>
                  <a:lnTo>
                    <a:pt x="0" y="694"/>
                  </a:lnTo>
                  <a:lnTo>
                    <a:pt x="12" y="626"/>
                  </a:lnTo>
                  <a:lnTo>
                    <a:pt x="30" y="559"/>
                  </a:lnTo>
                  <a:lnTo>
                    <a:pt x="53" y="496"/>
                  </a:lnTo>
                  <a:lnTo>
                    <a:pt x="81" y="435"/>
                  </a:lnTo>
                  <a:lnTo>
                    <a:pt x="114" y="376"/>
                  </a:lnTo>
                  <a:lnTo>
                    <a:pt x="152" y="322"/>
                  </a:lnTo>
                  <a:lnTo>
                    <a:pt x="194" y="270"/>
                  </a:lnTo>
                  <a:lnTo>
                    <a:pt x="239" y="222"/>
                  </a:lnTo>
                  <a:lnTo>
                    <a:pt x="289" y="179"/>
                  </a:lnTo>
                  <a:lnTo>
                    <a:pt x="343" y="138"/>
                  </a:lnTo>
                  <a:lnTo>
                    <a:pt x="398" y="103"/>
                  </a:lnTo>
                  <a:lnTo>
                    <a:pt x="458" y="73"/>
                  </a:lnTo>
                  <a:lnTo>
                    <a:pt x="520" y="47"/>
                  </a:lnTo>
                  <a:lnTo>
                    <a:pt x="584" y="27"/>
                  </a:lnTo>
                  <a:lnTo>
                    <a:pt x="652" y="11"/>
                  </a:lnTo>
                  <a:lnTo>
                    <a:pt x="720" y="3"/>
                  </a:lnTo>
                  <a:lnTo>
                    <a:pt x="7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" name="Freeform 61">
              <a:extLst>
                <a:ext uri="{FF2B5EF4-FFF2-40B4-BE49-F238E27FC236}">
                  <a16:creationId xmlns:a16="http://schemas.microsoft.com/office/drawing/2014/main" id="{A9C40105-DB45-4A34-8C4D-483430960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7363" y="4203701"/>
              <a:ext cx="30163" cy="47625"/>
            </a:xfrm>
            <a:custGeom>
              <a:avLst/>
              <a:gdLst>
                <a:gd name="T0" fmla="*/ 0 w 204"/>
                <a:gd name="T1" fmla="*/ 0 h 328"/>
                <a:gd name="T2" fmla="*/ 23 w 204"/>
                <a:gd name="T3" fmla="*/ 5 h 328"/>
                <a:gd name="T4" fmla="*/ 47 w 204"/>
                <a:gd name="T5" fmla="*/ 11 h 328"/>
                <a:gd name="T6" fmla="*/ 69 w 204"/>
                <a:gd name="T7" fmla="*/ 17 h 328"/>
                <a:gd name="T8" fmla="*/ 92 w 204"/>
                <a:gd name="T9" fmla="*/ 26 h 328"/>
                <a:gd name="T10" fmla="*/ 115 w 204"/>
                <a:gd name="T11" fmla="*/ 36 h 328"/>
                <a:gd name="T12" fmla="*/ 135 w 204"/>
                <a:gd name="T13" fmla="*/ 47 h 328"/>
                <a:gd name="T14" fmla="*/ 154 w 204"/>
                <a:gd name="T15" fmla="*/ 61 h 328"/>
                <a:gd name="T16" fmla="*/ 171 w 204"/>
                <a:gd name="T17" fmla="*/ 77 h 328"/>
                <a:gd name="T18" fmla="*/ 184 w 204"/>
                <a:gd name="T19" fmla="*/ 94 h 328"/>
                <a:gd name="T20" fmla="*/ 194 w 204"/>
                <a:gd name="T21" fmla="*/ 115 h 328"/>
                <a:gd name="T22" fmla="*/ 202 w 204"/>
                <a:gd name="T23" fmla="*/ 139 h 328"/>
                <a:gd name="T24" fmla="*/ 204 w 204"/>
                <a:gd name="T25" fmla="*/ 165 h 328"/>
                <a:gd name="T26" fmla="*/ 202 w 204"/>
                <a:gd name="T27" fmla="*/ 191 h 328"/>
                <a:gd name="T28" fmla="*/ 195 w 204"/>
                <a:gd name="T29" fmla="*/ 215 h 328"/>
                <a:gd name="T30" fmla="*/ 185 w 204"/>
                <a:gd name="T31" fmla="*/ 236 h 328"/>
                <a:gd name="T32" fmla="*/ 173 w 204"/>
                <a:gd name="T33" fmla="*/ 254 h 328"/>
                <a:gd name="T34" fmla="*/ 157 w 204"/>
                <a:gd name="T35" fmla="*/ 271 h 328"/>
                <a:gd name="T36" fmla="*/ 139 w 204"/>
                <a:gd name="T37" fmla="*/ 286 h 328"/>
                <a:gd name="T38" fmla="*/ 119 w 204"/>
                <a:gd name="T39" fmla="*/ 297 h 328"/>
                <a:gd name="T40" fmla="*/ 97 w 204"/>
                <a:gd name="T41" fmla="*/ 307 h 328"/>
                <a:gd name="T42" fmla="*/ 73 w 204"/>
                <a:gd name="T43" fmla="*/ 316 h 328"/>
                <a:gd name="T44" fmla="*/ 50 w 204"/>
                <a:gd name="T45" fmla="*/ 321 h 328"/>
                <a:gd name="T46" fmla="*/ 25 w 204"/>
                <a:gd name="T47" fmla="*/ 326 h 328"/>
                <a:gd name="T48" fmla="*/ 0 w 204"/>
                <a:gd name="T49" fmla="*/ 328 h 328"/>
                <a:gd name="T50" fmla="*/ 0 w 204"/>
                <a:gd name="T51" fmla="*/ 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4" h="328">
                  <a:moveTo>
                    <a:pt x="0" y="0"/>
                  </a:moveTo>
                  <a:lnTo>
                    <a:pt x="23" y="5"/>
                  </a:lnTo>
                  <a:lnTo>
                    <a:pt x="47" y="11"/>
                  </a:lnTo>
                  <a:lnTo>
                    <a:pt x="69" y="17"/>
                  </a:lnTo>
                  <a:lnTo>
                    <a:pt x="92" y="26"/>
                  </a:lnTo>
                  <a:lnTo>
                    <a:pt x="115" y="36"/>
                  </a:lnTo>
                  <a:lnTo>
                    <a:pt x="135" y="47"/>
                  </a:lnTo>
                  <a:lnTo>
                    <a:pt x="154" y="61"/>
                  </a:lnTo>
                  <a:lnTo>
                    <a:pt x="171" y="77"/>
                  </a:lnTo>
                  <a:lnTo>
                    <a:pt x="184" y="94"/>
                  </a:lnTo>
                  <a:lnTo>
                    <a:pt x="194" y="115"/>
                  </a:lnTo>
                  <a:lnTo>
                    <a:pt x="202" y="139"/>
                  </a:lnTo>
                  <a:lnTo>
                    <a:pt x="204" y="165"/>
                  </a:lnTo>
                  <a:lnTo>
                    <a:pt x="202" y="191"/>
                  </a:lnTo>
                  <a:lnTo>
                    <a:pt x="195" y="215"/>
                  </a:lnTo>
                  <a:lnTo>
                    <a:pt x="185" y="236"/>
                  </a:lnTo>
                  <a:lnTo>
                    <a:pt x="173" y="254"/>
                  </a:lnTo>
                  <a:lnTo>
                    <a:pt x="157" y="271"/>
                  </a:lnTo>
                  <a:lnTo>
                    <a:pt x="139" y="286"/>
                  </a:lnTo>
                  <a:lnTo>
                    <a:pt x="119" y="297"/>
                  </a:lnTo>
                  <a:lnTo>
                    <a:pt x="97" y="307"/>
                  </a:lnTo>
                  <a:lnTo>
                    <a:pt x="73" y="316"/>
                  </a:lnTo>
                  <a:lnTo>
                    <a:pt x="50" y="321"/>
                  </a:lnTo>
                  <a:lnTo>
                    <a:pt x="25" y="326"/>
                  </a:lnTo>
                  <a:lnTo>
                    <a:pt x="0" y="3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" name="Freeform 62">
              <a:extLst>
                <a:ext uri="{FF2B5EF4-FFF2-40B4-BE49-F238E27FC236}">
                  <a16:creationId xmlns:a16="http://schemas.microsoft.com/office/drawing/2014/main" id="{326DCBC2-4AFB-49F0-B390-C1BE25F88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6088" y="4127501"/>
              <a:ext cx="26988" cy="42863"/>
            </a:xfrm>
            <a:custGeom>
              <a:avLst/>
              <a:gdLst>
                <a:gd name="T0" fmla="*/ 185 w 185"/>
                <a:gd name="T1" fmla="*/ 0 h 297"/>
                <a:gd name="T2" fmla="*/ 185 w 185"/>
                <a:gd name="T3" fmla="*/ 297 h 297"/>
                <a:gd name="T4" fmla="*/ 146 w 185"/>
                <a:gd name="T5" fmla="*/ 288 h 297"/>
                <a:gd name="T6" fmla="*/ 112 w 185"/>
                <a:gd name="T7" fmla="*/ 277 h 297"/>
                <a:gd name="T8" fmla="*/ 82 w 185"/>
                <a:gd name="T9" fmla="*/ 264 h 297"/>
                <a:gd name="T10" fmla="*/ 57 w 185"/>
                <a:gd name="T11" fmla="*/ 250 h 297"/>
                <a:gd name="T12" fmla="*/ 36 w 185"/>
                <a:gd name="T13" fmla="*/ 232 h 297"/>
                <a:gd name="T14" fmla="*/ 21 w 185"/>
                <a:gd name="T15" fmla="*/ 213 h 297"/>
                <a:gd name="T16" fmla="*/ 9 w 185"/>
                <a:gd name="T17" fmla="*/ 191 h 297"/>
                <a:gd name="T18" fmla="*/ 2 w 185"/>
                <a:gd name="T19" fmla="*/ 167 h 297"/>
                <a:gd name="T20" fmla="*/ 0 w 185"/>
                <a:gd name="T21" fmla="*/ 140 h 297"/>
                <a:gd name="T22" fmla="*/ 3 w 185"/>
                <a:gd name="T23" fmla="*/ 118 h 297"/>
                <a:gd name="T24" fmla="*/ 10 w 185"/>
                <a:gd name="T25" fmla="*/ 95 h 297"/>
                <a:gd name="T26" fmla="*/ 23 w 185"/>
                <a:gd name="T27" fmla="*/ 73 h 297"/>
                <a:gd name="T28" fmla="*/ 40 w 185"/>
                <a:gd name="T29" fmla="*/ 54 h 297"/>
                <a:gd name="T30" fmla="*/ 62 w 185"/>
                <a:gd name="T31" fmla="*/ 36 h 297"/>
                <a:gd name="T32" fmla="*/ 87 w 185"/>
                <a:gd name="T33" fmla="*/ 22 h 297"/>
                <a:gd name="T34" fmla="*/ 117 w 185"/>
                <a:gd name="T35" fmla="*/ 10 h 297"/>
                <a:gd name="T36" fmla="*/ 149 w 185"/>
                <a:gd name="T37" fmla="*/ 3 h 297"/>
                <a:gd name="T38" fmla="*/ 185 w 185"/>
                <a:gd name="T39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5" h="297">
                  <a:moveTo>
                    <a:pt x="185" y="0"/>
                  </a:moveTo>
                  <a:lnTo>
                    <a:pt x="185" y="297"/>
                  </a:lnTo>
                  <a:lnTo>
                    <a:pt x="146" y="288"/>
                  </a:lnTo>
                  <a:lnTo>
                    <a:pt x="112" y="277"/>
                  </a:lnTo>
                  <a:lnTo>
                    <a:pt x="82" y="264"/>
                  </a:lnTo>
                  <a:lnTo>
                    <a:pt x="57" y="250"/>
                  </a:lnTo>
                  <a:lnTo>
                    <a:pt x="36" y="232"/>
                  </a:lnTo>
                  <a:lnTo>
                    <a:pt x="21" y="213"/>
                  </a:lnTo>
                  <a:lnTo>
                    <a:pt x="9" y="191"/>
                  </a:lnTo>
                  <a:lnTo>
                    <a:pt x="2" y="167"/>
                  </a:lnTo>
                  <a:lnTo>
                    <a:pt x="0" y="140"/>
                  </a:lnTo>
                  <a:lnTo>
                    <a:pt x="3" y="118"/>
                  </a:lnTo>
                  <a:lnTo>
                    <a:pt x="10" y="95"/>
                  </a:lnTo>
                  <a:lnTo>
                    <a:pt x="23" y="73"/>
                  </a:lnTo>
                  <a:lnTo>
                    <a:pt x="40" y="54"/>
                  </a:lnTo>
                  <a:lnTo>
                    <a:pt x="62" y="36"/>
                  </a:lnTo>
                  <a:lnTo>
                    <a:pt x="87" y="22"/>
                  </a:lnTo>
                  <a:lnTo>
                    <a:pt x="117" y="10"/>
                  </a:lnTo>
                  <a:lnTo>
                    <a:pt x="149" y="3"/>
                  </a:lnTo>
                  <a:lnTo>
                    <a:pt x="1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" name="Freeform 63">
              <a:extLst>
                <a:ext uri="{FF2B5EF4-FFF2-40B4-BE49-F238E27FC236}">
                  <a16:creationId xmlns:a16="http://schemas.microsoft.com/office/drawing/2014/main" id="{94EC59DC-AB84-4351-AC31-9A8CC9893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54963" y="4044951"/>
              <a:ext cx="288925" cy="290513"/>
            </a:xfrm>
            <a:custGeom>
              <a:avLst/>
              <a:gdLst>
                <a:gd name="T0" fmla="*/ 960 w 1999"/>
                <a:gd name="T1" fmla="*/ 281 h 2013"/>
                <a:gd name="T2" fmla="*/ 872 w 1999"/>
                <a:gd name="T3" fmla="*/ 406 h 2013"/>
                <a:gd name="T4" fmla="*/ 694 w 1999"/>
                <a:gd name="T5" fmla="*/ 479 h 2013"/>
                <a:gd name="T6" fmla="*/ 581 w 1999"/>
                <a:gd name="T7" fmla="*/ 624 h 2013"/>
                <a:gd name="T8" fmla="*/ 571 w 1999"/>
                <a:gd name="T9" fmla="*/ 826 h 2013"/>
                <a:gd name="T10" fmla="*/ 681 w 1999"/>
                <a:gd name="T11" fmla="*/ 980 h 2013"/>
                <a:gd name="T12" fmla="*/ 898 w 1999"/>
                <a:gd name="T13" fmla="*/ 1072 h 2013"/>
                <a:gd name="T14" fmla="*/ 862 w 1999"/>
                <a:gd name="T15" fmla="*/ 1416 h 2013"/>
                <a:gd name="T16" fmla="*/ 783 w 1999"/>
                <a:gd name="T17" fmla="*/ 1354 h 2013"/>
                <a:gd name="T18" fmla="*/ 750 w 1999"/>
                <a:gd name="T19" fmla="*/ 1275 h 2013"/>
                <a:gd name="T20" fmla="*/ 710 w 1999"/>
                <a:gd name="T21" fmla="*/ 1211 h 2013"/>
                <a:gd name="T22" fmla="*/ 612 w 1999"/>
                <a:gd name="T23" fmla="*/ 1192 h 2013"/>
                <a:gd name="T24" fmla="*/ 538 w 1999"/>
                <a:gd name="T25" fmla="*/ 1268 h 2013"/>
                <a:gd name="T26" fmla="*/ 564 w 1999"/>
                <a:gd name="T27" fmla="*/ 1404 h 2013"/>
                <a:gd name="T28" fmla="*/ 685 w 1999"/>
                <a:gd name="T29" fmla="*/ 1528 h 2013"/>
                <a:gd name="T30" fmla="*/ 899 w 1999"/>
                <a:gd name="T31" fmla="*/ 1598 h 2013"/>
                <a:gd name="T32" fmla="*/ 967 w 1999"/>
                <a:gd name="T33" fmla="*/ 1743 h 2013"/>
                <a:gd name="T34" fmla="*/ 1028 w 1999"/>
                <a:gd name="T35" fmla="*/ 1753 h 2013"/>
                <a:gd name="T36" fmla="*/ 1052 w 1999"/>
                <a:gd name="T37" fmla="*/ 1601 h 2013"/>
                <a:gd name="T38" fmla="*/ 1268 w 1999"/>
                <a:gd name="T39" fmla="*/ 1553 h 2013"/>
                <a:gd name="T40" fmla="*/ 1412 w 1999"/>
                <a:gd name="T41" fmla="*/ 1438 h 2013"/>
                <a:gd name="T42" fmla="*/ 1463 w 1999"/>
                <a:gd name="T43" fmla="*/ 1250 h 2013"/>
                <a:gd name="T44" fmla="*/ 1418 w 1999"/>
                <a:gd name="T45" fmla="*/ 1069 h 2013"/>
                <a:gd name="T46" fmla="*/ 1297 w 1999"/>
                <a:gd name="T47" fmla="*/ 961 h 2013"/>
                <a:gd name="T48" fmla="*/ 1128 w 1999"/>
                <a:gd name="T49" fmla="*/ 900 h 2013"/>
                <a:gd name="T50" fmla="*/ 1110 w 1999"/>
                <a:gd name="T51" fmla="*/ 574 h 2013"/>
                <a:gd name="T52" fmla="*/ 1205 w 1999"/>
                <a:gd name="T53" fmla="*/ 635 h 2013"/>
                <a:gd name="T54" fmla="*/ 1267 w 1999"/>
                <a:gd name="T55" fmla="*/ 711 h 2013"/>
                <a:gd name="T56" fmla="*/ 1341 w 1999"/>
                <a:gd name="T57" fmla="*/ 748 h 2013"/>
                <a:gd name="T58" fmla="*/ 1427 w 1999"/>
                <a:gd name="T59" fmla="*/ 706 h 2013"/>
                <a:gd name="T60" fmla="*/ 1433 w 1999"/>
                <a:gd name="T61" fmla="*/ 588 h 2013"/>
                <a:gd name="T62" fmla="*/ 1327 w 1999"/>
                <a:gd name="T63" fmla="*/ 478 h 2013"/>
                <a:gd name="T64" fmla="*/ 1168 w 1999"/>
                <a:gd name="T65" fmla="*/ 414 h 2013"/>
                <a:gd name="T66" fmla="*/ 1052 w 1999"/>
                <a:gd name="T67" fmla="*/ 308 h 2013"/>
                <a:gd name="T68" fmla="*/ 1016 w 1999"/>
                <a:gd name="T69" fmla="*/ 254 h 2013"/>
                <a:gd name="T70" fmla="*/ 1239 w 1999"/>
                <a:gd name="T71" fmla="*/ 29 h 2013"/>
                <a:gd name="T72" fmla="*/ 1589 w 1999"/>
                <a:gd name="T73" fmla="*/ 195 h 2013"/>
                <a:gd name="T74" fmla="*/ 1849 w 1999"/>
                <a:gd name="T75" fmla="*/ 477 h 2013"/>
                <a:gd name="T76" fmla="*/ 1985 w 1999"/>
                <a:gd name="T77" fmla="*/ 844 h 2013"/>
                <a:gd name="T78" fmla="*/ 1970 w 1999"/>
                <a:gd name="T79" fmla="*/ 1247 h 2013"/>
                <a:gd name="T80" fmla="*/ 1805 w 1999"/>
                <a:gd name="T81" fmla="*/ 1600 h 2013"/>
                <a:gd name="T82" fmla="*/ 1525 w 1999"/>
                <a:gd name="T83" fmla="*/ 1861 h 2013"/>
                <a:gd name="T84" fmla="*/ 1161 w 1999"/>
                <a:gd name="T85" fmla="*/ 1999 h 2013"/>
                <a:gd name="T86" fmla="*/ 760 w 1999"/>
                <a:gd name="T87" fmla="*/ 1982 h 2013"/>
                <a:gd name="T88" fmla="*/ 409 w 1999"/>
                <a:gd name="T89" fmla="*/ 1818 h 2013"/>
                <a:gd name="T90" fmla="*/ 150 w 1999"/>
                <a:gd name="T91" fmla="*/ 1535 h 2013"/>
                <a:gd name="T92" fmla="*/ 13 w 1999"/>
                <a:gd name="T93" fmla="*/ 1169 h 2013"/>
                <a:gd name="T94" fmla="*/ 29 w 1999"/>
                <a:gd name="T95" fmla="*/ 765 h 2013"/>
                <a:gd name="T96" fmla="*/ 193 w 1999"/>
                <a:gd name="T97" fmla="*/ 413 h 2013"/>
                <a:gd name="T98" fmla="*/ 473 w 1999"/>
                <a:gd name="T99" fmla="*/ 151 h 2013"/>
                <a:gd name="T100" fmla="*/ 837 w 1999"/>
                <a:gd name="T101" fmla="*/ 14 h 2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99" h="2013">
                  <a:moveTo>
                    <a:pt x="1003" y="252"/>
                  </a:moveTo>
                  <a:lnTo>
                    <a:pt x="989" y="254"/>
                  </a:lnTo>
                  <a:lnTo>
                    <a:pt x="978" y="260"/>
                  </a:lnTo>
                  <a:lnTo>
                    <a:pt x="967" y="270"/>
                  </a:lnTo>
                  <a:lnTo>
                    <a:pt x="960" y="281"/>
                  </a:lnTo>
                  <a:lnTo>
                    <a:pt x="955" y="295"/>
                  </a:lnTo>
                  <a:lnTo>
                    <a:pt x="953" y="308"/>
                  </a:lnTo>
                  <a:lnTo>
                    <a:pt x="953" y="398"/>
                  </a:lnTo>
                  <a:lnTo>
                    <a:pt x="913" y="400"/>
                  </a:lnTo>
                  <a:lnTo>
                    <a:pt x="872" y="406"/>
                  </a:lnTo>
                  <a:lnTo>
                    <a:pt x="833" y="414"/>
                  </a:lnTo>
                  <a:lnTo>
                    <a:pt x="795" y="426"/>
                  </a:lnTo>
                  <a:lnTo>
                    <a:pt x="760" y="440"/>
                  </a:lnTo>
                  <a:lnTo>
                    <a:pt x="726" y="458"/>
                  </a:lnTo>
                  <a:lnTo>
                    <a:pt x="694" y="479"/>
                  </a:lnTo>
                  <a:lnTo>
                    <a:pt x="665" y="502"/>
                  </a:lnTo>
                  <a:lnTo>
                    <a:pt x="639" y="528"/>
                  </a:lnTo>
                  <a:lnTo>
                    <a:pt x="616" y="557"/>
                  </a:lnTo>
                  <a:lnTo>
                    <a:pt x="596" y="589"/>
                  </a:lnTo>
                  <a:lnTo>
                    <a:pt x="581" y="624"/>
                  </a:lnTo>
                  <a:lnTo>
                    <a:pt x="570" y="662"/>
                  </a:lnTo>
                  <a:lnTo>
                    <a:pt x="562" y="702"/>
                  </a:lnTo>
                  <a:lnTo>
                    <a:pt x="560" y="747"/>
                  </a:lnTo>
                  <a:lnTo>
                    <a:pt x="562" y="788"/>
                  </a:lnTo>
                  <a:lnTo>
                    <a:pt x="571" y="826"/>
                  </a:lnTo>
                  <a:lnTo>
                    <a:pt x="583" y="862"/>
                  </a:lnTo>
                  <a:lnTo>
                    <a:pt x="601" y="896"/>
                  </a:lnTo>
                  <a:lnTo>
                    <a:pt x="623" y="926"/>
                  </a:lnTo>
                  <a:lnTo>
                    <a:pt x="650" y="954"/>
                  </a:lnTo>
                  <a:lnTo>
                    <a:pt x="681" y="980"/>
                  </a:lnTo>
                  <a:lnTo>
                    <a:pt x="716" y="1004"/>
                  </a:lnTo>
                  <a:lnTo>
                    <a:pt x="756" y="1025"/>
                  </a:lnTo>
                  <a:lnTo>
                    <a:pt x="800" y="1042"/>
                  </a:lnTo>
                  <a:lnTo>
                    <a:pt x="848" y="1059"/>
                  </a:lnTo>
                  <a:lnTo>
                    <a:pt x="898" y="1072"/>
                  </a:lnTo>
                  <a:lnTo>
                    <a:pt x="953" y="1084"/>
                  </a:lnTo>
                  <a:lnTo>
                    <a:pt x="953" y="1431"/>
                  </a:lnTo>
                  <a:lnTo>
                    <a:pt x="918" y="1428"/>
                  </a:lnTo>
                  <a:lnTo>
                    <a:pt x="888" y="1423"/>
                  </a:lnTo>
                  <a:lnTo>
                    <a:pt x="862" y="1416"/>
                  </a:lnTo>
                  <a:lnTo>
                    <a:pt x="840" y="1406"/>
                  </a:lnTo>
                  <a:lnTo>
                    <a:pt x="822" y="1395"/>
                  </a:lnTo>
                  <a:lnTo>
                    <a:pt x="806" y="1382"/>
                  </a:lnTo>
                  <a:lnTo>
                    <a:pt x="794" y="1369"/>
                  </a:lnTo>
                  <a:lnTo>
                    <a:pt x="783" y="1354"/>
                  </a:lnTo>
                  <a:lnTo>
                    <a:pt x="775" y="1339"/>
                  </a:lnTo>
                  <a:lnTo>
                    <a:pt x="768" y="1322"/>
                  </a:lnTo>
                  <a:lnTo>
                    <a:pt x="762" y="1306"/>
                  </a:lnTo>
                  <a:lnTo>
                    <a:pt x="756" y="1291"/>
                  </a:lnTo>
                  <a:lnTo>
                    <a:pt x="750" y="1275"/>
                  </a:lnTo>
                  <a:lnTo>
                    <a:pt x="744" y="1260"/>
                  </a:lnTo>
                  <a:lnTo>
                    <a:pt x="738" y="1245"/>
                  </a:lnTo>
                  <a:lnTo>
                    <a:pt x="731" y="1233"/>
                  </a:lnTo>
                  <a:lnTo>
                    <a:pt x="721" y="1220"/>
                  </a:lnTo>
                  <a:lnTo>
                    <a:pt x="710" y="1211"/>
                  </a:lnTo>
                  <a:lnTo>
                    <a:pt x="697" y="1201"/>
                  </a:lnTo>
                  <a:lnTo>
                    <a:pt x="680" y="1195"/>
                  </a:lnTo>
                  <a:lnTo>
                    <a:pt x="661" y="1192"/>
                  </a:lnTo>
                  <a:lnTo>
                    <a:pt x="638" y="1190"/>
                  </a:lnTo>
                  <a:lnTo>
                    <a:pt x="612" y="1192"/>
                  </a:lnTo>
                  <a:lnTo>
                    <a:pt x="590" y="1199"/>
                  </a:lnTo>
                  <a:lnTo>
                    <a:pt x="571" y="1211"/>
                  </a:lnTo>
                  <a:lnTo>
                    <a:pt x="556" y="1226"/>
                  </a:lnTo>
                  <a:lnTo>
                    <a:pt x="545" y="1245"/>
                  </a:lnTo>
                  <a:lnTo>
                    <a:pt x="538" y="1268"/>
                  </a:lnTo>
                  <a:lnTo>
                    <a:pt x="535" y="1295"/>
                  </a:lnTo>
                  <a:lnTo>
                    <a:pt x="537" y="1322"/>
                  </a:lnTo>
                  <a:lnTo>
                    <a:pt x="543" y="1349"/>
                  </a:lnTo>
                  <a:lnTo>
                    <a:pt x="552" y="1376"/>
                  </a:lnTo>
                  <a:lnTo>
                    <a:pt x="564" y="1404"/>
                  </a:lnTo>
                  <a:lnTo>
                    <a:pt x="582" y="1431"/>
                  </a:lnTo>
                  <a:lnTo>
                    <a:pt x="602" y="1457"/>
                  </a:lnTo>
                  <a:lnTo>
                    <a:pt x="626" y="1483"/>
                  </a:lnTo>
                  <a:lnTo>
                    <a:pt x="654" y="1506"/>
                  </a:lnTo>
                  <a:lnTo>
                    <a:pt x="685" y="1528"/>
                  </a:lnTo>
                  <a:lnTo>
                    <a:pt x="720" y="1548"/>
                  </a:lnTo>
                  <a:lnTo>
                    <a:pt x="760" y="1565"/>
                  </a:lnTo>
                  <a:lnTo>
                    <a:pt x="802" y="1579"/>
                  </a:lnTo>
                  <a:lnTo>
                    <a:pt x="849" y="1590"/>
                  </a:lnTo>
                  <a:lnTo>
                    <a:pt x="899" y="1598"/>
                  </a:lnTo>
                  <a:lnTo>
                    <a:pt x="953" y="1601"/>
                  </a:lnTo>
                  <a:lnTo>
                    <a:pt x="953" y="1704"/>
                  </a:lnTo>
                  <a:lnTo>
                    <a:pt x="955" y="1718"/>
                  </a:lnTo>
                  <a:lnTo>
                    <a:pt x="960" y="1731"/>
                  </a:lnTo>
                  <a:lnTo>
                    <a:pt x="967" y="1743"/>
                  </a:lnTo>
                  <a:lnTo>
                    <a:pt x="978" y="1753"/>
                  </a:lnTo>
                  <a:lnTo>
                    <a:pt x="989" y="1758"/>
                  </a:lnTo>
                  <a:lnTo>
                    <a:pt x="1003" y="1761"/>
                  </a:lnTo>
                  <a:lnTo>
                    <a:pt x="1016" y="1758"/>
                  </a:lnTo>
                  <a:lnTo>
                    <a:pt x="1028" y="1753"/>
                  </a:lnTo>
                  <a:lnTo>
                    <a:pt x="1038" y="1743"/>
                  </a:lnTo>
                  <a:lnTo>
                    <a:pt x="1046" y="1731"/>
                  </a:lnTo>
                  <a:lnTo>
                    <a:pt x="1050" y="1718"/>
                  </a:lnTo>
                  <a:lnTo>
                    <a:pt x="1052" y="1704"/>
                  </a:lnTo>
                  <a:lnTo>
                    <a:pt x="1052" y="1601"/>
                  </a:lnTo>
                  <a:lnTo>
                    <a:pt x="1101" y="1597"/>
                  </a:lnTo>
                  <a:lnTo>
                    <a:pt x="1146" y="1589"/>
                  </a:lnTo>
                  <a:lnTo>
                    <a:pt x="1190" y="1580"/>
                  </a:lnTo>
                  <a:lnTo>
                    <a:pt x="1230" y="1568"/>
                  </a:lnTo>
                  <a:lnTo>
                    <a:pt x="1268" y="1553"/>
                  </a:lnTo>
                  <a:lnTo>
                    <a:pt x="1303" y="1535"/>
                  </a:lnTo>
                  <a:lnTo>
                    <a:pt x="1335" y="1514"/>
                  </a:lnTo>
                  <a:lnTo>
                    <a:pt x="1364" y="1492"/>
                  </a:lnTo>
                  <a:lnTo>
                    <a:pt x="1389" y="1466"/>
                  </a:lnTo>
                  <a:lnTo>
                    <a:pt x="1412" y="1438"/>
                  </a:lnTo>
                  <a:lnTo>
                    <a:pt x="1429" y="1405"/>
                  </a:lnTo>
                  <a:lnTo>
                    <a:pt x="1444" y="1371"/>
                  </a:lnTo>
                  <a:lnTo>
                    <a:pt x="1455" y="1334"/>
                  </a:lnTo>
                  <a:lnTo>
                    <a:pt x="1461" y="1293"/>
                  </a:lnTo>
                  <a:lnTo>
                    <a:pt x="1463" y="1250"/>
                  </a:lnTo>
                  <a:lnTo>
                    <a:pt x="1461" y="1207"/>
                  </a:lnTo>
                  <a:lnTo>
                    <a:pt x="1456" y="1167"/>
                  </a:lnTo>
                  <a:lnTo>
                    <a:pt x="1446" y="1132"/>
                  </a:lnTo>
                  <a:lnTo>
                    <a:pt x="1433" y="1098"/>
                  </a:lnTo>
                  <a:lnTo>
                    <a:pt x="1418" y="1069"/>
                  </a:lnTo>
                  <a:lnTo>
                    <a:pt x="1398" y="1043"/>
                  </a:lnTo>
                  <a:lnTo>
                    <a:pt x="1377" y="1019"/>
                  </a:lnTo>
                  <a:lnTo>
                    <a:pt x="1353" y="998"/>
                  </a:lnTo>
                  <a:lnTo>
                    <a:pt x="1326" y="979"/>
                  </a:lnTo>
                  <a:lnTo>
                    <a:pt x="1297" y="961"/>
                  </a:lnTo>
                  <a:lnTo>
                    <a:pt x="1266" y="947"/>
                  </a:lnTo>
                  <a:lnTo>
                    <a:pt x="1234" y="933"/>
                  </a:lnTo>
                  <a:lnTo>
                    <a:pt x="1200" y="921"/>
                  </a:lnTo>
                  <a:lnTo>
                    <a:pt x="1165" y="910"/>
                  </a:lnTo>
                  <a:lnTo>
                    <a:pt x="1128" y="900"/>
                  </a:lnTo>
                  <a:lnTo>
                    <a:pt x="1090" y="892"/>
                  </a:lnTo>
                  <a:lnTo>
                    <a:pt x="1052" y="882"/>
                  </a:lnTo>
                  <a:lnTo>
                    <a:pt x="1052" y="567"/>
                  </a:lnTo>
                  <a:lnTo>
                    <a:pt x="1083" y="569"/>
                  </a:lnTo>
                  <a:lnTo>
                    <a:pt x="1110" y="574"/>
                  </a:lnTo>
                  <a:lnTo>
                    <a:pt x="1134" y="583"/>
                  </a:lnTo>
                  <a:lnTo>
                    <a:pt x="1154" y="593"/>
                  </a:lnTo>
                  <a:lnTo>
                    <a:pt x="1173" y="606"/>
                  </a:lnTo>
                  <a:lnTo>
                    <a:pt x="1190" y="620"/>
                  </a:lnTo>
                  <a:lnTo>
                    <a:pt x="1205" y="635"/>
                  </a:lnTo>
                  <a:lnTo>
                    <a:pt x="1218" y="650"/>
                  </a:lnTo>
                  <a:lnTo>
                    <a:pt x="1231" y="667"/>
                  </a:lnTo>
                  <a:lnTo>
                    <a:pt x="1243" y="682"/>
                  </a:lnTo>
                  <a:lnTo>
                    <a:pt x="1256" y="697"/>
                  </a:lnTo>
                  <a:lnTo>
                    <a:pt x="1267" y="711"/>
                  </a:lnTo>
                  <a:lnTo>
                    <a:pt x="1279" y="723"/>
                  </a:lnTo>
                  <a:lnTo>
                    <a:pt x="1293" y="733"/>
                  </a:lnTo>
                  <a:lnTo>
                    <a:pt x="1307" y="741"/>
                  </a:lnTo>
                  <a:lnTo>
                    <a:pt x="1323" y="746"/>
                  </a:lnTo>
                  <a:lnTo>
                    <a:pt x="1341" y="748"/>
                  </a:lnTo>
                  <a:lnTo>
                    <a:pt x="1362" y="746"/>
                  </a:lnTo>
                  <a:lnTo>
                    <a:pt x="1381" y="741"/>
                  </a:lnTo>
                  <a:lnTo>
                    <a:pt x="1398" y="732"/>
                  </a:lnTo>
                  <a:lnTo>
                    <a:pt x="1414" y="721"/>
                  </a:lnTo>
                  <a:lnTo>
                    <a:pt x="1427" y="706"/>
                  </a:lnTo>
                  <a:lnTo>
                    <a:pt x="1436" y="689"/>
                  </a:lnTo>
                  <a:lnTo>
                    <a:pt x="1443" y="668"/>
                  </a:lnTo>
                  <a:lnTo>
                    <a:pt x="1446" y="645"/>
                  </a:lnTo>
                  <a:lnTo>
                    <a:pt x="1443" y="615"/>
                  </a:lnTo>
                  <a:lnTo>
                    <a:pt x="1433" y="588"/>
                  </a:lnTo>
                  <a:lnTo>
                    <a:pt x="1420" y="562"/>
                  </a:lnTo>
                  <a:lnTo>
                    <a:pt x="1402" y="538"/>
                  </a:lnTo>
                  <a:lnTo>
                    <a:pt x="1380" y="516"/>
                  </a:lnTo>
                  <a:lnTo>
                    <a:pt x="1355" y="495"/>
                  </a:lnTo>
                  <a:lnTo>
                    <a:pt x="1327" y="478"/>
                  </a:lnTo>
                  <a:lnTo>
                    <a:pt x="1297" y="461"/>
                  </a:lnTo>
                  <a:lnTo>
                    <a:pt x="1266" y="446"/>
                  </a:lnTo>
                  <a:lnTo>
                    <a:pt x="1233" y="434"/>
                  </a:lnTo>
                  <a:lnTo>
                    <a:pt x="1201" y="424"/>
                  </a:lnTo>
                  <a:lnTo>
                    <a:pt x="1168" y="414"/>
                  </a:lnTo>
                  <a:lnTo>
                    <a:pt x="1136" y="407"/>
                  </a:lnTo>
                  <a:lnTo>
                    <a:pt x="1106" y="402"/>
                  </a:lnTo>
                  <a:lnTo>
                    <a:pt x="1078" y="399"/>
                  </a:lnTo>
                  <a:lnTo>
                    <a:pt x="1052" y="398"/>
                  </a:lnTo>
                  <a:lnTo>
                    <a:pt x="1052" y="308"/>
                  </a:lnTo>
                  <a:lnTo>
                    <a:pt x="1050" y="295"/>
                  </a:lnTo>
                  <a:lnTo>
                    <a:pt x="1046" y="281"/>
                  </a:lnTo>
                  <a:lnTo>
                    <a:pt x="1038" y="270"/>
                  </a:lnTo>
                  <a:lnTo>
                    <a:pt x="1028" y="260"/>
                  </a:lnTo>
                  <a:lnTo>
                    <a:pt x="1016" y="254"/>
                  </a:lnTo>
                  <a:lnTo>
                    <a:pt x="1003" y="252"/>
                  </a:lnTo>
                  <a:close/>
                  <a:moveTo>
                    <a:pt x="999" y="0"/>
                  </a:moveTo>
                  <a:lnTo>
                    <a:pt x="1081" y="3"/>
                  </a:lnTo>
                  <a:lnTo>
                    <a:pt x="1161" y="14"/>
                  </a:lnTo>
                  <a:lnTo>
                    <a:pt x="1239" y="29"/>
                  </a:lnTo>
                  <a:lnTo>
                    <a:pt x="1315" y="52"/>
                  </a:lnTo>
                  <a:lnTo>
                    <a:pt x="1388" y="79"/>
                  </a:lnTo>
                  <a:lnTo>
                    <a:pt x="1458" y="113"/>
                  </a:lnTo>
                  <a:lnTo>
                    <a:pt x="1525" y="151"/>
                  </a:lnTo>
                  <a:lnTo>
                    <a:pt x="1589" y="195"/>
                  </a:lnTo>
                  <a:lnTo>
                    <a:pt x="1649" y="243"/>
                  </a:lnTo>
                  <a:lnTo>
                    <a:pt x="1705" y="296"/>
                  </a:lnTo>
                  <a:lnTo>
                    <a:pt x="1758" y="352"/>
                  </a:lnTo>
                  <a:lnTo>
                    <a:pt x="1805" y="413"/>
                  </a:lnTo>
                  <a:lnTo>
                    <a:pt x="1849" y="477"/>
                  </a:lnTo>
                  <a:lnTo>
                    <a:pt x="1887" y="544"/>
                  </a:lnTo>
                  <a:lnTo>
                    <a:pt x="1920" y="615"/>
                  </a:lnTo>
                  <a:lnTo>
                    <a:pt x="1948" y="689"/>
                  </a:lnTo>
                  <a:lnTo>
                    <a:pt x="1970" y="765"/>
                  </a:lnTo>
                  <a:lnTo>
                    <a:pt x="1985" y="844"/>
                  </a:lnTo>
                  <a:lnTo>
                    <a:pt x="1995" y="924"/>
                  </a:lnTo>
                  <a:lnTo>
                    <a:pt x="1999" y="1006"/>
                  </a:lnTo>
                  <a:lnTo>
                    <a:pt x="1995" y="1089"/>
                  </a:lnTo>
                  <a:lnTo>
                    <a:pt x="1985" y="1169"/>
                  </a:lnTo>
                  <a:lnTo>
                    <a:pt x="1970" y="1247"/>
                  </a:lnTo>
                  <a:lnTo>
                    <a:pt x="1948" y="1324"/>
                  </a:lnTo>
                  <a:lnTo>
                    <a:pt x="1920" y="1397"/>
                  </a:lnTo>
                  <a:lnTo>
                    <a:pt x="1887" y="1468"/>
                  </a:lnTo>
                  <a:lnTo>
                    <a:pt x="1849" y="1535"/>
                  </a:lnTo>
                  <a:lnTo>
                    <a:pt x="1805" y="1600"/>
                  </a:lnTo>
                  <a:lnTo>
                    <a:pt x="1758" y="1660"/>
                  </a:lnTo>
                  <a:lnTo>
                    <a:pt x="1705" y="1717"/>
                  </a:lnTo>
                  <a:lnTo>
                    <a:pt x="1649" y="1769"/>
                  </a:lnTo>
                  <a:lnTo>
                    <a:pt x="1589" y="1818"/>
                  </a:lnTo>
                  <a:lnTo>
                    <a:pt x="1525" y="1861"/>
                  </a:lnTo>
                  <a:lnTo>
                    <a:pt x="1458" y="1899"/>
                  </a:lnTo>
                  <a:lnTo>
                    <a:pt x="1388" y="1933"/>
                  </a:lnTo>
                  <a:lnTo>
                    <a:pt x="1315" y="1961"/>
                  </a:lnTo>
                  <a:lnTo>
                    <a:pt x="1239" y="1982"/>
                  </a:lnTo>
                  <a:lnTo>
                    <a:pt x="1161" y="1999"/>
                  </a:lnTo>
                  <a:lnTo>
                    <a:pt x="1081" y="2008"/>
                  </a:lnTo>
                  <a:lnTo>
                    <a:pt x="999" y="2013"/>
                  </a:lnTo>
                  <a:lnTo>
                    <a:pt x="918" y="2008"/>
                  </a:lnTo>
                  <a:lnTo>
                    <a:pt x="837" y="1999"/>
                  </a:lnTo>
                  <a:lnTo>
                    <a:pt x="760" y="1982"/>
                  </a:lnTo>
                  <a:lnTo>
                    <a:pt x="683" y="1961"/>
                  </a:lnTo>
                  <a:lnTo>
                    <a:pt x="611" y="1933"/>
                  </a:lnTo>
                  <a:lnTo>
                    <a:pt x="541" y="1899"/>
                  </a:lnTo>
                  <a:lnTo>
                    <a:pt x="473" y="1861"/>
                  </a:lnTo>
                  <a:lnTo>
                    <a:pt x="409" y="1818"/>
                  </a:lnTo>
                  <a:lnTo>
                    <a:pt x="350" y="1769"/>
                  </a:lnTo>
                  <a:lnTo>
                    <a:pt x="293" y="1717"/>
                  </a:lnTo>
                  <a:lnTo>
                    <a:pt x="241" y="1660"/>
                  </a:lnTo>
                  <a:lnTo>
                    <a:pt x="193" y="1600"/>
                  </a:lnTo>
                  <a:lnTo>
                    <a:pt x="150" y="1535"/>
                  </a:lnTo>
                  <a:lnTo>
                    <a:pt x="112" y="1468"/>
                  </a:lnTo>
                  <a:lnTo>
                    <a:pt x="79" y="1397"/>
                  </a:lnTo>
                  <a:lnTo>
                    <a:pt x="51" y="1324"/>
                  </a:lnTo>
                  <a:lnTo>
                    <a:pt x="29" y="1247"/>
                  </a:lnTo>
                  <a:lnTo>
                    <a:pt x="13" y="1169"/>
                  </a:lnTo>
                  <a:lnTo>
                    <a:pt x="3" y="1089"/>
                  </a:lnTo>
                  <a:lnTo>
                    <a:pt x="0" y="1006"/>
                  </a:lnTo>
                  <a:lnTo>
                    <a:pt x="3" y="924"/>
                  </a:lnTo>
                  <a:lnTo>
                    <a:pt x="13" y="844"/>
                  </a:lnTo>
                  <a:lnTo>
                    <a:pt x="29" y="765"/>
                  </a:lnTo>
                  <a:lnTo>
                    <a:pt x="51" y="689"/>
                  </a:lnTo>
                  <a:lnTo>
                    <a:pt x="79" y="615"/>
                  </a:lnTo>
                  <a:lnTo>
                    <a:pt x="112" y="544"/>
                  </a:lnTo>
                  <a:lnTo>
                    <a:pt x="150" y="477"/>
                  </a:lnTo>
                  <a:lnTo>
                    <a:pt x="193" y="413"/>
                  </a:lnTo>
                  <a:lnTo>
                    <a:pt x="241" y="352"/>
                  </a:lnTo>
                  <a:lnTo>
                    <a:pt x="293" y="296"/>
                  </a:lnTo>
                  <a:lnTo>
                    <a:pt x="350" y="243"/>
                  </a:lnTo>
                  <a:lnTo>
                    <a:pt x="409" y="195"/>
                  </a:lnTo>
                  <a:lnTo>
                    <a:pt x="473" y="151"/>
                  </a:lnTo>
                  <a:lnTo>
                    <a:pt x="541" y="113"/>
                  </a:lnTo>
                  <a:lnTo>
                    <a:pt x="611" y="79"/>
                  </a:lnTo>
                  <a:lnTo>
                    <a:pt x="683" y="52"/>
                  </a:lnTo>
                  <a:lnTo>
                    <a:pt x="760" y="29"/>
                  </a:lnTo>
                  <a:lnTo>
                    <a:pt x="837" y="14"/>
                  </a:lnTo>
                  <a:lnTo>
                    <a:pt x="918" y="3"/>
                  </a:lnTo>
                  <a:lnTo>
                    <a:pt x="9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FF18117-2EA0-4D35-ADCC-0F76A5066DE7}"/>
              </a:ext>
            </a:extLst>
          </p:cNvPr>
          <p:cNvGrpSpPr/>
          <p:nvPr/>
        </p:nvGrpSpPr>
        <p:grpSpPr>
          <a:xfrm flipH="1">
            <a:off x="7685853" y="661064"/>
            <a:ext cx="329931" cy="258065"/>
            <a:chOff x="7104063" y="3259138"/>
            <a:chExt cx="481013" cy="3762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3" name="Freeform 68">
              <a:extLst>
                <a:ext uri="{FF2B5EF4-FFF2-40B4-BE49-F238E27FC236}">
                  <a16:creationId xmlns:a16="http://schemas.microsoft.com/office/drawing/2014/main" id="{6BE8231D-26B8-42F4-8BCC-E7919144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6613" y="3592513"/>
              <a:ext cx="315913" cy="42863"/>
            </a:xfrm>
            <a:custGeom>
              <a:avLst/>
              <a:gdLst>
                <a:gd name="T0" fmla="*/ 151 w 2195"/>
                <a:gd name="T1" fmla="*/ 0 h 299"/>
                <a:gd name="T2" fmla="*/ 2043 w 2195"/>
                <a:gd name="T3" fmla="*/ 0 h 299"/>
                <a:gd name="T4" fmla="*/ 2074 w 2195"/>
                <a:gd name="T5" fmla="*/ 3 h 299"/>
                <a:gd name="T6" fmla="*/ 2102 w 2195"/>
                <a:gd name="T7" fmla="*/ 12 h 299"/>
                <a:gd name="T8" fmla="*/ 2128 w 2195"/>
                <a:gd name="T9" fmla="*/ 26 h 299"/>
                <a:gd name="T10" fmla="*/ 2150 w 2195"/>
                <a:gd name="T11" fmla="*/ 44 h 299"/>
                <a:gd name="T12" fmla="*/ 2169 w 2195"/>
                <a:gd name="T13" fmla="*/ 66 h 299"/>
                <a:gd name="T14" fmla="*/ 2183 w 2195"/>
                <a:gd name="T15" fmla="*/ 91 h 299"/>
                <a:gd name="T16" fmla="*/ 2192 w 2195"/>
                <a:gd name="T17" fmla="*/ 120 h 299"/>
                <a:gd name="T18" fmla="*/ 2195 w 2195"/>
                <a:gd name="T19" fmla="*/ 150 h 299"/>
                <a:gd name="T20" fmla="*/ 2192 w 2195"/>
                <a:gd name="T21" fmla="*/ 180 h 299"/>
                <a:gd name="T22" fmla="*/ 2183 w 2195"/>
                <a:gd name="T23" fmla="*/ 208 h 299"/>
                <a:gd name="T24" fmla="*/ 2169 w 2195"/>
                <a:gd name="T25" fmla="*/ 233 h 299"/>
                <a:gd name="T26" fmla="*/ 2150 w 2195"/>
                <a:gd name="T27" fmla="*/ 255 h 299"/>
                <a:gd name="T28" fmla="*/ 2128 w 2195"/>
                <a:gd name="T29" fmla="*/ 273 h 299"/>
                <a:gd name="T30" fmla="*/ 2102 w 2195"/>
                <a:gd name="T31" fmla="*/ 287 h 299"/>
                <a:gd name="T32" fmla="*/ 2074 w 2195"/>
                <a:gd name="T33" fmla="*/ 296 h 299"/>
                <a:gd name="T34" fmla="*/ 2043 w 2195"/>
                <a:gd name="T35" fmla="*/ 299 h 299"/>
                <a:gd name="T36" fmla="*/ 151 w 2195"/>
                <a:gd name="T37" fmla="*/ 299 h 299"/>
                <a:gd name="T38" fmla="*/ 121 w 2195"/>
                <a:gd name="T39" fmla="*/ 296 h 299"/>
                <a:gd name="T40" fmla="*/ 92 w 2195"/>
                <a:gd name="T41" fmla="*/ 287 h 299"/>
                <a:gd name="T42" fmla="*/ 66 w 2195"/>
                <a:gd name="T43" fmla="*/ 273 h 299"/>
                <a:gd name="T44" fmla="*/ 44 w 2195"/>
                <a:gd name="T45" fmla="*/ 255 h 299"/>
                <a:gd name="T46" fmla="*/ 26 w 2195"/>
                <a:gd name="T47" fmla="*/ 233 h 299"/>
                <a:gd name="T48" fmla="*/ 11 w 2195"/>
                <a:gd name="T49" fmla="*/ 208 h 299"/>
                <a:gd name="T50" fmla="*/ 3 w 2195"/>
                <a:gd name="T51" fmla="*/ 180 h 299"/>
                <a:gd name="T52" fmla="*/ 0 w 2195"/>
                <a:gd name="T53" fmla="*/ 150 h 299"/>
                <a:gd name="T54" fmla="*/ 3 w 2195"/>
                <a:gd name="T55" fmla="*/ 120 h 299"/>
                <a:gd name="T56" fmla="*/ 11 w 2195"/>
                <a:gd name="T57" fmla="*/ 91 h 299"/>
                <a:gd name="T58" fmla="*/ 26 w 2195"/>
                <a:gd name="T59" fmla="*/ 66 h 299"/>
                <a:gd name="T60" fmla="*/ 44 w 2195"/>
                <a:gd name="T61" fmla="*/ 44 h 299"/>
                <a:gd name="T62" fmla="*/ 66 w 2195"/>
                <a:gd name="T63" fmla="*/ 26 h 299"/>
                <a:gd name="T64" fmla="*/ 92 w 2195"/>
                <a:gd name="T65" fmla="*/ 12 h 299"/>
                <a:gd name="T66" fmla="*/ 121 w 2195"/>
                <a:gd name="T67" fmla="*/ 3 h 299"/>
                <a:gd name="T68" fmla="*/ 151 w 2195"/>
                <a:gd name="T69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95" h="299">
                  <a:moveTo>
                    <a:pt x="151" y="0"/>
                  </a:moveTo>
                  <a:lnTo>
                    <a:pt x="2043" y="0"/>
                  </a:lnTo>
                  <a:lnTo>
                    <a:pt x="2074" y="3"/>
                  </a:lnTo>
                  <a:lnTo>
                    <a:pt x="2102" y="12"/>
                  </a:lnTo>
                  <a:lnTo>
                    <a:pt x="2128" y="26"/>
                  </a:lnTo>
                  <a:lnTo>
                    <a:pt x="2150" y="44"/>
                  </a:lnTo>
                  <a:lnTo>
                    <a:pt x="2169" y="66"/>
                  </a:lnTo>
                  <a:lnTo>
                    <a:pt x="2183" y="91"/>
                  </a:lnTo>
                  <a:lnTo>
                    <a:pt x="2192" y="120"/>
                  </a:lnTo>
                  <a:lnTo>
                    <a:pt x="2195" y="150"/>
                  </a:lnTo>
                  <a:lnTo>
                    <a:pt x="2192" y="180"/>
                  </a:lnTo>
                  <a:lnTo>
                    <a:pt x="2183" y="208"/>
                  </a:lnTo>
                  <a:lnTo>
                    <a:pt x="2169" y="233"/>
                  </a:lnTo>
                  <a:lnTo>
                    <a:pt x="2150" y="255"/>
                  </a:lnTo>
                  <a:lnTo>
                    <a:pt x="2128" y="273"/>
                  </a:lnTo>
                  <a:lnTo>
                    <a:pt x="2102" y="287"/>
                  </a:lnTo>
                  <a:lnTo>
                    <a:pt x="2074" y="296"/>
                  </a:lnTo>
                  <a:lnTo>
                    <a:pt x="2043" y="299"/>
                  </a:lnTo>
                  <a:lnTo>
                    <a:pt x="151" y="299"/>
                  </a:lnTo>
                  <a:lnTo>
                    <a:pt x="121" y="296"/>
                  </a:lnTo>
                  <a:lnTo>
                    <a:pt x="92" y="287"/>
                  </a:lnTo>
                  <a:lnTo>
                    <a:pt x="66" y="273"/>
                  </a:lnTo>
                  <a:lnTo>
                    <a:pt x="44" y="255"/>
                  </a:lnTo>
                  <a:lnTo>
                    <a:pt x="26" y="233"/>
                  </a:lnTo>
                  <a:lnTo>
                    <a:pt x="11" y="208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1" y="91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2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" name="Freeform 69">
              <a:extLst>
                <a:ext uri="{FF2B5EF4-FFF2-40B4-BE49-F238E27FC236}">
                  <a16:creationId xmlns:a16="http://schemas.microsoft.com/office/drawing/2014/main" id="{1FE2A6BF-BAED-4D00-A560-3B5BE508F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0263" y="3414713"/>
              <a:ext cx="33338" cy="85725"/>
            </a:xfrm>
            <a:custGeom>
              <a:avLst/>
              <a:gdLst>
                <a:gd name="T0" fmla="*/ 115 w 228"/>
                <a:gd name="T1" fmla="*/ 0 h 596"/>
                <a:gd name="T2" fmla="*/ 140 w 228"/>
                <a:gd name="T3" fmla="*/ 3 h 596"/>
                <a:gd name="T4" fmla="*/ 165 w 228"/>
                <a:gd name="T5" fmla="*/ 11 h 596"/>
                <a:gd name="T6" fmla="*/ 186 w 228"/>
                <a:gd name="T7" fmla="*/ 24 h 596"/>
                <a:gd name="T8" fmla="*/ 203 w 228"/>
                <a:gd name="T9" fmla="*/ 42 h 596"/>
                <a:gd name="T10" fmla="*/ 217 w 228"/>
                <a:gd name="T11" fmla="*/ 62 h 596"/>
                <a:gd name="T12" fmla="*/ 225 w 228"/>
                <a:gd name="T13" fmla="*/ 86 h 596"/>
                <a:gd name="T14" fmla="*/ 228 w 228"/>
                <a:gd name="T15" fmla="*/ 111 h 596"/>
                <a:gd name="T16" fmla="*/ 228 w 228"/>
                <a:gd name="T17" fmla="*/ 484 h 596"/>
                <a:gd name="T18" fmla="*/ 225 w 228"/>
                <a:gd name="T19" fmla="*/ 510 h 596"/>
                <a:gd name="T20" fmla="*/ 217 w 228"/>
                <a:gd name="T21" fmla="*/ 533 h 596"/>
                <a:gd name="T22" fmla="*/ 203 w 228"/>
                <a:gd name="T23" fmla="*/ 555 h 596"/>
                <a:gd name="T24" fmla="*/ 186 w 228"/>
                <a:gd name="T25" fmla="*/ 572 h 596"/>
                <a:gd name="T26" fmla="*/ 165 w 228"/>
                <a:gd name="T27" fmla="*/ 585 h 596"/>
                <a:gd name="T28" fmla="*/ 140 w 228"/>
                <a:gd name="T29" fmla="*/ 594 h 596"/>
                <a:gd name="T30" fmla="*/ 115 w 228"/>
                <a:gd name="T31" fmla="*/ 596 h 596"/>
                <a:gd name="T32" fmla="*/ 88 w 228"/>
                <a:gd name="T33" fmla="*/ 594 h 596"/>
                <a:gd name="T34" fmla="*/ 65 w 228"/>
                <a:gd name="T35" fmla="*/ 585 h 596"/>
                <a:gd name="T36" fmla="*/ 43 w 228"/>
                <a:gd name="T37" fmla="*/ 572 h 596"/>
                <a:gd name="T38" fmla="*/ 26 w 228"/>
                <a:gd name="T39" fmla="*/ 555 h 596"/>
                <a:gd name="T40" fmla="*/ 13 w 228"/>
                <a:gd name="T41" fmla="*/ 533 h 596"/>
                <a:gd name="T42" fmla="*/ 3 w 228"/>
                <a:gd name="T43" fmla="*/ 510 h 596"/>
                <a:gd name="T44" fmla="*/ 0 w 228"/>
                <a:gd name="T45" fmla="*/ 484 h 596"/>
                <a:gd name="T46" fmla="*/ 0 w 228"/>
                <a:gd name="T47" fmla="*/ 111 h 596"/>
                <a:gd name="T48" fmla="*/ 3 w 228"/>
                <a:gd name="T49" fmla="*/ 86 h 596"/>
                <a:gd name="T50" fmla="*/ 13 w 228"/>
                <a:gd name="T51" fmla="*/ 62 h 596"/>
                <a:gd name="T52" fmla="*/ 26 w 228"/>
                <a:gd name="T53" fmla="*/ 42 h 596"/>
                <a:gd name="T54" fmla="*/ 43 w 228"/>
                <a:gd name="T55" fmla="*/ 24 h 596"/>
                <a:gd name="T56" fmla="*/ 65 w 228"/>
                <a:gd name="T57" fmla="*/ 11 h 596"/>
                <a:gd name="T58" fmla="*/ 88 w 228"/>
                <a:gd name="T59" fmla="*/ 3 h 596"/>
                <a:gd name="T60" fmla="*/ 115 w 228"/>
                <a:gd name="T61" fmla="*/ 0 h 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8" h="596">
                  <a:moveTo>
                    <a:pt x="115" y="0"/>
                  </a:moveTo>
                  <a:lnTo>
                    <a:pt x="140" y="3"/>
                  </a:lnTo>
                  <a:lnTo>
                    <a:pt x="165" y="11"/>
                  </a:lnTo>
                  <a:lnTo>
                    <a:pt x="186" y="24"/>
                  </a:lnTo>
                  <a:lnTo>
                    <a:pt x="203" y="42"/>
                  </a:lnTo>
                  <a:lnTo>
                    <a:pt x="217" y="62"/>
                  </a:lnTo>
                  <a:lnTo>
                    <a:pt x="225" y="86"/>
                  </a:lnTo>
                  <a:lnTo>
                    <a:pt x="228" y="111"/>
                  </a:lnTo>
                  <a:lnTo>
                    <a:pt x="228" y="484"/>
                  </a:lnTo>
                  <a:lnTo>
                    <a:pt x="225" y="510"/>
                  </a:lnTo>
                  <a:lnTo>
                    <a:pt x="217" y="533"/>
                  </a:lnTo>
                  <a:lnTo>
                    <a:pt x="203" y="555"/>
                  </a:lnTo>
                  <a:lnTo>
                    <a:pt x="186" y="572"/>
                  </a:lnTo>
                  <a:lnTo>
                    <a:pt x="165" y="585"/>
                  </a:lnTo>
                  <a:lnTo>
                    <a:pt x="140" y="594"/>
                  </a:lnTo>
                  <a:lnTo>
                    <a:pt x="115" y="596"/>
                  </a:lnTo>
                  <a:lnTo>
                    <a:pt x="88" y="594"/>
                  </a:lnTo>
                  <a:lnTo>
                    <a:pt x="65" y="585"/>
                  </a:lnTo>
                  <a:lnTo>
                    <a:pt x="43" y="572"/>
                  </a:lnTo>
                  <a:lnTo>
                    <a:pt x="26" y="555"/>
                  </a:lnTo>
                  <a:lnTo>
                    <a:pt x="13" y="533"/>
                  </a:lnTo>
                  <a:lnTo>
                    <a:pt x="3" y="510"/>
                  </a:lnTo>
                  <a:lnTo>
                    <a:pt x="0" y="484"/>
                  </a:lnTo>
                  <a:lnTo>
                    <a:pt x="0" y="111"/>
                  </a:lnTo>
                  <a:lnTo>
                    <a:pt x="3" y="86"/>
                  </a:lnTo>
                  <a:lnTo>
                    <a:pt x="13" y="62"/>
                  </a:lnTo>
                  <a:lnTo>
                    <a:pt x="26" y="42"/>
                  </a:lnTo>
                  <a:lnTo>
                    <a:pt x="43" y="24"/>
                  </a:lnTo>
                  <a:lnTo>
                    <a:pt x="65" y="11"/>
                  </a:lnTo>
                  <a:lnTo>
                    <a:pt x="88" y="3"/>
                  </a:lnTo>
                  <a:lnTo>
                    <a:pt x="1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" name="Freeform 70">
              <a:extLst>
                <a:ext uri="{FF2B5EF4-FFF2-40B4-BE49-F238E27FC236}">
                  <a16:creationId xmlns:a16="http://schemas.microsoft.com/office/drawing/2014/main" id="{3098706E-CF9B-4434-A007-0B1E908DE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5826" y="3392488"/>
              <a:ext cx="31750" cy="107950"/>
            </a:xfrm>
            <a:custGeom>
              <a:avLst/>
              <a:gdLst>
                <a:gd name="T0" fmla="*/ 114 w 227"/>
                <a:gd name="T1" fmla="*/ 0 h 746"/>
                <a:gd name="T2" fmla="*/ 140 w 227"/>
                <a:gd name="T3" fmla="*/ 3 h 746"/>
                <a:gd name="T4" fmla="*/ 164 w 227"/>
                <a:gd name="T5" fmla="*/ 12 h 746"/>
                <a:gd name="T6" fmla="*/ 184 w 227"/>
                <a:gd name="T7" fmla="*/ 25 h 746"/>
                <a:gd name="T8" fmla="*/ 203 w 227"/>
                <a:gd name="T9" fmla="*/ 42 h 746"/>
                <a:gd name="T10" fmla="*/ 216 w 227"/>
                <a:gd name="T11" fmla="*/ 63 h 746"/>
                <a:gd name="T12" fmla="*/ 224 w 227"/>
                <a:gd name="T13" fmla="*/ 86 h 746"/>
                <a:gd name="T14" fmla="*/ 227 w 227"/>
                <a:gd name="T15" fmla="*/ 112 h 746"/>
                <a:gd name="T16" fmla="*/ 227 w 227"/>
                <a:gd name="T17" fmla="*/ 634 h 746"/>
                <a:gd name="T18" fmla="*/ 224 w 227"/>
                <a:gd name="T19" fmla="*/ 660 h 746"/>
                <a:gd name="T20" fmla="*/ 216 w 227"/>
                <a:gd name="T21" fmla="*/ 683 h 746"/>
                <a:gd name="T22" fmla="*/ 203 w 227"/>
                <a:gd name="T23" fmla="*/ 705 h 746"/>
                <a:gd name="T24" fmla="*/ 184 w 227"/>
                <a:gd name="T25" fmla="*/ 722 h 746"/>
                <a:gd name="T26" fmla="*/ 164 w 227"/>
                <a:gd name="T27" fmla="*/ 735 h 746"/>
                <a:gd name="T28" fmla="*/ 140 w 227"/>
                <a:gd name="T29" fmla="*/ 744 h 746"/>
                <a:gd name="T30" fmla="*/ 114 w 227"/>
                <a:gd name="T31" fmla="*/ 746 h 746"/>
                <a:gd name="T32" fmla="*/ 88 w 227"/>
                <a:gd name="T33" fmla="*/ 744 h 746"/>
                <a:gd name="T34" fmla="*/ 64 w 227"/>
                <a:gd name="T35" fmla="*/ 735 h 746"/>
                <a:gd name="T36" fmla="*/ 43 w 227"/>
                <a:gd name="T37" fmla="*/ 722 h 746"/>
                <a:gd name="T38" fmla="*/ 25 w 227"/>
                <a:gd name="T39" fmla="*/ 705 h 746"/>
                <a:gd name="T40" fmla="*/ 12 w 227"/>
                <a:gd name="T41" fmla="*/ 683 h 746"/>
                <a:gd name="T42" fmla="*/ 3 w 227"/>
                <a:gd name="T43" fmla="*/ 660 h 746"/>
                <a:gd name="T44" fmla="*/ 0 w 227"/>
                <a:gd name="T45" fmla="*/ 634 h 746"/>
                <a:gd name="T46" fmla="*/ 0 w 227"/>
                <a:gd name="T47" fmla="*/ 112 h 746"/>
                <a:gd name="T48" fmla="*/ 3 w 227"/>
                <a:gd name="T49" fmla="*/ 86 h 746"/>
                <a:gd name="T50" fmla="*/ 12 w 227"/>
                <a:gd name="T51" fmla="*/ 63 h 746"/>
                <a:gd name="T52" fmla="*/ 25 w 227"/>
                <a:gd name="T53" fmla="*/ 42 h 746"/>
                <a:gd name="T54" fmla="*/ 43 w 227"/>
                <a:gd name="T55" fmla="*/ 25 h 746"/>
                <a:gd name="T56" fmla="*/ 64 w 227"/>
                <a:gd name="T57" fmla="*/ 12 h 746"/>
                <a:gd name="T58" fmla="*/ 88 w 227"/>
                <a:gd name="T59" fmla="*/ 3 h 746"/>
                <a:gd name="T60" fmla="*/ 114 w 227"/>
                <a:gd name="T61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7" h="746">
                  <a:moveTo>
                    <a:pt x="114" y="0"/>
                  </a:moveTo>
                  <a:lnTo>
                    <a:pt x="140" y="3"/>
                  </a:lnTo>
                  <a:lnTo>
                    <a:pt x="164" y="12"/>
                  </a:lnTo>
                  <a:lnTo>
                    <a:pt x="184" y="25"/>
                  </a:lnTo>
                  <a:lnTo>
                    <a:pt x="203" y="42"/>
                  </a:lnTo>
                  <a:lnTo>
                    <a:pt x="216" y="63"/>
                  </a:lnTo>
                  <a:lnTo>
                    <a:pt x="224" y="86"/>
                  </a:lnTo>
                  <a:lnTo>
                    <a:pt x="227" y="112"/>
                  </a:lnTo>
                  <a:lnTo>
                    <a:pt x="227" y="634"/>
                  </a:lnTo>
                  <a:lnTo>
                    <a:pt x="224" y="660"/>
                  </a:lnTo>
                  <a:lnTo>
                    <a:pt x="216" y="683"/>
                  </a:lnTo>
                  <a:lnTo>
                    <a:pt x="203" y="705"/>
                  </a:lnTo>
                  <a:lnTo>
                    <a:pt x="184" y="722"/>
                  </a:lnTo>
                  <a:lnTo>
                    <a:pt x="164" y="735"/>
                  </a:lnTo>
                  <a:lnTo>
                    <a:pt x="140" y="744"/>
                  </a:lnTo>
                  <a:lnTo>
                    <a:pt x="114" y="746"/>
                  </a:lnTo>
                  <a:lnTo>
                    <a:pt x="88" y="744"/>
                  </a:lnTo>
                  <a:lnTo>
                    <a:pt x="64" y="735"/>
                  </a:lnTo>
                  <a:lnTo>
                    <a:pt x="43" y="722"/>
                  </a:lnTo>
                  <a:lnTo>
                    <a:pt x="25" y="705"/>
                  </a:lnTo>
                  <a:lnTo>
                    <a:pt x="12" y="683"/>
                  </a:lnTo>
                  <a:lnTo>
                    <a:pt x="3" y="660"/>
                  </a:lnTo>
                  <a:lnTo>
                    <a:pt x="0" y="634"/>
                  </a:lnTo>
                  <a:lnTo>
                    <a:pt x="0" y="112"/>
                  </a:lnTo>
                  <a:lnTo>
                    <a:pt x="3" y="86"/>
                  </a:lnTo>
                  <a:lnTo>
                    <a:pt x="12" y="63"/>
                  </a:lnTo>
                  <a:lnTo>
                    <a:pt x="25" y="42"/>
                  </a:lnTo>
                  <a:lnTo>
                    <a:pt x="43" y="25"/>
                  </a:lnTo>
                  <a:lnTo>
                    <a:pt x="64" y="12"/>
                  </a:lnTo>
                  <a:lnTo>
                    <a:pt x="88" y="3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" name="Freeform 71">
              <a:extLst>
                <a:ext uri="{FF2B5EF4-FFF2-40B4-BE49-F238E27FC236}">
                  <a16:creationId xmlns:a16="http://schemas.microsoft.com/office/drawing/2014/main" id="{A0896546-A4E6-4CBB-B282-426801E85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9801" y="3371850"/>
              <a:ext cx="33338" cy="128588"/>
            </a:xfrm>
            <a:custGeom>
              <a:avLst/>
              <a:gdLst>
                <a:gd name="T0" fmla="*/ 113 w 227"/>
                <a:gd name="T1" fmla="*/ 0 h 895"/>
                <a:gd name="T2" fmla="*/ 139 w 227"/>
                <a:gd name="T3" fmla="*/ 3 h 895"/>
                <a:gd name="T4" fmla="*/ 163 w 227"/>
                <a:gd name="T5" fmla="*/ 11 h 895"/>
                <a:gd name="T6" fmla="*/ 184 w 227"/>
                <a:gd name="T7" fmla="*/ 24 h 895"/>
                <a:gd name="T8" fmla="*/ 202 w 227"/>
                <a:gd name="T9" fmla="*/ 42 h 895"/>
                <a:gd name="T10" fmla="*/ 215 w 227"/>
                <a:gd name="T11" fmla="*/ 62 h 895"/>
                <a:gd name="T12" fmla="*/ 224 w 227"/>
                <a:gd name="T13" fmla="*/ 87 h 895"/>
                <a:gd name="T14" fmla="*/ 227 w 227"/>
                <a:gd name="T15" fmla="*/ 112 h 895"/>
                <a:gd name="T16" fmla="*/ 227 w 227"/>
                <a:gd name="T17" fmla="*/ 783 h 895"/>
                <a:gd name="T18" fmla="*/ 224 w 227"/>
                <a:gd name="T19" fmla="*/ 809 h 895"/>
                <a:gd name="T20" fmla="*/ 215 w 227"/>
                <a:gd name="T21" fmla="*/ 832 h 895"/>
                <a:gd name="T22" fmla="*/ 202 w 227"/>
                <a:gd name="T23" fmla="*/ 854 h 895"/>
                <a:gd name="T24" fmla="*/ 184 w 227"/>
                <a:gd name="T25" fmla="*/ 871 h 895"/>
                <a:gd name="T26" fmla="*/ 163 w 227"/>
                <a:gd name="T27" fmla="*/ 884 h 895"/>
                <a:gd name="T28" fmla="*/ 139 w 227"/>
                <a:gd name="T29" fmla="*/ 893 h 895"/>
                <a:gd name="T30" fmla="*/ 113 w 227"/>
                <a:gd name="T31" fmla="*/ 895 h 895"/>
                <a:gd name="T32" fmla="*/ 87 w 227"/>
                <a:gd name="T33" fmla="*/ 893 h 895"/>
                <a:gd name="T34" fmla="*/ 63 w 227"/>
                <a:gd name="T35" fmla="*/ 884 h 895"/>
                <a:gd name="T36" fmla="*/ 42 w 227"/>
                <a:gd name="T37" fmla="*/ 871 h 895"/>
                <a:gd name="T38" fmla="*/ 25 w 227"/>
                <a:gd name="T39" fmla="*/ 854 h 895"/>
                <a:gd name="T40" fmla="*/ 11 w 227"/>
                <a:gd name="T41" fmla="*/ 832 h 895"/>
                <a:gd name="T42" fmla="*/ 3 w 227"/>
                <a:gd name="T43" fmla="*/ 809 h 895"/>
                <a:gd name="T44" fmla="*/ 0 w 227"/>
                <a:gd name="T45" fmla="*/ 783 h 895"/>
                <a:gd name="T46" fmla="*/ 0 w 227"/>
                <a:gd name="T47" fmla="*/ 112 h 895"/>
                <a:gd name="T48" fmla="*/ 3 w 227"/>
                <a:gd name="T49" fmla="*/ 87 h 895"/>
                <a:gd name="T50" fmla="*/ 11 w 227"/>
                <a:gd name="T51" fmla="*/ 62 h 895"/>
                <a:gd name="T52" fmla="*/ 25 w 227"/>
                <a:gd name="T53" fmla="*/ 42 h 895"/>
                <a:gd name="T54" fmla="*/ 42 w 227"/>
                <a:gd name="T55" fmla="*/ 24 h 895"/>
                <a:gd name="T56" fmla="*/ 63 w 227"/>
                <a:gd name="T57" fmla="*/ 11 h 895"/>
                <a:gd name="T58" fmla="*/ 87 w 227"/>
                <a:gd name="T59" fmla="*/ 3 h 895"/>
                <a:gd name="T60" fmla="*/ 113 w 227"/>
                <a:gd name="T61" fmla="*/ 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7" h="895">
                  <a:moveTo>
                    <a:pt x="113" y="0"/>
                  </a:moveTo>
                  <a:lnTo>
                    <a:pt x="139" y="3"/>
                  </a:lnTo>
                  <a:lnTo>
                    <a:pt x="163" y="11"/>
                  </a:lnTo>
                  <a:lnTo>
                    <a:pt x="184" y="24"/>
                  </a:lnTo>
                  <a:lnTo>
                    <a:pt x="202" y="42"/>
                  </a:lnTo>
                  <a:lnTo>
                    <a:pt x="215" y="62"/>
                  </a:lnTo>
                  <a:lnTo>
                    <a:pt x="224" y="87"/>
                  </a:lnTo>
                  <a:lnTo>
                    <a:pt x="227" y="112"/>
                  </a:lnTo>
                  <a:lnTo>
                    <a:pt x="227" y="783"/>
                  </a:lnTo>
                  <a:lnTo>
                    <a:pt x="224" y="809"/>
                  </a:lnTo>
                  <a:lnTo>
                    <a:pt x="215" y="832"/>
                  </a:lnTo>
                  <a:lnTo>
                    <a:pt x="202" y="854"/>
                  </a:lnTo>
                  <a:lnTo>
                    <a:pt x="184" y="871"/>
                  </a:lnTo>
                  <a:lnTo>
                    <a:pt x="163" y="884"/>
                  </a:lnTo>
                  <a:lnTo>
                    <a:pt x="139" y="893"/>
                  </a:lnTo>
                  <a:lnTo>
                    <a:pt x="113" y="895"/>
                  </a:lnTo>
                  <a:lnTo>
                    <a:pt x="87" y="893"/>
                  </a:lnTo>
                  <a:lnTo>
                    <a:pt x="63" y="884"/>
                  </a:lnTo>
                  <a:lnTo>
                    <a:pt x="42" y="871"/>
                  </a:lnTo>
                  <a:lnTo>
                    <a:pt x="25" y="854"/>
                  </a:lnTo>
                  <a:lnTo>
                    <a:pt x="11" y="832"/>
                  </a:lnTo>
                  <a:lnTo>
                    <a:pt x="3" y="809"/>
                  </a:lnTo>
                  <a:lnTo>
                    <a:pt x="0" y="783"/>
                  </a:lnTo>
                  <a:lnTo>
                    <a:pt x="0" y="112"/>
                  </a:lnTo>
                  <a:lnTo>
                    <a:pt x="3" y="87"/>
                  </a:lnTo>
                  <a:lnTo>
                    <a:pt x="11" y="62"/>
                  </a:lnTo>
                  <a:lnTo>
                    <a:pt x="25" y="42"/>
                  </a:lnTo>
                  <a:lnTo>
                    <a:pt x="42" y="24"/>
                  </a:lnTo>
                  <a:lnTo>
                    <a:pt x="63" y="11"/>
                  </a:lnTo>
                  <a:lnTo>
                    <a:pt x="87" y="3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" name="Freeform 72">
              <a:extLst>
                <a:ext uri="{FF2B5EF4-FFF2-40B4-BE49-F238E27FC236}">
                  <a16:creationId xmlns:a16="http://schemas.microsoft.com/office/drawing/2014/main" id="{74E3EDED-B633-468F-B8FE-2F9DFCC86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063" y="3259138"/>
              <a:ext cx="481013" cy="311150"/>
            </a:xfrm>
            <a:custGeom>
              <a:avLst/>
              <a:gdLst>
                <a:gd name="T0" fmla="*/ 3179 w 3330"/>
                <a:gd name="T1" fmla="*/ 0 h 2163"/>
                <a:gd name="T2" fmla="*/ 3239 w 3330"/>
                <a:gd name="T3" fmla="*/ 11 h 2163"/>
                <a:gd name="T4" fmla="*/ 3286 w 3330"/>
                <a:gd name="T5" fmla="*/ 43 h 2163"/>
                <a:gd name="T6" fmla="*/ 3319 w 3330"/>
                <a:gd name="T7" fmla="*/ 91 h 2163"/>
                <a:gd name="T8" fmla="*/ 3330 w 3330"/>
                <a:gd name="T9" fmla="*/ 149 h 2163"/>
                <a:gd name="T10" fmla="*/ 3127 w 3330"/>
                <a:gd name="T11" fmla="*/ 1640 h 2163"/>
                <a:gd name="T12" fmla="*/ 3184 w 3330"/>
                <a:gd name="T13" fmla="*/ 1516 h 2163"/>
                <a:gd name="T14" fmla="*/ 3220 w 3330"/>
                <a:gd name="T15" fmla="*/ 1384 h 2163"/>
                <a:gd name="T16" fmla="*/ 3232 w 3330"/>
                <a:gd name="T17" fmla="*/ 1249 h 2163"/>
                <a:gd name="T18" fmla="*/ 3221 w 3330"/>
                <a:gd name="T19" fmla="*/ 1119 h 2163"/>
                <a:gd name="T20" fmla="*/ 3191 w 3330"/>
                <a:gd name="T21" fmla="*/ 994 h 2163"/>
                <a:gd name="T22" fmla="*/ 3140 w 3330"/>
                <a:gd name="T23" fmla="*/ 878 h 2163"/>
                <a:gd name="T24" fmla="*/ 3069 w 3330"/>
                <a:gd name="T25" fmla="*/ 769 h 2163"/>
                <a:gd name="T26" fmla="*/ 3027 w 3330"/>
                <a:gd name="T27" fmla="*/ 299 h 2163"/>
                <a:gd name="T28" fmla="*/ 303 w 3330"/>
                <a:gd name="T29" fmla="*/ 1865 h 2163"/>
                <a:gd name="T30" fmla="*/ 1952 w 3330"/>
                <a:gd name="T31" fmla="*/ 1903 h 2163"/>
                <a:gd name="T32" fmla="*/ 2058 w 3330"/>
                <a:gd name="T33" fmla="*/ 1965 h 2163"/>
                <a:gd name="T34" fmla="*/ 2173 w 3330"/>
                <a:gd name="T35" fmla="*/ 2011 h 2163"/>
                <a:gd name="T36" fmla="*/ 2294 w 3330"/>
                <a:gd name="T37" fmla="*/ 2040 h 2163"/>
                <a:gd name="T38" fmla="*/ 2419 w 3330"/>
                <a:gd name="T39" fmla="*/ 2049 h 2163"/>
                <a:gd name="T40" fmla="*/ 2558 w 3330"/>
                <a:gd name="T41" fmla="*/ 2037 h 2163"/>
                <a:gd name="T42" fmla="*/ 2692 w 3330"/>
                <a:gd name="T43" fmla="*/ 2002 h 2163"/>
                <a:gd name="T44" fmla="*/ 2817 w 3330"/>
                <a:gd name="T45" fmla="*/ 1945 h 2163"/>
                <a:gd name="T46" fmla="*/ 3031 w 3330"/>
                <a:gd name="T47" fmla="*/ 2156 h 2163"/>
                <a:gd name="T48" fmla="*/ 3041 w 3330"/>
                <a:gd name="T49" fmla="*/ 2163 h 2163"/>
                <a:gd name="T50" fmla="*/ 121 w 3330"/>
                <a:gd name="T51" fmla="*/ 2160 h 2163"/>
                <a:gd name="T52" fmla="*/ 67 w 3330"/>
                <a:gd name="T53" fmla="*/ 2138 h 2163"/>
                <a:gd name="T54" fmla="*/ 26 w 3330"/>
                <a:gd name="T55" fmla="*/ 2097 h 2163"/>
                <a:gd name="T56" fmla="*/ 3 w 3330"/>
                <a:gd name="T57" fmla="*/ 2044 h 2163"/>
                <a:gd name="T58" fmla="*/ 0 w 3330"/>
                <a:gd name="T59" fmla="*/ 149 h 2163"/>
                <a:gd name="T60" fmla="*/ 12 w 3330"/>
                <a:gd name="T61" fmla="*/ 92 h 2163"/>
                <a:gd name="T62" fmla="*/ 45 w 3330"/>
                <a:gd name="T63" fmla="*/ 43 h 2163"/>
                <a:gd name="T64" fmla="*/ 93 w 3330"/>
                <a:gd name="T65" fmla="*/ 11 h 2163"/>
                <a:gd name="T66" fmla="*/ 152 w 3330"/>
                <a:gd name="T67" fmla="*/ 0 h 2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30" h="2163">
                  <a:moveTo>
                    <a:pt x="152" y="0"/>
                  </a:moveTo>
                  <a:lnTo>
                    <a:pt x="3179" y="0"/>
                  </a:lnTo>
                  <a:lnTo>
                    <a:pt x="3210" y="3"/>
                  </a:lnTo>
                  <a:lnTo>
                    <a:pt x="3239" y="11"/>
                  </a:lnTo>
                  <a:lnTo>
                    <a:pt x="3264" y="25"/>
                  </a:lnTo>
                  <a:lnTo>
                    <a:pt x="3286" y="43"/>
                  </a:lnTo>
                  <a:lnTo>
                    <a:pt x="3305" y="65"/>
                  </a:lnTo>
                  <a:lnTo>
                    <a:pt x="3319" y="91"/>
                  </a:lnTo>
                  <a:lnTo>
                    <a:pt x="3327" y="119"/>
                  </a:lnTo>
                  <a:lnTo>
                    <a:pt x="3330" y="149"/>
                  </a:lnTo>
                  <a:lnTo>
                    <a:pt x="3330" y="1841"/>
                  </a:lnTo>
                  <a:lnTo>
                    <a:pt x="3127" y="1640"/>
                  </a:lnTo>
                  <a:lnTo>
                    <a:pt x="3159" y="1579"/>
                  </a:lnTo>
                  <a:lnTo>
                    <a:pt x="3184" y="1516"/>
                  </a:lnTo>
                  <a:lnTo>
                    <a:pt x="3205" y="1452"/>
                  </a:lnTo>
                  <a:lnTo>
                    <a:pt x="3220" y="1384"/>
                  </a:lnTo>
                  <a:lnTo>
                    <a:pt x="3229" y="1317"/>
                  </a:lnTo>
                  <a:lnTo>
                    <a:pt x="3232" y="1249"/>
                  </a:lnTo>
                  <a:lnTo>
                    <a:pt x="3229" y="1183"/>
                  </a:lnTo>
                  <a:lnTo>
                    <a:pt x="3221" y="1119"/>
                  </a:lnTo>
                  <a:lnTo>
                    <a:pt x="3208" y="1056"/>
                  </a:lnTo>
                  <a:lnTo>
                    <a:pt x="3191" y="994"/>
                  </a:lnTo>
                  <a:lnTo>
                    <a:pt x="3167" y="935"/>
                  </a:lnTo>
                  <a:lnTo>
                    <a:pt x="3140" y="878"/>
                  </a:lnTo>
                  <a:lnTo>
                    <a:pt x="3107" y="821"/>
                  </a:lnTo>
                  <a:lnTo>
                    <a:pt x="3069" y="769"/>
                  </a:lnTo>
                  <a:lnTo>
                    <a:pt x="3027" y="719"/>
                  </a:lnTo>
                  <a:lnTo>
                    <a:pt x="3027" y="299"/>
                  </a:lnTo>
                  <a:lnTo>
                    <a:pt x="303" y="299"/>
                  </a:lnTo>
                  <a:lnTo>
                    <a:pt x="303" y="1865"/>
                  </a:lnTo>
                  <a:lnTo>
                    <a:pt x="1902" y="1865"/>
                  </a:lnTo>
                  <a:lnTo>
                    <a:pt x="1952" y="1903"/>
                  </a:lnTo>
                  <a:lnTo>
                    <a:pt x="2004" y="1936"/>
                  </a:lnTo>
                  <a:lnTo>
                    <a:pt x="2058" y="1965"/>
                  </a:lnTo>
                  <a:lnTo>
                    <a:pt x="2114" y="1990"/>
                  </a:lnTo>
                  <a:lnTo>
                    <a:pt x="2173" y="2011"/>
                  </a:lnTo>
                  <a:lnTo>
                    <a:pt x="2233" y="2028"/>
                  </a:lnTo>
                  <a:lnTo>
                    <a:pt x="2294" y="2040"/>
                  </a:lnTo>
                  <a:lnTo>
                    <a:pt x="2356" y="2047"/>
                  </a:lnTo>
                  <a:lnTo>
                    <a:pt x="2419" y="2049"/>
                  </a:lnTo>
                  <a:lnTo>
                    <a:pt x="2490" y="2046"/>
                  </a:lnTo>
                  <a:lnTo>
                    <a:pt x="2558" y="2037"/>
                  </a:lnTo>
                  <a:lnTo>
                    <a:pt x="2625" y="2023"/>
                  </a:lnTo>
                  <a:lnTo>
                    <a:pt x="2692" y="2002"/>
                  </a:lnTo>
                  <a:lnTo>
                    <a:pt x="2756" y="1976"/>
                  </a:lnTo>
                  <a:lnTo>
                    <a:pt x="2817" y="1945"/>
                  </a:lnTo>
                  <a:lnTo>
                    <a:pt x="3027" y="2152"/>
                  </a:lnTo>
                  <a:lnTo>
                    <a:pt x="3031" y="2156"/>
                  </a:lnTo>
                  <a:lnTo>
                    <a:pt x="3037" y="2159"/>
                  </a:lnTo>
                  <a:lnTo>
                    <a:pt x="3041" y="2163"/>
                  </a:lnTo>
                  <a:lnTo>
                    <a:pt x="152" y="2163"/>
                  </a:lnTo>
                  <a:lnTo>
                    <a:pt x="121" y="2160"/>
                  </a:lnTo>
                  <a:lnTo>
                    <a:pt x="93" y="2151"/>
                  </a:lnTo>
                  <a:lnTo>
                    <a:pt x="67" y="2138"/>
                  </a:lnTo>
                  <a:lnTo>
                    <a:pt x="45" y="2119"/>
                  </a:lnTo>
                  <a:lnTo>
                    <a:pt x="26" y="2097"/>
                  </a:lnTo>
                  <a:lnTo>
                    <a:pt x="12" y="2072"/>
                  </a:lnTo>
                  <a:lnTo>
                    <a:pt x="3" y="2044"/>
                  </a:lnTo>
                  <a:lnTo>
                    <a:pt x="0" y="2014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2" y="92"/>
                  </a:lnTo>
                  <a:lnTo>
                    <a:pt x="26" y="65"/>
                  </a:lnTo>
                  <a:lnTo>
                    <a:pt x="45" y="43"/>
                  </a:lnTo>
                  <a:lnTo>
                    <a:pt x="67" y="25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" name="Freeform 73">
              <a:extLst>
                <a:ext uri="{FF2B5EF4-FFF2-40B4-BE49-F238E27FC236}">
                  <a16:creationId xmlns:a16="http://schemas.microsoft.com/office/drawing/2014/main" id="{058EBCEA-D9DA-46CD-B075-84508A1D46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58063" y="3344863"/>
              <a:ext cx="214313" cy="212725"/>
            </a:xfrm>
            <a:custGeom>
              <a:avLst/>
              <a:gdLst>
                <a:gd name="T0" fmla="*/ 558 w 1492"/>
                <a:gd name="T1" fmla="*/ 144 h 1469"/>
                <a:gd name="T2" fmla="*/ 415 w 1492"/>
                <a:gd name="T3" fmla="*/ 194 h 1469"/>
                <a:gd name="T4" fmla="*/ 290 w 1492"/>
                <a:gd name="T5" fmla="*/ 286 h 1469"/>
                <a:gd name="T6" fmla="*/ 198 w 1492"/>
                <a:gd name="T7" fmla="*/ 407 h 1469"/>
                <a:gd name="T8" fmla="*/ 146 w 1492"/>
                <a:gd name="T9" fmla="*/ 550 h 1469"/>
                <a:gd name="T10" fmla="*/ 139 w 1492"/>
                <a:gd name="T11" fmla="*/ 703 h 1469"/>
                <a:gd name="T12" fmla="*/ 176 w 1492"/>
                <a:gd name="T13" fmla="*/ 850 h 1469"/>
                <a:gd name="T14" fmla="*/ 255 w 1492"/>
                <a:gd name="T15" fmla="*/ 979 h 1469"/>
                <a:gd name="T16" fmla="*/ 371 w 1492"/>
                <a:gd name="T17" fmla="*/ 1082 h 1469"/>
                <a:gd name="T18" fmla="*/ 508 w 1492"/>
                <a:gd name="T19" fmla="*/ 1147 h 1469"/>
                <a:gd name="T20" fmla="*/ 661 w 1492"/>
                <a:gd name="T21" fmla="*/ 1169 h 1469"/>
                <a:gd name="T22" fmla="*/ 814 w 1492"/>
                <a:gd name="T23" fmla="*/ 1147 h 1469"/>
                <a:gd name="T24" fmla="*/ 953 w 1492"/>
                <a:gd name="T25" fmla="*/ 1082 h 1469"/>
                <a:gd name="T26" fmla="*/ 1068 w 1492"/>
                <a:gd name="T27" fmla="*/ 979 h 1469"/>
                <a:gd name="T28" fmla="*/ 1147 w 1492"/>
                <a:gd name="T29" fmla="*/ 850 h 1469"/>
                <a:gd name="T30" fmla="*/ 1185 w 1492"/>
                <a:gd name="T31" fmla="*/ 703 h 1469"/>
                <a:gd name="T32" fmla="*/ 1177 w 1492"/>
                <a:gd name="T33" fmla="*/ 550 h 1469"/>
                <a:gd name="T34" fmla="*/ 1126 w 1492"/>
                <a:gd name="T35" fmla="*/ 407 h 1469"/>
                <a:gd name="T36" fmla="*/ 1034 w 1492"/>
                <a:gd name="T37" fmla="*/ 286 h 1469"/>
                <a:gd name="T38" fmla="*/ 909 w 1492"/>
                <a:gd name="T39" fmla="*/ 194 h 1469"/>
                <a:gd name="T40" fmla="*/ 765 w 1492"/>
                <a:gd name="T41" fmla="*/ 144 h 1469"/>
                <a:gd name="T42" fmla="*/ 661 w 1492"/>
                <a:gd name="T43" fmla="*/ 0 h 1469"/>
                <a:gd name="T44" fmla="*/ 834 w 1492"/>
                <a:gd name="T45" fmla="*/ 22 h 1469"/>
                <a:gd name="T46" fmla="*/ 992 w 1492"/>
                <a:gd name="T47" fmla="*/ 87 h 1469"/>
                <a:gd name="T48" fmla="*/ 1130 w 1492"/>
                <a:gd name="T49" fmla="*/ 191 h 1469"/>
                <a:gd name="T50" fmla="*/ 1235 w 1492"/>
                <a:gd name="T51" fmla="*/ 326 h 1469"/>
                <a:gd name="T52" fmla="*/ 1300 w 1492"/>
                <a:gd name="T53" fmla="*/ 482 h 1469"/>
                <a:gd name="T54" fmla="*/ 1322 w 1492"/>
                <a:gd name="T55" fmla="*/ 652 h 1469"/>
                <a:gd name="T56" fmla="*/ 1298 w 1492"/>
                <a:gd name="T57" fmla="*/ 826 h 1469"/>
                <a:gd name="T58" fmla="*/ 1229 w 1492"/>
                <a:gd name="T59" fmla="*/ 986 h 1469"/>
                <a:gd name="T60" fmla="*/ 1189 w 1492"/>
                <a:gd name="T61" fmla="*/ 1112 h 1469"/>
                <a:gd name="T62" fmla="*/ 1233 w 1492"/>
                <a:gd name="T63" fmla="*/ 1122 h 1469"/>
                <a:gd name="T64" fmla="*/ 1484 w 1492"/>
                <a:gd name="T65" fmla="*/ 1370 h 1469"/>
                <a:gd name="T66" fmla="*/ 1490 w 1492"/>
                <a:gd name="T67" fmla="*/ 1419 h 1469"/>
                <a:gd name="T68" fmla="*/ 1458 w 1492"/>
                <a:gd name="T69" fmla="*/ 1461 h 1469"/>
                <a:gd name="T70" fmla="*/ 1407 w 1492"/>
                <a:gd name="T71" fmla="*/ 1467 h 1469"/>
                <a:gd name="T72" fmla="*/ 1149 w 1492"/>
                <a:gd name="T73" fmla="*/ 1225 h 1469"/>
                <a:gd name="T74" fmla="*/ 1130 w 1492"/>
                <a:gd name="T75" fmla="*/ 1186 h 1469"/>
                <a:gd name="T76" fmla="*/ 1051 w 1492"/>
                <a:gd name="T77" fmla="*/ 1177 h 1469"/>
                <a:gd name="T78" fmla="*/ 895 w 1492"/>
                <a:gd name="T79" fmla="*/ 1261 h 1469"/>
                <a:gd name="T80" fmla="*/ 722 w 1492"/>
                <a:gd name="T81" fmla="*/ 1300 h 1469"/>
                <a:gd name="T82" fmla="*/ 546 w 1492"/>
                <a:gd name="T83" fmla="*/ 1293 h 1469"/>
                <a:gd name="T84" fmla="*/ 383 w 1492"/>
                <a:gd name="T85" fmla="*/ 1242 h 1469"/>
                <a:gd name="T86" fmla="*/ 238 w 1492"/>
                <a:gd name="T87" fmla="*/ 1151 h 1469"/>
                <a:gd name="T88" fmla="*/ 120 w 1492"/>
                <a:gd name="T89" fmla="*/ 1024 h 1469"/>
                <a:gd name="T90" fmla="*/ 40 w 1492"/>
                <a:gd name="T91" fmla="*/ 875 h 1469"/>
                <a:gd name="T92" fmla="*/ 4 w 1492"/>
                <a:gd name="T93" fmla="*/ 709 h 1469"/>
                <a:gd name="T94" fmla="*/ 11 w 1492"/>
                <a:gd name="T95" fmla="*/ 537 h 1469"/>
                <a:gd name="T96" fmla="*/ 63 w 1492"/>
                <a:gd name="T97" fmla="*/ 376 h 1469"/>
                <a:gd name="T98" fmla="*/ 155 w 1492"/>
                <a:gd name="T99" fmla="*/ 233 h 1469"/>
                <a:gd name="T100" fmla="*/ 283 w 1492"/>
                <a:gd name="T101" fmla="*/ 117 h 1469"/>
                <a:gd name="T102" fmla="*/ 435 w 1492"/>
                <a:gd name="T103" fmla="*/ 39 h 1469"/>
                <a:gd name="T104" fmla="*/ 603 w 1492"/>
                <a:gd name="T105" fmla="*/ 2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92" h="1469">
                  <a:moveTo>
                    <a:pt x="661" y="134"/>
                  </a:moveTo>
                  <a:lnTo>
                    <a:pt x="609" y="136"/>
                  </a:lnTo>
                  <a:lnTo>
                    <a:pt x="558" y="144"/>
                  </a:lnTo>
                  <a:lnTo>
                    <a:pt x="508" y="156"/>
                  </a:lnTo>
                  <a:lnTo>
                    <a:pt x="461" y="173"/>
                  </a:lnTo>
                  <a:lnTo>
                    <a:pt x="415" y="194"/>
                  </a:lnTo>
                  <a:lnTo>
                    <a:pt x="371" y="220"/>
                  </a:lnTo>
                  <a:lnTo>
                    <a:pt x="329" y="250"/>
                  </a:lnTo>
                  <a:lnTo>
                    <a:pt x="290" y="286"/>
                  </a:lnTo>
                  <a:lnTo>
                    <a:pt x="255" y="324"/>
                  </a:lnTo>
                  <a:lnTo>
                    <a:pt x="225" y="364"/>
                  </a:lnTo>
                  <a:lnTo>
                    <a:pt x="198" y="407"/>
                  </a:lnTo>
                  <a:lnTo>
                    <a:pt x="176" y="453"/>
                  </a:lnTo>
                  <a:lnTo>
                    <a:pt x="159" y="501"/>
                  </a:lnTo>
                  <a:lnTo>
                    <a:pt x="146" y="550"/>
                  </a:lnTo>
                  <a:lnTo>
                    <a:pt x="139" y="600"/>
                  </a:lnTo>
                  <a:lnTo>
                    <a:pt x="136" y="652"/>
                  </a:lnTo>
                  <a:lnTo>
                    <a:pt x="139" y="703"/>
                  </a:lnTo>
                  <a:lnTo>
                    <a:pt x="146" y="753"/>
                  </a:lnTo>
                  <a:lnTo>
                    <a:pt x="159" y="802"/>
                  </a:lnTo>
                  <a:lnTo>
                    <a:pt x="176" y="850"/>
                  </a:lnTo>
                  <a:lnTo>
                    <a:pt x="198" y="895"/>
                  </a:lnTo>
                  <a:lnTo>
                    <a:pt x="225" y="938"/>
                  </a:lnTo>
                  <a:lnTo>
                    <a:pt x="255" y="979"/>
                  </a:lnTo>
                  <a:lnTo>
                    <a:pt x="290" y="1017"/>
                  </a:lnTo>
                  <a:lnTo>
                    <a:pt x="329" y="1052"/>
                  </a:lnTo>
                  <a:lnTo>
                    <a:pt x="371" y="1082"/>
                  </a:lnTo>
                  <a:lnTo>
                    <a:pt x="415" y="1108"/>
                  </a:lnTo>
                  <a:lnTo>
                    <a:pt x="461" y="1130"/>
                  </a:lnTo>
                  <a:lnTo>
                    <a:pt x="508" y="1147"/>
                  </a:lnTo>
                  <a:lnTo>
                    <a:pt x="558" y="1159"/>
                  </a:lnTo>
                  <a:lnTo>
                    <a:pt x="609" y="1166"/>
                  </a:lnTo>
                  <a:lnTo>
                    <a:pt x="661" y="1169"/>
                  </a:lnTo>
                  <a:lnTo>
                    <a:pt x="713" y="1166"/>
                  </a:lnTo>
                  <a:lnTo>
                    <a:pt x="765" y="1159"/>
                  </a:lnTo>
                  <a:lnTo>
                    <a:pt x="814" y="1147"/>
                  </a:lnTo>
                  <a:lnTo>
                    <a:pt x="863" y="1130"/>
                  </a:lnTo>
                  <a:lnTo>
                    <a:pt x="909" y="1108"/>
                  </a:lnTo>
                  <a:lnTo>
                    <a:pt x="953" y="1082"/>
                  </a:lnTo>
                  <a:lnTo>
                    <a:pt x="995" y="1052"/>
                  </a:lnTo>
                  <a:lnTo>
                    <a:pt x="1034" y="1017"/>
                  </a:lnTo>
                  <a:lnTo>
                    <a:pt x="1068" y="979"/>
                  </a:lnTo>
                  <a:lnTo>
                    <a:pt x="1099" y="938"/>
                  </a:lnTo>
                  <a:lnTo>
                    <a:pt x="1126" y="895"/>
                  </a:lnTo>
                  <a:lnTo>
                    <a:pt x="1147" y="850"/>
                  </a:lnTo>
                  <a:lnTo>
                    <a:pt x="1164" y="802"/>
                  </a:lnTo>
                  <a:lnTo>
                    <a:pt x="1177" y="753"/>
                  </a:lnTo>
                  <a:lnTo>
                    <a:pt x="1185" y="703"/>
                  </a:lnTo>
                  <a:lnTo>
                    <a:pt x="1187" y="652"/>
                  </a:lnTo>
                  <a:lnTo>
                    <a:pt x="1185" y="600"/>
                  </a:lnTo>
                  <a:lnTo>
                    <a:pt x="1177" y="550"/>
                  </a:lnTo>
                  <a:lnTo>
                    <a:pt x="1164" y="501"/>
                  </a:lnTo>
                  <a:lnTo>
                    <a:pt x="1147" y="453"/>
                  </a:lnTo>
                  <a:lnTo>
                    <a:pt x="1126" y="407"/>
                  </a:lnTo>
                  <a:lnTo>
                    <a:pt x="1099" y="364"/>
                  </a:lnTo>
                  <a:lnTo>
                    <a:pt x="1068" y="324"/>
                  </a:lnTo>
                  <a:lnTo>
                    <a:pt x="1034" y="286"/>
                  </a:lnTo>
                  <a:lnTo>
                    <a:pt x="995" y="250"/>
                  </a:lnTo>
                  <a:lnTo>
                    <a:pt x="953" y="220"/>
                  </a:lnTo>
                  <a:lnTo>
                    <a:pt x="909" y="194"/>
                  </a:lnTo>
                  <a:lnTo>
                    <a:pt x="863" y="173"/>
                  </a:lnTo>
                  <a:lnTo>
                    <a:pt x="814" y="156"/>
                  </a:lnTo>
                  <a:lnTo>
                    <a:pt x="765" y="144"/>
                  </a:lnTo>
                  <a:lnTo>
                    <a:pt x="713" y="136"/>
                  </a:lnTo>
                  <a:lnTo>
                    <a:pt x="661" y="134"/>
                  </a:lnTo>
                  <a:close/>
                  <a:moveTo>
                    <a:pt x="661" y="0"/>
                  </a:moveTo>
                  <a:lnTo>
                    <a:pt x="721" y="2"/>
                  </a:lnTo>
                  <a:lnTo>
                    <a:pt x="778" y="10"/>
                  </a:lnTo>
                  <a:lnTo>
                    <a:pt x="834" y="22"/>
                  </a:lnTo>
                  <a:lnTo>
                    <a:pt x="888" y="39"/>
                  </a:lnTo>
                  <a:lnTo>
                    <a:pt x="941" y="60"/>
                  </a:lnTo>
                  <a:lnTo>
                    <a:pt x="992" y="87"/>
                  </a:lnTo>
                  <a:lnTo>
                    <a:pt x="1040" y="117"/>
                  </a:lnTo>
                  <a:lnTo>
                    <a:pt x="1086" y="152"/>
                  </a:lnTo>
                  <a:lnTo>
                    <a:pt x="1130" y="191"/>
                  </a:lnTo>
                  <a:lnTo>
                    <a:pt x="1168" y="233"/>
                  </a:lnTo>
                  <a:lnTo>
                    <a:pt x="1204" y="279"/>
                  </a:lnTo>
                  <a:lnTo>
                    <a:pt x="1235" y="326"/>
                  </a:lnTo>
                  <a:lnTo>
                    <a:pt x="1261" y="376"/>
                  </a:lnTo>
                  <a:lnTo>
                    <a:pt x="1283" y="428"/>
                  </a:lnTo>
                  <a:lnTo>
                    <a:pt x="1300" y="482"/>
                  </a:lnTo>
                  <a:lnTo>
                    <a:pt x="1312" y="537"/>
                  </a:lnTo>
                  <a:lnTo>
                    <a:pt x="1320" y="593"/>
                  </a:lnTo>
                  <a:lnTo>
                    <a:pt x="1322" y="652"/>
                  </a:lnTo>
                  <a:lnTo>
                    <a:pt x="1319" y="711"/>
                  </a:lnTo>
                  <a:lnTo>
                    <a:pt x="1312" y="769"/>
                  </a:lnTo>
                  <a:lnTo>
                    <a:pt x="1298" y="826"/>
                  </a:lnTo>
                  <a:lnTo>
                    <a:pt x="1280" y="882"/>
                  </a:lnTo>
                  <a:lnTo>
                    <a:pt x="1256" y="935"/>
                  </a:lnTo>
                  <a:lnTo>
                    <a:pt x="1229" y="986"/>
                  </a:lnTo>
                  <a:lnTo>
                    <a:pt x="1195" y="1034"/>
                  </a:lnTo>
                  <a:lnTo>
                    <a:pt x="1157" y="1081"/>
                  </a:lnTo>
                  <a:lnTo>
                    <a:pt x="1189" y="1112"/>
                  </a:lnTo>
                  <a:lnTo>
                    <a:pt x="1204" y="1112"/>
                  </a:lnTo>
                  <a:lnTo>
                    <a:pt x="1218" y="1115"/>
                  </a:lnTo>
                  <a:lnTo>
                    <a:pt x="1233" y="1122"/>
                  </a:lnTo>
                  <a:lnTo>
                    <a:pt x="1245" y="1131"/>
                  </a:lnTo>
                  <a:lnTo>
                    <a:pt x="1472" y="1356"/>
                  </a:lnTo>
                  <a:lnTo>
                    <a:pt x="1484" y="1370"/>
                  </a:lnTo>
                  <a:lnTo>
                    <a:pt x="1490" y="1386"/>
                  </a:lnTo>
                  <a:lnTo>
                    <a:pt x="1492" y="1402"/>
                  </a:lnTo>
                  <a:lnTo>
                    <a:pt x="1490" y="1419"/>
                  </a:lnTo>
                  <a:lnTo>
                    <a:pt x="1484" y="1436"/>
                  </a:lnTo>
                  <a:lnTo>
                    <a:pt x="1472" y="1450"/>
                  </a:lnTo>
                  <a:lnTo>
                    <a:pt x="1458" y="1461"/>
                  </a:lnTo>
                  <a:lnTo>
                    <a:pt x="1442" y="1467"/>
                  </a:lnTo>
                  <a:lnTo>
                    <a:pt x="1424" y="1469"/>
                  </a:lnTo>
                  <a:lnTo>
                    <a:pt x="1407" y="1467"/>
                  </a:lnTo>
                  <a:lnTo>
                    <a:pt x="1391" y="1461"/>
                  </a:lnTo>
                  <a:lnTo>
                    <a:pt x="1376" y="1450"/>
                  </a:lnTo>
                  <a:lnTo>
                    <a:pt x="1149" y="1225"/>
                  </a:lnTo>
                  <a:lnTo>
                    <a:pt x="1139" y="1213"/>
                  </a:lnTo>
                  <a:lnTo>
                    <a:pt x="1133" y="1200"/>
                  </a:lnTo>
                  <a:lnTo>
                    <a:pt x="1130" y="1186"/>
                  </a:lnTo>
                  <a:lnTo>
                    <a:pt x="1130" y="1171"/>
                  </a:lnTo>
                  <a:lnTo>
                    <a:pt x="1098" y="1140"/>
                  </a:lnTo>
                  <a:lnTo>
                    <a:pt x="1051" y="1177"/>
                  </a:lnTo>
                  <a:lnTo>
                    <a:pt x="1001" y="1209"/>
                  </a:lnTo>
                  <a:lnTo>
                    <a:pt x="949" y="1238"/>
                  </a:lnTo>
                  <a:lnTo>
                    <a:pt x="895" y="1261"/>
                  </a:lnTo>
                  <a:lnTo>
                    <a:pt x="839" y="1279"/>
                  </a:lnTo>
                  <a:lnTo>
                    <a:pt x="782" y="1292"/>
                  </a:lnTo>
                  <a:lnTo>
                    <a:pt x="722" y="1300"/>
                  </a:lnTo>
                  <a:lnTo>
                    <a:pt x="661" y="1303"/>
                  </a:lnTo>
                  <a:lnTo>
                    <a:pt x="603" y="1300"/>
                  </a:lnTo>
                  <a:lnTo>
                    <a:pt x="546" y="1293"/>
                  </a:lnTo>
                  <a:lnTo>
                    <a:pt x="490" y="1281"/>
                  </a:lnTo>
                  <a:lnTo>
                    <a:pt x="435" y="1264"/>
                  </a:lnTo>
                  <a:lnTo>
                    <a:pt x="383" y="1242"/>
                  </a:lnTo>
                  <a:lnTo>
                    <a:pt x="332" y="1216"/>
                  </a:lnTo>
                  <a:lnTo>
                    <a:pt x="283" y="1185"/>
                  </a:lnTo>
                  <a:lnTo>
                    <a:pt x="238" y="1151"/>
                  </a:lnTo>
                  <a:lnTo>
                    <a:pt x="194" y="1112"/>
                  </a:lnTo>
                  <a:lnTo>
                    <a:pt x="155" y="1070"/>
                  </a:lnTo>
                  <a:lnTo>
                    <a:pt x="120" y="1024"/>
                  </a:lnTo>
                  <a:lnTo>
                    <a:pt x="89" y="976"/>
                  </a:lnTo>
                  <a:lnTo>
                    <a:pt x="63" y="926"/>
                  </a:lnTo>
                  <a:lnTo>
                    <a:pt x="40" y="875"/>
                  </a:lnTo>
                  <a:lnTo>
                    <a:pt x="23" y="820"/>
                  </a:lnTo>
                  <a:lnTo>
                    <a:pt x="11" y="765"/>
                  </a:lnTo>
                  <a:lnTo>
                    <a:pt x="4" y="709"/>
                  </a:lnTo>
                  <a:lnTo>
                    <a:pt x="0" y="652"/>
                  </a:lnTo>
                  <a:lnTo>
                    <a:pt x="4" y="593"/>
                  </a:lnTo>
                  <a:lnTo>
                    <a:pt x="11" y="537"/>
                  </a:lnTo>
                  <a:lnTo>
                    <a:pt x="23" y="482"/>
                  </a:lnTo>
                  <a:lnTo>
                    <a:pt x="40" y="428"/>
                  </a:lnTo>
                  <a:lnTo>
                    <a:pt x="63" y="376"/>
                  </a:lnTo>
                  <a:lnTo>
                    <a:pt x="89" y="326"/>
                  </a:lnTo>
                  <a:lnTo>
                    <a:pt x="120" y="279"/>
                  </a:lnTo>
                  <a:lnTo>
                    <a:pt x="155" y="233"/>
                  </a:lnTo>
                  <a:lnTo>
                    <a:pt x="194" y="191"/>
                  </a:lnTo>
                  <a:lnTo>
                    <a:pt x="238" y="152"/>
                  </a:lnTo>
                  <a:lnTo>
                    <a:pt x="283" y="117"/>
                  </a:lnTo>
                  <a:lnTo>
                    <a:pt x="332" y="87"/>
                  </a:lnTo>
                  <a:lnTo>
                    <a:pt x="383" y="60"/>
                  </a:lnTo>
                  <a:lnTo>
                    <a:pt x="435" y="39"/>
                  </a:lnTo>
                  <a:lnTo>
                    <a:pt x="490" y="22"/>
                  </a:lnTo>
                  <a:lnTo>
                    <a:pt x="546" y="10"/>
                  </a:lnTo>
                  <a:lnTo>
                    <a:pt x="603" y="2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0F4C088-913C-4BEF-9712-636D72A8E060}"/>
              </a:ext>
            </a:extLst>
          </p:cNvPr>
          <p:cNvGrpSpPr/>
          <p:nvPr/>
        </p:nvGrpSpPr>
        <p:grpSpPr>
          <a:xfrm flipH="1">
            <a:off x="4737900" y="626220"/>
            <a:ext cx="299443" cy="327753"/>
            <a:chOff x="6062663" y="2401888"/>
            <a:chExt cx="436563" cy="47783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0" name="Freeform 83">
              <a:extLst>
                <a:ext uri="{FF2B5EF4-FFF2-40B4-BE49-F238E27FC236}">
                  <a16:creationId xmlns:a16="http://schemas.microsoft.com/office/drawing/2014/main" id="{D74CBC02-EE47-4D2E-8845-37ACB0159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2663" y="2641600"/>
              <a:ext cx="436563" cy="238125"/>
            </a:xfrm>
            <a:custGeom>
              <a:avLst/>
              <a:gdLst>
                <a:gd name="T0" fmla="*/ 522 w 3023"/>
                <a:gd name="T1" fmla="*/ 710 h 1645"/>
                <a:gd name="T2" fmla="*/ 488 w 3023"/>
                <a:gd name="T3" fmla="*/ 729 h 1645"/>
                <a:gd name="T4" fmla="*/ 468 w 3023"/>
                <a:gd name="T5" fmla="*/ 764 h 1645"/>
                <a:gd name="T6" fmla="*/ 465 w 3023"/>
                <a:gd name="T7" fmla="*/ 1169 h 1645"/>
                <a:gd name="T8" fmla="*/ 476 w 3023"/>
                <a:gd name="T9" fmla="*/ 1208 h 1645"/>
                <a:gd name="T10" fmla="*/ 504 w 3023"/>
                <a:gd name="T11" fmla="*/ 1235 h 1645"/>
                <a:gd name="T12" fmla="*/ 543 w 3023"/>
                <a:gd name="T13" fmla="*/ 1245 h 1645"/>
                <a:gd name="T14" fmla="*/ 2502 w 3023"/>
                <a:gd name="T15" fmla="*/ 1243 h 1645"/>
                <a:gd name="T16" fmla="*/ 2535 w 3023"/>
                <a:gd name="T17" fmla="*/ 1223 h 1645"/>
                <a:gd name="T18" fmla="*/ 2555 w 3023"/>
                <a:gd name="T19" fmla="*/ 1189 h 1645"/>
                <a:gd name="T20" fmla="*/ 2558 w 3023"/>
                <a:gd name="T21" fmla="*/ 785 h 1645"/>
                <a:gd name="T22" fmla="*/ 2548 w 3023"/>
                <a:gd name="T23" fmla="*/ 745 h 1645"/>
                <a:gd name="T24" fmla="*/ 2519 w 3023"/>
                <a:gd name="T25" fmla="*/ 718 h 1645"/>
                <a:gd name="T26" fmla="*/ 2481 w 3023"/>
                <a:gd name="T27" fmla="*/ 708 h 1645"/>
                <a:gd name="T28" fmla="*/ 543 w 3023"/>
                <a:gd name="T29" fmla="*/ 0 h 1645"/>
                <a:gd name="T30" fmla="*/ 731 w 3023"/>
                <a:gd name="T31" fmla="*/ 171 h 1645"/>
                <a:gd name="T32" fmla="*/ 730 w 3023"/>
                <a:gd name="T33" fmla="*/ 235 h 1645"/>
                <a:gd name="T34" fmla="*/ 747 w 3023"/>
                <a:gd name="T35" fmla="*/ 297 h 1645"/>
                <a:gd name="T36" fmla="*/ 779 w 3023"/>
                <a:gd name="T37" fmla="*/ 352 h 1645"/>
                <a:gd name="T38" fmla="*/ 828 w 3023"/>
                <a:gd name="T39" fmla="*/ 397 h 1645"/>
                <a:gd name="T40" fmla="*/ 886 w 3023"/>
                <a:gd name="T41" fmla="*/ 426 h 1645"/>
                <a:gd name="T42" fmla="*/ 949 w 3023"/>
                <a:gd name="T43" fmla="*/ 438 h 1645"/>
                <a:gd name="T44" fmla="*/ 1013 w 3023"/>
                <a:gd name="T45" fmla="*/ 432 h 1645"/>
                <a:gd name="T46" fmla="*/ 1075 w 3023"/>
                <a:gd name="T47" fmla="*/ 408 h 1645"/>
                <a:gd name="T48" fmla="*/ 1949 w 3023"/>
                <a:gd name="T49" fmla="*/ 408 h 1645"/>
                <a:gd name="T50" fmla="*/ 2004 w 3023"/>
                <a:gd name="T51" fmla="*/ 431 h 1645"/>
                <a:gd name="T52" fmla="*/ 2063 w 3023"/>
                <a:gd name="T53" fmla="*/ 438 h 1645"/>
                <a:gd name="T54" fmla="*/ 2132 w 3023"/>
                <a:gd name="T55" fmla="*/ 428 h 1645"/>
                <a:gd name="T56" fmla="*/ 2196 w 3023"/>
                <a:gd name="T57" fmla="*/ 397 h 1645"/>
                <a:gd name="T58" fmla="*/ 2244 w 3023"/>
                <a:gd name="T59" fmla="*/ 352 h 1645"/>
                <a:gd name="T60" fmla="*/ 2276 w 3023"/>
                <a:gd name="T61" fmla="*/ 297 h 1645"/>
                <a:gd name="T62" fmla="*/ 2293 w 3023"/>
                <a:gd name="T63" fmla="*/ 235 h 1645"/>
                <a:gd name="T64" fmla="*/ 2292 w 3023"/>
                <a:gd name="T65" fmla="*/ 171 h 1645"/>
                <a:gd name="T66" fmla="*/ 2481 w 3023"/>
                <a:gd name="T67" fmla="*/ 0 h 1645"/>
                <a:gd name="T68" fmla="*/ 2532 w 3023"/>
                <a:gd name="T69" fmla="*/ 9 h 1645"/>
                <a:gd name="T70" fmla="*/ 2577 w 3023"/>
                <a:gd name="T71" fmla="*/ 34 h 1645"/>
                <a:gd name="T72" fmla="*/ 2985 w 3023"/>
                <a:gd name="T73" fmla="*/ 361 h 1645"/>
                <a:gd name="T74" fmla="*/ 3013 w 3023"/>
                <a:gd name="T75" fmla="*/ 408 h 1645"/>
                <a:gd name="T76" fmla="*/ 3023 w 3023"/>
                <a:gd name="T77" fmla="*/ 462 h 1645"/>
                <a:gd name="T78" fmla="*/ 3020 w 3023"/>
                <a:gd name="T79" fmla="*/ 1522 h 1645"/>
                <a:gd name="T80" fmla="*/ 2997 w 3023"/>
                <a:gd name="T81" fmla="*/ 1577 h 1645"/>
                <a:gd name="T82" fmla="*/ 2955 w 3023"/>
                <a:gd name="T83" fmla="*/ 1619 h 1645"/>
                <a:gd name="T84" fmla="*/ 2900 w 3023"/>
                <a:gd name="T85" fmla="*/ 1641 h 1645"/>
                <a:gd name="T86" fmla="*/ 155 w 3023"/>
                <a:gd name="T87" fmla="*/ 1645 h 1645"/>
                <a:gd name="T88" fmla="*/ 95 w 3023"/>
                <a:gd name="T89" fmla="*/ 1633 h 1645"/>
                <a:gd name="T90" fmla="*/ 46 w 3023"/>
                <a:gd name="T91" fmla="*/ 1600 h 1645"/>
                <a:gd name="T92" fmla="*/ 13 w 3023"/>
                <a:gd name="T93" fmla="*/ 1551 h 1645"/>
                <a:gd name="T94" fmla="*/ 0 w 3023"/>
                <a:gd name="T95" fmla="*/ 1491 h 1645"/>
                <a:gd name="T96" fmla="*/ 3 w 3023"/>
                <a:gd name="T97" fmla="*/ 434 h 1645"/>
                <a:gd name="T98" fmla="*/ 22 w 3023"/>
                <a:gd name="T99" fmla="*/ 383 h 1645"/>
                <a:gd name="T100" fmla="*/ 59 w 3023"/>
                <a:gd name="T101" fmla="*/ 341 h 1645"/>
                <a:gd name="T102" fmla="*/ 467 w 3023"/>
                <a:gd name="T103" fmla="*/ 19 h 1645"/>
                <a:gd name="T104" fmla="*/ 516 w 3023"/>
                <a:gd name="T105" fmla="*/ 2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23" h="1645">
                  <a:moveTo>
                    <a:pt x="543" y="708"/>
                  </a:moveTo>
                  <a:lnTo>
                    <a:pt x="522" y="710"/>
                  </a:lnTo>
                  <a:lnTo>
                    <a:pt x="504" y="718"/>
                  </a:lnTo>
                  <a:lnTo>
                    <a:pt x="488" y="729"/>
                  </a:lnTo>
                  <a:lnTo>
                    <a:pt x="476" y="745"/>
                  </a:lnTo>
                  <a:lnTo>
                    <a:pt x="468" y="764"/>
                  </a:lnTo>
                  <a:lnTo>
                    <a:pt x="465" y="785"/>
                  </a:lnTo>
                  <a:lnTo>
                    <a:pt x="465" y="1169"/>
                  </a:lnTo>
                  <a:lnTo>
                    <a:pt x="468" y="1189"/>
                  </a:lnTo>
                  <a:lnTo>
                    <a:pt x="476" y="1208"/>
                  </a:lnTo>
                  <a:lnTo>
                    <a:pt x="488" y="1223"/>
                  </a:lnTo>
                  <a:lnTo>
                    <a:pt x="504" y="1235"/>
                  </a:lnTo>
                  <a:lnTo>
                    <a:pt x="522" y="1243"/>
                  </a:lnTo>
                  <a:lnTo>
                    <a:pt x="543" y="1245"/>
                  </a:lnTo>
                  <a:lnTo>
                    <a:pt x="2481" y="1245"/>
                  </a:lnTo>
                  <a:lnTo>
                    <a:pt x="2502" y="1243"/>
                  </a:lnTo>
                  <a:lnTo>
                    <a:pt x="2519" y="1235"/>
                  </a:lnTo>
                  <a:lnTo>
                    <a:pt x="2535" y="1223"/>
                  </a:lnTo>
                  <a:lnTo>
                    <a:pt x="2548" y="1208"/>
                  </a:lnTo>
                  <a:lnTo>
                    <a:pt x="2555" y="1189"/>
                  </a:lnTo>
                  <a:lnTo>
                    <a:pt x="2558" y="1169"/>
                  </a:lnTo>
                  <a:lnTo>
                    <a:pt x="2558" y="785"/>
                  </a:lnTo>
                  <a:lnTo>
                    <a:pt x="2555" y="764"/>
                  </a:lnTo>
                  <a:lnTo>
                    <a:pt x="2548" y="745"/>
                  </a:lnTo>
                  <a:lnTo>
                    <a:pt x="2535" y="729"/>
                  </a:lnTo>
                  <a:lnTo>
                    <a:pt x="2519" y="718"/>
                  </a:lnTo>
                  <a:lnTo>
                    <a:pt x="2502" y="710"/>
                  </a:lnTo>
                  <a:lnTo>
                    <a:pt x="2481" y="708"/>
                  </a:lnTo>
                  <a:lnTo>
                    <a:pt x="543" y="708"/>
                  </a:lnTo>
                  <a:close/>
                  <a:moveTo>
                    <a:pt x="543" y="0"/>
                  </a:moveTo>
                  <a:lnTo>
                    <a:pt x="758" y="0"/>
                  </a:lnTo>
                  <a:lnTo>
                    <a:pt x="731" y="171"/>
                  </a:lnTo>
                  <a:lnTo>
                    <a:pt x="728" y="203"/>
                  </a:lnTo>
                  <a:lnTo>
                    <a:pt x="730" y="235"/>
                  </a:lnTo>
                  <a:lnTo>
                    <a:pt x="736" y="267"/>
                  </a:lnTo>
                  <a:lnTo>
                    <a:pt x="747" y="297"/>
                  </a:lnTo>
                  <a:lnTo>
                    <a:pt x="762" y="326"/>
                  </a:lnTo>
                  <a:lnTo>
                    <a:pt x="779" y="352"/>
                  </a:lnTo>
                  <a:lnTo>
                    <a:pt x="801" y="376"/>
                  </a:lnTo>
                  <a:lnTo>
                    <a:pt x="828" y="397"/>
                  </a:lnTo>
                  <a:lnTo>
                    <a:pt x="856" y="413"/>
                  </a:lnTo>
                  <a:lnTo>
                    <a:pt x="886" y="426"/>
                  </a:lnTo>
                  <a:lnTo>
                    <a:pt x="917" y="434"/>
                  </a:lnTo>
                  <a:lnTo>
                    <a:pt x="949" y="438"/>
                  </a:lnTo>
                  <a:lnTo>
                    <a:pt x="982" y="437"/>
                  </a:lnTo>
                  <a:lnTo>
                    <a:pt x="1013" y="432"/>
                  </a:lnTo>
                  <a:lnTo>
                    <a:pt x="1044" y="423"/>
                  </a:lnTo>
                  <a:lnTo>
                    <a:pt x="1075" y="408"/>
                  </a:lnTo>
                  <a:lnTo>
                    <a:pt x="1512" y="165"/>
                  </a:lnTo>
                  <a:lnTo>
                    <a:pt x="1949" y="408"/>
                  </a:lnTo>
                  <a:lnTo>
                    <a:pt x="1976" y="422"/>
                  </a:lnTo>
                  <a:lnTo>
                    <a:pt x="2004" y="431"/>
                  </a:lnTo>
                  <a:lnTo>
                    <a:pt x="2033" y="436"/>
                  </a:lnTo>
                  <a:lnTo>
                    <a:pt x="2063" y="438"/>
                  </a:lnTo>
                  <a:lnTo>
                    <a:pt x="2097" y="435"/>
                  </a:lnTo>
                  <a:lnTo>
                    <a:pt x="2132" y="428"/>
                  </a:lnTo>
                  <a:lnTo>
                    <a:pt x="2164" y="414"/>
                  </a:lnTo>
                  <a:lnTo>
                    <a:pt x="2196" y="397"/>
                  </a:lnTo>
                  <a:lnTo>
                    <a:pt x="2222" y="376"/>
                  </a:lnTo>
                  <a:lnTo>
                    <a:pt x="2244" y="352"/>
                  </a:lnTo>
                  <a:lnTo>
                    <a:pt x="2262" y="326"/>
                  </a:lnTo>
                  <a:lnTo>
                    <a:pt x="2276" y="297"/>
                  </a:lnTo>
                  <a:lnTo>
                    <a:pt x="2287" y="267"/>
                  </a:lnTo>
                  <a:lnTo>
                    <a:pt x="2293" y="235"/>
                  </a:lnTo>
                  <a:lnTo>
                    <a:pt x="2295" y="203"/>
                  </a:lnTo>
                  <a:lnTo>
                    <a:pt x="2292" y="171"/>
                  </a:lnTo>
                  <a:lnTo>
                    <a:pt x="2265" y="0"/>
                  </a:lnTo>
                  <a:lnTo>
                    <a:pt x="2481" y="0"/>
                  </a:lnTo>
                  <a:lnTo>
                    <a:pt x="2507" y="2"/>
                  </a:lnTo>
                  <a:lnTo>
                    <a:pt x="2532" y="9"/>
                  </a:lnTo>
                  <a:lnTo>
                    <a:pt x="2555" y="19"/>
                  </a:lnTo>
                  <a:lnTo>
                    <a:pt x="2577" y="34"/>
                  </a:lnTo>
                  <a:lnTo>
                    <a:pt x="2965" y="341"/>
                  </a:lnTo>
                  <a:lnTo>
                    <a:pt x="2985" y="361"/>
                  </a:lnTo>
                  <a:lnTo>
                    <a:pt x="3001" y="383"/>
                  </a:lnTo>
                  <a:lnTo>
                    <a:pt x="3013" y="408"/>
                  </a:lnTo>
                  <a:lnTo>
                    <a:pt x="3020" y="434"/>
                  </a:lnTo>
                  <a:lnTo>
                    <a:pt x="3023" y="462"/>
                  </a:lnTo>
                  <a:lnTo>
                    <a:pt x="3023" y="1491"/>
                  </a:lnTo>
                  <a:lnTo>
                    <a:pt x="3020" y="1522"/>
                  </a:lnTo>
                  <a:lnTo>
                    <a:pt x="3011" y="1551"/>
                  </a:lnTo>
                  <a:lnTo>
                    <a:pt x="2997" y="1577"/>
                  </a:lnTo>
                  <a:lnTo>
                    <a:pt x="2977" y="1600"/>
                  </a:lnTo>
                  <a:lnTo>
                    <a:pt x="2955" y="1619"/>
                  </a:lnTo>
                  <a:lnTo>
                    <a:pt x="2929" y="1633"/>
                  </a:lnTo>
                  <a:lnTo>
                    <a:pt x="2900" y="1641"/>
                  </a:lnTo>
                  <a:lnTo>
                    <a:pt x="2868" y="1645"/>
                  </a:lnTo>
                  <a:lnTo>
                    <a:pt x="155" y="1645"/>
                  </a:lnTo>
                  <a:lnTo>
                    <a:pt x="124" y="1641"/>
                  </a:lnTo>
                  <a:lnTo>
                    <a:pt x="95" y="1633"/>
                  </a:lnTo>
                  <a:lnTo>
                    <a:pt x="68" y="1619"/>
                  </a:lnTo>
                  <a:lnTo>
                    <a:pt x="46" y="1600"/>
                  </a:lnTo>
                  <a:lnTo>
                    <a:pt x="26" y="1577"/>
                  </a:lnTo>
                  <a:lnTo>
                    <a:pt x="13" y="1551"/>
                  </a:lnTo>
                  <a:lnTo>
                    <a:pt x="3" y="1522"/>
                  </a:lnTo>
                  <a:lnTo>
                    <a:pt x="0" y="1491"/>
                  </a:lnTo>
                  <a:lnTo>
                    <a:pt x="0" y="462"/>
                  </a:lnTo>
                  <a:lnTo>
                    <a:pt x="3" y="434"/>
                  </a:lnTo>
                  <a:lnTo>
                    <a:pt x="10" y="408"/>
                  </a:lnTo>
                  <a:lnTo>
                    <a:pt x="22" y="383"/>
                  </a:lnTo>
                  <a:lnTo>
                    <a:pt x="39" y="361"/>
                  </a:lnTo>
                  <a:lnTo>
                    <a:pt x="59" y="341"/>
                  </a:lnTo>
                  <a:lnTo>
                    <a:pt x="446" y="34"/>
                  </a:lnTo>
                  <a:lnTo>
                    <a:pt x="467" y="19"/>
                  </a:lnTo>
                  <a:lnTo>
                    <a:pt x="491" y="9"/>
                  </a:lnTo>
                  <a:lnTo>
                    <a:pt x="516" y="2"/>
                  </a:lnTo>
                  <a:lnTo>
                    <a:pt x="5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" name="Freeform 84">
              <a:extLst>
                <a:ext uri="{FF2B5EF4-FFF2-40B4-BE49-F238E27FC236}">
                  <a16:creationId xmlns:a16="http://schemas.microsoft.com/office/drawing/2014/main" id="{9D54707D-3FA7-45FC-AC77-A210A9B992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0451" y="2401888"/>
              <a:ext cx="279400" cy="280988"/>
            </a:xfrm>
            <a:custGeom>
              <a:avLst/>
              <a:gdLst>
                <a:gd name="T0" fmla="*/ 997 w 1936"/>
                <a:gd name="T1" fmla="*/ 624 h 1948"/>
                <a:gd name="T2" fmla="*/ 968 w 1936"/>
                <a:gd name="T3" fmla="*/ 638 h 1948"/>
                <a:gd name="T4" fmla="*/ 948 w 1936"/>
                <a:gd name="T5" fmla="*/ 662 h 1948"/>
                <a:gd name="T6" fmla="*/ 931 w 1936"/>
                <a:gd name="T7" fmla="*/ 692 h 1948"/>
                <a:gd name="T8" fmla="*/ 913 w 1936"/>
                <a:gd name="T9" fmla="*/ 723 h 1948"/>
                <a:gd name="T10" fmla="*/ 887 w 1936"/>
                <a:gd name="T11" fmla="*/ 752 h 1948"/>
                <a:gd name="T12" fmla="*/ 849 w 1936"/>
                <a:gd name="T13" fmla="*/ 774 h 1948"/>
                <a:gd name="T14" fmla="*/ 780 w 1936"/>
                <a:gd name="T15" fmla="*/ 791 h 1948"/>
                <a:gd name="T16" fmla="*/ 737 w 1936"/>
                <a:gd name="T17" fmla="*/ 802 h 1948"/>
                <a:gd name="T18" fmla="*/ 710 w 1936"/>
                <a:gd name="T19" fmla="*/ 817 h 1948"/>
                <a:gd name="T20" fmla="*/ 697 w 1936"/>
                <a:gd name="T21" fmla="*/ 841 h 1948"/>
                <a:gd name="T22" fmla="*/ 697 w 1936"/>
                <a:gd name="T23" fmla="*/ 876 h 1948"/>
                <a:gd name="T24" fmla="*/ 708 w 1936"/>
                <a:gd name="T25" fmla="*/ 901 h 1948"/>
                <a:gd name="T26" fmla="*/ 728 w 1936"/>
                <a:gd name="T27" fmla="*/ 915 h 1948"/>
                <a:gd name="T28" fmla="*/ 756 w 1936"/>
                <a:gd name="T29" fmla="*/ 919 h 1948"/>
                <a:gd name="T30" fmla="*/ 907 w 1936"/>
                <a:gd name="T31" fmla="*/ 1359 h 1948"/>
                <a:gd name="T32" fmla="*/ 911 w 1936"/>
                <a:gd name="T33" fmla="*/ 1400 h 1948"/>
                <a:gd name="T34" fmla="*/ 927 w 1936"/>
                <a:gd name="T35" fmla="*/ 1432 h 1948"/>
                <a:gd name="T36" fmla="*/ 954 w 1936"/>
                <a:gd name="T37" fmla="*/ 1453 h 1948"/>
                <a:gd name="T38" fmla="*/ 995 w 1936"/>
                <a:gd name="T39" fmla="*/ 1461 h 1948"/>
                <a:gd name="T40" fmla="*/ 1037 w 1936"/>
                <a:gd name="T41" fmla="*/ 1453 h 1948"/>
                <a:gd name="T42" fmla="*/ 1064 w 1936"/>
                <a:gd name="T43" fmla="*/ 1432 h 1948"/>
                <a:gd name="T44" fmla="*/ 1080 w 1936"/>
                <a:gd name="T45" fmla="*/ 1400 h 1948"/>
                <a:gd name="T46" fmla="*/ 1084 w 1936"/>
                <a:gd name="T47" fmla="*/ 1359 h 1948"/>
                <a:gd name="T48" fmla="*/ 1083 w 1936"/>
                <a:gd name="T49" fmla="*/ 679 h 1948"/>
                <a:gd name="T50" fmla="*/ 1072 w 1936"/>
                <a:gd name="T51" fmla="*/ 648 h 1948"/>
                <a:gd name="T52" fmla="*/ 1054 w 1936"/>
                <a:gd name="T53" fmla="*/ 631 h 1948"/>
                <a:gd name="T54" fmla="*/ 1029 w 1936"/>
                <a:gd name="T55" fmla="*/ 623 h 1948"/>
                <a:gd name="T56" fmla="*/ 968 w 1936"/>
                <a:gd name="T57" fmla="*/ 0 h 1948"/>
                <a:gd name="T58" fmla="*/ 1002 w 1936"/>
                <a:gd name="T59" fmla="*/ 9 h 1948"/>
                <a:gd name="T60" fmla="*/ 1028 w 1936"/>
                <a:gd name="T61" fmla="*/ 29 h 1948"/>
                <a:gd name="T62" fmla="*/ 1296 w 1936"/>
                <a:gd name="T63" fmla="*/ 598 h 1948"/>
                <a:gd name="T64" fmla="*/ 1892 w 1936"/>
                <a:gd name="T65" fmla="*/ 693 h 1948"/>
                <a:gd name="T66" fmla="*/ 1923 w 1936"/>
                <a:gd name="T67" fmla="*/ 719 h 1948"/>
                <a:gd name="T68" fmla="*/ 1936 w 1936"/>
                <a:gd name="T69" fmla="*/ 754 h 1948"/>
                <a:gd name="T70" fmla="*/ 1933 w 1936"/>
                <a:gd name="T71" fmla="*/ 788 h 1948"/>
                <a:gd name="T72" fmla="*/ 1915 w 1936"/>
                <a:gd name="T73" fmla="*/ 816 h 1948"/>
                <a:gd name="T74" fmla="*/ 1595 w 1936"/>
                <a:gd name="T75" fmla="*/ 1859 h 1948"/>
                <a:gd name="T76" fmla="*/ 1593 w 1936"/>
                <a:gd name="T77" fmla="*/ 1893 h 1948"/>
                <a:gd name="T78" fmla="*/ 1576 w 1936"/>
                <a:gd name="T79" fmla="*/ 1922 h 1948"/>
                <a:gd name="T80" fmla="*/ 1549 w 1936"/>
                <a:gd name="T81" fmla="*/ 1942 h 1948"/>
                <a:gd name="T82" fmla="*/ 1519 w 1936"/>
                <a:gd name="T83" fmla="*/ 1948 h 1948"/>
                <a:gd name="T84" fmla="*/ 1481 w 1936"/>
                <a:gd name="T85" fmla="*/ 1938 h 1948"/>
                <a:gd name="T86" fmla="*/ 454 w 1936"/>
                <a:gd name="T87" fmla="*/ 1938 h 1948"/>
                <a:gd name="T88" fmla="*/ 422 w 1936"/>
                <a:gd name="T89" fmla="*/ 1948 h 1948"/>
                <a:gd name="T90" fmla="*/ 387 w 1936"/>
                <a:gd name="T91" fmla="*/ 1942 h 1948"/>
                <a:gd name="T92" fmla="*/ 359 w 1936"/>
                <a:gd name="T93" fmla="*/ 1922 h 1948"/>
                <a:gd name="T94" fmla="*/ 342 w 1936"/>
                <a:gd name="T95" fmla="*/ 1893 h 1948"/>
                <a:gd name="T96" fmla="*/ 340 w 1936"/>
                <a:gd name="T97" fmla="*/ 1859 h 1948"/>
                <a:gd name="T98" fmla="*/ 21 w 1936"/>
                <a:gd name="T99" fmla="*/ 816 h 1948"/>
                <a:gd name="T100" fmla="*/ 3 w 1936"/>
                <a:gd name="T101" fmla="*/ 788 h 1948"/>
                <a:gd name="T102" fmla="*/ 0 w 1936"/>
                <a:gd name="T103" fmla="*/ 754 h 1948"/>
                <a:gd name="T104" fmla="*/ 12 w 1936"/>
                <a:gd name="T105" fmla="*/ 719 h 1948"/>
                <a:gd name="T106" fmla="*/ 44 w 1936"/>
                <a:gd name="T107" fmla="*/ 693 h 1948"/>
                <a:gd name="T108" fmla="*/ 640 w 1936"/>
                <a:gd name="T109" fmla="*/ 598 h 1948"/>
                <a:gd name="T110" fmla="*/ 907 w 1936"/>
                <a:gd name="T111" fmla="*/ 29 h 1948"/>
                <a:gd name="T112" fmla="*/ 933 w 1936"/>
                <a:gd name="T113" fmla="*/ 9 h 1948"/>
                <a:gd name="T114" fmla="*/ 968 w 1936"/>
                <a:gd name="T115" fmla="*/ 0 h 1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36" h="1948">
                  <a:moveTo>
                    <a:pt x="1016" y="622"/>
                  </a:moveTo>
                  <a:lnTo>
                    <a:pt x="997" y="624"/>
                  </a:lnTo>
                  <a:lnTo>
                    <a:pt x="981" y="630"/>
                  </a:lnTo>
                  <a:lnTo>
                    <a:pt x="968" y="638"/>
                  </a:lnTo>
                  <a:lnTo>
                    <a:pt x="957" y="649"/>
                  </a:lnTo>
                  <a:lnTo>
                    <a:pt x="948" y="662"/>
                  </a:lnTo>
                  <a:lnTo>
                    <a:pt x="939" y="676"/>
                  </a:lnTo>
                  <a:lnTo>
                    <a:pt x="931" y="692"/>
                  </a:lnTo>
                  <a:lnTo>
                    <a:pt x="923" y="708"/>
                  </a:lnTo>
                  <a:lnTo>
                    <a:pt x="913" y="723"/>
                  </a:lnTo>
                  <a:lnTo>
                    <a:pt x="901" y="738"/>
                  </a:lnTo>
                  <a:lnTo>
                    <a:pt x="887" y="752"/>
                  </a:lnTo>
                  <a:lnTo>
                    <a:pt x="870" y="765"/>
                  </a:lnTo>
                  <a:lnTo>
                    <a:pt x="849" y="774"/>
                  </a:lnTo>
                  <a:lnTo>
                    <a:pt x="824" y="782"/>
                  </a:lnTo>
                  <a:lnTo>
                    <a:pt x="780" y="791"/>
                  </a:lnTo>
                  <a:lnTo>
                    <a:pt x="757" y="796"/>
                  </a:lnTo>
                  <a:lnTo>
                    <a:pt x="737" y="802"/>
                  </a:lnTo>
                  <a:lnTo>
                    <a:pt x="721" y="808"/>
                  </a:lnTo>
                  <a:lnTo>
                    <a:pt x="710" y="817"/>
                  </a:lnTo>
                  <a:lnTo>
                    <a:pt x="703" y="827"/>
                  </a:lnTo>
                  <a:lnTo>
                    <a:pt x="697" y="841"/>
                  </a:lnTo>
                  <a:lnTo>
                    <a:pt x="696" y="857"/>
                  </a:lnTo>
                  <a:lnTo>
                    <a:pt x="697" y="876"/>
                  </a:lnTo>
                  <a:lnTo>
                    <a:pt x="702" y="891"/>
                  </a:lnTo>
                  <a:lnTo>
                    <a:pt x="708" y="901"/>
                  </a:lnTo>
                  <a:lnTo>
                    <a:pt x="716" y="909"/>
                  </a:lnTo>
                  <a:lnTo>
                    <a:pt x="728" y="915"/>
                  </a:lnTo>
                  <a:lnTo>
                    <a:pt x="740" y="918"/>
                  </a:lnTo>
                  <a:lnTo>
                    <a:pt x="756" y="919"/>
                  </a:lnTo>
                  <a:lnTo>
                    <a:pt x="907" y="919"/>
                  </a:lnTo>
                  <a:lnTo>
                    <a:pt x="907" y="1359"/>
                  </a:lnTo>
                  <a:lnTo>
                    <a:pt x="908" y="1380"/>
                  </a:lnTo>
                  <a:lnTo>
                    <a:pt x="911" y="1400"/>
                  </a:lnTo>
                  <a:lnTo>
                    <a:pt x="917" y="1418"/>
                  </a:lnTo>
                  <a:lnTo>
                    <a:pt x="927" y="1432"/>
                  </a:lnTo>
                  <a:lnTo>
                    <a:pt x="938" y="1445"/>
                  </a:lnTo>
                  <a:lnTo>
                    <a:pt x="954" y="1453"/>
                  </a:lnTo>
                  <a:lnTo>
                    <a:pt x="973" y="1458"/>
                  </a:lnTo>
                  <a:lnTo>
                    <a:pt x="995" y="1461"/>
                  </a:lnTo>
                  <a:lnTo>
                    <a:pt x="1018" y="1458"/>
                  </a:lnTo>
                  <a:lnTo>
                    <a:pt x="1037" y="1453"/>
                  </a:lnTo>
                  <a:lnTo>
                    <a:pt x="1053" y="1445"/>
                  </a:lnTo>
                  <a:lnTo>
                    <a:pt x="1064" y="1432"/>
                  </a:lnTo>
                  <a:lnTo>
                    <a:pt x="1073" y="1418"/>
                  </a:lnTo>
                  <a:lnTo>
                    <a:pt x="1080" y="1400"/>
                  </a:lnTo>
                  <a:lnTo>
                    <a:pt x="1083" y="1380"/>
                  </a:lnTo>
                  <a:lnTo>
                    <a:pt x="1084" y="1359"/>
                  </a:lnTo>
                  <a:lnTo>
                    <a:pt x="1084" y="701"/>
                  </a:lnTo>
                  <a:lnTo>
                    <a:pt x="1083" y="679"/>
                  </a:lnTo>
                  <a:lnTo>
                    <a:pt x="1079" y="662"/>
                  </a:lnTo>
                  <a:lnTo>
                    <a:pt x="1072" y="648"/>
                  </a:lnTo>
                  <a:lnTo>
                    <a:pt x="1064" y="638"/>
                  </a:lnTo>
                  <a:lnTo>
                    <a:pt x="1054" y="631"/>
                  </a:lnTo>
                  <a:lnTo>
                    <a:pt x="1042" y="625"/>
                  </a:lnTo>
                  <a:lnTo>
                    <a:pt x="1029" y="623"/>
                  </a:lnTo>
                  <a:lnTo>
                    <a:pt x="1016" y="622"/>
                  </a:lnTo>
                  <a:close/>
                  <a:moveTo>
                    <a:pt x="968" y="0"/>
                  </a:moveTo>
                  <a:lnTo>
                    <a:pt x="985" y="2"/>
                  </a:lnTo>
                  <a:lnTo>
                    <a:pt x="1002" y="9"/>
                  </a:lnTo>
                  <a:lnTo>
                    <a:pt x="1016" y="17"/>
                  </a:lnTo>
                  <a:lnTo>
                    <a:pt x="1028" y="29"/>
                  </a:lnTo>
                  <a:lnTo>
                    <a:pt x="1038" y="45"/>
                  </a:lnTo>
                  <a:lnTo>
                    <a:pt x="1296" y="598"/>
                  </a:lnTo>
                  <a:lnTo>
                    <a:pt x="1871" y="687"/>
                  </a:lnTo>
                  <a:lnTo>
                    <a:pt x="1892" y="693"/>
                  </a:lnTo>
                  <a:lnTo>
                    <a:pt x="1909" y="703"/>
                  </a:lnTo>
                  <a:lnTo>
                    <a:pt x="1923" y="719"/>
                  </a:lnTo>
                  <a:lnTo>
                    <a:pt x="1933" y="738"/>
                  </a:lnTo>
                  <a:lnTo>
                    <a:pt x="1936" y="754"/>
                  </a:lnTo>
                  <a:lnTo>
                    <a:pt x="1936" y="771"/>
                  </a:lnTo>
                  <a:lnTo>
                    <a:pt x="1933" y="788"/>
                  </a:lnTo>
                  <a:lnTo>
                    <a:pt x="1925" y="802"/>
                  </a:lnTo>
                  <a:lnTo>
                    <a:pt x="1915" y="816"/>
                  </a:lnTo>
                  <a:lnTo>
                    <a:pt x="1496" y="1248"/>
                  </a:lnTo>
                  <a:lnTo>
                    <a:pt x="1595" y="1859"/>
                  </a:lnTo>
                  <a:lnTo>
                    <a:pt x="1596" y="1877"/>
                  </a:lnTo>
                  <a:lnTo>
                    <a:pt x="1593" y="1893"/>
                  </a:lnTo>
                  <a:lnTo>
                    <a:pt x="1586" y="1909"/>
                  </a:lnTo>
                  <a:lnTo>
                    <a:pt x="1576" y="1922"/>
                  </a:lnTo>
                  <a:lnTo>
                    <a:pt x="1563" y="1934"/>
                  </a:lnTo>
                  <a:lnTo>
                    <a:pt x="1549" y="1942"/>
                  </a:lnTo>
                  <a:lnTo>
                    <a:pt x="1534" y="1946"/>
                  </a:lnTo>
                  <a:lnTo>
                    <a:pt x="1519" y="1948"/>
                  </a:lnTo>
                  <a:lnTo>
                    <a:pt x="1499" y="1945"/>
                  </a:lnTo>
                  <a:lnTo>
                    <a:pt x="1481" y="1938"/>
                  </a:lnTo>
                  <a:lnTo>
                    <a:pt x="968" y="1653"/>
                  </a:lnTo>
                  <a:lnTo>
                    <a:pt x="454" y="1938"/>
                  </a:lnTo>
                  <a:lnTo>
                    <a:pt x="439" y="1945"/>
                  </a:lnTo>
                  <a:lnTo>
                    <a:pt x="422" y="1948"/>
                  </a:lnTo>
                  <a:lnTo>
                    <a:pt x="404" y="1947"/>
                  </a:lnTo>
                  <a:lnTo>
                    <a:pt x="387" y="1942"/>
                  </a:lnTo>
                  <a:lnTo>
                    <a:pt x="373" y="1934"/>
                  </a:lnTo>
                  <a:lnTo>
                    <a:pt x="359" y="1922"/>
                  </a:lnTo>
                  <a:lnTo>
                    <a:pt x="350" y="1909"/>
                  </a:lnTo>
                  <a:lnTo>
                    <a:pt x="342" y="1893"/>
                  </a:lnTo>
                  <a:lnTo>
                    <a:pt x="339" y="1877"/>
                  </a:lnTo>
                  <a:lnTo>
                    <a:pt x="340" y="1859"/>
                  </a:lnTo>
                  <a:lnTo>
                    <a:pt x="440" y="1247"/>
                  </a:lnTo>
                  <a:lnTo>
                    <a:pt x="21" y="816"/>
                  </a:lnTo>
                  <a:lnTo>
                    <a:pt x="10" y="802"/>
                  </a:lnTo>
                  <a:lnTo>
                    <a:pt x="3" y="788"/>
                  </a:lnTo>
                  <a:lnTo>
                    <a:pt x="0" y="771"/>
                  </a:lnTo>
                  <a:lnTo>
                    <a:pt x="0" y="754"/>
                  </a:lnTo>
                  <a:lnTo>
                    <a:pt x="3" y="738"/>
                  </a:lnTo>
                  <a:lnTo>
                    <a:pt x="12" y="719"/>
                  </a:lnTo>
                  <a:lnTo>
                    <a:pt x="26" y="703"/>
                  </a:lnTo>
                  <a:lnTo>
                    <a:pt x="44" y="693"/>
                  </a:lnTo>
                  <a:lnTo>
                    <a:pt x="65" y="687"/>
                  </a:lnTo>
                  <a:lnTo>
                    <a:pt x="640" y="598"/>
                  </a:lnTo>
                  <a:lnTo>
                    <a:pt x="897" y="45"/>
                  </a:lnTo>
                  <a:lnTo>
                    <a:pt x="907" y="29"/>
                  </a:lnTo>
                  <a:lnTo>
                    <a:pt x="918" y="17"/>
                  </a:lnTo>
                  <a:lnTo>
                    <a:pt x="933" y="9"/>
                  </a:lnTo>
                  <a:lnTo>
                    <a:pt x="950" y="2"/>
                  </a:lnTo>
                  <a:lnTo>
                    <a:pt x="9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D6DD5C5-A5C0-4A31-B63E-6D6DB68A562B}"/>
              </a:ext>
            </a:extLst>
          </p:cNvPr>
          <p:cNvGrpSpPr/>
          <p:nvPr/>
        </p:nvGrpSpPr>
        <p:grpSpPr>
          <a:xfrm flipH="1">
            <a:off x="1210847" y="626217"/>
            <a:ext cx="311420" cy="327755"/>
            <a:chOff x="5638800" y="1503363"/>
            <a:chExt cx="454025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3" name="Freeform 89">
              <a:extLst>
                <a:ext uri="{FF2B5EF4-FFF2-40B4-BE49-F238E27FC236}">
                  <a16:creationId xmlns:a16="http://schemas.microsoft.com/office/drawing/2014/main" id="{B98239D5-3D10-4865-9C1E-FBB086DC5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0" y="1839913"/>
              <a:ext cx="107950" cy="141288"/>
            </a:xfrm>
            <a:custGeom>
              <a:avLst/>
              <a:gdLst>
                <a:gd name="T0" fmla="*/ 150 w 752"/>
                <a:gd name="T1" fmla="*/ 0 h 979"/>
                <a:gd name="T2" fmla="*/ 601 w 752"/>
                <a:gd name="T3" fmla="*/ 0 h 979"/>
                <a:gd name="T4" fmla="*/ 632 w 752"/>
                <a:gd name="T5" fmla="*/ 3 h 979"/>
                <a:gd name="T6" fmla="*/ 660 w 752"/>
                <a:gd name="T7" fmla="*/ 12 h 979"/>
                <a:gd name="T8" fmla="*/ 685 w 752"/>
                <a:gd name="T9" fmla="*/ 26 h 979"/>
                <a:gd name="T10" fmla="*/ 708 w 752"/>
                <a:gd name="T11" fmla="*/ 45 h 979"/>
                <a:gd name="T12" fmla="*/ 726 w 752"/>
                <a:gd name="T13" fmla="*/ 67 h 979"/>
                <a:gd name="T14" fmla="*/ 741 w 752"/>
                <a:gd name="T15" fmla="*/ 93 h 979"/>
                <a:gd name="T16" fmla="*/ 749 w 752"/>
                <a:gd name="T17" fmla="*/ 121 h 979"/>
                <a:gd name="T18" fmla="*/ 752 w 752"/>
                <a:gd name="T19" fmla="*/ 151 h 979"/>
                <a:gd name="T20" fmla="*/ 752 w 752"/>
                <a:gd name="T21" fmla="*/ 828 h 979"/>
                <a:gd name="T22" fmla="*/ 749 w 752"/>
                <a:gd name="T23" fmla="*/ 858 h 979"/>
                <a:gd name="T24" fmla="*/ 741 w 752"/>
                <a:gd name="T25" fmla="*/ 886 h 979"/>
                <a:gd name="T26" fmla="*/ 726 w 752"/>
                <a:gd name="T27" fmla="*/ 912 h 979"/>
                <a:gd name="T28" fmla="*/ 708 w 752"/>
                <a:gd name="T29" fmla="*/ 934 h 979"/>
                <a:gd name="T30" fmla="*/ 685 w 752"/>
                <a:gd name="T31" fmla="*/ 953 h 979"/>
                <a:gd name="T32" fmla="*/ 660 w 752"/>
                <a:gd name="T33" fmla="*/ 966 h 979"/>
                <a:gd name="T34" fmla="*/ 632 w 752"/>
                <a:gd name="T35" fmla="*/ 976 h 979"/>
                <a:gd name="T36" fmla="*/ 601 w 752"/>
                <a:gd name="T37" fmla="*/ 979 h 979"/>
                <a:gd name="T38" fmla="*/ 150 w 752"/>
                <a:gd name="T39" fmla="*/ 979 h 979"/>
                <a:gd name="T40" fmla="*/ 120 w 752"/>
                <a:gd name="T41" fmla="*/ 976 h 979"/>
                <a:gd name="T42" fmla="*/ 92 w 752"/>
                <a:gd name="T43" fmla="*/ 966 h 979"/>
                <a:gd name="T44" fmla="*/ 67 w 752"/>
                <a:gd name="T45" fmla="*/ 953 h 979"/>
                <a:gd name="T46" fmla="*/ 44 w 752"/>
                <a:gd name="T47" fmla="*/ 934 h 979"/>
                <a:gd name="T48" fmla="*/ 26 w 752"/>
                <a:gd name="T49" fmla="*/ 912 h 979"/>
                <a:gd name="T50" fmla="*/ 11 w 752"/>
                <a:gd name="T51" fmla="*/ 886 h 979"/>
                <a:gd name="T52" fmla="*/ 3 w 752"/>
                <a:gd name="T53" fmla="*/ 858 h 979"/>
                <a:gd name="T54" fmla="*/ 0 w 752"/>
                <a:gd name="T55" fmla="*/ 828 h 979"/>
                <a:gd name="T56" fmla="*/ 0 w 752"/>
                <a:gd name="T57" fmla="*/ 151 h 979"/>
                <a:gd name="T58" fmla="*/ 3 w 752"/>
                <a:gd name="T59" fmla="*/ 121 h 979"/>
                <a:gd name="T60" fmla="*/ 11 w 752"/>
                <a:gd name="T61" fmla="*/ 93 h 979"/>
                <a:gd name="T62" fmla="*/ 26 w 752"/>
                <a:gd name="T63" fmla="*/ 67 h 979"/>
                <a:gd name="T64" fmla="*/ 44 w 752"/>
                <a:gd name="T65" fmla="*/ 45 h 979"/>
                <a:gd name="T66" fmla="*/ 67 w 752"/>
                <a:gd name="T67" fmla="*/ 26 h 979"/>
                <a:gd name="T68" fmla="*/ 92 w 752"/>
                <a:gd name="T69" fmla="*/ 12 h 979"/>
                <a:gd name="T70" fmla="*/ 120 w 752"/>
                <a:gd name="T71" fmla="*/ 3 h 979"/>
                <a:gd name="T72" fmla="*/ 150 w 752"/>
                <a:gd name="T73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2" h="979">
                  <a:moveTo>
                    <a:pt x="150" y="0"/>
                  </a:moveTo>
                  <a:lnTo>
                    <a:pt x="601" y="0"/>
                  </a:lnTo>
                  <a:lnTo>
                    <a:pt x="632" y="3"/>
                  </a:lnTo>
                  <a:lnTo>
                    <a:pt x="660" y="12"/>
                  </a:lnTo>
                  <a:lnTo>
                    <a:pt x="685" y="26"/>
                  </a:lnTo>
                  <a:lnTo>
                    <a:pt x="708" y="45"/>
                  </a:lnTo>
                  <a:lnTo>
                    <a:pt x="726" y="67"/>
                  </a:lnTo>
                  <a:lnTo>
                    <a:pt x="741" y="93"/>
                  </a:lnTo>
                  <a:lnTo>
                    <a:pt x="749" y="121"/>
                  </a:lnTo>
                  <a:lnTo>
                    <a:pt x="752" y="151"/>
                  </a:lnTo>
                  <a:lnTo>
                    <a:pt x="752" y="828"/>
                  </a:lnTo>
                  <a:lnTo>
                    <a:pt x="749" y="858"/>
                  </a:lnTo>
                  <a:lnTo>
                    <a:pt x="741" y="886"/>
                  </a:lnTo>
                  <a:lnTo>
                    <a:pt x="726" y="912"/>
                  </a:lnTo>
                  <a:lnTo>
                    <a:pt x="708" y="934"/>
                  </a:lnTo>
                  <a:lnTo>
                    <a:pt x="685" y="953"/>
                  </a:lnTo>
                  <a:lnTo>
                    <a:pt x="660" y="966"/>
                  </a:lnTo>
                  <a:lnTo>
                    <a:pt x="632" y="976"/>
                  </a:lnTo>
                  <a:lnTo>
                    <a:pt x="601" y="979"/>
                  </a:lnTo>
                  <a:lnTo>
                    <a:pt x="150" y="979"/>
                  </a:lnTo>
                  <a:lnTo>
                    <a:pt x="120" y="976"/>
                  </a:lnTo>
                  <a:lnTo>
                    <a:pt x="92" y="966"/>
                  </a:lnTo>
                  <a:lnTo>
                    <a:pt x="67" y="953"/>
                  </a:lnTo>
                  <a:lnTo>
                    <a:pt x="44" y="934"/>
                  </a:lnTo>
                  <a:lnTo>
                    <a:pt x="26" y="912"/>
                  </a:lnTo>
                  <a:lnTo>
                    <a:pt x="11" y="886"/>
                  </a:lnTo>
                  <a:lnTo>
                    <a:pt x="3" y="858"/>
                  </a:lnTo>
                  <a:lnTo>
                    <a:pt x="0" y="828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1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7" y="26"/>
                  </a:lnTo>
                  <a:lnTo>
                    <a:pt x="92" y="12"/>
                  </a:lnTo>
                  <a:lnTo>
                    <a:pt x="120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" name="Freeform 90">
              <a:extLst>
                <a:ext uri="{FF2B5EF4-FFF2-40B4-BE49-F238E27FC236}">
                  <a16:creationId xmlns:a16="http://schemas.microsoft.com/office/drawing/2014/main" id="{84412801-A9E3-4E48-9A5B-C144DA30B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075" y="1763713"/>
              <a:ext cx="107950" cy="217488"/>
            </a:xfrm>
            <a:custGeom>
              <a:avLst/>
              <a:gdLst>
                <a:gd name="T0" fmla="*/ 151 w 752"/>
                <a:gd name="T1" fmla="*/ 0 h 1505"/>
                <a:gd name="T2" fmla="*/ 602 w 752"/>
                <a:gd name="T3" fmla="*/ 0 h 1505"/>
                <a:gd name="T4" fmla="*/ 632 w 752"/>
                <a:gd name="T5" fmla="*/ 3 h 1505"/>
                <a:gd name="T6" fmla="*/ 660 w 752"/>
                <a:gd name="T7" fmla="*/ 12 h 1505"/>
                <a:gd name="T8" fmla="*/ 686 w 752"/>
                <a:gd name="T9" fmla="*/ 26 h 1505"/>
                <a:gd name="T10" fmla="*/ 708 w 752"/>
                <a:gd name="T11" fmla="*/ 44 h 1505"/>
                <a:gd name="T12" fmla="*/ 727 w 752"/>
                <a:gd name="T13" fmla="*/ 66 h 1505"/>
                <a:gd name="T14" fmla="*/ 740 w 752"/>
                <a:gd name="T15" fmla="*/ 92 h 1505"/>
                <a:gd name="T16" fmla="*/ 749 w 752"/>
                <a:gd name="T17" fmla="*/ 120 h 1505"/>
                <a:gd name="T18" fmla="*/ 752 w 752"/>
                <a:gd name="T19" fmla="*/ 151 h 1505"/>
                <a:gd name="T20" fmla="*/ 752 w 752"/>
                <a:gd name="T21" fmla="*/ 1354 h 1505"/>
                <a:gd name="T22" fmla="*/ 749 w 752"/>
                <a:gd name="T23" fmla="*/ 1384 h 1505"/>
                <a:gd name="T24" fmla="*/ 740 w 752"/>
                <a:gd name="T25" fmla="*/ 1412 h 1505"/>
                <a:gd name="T26" fmla="*/ 727 w 752"/>
                <a:gd name="T27" fmla="*/ 1438 h 1505"/>
                <a:gd name="T28" fmla="*/ 708 w 752"/>
                <a:gd name="T29" fmla="*/ 1460 h 1505"/>
                <a:gd name="T30" fmla="*/ 686 w 752"/>
                <a:gd name="T31" fmla="*/ 1479 h 1505"/>
                <a:gd name="T32" fmla="*/ 660 w 752"/>
                <a:gd name="T33" fmla="*/ 1492 h 1505"/>
                <a:gd name="T34" fmla="*/ 632 w 752"/>
                <a:gd name="T35" fmla="*/ 1502 h 1505"/>
                <a:gd name="T36" fmla="*/ 602 w 752"/>
                <a:gd name="T37" fmla="*/ 1505 h 1505"/>
                <a:gd name="T38" fmla="*/ 151 w 752"/>
                <a:gd name="T39" fmla="*/ 1505 h 1505"/>
                <a:gd name="T40" fmla="*/ 121 w 752"/>
                <a:gd name="T41" fmla="*/ 1502 h 1505"/>
                <a:gd name="T42" fmla="*/ 92 w 752"/>
                <a:gd name="T43" fmla="*/ 1492 h 1505"/>
                <a:gd name="T44" fmla="*/ 66 w 752"/>
                <a:gd name="T45" fmla="*/ 1479 h 1505"/>
                <a:gd name="T46" fmla="*/ 45 w 752"/>
                <a:gd name="T47" fmla="*/ 1460 h 1505"/>
                <a:gd name="T48" fmla="*/ 26 w 752"/>
                <a:gd name="T49" fmla="*/ 1438 h 1505"/>
                <a:gd name="T50" fmla="*/ 12 w 752"/>
                <a:gd name="T51" fmla="*/ 1412 h 1505"/>
                <a:gd name="T52" fmla="*/ 3 w 752"/>
                <a:gd name="T53" fmla="*/ 1384 h 1505"/>
                <a:gd name="T54" fmla="*/ 0 w 752"/>
                <a:gd name="T55" fmla="*/ 1354 h 1505"/>
                <a:gd name="T56" fmla="*/ 0 w 752"/>
                <a:gd name="T57" fmla="*/ 151 h 1505"/>
                <a:gd name="T58" fmla="*/ 3 w 752"/>
                <a:gd name="T59" fmla="*/ 120 h 1505"/>
                <a:gd name="T60" fmla="*/ 12 w 752"/>
                <a:gd name="T61" fmla="*/ 92 h 1505"/>
                <a:gd name="T62" fmla="*/ 26 w 752"/>
                <a:gd name="T63" fmla="*/ 66 h 1505"/>
                <a:gd name="T64" fmla="*/ 45 w 752"/>
                <a:gd name="T65" fmla="*/ 44 h 1505"/>
                <a:gd name="T66" fmla="*/ 66 w 752"/>
                <a:gd name="T67" fmla="*/ 26 h 1505"/>
                <a:gd name="T68" fmla="*/ 92 w 752"/>
                <a:gd name="T69" fmla="*/ 12 h 1505"/>
                <a:gd name="T70" fmla="*/ 121 w 752"/>
                <a:gd name="T71" fmla="*/ 3 h 1505"/>
                <a:gd name="T72" fmla="*/ 151 w 752"/>
                <a:gd name="T73" fmla="*/ 0 h 1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2" h="1505">
                  <a:moveTo>
                    <a:pt x="151" y="0"/>
                  </a:moveTo>
                  <a:lnTo>
                    <a:pt x="602" y="0"/>
                  </a:lnTo>
                  <a:lnTo>
                    <a:pt x="632" y="3"/>
                  </a:lnTo>
                  <a:lnTo>
                    <a:pt x="660" y="12"/>
                  </a:lnTo>
                  <a:lnTo>
                    <a:pt x="686" y="26"/>
                  </a:lnTo>
                  <a:lnTo>
                    <a:pt x="708" y="44"/>
                  </a:lnTo>
                  <a:lnTo>
                    <a:pt x="727" y="66"/>
                  </a:lnTo>
                  <a:lnTo>
                    <a:pt x="740" y="92"/>
                  </a:lnTo>
                  <a:lnTo>
                    <a:pt x="749" y="120"/>
                  </a:lnTo>
                  <a:lnTo>
                    <a:pt x="752" y="151"/>
                  </a:lnTo>
                  <a:lnTo>
                    <a:pt x="752" y="1354"/>
                  </a:lnTo>
                  <a:lnTo>
                    <a:pt x="749" y="1384"/>
                  </a:lnTo>
                  <a:lnTo>
                    <a:pt x="740" y="1412"/>
                  </a:lnTo>
                  <a:lnTo>
                    <a:pt x="727" y="1438"/>
                  </a:lnTo>
                  <a:lnTo>
                    <a:pt x="708" y="1460"/>
                  </a:lnTo>
                  <a:lnTo>
                    <a:pt x="686" y="1479"/>
                  </a:lnTo>
                  <a:lnTo>
                    <a:pt x="660" y="1492"/>
                  </a:lnTo>
                  <a:lnTo>
                    <a:pt x="632" y="1502"/>
                  </a:lnTo>
                  <a:lnTo>
                    <a:pt x="602" y="1505"/>
                  </a:lnTo>
                  <a:lnTo>
                    <a:pt x="151" y="1505"/>
                  </a:lnTo>
                  <a:lnTo>
                    <a:pt x="121" y="1502"/>
                  </a:lnTo>
                  <a:lnTo>
                    <a:pt x="92" y="1492"/>
                  </a:lnTo>
                  <a:lnTo>
                    <a:pt x="66" y="1479"/>
                  </a:lnTo>
                  <a:lnTo>
                    <a:pt x="45" y="1460"/>
                  </a:lnTo>
                  <a:lnTo>
                    <a:pt x="26" y="1438"/>
                  </a:lnTo>
                  <a:lnTo>
                    <a:pt x="12" y="1412"/>
                  </a:lnTo>
                  <a:lnTo>
                    <a:pt x="3" y="1384"/>
                  </a:lnTo>
                  <a:lnTo>
                    <a:pt x="0" y="1354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6" y="26"/>
                  </a:lnTo>
                  <a:lnTo>
                    <a:pt x="92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" name="Freeform 91">
              <a:extLst>
                <a:ext uri="{FF2B5EF4-FFF2-40B4-BE49-F238E27FC236}">
                  <a16:creationId xmlns:a16="http://schemas.microsoft.com/office/drawing/2014/main" id="{383CC7BC-5E8E-44F8-9C1A-2AEBB2D45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5350" y="1677988"/>
              <a:ext cx="107950" cy="303213"/>
            </a:xfrm>
            <a:custGeom>
              <a:avLst/>
              <a:gdLst>
                <a:gd name="T0" fmla="*/ 150 w 752"/>
                <a:gd name="T1" fmla="*/ 0 h 2106"/>
                <a:gd name="T2" fmla="*/ 601 w 752"/>
                <a:gd name="T3" fmla="*/ 0 h 2106"/>
                <a:gd name="T4" fmla="*/ 631 w 752"/>
                <a:gd name="T5" fmla="*/ 3 h 2106"/>
                <a:gd name="T6" fmla="*/ 659 w 752"/>
                <a:gd name="T7" fmla="*/ 11 h 2106"/>
                <a:gd name="T8" fmla="*/ 685 w 752"/>
                <a:gd name="T9" fmla="*/ 25 h 2106"/>
                <a:gd name="T10" fmla="*/ 707 w 752"/>
                <a:gd name="T11" fmla="*/ 43 h 2106"/>
                <a:gd name="T12" fmla="*/ 726 w 752"/>
                <a:gd name="T13" fmla="*/ 66 h 2106"/>
                <a:gd name="T14" fmla="*/ 739 w 752"/>
                <a:gd name="T15" fmla="*/ 91 h 2106"/>
                <a:gd name="T16" fmla="*/ 749 w 752"/>
                <a:gd name="T17" fmla="*/ 119 h 2106"/>
                <a:gd name="T18" fmla="*/ 752 w 752"/>
                <a:gd name="T19" fmla="*/ 149 h 2106"/>
                <a:gd name="T20" fmla="*/ 752 w 752"/>
                <a:gd name="T21" fmla="*/ 1955 h 2106"/>
                <a:gd name="T22" fmla="*/ 749 w 752"/>
                <a:gd name="T23" fmla="*/ 1985 h 2106"/>
                <a:gd name="T24" fmla="*/ 739 w 752"/>
                <a:gd name="T25" fmla="*/ 2013 h 2106"/>
                <a:gd name="T26" fmla="*/ 726 w 752"/>
                <a:gd name="T27" fmla="*/ 2039 h 2106"/>
                <a:gd name="T28" fmla="*/ 707 w 752"/>
                <a:gd name="T29" fmla="*/ 2061 h 2106"/>
                <a:gd name="T30" fmla="*/ 685 w 752"/>
                <a:gd name="T31" fmla="*/ 2080 h 2106"/>
                <a:gd name="T32" fmla="*/ 659 w 752"/>
                <a:gd name="T33" fmla="*/ 2093 h 2106"/>
                <a:gd name="T34" fmla="*/ 631 w 752"/>
                <a:gd name="T35" fmla="*/ 2103 h 2106"/>
                <a:gd name="T36" fmla="*/ 601 w 752"/>
                <a:gd name="T37" fmla="*/ 2106 h 2106"/>
                <a:gd name="T38" fmla="*/ 150 w 752"/>
                <a:gd name="T39" fmla="*/ 2106 h 2106"/>
                <a:gd name="T40" fmla="*/ 119 w 752"/>
                <a:gd name="T41" fmla="*/ 2103 h 2106"/>
                <a:gd name="T42" fmla="*/ 91 w 752"/>
                <a:gd name="T43" fmla="*/ 2093 h 2106"/>
                <a:gd name="T44" fmla="*/ 65 w 752"/>
                <a:gd name="T45" fmla="*/ 2080 h 2106"/>
                <a:gd name="T46" fmla="*/ 44 w 752"/>
                <a:gd name="T47" fmla="*/ 2061 h 2106"/>
                <a:gd name="T48" fmla="*/ 25 w 752"/>
                <a:gd name="T49" fmla="*/ 2039 h 2106"/>
                <a:gd name="T50" fmla="*/ 11 w 752"/>
                <a:gd name="T51" fmla="*/ 2013 h 2106"/>
                <a:gd name="T52" fmla="*/ 3 w 752"/>
                <a:gd name="T53" fmla="*/ 1985 h 2106"/>
                <a:gd name="T54" fmla="*/ 0 w 752"/>
                <a:gd name="T55" fmla="*/ 1955 h 2106"/>
                <a:gd name="T56" fmla="*/ 0 w 752"/>
                <a:gd name="T57" fmla="*/ 149 h 2106"/>
                <a:gd name="T58" fmla="*/ 3 w 752"/>
                <a:gd name="T59" fmla="*/ 119 h 2106"/>
                <a:gd name="T60" fmla="*/ 11 w 752"/>
                <a:gd name="T61" fmla="*/ 91 h 2106"/>
                <a:gd name="T62" fmla="*/ 25 w 752"/>
                <a:gd name="T63" fmla="*/ 66 h 2106"/>
                <a:gd name="T64" fmla="*/ 44 w 752"/>
                <a:gd name="T65" fmla="*/ 43 h 2106"/>
                <a:gd name="T66" fmla="*/ 65 w 752"/>
                <a:gd name="T67" fmla="*/ 25 h 2106"/>
                <a:gd name="T68" fmla="*/ 91 w 752"/>
                <a:gd name="T69" fmla="*/ 11 h 2106"/>
                <a:gd name="T70" fmla="*/ 119 w 752"/>
                <a:gd name="T71" fmla="*/ 3 h 2106"/>
                <a:gd name="T72" fmla="*/ 150 w 752"/>
                <a:gd name="T73" fmla="*/ 0 h 2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2" h="2106">
                  <a:moveTo>
                    <a:pt x="150" y="0"/>
                  </a:moveTo>
                  <a:lnTo>
                    <a:pt x="601" y="0"/>
                  </a:lnTo>
                  <a:lnTo>
                    <a:pt x="631" y="3"/>
                  </a:lnTo>
                  <a:lnTo>
                    <a:pt x="659" y="11"/>
                  </a:lnTo>
                  <a:lnTo>
                    <a:pt x="685" y="25"/>
                  </a:lnTo>
                  <a:lnTo>
                    <a:pt x="707" y="43"/>
                  </a:lnTo>
                  <a:lnTo>
                    <a:pt x="726" y="66"/>
                  </a:lnTo>
                  <a:lnTo>
                    <a:pt x="739" y="91"/>
                  </a:lnTo>
                  <a:lnTo>
                    <a:pt x="749" y="119"/>
                  </a:lnTo>
                  <a:lnTo>
                    <a:pt x="752" y="149"/>
                  </a:lnTo>
                  <a:lnTo>
                    <a:pt x="752" y="1955"/>
                  </a:lnTo>
                  <a:lnTo>
                    <a:pt x="749" y="1985"/>
                  </a:lnTo>
                  <a:lnTo>
                    <a:pt x="739" y="2013"/>
                  </a:lnTo>
                  <a:lnTo>
                    <a:pt x="726" y="2039"/>
                  </a:lnTo>
                  <a:lnTo>
                    <a:pt x="707" y="2061"/>
                  </a:lnTo>
                  <a:lnTo>
                    <a:pt x="685" y="2080"/>
                  </a:lnTo>
                  <a:lnTo>
                    <a:pt x="659" y="2093"/>
                  </a:lnTo>
                  <a:lnTo>
                    <a:pt x="631" y="2103"/>
                  </a:lnTo>
                  <a:lnTo>
                    <a:pt x="601" y="2106"/>
                  </a:lnTo>
                  <a:lnTo>
                    <a:pt x="150" y="2106"/>
                  </a:lnTo>
                  <a:lnTo>
                    <a:pt x="119" y="2103"/>
                  </a:lnTo>
                  <a:lnTo>
                    <a:pt x="91" y="2093"/>
                  </a:lnTo>
                  <a:lnTo>
                    <a:pt x="65" y="2080"/>
                  </a:lnTo>
                  <a:lnTo>
                    <a:pt x="44" y="2061"/>
                  </a:lnTo>
                  <a:lnTo>
                    <a:pt x="25" y="2039"/>
                  </a:lnTo>
                  <a:lnTo>
                    <a:pt x="11" y="2013"/>
                  </a:lnTo>
                  <a:lnTo>
                    <a:pt x="3" y="1985"/>
                  </a:lnTo>
                  <a:lnTo>
                    <a:pt x="0" y="1955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1"/>
                  </a:lnTo>
                  <a:lnTo>
                    <a:pt x="25" y="66"/>
                  </a:lnTo>
                  <a:lnTo>
                    <a:pt x="44" y="43"/>
                  </a:lnTo>
                  <a:lnTo>
                    <a:pt x="65" y="25"/>
                  </a:lnTo>
                  <a:lnTo>
                    <a:pt x="91" y="11"/>
                  </a:lnTo>
                  <a:lnTo>
                    <a:pt x="119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" name="Freeform 92">
              <a:extLst>
                <a:ext uri="{FF2B5EF4-FFF2-40B4-BE49-F238E27FC236}">
                  <a16:creationId xmlns:a16="http://schemas.microsoft.com/office/drawing/2014/main" id="{550AAA6D-9AB8-488F-8090-2CD0B802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450" y="1503363"/>
              <a:ext cx="31750" cy="31750"/>
            </a:xfrm>
            <a:custGeom>
              <a:avLst/>
              <a:gdLst>
                <a:gd name="T0" fmla="*/ 107 w 214"/>
                <a:gd name="T1" fmla="*/ 0 h 215"/>
                <a:gd name="T2" fmla="*/ 107 w 214"/>
                <a:gd name="T3" fmla="*/ 0 h 215"/>
                <a:gd name="T4" fmla="*/ 132 w 214"/>
                <a:gd name="T5" fmla="*/ 3 h 215"/>
                <a:gd name="T6" fmla="*/ 154 w 214"/>
                <a:gd name="T7" fmla="*/ 11 h 215"/>
                <a:gd name="T8" fmla="*/ 175 w 214"/>
                <a:gd name="T9" fmla="*/ 23 h 215"/>
                <a:gd name="T10" fmla="*/ 192 w 214"/>
                <a:gd name="T11" fmla="*/ 40 h 215"/>
                <a:gd name="T12" fmla="*/ 204 w 214"/>
                <a:gd name="T13" fmla="*/ 61 h 215"/>
                <a:gd name="T14" fmla="*/ 212 w 214"/>
                <a:gd name="T15" fmla="*/ 83 h 215"/>
                <a:gd name="T16" fmla="*/ 214 w 214"/>
                <a:gd name="T17" fmla="*/ 107 h 215"/>
                <a:gd name="T18" fmla="*/ 212 w 214"/>
                <a:gd name="T19" fmla="*/ 132 h 215"/>
                <a:gd name="T20" fmla="*/ 204 w 214"/>
                <a:gd name="T21" fmla="*/ 154 h 215"/>
                <a:gd name="T22" fmla="*/ 192 w 214"/>
                <a:gd name="T23" fmla="*/ 174 h 215"/>
                <a:gd name="T24" fmla="*/ 175 w 214"/>
                <a:gd name="T25" fmla="*/ 191 h 215"/>
                <a:gd name="T26" fmla="*/ 154 w 214"/>
                <a:gd name="T27" fmla="*/ 203 h 215"/>
                <a:gd name="T28" fmla="*/ 132 w 214"/>
                <a:gd name="T29" fmla="*/ 211 h 215"/>
                <a:gd name="T30" fmla="*/ 107 w 214"/>
                <a:gd name="T31" fmla="*/ 215 h 215"/>
                <a:gd name="T32" fmla="*/ 83 w 214"/>
                <a:gd name="T33" fmla="*/ 211 h 215"/>
                <a:gd name="T34" fmla="*/ 60 w 214"/>
                <a:gd name="T35" fmla="*/ 203 h 215"/>
                <a:gd name="T36" fmla="*/ 41 w 214"/>
                <a:gd name="T37" fmla="*/ 191 h 215"/>
                <a:gd name="T38" fmla="*/ 24 w 214"/>
                <a:gd name="T39" fmla="*/ 174 h 215"/>
                <a:gd name="T40" fmla="*/ 12 w 214"/>
                <a:gd name="T41" fmla="*/ 154 h 215"/>
                <a:gd name="T42" fmla="*/ 3 w 214"/>
                <a:gd name="T43" fmla="*/ 132 h 215"/>
                <a:gd name="T44" fmla="*/ 0 w 214"/>
                <a:gd name="T45" fmla="*/ 107 h 215"/>
                <a:gd name="T46" fmla="*/ 3 w 214"/>
                <a:gd name="T47" fmla="*/ 83 h 215"/>
                <a:gd name="T48" fmla="*/ 12 w 214"/>
                <a:gd name="T49" fmla="*/ 61 h 215"/>
                <a:gd name="T50" fmla="*/ 24 w 214"/>
                <a:gd name="T51" fmla="*/ 40 h 215"/>
                <a:gd name="T52" fmla="*/ 41 w 214"/>
                <a:gd name="T53" fmla="*/ 23 h 215"/>
                <a:gd name="T54" fmla="*/ 60 w 214"/>
                <a:gd name="T55" fmla="*/ 11 h 215"/>
                <a:gd name="T56" fmla="*/ 83 w 214"/>
                <a:gd name="T57" fmla="*/ 3 h 215"/>
                <a:gd name="T58" fmla="*/ 107 w 214"/>
                <a:gd name="T59" fmla="*/ 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14" h="215">
                  <a:moveTo>
                    <a:pt x="107" y="0"/>
                  </a:moveTo>
                  <a:lnTo>
                    <a:pt x="107" y="0"/>
                  </a:lnTo>
                  <a:lnTo>
                    <a:pt x="132" y="3"/>
                  </a:lnTo>
                  <a:lnTo>
                    <a:pt x="154" y="11"/>
                  </a:lnTo>
                  <a:lnTo>
                    <a:pt x="175" y="23"/>
                  </a:lnTo>
                  <a:lnTo>
                    <a:pt x="192" y="40"/>
                  </a:lnTo>
                  <a:lnTo>
                    <a:pt x="204" y="61"/>
                  </a:lnTo>
                  <a:lnTo>
                    <a:pt x="212" y="83"/>
                  </a:lnTo>
                  <a:lnTo>
                    <a:pt x="214" y="107"/>
                  </a:lnTo>
                  <a:lnTo>
                    <a:pt x="212" y="132"/>
                  </a:lnTo>
                  <a:lnTo>
                    <a:pt x="204" y="154"/>
                  </a:lnTo>
                  <a:lnTo>
                    <a:pt x="192" y="174"/>
                  </a:lnTo>
                  <a:lnTo>
                    <a:pt x="175" y="191"/>
                  </a:lnTo>
                  <a:lnTo>
                    <a:pt x="154" y="203"/>
                  </a:lnTo>
                  <a:lnTo>
                    <a:pt x="132" y="211"/>
                  </a:lnTo>
                  <a:lnTo>
                    <a:pt x="107" y="215"/>
                  </a:lnTo>
                  <a:lnTo>
                    <a:pt x="83" y="211"/>
                  </a:lnTo>
                  <a:lnTo>
                    <a:pt x="60" y="203"/>
                  </a:lnTo>
                  <a:lnTo>
                    <a:pt x="41" y="191"/>
                  </a:lnTo>
                  <a:lnTo>
                    <a:pt x="24" y="174"/>
                  </a:lnTo>
                  <a:lnTo>
                    <a:pt x="12" y="154"/>
                  </a:lnTo>
                  <a:lnTo>
                    <a:pt x="3" y="132"/>
                  </a:lnTo>
                  <a:lnTo>
                    <a:pt x="0" y="107"/>
                  </a:lnTo>
                  <a:lnTo>
                    <a:pt x="3" y="83"/>
                  </a:lnTo>
                  <a:lnTo>
                    <a:pt x="12" y="61"/>
                  </a:lnTo>
                  <a:lnTo>
                    <a:pt x="24" y="40"/>
                  </a:lnTo>
                  <a:lnTo>
                    <a:pt x="41" y="23"/>
                  </a:lnTo>
                  <a:lnTo>
                    <a:pt x="60" y="11"/>
                  </a:lnTo>
                  <a:lnTo>
                    <a:pt x="83" y="3"/>
                  </a:lnTo>
                  <a:lnTo>
                    <a:pt x="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7" name="Freeform 93">
              <a:extLst>
                <a:ext uri="{FF2B5EF4-FFF2-40B4-BE49-F238E27FC236}">
                  <a16:creationId xmlns:a16="http://schemas.microsoft.com/office/drawing/2014/main" id="{197F651D-BD40-473C-B73C-02BE05F59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5" y="1511300"/>
              <a:ext cx="127000" cy="152400"/>
            </a:xfrm>
            <a:custGeom>
              <a:avLst/>
              <a:gdLst>
                <a:gd name="T0" fmla="*/ 823 w 875"/>
                <a:gd name="T1" fmla="*/ 0 h 1055"/>
                <a:gd name="T2" fmla="*/ 851 w 875"/>
                <a:gd name="T3" fmla="*/ 12 h 1055"/>
                <a:gd name="T4" fmla="*/ 871 w 875"/>
                <a:gd name="T5" fmla="*/ 38 h 1055"/>
                <a:gd name="T6" fmla="*/ 874 w 875"/>
                <a:gd name="T7" fmla="*/ 68 h 1055"/>
                <a:gd name="T8" fmla="*/ 863 w 875"/>
                <a:gd name="T9" fmla="*/ 97 h 1055"/>
                <a:gd name="T10" fmla="*/ 589 w 875"/>
                <a:gd name="T11" fmla="*/ 304 h 1055"/>
                <a:gd name="T12" fmla="*/ 555 w 875"/>
                <a:gd name="T13" fmla="*/ 316 h 1055"/>
                <a:gd name="T14" fmla="*/ 666 w 875"/>
                <a:gd name="T15" fmla="*/ 978 h 1055"/>
                <a:gd name="T16" fmla="*/ 666 w 875"/>
                <a:gd name="T17" fmla="*/ 1009 h 1055"/>
                <a:gd name="T18" fmla="*/ 652 w 875"/>
                <a:gd name="T19" fmla="*/ 1036 h 1055"/>
                <a:gd name="T20" fmla="*/ 625 w 875"/>
                <a:gd name="T21" fmla="*/ 1053 h 1055"/>
                <a:gd name="T22" fmla="*/ 608 w 875"/>
                <a:gd name="T23" fmla="*/ 1055 h 1055"/>
                <a:gd name="T24" fmla="*/ 579 w 875"/>
                <a:gd name="T25" fmla="*/ 1046 h 1055"/>
                <a:gd name="T26" fmla="*/ 556 w 875"/>
                <a:gd name="T27" fmla="*/ 1026 h 1055"/>
                <a:gd name="T28" fmla="*/ 437 w 875"/>
                <a:gd name="T29" fmla="*/ 617 h 1055"/>
                <a:gd name="T30" fmla="*/ 319 w 875"/>
                <a:gd name="T31" fmla="*/ 1026 h 1055"/>
                <a:gd name="T32" fmla="*/ 297 w 875"/>
                <a:gd name="T33" fmla="*/ 1046 h 1055"/>
                <a:gd name="T34" fmla="*/ 267 w 875"/>
                <a:gd name="T35" fmla="*/ 1055 h 1055"/>
                <a:gd name="T36" fmla="*/ 250 w 875"/>
                <a:gd name="T37" fmla="*/ 1053 h 1055"/>
                <a:gd name="T38" fmla="*/ 223 w 875"/>
                <a:gd name="T39" fmla="*/ 1036 h 1055"/>
                <a:gd name="T40" fmla="*/ 208 w 875"/>
                <a:gd name="T41" fmla="*/ 1009 h 1055"/>
                <a:gd name="T42" fmla="*/ 208 w 875"/>
                <a:gd name="T43" fmla="*/ 978 h 1055"/>
                <a:gd name="T44" fmla="*/ 320 w 875"/>
                <a:gd name="T45" fmla="*/ 315 h 1055"/>
                <a:gd name="T46" fmla="*/ 285 w 875"/>
                <a:gd name="T47" fmla="*/ 304 h 1055"/>
                <a:gd name="T48" fmla="*/ 13 w 875"/>
                <a:gd name="T49" fmla="*/ 97 h 1055"/>
                <a:gd name="T50" fmla="*/ 0 w 875"/>
                <a:gd name="T51" fmla="*/ 68 h 1055"/>
                <a:gd name="T52" fmla="*/ 4 w 875"/>
                <a:gd name="T53" fmla="*/ 38 h 1055"/>
                <a:gd name="T54" fmla="*/ 23 w 875"/>
                <a:gd name="T55" fmla="*/ 12 h 1055"/>
                <a:gd name="T56" fmla="*/ 51 w 875"/>
                <a:gd name="T57" fmla="*/ 0 h 1055"/>
                <a:gd name="T58" fmla="*/ 83 w 875"/>
                <a:gd name="T59" fmla="*/ 3 h 1055"/>
                <a:gd name="T60" fmla="*/ 342 w 875"/>
                <a:gd name="T61" fmla="*/ 195 h 1055"/>
                <a:gd name="T62" fmla="*/ 397 w 875"/>
                <a:gd name="T63" fmla="*/ 198 h 1055"/>
                <a:gd name="T64" fmla="*/ 423 w 875"/>
                <a:gd name="T65" fmla="*/ 213 h 1055"/>
                <a:gd name="T66" fmla="*/ 437 w 875"/>
                <a:gd name="T67" fmla="*/ 456 h 1055"/>
                <a:gd name="T68" fmla="*/ 453 w 875"/>
                <a:gd name="T69" fmla="*/ 213 h 1055"/>
                <a:gd name="T70" fmla="*/ 479 w 875"/>
                <a:gd name="T71" fmla="*/ 198 h 1055"/>
                <a:gd name="T72" fmla="*/ 533 w 875"/>
                <a:gd name="T73" fmla="*/ 195 h 1055"/>
                <a:gd name="T74" fmla="*/ 793 w 875"/>
                <a:gd name="T75" fmla="*/ 3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75" h="1055">
                  <a:moveTo>
                    <a:pt x="808" y="0"/>
                  </a:moveTo>
                  <a:lnTo>
                    <a:pt x="823" y="0"/>
                  </a:lnTo>
                  <a:lnTo>
                    <a:pt x="838" y="4"/>
                  </a:lnTo>
                  <a:lnTo>
                    <a:pt x="851" y="12"/>
                  </a:lnTo>
                  <a:lnTo>
                    <a:pt x="863" y="24"/>
                  </a:lnTo>
                  <a:lnTo>
                    <a:pt x="871" y="38"/>
                  </a:lnTo>
                  <a:lnTo>
                    <a:pt x="875" y="53"/>
                  </a:lnTo>
                  <a:lnTo>
                    <a:pt x="874" y="68"/>
                  </a:lnTo>
                  <a:lnTo>
                    <a:pt x="870" y="83"/>
                  </a:lnTo>
                  <a:lnTo>
                    <a:pt x="863" y="97"/>
                  </a:lnTo>
                  <a:lnTo>
                    <a:pt x="850" y="108"/>
                  </a:lnTo>
                  <a:lnTo>
                    <a:pt x="589" y="304"/>
                  </a:lnTo>
                  <a:lnTo>
                    <a:pt x="573" y="312"/>
                  </a:lnTo>
                  <a:lnTo>
                    <a:pt x="555" y="316"/>
                  </a:lnTo>
                  <a:lnTo>
                    <a:pt x="555" y="588"/>
                  </a:lnTo>
                  <a:lnTo>
                    <a:pt x="666" y="978"/>
                  </a:lnTo>
                  <a:lnTo>
                    <a:pt x="668" y="993"/>
                  </a:lnTo>
                  <a:lnTo>
                    <a:pt x="666" y="1009"/>
                  </a:lnTo>
                  <a:lnTo>
                    <a:pt x="661" y="1024"/>
                  </a:lnTo>
                  <a:lnTo>
                    <a:pt x="652" y="1036"/>
                  </a:lnTo>
                  <a:lnTo>
                    <a:pt x="639" y="1045"/>
                  </a:lnTo>
                  <a:lnTo>
                    <a:pt x="625" y="1053"/>
                  </a:lnTo>
                  <a:lnTo>
                    <a:pt x="616" y="1054"/>
                  </a:lnTo>
                  <a:lnTo>
                    <a:pt x="608" y="1055"/>
                  </a:lnTo>
                  <a:lnTo>
                    <a:pt x="592" y="1053"/>
                  </a:lnTo>
                  <a:lnTo>
                    <a:pt x="579" y="1046"/>
                  </a:lnTo>
                  <a:lnTo>
                    <a:pt x="566" y="1038"/>
                  </a:lnTo>
                  <a:lnTo>
                    <a:pt x="556" y="1026"/>
                  </a:lnTo>
                  <a:lnTo>
                    <a:pt x="550" y="1011"/>
                  </a:lnTo>
                  <a:lnTo>
                    <a:pt x="437" y="617"/>
                  </a:lnTo>
                  <a:lnTo>
                    <a:pt x="325" y="1011"/>
                  </a:lnTo>
                  <a:lnTo>
                    <a:pt x="319" y="1026"/>
                  </a:lnTo>
                  <a:lnTo>
                    <a:pt x="309" y="1038"/>
                  </a:lnTo>
                  <a:lnTo>
                    <a:pt x="297" y="1046"/>
                  </a:lnTo>
                  <a:lnTo>
                    <a:pt x="282" y="1053"/>
                  </a:lnTo>
                  <a:lnTo>
                    <a:pt x="267" y="1055"/>
                  </a:lnTo>
                  <a:lnTo>
                    <a:pt x="258" y="1054"/>
                  </a:lnTo>
                  <a:lnTo>
                    <a:pt x="250" y="1053"/>
                  </a:lnTo>
                  <a:lnTo>
                    <a:pt x="236" y="1045"/>
                  </a:lnTo>
                  <a:lnTo>
                    <a:pt x="223" y="1036"/>
                  </a:lnTo>
                  <a:lnTo>
                    <a:pt x="215" y="1024"/>
                  </a:lnTo>
                  <a:lnTo>
                    <a:pt x="208" y="1009"/>
                  </a:lnTo>
                  <a:lnTo>
                    <a:pt x="206" y="993"/>
                  </a:lnTo>
                  <a:lnTo>
                    <a:pt x="208" y="978"/>
                  </a:lnTo>
                  <a:lnTo>
                    <a:pt x="320" y="588"/>
                  </a:lnTo>
                  <a:lnTo>
                    <a:pt x="320" y="315"/>
                  </a:lnTo>
                  <a:lnTo>
                    <a:pt x="302" y="312"/>
                  </a:lnTo>
                  <a:lnTo>
                    <a:pt x="285" y="304"/>
                  </a:lnTo>
                  <a:lnTo>
                    <a:pt x="24" y="108"/>
                  </a:lnTo>
                  <a:lnTo>
                    <a:pt x="13" y="97"/>
                  </a:lnTo>
                  <a:lnTo>
                    <a:pt x="5" y="83"/>
                  </a:lnTo>
                  <a:lnTo>
                    <a:pt x="0" y="68"/>
                  </a:lnTo>
                  <a:lnTo>
                    <a:pt x="0" y="53"/>
                  </a:lnTo>
                  <a:lnTo>
                    <a:pt x="4" y="38"/>
                  </a:lnTo>
                  <a:lnTo>
                    <a:pt x="12" y="24"/>
                  </a:lnTo>
                  <a:lnTo>
                    <a:pt x="23" y="12"/>
                  </a:lnTo>
                  <a:lnTo>
                    <a:pt x="37" y="4"/>
                  </a:lnTo>
                  <a:lnTo>
                    <a:pt x="51" y="0"/>
                  </a:lnTo>
                  <a:lnTo>
                    <a:pt x="67" y="0"/>
                  </a:lnTo>
                  <a:lnTo>
                    <a:pt x="83" y="3"/>
                  </a:lnTo>
                  <a:lnTo>
                    <a:pt x="96" y="12"/>
                  </a:lnTo>
                  <a:lnTo>
                    <a:pt x="342" y="195"/>
                  </a:lnTo>
                  <a:lnTo>
                    <a:pt x="381" y="195"/>
                  </a:lnTo>
                  <a:lnTo>
                    <a:pt x="397" y="198"/>
                  </a:lnTo>
                  <a:lnTo>
                    <a:pt x="410" y="204"/>
                  </a:lnTo>
                  <a:lnTo>
                    <a:pt x="423" y="213"/>
                  </a:lnTo>
                  <a:lnTo>
                    <a:pt x="395" y="419"/>
                  </a:lnTo>
                  <a:lnTo>
                    <a:pt x="437" y="456"/>
                  </a:lnTo>
                  <a:lnTo>
                    <a:pt x="481" y="419"/>
                  </a:lnTo>
                  <a:lnTo>
                    <a:pt x="453" y="213"/>
                  </a:lnTo>
                  <a:lnTo>
                    <a:pt x="464" y="204"/>
                  </a:lnTo>
                  <a:lnTo>
                    <a:pt x="479" y="198"/>
                  </a:lnTo>
                  <a:lnTo>
                    <a:pt x="494" y="195"/>
                  </a:lnTo>
                  <a:lnTo>
                    <a:pt x="533" y="195"/>
                  </a:lnTo>
                  <a:lnTo>
                    <a:pt x="778" y="12"/>
                  </a:lnTo>
                  <a:lnTo>
                    <a:pt x="793" y="3"/>
                  </a:lnTo>
                  <a:lnTo>
                    <a:pt x="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7521B12-A512-411C-8317-4822F353EE29}"/>
              </a:ext>
            </a:extLst>
          </p:cNvPr>
          <p:cNvGrpSpPr/>
          <p:nvPr/>
        </p:nvGrpSpPr>
        <p:grpSpPr>
          <a:xfrm flipH="1">
            <a:off x="10651231" y="626217"/>
            <a:ext cx="329932" cy="327755"/>
            <a:chOff x="6618288" y="3925888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9" name="Freeform 98">
              <a:extLst>
                <a:ext uri="{FF2B5EF4-FFF2-40B4-BE49-F238E27FC236}">
                  <a16:creationId xmlns:a16="http://schemas.microsoft.com/office/drawing/2014/main" id="{350C380A-6860-4A11-A040-9F2F6B486C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8288" y="3925888"/>
              <a:ext cx="481013" cy="477838"/>
            </a:xfrm>
            <a:custGeom>
              <a:avLst/>
              <a:gdLst>
                <a:gd name="T0" fmla="*/ 2234 w 3331"/>
                <a:gd name="T1" fmla="*/ 1090 h 3309"/>
                <a:gd name="T2" fmla="*/ 2234 w 3331"/>
                <a:gd name="T3" fmla="*/ 349 h 3309"/>
                <a:gd name="T4" fmla="*/ 493 w 3331"/>
                <a:gd name="T5" fmla="*/ 304 h 3309"/>
                <a:gd name="T6" fmla="*/ 426 w 3331"/>
                <a:gd name="T7" fmla="*/ 326 h 3309"/>
                <a:gd name="T8" fmla="*/ 370 w 3331"/>
                <a:gd name="T9" fmla="*/ 367 h 3309"/>
                <a:gd name="T10" fmla="*/ 329 w 3331"/>
                <a:gd name="T11" fmla="*/ 423 h 3309"/>
                <a:gd name="T12" fmla="*/ 306 w 3331"/>
                <a:gd name="T13" fmla="*/ 490 h 3309"/>
                <a:gd name="T14" fmla="*/ 304 w 3331"/>
                <a:gd name="T15" fmla="*/ 2782 h 3309"/>
                <a:gd name="T16" fmla="*/ 315 w 3331"/>
                <a:gd name="T17" fmla="*/ 2854 h 3309"/>
                <a:gd name="T18" fmla="*/ 346 w 3331"/>
                <a:gd name="T19" fmla="*/ 2915 h 3309"/>
                <a:gd name="T20" fmla="*/ 396 w 3331"/>
                <a:gd name="T21" fmla="*/ 2964 h 3309"/>
                <a:gd name="T22" fmla="*/ 459 w 3331"/>
                <a:gd name="T23" fmla="*/ 2997 h 3309"/>
                <a:gd name="T24" fmla="*/ 530 w 3331"/>
                <a:gd name="T25" fmla="*/ 3008 h 3309"/>
                <a:gd name="T26" fmla="*/ 2838 w 3331"/>
                <a:gd name="T27" fmla="*/ 3005 h 3309"/>
                <a:gd name="T28" fmla="*/ 2905 w 3331"/>
                <a:gd name="T29" fmla="*/ 2983 h 3309"/>
                <a:gd name="T30" fmla="*/ 2962 w 3331"/>
                <a:gd name="T31" fmla="*/ 2943 h 3309"/>
                <a:gd name="T32" fmla="*/ 3003 w 3331"/>
                <a:gd name="T33" fmla="*/ 2886 h 3309"/>
                <a:gd name="T34" fmla="*/ 3026 w 3331"/>
                <a:gd name="T35" fmla="*/ 2819 h 3309"/>
                <a:gd name="T36" fmla="*/ 3028 w 3331"/>
                <a:gd name="T37" fmla="*/ 1241 h 3309"/>
                <a:gd name="T38" fmla="*/ 2138 w 3331"/>
                <a:gd name="T39" fmla="*/ 1238 h 3309"/>
                <a:gd name="T40" fmla="*/ 2104 w 3331"/>
                <a:gd name="T41" fmla="*/ 1219 h 3309"/>
                <a:gd name="T42" fmla="*/ 2084 w 3331"/>
                <a:gd name="T43" fmla="*/ 1186 h 3309"/>
                <a:gd name="T44" fmla="*/ 2082 w 3331"/>
                <a:gd name="T45" fmla="*/ 301 h 3309"/>
                <a:gd name="T46" fmla="*/ 530 w 3331"/>
                <a:gd name="T47" fmla="*/ 0 h 3309"/>
                <a:gd name="T48" fmla="*/ 2272 w 3331"/>
                <a:gd name="T49" fmla="*/ 2 h 3309"/>
                <a:gd name="T50" fmla="*/ 2317 w 3331"/>
                <a:gd name="T51" fmla="*/ 16 h 3309"/>
                <a:gd name="T52" fmla="*/ 2355 w 3331"/>
                <a:gd name="T53" fmla="*/ 44 h 3309"/>
                <a:gd name="T54" fmla="*/ 3305 w 3331"/>
                <a:gd name="T55" fmla="*/ 994 h 3309"/>
                <a:gd name="T56" fmla="*/ 3328 w 3331"/>
                <a:gd name="T57" fmla="*/ 1047 h 3309"/>
                <a:gd name="T58" fmla="*/ 3331 w 3331"/>
                <a:gd name="T59" fmla="*/ 2782 h 3309"/>
                <a:gd name="T60" fmla="*/ 3319 w 3331"/>
                <a:gd name="T61" fmla="*/ 2896 h 3309"/>
                <a:gd name="T62" fmla="*/ 3284 w 3331"/>
                <a:gd name="T63" fmla="*/ 3000 h 3309"/>
                <a:gd name="T64" fmla="*/ 3229 w 3331"/>
                <a:gd name="T65" fmla="*/ 3093 h 3309"/>
                <a:gd name="T66" fmla="*/ 3157 w 3331"/>
                <a:gd name="T67" fmla="*/ 3173 h 3309"/>
                <a:gd name="T68" fmla="*/ 3069 w 3331"/>
                <a:gd name="T69" fmla="*/ 3237 h 3309"/>
                <a:gd name="T70" fmla="*/ 2969 w 3331"/>
                <a:gd name="T71" fmla="*/ 3283 h 3309"/>
                <a:gd name="T72" fmla="*/ 2859 w 3331"/>
                <a:gd name="T73" fmla="*/ 3305 h 3309"/>
                <a:gd name="T74" fmla="*/ 530 w 3331"/>
                <a:gd name="T75" fmla="*/ 3309 h 3309"/>
                <a:gd name="T76" fmla="*/ 417 w 3331"/>
                <a:gd name="T77" fmla="*/ 3297 h 3309"/>
                <a:gd name="T78" fmla="*/ 312 w 3331"/>
                <a:gd name="T79" fmla="*/ 3262 h 3309"/>
                <a:gd name="T80" fmla="*/ 218 w 3331"/>
                <a:gd name="T81" fmla="*/ 3208 h 3309"/>
                <a:gd name="T82" fmla="*/ 137 w 3331"/>
                <a:gd name="T83" fmla="*/ 3135 h 3309"/>
                <a:gd name="T84" fmla="*/ 73 w 3331"/>
                <a:gd name="T85" fmla="*/ 3048 h 3309"/>
                <a:gd name="T86" fmla="*/ 27 w 3331"/>
                <a:gd name="T87" fmla="*/ 2949 h 3309"/>
                <a:gd name="T88" fmla="*/ 3 w 3331"/>
                <a:gd name="T89" fmla="*/ 2840 h 3309"/>
                <a:gd name="T90" fmla="*/ 0 w 3331"/>
                <a:gd name="T91" fmla="*/ 527 h 3309"/>
                <a:gd name="T92" fmla="*/ 13 w 3331"/>
                <a:gd name="T93" fmla="*/ 413 h 3309"/>
                <a:gd name="T94" fmla="*/ 47 w 3331"/>
                <a:gd name="T95" fmla="*/ 309 h 3309"/>
                <a:gd name="T96" fmla="*/ 103 w 3331"/>
                <a:gd name="T97" fmla="*/ 216 h 3309"/>
                <a:gd name="T98" fmla="*/ 176 w 3331"/>
                <a:gd name="T99" fmla="*/ 136 h 3309"/>
                <a:gd name="T100" fmla="*/ 263 w 3331"/>
                <a:gd name="T101" fmla="*/ 72 h 3309"/>
                <a:gd name="T102" fmla="*/ 363 w 3331"/>
                <a:gd name="T103" fmla="*/ 27 h 3309"/>
                <a:gd name="T104" fmla="*/ 472 w 3331"/>
                <a:gd name="T105" fmla="*/ 3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31" h="3309">
                  <a:moveTo>
                    <a:pt x="2234" y="349"/>
                  </a:moveTo>
                  <a:lnTo>
                    <a:pt x="2234" y="1090"/>
                  </a:lnTo>
                  <a:lnTo>
                    <a:pt x="2980" y="1090"/>
                  </a:lnTo>
                  <a:lnTo>
                    <a:pt x="2234" y="349"/>
                  </a:lnTo>
                  <a:close/>
                  <a:moveTo>
                    <a:pt x="530" y="301"/>
                  </a:moveTo>
                  <a:lnTo>
                    <a:pt x="493" y="304"/>
                  </a:lnTo>
                  <a:lnTo>
                    <a:pt x="459" y="312"/>
                  </a:lnTo>
                  <a:lnTo>
                    <a:pt x="426" y="326"/>
                  </a:lnTo>
                  <a:lnTo>
                    <a:pt x="396" y="345"/>
                  </a:lnTo>
                  <a:lnTo>
                    <a:pt x="370" y="367"/>
                  </a:lnTo>
                  <a:lnTo>
                    <a:pt x="346" y="393"/>
                  </a:lnTo>
                  <a:lnTo>
                    <a:pt x="329" y="423"/>
                  </a:lnTo>
                  <a:lnTo>
                    <a:pt x="315" y="455"/>
                  </a:lnTo>
                  <a:lnTo>
                    <a:pt x="306" y="490"/>
                  </a:lnTo>
                  <a:lnTo>
                    <a:pt x="304" y="527"/>
                  </a:lnTo>
                  <a:lnTo>
                    <a:pt x="304" y="2782"/>
                  </a:lnTo>
                  <a:lnTo>
                    <a:pt x="306" y="2819"/>
                  </a:lnTo>
                  <a:lnTo>
                    <a:pt x="315" y="2854"/>
                  </a:lnTo>
                  <a:lnTo>
                    <a:pt x="329" y="2886"/>
                  </a:lnTo>
                  <a:lnTo>
                    <a:pt x="346" y="2915"/>
                  </a:lnTo>
                  <a:lnTo>
                    <a:pt x="370" y="2943"/>
                  </a:lnTo>
                  <a:lnTo>
                    <a:pt x="396" y="2964"/>
                  </a:lnTo>
                  <a:lnTo>
                    <a:pt x="426" y="2983"/>
                  </a:lnTo>
                  <a:lnTo>
                    <a:pt x="459" y="2997"/>
                  </a:lnTo>
                  <a:lnTo>
                    <a:pt x="493" y="3005"/>
                  </a:lnTo>
                  <a:lnTo>
                    <a:pt x="530" y="3008"/>
                  </a:lnTo>
                  <a:lnTo>
                    <a:pt x="2802" y="3008"/>
                  </a:lnTo>
                  <a:lnTo>
                    <a:pt x="2838" y="3005"/>
                  </a:lnTo>
                  <a:lnTo>
                    <a:pt x="2873" y="2997"/>
                  </a:lnTo>
                  <a:lnTo>
                    <a:pt x="2905" y="2983"/>
                  </a:lnTo>
                  <a:lnTo>
                    <a:pt x="2936" y="2964"/>
                  </a:lnTo>
                  <a:lnTo>
                    <a:pt x="2962" y="2943"/>
                  </a:lnTo>
                  <a:lnTo>
                    <a:pt x="2985" y="2915"/>
                  </a:lnTo>
                  <a:lnTo>
                    <a:pt x="3003" y="2886"/>
                  </a:lnTo>
                  <a:lnTo>
                    <a:pt x="3017" y="2854"/>
                  </a:lnTo>
                  <a:lnTo>
                    <a:pt x="3026" y="2819"/>
                  </a:lnTo>
                  <a:lnTo>
                    <a:pt x="3028" y="2782"/>
                  </a:lnTo>
                  <a:lnTo>
                    <a:pt x="3028" y="1241"/>
                  </a:lnTo>
                  <a:lnTo>
                    <a:pt x="2158" y="1241"/>
                  </a:lnTo>
                  <a:lnTo>
                    <a:pt x="2138" y="1238"/>
                  </a:lnTo>
                  <a:lnTo>
                    <a:pt x="2120" y="1231"/>
                  </a:lnTo>
                  <a:lnTo>
                    <a:pt x="2104" y="1219"/>
                  </a:lnTo>
                  <a:lnTo>
                    <a:pt x="2093" y="1204"/>
                  </a:lnTo>
                  <a:lnTo>
                    <a:pt x="2084" y="1186"/>
                  </a:lnTo>
                  <a:lnTo>
                    <a:pt x="2082" y="1166"/>
                  </a:lnTo>
                  <a:lnTo>
                    <a:pt x="2082" y="301"/>
                  </a:lnTo>
                  <a:lnTo>
                    <a:pt x="530" y="301"/>
                  </a:lnTo>
                  <a:close/>
                  <a:moveTo>
                    <a:pt x="530" y="0"/>
                  </a:moveTo>
                  <a:lnTo>
                    <a:pt x="2248" y="0"/>
                  </a:lnTo>
                  <a:lnTo>
                    <a:pt x="2272" y="2"/>
                  </a:lnTo>
                  <a:lnTo>
                    <a:pt x="2295" y="8"/>
                  </a:lnTo>
                  <a:lnTo>
                    <a:pt x="2317" y="16"/>
                  </a:lnTo>
                  <a:lnTo>
                    <a:pt x="2337" y="28"/>
                  </a:lnTo>
                  <a:lnTo>
                    <a:pt x="2355" y="44"/>
                  </a:lnTo>
                  <a:lnTo>
                    <a:pt x="3286" y="971"/>
                  </a:lnTo>
                  <a:lnTo>
                    <a:pt x="3305" y="994"/>
                  </a:lnTo>
                  <a:lnTo>
                    <a:pt x="3320" y="1019"/>
                  </a:lnTo>
                  <a:lnTo>
                    <a:pt x="3328" y="1047"/>
                  </a:lnTo>
                  <a:lnTo>
                    <a:pt x="3331" y="1077"/>
                  </a:lnTo>
                  <a:lnTo>
                    <a:pt x="3331" y="2782"/>
                  </a:lnTo>
                  <a:lnTo>
                    <a:pt x="3328" y="2840"/>
                  </a:lnTo>
                  <a:lnTo>
                    <a:pt x="3319" y="2896"/>
                  </a:lnTo>
                  <a:lnTo>
                    <a:pt x="3304" y="2949"/>
                  </a:lnTo>
                  <a:lnTo>
                    <a:pt x="3284" y="3000"/>
                  </a:lnTo>
                  <a:lnTo>
                    <a:pt x="3259" y="3048"/>
                  </a:lnTo>
                  <a:lnTo>
                    <a:pt x="3229" y="3093"/>
                  </a:lnTo>
                  <a:lnTo>
                    <a:pt x="3194" y="3135"/>
                  </a:lnTo>
                  <a:lnTo>
                    <a:pt x="3157" y="3173"/>
                  </a:lnTo>
                  <a:lnTo>
                    <a:pt x="3115" y="3208"/>
                  </a:lnTo>
                  <a:lnTo>
                    <a:pt x="3069" y="3237"/>
                  </a:lnTo>
                  <a:lnTo>
                    <a:pt x="3020" y="3262"/>
                  </a:lnTo>
                  <a:lnTo>
                    <a:pt x="2969" y="3283"/>
                  </a:lnTo>
                  <a:lnTo>
                    <a:pt x="2915" y="3297"/>
                  </a:lnTo>
                  <a:lnTo>
                    <a:pt x="2859" y="3305"/>
                  </a:lnTo>
                  <a:lnTo>
                    <a:pt x="2802" y="3309"/>
                  </a:lnTo>
                  <a:lnTo>
                    <a:pt x="530" y="3309"/>
                  </a:lnTo>
                  <a:lnTo>
                    <a:pt x="472" y="3305"/>
                  </a:lnTo>
                  <a:lnTo>
                    <a:pt x="417" y="3297"/>
                  </a:lnTo>
                  <a:lnTo>
                    <a:pt x="363" y="3283"/>
                  </a:lnTo>
                  <a:lnTo>
                    <a:pt x="312" y="3262"/>
                  </a:lnTo>
                  <a:lnTo>
                    <a:pt x="263" y="3237"/>
                  </a:lnTo>
                  <a:lnTo>
                    <a:pt x="218" y="3208"/>
                  </a:lnTo>
                  <a:lnTo>
                    <a:pt x="176" y="3173"/>
                  </a:lnTo>
                  <a:lnTo>
                    <a:pt x="137" y="3135"/>
                  </a:lnTo>
                  <a:lnTo>
                    <a:pt x="103" y="3093"/>
                  </a:lnTo>
                  <a:lnTo>
                    <a:pt x="73" y="3048"/>
                  </a:lnTo>
                  <a:lnTo>
                    <a:pt x="47" y="3000"/>
                  </a:lnTo>
                  <a:lnTo>
                    <a:pt x="27" y="2949"/>
                  </a:lnTo>
                  <a:lnTo>
                    <a:pt x="13" y="2896"/>
                  </a:lnTo>
                  <a:lnTo>
                    <a:pt x="3" y="2840"/>
                  </a:lnTo>
                  <a:lnTo>
                    <a:pt x="0" y="2782"/>
                  </a:lnTo>
                  <a:lnTo>
                    <a:pt x="0" y="527"/>
                  </a:lnTo>
                  <a:lnTo>
                    <a:pt x="3" y="469"/>
                  </a:lnTo>
                  <a:lnTo>
                    <a:pt x="13" y="413"/>
                  </a:lnTo>
                  <a:lnTo>
                    <a:pt x="27" y="360"/>
                  </a:lnTo>
                  <a:lnTo>
                    <a:pt x="47" y="309"/>
                  </a:lnTo>
                  <a:lnTo>
                    <a:pt x="73" y="261"/>
                  </a:lnTo>
                  <a:lnTo>
                    <a:pt x="103" y="216"/>
                  </a:lnTo>
                  <a:lnTo>
                    <a:pt x="137" y="174"/>
                  </a:lnTo>
                  <a:lnTo>
                    <a:pt x="176" y="136"/>
                  </a:lnTo>
                  <a:lnTo>
                    <a:pt x="218" y="102"/>
                  </a:lnTo>
                  <a:lnTo>
                    <a:pt x="263" y="72"/>
                  </a:lnTo>
                  <a:lnTo>
                    <a:pt x="312" y="47"/>
                  </a:lnTo>
                  <a:lnTo>
                    <a:pt x="363" y="27"/>
                  </a:lnTo>
                  <a:lnTo>
                    <a:pt x="417" y="12"/>
                  </a:lnTo>
                  <a:lnTo>
                    <a:pt x="472" y="3"/>
                  </a:lnTo>
                  <a:lnTo>
                    <a:pt x="5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0" name="Freeform 99">
              <a:extLst>
                <a:ext uri="{FF2B5EF4-FFF2-40B4-BE49-F238E27FC236}">
                  <a16:creationId xmlns:a16="http://schemas.microsoft.com/office/drawing/2014/main" id="{7069CB69-0853-41D9-9609-00FCF7D53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076" y="4008438"/>
              <a:ext cx="295275" cy="320675"/>
            </a:xfrm>
            <a:custGeom>
              <a:avLst/>
              <a:gdLst>
                <a:gd name="T0" fmla="*/ 666 w 2044"/>
                <a:gd name="T1" fmla="*/ 12 h 2215"/>
                <a:gd name="T2" fmla="*/ 802 w 2044"/>
                <a:gd name="T3" fmla="*/ 67 h 2215"/>
                <a:gd name="T4" fmla="*/ 1914 w 2044"/>
                <a:gd name="T5" fmla="*/ 1157 h 2215"/>
                <a:gd name="T6" fmla="*/ 2000 w 2044"/>
                <a:gd name="T7" fmla="*/ 1277 h 2215"/>
                <a:gd name="T8" fmla="*/ 2041 w 2044"/>
                <a:gd name="T9" fmla="*/ 1418 h 2215"/>
                <a:gd name="T10" fmla="*/ 2033 w 2044"/>
                <a:gd name="T11" fmla="*/ 1566 h 2215"/>
                <a:gd name="T12" fmla="*/ 1977 w 2044"/>
                <a:gd name="T13" fmla="*/ 1701 h 2215"/>
                <a:gd name="T14" fmla="*/ 1604 w 2044"/>
                <a:gd name="T15" fmla="*/ 2086 h 2215"/>
                <a:gd name="T16" fmla="*/ 1484 w 2044"/>
                <a:gd name="T17" fmla="*/ 2171 h 2215"/>
                <a:gd name="T18" fmla="*/ 1342 w 2044"/>
                <a:gd name="T19" fmla="*/ 2211 h 2215"/>
                <a:gd name="T20" fmla="*/ 1193 w 2044"/>
                <a:gd name="T21" fmla="*/ 2203 h 2215"/>
                <a:gd name="T22" fmla="*/ 1057 w 2044"/>
                <a:gd name="T23" fmla="*/ 2148 h 2215"/>
                <a:gd name="T24" fmla="*/ 22 w 2044"/>
                <a:gd name="T25" fmla="*/ 1134 h 2215"/>
                <a:gd name="T26" fmla="*/ 0 w 2044"/>
                <a:gd name="T27" fmla="*/ 1082 h 2215"/>
                <a:gd name="T28" fmla="*/ 22 w 2044"/>
                <a:gd name="T29" fmla="*/ 1028 h 2215"/>
                <a:gd name="T30" fmla="*/ 76 w 2044"/>
                <a:gd name="T31" fmla="*/ 1006 h 2215"/>
                <a:gd name="T32" fmla="*/ 129 w 2044"/>
                <a:gd name="T33" fmla="*/ 1028 h 2215"/>
                <a:gd name="T34" fmla="*/ 1147 w 2044"/>
                <a:gd name="T35" fmla="*/ 2025 h 2215"/>
                <a:gd name="T36" fmla="*/ 1255 w 2044"/>
                <a:gd name="T37" fmla="*/ 2059 h 2215"/>
                <a:gd name="T38" fmla="*/ 1367 w 2044"/>
                <a:gd name="T39" fmla="*/ 2052 h 2215"/>
                <a:gd name="T40" fmla="*/ 1468 w 2044"/>
                <a:gd name="T41" fmla="*/ 2005 h 2215"/>
                <a:gd name="T42" fmla="*/ 1833 w 2044"/>
                <a:gd name="T43" fmla="*/ 1643 h 2215"/>
                <a:gd name="T44" fmla="*/ 1883 w 2044"/>
                <a:gd name="T45" fmla="*/ 1543 h 2215"/>
                <a:gd name="T46" fmla="*/ 1890 w 2044"/>
                <a:gd name="T47" fmla="*/ 1429 h 2215"/>
                <a:gd name="T48" fmla="*/ 1854 w 2044"/>
                <a:gd name="T49" fmla="*/ 1323 h 2215"/>
                <a:gd name="T50" fmla="*/ 773 w 2044"/>
                <a:gd name="T51" fmla="*/ 235 h 2215"/>
                <a:gd name="T52" fmla="*/ 678 w 2044"/>
                <a:gd name="T53" fmla="*/ 174 h 2215"/>
                <a:gd name="T54" fmla="*/ 568 w 2044"/>
                <a:gd name="T55" fmla="*/ 153 h 2215"/>
                <a:gd name="T56" fmla="*/ 457 w 2044"/>
                <a:gd name="T57" fmla="*/ 174 h 2215"/>
                <a:gd name="T58" fmla="*/ 362 w 2044"/>
                <a:gd name="T59" fmla="*/ 235 h 2215"/>
                <a:gd name="T60" fmla="*/ 252 w 2044"/>
                <a:gd name="T61" fmla="*/ 359 h 2215"/>
                <a:gd name="T62" fmla="*/ 215 w 2044"/>
                <a:gd name="T63" fmla="*/ 465 h 2215"/>
                <a:gd name="T64" fmla="*/ 222 w 2044"/>
                <a:gd name="T65" fmla="*/ 579 h 2215"/>
                <a:gd name="T66" fmla="*/ 273 w 2044"/>
                <a:gd name="T67" fmla="*/ 679 h 2215"/>
                <a:gd name="T68" fmla="*/ 1194 w 2044"/>
                <a:gd name="T69" fmla="*/ 1595 h 2215"/>
                <a:gd name="T70" fmla="*/ 1254 w 2044"/>
                <a:gd name="T71" fmla="*/ 1612 h 2215"/>
                <a:gd name="T72" fmla="*/ 1313 w 2044"/>
                <a:gd name="T73" fmla="*/ 1595 h 2215"/>
                <a:gd name="T74" fmla="*/ 1420 w 2044"/>
                <a:gd name="T75" fmla="*/ 1488 h 2215"/>
                <a:gd name="T76" fmla="*/ 1438 w 2044"/>
                <a:gd name="T77" fmla="*/ 1429 h 2215"/>
                <a:gd name="T78" fmla="*/ 1420 w 2044"/>
                <a:gd name="T79" fmla="*/ 1370 h 2215"/>
                <a:gd name="T80" fmla="*/ 618 w 2044"/>
                <a:gd name="T81" fmla="*/ 566 h 2215"/>
                <a:gd name="T82" fmla="*/ 611 w 2044"/>
                <a:gd name="T83" fmla="*/ 510 h 2215"/>
                <a:gd name="T84" fmla="*/ 646 w 2044"/>
                <a:gd name="T85" fmla="*/ 463 h 2215"/>
                <a:gd name="T86" fmla="*/ 703 w 2044"/>
                <a:gd name="T87" fmla="*/ 456 h 2215"/>
                <a:gd name="T88" fmla="*/ 1513 w 2044"/>
                <a:gd name="T89" fmla="*/ 1247 h 2215"/>
                <a:gd name="T90" fmla="*/ 1570 w 2044"/>
                <a:gd name="T91" fmla="*/ 1331 h 2215"/>
                <a:gd name="T92" fmla="*/ 1590 w 2044"/>
                <a:gd name="T93" fmla="*/ 1429 h 2215"/>
                <a:gd name="T94" fmla="*/ 1570 w 2044"/>
                <a:gd name="T95" fmla="*/ 1527 h 2215"/>
                <a:gd name="T96" fmla="*/ 1513 w 2044"/>
                <a:gd name="T97" fmla="*/ 1610 h 2215"/>
                <a:gd name="T98" fmla="*/ 1382 w 2044"/>
                <a:gd name="T99" fmla="*/ 1729 h 2215"/>
                <a:gd name="T100" fmla="*/ 1288 w 2044"/>
                <a:gd name="T101" fmla="*/ 1760 h 2215"/>
                <a:gd name="T102" fmla="*/ 1219 w 2044"/>
                <a:gd name="T103" fmla="*/ 1760 h 2215"/>
                <a:gd name="T104" fmla="*/ 1124 w 2044"/>
                <a:gd name="T105" fmla="*/ 1729 h 2215"/>
                <a:gd name="T106" fmla="*/ 190 w 2044"/>
                <a:gd name="T107" fmla="*/ 814 h 2215"/>
                <a:gd name="T108" fmla="*/ 105 w 2044"/>
                <a:gd name="T109" fmla="*/ 693 h 2215"/>
                <a:gd name="T110" fmla="*/ 64 w 2044"/>
                <a:gd name="T111" fmla="*/ 553 h 2215"/>
                <a:gd name="T112" fmla="*/ 73 w 2044"/>
                <a:gd name="T113" fmla="*/ 405 h 2215"/>
                <a:gd name="T114" fmla="*/ 128 w 2044"/>
                <a:gd name="T115" fmla="*/ 270 h 2215"/>
                <a:gd name="T116" fmla="*/ 255 w 2044"/>
                <a:gd name="T117" fmla="*/ 128 h 2215"/>
                <a:gd name="T118" fmla="*/ 376 w 2044"/>
                <a:gd name="T119" fmla="*/ 43 h 2215"/>
                <a:gd name="T120" fmla="*/ 518 w 2044"/>
                <a:gd name="T121" fmla="*/ 4 h 2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044" h="2215">
                  <a:moveTo>
                    <a:pt x="568" y="0"/>
                  </a:moveTo>
                  <a:lnTo>
                    <a:pt x="618" y="4"/>
                  </a:lnTo>
                  <a:lnTo>
                    <a:pt x="666" y="12"/>
                  </a:lnTo>
                  <a:lnTo>
                    <a:pt x="713" y="25"/>
                  </a:lnTo>
                  <a:lnTo>
                    <a:pt x="759" y="43"/>
                  </a:lnTo>
                  <a:lnTo>
                    <a:pt x="802" y="67"/>
                  </a:lnTo>
                  <a:lnTo>
                    <a:pt x="842" y="95"/>
                  </a:lnTo>
                  <a:lnTo>
                    <a:pt x="880" y="128"/>
                  </a:lnTo>
                  <a:lnTo>
                    <a:pt x="1914" y="1157"/>
                  </a:lnTo>
                  <a:lnTo>
                    <a:pt x="1948" y="1194"/>
                  </a:lnTo>
                  <a:lnTo>
                    <a:pt x="1977" y="1234"/>
                  </a:lnTo>
                  <a:lnTo>
                    <a:pt x="2000" y="1277"/>
                  </a:lnTo>
                  <a:lnTo>
                    <a:pt x="2019" y="1322"/>
                  </a:lnTo>
                  <a:lnTo>
                    <a:pt x="2033" y="1369"/>
                  </a:lnTo>
                  <a:lnTo>
                    <a:pt x="2041" y="1418"/>
                  </a:lnTo>
                  <a:lnTo>
                    <a:pt x="2044" y="1467"/>
                  </a:lnTo>
                  <a:lnTo>
                    <a:pt x="2041" y="1517"/>
                  </a:lnTo>
                  <a:lnTo>
                    <a:pt x="2033" y="1566"/>
                  </a:lnTo>
                  <a:lnTo>
                    <a:pt x="2019" y="1612"/>
                  </a:lnTo>
                  <a:lnTo>
                    <a:pt x="2000" y="1657"/>
                  </a:lnTo>
                  <a:lnTo>
                    <a:pt x="1977" y="1701"/>
                  </a:lnTo>
                  <a:lnTo>
                    <a:pt x="1948" y="1740"/>
                  </a:lnTo>
                  <a:lnTo>
                    <a:pt x="1914" y="1778"/>
                  </a:lnTo>
                  <a:lnTo>
                    <a:pt x="1604" y="2086"/>
                  </a:lnTo>
                  <a:lnTo>
                    <a:pt x="1567" y="2119"/>
                  </a:lnTo>
                  <a:lnTo>
                    <a:pt x="1527" y="2148"/>
                  </a:lnTo>
                  <a:lnTo>
                    <a:pt x="1484" y="2171"/>
                  </a:lnTo>
                  <a:lnTo>
                    <a:pt x="1438" y="2190"/>
                  </a:lnTo>
                  <a:lnTo>
                    <a:pt x="1391" y="2203"/>
                  </a:lnTo>
                  <a:lnTo>
                    <a:pt x="1342" y="2211"/>
                  </a:lnTo>
                  <a:lnTo>
                    <a:pt x="1291" y="2215"/>
                  </a:lnTo>
                  <a:lnTo>
                    <a:pt x="1242" y="2211"/>
                  </a:lnTo>
                  <a:lnTo>
                    <a:pt x="1193" y="2203"/>
                  </a:lnTo>
                  <a:lnTo>
                    <a:pt x="1146" y="2190"/>
                  </a:lnTo>
                  <a:lnTo>
                    <a:pt x="1100" y="2171"/>
                  </a:lnTo>
                  <a:lnTo>
                    <a:pt x="1057" y="2148"/>
                  </a:lnTo>
                  <a:lnTo>
                    <a:pt x="1017" y="2119"/>
                  </a:lnTo>
                  <a:lnTo>
                    <a:pt x="979" y="2086"/>
                  </a:lnTo>
                  <a:lnTo>
                    <a:pt x="22" y="1134"/>
                  </a:lnTo>
                  <a:lnTo>
                    <a:pt x="10" y="1118"/>
                  </a:lnTo>
                  <a:lnTo>
                    <a:pt x="3" y="1101"/>
                  </a:lnTo>
                  <a:lnTo>
                    <a:pt x="0" y="1082"/>
                  </a:lnTo>
                  <a:lnTo>
                    <a:pt x="3" y="1062"/>
                  </a:lnTo>
                  <a:lnTo>
                    <a:pt x="10" y="1045"/>
                  </a:lnTo>
                  <a:lnTo>
                    <a:pt x="22" y="1028"/>
                  </a:lnTo>
                  <a:lnTo>
                    <a:pt x="38" y="1017"/>
                  </a:lnTo>
                  <a:lnTo>
                    <a:pt x="57" y="1009"/>
                  </a:lnTo>
                  <a:lnTo>
                    <a:pt x="76" y="1006"/>
                  </a:lnTo>
                  <a:lnTo>
                    <a:pt x="95" y="1009"/>
                  </a:lnTo>
                  <a:lnTo>
                    <a:pt x="113" y="1017"/>
                  </a:lnTo>
                  <a:lnTo>
                    <a:pt x="129" y="1028"/>
                  </a:lnTo>
                  <a:lnTo>
                    <a:pt x="1086" y="1980"/>
                  </a:lnTo>
                  <a:lnTo>
                    <a:pt x="1115" y="2005"/>
                  </a:lnTo>
                  <a:lnTo>
                    <a:pt x="1147" y="2025"/>
                  </a:lnTo>
                  <a:lnTo>
                    <a:pt x="1181" y="2041"/>
                  </a:lnTo>
                  <a:lnTo>
                    <a:pt x="1217" y="2052"/>
                  </a:lnTo>
                  <a:lnTo>
                    <a:pt x="1255" y="2059"/>
                  </a:lnTo>
                  <a:lnTo>
                    <a:pt x="1291" y="2062"/>
                  </a:lnTo>
                  <a:lnTo>
                    <a:pt x="1329" y="2059"/>
                  </a:lnTo>
                  <a:lnTo>
                    <a:pt x="1367" y="2052"/>
                  </a:lnTo>
                  <a:lnTo>
                    <a:pt x="1402" y="2041"/>
                  </a:lnTo>
                  <a:lnTo>
                    <a:pt x="1437" y="2025"/>
                  </a:lnTo>
                  <a:lnTo>
                    <a:pt x="1468" y="2005"/>
                  </a:lnTo>
                  <a:lnTo>
                    <a:pt x="1498" y="1980"/>
                  </a:lnTo>
                  <a:lnTo>
                    <a:pt x="1807" y="1671"/>
                  </a:lnTo>
                  <a:lnTo>
                    <a:pt x="1833" y="1643"/>
                  </a:lnTo>
                  <a:lnTo>
                    <a:pt x="1854" y="1611"/>
                  </a:lnTo>
                  <a:lnTo>
                    <a:pt x="1870" y="1578"/>
                  </a:lnTo>
                  <a:lnTo>
                    <a:pt x="1883" y="1543"/>
                  </a:lnTo>
                  <a:lnTo>
                    <a:pt x="1890" y="1505"/>
                  </a:lnTo>
                  <a:lnTo>
                    <a:pt x="1892" y="1467"/>
                  </a:lnTo>
                  <a:lnTo>
                    <a:pt x="1890" y="1429"/>
                  </a:lnTo>
                  <a:lnTo>
                    <a:pt x="1883" y="1392"/>
                  </a:lnTo>
                  <a:lnTo>
                    <a:pt x="1870" y="1357"/>
                  </a:lnTo>
                  <a:lnTo>
                    <a:pt x="1854" y="1323"/>
                  </a:lnTo>
                  <a:lnTo>
                    <a:pt x="1833" y="1292"/>
                  </a:lnTo>
                  <a:lnTo>
                    <a:pt x="1807" y="1263"/>
                  </a:lnTo>
                  <a:lnTo>
                    <a:pt x="773" y="235"/>
                  </a:lnTo>
                  <a:lnTo>
                    <a:pt x="744" y="211"/>
                  </a:lnTo>
                  <a:lnTo>
                    <a:pt x="712" y="190"/>
                  </a:lnTo>
                  <a:lnTo>
                    <a:pt x="678" y="174"/>
                  </a:lnTo>
                  <a:lnTo>
                    <a:pt x="642" y="163"/>
                  </a:lnTo>
                  <a:lnTo>
                    <a:pt x="605" y="155"/>
                  </a:lnTo>
                  <a:lnTo>
                    <a:pt x="568" y="153"/>
                  </a:lnTo>
                  <a:lnTo>
                    <a:pt x="530" y="155"/>
                  </a:lnTo>
                  <a:lnTo>
                    <a:pt x="492" y="163"/>
                  </a:lnTo>
                  <a:lnTo>
                    <a:pt x="457" y="174"/>
                  </a:lnTo>
                  <a:lnTo>
                    <a:pt x="422" y="190"/>
                  </a:lnTo>
                  <a:lnTo>
                    <a:pt x="391" y="211"/>
                  </a:lnTo>
                  <a:lnTo>
                    <a:pt x="362" y="235"/>
                  </a:lnTo>
                  <a:lnTo>
                    <a:pt x="298" y="300"/>
                  </a:lnTo>
                  <a:lnTo>
                    <a:pt x="273" y="328"/>
                  </a:lnTo>
                  <a:lnTo>
                    <a:pt x="252" y="359"/>
                  </a:lnTo>
                  <a:lnTo>
                    <a:pt x="235" y="393"/>
                  </a:lnTo>
                  <a:lnTo>
                    <a:pt x="222" y="428"/>
                  </a:lnTo>
                  <a:lnTo>
                    <a:pt x="215" y="465"/>
                  </a:lnTo>
                  <a:lnTo>
                    <a:pt x="213" y="504"/>
                  </a:lnTo>
                  <a:lnTo>
                    <a:pt x="215" y="541"/>
                  </a:lnTo>
                  <a:lnTo>
                    <a:pt x="222" y="579"/>
                  </a:lnTo>
                  <a:lnTo>
                    <a:pt x="235" y="614"/>
                  </a:lnTo>
                  <a:lnTo>
                    <a:pt x="252" y="647"/>
                  </a:lnTo>
                  <a:lnTo>
                    <a:pt x="273" y="679"/>
                  </a:lnTo>
                  <a:lnTo>
                    <a:pt x="298" y="708"/>
                  </a:lnTo>
                  <a:lnTo>
                    <a:pt x="1177" y="1581"/>
                  </a:lnTo>
                  <a:lnTo>
                    <a:pt x="1194" y="1595"/>
                  </a:lnTo>
                  <a:lnTo>
                    <a:pt x="1212" y="1604"/>
                  </a:lnTo>
                  <a:lnTo>
                    <a:pt x="1233" y="1610"/>
                  </a:lnTo>
                  <a:lnTo>
                    <a:pt x="1254" y="1612"/>
                  </a:lnTo>
                  <a:lnTo>
                    <a:pt x="1275" y="1610"/>
                  </a:lnTo>
                  <a:lnTo>
                    <a:pt x="1294" y="1604"/>
                  </a:lnTo>
                  <a:lnTo>
                    <a:pt x="1313" y="1595"/>
                  </a:lnTo>
                  <a:lnTo>
                    <a:pt x="1329" y="1581"/>
                  </a:lnTo>
                  <a:lnTo>
                    <a:pt x="1407" y="1504"/>
                  </a:lnTo>
                  <a:lnTo>
                    <a:pt x="1420" y="1488"/>
                  </a:lnTo>
                  <a:lnTo>
                    <a:pt x="1431" y="1470"/>
                  </a:lnTo>
                  <a:lnTo>
                    <a:pt x="1436" y="1450"/>
                  </a:lnTo>
                  <a:lnTo>
                    <a:pt x="1438" y="1429"/>
                  </a:lnTo>
                  <a:lnTo>
                    <a:pt x="1436" y="1409"/>
                  </a:lnTo>
                  <a:lnTo>
                    <a:pt x="1431" y="1388"/>
                  </a:lnTo>
                  <a:lnTo>
                    <a:pt x="1420" y="1370"/>
                  </a:lnTo>
                  <a:lnTo>
                    <a:pt x="1407" y="1353"/>
                  </a:lnTo>
                  <a:lnTo>
                    <a:pt x="631" y="582"/>
                  </a:lnTo>
                  <a:lnTo>
                    <a:pt x="618" y="566"/>
                  </a:lnTo>
                  <a:lnTo>
                    <a:pt x="611" y="549"/>
                  </a:lnTo>
                  <a:lnTo>
                    <a:pt x="608" y="529"/>
                  </a:lnTo>
                  <a:lnTo>
                    <a:pt x="611" y="510"/>
                  </a:lnTo>
                  <a:lnTo>
                    <a:pt x="618" y="492"/>
                  </a:lnTo>
                  <a:lnTo>
                    <a:pt x="631" y="476"/>
                  </a:lnTo>
                  <a:lnTo>
                    <a:pt x="646" y="463"/>
                  </a:lnTo>
                  <a:lnTo>
                    <a:pt x="664" y="456"/>
                  </a:lnTo>
                  <a:lnTo>
                    <a:pt x="684" y="454"/>
                  </a:lnTo>
                  <a:lnTo>
                    <a:pt x="703" y="456"/>
                  </a:lnTo>
                  <a:lnTo>
                    <a:pt x="721" y="463"/>
                  </a:lnTo>
                  <a:lnTo>
                    <a:pt x="737" y="476"/>
                  </a:lnTo>
                  <a:lnTo>
                    <a:pt x="1513" y="1247"/>
                  </a:lnTo>
                  <a:lnTo>
                    <a:pt x="1536" y="1272"/>
                  </a:lnTo>
                  <a:lnTo>
                    <a:pt x="1555" y="1300"/>
                  </a:lnTo>
                  <a:lnTo>
                    <a:pt x="1570" y="1331"/>
                  </a:lnTo>
                  <a:lnTo>
                    <a:pt x="1581" y="1362"/>
                  </a:lnTo>
                  <a:lnTo>
                    <a:pt x="1588" y="1395"/>
                  </a:lnTo>
                  <a:lnTo>
                    <a:pt x="1590" y="1429"/>
                  </a:lnTo>
                  <a:lnTo>
                    <a:pt x="1588" y="1463"/>
                  </a:lnTo>
                  <a:lnTo>
                    <a:pt x="1580" y="1496"/>
                  </a:lnTo>
                  <a:lnTo>
                    <a:pt x="1570" y="1527"/>
                  </a:lnTo>
                  <a:lnTo>
                    <a:pt x="1555" y="1557"/>
                  </a:lnTo>
                  <a:lnTo>
                    <a:pt x="1536" y="1585"/>
                  </a:lnTo>
                  <a:lnTo>
                    <a:pt x="1513" y="1610"/>
                  </a:lnTo>
                  <a:lnTo>
                    <a:pt x="1437" y="1687"/>
                  </a:lnTo>
                  <a:lnTo>
                    <a:pt x="1411" y="1710"/>
                  </a:lnTo>
                  <a:lnTo>
                    <a:pt x="1382" y="1729"/>
                  </a:lnTo>
                  <a:lnTo>
                    <a:pt x="1353" y="1743"/>
                  </a:lnTo>
                  <a:lnTo>
                    <a:pt x="1321" y="1754"/>
                  </a:lnTo>
                  <a:lnTo>
                    <a:pt x="1288" y="1760"/>
                  </a:lnTo>
                  <a:lnTo>
                    <a:pt x="1254" y="1762"/>
                  </a:lnTo>
                  <a:lnTo>
                    <a:pt x="1254" y="1762"/>
                  </a:lnTo>
                  <a:lnTo>
                    <a:pt x="1219" y="1760"/>
                  </a:lnTo>
                  <a:lnTo>
                    <a:pt x="1186" y="1754"/>
                  </a:lnTo>
                  <a:lnTo>
                    <a:pt x="1154" y="1743"/>
                  </a:lnTo>
                  <a:lnTo>
                    <a:pt x="1124" y="1729"/>
                  </a:lnTo>
                  <a:lnTo>
                    <a:pt x="1096" y="1710"/>
                  </a:lnTo>
                  <a:lnTo>
                    <a:pt x="1070" y="1687"/>
                  </a:lnTo>
                  <a:lnTo>
                    <a:pt x="190" y="814"/>
                  </a:lnTo>
                  <a:lnTo>
                    <a:pt x="157" y="776"/>
                  </a:lnTo>
                  <a:lnTo>
                    <a:pt x="128" y="737"/>
                  </a:lnTo>
                  <a:lnTo>
                    <a:pt x="105" y="693"/>
                  </a:lnTo>
                  <a:lnTo>
                    <a:pt x="86" y="648"/>
                  </a:lnTo>
                  <a:lnTo>
                    <a:pt x="73" y="602"/>
                  </a:lnTo>
                  <a:lnTo>
                    <a:pt x="64" y="553"/>
                  </a:lnTo>
                  <a:lnTo>
                    <a:pt x="61" y="504"/>
                  </a:lnTo>
                  <a:lnTo>
                    <a:pt x="64" y="454"/>
                  </a:lnTo>
                  <a:lnTo>
                    <a:pt x="73" y="405"/>
                  </a:lnTo>
                  <a:lnTo>
                    <a:pt x="86" y="358"/>
                  </a:lnTo>
                  <a:lnTo>
                    <a:pt x="105" y="312"/>
                  </a:lnTo>
                  <a:lnTo>
                    <a:pt x="128" y="270"/>
                  </a:lnTo>
                  <a:lnTo>
                    <a:pt x="157" y="230"/>
                  </a:lnTo>
                  <a:lnTo>
                    <a:pt x="190" y="193"/>
                  </a:lnTo>
                  <a:lnTo>
                    <a:pt x="255" y="128"/>
                  </a:lnTo>
                  <a:lnTo>
                    <a:pt x="293" y="95"/>
                  </a:lnTo>
                  <a:lnTo>
                    <a:pt x="332" y="67"/>
                  </a:lnTo>
                  <a:lnTo>
                    <a:pt x="376" y="43"/>
                  </a:lnTo>
                  <a:lnTo>
                    <a:pt x="421" y="25"/>
                  </a:lnTo>
                  <a:lnTo>
                    <a:pt x="468" y="12"/>
                  </a:lnTo>
                  <a:lnTo>
                    <a:pt x="518" y="4"/>
                  </a:lnTo>
                  <a:lnTo>
                    <a:pt x="5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C28951-44C7-4459-80E6-AE818AB80D46}"/>
              </a:ext>
            </a:extLst>
          </p:cNvPr>
          <p:cNvGrpSpPr/>
          <p:nvPr/>
        </p:nvGrpSpPr>
        <p:grpSpPr>
          <a:xfrm flipH="1">
            <a:off x="9199430" y="626217"/>
            <a:ext cx="329932" cy="327755"/>
            <a:chOff x="7756525" y="4816476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2" name="Freeform 104">
              <a:extLst>
                <a:ext uri="{FF2B5EF4-FFF2-40B4-BE49-F238E27FC236}">
                  <a16:creationId xmlns:a16="http://schemas.microsoft.com/office/drawing/2014/main" id="{063A4CA1-1038-48FB-BE20-CC963734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6525" y="5251451"/>
              <a:ext cx="481013" cy="42863"/>
            </a:xfrm>
            <a:custGeom>
              <a:avLst/>
              <a:gdLst>
                <a:gd name="T0" fmla="*/ 152 w 3330"/>
                <a:gd name="T1" fmla="*/ 0 h 301"/>
                <a:gd name="T2" fmla="*/ 3179 w 3330"/>
                <a:gd name="T3" fmla="*/ 0 h 301"/>
                <a:gd name="T4" fmla="*/ 3209 w 3330"/>
                <a:gd name="T5" fmla="*/ 3 h 301"/>
                <a:gd name="T6" fmla="*/ 3237 w 3330"/>
                <a:gd name="T7" fmla="*/ 11 h 301"/>
                <a:gd name="T8" fmla="*/ 3263 w 3330"/>
                <a:gd name="T9" fmla="*/ 26 h 301"/>
                <a:gd name="T10" fmla="*/ 3285 w 3330"/>
                <a:gd name="T11" fmla="*/ 44 h 301"/>
                <a:gd name="T12" fmla="*/ 3304 w 3330"/>
                <a:gd name="T13" fmla="*/ 67 h 301"/>
                <a:gd name="T14" fmla="*/ 3318 w 3330"/>
                <a:gd name="T15" fmla="*/ 93 h 301"/>
                <a:gd name="T16" fmla="*/ 3327 w 3330"/>
                <a:gd name="T17" fmla="*/ 121 h 301"/>
                <a:gd name="T18" fmla="*/ 3330 w 3330"/>
                <a:gd name="T19" fmla="*/ 151 h 301"/>
                <a:gd name="T20" fmla="*/ 3327 w 3330"/>
                <a:gd name="T21" fmla="*/ 181 h 301"/>
                <a:gd name="T22" fmla="*/ 3318 w 3330"/>
                <a:gd name="T23" fmla="*/ 209 h 301"/>
                <a:gd name="T24" fmla="*/ 3304 w 3330"/>
                <a:gd name="T25" fmla="*/ 235 h 301"/>
                <a:gd name="T26" fmla="*/ 3285 w 3330"/>
                <a:gd name="T27" fmla="*/ 257 h 301"/>
                <a:gd name="T28" fmla="*/ 3263 w 3330"/>
                <a:gd name="T29" fmla="*/ 276 h 301"/>
                <a:gd name="T30" fmla="*/ 3237 w 3330"/>
                <a:gd name="T31" fmla="*/ 289 h 301"/>
                <a:gd name="T32" fmla="*/ 3209 w 3330"/>
                <a:gd name="T33" fmla="*/ 297 h 301"/>
                <a:gd name="T34" fmla="*/ 3179 w 3330"/>
                <a:gd name="T35" fmla="*/ 301 h 301"/>
                <a:gd name="T36" fmla="*/ 152 w 3330"/>
                <a:gd name="T37" fmla="*/ 301 h 301"/>
                <a:gd name="T38" fmla="*/ 121 w 3330"/>
                <a:gd name="T39" fmla="*/ 297 h 301"/>
                <a:gd name="T40" fmla="*/ 93 w 3330"/>
                <a:gd name="T41" fmla="*/ 289 h 301"/>
                <a:gd name="T42" fmla="*/ 67 w 3330"/>
                <a:gd name="T43" fmla="*/ 276 h 301"/>
                <a:gd name="T44" fmla="*/ 45 w 3330"/>
                <a:gd name="T45" fmla="*/ 257 h 301"/>
                <a:gd name="T46" fmla="*/ 26 w 3330"/>
                <a:gd name="T47" fmla="*/ 235 h 301"/>
                <a:gd name="T48" fmla="*/ 13 w 3330"/>
                <a:gd name="T49" fmla="*/ 209 h 301"/>
                <a:gd name="T50" fmla="*/ 3 w 3330"/>
                <a:gd name="T51" fmla="*/ 181 h 301"/>
                <a:gd name="T52" fmla="*/ 0 w 3330"/>
                <a:gd name="T53" fmla="*/ 151 h 301"/>
                <a:gd name="T54" fmla="*/ 3 w 3330"/>
                <a:gd name="T55" fmla="*/ 121 h 301"/>
                <a:gd name="T56" fmla="*/ 13 w 3330"/>
                <a:gd name="T57" fmla="*/ 93 h 301"/>
                <a:gd name="T58" fmla="*/ 26 w 3330"/>
                <a:gd name="T59" fmla="*/ 67 h 301"/>
                <a:gd name="T60" fmla="*/ 45 w 3330"/>
                <a:gd name="T61" fmla="*/ 44 h 301"/>
                <a:gd name="T62" fmla="*/ 67 w 3330"/>
                <a:gd name="T63" fmla="*/ 26 h 301"/>
                <a:gd name="T64" fmla="*/ 93 w 3330"/>
                <a:gd name="T65" fmla="*/ 11 h 301"/>
                <a:gd name="T66" fmla="*/ 121 w 3330"/>
                <a:gd name="T67" fmla="*/ 3 h 301"/>
                <a:gd name="T68" fmla="*/ 152 w 333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30" h="301">
                  <a:moveTo>
                    <a:pt x="152" y="0"/>
                  </a:moveTo>
                  <a:lnTo>
                    <a:pt x="3179" y="0"/>
                  </a:lnTo>
                  <a:lnTo>
                    <a:pt x="3209" y="3"/>
                  </a:lnTo>
                  <a:lnTo>
                    <a:pt x="3237" y="11"/>
                  </a:lnTo>
                  <a:lnTo>
                    <a:pt x="3263" y="26"/>
                  </a:lnTo>
                  <a:lnTo>
                    <a:pt x="3285" y="44"/>
                  </a:lnTo>
                  <a:lnTo>
                    <a:pt x="3304" y="67"/>
                  </a:lnTo>
                  <a:lnTo>
                    <a:pt x="3318" y="93"/>
                  </a:lnTo>
                  <a:lnTo>
                    <a:pt x="3327" y="121"/>
                  </a:lnTo>
                  <a:lnTo>
                    <a:pt x="3330" y="151"/>
                  </a:lnTo>
                  <a:lnTo>
                    <a:pt x="3327" y="181"/>
                  </a:lnTo>
                  <a:lnTo>
                    <a:pt x="3318" y="209"/>
                  </a:lnTo>
                  <a:lnTo>
                    <a:pt x="3304" y="235"/>
                  </a:lnTo>
                  <a:lnTo>
                    <a:pt x="3285" y="257"/>
                  </a:lnTo>
                  <a:lnTo>
                    <a:pt x="3263" y="276"/>
                  </a:lnTo>
                  <a:lnTo>
                    <a:pt x="3237" y="289"/>
                  </a:lnTo>
                  <a:lnTo>
                    <a:pt x="3209" y="297"/>
                  </a:lnTo>
                  <a:lnTo>
                    <a:pt x="3179" y="301"/>
                  </a:lnTo>
                  <a:lnTo>
                    <a:pt x="152" y="301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6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3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3" name="Freeform 105">
              <a:extLst>
                <a:ext uri="{FF2B5EF4-FFF2-40B4-BE49-F238E27FC236}">
                  <a16:creationId xmlns:a16="http://schemas.microsoft.com/office/drawing/2014/main" id="{E9B250DD-C591-4383-93A7-2656BE91B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83513" y="4976813"/>
              <a:ext cx="425450" cy="261938"/>
            </a:xfrm>
            <a:custGeom>
              <a:avLst/>
              <a:gdLst>
                <a:gd name="T0" fmla="*/ 2005 w 2952"/>
                <a:gd name="T1" fmla="*/ 1503 h 1805"/>
                <a:gd name="T2" fmla="*/ 2460 w 2952"/>
                <a:gd name="T3" fmla="*/ 150 h 1805"/>
                <a:gd name="T4" fmla="*/ 1249 w 2952"/>
                <a:gd name="T5" fmla="*/ 150 h 1805"/>
                <a:gd name="T6" fmla="*/ 1703 w 2952"/>
                <a:gd name="T7" fmla="*/ 1503 h 1805"/>
                <a:gd name="T8" fmla="*/ 1249 w 2952"/>
                <a:gd name="T9" fmla="*/ 150 h 1805"/>
                <a:gd name="T10" fmla="*/ 493 w 2952"/>
                <a:gd name="T11" fmla="*/ 1503 h 1805"/>
                <a:gd name="T12" fmla="*/ 946 w 2952"/>
                <a:gd name="T13" fmla="*/ 150 h 1805"/>
                <a:gd name="T14" fmla="*/ 152 w 2952"/>
                <a:gd name="T15" fmla="*/ 0 h 1805"/>
                <a:gd name="T16" fmla="*/ 2820 w 2952"/>
                <a:gd name="T17" fmla="*/ 2 h 1805"/>
                <a:gd name="T18" fmla="*/ 2853 w 2952"/>
                <a:gd name="T19" fmla="*/ 22 h 1805"/>
                <a:gd name="T20" fmla="*/ 2873 w 2952"/>
                <a:gd name="T21" fmla="*/ 55 h 1805"/>
                <a:gd name="T22" fmla="*/ 2873 w 2952"/>
                <a:gd name="T23" fmla="*/ 95 h 1805"/>
                <a:gd name="T24" fmla="*/ 2853 w 2952"/>
                <a:gd name="T25" fmla="*/ 128 h 1805"/>
                <a:gd name="T26" fmla="*/ 2820 w 2952"/>
                <a:gd name="T27" fmla="*/ 148 h 1805"/>
                <a:gd name="T28" fmla="*/ 2762 w 2952"/>
                <a:gd name="T29" fmla="*/ 150 h 1805"/>
                <a:gd name="T30" fmla="*/ 2800 w 2952"/>
                <a:gd name="T31" fmla="*/ 1503 h 1805"/>
                <a:gd name="T32" fmla="*/ 2859 w 2952"/>
                <a:gd name="T33" fmla="*/ 1515 h 1805"/>
                <a:gd name="T34" fmla="*/ 2907 w 2952"/>
                <a:gd name="T35" fmla="*/ 1548 h 1805"/>
                <a:gd name="T36" fmla="*/ 2939 w 2952"/>
                <a:gd name="T37" fmla="*/ 1596 h 1805"/>
                <a:gd name="T38" fmla="*/ 2952 w 2952"/>
                <a:gd name="T39" fmla="*/ 1654 h 1805"/>
                <a:gd name="T40" fmla="*/ 2939 w 2952"/>
                <a:gd name="T41" fmla="*/ 1712 h 1805"/>
                <a:gd name="T42" fmla="*/ 2907 w 2952"/>
                <a:gd name="T43" fmla="*/ 1760 h 1805"/>
                <a:gd name="T44" fmla="*/ 2859 w 2952"/>
                <a:gd name="T45" fmla="*/ 1792 h 1805"/>
                <a:gd name="T46" fmla="*/ 2800 w 2952"/>
                <a:gd name="T47" fmla="*/ 1805 h 1805"/>
                <a:gd name="T48" fmla="*/ 121 w 2952"/>
                <a:gd name="T49" fmla="*/ 1801 h 1805"/>
                <a:gd name="T50" fmla="*/ 67 w 2952"/>
                <a:gd name="T51" fmla="*/ 1779 h 1805"/>
                <a:gd name="T52" fmla="*/ 27 w 2952"/>
                <a:gd name="T53" fmla="*/ 1738 h 1805"/>
                <a:gd name="T54" fmla="*/ 4 w 2952"/>
                <a:gd name="T55" fmla="*/ 1684 h 1805"/>
                <a:gd name="T56" fmla="*/ 4 w 2952"/>
                <a:gd name="T57" fmla="*/ 1624 h 1805"/>
                <a:gd name="T58" fmla="*/ 27 w 2952"/>
                <a:gd name="T59" fmla="*/ 1570 h 1805"/>
                <a:gd name="T60" fmla="*/ 67 w 2952"/>
                <a:gd name="T61" fmla="*/ 1529 h 1805"/>
                <a:gd name="T62" fmla="*/ 121 w 2952"/>
                <a:gd name="T63" fmla="*/ 1506 h 1805"/>
                <a:gd name="T64" fmla="*/ 190 w 2952"/>
                <a:gd name="T65" fmla="*/ 1503 h 1805"/>
                <a:gd name="T66" fmla="*/ 152 w 2952"/>
                <a:gd name="T67" fmla="*/ 150 h 1805"/>
                <a:gd name="T68" fmla="*/ 114 w 2952"/>
                <a:gd name="T69" fmla="*/ 140 h 1805"/>
                <a:gd name="T70" fmla="*/ 86 w 2952"/>
                <a:gd name="T71" fmla="*/ 113 h 1805"/>
                <a:gd name="T72" fmla="*/ 76 w 2952"/>
                <a:gd name="T73" fmla="*/ 75 h 1805"/>
                <a:gd name="T74" fmla="*/ 86 w 2952"/>
                <a:gd name="T75" fmla="*/ 38 h 1805"/>
                <a:gd name="T76" fmla="*/ 114 w 2952"/>
                <a:gd name="T77" fmla="*/ 11 h 1805"/>
                <a:gd name="T78" fmla="*/ 152 w 2952"/>
                <a:gd name="T79" fmla="*/ 0 h 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952" h="1805">
                  <a:moveTo>
                    <a:pt x="2005" y="150"/>
                  </a:moveTo>
                  <a:lnTo>
                    <a:pt x="2005" y="1503"/>
                  </a:lnTo>
                  <a:lnTo>
                    <a:pt x="2460" y="1503"/>
                  </a:lnTo>
                  <a:lnTo>
                    <a:pt x="2460" y="150"/>
                  </a:lnTo>
                  <a:lnTo>
                    <a:pt x="2005" y="150"/>
                  </a:lnTo>
                  <a:close/>
                  <a:moveTo>
                    <a:pt x="1249" y="150"/>
                  </a:moveTo>
                  <a:lnTo>
                    <a:pt x="1249" y="1503"/>
                  </a:lnTo>
                  <a:lnTo>
                    <a:pt x="1703" y="1503"/>
                  </a:lnTo>
                  <a:lnTo>
                    <a:pt x="1703" y="150"/>
                  </a:lnTo>
                  <a:lnTo>
                    <a:pt x="1249" y="150"/>
                  </a:lnTo>
                  <a:close/>
                  <a:moveTo>
                    <a:pt x="493" y="150"/>
                  </a:moveTo>
                  <a:lnTo>
                    <a:pt x="493" y="1503"/>
                  </a:lnTo>
                  <a:lnTo>
                    <a:pt x="946" y="1503"/>
                  </a:lnTo>
                  <a:lnTo>
                    <a:pt x="946" y="150"/>
                  </a:lnTo>
                  <a:lnTo>
                    <a:pt x="493" y="150"/>
                  </a:lnTo>
                  <a:close/>
                  <a:moveTo>
                    <a:pt x="152" y="0"/>
                  </a:moveTo>
                  <a:lnTo>
                    <a:pt x="2800" y="0"/>
                  </a:lnTo>
                  <a:lnTo>
                    <a:pt x="2820" y="2"/>
                  </a:lnTo>
                  <a:lnTo>
                    <a:pt x="2839" y="11"/>
                  </a:lnTo>
                  <a:lnTo>
                    <a:pt x="2853" y="22"/>
                  </a:lnTo>
                  <a:lnTo>
                    <a:pt x="2866" y="38"/>
                  </a:lnTo>
                  <a:lnTo>
                    <a:pt x="2873" y="55"/>
                  </a:lnTo>
                  <a:lnTo>
                    <a:pt x="2875" y="75"/>
                  </a:lnTo>
                  <a:lnTo>
                    <a:pt x="2873" y="95"/>
                  </a:lnTo>
                  <a:lnTo>
                    <a:pt x="2866" y="113"/>
                  </a:lnTo>
                  <a:lnTo>
                    <a:pt x="2853" y="128"/>
                  </a:lnTo>
                  <a:lnTo>
                    <a:pt x="2839" y="140"/>
                  </a:lnTo>
                  <a:lnTo>
                    <a:pt x="2820" y="148"/>
                  </a:lnTo>
                  <a:lnTo>
                    <a:pt x="2800" y="150"/>
                  </a:lnTo>
                  <a:lnTo>
                    <a:pt x="2762" y="150"/>
                  </a:lnTo>
                  <a:lnTo>
                    <a:pt x="2762" y="1503"/>
                  </a:lnTo>
                  <a:lnTo>
                    <a:pt x="2800" y="1503"/>
                  </a:lnTo>
                  <a:lnTo>
                    <a:pt x="2830" y="1506"/>
                  </a:lnTo>
                  <a:lnTo>
                    <a:pt x="2859" y="1515"/>
                  </a:lnTo>
                  <a:lnTo>
                    <a:pt x="2885" y="1529"/>
                  </a:lnTo>
                  <a:lnTo>
                    <a:pt x="2907" y="1548"/>
                  </a:lnTo>
                  <a:lnTo>
                    <a:pt x="2926" y="1570"/>
                  </a:lnTo>
                  <a:lnTo>
                    <a:pt x="2939" y="1596"/>
                  </a:lnTo>
                  <a:lnTo>
                    <a:pt x="2949" y="1624"/>
                  </a:lnTo>
                  <a:lnTo>
                    <a:pt x="2952" y="1654"/>
                  </a:lnTo>
                  <a:lnTo>
                    <a:pt x="2949" y="1684"/>
                  </a:lnTo>
                  <a:lnTo>
                    <a:pt x="2939" y="1712"/>
                  </a:lnTo>
                  <a:lnTo>
                    <a:pt x="2926" y="1738"/>
                  </a:lnTo>
                  <a:lnTo>
                    <a:pt x="2907" y="1760"/>
                  </a:lnTo>
                  <a:lnTo>
                    <a:pt x="2885" y="1779"/>
                  </a:lnTo>
                  <a:lnTo>
                    <a:pt x="2859" y="1792"/>
                  </a:lnTo>
                  <a:lnTo>
                    <a:pt x="2830" y="1801"/>
                  </a:lnTo>
                  <a:lnTo>
                    <a:pt x="2800" y="1805"/>
                  </a:lnTo>
                  <a:lnTo>
                    <a:pt x="152" y="1805"/>
                  </a:lnTo>
                  <a:lnTo>
                    <a:pt x="121" y="1801"/>
                  </a:lnTo>
                  <a:lnTo>
                    <a:pt x="93" y="1792"/>
                  </a:lnTo>
                  <a:lnTo>
                    <a:pt x="67" y="1779"/>
                  </a:lnTo>
                  <a:lnTo>
                    <a:pt x="44" y="1760"/>
                  </a:lnTo>
                  <a:lnTo>
                    <a:pt x="27" y="1738"/>
                  </a:lnTo>
                  <a:lnTo>
                    <a:pt x="12" y="1712"/>
                  </a:lnTo>
                  <a:lnTo>
                    <a:pt x="4" y="1684"/>
                  </a:lnTo>
                  <a:lnTo>
                    <a:pt x="0" y="1654"/>
                  </a:lnTo>
                  <a:lnTo>
                    <a:pt x="4" y="1624"/>
                  </a:lnTo>
                  <a:lnTo>
                    <a:pt x="12" y="1596"/>
                  </a:lnTo>
                  <a:lnTo>
                    <a:pt x="27" y="1570"/>
                  </a:lnTo>
                  <a:lnTo>
                    <a:pt x="44" y="1548"/>
                  </a:lnTo>
                  <a:lnTo>
                    <a:pt x="67" y="1529"/>
                  </a:lnTo>
                  <a:lnTo>
                    <a:pt x="93" y="1515"/>
                  </a:lnTo>
                  <a:lnTo>
                    <a:pt x="121" y="1506"/>
                  </a:lnTo>
                  <a:lnTo>
                    <a:pt x="152" y="1503"/>
                  </a:lnTo>
                  <a:lnTo>
                    <a:pt x="190" y="1503"/>
                  </a:lnTo>
                  <a:lnTo>
                    <a:pt x="190" y="150"/>
                  </a:lnTo>
                  <a:lnTo>
                    <a:pt x="152" y="150"/>
                  </a:lnTo>
                  <a:lnTo>
                    <a:pt x="131" y="148"/>
                  </a:lnTo>
                  <a:lnTo>
                    <a:pt x="114" y="140"/>
                  </a:lnTo>
                  <a:lnTo>
                    <a:pt x="99" y="128"/>
                  </a:lnTo>
                  <a:lnTo>
                    <a:pt x="86" y="113"/>
                  </a:lnTo>
                  <a:lnTo>
                    <a:pt x="79" y="95"/>
                  </a:lnTo>
                  <a:lnTo>
                    <a:pt x="76" y="75"/>
                  </a:lnTo>
                  <a:lnTo>
                    <a:pt x="79" y="55"/>
                  </a:lnTo>
                  <a:lnTo>
                    <a:pt x="86" y="38"/>
                  </a:lnTo>
                  <a:lnTo>
                    <a:pt x="99" y="22"/>
                  </a:lnTo>
                  <a:lnTo>
                    <a:pt x="114" y="11"/>
                  </a:lnTo>
                  <a:lnTo>
                    <a:pt x="131" y="2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A9445DA4-DB4E-4550-9F9B-4F20B2AE6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6525" y="4816476"/>
              <a:ext cx="481013" cy="141288"/>
            </a:xfrm>
            <a:custGeom>
              <a:avLst/>
              <a:gdLst>
                <a:gd name="T0" fmla="*/ 1678 w 3331"/>
                <a:gd name="T1" fmla="*/ 0 h 977"/>
                <a:gd name="T2" fmla="*/ 1702 w 3331"/>
                <a:gd name="T3" fmla="*/ 5 h 977"/>
                <a:gd name="T4" fmla="*/ 1727 w 3331"/>
                <a:gd name="T5" fmla="*/ 13 h 977"/>
                <a:gd name="T6" fmla="*/ 3229 w 3331"/>
                <a:gd name="T7" fmla="*/ 684 h 977"/>
                <a:gd name="T8" fmla="*/ 3253 w 3331"/>
                <a:gd name="T9" fmla="*/ 695 h 977"/>
                <a:gd name="T10" fmla="*/ 3275 w 3331"/>
                <a:gd name="T11" fmla="*/ 710 h 977"/>
                <a:gd name="T12" fmla="*/ 3295 w 3331"/>
                <a:gd name="T13" fmla="*/ 727 h 977"/>
                <a:gd name="T14" fmla="*/ 3309 w 3331"/>
                <a:gd name="T15" fmla="*/ 749 h 977"/>
                <a:gd name="T16" fmla="*/ 3322 w 3331"/>
                <a:gd name="T17" fmla="*/ 773 h 977"/>
                <a:gd name="T18" fmla="*/ 3329 w 3331"/>
                <a:gd name="T19" fmla="*/ 799 h 977"/>
                <a:gd name="T20" fmla="*/ 3331 w 3331"/>
                <a:gd name="T21" fmla="*/ 826 h 977"/>
                <a:gd name="T22" fmla="*/ 3328 w 3331"/>
                <a:gd name="T23" fmla="*/ 856 h 977"/>
                <a:gd name="T24" fmla="*/ 3320 w 3331"/>
                <a:gd name="T25" fmla="*/ 885 h 977"/>
                <a:gd name="T26" fmla="*/ 3305 w 3331"/>
                <a:gd name="T27" fmla="*/ 910 h 977"/>
                <a:gd name="T28" fmla="*/ 3287 w 3331"/>
                <a:gd name="T29" fmla="*/ 933 h 977"/>
                <a:gd name="T30" fmla="*/ 3264 w 3331"/>
                <a:gd name="T31" fmla="*/ 951 h 977"/>
                <a:gd name="T32" fmla="*/ 3239 w 3331"/>
                <a:gd name="T33" fmla="*/ 966 h 977"/>
                <a:gd name="T34" fmla="*/ 3210 w 3331"/>
                <a:gd name="T35" fmla="*/ 974 h 977"/>
                <a:gd name="T36" fmla="*/ 3180 w 3331"/>
                <a:gd name="T37" fmla="*/ 977 h 977"/>
                <a:gd name="T38" fmla="*/ 152 w 3331"/>
                <a:gd name="T39" fmla="*/ 977 h 977"/>
                <a:gd name="T40" fmla="*/ 121 w 3331"/>
                <a:gd name="T41" fmla="*/ 974 h 977"/>
                <a:gd name="T42" fmla="*/ 93 w 3331"/>
                <a:gd name="T43" fmla="*/ 966 h 977"/>
                <a:gd name="T44" fmla="*/ 68 w 3331"/>
                <a:gd name="T45" fmla="*/ 952 h 977"/>
                <a:gd name="T46" fmla="*/ 46 w 3331"/>
                <a:gd name="T47" fmla="*/ 934 h 977"/>
                <a:gd name="T48" fmla="*/ 27 w 3331"/>
                <a:gd name="T49" fmla="*/ 911 h 977"/>
                <a:gd name="T50" fmla="*/ 13 w 3331"/>
                <a:gd name="T51" fmla="*/ 887 h 977"/>
                <a:gd name="T52" fmla="*/ 4 w 3331"/>
                <a:gd name="T53" fmla="*/ 858 h 977"/>
                <a:gd name="T54" fmla="*/ 0 w 3331"/>
                <a:gd name="T55" fmla="*/ 832 h 977"/>
                <a:gd name="T56" fmla="*/ 2 w 3331"/>
                <a:gd name="T57" fmla="*/ 806 h 977"/>
                <a:gd name="T58" fmla="*/ 7 w 3331"/>
                <a:gd name="T59" fmla="*/ 781 h 977"/>
                <a:gd name="T60" fmla="*/ 17 w 3331"/>
                <a:gd name="T61" fmla="*/ 759 h 977"/>
                <a:gd name="T62" fmla="*/ 29 w 3331"/>
                <a:gd name="T63" fmla="*/ 738 h 977"/>
                <a:gd name="T64" fmla="*/ 47 w 3331"/>
                <a:gd name="T65" fmla="*/ 718 h 977"/>
                <a:gd name="T66" fmla="*/ 67 w 3331"/>
                <a:gd name="T67" fmla="*/ 702 h 977"/>
                <a:gd name="T68" fmla="*/ 90 w 3331"/>
                <a:gd name="T69" fmla="*/ 689 h 977"/>
                <a:gd name="T70" fmla="*/ 1603 w 3331"/>
                <a:gd name="T71" fmla="*/ 13 h 977"/>
                <a:gd name="T72" fmla="*/ 1627 w 3331"/>
                <a:gd name="T73" fmla="*/ 5 h 977"/>
                <a:gd name="T74" fmla="*/ 1652 w 3331"/>
                <a:gd name="T75" fmla="*/ 0 h 977"/>
                <a:gd name="T76" fmla="*/ 1678 w 3331"/>
                <a:gd name="T77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31" h="977">
                  <a:moveTo>
                    <a:pt x="1678" y="0"/>
                  </a:moveTo>
                  <a:lnTo>
                    <a:pt x="1702" y="5"/>
                  </a:lnTo>
                  <a:lnTo>
                    <a:pt x="1727" y="13"/>
                  </a:lnTo>
                  <a:lnTo>
                    <a:pt x="3229" y="684"/>
                  </a:lnTo>
                  <a:lnTo>
                    <a:pt x="3253" y="695"/>
                  </a:lnTo>
                  <a:lnTo>
                    <a:pt x="3275" y="710"/>
                  </a:lnTo>
                  <a:lnTo>
                    <a:pt x="3295" y="727"/>
                  </a:lnTo>
                  <a:lnTo>
                    <a:pt x="3309" y="749"/>
                  </a:lnTo>
                  <a:lnTo>
                    <a:pt x="3322" y="773"/>
                  </a:lnTo>
                  <a:lnTo>
                    <a:pt x="3329" y="799"/>
                  </a:lnTo>
                  <a:lnTo>
                    <a:pt x="3331" y="826"/>
                  </a:lnTo>
                  <a:lnTo>
                    <a:pt x="3328" y="856"/>
                  </a:lnTo>
                  <a:lnTo>
                    <a:pt x="3320" y="885"/>
                  </a:lnTo>
                  <a:lnTo>
                    <a:pt x="3305" y="910"/>
                  </a:lnTo>
                  <a:lnTo>
                    <a:pt x="3287" y="933"/>
                  </a:lnTo>
                  <a:lnTo>
                    <a:pt x="3264" y="951"/>
                  </a:lnTo>
                  <a:lnTo>
                    <a:pt x="3239" y="966"/>
                  </a:lnTo>
                  <a:lnTo>
                    <a:pt x="3210" y="974"/>
                  </a:lnTo>
                  <a:lnTo>
                    <a:pt x="3180" y="977"/>
                  </a:lnTo>
                  <a:lnTo>
                    <a:pt x="152" y="977"/>
                  </a:lnTo>
                  <a:lnTo>
                    <a:pt x="121" y="974"/>
                  </a:lnTo>
                  <a:lnTo>
                    <a:pt x="93" y="966"/>
                  </a:lnTo>
                  <a:lnTo>
                    <a:pt x="68" y="952"/>
                  </a:lnTo>
                  <a:lnTo>
                    <a:pt x="46" y="934"/>
                  </a:lnTo>
                  <a:lnTo>
                    <a:pt x="27" y="911"/>
                  </a:lnTo>
                  <a:lnTo>
                    <a:pt x="13" y="887"/>
                  </a:lnTo>
                  <a:lnTo>
                    <a:pt x="4" y="858"/>
                  </a:lnTo>
                  <a:lnTo>
                    <a:pt x="0" y="832"/>
                  </a:lnTo>
                  <a:lnTo>
                    <a:pt x="2" y="806"/>
                  </a:lnTo>
                  <a:lnTo>
                    <a:pt x="7" y="781"/>
                  </a:lnTo>
                  <a:lnTo>
                    <a:pt x="17" y="759"/>
                  </a:lnTo>
                  <a:lnTo>
                    <a:pt x="29" y="738"/>
                  </a:lnTo>
                  <a:lnTo>
                    <a:pt x="47" y="718"/>
                  </a:lnTo>
                  <a:lnTo>
                    <a:pt x="67" y="702"/>
                  </a:lnTo>
                  <a:lnTo>
                    <a:pt x="90" y="689"/>
                  </a:lnTo>
                  <a:lnTo>
                    <a:pt x="1603" y="13"/>
                  </a:lnTo>
                  <a:lnTo>
                    <a:pt x="1627" y="5"/>
                  </a:lnTo>
                  <a:lnTo>
                    <a:pt x="1652" y="0"/>
                  </a:lnTo>
                  <a:lnTo>
                    <a:pt x="16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AA09D28-604A-4376-BCD3-C7560FB41B91}"/>
              </a:ext>
            </a:extLst>
          </p:cNvPr>
          <p:cNvGrpSpPr/>
          <p:nvPr/>
        </p:nvGrpSpPr>
        <p:grpSpPr>
          <a:xfrm flipH="1">
            <a:off x="3997644" y="626217"/>
            <a:ext cx="325576" cy="327755"/>
            <a:chOff x="5386388" y="2676526"/>
            <a:chExt cx="47466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6" name="Freeform 152">
              <a:extLst>
                <a:ext uri="{FF2B5EF4-FFF2-40B4-BE49-F238E27FC236}">
                  <a16:creationId xmlns:a16="http://schemas.microsoft.com/office/drawing/2014/main" id="{251C2D8C-6B38-47A9-914F-73BE1B8A4E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54663" y="2676526"/>
              <a:ext cx="306388" cy="477838"/>
            </a:xfrm>
            <a:custGeom>
              <a:avLst/>
              <a:gdLst>
                <a:gd name="T0" fmla="*/ 1169 w 2122"/>
                <a:gd name="T1" fmla="*/ 2692 h 3309"/>
                <a:gd name="T2" fmla="*/ 1310 w 2122"/>
                <a:gd name="T3" fmla="*/ 2707 h 3309"/>
                <a:gd name="T4" fmla="*/ 1495 w 2122"/>
                <a:gd name="T5" fmla="*/ 2415 h 3309"/>
                <a:gd name="T6" fmla="*/ 608 w 2122"/>
                <a:gd name="T7" fmla="*/ 2958 h 3309"/>
                <a:gd name="T8" fmla="*/ 800 w 2122"/>
                <a:gd name="T9" fmla="*/ 2749 h 3309"/>
                <a:gd name="T10" fmla="*/ 956 w 2122"/>
                <a:gd name="T11" fmla="*/ 2398 h 3309"/>
                <a:gd name="T12" fmla="*/ 709 w 2122"/>
                <a:gd name="T13" fmla="*/ 2175 h 3309"/>
                <a:gd name="T14" fmla="*/ 721 w 2122"/>
                <a:gd name="T15" fmla="*/ 1436 h 3309"/>
                <a:gd name="T16" fmla="*/ 942 w 2122"/>
                <a:gd name="T17" fmla="*/ 1904 h 3309"/>
                <a:gd name="T18" fmla="*/ 1060 w 2122"/>
                <a:gd name="T19" fmla="*/ 1562 h 3309"/>
                <a:gd name="T20" fmla="*/ 1571 w 2122"/>
                <a:gd name="T21" fmla="*/ 1196 h 3309"/>
                <a:gd name="T22" fmla="*/ 1362 w 2122"/>
                <a:gd name="T23" fmla="*/ 1533 h 3309"/>
                <a:gd name="T24" fmla="*/ 1344 w 2122"/>
                <a:gd name="T25" fmla="*/ 2011 h 3309"/>
                <a:gd name="T26" fmla="*/ 1705 w 2122"/>
                <a:gd name="T27" fmla="*/ 2193 h 3309"/>
                <a:gd name="T28" fmla="*/ 1815 w 2122"/>
                <a:gd name="T29" fmla="*/ 1750 h 3309"/>
                <a:gd name="T30" fmla="*/ 1780 w 2122"/>
                <a:gd name="T31" fmla="*/ 1337 h 3309"/>
                <a:gd name="T32" fmla="*/ 1129 w 2122"/>
                <a:gd name="T33" fmla="*/ 535 h 3309"/>
                <a:gd name="T34" fmla="*/ 1291 w 2122"/>
                <a:gd name="T35" fmla="*/ 996 h 3309"/>
                <a:gd name="T36" fmla="*/ 1499 w 2122"/>
                <a:gd name="T37" fmla="*/ 787 h 3309"/>
                <a:gd name="T38" fmla="*/ 1165 w 2122"/>
                <a:gd name="T39" fmla="*/ 500 h 3309"/>
                <a:gd name="T40" fmla="*/ 810 w 2122"/>
                <a:gd name="T41" fmla="*/ 1121 h 3309"/>
                <a:gd name="T42" fmla="*/ 929 w 2122"/>
                <a:gd name="T43" fmla="*/ 831 h 3309"/>
                <a:gd name="T44" fmla="*/ 764 w 2122"/>
                <a:gd name="T45" fmla="*/ 507 h 3309"/>
                <a:gd name="T46" fmla="*/ 456 w 2122"/>
                <a:gd name="T47" fmla="*/ 0 h 3309"/>
                <a:gd name="T48" fmla="*/ 865 w 2122"/>
                <a:gd name="T49" fmla="*/ 50 h 3309"/>
                <a:gd name="T50" fmla="*/ 1324 w 2122"/>
                <a:gd name="T51" fmla="*/ 243 h 3309"/>
                <a:gd name="T52" fmla="*/ 1701 w 2122"/>
                <a:gd name="T53" fmla="*/ 557 h 3309"/>
                <a:gd name="T54" fmla="*/ 1970 w 2122"/>
                <a:gd name="T55" fmla="*/ 965 h 3309"/>
                <a:gd name="T56" fmla="*/ 2108 w 2122"/>
                <a:gd name="T57" fmla="*/ 1447 h 3309"/>
                <a:gd name="T58" fmla="*/ 2092 w 2122"/>
                <a:gd name="T59" fmla="*/ 1963 h 3309"/>
                <a:gd name="T60" fmla="*/ 1926 w 2122"/>
                <a:gd name="T61" fmla="*/ 2432 h 3309"/>
                <a:gd name="T62" fmla="*/ 1633 w 2122"/>
                <a:gd name="T63" fmla="*/ 2824 h 3309"/>
                <a:gd name="T64" fmla="*/ 1238 w 2122"/>
                <a:gd name="T65" fmla="*/ 3115 h 3309"/>
                <a:gd name="T66" fmla="*/ 766 w 2122"/>
                <a:gd name="T67" fmla="*/ 3281 h 3309"/>
                <a:gd name="T68" fmla="*/ 291 w 2122"/>
                <a:gd name="T69" fmla="*/ 3301 h 3309"/>
                <a:gd name="T70" fmla="*/ 56 w 2122"/>
                <a:gd name="T71" fmla="*/ 3242 h 3309"/>
                <a:gd name="T72" fmla="*/ 6 w 2122"/>
                <a:gd name="T73" fmla="*/ 3127 h 3309"/>
                <a:gd name="T74" fmla="*/ 62 w 2122"/>
                <a:gd name="T75" fmla="*/ 3012 h 3309"/>
                <a:gd name="T76" fmla="*/ 187 w 2122"/>
                <a:gd name="T77" fmla="*/ 2982 h 3309"/>
                <a:gd name="T78" fmla="*/ 174 w 2122"/>
                <a:gd name="T79" fmla="*/ 2178 h 3309"/>
                <a:gd name="T80" fmla="*/ 41 w 2122"/>
                <a:gd name="T81" fmla="*/ 2126 h 3309"/>
                <a:gd name="T82" fmla="*/ 10 w 2122"/>
                <a:gd name="T83" fmla="*/ 1992 h 3309"/>
                <a:gd name="T84" fmla="*/ 89 w 2122"/>
                <a:gd name="T85" fmla="*/ 1894 h 3309"/>
                <a:gd name="T86" fmla="*/ 304 w 2122"/>
                <a:gd name="T87" fmla="*/ 1444 h 3309"/>
                <a:gd name="T88" fmla="*/ 59 w 2122"/>
                <a:gd name="T89" fmla="*/ 1395 h 3309"/>
                <a:gd name="T90" fmla="*/ 7 w 2122"/>
                <a:gd name="T91" fmla="*/ 1264 h 3309"/>
                <a:gd name="T92" fmla="*/ 87 w 2122"/>
                <a:gd name="T93" fmla="*/ 1147 h 3309"/>
                <a:gd name="T94" fmla="*/ 304 w 2122"/>
                <a:gd name="T95" fmla="*/ 1142 h 3309"/>
                <a:gd name="T96" fmla="*/ 127 w 2122"/>
                <a:gd name="T97" fmla="*/ 330 h 3309"/>
                <a:gd name="T98" fmla="*/ 23 w 2122"/>
                <a:gd name="T99" fmla="*/ 260 h 3309"/>
                <a:gd name="T100" fmla="*/ 8 w 2122"/>
                <a:gd name="T101" fmla="*/ 132 h 3309"/>
                <a:gd name="T102" fmla="*/ 94 w 2122"/>
                <a:gd name="T103" fmla="*/ 42 h 3309"/>
                <a:gd name="T104" fmla="*/ 456 w 2122"/>
                <a:gd name="T105" fmla="*/ 0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22" h="3309">
                  <a:moveTo>
                    <a:pt x="1291" y="2314"/>
                  </a:moveTo>
                  <a:lnTo>
                    <a:pt x="1266" y="2414"/>
                  </a:lnTo>
                  <a:lnTo>
                    <a:pt x="1237" y="2511"/>
                  </a:lnTo>
                  <a:lnTo>
                    <a:pt x="1205" y="2603"/>
                  </a:lnTo>
                  <a:lnTo>
                    <a:pt x="1169" y="2692"/>
                  </a:lnTo>
                  <a:lnTo>
                    <a:pt x="1129" y="2774"/>
                  </a:lnTo>
                  <a:lnTo>
                    <a:pt x="1088" y="2852"/>
                  </a:lnTo>
                  <a:lnTo>
                    <a:pt x="1166" y="2808"/>
                  </a:lnTo>
                  <a:lnTo>
                    <a:pt x="1239" y="2761"/>
                  </a:lnTo>
                  <a:lnTo>
                    <a:pt x="1310" y="2707"/>
                  </a:lnTo>
                  <a:lnTo>
                    <a:pt x="1376" y="2650"/>
                  </a:lnTo>
                  <a:lnTo>
                    <a:pt x="1440" y="2588"/>
                  </a:lnTo>
                  <a:lnTo>
                    <a:pt x="1499" y="2522"/>
                  </a:lnTo>
                  <a:lnTo>
                    <a:pt x="1553" y="2454"/>
                  </a:lnTo>
                  <a:lnTo>
                    <a:pt x="1495" y="2415"/>
                  </a:lnTo>
                  <a:lnTo>
                    <a:pt x="1431" y="2379"/>
                  </a:lnTo>
                  <a:lnTo>
                    <a:pt x="1364" y="2346"/>
                  </a:lnTo>
                  <a:lnTo>
                    <a:pt x="1291" y="2314"/>
                  </a:lnTo>
                  <a:close/>
                  <a:moveTo>
                    <a:pt x="608" y="2167"/>
                  </a:moveTo>
                  <a:lnTo>
                    <a:pt x="608" y="2958"/>
                  </a:lnTo>
                  <a:lnTo>
                    <a:pt x="648" y="2928"/>
                  </a:lnTo>
                  <a:lnTo>
                    <a:pt x="687" y="2893"/>
                  </a:lnTo>
                  <a:lnTo>
                    <a:pt x="726" y="2851"/>
                  </a:lnTo>
                  <a:lnTo>
                    <a:pt x="764" y="2802"/>
                  </a:lnTo>
                  <a:lnTo>
                    <a:pt x="800" y="2749"/>
                  </a:lnTo>
                  <a:lnTo>
                    <a:pt x="835" y="2689"/>
                  </a:lnTo>
                  <a:lnTo>
                    <a:pt x="868" y="2624"/>
                  </a:lnTo>
                  <a:lnTo>
                    <a:pt x="900" y="2554"/>
                  </a:lnTo>
                  <a:lnTo>
                    <a:pt x="929" y="2478"/>
                  </a:lnTo>
                  <a:lnTo>
                    <a:pt x="956" y="2398"/>
                  </a:lnTo>
                  <a:lnTo>
                    <a:pt x="981" y="2312"/>
                  </a:lnTo>
                  <a:lnTo>
                    <a:pt x="1003" y="2223"/>
                  </a:lnTo>
                  <a:lnTo>
                    <a:pt x="907" y="2203"/>
                  </a:lnTo>
                  <a:lnTo>
                    <a:pt x="810" y="2187"/>
                  </a:lnTo>
                  <a:lnTo>
                    <a:pt x="709" y="2175"/>
                  </a:lnTo>
                  <a:lnTo>
                    <a:pt x="608" y="2167"/>
                  </a:lnTo>
                  <a:close/>
                  <a:moveTo>
                    <a:pt x="1049" y="1385"/>
                  </a:moveTo>
                  <a:lnTo>
                    <a:pt x="942" y="1405"/>
                  </a:lnTo>
                  <a:lnTo>
                    <a:pt x="833" y="1422"/>
                  </a:lnTo>
                  <a:lnTo>
                    <a:pt x="721" y="1436"/>
                  </a:lnTo>
                  <a:lnTo>
                    <a:pt x="608" y="1443"/>
                  </a:lnTo>
                  <a:lnTo>
                    <a:pt x="608" y="1866"/>
                  </a:lnTo>
                  <a:lnTo>
                    <a:pt x="721" y="1874"/>
                  </a:lnTo>
                  <a:lnTo>
                    <a:pt x="833" y="1887"/>
                  </a:lnTo>
                  <a:lnTo>
                    <a:pt x="942" y="1904"/>
                  </a:lnTo>
                  <a:lnTo>
                    <a:pt x="1049" y="1924"/>
                  </a:lnTo>
                  <a:lnTo>
                    <a:pt x="1056" y="1837"/>
                  </a:lnTo>
                  <a:lnTo>
                    <a:pt x="1060" y="1747"/>
                  </a:lnTo>
                  <a:lnTo>
                    <a:pt x="1061" y="1655"/>
                  </a:lnTo>
                  <a:lnTo>
                    <a:pt x="1060" y="1562"/>
                  </a:lnTo>
                  <a:lnTo>
                    <a:pt x="1056" y="1472"/>
                  </a:lnTo>
                  <a:lnTo>
                    <a:pt x="1049" y="1385"/>
                  </a:lnTo>
                  <a:close/>
                  <a:moveTo>
                    <a:pt x="1705" y="1116"/>
                  </a:moveTo>
                  <a:lnTo>
                    <a:pt x="1640" y="1158"/>
                  </a:lnTo>
                  <a:lnTo>
                    <a:pt x="1571" y="1196"/>
                  </a:lnTo>
                  <a:lnTo>
                    <a:pt x="1499" y="1234"/>
                  </a:lnTo>
                  <a:lnTo>
                    <a:pt x="1422" y="1267"/>
                  </a:lnTo>
                  <a:lnTo>
                    <a:pt x="1344" y="1298"/>
                  </a:lnTo>
                  <a:lnTo>
                    <a:pt x="1354" y="1415"/>
                  </a:lnTo>
                  <a:lnTo>
                    <a:pt x="1362" y="1533"/>
                  </a:lnTo>
                  <a:lnTo>
                    <a:pt x="1365" y="1654"/>
                  </a:lnTo>
                  <a:lnTo>
                    <a:pt x="1363" y="1745"/>
                  </a:lnTo>
                  <a:lnTo>
                    <a:pt x="1358" y="1836"/>
                  </a:lnTo>
                  <a:lnTo>
                    <a:pt x="1352" y="1923"/>
                  </a:lnTo>
                  <a:lnTo>
                    <a:pt x="1344" y="2011"/>
                  </a:lnTo>
                  <a:lnTo>
                    <a:pt x="1422" y="2042"/>
                  </a:lnTo>
                  <a:lnTo>
                    <a:pt x="1499" y="2075"/>
                  </a:lnTo>
                  <a:lnTo>
                    <a:pt x="1571" y="2113"/>
                  </a:lnTo>
                  <a:lnTo>
                    <a:pt x="1640" y="2151"/>
                  </a:lnTo>
                  <a:lnTo>
                    <a:pt x="1705" y="2193"/>
                  </a:lnTo>
                  <a:lnTo>
                    <a:pt x="1739" y="2109"/>
                  </a:lnTo>
                  <a:lnTo>
                    <a:pt x="1767" y="2022"/>
                  </a:lnTo>
                  <a:lnTo>
                    <a:pt x="1789" y="1934"/>
                  </a:lnTo>
                  <a:lnTo>
                    <a:pt x="1806" y="1842"/>
                  </a:lnTo>
                  <a:lnTo>
                    <a:pt x="1815" y="1750"/>
                  </a:lnTo>
                  <a:lnTo>
                    <a:pt x="1818" y="1655"/>
                  </a:lnTo>
                  <a:lnTo>
                    <a:pt x="1816" y="1573"/>
                  </a:lnTo>
                  <a:lnTo>
                    <a:pt x="1809" y="1493"/>
                  </a:lnTo>
                  <a:lnTo>
                    <a:pt x="1797" y="1415"/>
                  </a:lnTo>
                  <a:lnTo>
                    <a:pt x="1780" y="1337"/>
                  </a:lnTo>
                  <a:lnTo>
                    <a:pt x="1759" y="1262"/>
                  </a:lnTo>
                  <a:lnTo>
                    <a:pt x="1734" y="1188"/>
                  </a:lnTo>
                  <a:lnTo>
                    <a:pt x="1705" y="1116"/>
                  </a:lnTo>
                  <a:close/>
                  <a:moveTo>
                    <a:pt x="1087" y="456"/>
                  </a:moveTo>
                  <a:lnTo>
                    <a:pt x="1129" y="535"/>
                  </a:lnTo>
                  <a:lnTo>
                    <a:pt x="1168" y="618"/>
                  </a:lnTo>
                  <a:lnTo>
                    <a:pt x="1205" y="705"/>
                  </a:lnTo>
                  <a:lnTo>
                    <a:pt x="1237" y="798"/>
                  </a:lnTo>
                  <a:lnTo>
                    <a:pt x="1266" y="895"/>
                  </a:lnTo>
                  <a:lnTo>
                    <a:pt x="1291" y="996"/>
                  </a:lnTo>
                  <a:lnTo>
                    <a:pt x="1363" y="964"/>
                  </a:lnTo>
                  <a:lnTo>
                    <a:pt x="1431" y="930"/>
                  </a:lnTo>
                  <a:lnTo>
                    <a:pt x="1495" y="894"/>
                  </a:lnTo>
                  <a:lnTo>
                    <a:pt x="1553" y="855"/>
                  </a:lnTo>
                  <a:lnTo>
                    <a:pt x="1499" y="787"/>
                  </a:lnTo>
                  <a:lnTo>
                    <a:pt x="1440" y="721"/>
                  </a:lnTo>
                  <a:lnTo>
                    <a:pt x="1376" y="659"/>
                  </a:lnTo>
                  <a:lnTo>
                    <a:pt x="1309" y="601"/>
                  </a:lnTo>
                  <a:lnTo>
                    <a:pt x="1239" y="548"/>
                  </a:lnTo>
                  <a:lnTo>
                    <a:pt x="1165" y="500"/>
                  </a:lnTo>
                  <a:lnTo>
                    <a:pt x="1087" y="456"/>
                  </a:lnTo>
                  <a:close/>
                  <a:moveTo>
                    <a:pt x="608" y="351"/>
                  </a:moveTo>
                  <a:lnTo>
                    <a:pt x="608" y="1142"/>
                  </a:lnTo>
                  <a:lnTo>
                    <a:pt x="709" y="1134"/>
                  </a:lnTo>
                  <a:lnTo>
                    <a:pt x="810" y="1121"/>
                  </a:lnTo>
                  <a:lnTo>
                    <a:pt x="907" y="1106"/>
                  </a:lnTo>
                  <a:lnTo>
                    <a:pt x="1003" y="1086"/>
                  </a:lnTo>
                  <a:lnTo>
                    <a:pt x="981" y="997"/>
                  </a:lnTo>
                  <a:lnTo>
                    <a:pt x="956" y="911"/>
                  </a:lnTo>
                  <a:lnTo>
                    <a:pt x="929" y="831"/>
                  </a:lnTo>
                  <a:lnTo>
                    <a:pt x="900" y="755"/>
                  </a:lnTo>
                  <a:lnTo>
                    <a:pt x="868" y="685"/>
                  </a:lnTo>
                  <a:lnTo>
                    <a:pt x="835" y="620"/>
                  </a:lnTo>
                  <a:lnTo>
                    <a:pt x="800" y="561"/>
                  </a:lnTo>
                  <a:lnTo>
                    <a:pt x="764" y="507"/>
                  </a:lnTo>
                  <a:lnTo>
                    <a:pt x="726" y="458"/>
                  </a:lnTo>
                  <a:lnTo>
                    <a:pt x="687" y="416"/>
                  </a:lnTo>
                  <a:lnTo>
                    <a:pt x="648" y="380"/>
                  </a:lnTo>
                  <a:lnTo>
                    <a:pt x="608" y="351"/>
                  </a:lnTo>
                  <a:close/>
                  <a:moveTo>
                    <a:pt x="456" y="0"/>
                  </a:moveTo>
                  <a:lnTo>
                    <a:pt x="456" y="0"/>
                  </a:lnTo>
                  <a:lnTo>
                    <a:pt x="561" y="3"/>
                  </a:lnTo>
                  <a:lnTo>
                    <a:pt x="664" y="13"/>
                  </a:lnTo>
                  <a:lnTo>
                    <a:pt x="766" y="28"/>
                  </a:lnTo>
                  <a:lnTo>
                    <a:pt x="865" y="50"/>
                  </a:lnTo>
                  <a:lnTo>
                    <a:pt x="963" y="78"/>
                  </a:lnTo>
                  <a:lnTo>
                    <a:pt x="1057" y="112"/>
                  </a:lnTo>
                  <a:lnTo>
                    <a:pt x="1149" y="150"/>
                  </a:lnTo>
                  <a:lnTo>
                    <a:pt x="1238" y="194"/>
                  </a:lnTo>
                  <a:lnTo>
                    <a:pt x="1324" y="243"/>
                  </a:lnTo>
                  <a:lnTo>
                    <a:pt x="1407" y="297"/>
                  </a:lnTo>
                  <a:lnTo>
                    <a:pt x="1486" y="355"/>
                  </a:lnTo>
                  <a:lnTo>
                    <a:pt x="1562" y="418"/>
                  </a:lnTo>
                  <a:lnTo>
                    <a:pt x="1633" y="485"/>
                  </a:lnTo>
                  <a:lnTo>
                    <a:pt x="1701" y="557"/>
                  </a:lnTo>
                  <a:lnTo>
                    <a:pt x="1764" y="632"/>
                  </a:lnTo>
                  <a:lnTo>
                    <a:pt x="1822" y="710"/>
                  </a:lnTo>
                  <a:lnTo>
                    <a:pt x="1877" y="792"/>
                  </a:lnTo>
                  <a:lnTo>
                    <a:pt x="1926" y="877"/>
                  </a:lnTo>
                  <a:lnTo>
                    <a:pt x="1970" y="965"/>
                  </a:lnTo>
                  <a:lnTo>
                    <a:pt x="2009" y="1057"/>
                  </a:lnTo>
                  <a:lnTo>
                    <a:pt x="2042" y="1152"/>
                  </a:lnTo>
                  <a:lnTo>
                    <a:pt x="2070" y="1247"/>
                  </a:lnTo>
                  <a:lnTo>
                    <a:pt x="2092" y="1346"/>
                  </a:lnTo>
                  <a:lnTo>
                    <a:pt x="2108" y="1447"/>
                  </a:lnTo>
                  <a:lnTo>
                    <a:pt x="2118" y="1550"/>
                  </a:lnTo>
                  <a:lnTo>
                    <a:pt x="2122" y="1655"/>
                  </a:lnTo>
                  <a:lnTo>
                    <a:pt x="2118" y="1759"/>
                  </a:lnTo>
                  <a:lnTo>
                    <a:pt x="2108" y="1862"/>
                  </a:lnTo>
                  <a:lnTo>
                    <a:pt x="2092" y="1963"/>
                  </a:lnTo>
                  <a:lnTo>
                    <a:pt x="2070" y="2062"/>
                  </a:lnTo>
                  <a:lnTo>
                    <a:pt x="2042" y="2158"/>
                  </a:lnTo>
                  <a:lnTo>
                    <a:pt x="2009" y="2252"/>
                  </a:lnTo>
                  <a:lnTo>
                    <a:pt x="1970" y="2343"/>
                  </a:lnTo>
                  <a:lnTo>
                    <a:pt x="1926" y="2432"/>
                  </a:lnTo>
                  <a:lnTo>
                    <a:pt x="1877" y="2517"/>
                  </a:lnTo>
                  <a:lnTo>
                    <a:pt x="1822" y="2599"/>
                  </a:lnTo>
                  <a:lnTo>
                    <a:pt x="1764" y="2678"/>
                  </a:lnTo>
                  <a:lnTo>
                    <a:pt x="1701" y="2753"/>
                  </a:lnTo>
                  <a:lnTo>
                    <a:pt x="1633" y="2824"/>
                  </a:lnTo>
                  <a:lnTo>
                    <a:pt x="1562" y="2891"/>
                  </a:lnTo>
                  <a:lnTo>
                    <a:pt x="1486" y="2954"/>
                  </a:lnTo>
                  <a:lnTo>
                    <a:pt x="1407" y="3012"/>
                  </a:lnTo>
                  <a:lnTo>
                    <a:pt x="1324" y="3066"/>
                  </a:lnTo>
                  <a:lnTo>
                    <a:pt x="1238" y="3115"/>
                  </a:lnTo>
                  <a:lnTo>
                    <a:pt x="1149" y="3159"/>
                  </a:lnTo>
                  <a:lnTo>
                    <a:pt x="1057" y="3197"/>
                  </a:lnTo>
                  <a:lnTo>
                    <a:pt x="963" y="3231"/>
                  </a:lnTo>
                  <a:lnTo>
                    <a:pt x="865" y="3259"/>
                  </a:lnTo>
                  <a:lnTo>
                    <a:pt x="766" y="3281"/>
                  </a:lnTo>
                  <a:lnTo>
                    <a:pt x="664" y="3296"/>
                  </a:lnTo>
                  <a:lnTo>
                    <a:pt x="561" y="3305"/>
                  </a:lnTo>
                  <a:lnTo>
                    <a:pt x="456" y="3309"/>
                  </a:lnTo>
                  <a:lnTo>
                    <a:pt x="373" y="3307"/>
                  </a:lnTo>
                  <a:lnTo>
                    <a:pt x="291" y="3301"/>
                  </a:lnTo>
                  <a:lnTo>
                    <a:pt x="209" y="3291"/>
                  </a:lnTo>
                  <a:lnTo>
                    <a:pt x="127" y="3276"/>
                  </a:lnTo>
                  <a:lnTo>
                    <a:pt x="101" y="3269"/>
                  </a:lnTo>
                  <a:lnTo>
                    <a:pt x="77" y="3258"/>
                  </a:lnTo>
                  <a:lnTo>
                    <a:pt x="56" y="3242"/>
                  </a:lnTo>
                  <a:lnTo>
                    <a:pt x="38" y="3223"/>
                  </a:lnTo>
                  <a:lnTo>
                    <a:pt x="25" y="3201"/>
                  </a:lnTo>
                  <a:lnTo>
                    <a:pt x="14" y="3179"/>
                  </a:lnTo>
                  <a:lnTo>
                    <a:pt x="8" y="3153"/>
                  </a:lnTo>
                  <a:lnTo>
                    <a:pt x="6" y="3127"/>
                  </a:lnTo>
                  <a:lnTo>
                    <a:pt x="9" y="3100"/>
                  </a:lnTo>
                  <a:lnTo>
                    <a:pt x="16" y="3074"/>
                  </a:lnTo>
                  <a:lnTo>
                    <a:pt x="28" y="3050"/>
                  </a:lnTo>
                  <a:lnTo>
                    <a:pt x="43" y="3029"/>
                  </a:lnTo>
                  <a:lnTo>
                    <a:pt x="62" y="3012"/>
                  </a:lnTo>
                  <a:lnTo>
                    <a:pt x="84" y="2998"/>
                  </a:lnTo>
                  <a:lnTo>
                    <a:pt x="107" y="2987"/>
                  </a:lnTo>
                  <a:lnTo>
                    <a:pt x="134" y="2981"/>
                  </a:lnTo>
                  <a:lnTo>
                    <a:pt x="160" y="2979"/>
                  </a:lnTo>
                  <a:lnTo>
                    <a:pt x="187" y="2982"/>
                  </a:lnTo>
                  <a:lnTo>
                    <a:pt x="246" y="2991"/>
                  </a:lnTo>
                  <a:lnTo>
                    <a:pt x="304" y="2999"/>
                  </a:lnTo>
                  <a:lnTo>
                    <a:pt x="304" y="2167"/>
                  </a:lnTo>
                  <a:lnTo>
                    <a:pt x="239" y="2172"/>
                  </a:lnTo>
                  <a:lnTo>
                    <a:pt x="174" y="2178"/>
                  </a:lnTo>
                  <a:lnTo>
                    <a:pt x="143" y="2178"/>
                  </a:lnTo>
                  <a:lnTo>
                    <a:pt x="115" y="2173"/>
                  </a:lnTo>
                  <a:lnTo>
                    <a:pt x="87" y="2161"/>
                  </a:lnTo>
                  <a:lnTo>
                    <a:pt x="62" y="2146"/>
                  </a:lnTo>
                  <a:lnTo>
                    <a:pt x="41" y="2126"/>
                  </a:lnTo>
                  <a:lnTo>
                    <a:pt x="25" y="2102"/>
                  </a:lnTo>
                  <a:lnTo>
                    <a:pt x="13" y="2075"/>
                  </a:lnTo>
                  <a:lnTo>
                    <a:pt x="7" y="2045"/>
                  </a:lnTo>
                  <a:lnTo>
                    <a:pt x="6" y="2018"/>
                  </a:lnTo>
                  <a:lnTo>
                    <a:pt x="10" y="1992"/>
                  </a:lnTo>
                  <a:lnTo>
                    <a:pt x="18" y="1967"/>
                  </a:lnTo>
                  <a:lnTo>
                    <a:pt x="31" y="1945"/>
                  </a:lnTo>
                  <a:lnTo>
                    <a:pt x="47" y="1924"/>
                  </a:lnTo>
                  <a:lnTo>
                    <a:pt x="67" y="1908"/>
                  </a:lnTo>
                  <a:lnTo>
                    <a:pt x="89" y="1894"/>
                  </a:lnTo>
                  <a:lnTo>
                    <a:pt x="114" y="1884"/>
                  </a:lnTo>
                  <a:lnTo>
                    <a:pt x="140" y="1879"/>
                  </a:lnTo>
                  <a:lnTo>
                    <a:pt x="221" y="1871"/>
                  </a:lnTo>
                  <a:lnTo>
                    <a:pt x="304" y="1866"/>
                  </a:lnTo>
                  <a:lnTo>
                    <a:pt x="304" y="1444"/>
                  </a:lnTo>
                  <a:lnTo>
                    <a:pt x="221" y="1438"/>
                  </a:lnTo>
                  <a:lnTo>
                    <a:pt x="140" y="1430"/>
                  </a:lnTo>
                  <a:lnTo>
                    <a:pt x="110" y="1424"/>
                  </a:lnTo>
                  <a:lnTo>
                    <a:pt x="83" y="1412"/>
                  </a:lnTo>
                  <a:lnTo>
                    <a:pt x="59" y="1395"/>
                  </a:lnTo>
                  <a:lnTo>
                    <a:pt x="38" y="1374"/>
                  </a:lnTo>
                  <a:lnTo>
                    <a:pt x="23" y="1350"/>
                  </a:lnTo>
                  <a:lnTo>
                    <a:pt x="12" y="1323"/>
                  </a:lnTo>
                  <a:lnTo>
                    <a:pt x="6" y="1294"/>
                  </a:lnTo>
                  <a:lnTo>
                    <a:pt x="7" y="1264"/>
                  </a:lnTo>
                  <a:lnTo>
                    <a:pt x="13" y="1234"/>
                  </a:lnTo>
                  <a:lnTo>
                    <a:pt x="25" y="1207"/>
                  </a:lnTo>
                  <a:lnTo>
                    <a:pt x="41" y="1184"/>
                  </a:lnTo>
                  <a:lnTo>
                    <a:pt x="62" y="1163"/>
                  </a:lnTo>
                  <a:lnTo>
                    <a:pt x="87" y="1147"/>
                  </a:lnTo>
                  <a:lnTo>
                    <a:pt x="115" y="1137"/>
                  </a:lnTo>
                  <a:lnTo>
                    <a:pt x="143" y="1131"/>
                  </a:lnTo>
                  <a:lnTo>
                    <a:pt x="174" y="1132"/>
                  </a:lnTo>
                  <a:lnTo>
                    <a:pt x="239" y="1138"/>
                  </a:lnTo>
                  <a:lnTo>
                    <a:pt x="304" y="1142"/>
                  </a:lnTo>
                  <a:lnTo>
                    <a:pt x="304" y="310"/>
                  </a:lnTo>
                  <a:lnTo>
                    <a:pt x="242" y="318"/>
                  </a:lnTo>
                  <a:lnTo>
                    <a:pt x="181" y="328"/>
                  </a:lnTo>
                  <a:lnTo>
                    <a:pt x="153" y="332"/>
                  </a:lnTo>
                  <a:lnTo>
                    <a:pt x="127" y="330"/>
                  </a:lnTo>
                  <a:lnTo>
                    <a:pt x="102" y="324"/>
                  </a:lnTo>
                  <a:lnTo>
                    <a:pt x="78" y="313"/>
                  </a:lnTo>
                  <a:lnTo>
                    <a:pt x="57" y="299"/>
                  </a:lnTo>
                  <a:lnTo>
                    <a:pt x="38" y="281"/>
                  </a:lnTo>
                  <a:lnTo>
                    <a:pt x="23" y="260"/>
                  </a:lnTo>
                  <a:lnTo>
                    <a:pt x="10" y="237"/>
                  </a:lnTo>
                  <a:lnTo>
                    <a:pt x="3" y="211"/>
                  </a:lnTo>
                  <a:lnTo>
                    <a:pt x="0" y="184"/>
                  </a:lnTo>
                  <a:lnTo>
                    <a:pt x="2" y="157"/>
                  </a:lnTo>
                  <a:lnTo>
                    <a:pt x="8" y="132"/>
                  </a:lnTo>
                  <a:lnTo>
                    <a:pt x="17" y="110"/>
                  </a:lnTo>
                  <a:lnTo>
                    <a:pt x="32" y="88"/>
                  </a:lnTo>
                  <a:lnTo>
                    <a:pt x="50" y="69"/>
                  </a:lnTo>
                  <a:lnTo>
                    <a:pt x="71" y="53"/>
                  </a:lnTo>
                  <a:lnTo>
                    <a:pt x="94" y="42"/>
                  </a:lnTo>
                  <a:lnTo>
                    <a:pt x="121" y="34"/>
                  </a:lnTo>
                  <a:lnTo>
                    <a:pt x="204" y="19"/>
                  </a:lnTo>
                  <a:lnTo>
                    <a:pt x="287" y="9"/>
                  </a:lnTo>
                  <a:lnTo>
                    <a:pt x="371" y="2"/>
                  </a:lnTo>
                  <a:lnTo>
                    <a:pt x="4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7" name="Freeform 153">
              <a:extLst>
                <a:ext uri="{FF2B5EF4-FFF2-40B4-BE49-F238E27FC236}">
                  <a16:creationId xmlns:a16="http://schemas.microsoft.com/office/drawing/2014/main" id="{22026BAD-6576-4E2E-B442-EF7A5C057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6388" y="2725738"/>
              <a:ext cx="169863" cy="379413"/>
            </a:xfrm>
            <a:custGeom>
              <a:avLst/>
              <a:gdLst>
                <a:gd name="T0" fmla="*/ 1047 w 1174"/>
                <a:gd name="T1" fmla="*/ 11 h 2633"/>
                <a:gd name="T2" fmla="*/ 1124 w 1174"/>
                <a:gd name="T3" fmla="*/ 62 h 2633"/>
                <a:gd name="T4" fmla="*/ 1168 w 1174"/>
                <a:gd name="T5" fmla="*/ 145 h 2633"/>
                <a:gd name="T6" fmla="*/ 1167 w 1174"/>
                <a:gd name="T7" fmla="*/ 237 h 2633"/>
                <a:gd name="T8" fmla="*/ 979 w 1174"/>
                <a:gd name="T9" fmla="*/ 643 h 2633"/>
                <a:gd name="T10" fmla="*/ 912 w 1174"/>
                <a:gd name="T11" fmla="*/ 703 h 2633"/>
                <a:gd name="T12" fmla="*/ 446 w 1174"/>
                <a:gd name="T13" fmla="*/ 793 h 2633"/>
                <a:gd name="T14" fmla="*/ 405 w 1174"/>
                <a:gd name="T15" fmla="*/ 974 h 2633"/>
                <a:gd name="T16" fmla="*/ 385 w 1174"/>
                <a:gd name="T17" fmla="*/ 1144 h 2633"/>
                <a:gd name="T18" fmla="*/ 379 w 1174"/>
                <a:gd name="T19" fmla="*/ 1282 h 2633"/>
                <a:gd name="T20" fmla="*/ 380 w 1174"/>
                <a:gd name="T21" fmla="*/ 1392 h 2633"/>
                <a:gd name="T22" fmla="*/ 390 w 1174"/>
                <a:gd name="T23" fmla="*/ 1543 h 2633"/>
                <a:gd name="T24" fmla="*/ 417 w 1174"/>
                <a:gd name="T25" fmla="*/ 1719 h 2633"/>
                <a:gd name="T26" fmla="*/ 854 w 1174"/>
                <a:gd name="T27" fmla="*/ 1910 h 2633"/>
                <a:gd name="T28" fmla="*/ 937 w 1174"/>
                <a:gd name="T29" fmla="*/ 1946 h 2633"/>
                <a:gd name="T30" fmla="*/ 995 w 1174"/>
                <a:gd name="T31" fmla="*/ 2017 h 2633"/>
                <a:gd name="T32" fmla="*/ 1173 w 1174"/>
                <a:gd name="T33" fmla="*/ 2427 h 2633"/>
                <a:gd name="T34" fmla="*/ 1159 w 1174"/>
                <a:gd name="T35" fmla="*/ 2518 h 2633"/>
                <a:gd name="T36" fmla="*/ 1101 w 1174"/>
                <a:gd name="T37" fmla="*/ 2592 h 2633"/>
                <a:gd name="T38" fmla="*/ 1017 w 1174"/>
                <a:gd name="T39" fmla="*/ 2629 h 2633"/>
                <a:gd name="T40" fmla="*/ 972 w 1174"/>
                <a:gd name="T41" fmla="*/ 2633 h 2633"/>
                <a:gd name="T42" fmla="*/ 918 w 1174"/>
                <a:gd name="T43" fmla="*/ 2632 h 2633"/>
                <a:gd name="T44" fmla="*/ 852 w 1174"/>
                <a:gd name="T45" fmla="*/ 2631 h 2633"/>
                <a:gd name="T46" fmla="*/ 805 w 1174"/>
                <a:gd name="T47" fmla="*/ 2629 h 2633"/>
                <a:gd name="T48" fmla="*/ 710 w 1174"/>
                <a:gd name="T49" fmla="*/ 2615 h 2633"/>
                <a:gd name="T50" fmla="*/ 580 w 1174"/>
                <a:gd name="T51" fmla="*/ 2573 h 2633"/>
                <a:gd name="T52" fmla="*/ 454 w 1174"/>
                <a:gd name="T53" fmla="*/ 2505 h 2633"/>
                <a:gd name="T54" fmla="*/ 338 w 1174"/>
                <a:gd name="T55" fmla="*/ 2407 h 2633"/>
                <a:gd name="T56" fmla="*/ 233 w 1174"/>
                <a:gd name="T57" fmla="*/ 2278 h 2633"/>
                <a:gd name="T58" fmla="*/ 144 w 1174"/>
                <a:gd name="T59" fmla="*/ 2117 h 2633"/>
                <a:gd name="T60" fmla="*/ 74 w 1174"/>
                <a:gd name="T61" fmla="*/ 1920 h 2633"/>
                <a:gd name="T62" fmla="*/ 25 w 1174"/>
                <a:gd name="T63" fmla="*/ 1687 h 2633"/>
                <a:gd name="T64" fmla="*/ 2 w 1174"/>
                <a:gd name="T65" fmla="*/ 1416 h 2633"/>
                <a:gd name="T66" fmla="*/ 6 w 1174"/>
                <a:gd name="T67" fmla="*/ 1123 h 2633"/>
                <a:gd name="T68" fmla="*/ 39 w 1174"/>
                <a:gd name="T69" fmla="*/ 864 h 2633"/>
                <a:gd name="T70" fmla="*/ 95 w 1174"/>
                <a:gd name="T71" fmla="*/ 643 h 2633"/>
                <a:gd name="T72" fmla="*/ 173 w 1174"/>
                <a:gd name="T73" fmla="*/ 459 h 2633"/>
                <a:gd name="T74" fmla="*/ 267 w 1174"/>
                <a:gd name="T75" fmla="*/ 309 h 2633"/>
                <a:gd name="T76" fmla="*/ 376 w 1174"/>
                <a:gd name="T77" fmla="*/ 191 h 2633"/>
                <a:gd name="T78" fmla="*/ 495 w 1174"/>
                <a:gd name="T79" fmla="*/ 103 h 2633"/>
                <a:gd name="T80" fmla="*/ 623 w 1174"/>
                <a:gd name="T81" fmla="*/ 43 h 2633"/>
                <a:gd name="T82" fmla="*/ 755 w 1174"/>
                <a:gd name="T83" fmla="*/ 10 h 2633"/>
                <a:gd name="T84" fmla="*/ 817 w 1174"/>
                <a:gd name="T85" fmla="*/ 3 h 2633"/>
                <a:gd name="T86" fmla="*/ 874 w 1174"/>
                <a:gd name="T87" fmla="*/ 1 h 2633"/>
                <a:gd name="T88" fmla="*/ 939 w 1174"/>
                <a:gd name="T89" fmla="*/ 0 h 2633"/>
                <a:gd name="T90" fmla="*/ 981 w 1174"/>
                <a:gd name="T91" fmla="*/ 0 h 2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74" h="2633">
                  <a:moveTo>
                    <a:pt x="984" y="0"/>
                  </a:moveTo>
                  <a:lnTo>
                    <a:pt x="1017" y="3"/>
                  </a:lnTo>
                  <a:lnTo>
                    <a:pt x="1047" y="11"/>
                  </a:lnTo>
                  <a:lnTo>
                    <a:pt x="1075" y="23"/>
                  </a:lnTo>
                  <a:lnTo>
                    <a:pt x="1101" y="41"/>
                  </a:lnTo>
                  <a:lnTo>
                    <a:pt x="1124" y="62"/>
                  </a:lnTo>
                  <a:lnTo>
                    <a:pt x="1143" y="88"/>
                  </a:lnTo>
                  <a:lnTo>
                    <a:pt x="1159" y="116"/>
                  </a:lnTo>
                  <a:lnTo>
                    <a:pt x="1168" y="145"/>
                  </a:lnTo>
                  <a:lnTo>
                    <a:pt x="1174" y="176"/>
                  </a:lnTo>
                  <a:lnTo>
                    <a:pt x="1173" y="206"/>
                  </a:lnTo>
                  <a:lnTo>
                    <a:pt x="1167" y="237"/>
                  </a:lnTo>
                  <a:lnTo>
                    <a:pt x="1156" y="267"/>
                  </a:lnTo>
                  <a:lnTo>
                    <a:pt x="995" y="616"/>
                  </a:lnTo>
                  <a:lnTo>
                    <a:pt x="979" y="643"/>
                  </a:lnTo>
                  <a:lnTo>
                    <a:pt x="960" y="667"/>
                  </a:lnTo>
                  <a:lnTo>
                    <a:pt x="937" y="687"/>
                  </a:lnTo>
                  <a:lnTo>
                    <a:pt x="912" y="703"/>
                  </a:lnTo>
                  <a:lnTo>
                    <a:pt x="884" y="716"/>
                  </a:lnTo>
                  <a:lnTo>
                    <a:pt x="854" y="723"/>
                  </a:lnTo>
                  <a:lnTo>
                    <a:pt x="446" y="793"/>
                  </a:lnTo>
                  <a:lnTo>
                    <a:pt x="429" y="853"/>
                  </a:lnTo>
                  <a:lnTo>
                    <a:pt x="417" y="913"/>
                  </a:lnTo>
                  <a:lnTo>
                    <a:pt x="405" y="974"/>
                  </a:lnTo>
                  <a:lnTo>
                    <a:pt x="397" y="1033"/>
                  </a:lnTo>
                  <a:lnTo>
                    <a:pt x="390" y="1090"/>
                  </a:lnTo>
                  <a:lnTo>
                    <a:pt x="385" y="1144"/>
                  </a:lnTo>
                  <a:lnTo>
                    <a:pt x="382" y="1194"/>
                  </a:lnTo>
                  <a:lnTo>
                    <a:pt x="380" y="1241"/>
                  </a:lnTo>
                  <a:lnTo>
                    <a:pt x="379" y="1282"/>
                  </a:lnTo>
                  <a:lnTo>
                    <a:pt x="379" y="1317"/>
                  </a:lnTo>
                  <a:lnTo>
                    <a:pt x="379" y="1351"/>
                  </a:lnTo>
                  <a:lnTo>
                    <a:pt x="380" y="1392"/>
                  </a:lnTo>
                  <a:lnTo>
                    <a:pt x="382" y="1439"/>
                  </a:lnTo>
                  <a:lnTo>
                    <a:pt x="385" y="1489"/>
                  </a:lnTo>
                  <a:lnTo>
                    <a:pt x="390" y="1543"/>
                  </a:lnTo>
                  <a:lnTo>
                    <a:pt x="397" y="1600"/>
                  </a:lnTo>
                  <a:lnTo>
                    <a:pt x="405" y="1659"/>
                  </a:lnTo>
                  <a:lnTo>
                    <a:pt x="417" y="1719"/>
                  </a:lnTo>
                  <a:lnTo>
                    <a:pt x="429" y="1781"/>
                  </a:lnTo>
                  <a:lnTo>
                    <a:pt x="446" y="1841"/>
                  </a:lnTo>
                  <a:lnTo>
                    <a:pt x="854" y="1910"/>
                  </a:lnTo>
                  <a:lnTo>
                    <a:pt x="884" y="1917"/>
                  </a:lnTo>
                  <a:lnTo>
                    <a:pt x="912" y="1930"/>
                  </a:lnTo>
                  <a:lnTo>
                    <a:pt x="937" y="1946"/>
                  </a:lnTo>
                  <a:lnTo>
                    <a:pt x="960" y="1966"/>
                  </a:lnTo>
                  <a:lnTo>
                    <a:pt x="979" y="1990"/>
                  </a:lnTo>
                  <a:lnTo>
                    <a:pt x="995" y="2017"/>
                  </a:lnTo>
                  <a:lnTo>
                    <a:pt x="1156" y="2365"/>
                  </a:lnTo>
                  <a:lnTo>
                    <a:pt x="1167" y="2395"/>
                  </a:lnTo>
                  <a:lnTo>
                    <a:pt x="1173" y="2427"/>
                  </a:lnTo>
                  <a:lnTo>
                    <a:pt x="1174" y="2458"/>
                  </a:lnTo>
                  <a:lnTo>
                    <a:pt x="1168" y="2488"/>
                  </a:lnTo>
                  <a:lnTo>
                    <a:pt x="1159" y="2518"/>
                  </a:lnTo>
                  <a:lnTo>
                    <a:pt x="1143" y="2546"/>
                  </a:lnTo>
                  <a:lnTo>
                    <a:pt x="1124" y="2571"/>
                  </a:lnTo>
                  <a:lnTo>
                    <a:pt x="1101" y="2592"/>
                  </a:lnTo>
                  <a:lnTo>
                    <a:pt x="1075" y="2610"/>
                  </a:lnTo>
                  <a:lnTo>
                    <a:pt x="1047" y="2622"/>
                  </a:lnTo>
                  <a:lnTo>
                    <a:pt x="1017" y="2629"/>
                  </a:lnTo>
                  <a:lnTo>
                    <a:pt x="984" y="2633"/>
                  </a:lnTo>
                  <a:lnTo>
                    <a:pt x="981" y="2633"/>
                  </a:lnTo>
                  <a:lnTo>
                    <a:pt x="972" y="2633"/>
                  </a:lnTo>
                  <a:lnTo>
                    <a:pt x="957" y="2633"/>
                  </a:lnTo>
                  <a:lnTo>
                    <a:pt x="939" y="2632"/>
                  </a:lnTo>
                  <a:lnTo>
                    <a:pt x="918" y="2632"/>
                  </a:lnTo>
                  <a:lnTo>
                    <a:pt x="896" y="2632"/>
                  </a:lnTo>
                  <a:lnTo>
                    <a:pt x="874" y="2632"/>
                  </a:lnTo>
                  <a:lnTo>
                    <a:pt x="852" y="2631"/>
                  </a:lnTo>
                  <a:lnTo>
                    <a:pt x="832" y="2631"/>
                  </a:lnTo>
                  <a:lnTo>
                    <a:pt x="817" y="2629"/>
                  </a:lnTo>
                  <a:lnTo>
                    <a:pt x="805" y="2629"/>
                  </a:lnTo>
                  <a:lnTo>
                    <a:pt x="799" y="2628"/>
                  </a:lnTo>
                  <a:lnTo>
                    <a:pt x="755" y="2623"/>
                  </a:lnTo>
                  <a:lnTo>
                    <a:pt x="710" y="2615"/>
                  </a:lnTo>
                  <a:lnTo>
                    <a:pt x="667" y="2603"/>
                  </a:lnTo>
                  <a:lnTo>
                    <a:pt x="623" y="2590"/>
                  </a:lnTo>
                  <a:lnTo>
                    <a:pt x="580" y="2573"/>
                  </a:lnTo>
                  <a:lnTo>
                    <a:pt x="537" y="2554"/>
                  </a:lnTo>
                  <a:lnTo>
                    <a:pt x="495" y="2531"/>
                  </a:lnTo>
                  <a:lnTo>
                    <a:pt x="454" y="2505"/>
                  </a:lnTo>
                  <a:lnTo>
                    <a:pt x="415" y="2475"/>
                  </a:lnTo>
                  <a:lnTo>
                    <a:pt x="376" y="2442"/>
                  </a:lnTo>
                  <a:lnTo>
                    <a:pt x="338" y="2407"/>
                  </a:lnTo>
                  <a:lnTo>
                    <a:pt x="301" y="2367"/>
                  </a:lnTo>
                  <a:lnTo>
                    <a:pt x="267" y="2325"/>
                  </a:lnTo>
                  <a:lnTo>
                    <a:pt x="233" y="2278"/>
                  </a:lnTo>
                  <a:lnTo>
                    <a:pt x="202" y="2228"/>
                  </a:lnTo>
                  <a:lnTo>
                    <a:pt x="173" y="2174"/>
                  </a:lnTo>
                  <a:lnTo>
                    <a:pt x="144" y="2117"/>
                  </a:lnTo>
                  <a:lnTo>
                    <a:pt x="118" y="2055"/>
                  </a:lnTo>
                  <a:lnTo>
                    <a:pt x="95" y="1990"/>
                  </a:lnTo>
                  <a:lnTo>
                    <a:pt x="74" y="1920"/>
                  </a:lnTo>
                  <a:lnTo>
                    <a:pt x="55" y="1846"/>
                  </a:lnTo>
                  <a:lnTo>
                    <a:pt x="39" y="1769"/>
                  </a:lnTo>
                  <a:lnTo>
                    <a:pt x="25" y="1687"/>
                  </a:lnTo>
                  <a:lnTo>
                    <a:pt x="15" y="1601"/>
                  </a:lnTo>
                  <a:lnTo>
                    <a:pt x="6" y="1510"/>
                  </a:lnTo>
                  <a:lnTo>
                    <a:pt x="2" y="1416"/>
                  </a:lnTo>
                  <a:lnTo>
                    <a:pt x="0" y="1317"/>
                  </a:lnTo>
                  <a:lnTo>
                    <a:pt x="2" y="1217"/>
                  </a:lnTo>
                  <a:lnTo>
                    <a:pt x="6" y="1123"/>
                  </a:lnTo>
                  <a:lnTo>
                    <a:pt x="15" y="1032"/>
                  </a:lnTo>
                  <a:lnTo>
                    <a:pt x="25" y="946"/>
                  </a:lnTo>
                  <a:lnTo>
                    <a:pt x="39" y="864"/>
                  </a:lnTo>
                  <a:lnTo>
                    <a:pt x="55" y="787"/>
                  </a:lnTo>
                  <a:lnTo>
                    <a:pt x="74" y="713"/>
                  </a:lnTo>
                  <a:lnTo>
                    <a:pt x="95" y="643"/>
                  </a:lnTo>
                  <a:lnTo>
                    <a:pt x="118" y="579"/>
                  </a:lnTo>
                  <a:lnTo>
                    <a:pt x="144" y="517"/>
                  </a:lnTo>
                  <a:lnTo>
                    <a:pt x="173" y="459"/>
                  </a:lnTo>
                  <a:lnTo>
                    <a:pt x="202" y="405"/>
                  </a:lnTo>
                  <a:lnTo>
                    <a:pt x="233" y="355"/>
                  </a:lnTo>
                  <a:lnTo>
                    <a:pt x="267" y="309"/>
                  </a:lnTo>
                  <a:lnTo>
                    <a:pt x="301" y="266"/>
                  </a:lnTo>
                  <a:lnTo>
                    <a:pt x="338" y="227"/>
                  </a:lnTo>
                  <a:lnTo>
                    <a:pt x="376" y="191"/>
                  </a:lnTo>
                  <a:lnTo>
                    <a:pt x="415" y="158"/>
                  </a:lnTo>
                  <a:lnTo>
                    <a:pt x="454" y="129"/>
                  </a:lnTo>
                  <a:lnTo>
                    <a:pt x="495" y="103"/>
                  </a:lnTo>
                  <a:lnTo>
                    <a:pt x="537" y="80"/>
                  </a:lnTo>
                  <a:lnTo>
                    <a:pt x="580" y="60"/>
                  </a:lnTo>
                  <a:lnTo>
                    <a:pt x="623" y="43"/>
                  </a:lnTo>
                  <a:lnTo>
                    <a:pt x="667" y="29"/>
                  </a:lnTo>
                  <a:lnTo>
                    <a:pt x="710" y="18"/>
                  </a:lnTo>
                  <a:lnTo>
                    <a:pt x="755" y="10"/>
                  </a:lnTo>
                  <a:lnTo>
                    <a:pt x="799" y="5"/>
                  </a:lnTo>
                  <a:lnTo>
                    <a:pt x="805" y="3"/>
                  </a:lnTo>
                  <a:lnTo>
                    <a:pt x="817" y="3"/>
                  </a:lnTo>
                  <a:lnTo>
                    <a:pt x="832" y="2"/>
                  </a:lnTo>
                  <a:lnTo>
                    <a:pt x="852" y="2"/>
                  </a:lnTo>
                  <a:lnTo>
                    <a:pt x="874" y="1"/>
                  </a:lnTo>
                  <a:lnTo>
                    <a:pt x="896" y="1"/>
                  </a:lnTo>
                  <a:lnTo>
                    <a:pt x="918" y="1"/>
                  </a:lnTo>
                  <a:lnTo>
                    <a:pt x="939" y="0"/>
                  </a:lnTo>
                  <a:lnTo>
                    <a:pt x="957" y="0"/>
                  </a:lnTo>
                  <a:lnTo>
                    <a:pt x="972" y="0"/>
                  </a:lnTo>
                  <a:lnTo>
                    <a:pt x="981" y="0"/>
                  </a:lnTo>
                  <a:lnTo>
                    <a:pt x="9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68" name="Freeform 158">
            <a:extLst>
              <a:ext uri="{FF2B5EF4-FFF2-40B4-BE49-F238E27FC236}">
                <a16:creationId xmlns:a16="http://schemas.microsoft.com/office/drawing/2014/main" id="{9D4DDD67-5BAF-450B-8D5C-0AA1CDA11A32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66235" y="626217"/>
            <a:ext cx="329932" cy="327755"/>
          </a:xfrm>
          <a:custGeom>
            <a:avLst/>
            <a:gdLst>
              <a:gd name="T0" fmla="*/ 2527 w 3331"/>
              <a:gd name="T1" fmla="*/ 2481 h 3310"/>
              <a:gd name="T2" fmla="*/ 2423 w 3331"/>
              <a:gd name="T3" fmla="*/ 2707 h 3310"/>
              <a:gd name="T4" fmla="*/ 2527 w 3331"/>
              <a:gd name="T5" fmla="*/ 2934 h 3310"/>
              <a:gd name="T6" fmla="*/ 2770 w 3331"/>
              <a:gd name="T7" fmla="*/ 3005 h 3310"/>
              <a:gd name="T8" fmla="*/ 2980 w 3331"/>
              <a:gd name="T9" fmla="*/ 2871 h 3310"/>
              <a:gd name="T10" fmla="*/ 3016 w 3331"/>
              <a:gd name="T11" fmla="*/ 2621 h 3310"/>
              <a:gd name="T12" fmla="*/ 2853 w 3331"/>
              <a:gd name="T13" fmla="*/ 2435 h 3310"/>
              <a:gd name="T14" fmla="*/ 518 w 3331"/>
              <a:gd name="T15" fmla="*/ 2419 h 3310"/>
              <a:gd name="T16" fmla="*/ 331 w 3331"/>
              <a:gd name="T17" fmla="*/ 2581 h 3310"/>
              <a:gd name="T18" fmla="*/ 331 w 3331"/>
              <a:gd name="T19" fmla="*/ 2834 h 3310"/>
              <a:gd name="T20" fmla="*/ 518 w 3331"/>
              <a:gd name="T21" fmla="*/ 2996 h 3310"/>
              <a:gd name="T22" fmla="*/ 771 w 3331"/>
              <a:gd name="T23" fmla="*/ 2959 h 3310"/>
              <a:gd name="T24" fmla="*/ 906 w 3331"/>
              <a:gd name="T25" fmla="*/ 2752 h 3310"/>
              <a:gd name="T26" fmla="*/ 834 w 3331"/>
              <a:gd name="T27" fmla="*/ 2510 h 3310"/>
              <a:gd name="T28" fmla="*/ 606 w 3331"/>
              <a:gd name="T29" fmla="*/ 2407 h 3310"/>
              <a:gd name="T30" fmla="*/ 1667 w 3331"/>
              <a:gd name="T31" fmla="*/ 750 h 3310"/>
              <a:gd name="T32" fmla="*/ 1204 w 3331"/>
              <a:gd name="T33" fmla="*/ 1006 h 3310"/>
              <a:gd name="T34" fmla="*/ 866 w 3331"/>
              <a:gd name="T35" fmla="*/ 1410 h 3310"/>
              <a:gd name="T36" fmla="*/ 892 w 3331"/>
              <a:gd name="T37" fmla="*/ 1769 h 3310"/>
              <a:gd name="T38" fmla="*/ 930 w 3331"/>
              <a:gd name="T39" fmla="*/ 1865 h 3310"/>
              <a:gd name="T40" fmla="*/ 680 w 3331"/>
              <a:gd name="T41" fmla="*/ 2109 h 3310"/>
              <a:gd name="T42" fmla="*/ 946 w 3331"/>
              <a:gd name="T43" fmla="*/ 2210 h 3310"/>
              <a:gd name="T44" fmla="*/ 1160 w 3331"/>
              <a:gd name="T45" fmla="*/ 2466 h 3310"/>
              <a:gd name="T46" fmla="*/ 1744 w 3331"/>
              <a:gd name="T47" fmla="*/ 2461 h 3310"/>
              <a:gd name="T48" fmla="*/ 1844 w 3331"/>
              <a:gd name="T49" fmla="*/ 2411 h 3310"/>
              <a:gd name="T50" fmla="*/ 2210 w 3331"/>
              <a:gd name="T51" fmla="*/ 2393 h 3310"/>
              <a:gd name="T52" fmla="*/ 2474 w 3331"/>
              <a:gd name="T53" fmla="*/ 2160 h 3310"/>
              <a:gd name="T54" fmla="*/ 2481 w 3331"/>
              <a:gd name="T55" fmla="*/ 1577 h 3310"/>
              <a:gd name="T56" fmla="*/ 2423 w 3331"/>
              <a:gd name="T57" fmla="*/ 1505 h 3310"/>
              <a:gd name="T58" fmla="*/ 2240 w 3331"/>
              <a:gd name="T59" fmla="*/ 1201 h 3310"/>
              <a:gd name="T60" fmla="*/ 2123 w 3331"/>
              <a:gd name="T61" fmla="*/ 1083 h 3310"/>
              <a:gd name="T62" fmla="*/ 3029 w 3331"/>
              <a:gd name="T63" fmla="*/ 301 h 3310"/>
              <a:gd name="T64" fmla="*/ 3264 w 3331"/>
              <a:gd name="T65" fmla="*/ 26 h 3310"/>
              <a:gd name="T66" fmla="*/ 3331 w 3331"/>
              <a:gd name="T67" fmla="*/ 1053 h 3310"/>
              <a:gd name="T68" fmla="*/ 3239 w 3331"/>
              <a:gd name="T69" fmla="*/ 1191 h 3310"/>
              <a:gd name="T70" fmla="*/ 3027 w 3331"/>
              <a:gd name="T71" fmla="*/ 1490 h 3310"/>
              <a:gd name="T72" fmla="*/ 2985 w 3331"/>
              <a:gd name="T73" fmla="*/ 1572 h 3310"/>
              <a:gd name="T74" fmla="*/ 2917 w 3331"/>
              <a:gd name="T75" fmla="*/ 2138 h 3310"/>
              <a:gd name="T76" fmla="*/ 3196 w 3331"/>
              <a:gd name="T77" fmla="*/ 2330 h 3310"/>
              <a:gd name="T78" fmla="*/ 3328 w 3331"/>
              <a:gd name="T79" fmla="*/ 2647 h 3310"/>
              <a:gd name="T80" fmla="*/ 3258 w 3331"/>
              <a:gd name="T81" fmla="*/ 2995 h 3310"/>
              <a:gd name="T82" fmla="*/ 3014 w 3331"/>
              <a:gd name="T83" fmla="*/ 3237 h 3310"/>
              <a:gd name="T84" fmla="*/ 2666 w 3331"/>
              <a:gd name="T85" fmla="*/ 3307 h 3310"/>
              <a:gd name="T86" fmla="*/ 2350 w 3331"/>
              <a:gd name="T87" fmla="*/ 3180 h 3310"/>
              <a:gd name="T88" fmla="*/ 2156 w 3331"/>
              <a:gd name="T89" fmla="*/ 2908 h 3310"/>
              <a:gd name="T90" fmla="*/ 1804 w 3331"/>
              <a:gd name="T91" fmla="*/ 3007 h 3310"/>
              <a:gd name="T92" fmla="*/ 1742 w 3331"/>
              <a:gd name="T93" fmla="*/ 2782 h 3310"/>
              <a:gd name="T94" fmla="*/ 1102 w 3331"/>
              <a:gd name="T95" fmla="*/ 3051 h 3310"/>
              <a:gd name="T96" fmla="*/ 838 w 3331"/>
              <a:gd name="T97" fmla="*/ 3263 h 3310"/>
              <a:gd name="T98" fmla="*/ 484 w 3331"/>
              <a:gd name="T99" fmla="*/ 3297 h 3310"/>
              <a:gd name="T100" fmla="*/ 178 w 3331"/>
              <a:gd name="T101" fmla="*/ 3133 h 3310"/>
              <a:gd name="T102" fmla="*/ 13 w 3331"/>
              <a:gd name="T103" fmla="*/ 2829 h 3310"/>
              <a:gd name="T104" fmla="*/ 50 w 3331"/>
              <a:gd name="T105" fmla="*/ 2467 h 3310"/>
              <a:gd name="T106" fmla="*/ 282 w 3331"/>
              <a:gd name="T107" fmla="*/ 2200 h 3310"/>
              <a:gd name="T108" fmla="*/ 337 w 3331"/>
              <a:gd name="T109" fmla="*/ 1773 h 3310"/>
              <a:gd name="T110" fmla="*/ 392 w 3331"/>
              <a:gd name="T111" fmla="*/ 1686 h 3310"/>
              <a:gd name="T112" fmla="*/ 678 w 3331"/>
              <a:gd name="T113" fmla="*/ 1444 h 3310"/>
              <a:gd name="T114" fmla="*/ 1000 w 3331"/>
              <a:gd name="T115" fmla="*/ 987 h 3310"/>
              <a:gd name="T116" fmla="*/ 1460 w 3331"/>
              <a:gd name="T117" fmla="*/ 669 h 3310"/>
              <a:gd name="T118" fmla="*/ 2020 w 3331"/>
              <a:gd name="T119" fmla="*/ 530 h 3310"/>
              <a:gd name="T120" fmla="*/ 2164 w 3331"/>
              <a:gd name="T121" fmla="*/ 44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31" h="3310">
                <a:moveTo>
                  <a:pt x="2726" y="2407"/>
                </a:moveTo>
                <a:lnTo>
                  <a:pt x="2681" y="2410"/>
                </a:lnTo>
                <a:lnTo>
                  <a:pt x="2638" y="2419"/>
                </a:lnTo>
                <a:lnTo>
                  <a:pt x="2599" y="2435"/>
                </a:lnTo>
                <a:lnTo>
                  <a:pt x="2561" y="2455"/>
                </a:lnTo>
                <a:lnTo>
                  <a:pt x="2527" y="2481"/>
                </a:lnTo>
                <a:lnTo>
                  <a:pt x="2497" y="2510"/>
                </a:lnTo>
                <a:lnTo>
                  <a:pt x="2472" y="2544"/>
                </a:lnTo>
                <a:lnTo>
                  <a:pt x="2451" y="2581"/>
                </a:lnTo>
                <a:lnTo>
                  <a:pt x="2436" y="2621"/>
                </a:lnTo>
                <a:lnTo>
                  <a:pt x="2427" y="2663"/>
                </a:lnTo>
                <a:lnTo>
                  <a:pt x="2423" y="2707"/>
                </a:lnTo>
                <a:lnTo>
                  <a:pt x="2427" y="2752"/>
                </a:lnTo>
                <a:lnTo>
                  <a:pt x="2436" y="2794"/>
                </a:lnTo>
                <a:lnTo>
                  <a:pt x="2451" y="2834"/>
                </a:lnTo>
                <a:lnTo>
                  <a:pt x="2472" y="2871"/>
                </a:lnTo>
                <a:lnTo>
                  <a:pt x="2497" y="2905"/>
                </a:lnTo>
                <a:lnTo>
                  <a:pt x="2527" y="2934"/>
                </a:lnTo>
                <a:lnTo>
                  <a:pt x="2561" y="2959"/>
                </a:lnTo>
                <a:lnTo>
                  <a:pt x="2599" y="2980"/>
                </a:lnTo>
                <a:lnTo>
                  <a:pt x="2638" y="2996"/>
                </a:lnTo>
                <a:lnTo>
                  <a:pt x="2681" y="3005"/>
                </a:lnTo>
                <a:lnTo>
                  <a:pt x="2726" y="3008"/>
                </a:lnTo>
                <a:lnTo>
                  <a:pt x="2770" y="3005"/>
                </a:lnTo>
                <a:lnTo>
                  <a:pt x="2813" y="2996"/>
                </a:lnTo>
                <a:lnTo>
                  <a:pt x="2853" y="2980"/>
                </a:lnTo>
                <a:lnTo>
                  <a:pt x="2891" y="2959"/>
                </a:lnTo>
                <a:lnTo>
                  <a:pt x="2924" y="2934"/>
                </a:lnTo>
                <a:lnTo>
                  <a:pt x="2954" y="2905"/>
                </a:lnTo>
                <a:lnTo>
                  <a:pt x="2980" y="2871"/>
                </a:lnTo>
                <a:lnTo>
                  <a:pt x="3001" y="2834"/>
                </a:lnTo>
                <a:lnTo>
                  <a:pt x="3016" y="2794"/>
                </a:lnTo>
                <a:lnTo>
                  <a:pt x="3026" y="2752"/>
                </a:lnTo>
                <a:lnTo>
                  <a:pt x="3029" y="2707"/>
                </a:lnTo>
                <a:lnTo>
                  <a:pt x="3026" y="2663"/>
                </a:lnTo>
                <a:lnTo>
                  <a:pt x="3016" y="2621"/>
                </a:lnTo>
                <a:lnTo>
                  <a:pt x="3001" y="2581"/>
                </a:lnTo>
                <a:lnTo>
                  <a:pt x="2980" y="2544"/>
                </a:lnTo>
                <a:lnTo>
                  <a:pt x="2954" y="2510"/>
                </a:lnTo>
                <a:lnTo>
                  <a:pt x="2924" y="2481"/>
                </a:lnTo>
                <a:lnTo>
                  <a:pt x="2891" y="2455"/>
                </a:lnTo>
                <a:lnTo>
                  <a:pt x="2853" y="2435"/>
                </a:lnTo>
                <a:lnTo>
                  <a:pt x="2813" y="2419"/>
                </a:lnTo>
                <a:lnTo>
                  <a:pt x="2770" y="2410"/>
                </a:lnTo>
                <a:lnTo>
                  <a:pt x="2726" y="2407"/>
                </a:lnTo>
                <a:close/>
                <a:moveTo>
                  <a:pt x="606" y="2407"/>
                </a:moveTo>
                <a:lnTo>
                  <a:pt x="561" y="2410"/>
                </a:lnTo>
                <a:lnTo>
                  <a:pt x="518" y="2419"/>
                </a:lnTo>
                <a:lnTo>
                  <a:pt x="478" y="2435"/>
                </a:lnTo>
                <a:lnTo>
                  <a:pt x="441" y="2455"/>
                </a:lnTo>
                <a:lnTo>
                  <a:pt x="407" y="2481"/>
                </a:lnTo>
                <a:lnTo>
                  <a:pt x="378" y="2510"/>
                </a:lnTo>
                <a:lnTo>
                  <a:pt x="352" y="2544"/>
                </a:lnTo>
                <a:lnTo>
                  <a:pt x="331" y="2581"/>
                </a:lnTo>
                <a:lnTo>
                  <a:pt x="316" y="2621"/>
                </a:lnTo>
                <a:lnTo>
                  <a:pt x="307" y="2663"/>
                </a:lnTo>
                <a:lnTo>
                  <a:pt x="304" y="2707"/>
                </a:lnTo>
                <a:lnTo>
                  <a:pt x="307" y="2752"/>
                </a:lnTo>
                <a:lnTo>
                  <a:pt x="316" y="2794"/>
                </a:lnTo>
                <a:lnTo>
                  <a:pt x="331" y="2834"/>
                </a:lnTo>
                <a:lnTo>
                  <a:pt x="352" y="2871"/>
                </a:lnTo>
                <a:lnTo>
                  <a:pt x="378" y="2905"/>
                </a:lnTo>
                <a:lnTo>
                  <a:pt x="407" y="2934"/>
                </a:lnTo>
                <a:lnTo>
                  <a:pt x="441" y="2959"/>
                </a:lnTo>
                <a:lnTo>
                  <a:pt x="478" y="2980"/>
                </a:lnTo>
                <a:lnTo>
                  <a:pt x="518" y="2996"/>
                </a:lnTo>
                <a:lnTo>
                  <a:pt x="561" y="3005"/>
                </a:lnTo>
                <a:lnTo>
                  <a:pt x="606" y="3008"/>
                </a:lnTo>
                <a:lnTo>
                  <a:pt x="650" y="3005"/>
                </a:lnTo>
                <a:lnTo>
                  <a:pt x="693" y="2996"/>
                </a:lnTo>
                <a:lnTo>
                  <a:pt x="734" y="2980"/>
                </a:lnTo>
                <a:lnTo>
                  <a:pt x="771" y="2959"/>
                </a:lnTo>
                <a:lnTo>
                  <a:pt x="804" y="2934"/>
                </a:lnTo>
                <a:lnTo>
                  <a:pt x="834" y="2905"/>
                </a:lnTo>
                <a:lnTo>
                  <a:pt x="860" y="2871"/>
                </a:lnTo>
                <a:lnTo>
                  <a:pt x="880" y="2834"/>
                </a:lnTo>
                <a:lnTo>
                  <a:pt x="896" y="2794"/>
                </a:lnTo>
                <a:lnTo>
                  <a:pt x="906" y="2752"/>
                </a:lnTo>
                <a:lnTo>
                  <a:pt x="909" y="2707"/>
                </a:lnTo>
                <a:lnTo>
                  <a:pt x="906" y="2663"/>
                </a:lnTo>
                <a:lnTo>
                  <a:pt x="896" y="2621"/>
                </a:lnTo>
                <a:lnTo>
                  <a:pt x="880" y="2581"/>
                </a:lnTo>
                <a:lnTo>
                  <a:pt x="860" y="2544"/>
                </a:lnTo>
                <a:lnTo>
                  <a:pt x="834" y="2510"/>
                </a:lnTo>
                <a:lnTo>
                  <a:pt x="804" y="2481"/>
                </a:lnTo>
                <a:lnTo>
                  <a:pt x="771" y="2455"/>
                </a:lnTo>
                <a:lnTo>
                  <a:pt x="734" y="2435"/>
                </a:lnTo>
                <a:lnTo>
                  <a:pt x="693" y="2419"/>
                </a:lnTo>
                <a:lnTo>
                  <a:pt x="650" y="2410"/>
                </a:lnTo>
                <a:lnTo>
                  <a:pt x="606" y="2407"/>
                </a:lnTo>
                <a:close/>
                <a:moveTo>
                  <a:pt x="2120" y="677"/>
                </a:moveTo>
                <a:lnTo>
                  <a:pt x="2026" y="681"/>
                </a:lnTo>
                <a:lnTo>
                  <a:pt x="1934" y="689"/>
                </a:lnTo>
                <a:lnTo>
                  <a:pt x="1843" y="703"/>
                </a:lnTo>
                <a:lnTo>
                  <a:pt x="1754" y="724"/>
                </a:lnTo>
                <a:lnTo>
                  <a:pt x="1667" y="750"/>
                </a:lnTo>
                <a:lnTo>
                  <a:pt x="1583" y="780"/>
                </a:lnTo>
                <a:lnTo>
                  <a:pt x="1501" y="817"/>
                </a:lnTo>
                <a:lnTo>
                  <a:pt x="1422" y="857"/>
                </a:lnTo>
                <a:lnTo>
                  <a:pt x="1346" y="903"/>
                </a:lnTo>
                <a:lnTo>
                  <a:pt x="1273" y="952"/>
                </a:lnTo>
                <a:lnTo>
                  <a:pt x="1204" y="1006"/>
                </a:lnTo>
                <a:lnTo>
                  <a:pt x="1138" y="1064"/>
                </a:lnTo>
                <a:lnTo>
                  <a:pt x="1075" y="1127"/>
                </a:lnTo>
                <a:lnTo>
                  <a:pt x="1017" y="1192"/>
                </a:lnTo>
                <a:lnTo>
                  <a:pt x="962" y="1261"/>
                </a:lnTo>
                <a:lnTo>
                  <a:pt x="912" y="1334"/>
                </a:lnTo>
                <a:lnTo>
                  <a:pt x="866" y="1410"/>
                </a:lnTo>
                <a:lnTo>
                  <a:pt x="825" y="1488"/>
                </a:lnTo>
                <a:lnTo>
                  <a:pt x="789" y="1569"/>
                </a:lnTo>
                <a:lnTo>
                  <a:pt x="758" y="1653"/>
                </a:lnTo>
                <a:lnTo>
                  <a:pt x="732" y="1738"/>
                </a:lnTo>
                <a:lnTo>
                  <a:pt x="872" y="1763"/>
                </a:lnTo>
                <a:lnTo>
                  <a:pt x="892" y="1769"/>
                </a:lnTo>
                <a:lnTo>
                  <a:pt x="910" y="1781"/>
                </a:lnTo>
                <a:lnTo>
                  <a:pt x="922" y="1796"/>
                </a:lnTo>
                <a:lnTo>
                  <a:pt x="932" y="1815"/>
                </a:lnTo>
                <a:lnTo>
                  <a:pt x="935" y="1832"/>
                </a:lnTo>
                <a:lnTo>
                  <a:pt x="934" y="1848"/>
                </a:lnTo>
                <a:lnTo>
                  <a:pt x="930" y="1865"/>
                </a:lnTo>
                <a:lnTo>
                  <a:pt x="921" y="1880"/>
                </a:lnTo>
                <a:lnTo>
                  <a:pt x="911" y="1892"/>
                </a:lnTo>
                <a:lnTo>
                  <a:pt x="682" y="2105"/>
                </a:lnTo>
                <a:lnTo>
                  <a:pt x="682" y="2105"/>
                </a:lnTo>
                <a:lnTo>
                  <a:pt x="682" y="2107"/>
                </a:lnTo>
                <a:lnTo>
                  <a:pt x="680" y="2109"/>
                </a:lnTo>
                <a:lnTo>
                  <a:pt x="680" y="2111"/>
                </a:lnTo>
                <a:lnTo>
                  <a:pt x="738" y="2121"/>
                </a:lnTo>
                <a:lnTo>
                  <a:pt x="795" y="2137"/>
                </a:lnTo>
                <a:lnTo>
                  <a:pt x="848" y="2156"/>
                </a:lnTo>
                <a:lnTo>
                  <a:pt x="898" y="2181"/>
                </a:lnTo>
                <a:lnTo>
                  <a:pt x="946" y="2210"/>
                </a:lnTo>
                <a:lnTo>
                  <a:pt x="991" y="2245"/>
                </a:lnTo>
                <a:lnTo>
                  <a:pt x="1033" y="2282"/>
                </a:lnTo>
                <a:lnTo>
                  <a:pt x="1071" y="2324"/>
                </a:lnTo>
                <a:lnTo>
                  <a:pt x="1106" y="2368"/>
                </a:lnTo>
                <a:lnTo>
                  <a:pt x="1135" y="2416"/>
                </a:lnTo>
                <a:lnTo>
                  <a:pt x="1160" y="2466"/>
                </a:lnTo>
                <a:lnTo>
                  <a:pt x="1181" y="2519"/>
                </a:lnTo>
                <a:lnTo>
                  <a:pt x="1197" y="2575"/>
                </a:lnTo>
                <a:lnTo>
                  <a:pt x="1206" y="2633"/>
                </a:lnTo>
                <a:lnTo>
                  <a:pt x="1742" y="2633"/>
                </a:lnTo>
                <a:lnTo>
                  <a:pt x="1742" y="2482"/>
                </a:lnTo>
                <a:lnTo>
                  <a:pt x="1744" y="2461"/>
                </a:lnTo>
                <a:lnTo>
                  <a:pt x="1753" y="2442"/>
                </a:lnTo>
                <a:lnTo>
                  <a:pt x="1766" y="2427"/>
                </a:lnTo>
                <a:lnTo>
                  <a:pt x="1784" y="2414"/>
                </a:lnTo>
                <a:lnTo>
                  <a:pt x="1804" y="2408"/>
                </a:lnTo>
                <a:lnTo>
                  <a:pt x="1824" y="2407"/>
                </a:lnTo>
                <a:lnTo>
                  <a:pt x="1844" y="2411"/>
                </a:lnTo>
                <a:lnTo>
                  <a:pt x="1863" y="2421"/>
                </a:lnTo>
                <a:lnTo>
                  <a:pt x="2127" y="2619"/>
                </a:lnTo>
                <a:lnTo>
                  <a:pt x="2140" y="2559"/>
                </a:lnTo>
                <a:lnTo>
                  <a:pt x="2158" y="2501"/>
                </a:lnTo>
                <a:lnTo>
                  <a:pt x="2181" y="2445"/>
                </a:lnTo>
                <a:lnTo>
                  <a:pt x="2210" y="2393"/>
                </a:lnTo>
                <a:lnTo>
                  <a:pt x="2244" y="2345"/>
                </a:lnTo>
                <a:lnTo>
                  <a:pt x="2282" y="2299"/>
                </a:lnTo>
                <a:lnTo>
                  <a:pt x="2324" y="2258"/>
                </a:lnTo>
                <a:lnTo>
                  <a:pt x="2371" y="2221"/>
                </a:lnTo>
                <a:lnTo>
                  <a:pt x="2421" y="2189"/>
                </a:lnTo>
                <a:lnTo>
                  <a:pt x="2474" y="2160"/>
                </a:lnTo>
                <a:lnTo>
                  <a:pt x="2530" y="2139"/>
                </a:lnTo>
                <a:lnTo>
                  <a:pt x="2589" y="2122"/>
                </a:lnTo>
                <a:lnTo>
                  <a:pt x="2650" y="2112"/>
                </a:lnTo>
                <a:lnTo>
                  <a:pt x="2650" y="1579"/>
                </a:lnTo>
                <a:lnTo>
                  <a:pt x="2498" y="1579"/>
                </a:lnTo>
                <a:lnTo>
                  <a:pt x="2481" y="1577"/>
                </a:lnTo>
                <a:lnTo>
                  <a:pt x="2466" y="1572"/>
                </a:lnTo>
                <a:lnTo>
                  <a:pt x="2452" y="1563"/>
                </a:lnTo>
                <a:lnTo>
                  <a:pt x="2440" y="1552"/>
                </a:lnTo>
                <a:lnTo>
                  <a:pt x="2431" y="1537"/>
                </a:lnTo>
                <a:lnTo>
                  <a:pt x="2425" y="1522"/>
                </a:lnTo>
                <a:lnTo>
                  <a:pt x="2423" y="1505"/>
                </a:lnTo>
                <a:lnTo>
                  <a:pt x="2425" y="1490"/>
                </a:lnTo>
                <a:lnTo>
                  <a:pt x="2429" y="1474"/>
                </a:lnTo>
                <a:lnTo>
                  <a:pt x="2438" y="1459"/>
                </a:lnTo>
                <a:lnTo>
                  <a:pt x="2631" y="1204"/>
                </a:lnTo>
                <a:lnTo>
                  <a:pt x="2272" y="1204"/>
                </a:lnTo>
                <a:lnTo>
                  <a:pt x="2240" y="1201"/>
                </a:lnTo>
                <a:lnTo>
                  <a:pt x="2212" y="1191"/>
                </a:lnTo>
                <a:lnTo>
                  <a:pt x="2187" y="1178"/>
                </a:lnTo>
                <a:lnTo>
                  <a:pt x="2164" y="1159"/>
                </a:lnTo>
                <a:lnTo>
                  <a:pt x="2146" y="1137"/>
                </a:lnTo>
                <a:lnTo>
                  <a:pt x="2132" y="1111"/>
                </a:lnTo>
                <a:lnTo>
                  <a:pt x="2123" y="1083"/>
                </a:lnTo>
                <a:lnTo>
                  <a:pt x="2120" y="1053"/>
                </a:lnTo>
                <a:lnTo>
                  <a:pt x="2120" y="677"/>
                </a:lnTo>
                <a:close/>
                <a:moveTo>
                  <a:pt x="2423" y="301"/>
                </a:moveTo>
                <a:lnTo>
                  <a:pt x="2423" y="902"/>
                </a:lnTo>
                <a:lnTo>
                  <a:pt x="3029" y="902"/>
                </a:lnTo>
                <a:lnTo>
                  <a:pt x="3029" y="301"/>
                </a:lnTo>
                <a:lnTo>
                  <a:pt x="2423" y="301"/>
                </a:lnTo>
                <a:close/>
                <a:moveTo>
                  <a:pt x="2272" y="0"/>
                </a:moveTo>
                <a:lnTo>
                  <a:pt x="3180" y="0"/>
                </a:lnTo>
                <a:lnTo>
                  <a:pt x="3210" y="3"/>
                </a:lnTo>
                <a:lnTo>
                  <a:pt x="3239" y="12"/>
                </a:lnTo>
                <a:lnTo>
                  <a:pt x="3264" y="26"/>
                </a:lnTo>
                <a:lnTo>
                  <a:pt x="3287" y="44"/>
                </a:lnTo>
                <a:lnTo>
                  <a:pt x="3305" y="67"/>
                </a:lnTo>
                <a:lnTo>
                  <a:pt x="3320" y="92"/>
                </a:lnTo>
                <a:lnTo>
                  <a:pt x="3328" y="120"/>
                </a:lnTo>
                <a:lnTo>
                  <a:pt x="3331" y="150"/>
                </a:lnTo>
                <a:lnTo>
                  <a:pt x="3331" y="1053"/>
                </a:lnTo>
                <a:lnTo>
                  <a:pt x="3328" y="1083"/>
                </a:lnTo>
                <a:lnTo>
                  <a:pt x="3320" y="1111"/>
                </a:lnTo>
                <a:lnTo>
                  <a:pt x="3305" y="1137"/>
                </a:lnTo>
                <a:lnTo>
                  <a:pt x="3287" y="1159"/>
                </a:lnTo>
                <a:lnTo>
                  <a:pt x="3264" y="1178"/>
                </a:lnTo>
                <a:lnTo>
                  <a:pt x="3239" y="1191"/>
                </a:lnTo>
                <a:lnTo>
                  <a:pt x="3210" y="1201"/>
                </a:lnTo>
                <a:lnTo>
                  <a:pt x="3180" y="1204"/>
                </a:lnTo>
                <a:lnTo>
                  <a:pt x="2820" y="1204"/>
                </a:lnTo>
                <a:lnTo>
                  <a:pt x="3013" y="1459"/>
                </a:lnTo>
                <a:lnTo>
                  <a:pt x="3022" y="1474"/>
                </a:lnTo>
                <a:lnTo>
                  <a:pt x="3027" y="1490"/>
                </a:lnTo>
                <a:lnTo>
                  <a:pt x="3029" y="1505"/>
                </a:lnTo>
                <a:lnTo>
                  <a:pt x="3026" y="1522"/>
                </a:lnTo>
                <a:lnTo>
                  <a:pt x="3020" y="1537"/>
                </a:lnTo>
                <a:lnTo>
                  <a:pt x="3011" y="1552"/>
                </a:lnTo>
                <a:lnTo>
                  <a:pt x="3000" y="1563"/>
                </a:lnTo>
                <a:lnTo>
                  <a:pt x="2985" y="1572"/>
                </a:lnTo>
                <a:lnTo>
                  <a:pt x="2969" y="1577"/>
                </a:lnTo>
                <a:lnTo>
                  <a:pt x="2952" y="1579"/>
                </a:lnTo>
                <a:lnTo>
                  <a:pt x="2802" y="1579"/>
                </a:lnTo>
                <a:lnTo>
                  <a:pt x="2802" y="2112"/>
                </a:lnTo>
                <a:lnTo>
                  <a:pt x="2860" y="2121"/>
                </a:lnTo>
                <a:lnTo>
                  <a:pt x="2917" y="2138"/>
                </a:lnTo>
                <a:lnTo>
                  <a:pt x="2971" y="2158"/>
                </a:lnTo>
                <a:lnTo>
                  <a:pt x="3023" y="2183"/>
                </a:lnTo>
                <a:lnTo>
                  <a:pt x="3072" y="2215"/>
                </a:lnTo>
                <a:lnTo>
                  <a:pt x="3117" y="2249"/>
                </a:lnTo>
                <a:lnTo>
                  <a:pt x="3159" y="2287"/>
                </a:lnTo>
                <a:lnTo>
                  <a:pt x="3196" y="2330"/>
                </a:lnTo>
                <a:lnTo>
                  <a:pt x="3231" y="2376"/>
                </a:lnTo>
                <a:lnTo>
                  <a:pt x="3260" y="2425"/>
                </a:lnTo>
                <a:lnTo>
                  <a:pt x="3285" y="2477"/>
                </a:lnTo>
                <a:lnTo>
                  <a:pt x="3305" y="2532"/>
                </a:lnTo>
                <a:lnTo>
                  <a:pt x="3320" y="2588"/>
                </a:lnTo>
                <a:lnTo>
                  <a:pt x="3328" y="2647"/>
                </a:lnTo>
                <a:lnTo>
                  <a:pt x="3331" y="2707"/>
                </a:lnTo>
                <a:lnTo>
                  <a:pt x="3328" y="2769"/>
                </a:lnTo>
                <a:lnTo>
                  <a:pt x="3319" y="2829"/>
                </a:lnTo>
                <a:lnTo>
                  <a:pt x="3304" y="2886"/>
                </a:lnTo>
                <a:lnTo>
                  <a:pt x="3283" y="2941"/>
                </a:lnTo>
                <a:lnTo>
                  <a:pt x="3258" y="2995"/>
                </a:lnTo>
                <a:lnTo>
                  <a:pt x="3228" y="3043"/>
                </a:lnTo>
                <a:lnTo>
                  <a:pt x="3193" y="3090"/>
                </a:lnTo>
                <a:lnTo>
                  <a:pt x="3153" y="3133"/>
                </a:lnTo>
                <a:lnTo>
                  <a:pt x="3110" y="3171"/>
                </a:lnTo>
                <a:lnTo>
                  <a:pt x="3064" y="3207"/>
                </a:lnTo>
                <a:lnTo>
                  <a:pt x="3014" y="3237"/>
                </a:lnTo>
                <a:lnTo>
                  <a:pt x="2961" y="3262"/>
                </a:lnTo>
                <a:lnTo>
                  <a:pt x="2905" y="3283"/>
                </a:lnTo>
                <a:lnTo>
                  <a:pt x="2848" y="3297"/>
                </a:lnTo>
                <a:lnTo>
                  <a:pt x="2787" y="3307"/>
                </a:lnTo>
                <a:lnTo>
                  <a:pt x="2725" y="3310"/>
                </a:lnTo>
                <a:lnTo>
                  <a:pt x="2666" y="3307"/>
                </a:lnTo>
                <a:lnTo>
                  <a:pt x="2607" y="3297"/>
                </a:lnTo>
                <a:lnTo>
                  <a:pt x="2550" y="3284"/>
                </a:lnTo>
                <a:lnTo>
                  <a:pt x="2497" y="3265"/>
                </a:lnTo>
                <a:lnTo>
                  <a:pt x="2446" y="3241"/>
                </a:lnTo>
                <a:lnTo>
                  <a:pt x="2396" y="3212"/>
                </a:lnTo>
                <a:lnTo>
                  <a:pt x="2350" y="3180"/>
                </a:lnTo>
                <a:lnTo>
                  <a:pt x="2309" y="3142"/>
                </a:lnTo>
                <a:lnTo>
                  <a:pt x="2269" y="3102"/>
                </a:lnTo>
                <a:lnTo>
                  <a:pt x="2234" y="3058"/>
                </a:lnTo>
                <a:lnTo>
                  <a:pt x="2204" y="3011"/>
                </a:lnTo>
                <a:lnTo>
                  <a:pt x="2178" y="2960"/>
                </a:lnTo>
                <a:lnTo>
                  <a:pt x="2156" y="2908"/>
                </a:lnTo>
                <a:lnTo>
                  <a:pt x="2139" y="2853"/>
                </a:lnTo>
                <a:lnTo>
                  <a:pt x="2127" y="2796"/>
                </a:lnTo>
                <a:lnTo>
                  <a:pt x="1863" y="2993"/>
                </a:lnTo>
                <a:lnTo>
                  <a:pt x="1844" y="3003"/>
                </a:lnTo>
                <a:lnTo>
                  <a:pt x="1824" y="3008"/>
                </a:lnTo>
                <a:lnTo>
                  <a:pt x="1804" y="3007"/>
                </a:lnTo>
                <a:lnTo>
                  <a:pt x="1784" y="3001"/>
                </a:lnTo>
                <a:lnTo>
                  <a:pt x="1766" y="2988"/>
                </a:lnTo>
                <a:lnTo>
                  <a:pt x="1753" y="2973"/>
                </a:lnTo>
                <a:lnTo>
                  <a:pt x="1744" y="2954"/>
                </a:lnTo>
                <a:lnTo>
                  <a:pt x="1742" y="2933"/>
                </a:lnTo>
                <a:lnTo>
                  <a:pt x="1742" y="2782"/>
                </a:lnTo>
                <a:lnTo>
                  <a:pt x="1206" y="2782"/>
                </a:lnTo>
                <a:lnTo>
                  <a:pt x="1196" y="2841"/>
                </a:lnTo>
                <a:lnTo>
                  <a:pt x="1180" y="2897"/>
                </a:lnTo>
                <a:lnTo>
                  <a:pt x="1159" y="2951"/>
                </a:lnTo>
                <a:lnTo>
                  <a:pt x="1133" y="3003"/>
                </a:lnTo>
                <a:lnTo>
                  <a:pt x="1102" y="3051"/>
                </a:lnTo>
                <a:lnTo>
                  <a:pt x="1068" y="3095"/>
                </a:lnTo>
                <a:lnTo>
                  <a:pt x="1028" y="3138"/>
                </a:lnTo>
                <a:lnTo>
                  <a:pt x="986" y="3175"/>
                </a:lnTo>
                <a:lnTo>
                  <a:pt x="940" y="3209"/>
                </a:lnTo>
                <a:lnTo>
                  <a:pt x="890" y="3239"/>
                </a:lnTo>
                <a:lnTo>
                  <a:pt x="838" y="3263"/>
                </a:lnTo>
                <a:lnTo>
                  <a:pt x="783" y="3283"/>
                </a:lnTo>
                <a:lnTo>
                  <a:pt x="726" y="3297"/>
                </a:lnTo>
                <a:lnTo>
                  <a:pt x="667" y="3307"/>
                </a:lnTo>
                <a:lnTo>
                  <a:pt x="606" y="3310"/>
                </a:lnTo>
                <a:lnTo>
                  <a:pt x="544" y="3307"/>
                </a:lnTo>
                <a:lnTo>
                  <a:pt x="484" y="3297"/>
                </a:lnTo>
                <a:lnTo>
                  <a:pt x="426" y="3283"/>
                </a:lnTo>
                <a:lnTo>
                  <a:pt x="371" y="3262"/>
                </a:lnTo>
                <a:lnTo>
                  <a:pt x="317" y="3237"/>
                </a:lnTo>
                <a:lnTo>
                  <a:pt x="268" y="3207"/>
                </a:lnTo>
                <a:lnTo>
                  <a:pt x="221" y="3171"/>
                </a:lnTo>
                <a:lnTo>
                  <a:pt x="178" y="3133"/>
                </a:lnTo>
                <a:lnTo>
                  <a:pt x="139" y="3090"/>
                </a:lnTo>
                <a:lnTo>
                  <a:pt x="104" y="3043"/>
                </a:lnTo>
                <a:lnTo>
                  <a:pt x="73" y="2995"/>
                </a:lnTo>
                <a:lnTo>
                  <a:pt x="48" y="2941"/>
                </a:lnTo>
                <a:lnTo>
                  <a:pt x="27" y="2886"/>
                </a:lnTo>
                <a:lnTo>
                  <a:pt x="13" y="2829"/>
                </a:lnTo>
                <a:lnTo>
                  <a:pt x="3" y="2769"/>
                </a:lnTo>
                <a:lnTo>
                  <a:pt x="0" y="2707"/>
                </a:lnTo>
                <a:lnTo>
                  <a:pt x="3" y="2644"/>
                </a:lnTo>
                <a:lnTo>
                  <a:pt x="14" y="2583"/>
                </a:lnTo>
                <a:lnTo>
                  <a:pt x="29" y="2524"/>
                </a:lnTo>
                <a:lnTo>
                  <a:pt x="50" y="2467"/>
                </a:lnTo>
                <a:lnTo>
                  <a:pt x="77" y="2414"/>
                </a:lnTo>
                <a:lnTo>
                  <a:pt x="110" y="2363"/>
                </a:lnTo>
                <a:lnTo>
                  <a:pt x="147" y="2316"/>
                </a:lnTo>
                <a:lnTo>
                  <a:pt x="187" y="2274"/>
                </a:lnTo>
                <a:lnTo>
                  <a:pt x="232" y="2234"/>
                </a:lnTo>
                <a:lnTo>
                  <a:pt x="282" y="2200"/>
                </a:lnTo>
                <a:lnTo>
                  <a:pt x="334" y="2171"/>
                </a:lnTo>
                <a:lnTo>
                  <a:pt x="389" y="2146"/>
                </a:lnTo>
                <a:lnTo>
                  <a:pt x="447" y="2127"/>
                </a:lnTo>
                <a:lnTo>
                  <a:pt x="508" y="2115"/>
                </a:lnTo>
                <a:lnTo>
                  <a:pt x="344" y="1793"/>
                </a:lnTo>
                <a:lnTo>
                  <a:pt x="337" y="1773"/>
                </a:lnTo>
                <a:lnTo>
                  <a:pt x="336" y="1753"/>
                </a:lnTo>
                <a:lnTo>
                  <a:pt x="341" y="1732"/>
                </a:lnTo>
                <a:lnTo>
                  <a:pt x="351" y="1714"/>
                </a:lnTo>
                <a:lnTo>
                  <a:pt x="362" y="1702"/>
                </a:lnTo>
                <a:lnTo>
                  <a:pt x="376" y="1692"/>
                </a:lnTo>
                <a:lnTo>
                  <a:pt x="392" y="1686"/>
                </a:lnTo>
                <a:lnTo>
                  <a:pt x="408" y="1684"/>
                </a:lnTo>
                <a:lnTo>
                  <a:pt x="425" y="1684"/>
                </a:lnTo>
                <a:lnTo>
                  <a:pt x="582" y="1712"/>
                </a:lnTo>
                <a:lnTo>
                  <a:pt x="609" y="1621"/>
                </a:lnTo>
                <a:lnTo>
                  <a:pt x="642" y="1531"/>
                </a:lnTo>
                <a:lnTo>
                  <a:pt x="678" y="1444"/>
                </a:lnTo>
                <a:lnTo>
                  <a:pt x="720" y="1361"/>
                </a:lnTo>
                <a:lnTo>
                  <a:pt x="767" y="1280"/>
                </a:lnTo>
                <a:lnTo>
                  <a:pt x="820" y="1202"/>
                </a:lnTo>
                <a:lnTo>
                  <a:pt x="875" y="1127"/>
                </a:lnTo>
                <a:lnTo>
                  <a:pt x="936" y="1055"/>
                </a:lnTo>
                <a:lnTo>
                  <a:pt x="1000" y="987"/>
                </a:lnTo>
                <a:lnTo>
                  <a:pt x="1068" y="924"/>
                </a:lnTo>
                <a:lnTo>
                  <a:pt x="1140" y="864"/>
                </a:lnTo>
                <a:lnTo>
                  <a:pt x="1215" y="808"/>
                </a:lnTo>
                <a:lnTo>
                  <a:pt x="1294" y="757"/>
                </a:lnTo>
                <a:lnTo>
                  <a:pt x="1376" y="711"/>
                </a:lnTo>
                <a:lnTo>
                  <a:pt x="1460" y="669"/>
                </a:lnTo>
                <a:lnTo>
                  <a:pt x="1547" y="633"/>
                </a:lnTo>
                <a:lnTo>
                  <a:pt x="1637" y="600"/>
                </a:lnTo>
                <a:lnTo>
                  <a:pt x="1731" y="574"/>
                </a:lnTo>
                <a:lnTo>
                  <a:pt x="1825" y="554"/>
                </a:lnTo>
                <a:lnTo>
                  <a:pt x="1921" y="539"/>
                </a:lnTo>
                <a:lnTo>
                  <a:pt x="2020" y="530"/>
                </a:lnTo>
                <a:lnTo>
                  <a:pt x="2120" y="527"/>
                </a:lnTo>
                <a:lnTo>
                  <a:pt x="2120" y="150"/>
                </a:lnTo>
                <a:lnTo>
                  <a:pt x="2123" y="120"/>
                </a:lnTo>
                <a:lnTo>
                  <a:pt x="2132" y="92"/>
                </a:lnTo>
                <a:lnTo>
                  <a:pt x="2146" y="67"/>
                </a:lnTo>
                <a:lnTo>
                  <a:pt x="2164" y="44"/>
                </a:lnTo>
                <a:lnTo>
                  <a:pt x="2187" y="26"/>
                </a:lnTo>
                <a:lnTo>
                  <a:pt x="2212" y="12"/>
                </a:lnTo>
                <a:lnTo>
                  <a:pt x="2240" y="3"/>
                </a:lnTo>
                <a:lnTo>
                  <a:pt x="2272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D2320AC-0C84-42EE-9A6B-D6543E09DAB1}"/>
              </a:ext>
            </a:extLst>
          </p:cNvPr>
          <p:cNvGrpSpPr/>
          <p:nvPr/>
        </p:nvGrpSpPr>
        <p:grpSpPr>
          <a:xfrm flipH="1">
            <a:off x="11395835" y="638740"/>
            <a:ext cx="329932" cy="302709"/>
            <a:chOff x="3643313" y="4662488"/>
            <a:chExt cx="481013" cy="4413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0" name="Freeform 178">
              <a:extLst>
                <a:ext uri="{FF2B5EF4-FFF2-40B4-BE49-F238E27FC236}">
                  <a16:creationId xmlns:a16="http://schemas.microsoft.com/office/drawing/2014/main" id="{275AF4AD-DD01-4F4D-B213-431829A64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201" y="4845051"/>
              <a:ext cx="60325" cy="136525"/>
            </a:xfrm>
            <a:custGeom>
              <a:avLst/>
              <a:gdLst>
                <a:gd name="T0" fmla="*/ 210 w 420"/>
                <a:gd name="T1" fmla="*/ 0 h 939"/>
                <a:gd name="T2" fmla="*/ 244 w 420"/>
                <a:gd name="T3" fmla="*/ 2 h 939"/>
                <a:gd name="T4" fmla="*/ 276 w 420"/>
                <a:gd name="T5" fmla="*/ 10 h 939"/>
                <a:gd name="T6" fmla="*/ 306 w 420"/>
                <a:gd name="T7" fmla="*/ 23 h 939"/>
                <a:gd name="T8" fmla="*/ 333 w 420"/>
                <a:gd name="T9" fmla="*/ 40 h 939"/>
                <a:gd name="T10" fmla="*/ 358 w 420"/>
                <a:gd name="T11" fmla="*/ 61 h 939"/>
                <a:gd name="T12" fmla="*/ 379 w 420"/>
                <a:gd name="T13" fmla="*/ 85 h 939"/>
                <a:gd name="T14" fmla="*/ 397 w 420"/>
                <a:gd name="T15" fmla="*/ 113 h 939"/>
                <a:gd name="T16" fmla="*/ 409 w 420"/>
                <a:gd name="T17" fmla="*/ 142 h 939"/>
                <a:gd name="T18" fmla="*/ 417 w 420"/>
                <a:gd name="T19" fmla="*/ 174 h 939"/>
                <a:gd name="T20" fmla="*/ 420 w 420"/>
                <a:gd name="T21" fmla="*/ 209 h 939"/>
                <a:gd name="T22" fmla="*/ 420 w 420"/>
                <a:gd name="T23" fmla="*/ 730 h 939"/>
                <a:gd name="T24" fmla="*/ 417 w 420"/>
                <a:gd name="T25" fmla="*/ 764 h 939"/>
                <a:gd name="T26" fmla="*/ 409 w 420"/>
                <a:gd name="T27" fmla="*/ 796 h 939"/>
                <a:gd name="T28" fmla="*/ 397 w 420"/>
                <a:gd name="T29" fmla="*/ 826 h 939"/>
                <a:gd name="T30" fmla="*/ 379 w 420"/>
                <a:gd name="T31" fmla="*/ 853 h 939"/>
                <a:gd name="T32" fmla="*/ 358 w 420"/>
                <a:gd name="T33" fmla="*/ 878 h 939"/>
                <a:gd name="T34" fmla="*/ 333 w 420"/>
                <a:gd name="T35" fmla="*/ 898 h 939"/>
                <a:gd name="T36" fmla="*/ 306 w 420"/>
                <a:gd name="T37" fmla="*/ 915 h 939"/>
                <a:gd name="T38" fmla="*/ 276 w 420"/>
                <a:gd name="T39" fmla="*/ 928 h 939"/>
                <a:gd name="T40" fmla="*/ 244 w 420"/>
                <a:gd name="T41" fmla="*/ 936 h 939"/>
                <a:gd name="T42" fmla="*/ 210 w 420"/>
                <a:gd name="T43" fmla="*/ 939 h 939"/>
                <a:gd name="T44" fmla="*/ 175 w 420"/>
                <a:gd name="T45" fmla="*/ 936 h 939"/>
                <a:gd name="T46" fmla="*/ 144 w 420"/>
                <a:gd name="T47" fmla="*/ 928 h 939"/>
                <a:gd name="T48" fmla="*/ 113 w 420"/>
                <a:gd name="T49" fmla="*/ 915 h 939"/>
                <a:gd name="T50" fmla="*/ 85 w 420"/>
                <a:gd name="T51" fmla="*/ 898 h 939"/>
                <a:gd name="T52" fmla="*/ 61 w 420"/>
                <a:gd name="T53" fmla="*/ 878 h 939"/>
                <a:gd name="T54" fmla="*/ 41 w 420"/>
                <a:gd name="T55" fmla="*/ 853 h 939"/>
                <a:gd name="T56" fmla="*/ 23 w 420"/>
                <a:gd name="T57" fmla="*/ 826 h 939"/>
                <a:gd name="T58" fmla="*/ 11 w 420"/>
                <a:gd name="T59" fmla="*/ 796 h 939"/>
                <a:gd name="T60" fmla="*/ 3 w 420"/>
                <a:gd name="T61" fmla="*/ 764 h 939"/>
                <a:gd name="T62" fmla="*/ 0 w 420"/>
                <a:gd name="T63" fmla="*/ 730 h 939"/>
                <a:gd name="T64" fmla="*/ 0 w 420"/>
                <a:gd name="T65" fmla="*/ 209 h 939"/>
                <a:gd name="T66" fmla="*/ 3 w 420"/>
                <a:gd name="T67" fmla="*/ 174 h 939"/>
                <a:gd name="T68" fmla="*/ 11 w 420"/>
                <a:gd name="T69" fmla="*/ 142 h 939"/>
                <a:gd name="T70" fmla="*/ 23 w 420"/>
                <a:gd name="T71" fmla="*/ 113 h 939"/>
                <a:gd name="T72" fmla="*/ 41 w 420"/>
                <a:gd name="T73" fmla="*/ 85 h 939"/>
                <a:gd name="T74" fmla="*/ 61 w 420"/>
                <a:gd name="T75" fmla="*/ 61 h 939"/>
                <a:gd name="T76" fmla="*/ 85 w 420"/>
                <a:gd name="T77" fmla="*/ 40 h 939"/>
                <a:gd name="T78" fmla="*/ 113 w 420"/>
                <a:gd name="T79" fmla="*/ 23 h 939"/>
                <a:gd name="T80" fmla="*/ 144 w 420"/>
                <a:gd name="T81" fmla="*/ 10 h 939"/>
                <a:gd name="T82" fmla="*/ 175 w 420"/>
                <a:gd name="T83" fmla="*/ 2 h 939"/>
                <a:gd name="T84" fmla="*/ 210 w 420"/>
                <a:gd name="T85" fmla="*/ 0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0" h="939">
                  <a:moveTo>
                    <a:pt x="210" y="0"/>
                  </a:moveTo>
                  <a:lnTo>
                    <a:pt x="244" y="2"/>
                  </a:lnTo>
                  <a:lnTo>
                    <a:pt x="276" y="10"/>
                  </a:lnTo>
                  <a:lnTo>
                    <a:pt x="306" y="23"/>
                  </a:lnTo>
                  <a:lnTo>
                    <a:pt x="333" y="40"/>
                  </a:lnTo>
                  <a:lnTo>
                    <a:pt x="358" y="61"/>
                  </a:lnTo>
                  <a:lnTo>
                    <a:pt x="379" y="85"/>
                  </a:lnTo>
                  <a:lnTo>
                    <a:pt x="397" y="113"/>
                  </a:lnTo>
                  <a:lnTo>
                    <a:pt x="409" y="142"/>
                  </a:lnTo>
                  <a:lnTo>
                    <a:pt x="417" y="174"/>
                  </a:lnTo>
                  <a:lnTo>
                    <a:pt x="420" y="209"/>
                  </a:lnTo>
                  <a:lnTo>
                    <a:pt x="420" y="730"/>
                  </a:lnTo>
                  <a:lnTo>
                    <a:pt x="417" y="764"/>
                  </a:lnTo>
                  <a:lnTo>
                    <a:pt x="409" y="796"/>
                  </a:lnTo>
                  <a:lnTo>
                    <a:pt x="397" y="826"/>
                  </a:lnTo>
                  <a:lnTo>
                    <a:pt x="379" y="853"/>
                  </a:lnTo>
                  <a:lnTo>
                    <a:pt x="358" y="878"/>
                  </a:lnTo>
                  <a:lnTo>
                    <a:pt x="333" y="898"/>
                  </a:lnTo>
                  <a:lnTo>
                    <a:pt x="306" y="915"/>
                  </a:lnTo>
                  <a:lnTo>
                    <a:pt x="276" y="928"/>
                  </a:lnTo>
                  <a:lnTo>
                    <a:pt x="244" y="936"/>
                  </a:lnTo>
                  <a:lnTo>
                    <a:pt x="210" y="939"/>
                  </a:lnTo>
                  <a:lnTo>
                    <a:pt x="175" y="936"/>
                  </a:lnTo>
                  <a:lnTo>
                    <a:pt x="144" y="928"/>
                  </a:lnTo>
                  <a:lnTo>
                    <a:pt x="113" y="915"/>
                  </a:lnTo>
                  <a:lnTo>
                    <a:pt x="85" y="898"/>
                  </a:lnTo>
                  <a:lnTo>
                    <a:pt x="61" y="878"/>
                  </a:lnTo>
                  <a:lnTo>
                    <a:pt x="41" y="853"/>
                  </a:lnTo>
                  <a:lnTo>
                    <a:pt x="23" y="826"/>
                  </a:lnTo>
                  <a:lnTo>
                    <a:pt x="11" y="796"/>
                  </a:lnTo>
                  <a:lnTo>
                    <a:pt x="3" y="764"/>
                  </a:lnTo>
                  <a:lnTo>
                    <a:pt x="0" y="730"/>
                  </a:lnTo>
                  <a:lnTo>
                    <a:pt x="0" y="209"/>
                  </a:lnTo>
                  <a:lnTo>
                    <a:pt x="3" y="174"/>
                  </a:lnTo>
                  <a:lnTo>
                    <a:pt x="11" y="142"/>
                  </a:lnTo>
                  <a:lnTo>
                    <a:pt x="23" y="113"/>
                  </a:lnTo>
                  <a:lnTo>
                    <a:pt x="41" y="85"/>
                  </a:lnTo>
                  <a:lnTo>
                    <a:pt x="61" y="61"/>
                  </a:lnTo>
                  <a:lnTo>
                    <a:pt x="85" y="40"/>
                  </a:lnTo>
                  <a:lnTo>
                    <a:pt x="113" y="23"/>
                  </a:lnTo>
                  <a:lnTo>
                    <a:pt x="144" y="10"/>
                  </a:lnTo>
                  <a:lnTo>
                    <a:pt x="175" y="2"/>
                  </a:lnTo>
                  <a:lnTo>
                    <a:pt x="2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1" name="Freeform 179">
              <a:extLst>
                <a:ext uri="{FF2B5EF4-FFF2-40B4-BE49-F238E27FC236}">
                  <a16:creationId xmlns:a16="http://schemas.microsoft.com/office/drawing/2014/main" id="{36A796D0-072E-4C7D-B4FF-C4AE38291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401" y="4814888"/>
              <a:ext cx="60325" cy="166688"/>
            </a:xfrm>
            <a:custGeom>
              <a:avLst/>
              <a:gdLst>
                <a:gd name="T0" fmla="*/ 209 w 419"/>
                <a:gd name="T1" fmla="*/ 0 h 1148"/>
                <a:gd name="T2" fmla="*/ 244 w 419"/>
                <a:gd name="T3" fmla="*/ 2 h 1148"/>
                <a:gd name="T4" fmla="*/ 275 w 419"/>
                <a:gd name="T5" fmla="*/ 10 h 1148"/>
                <a:gd name="T6" fmla="*/ 306 w 419"/>
                <a:gd name="T7" fmla="*/ 24 h 1148"/>
                <a:gd name="T8" fmla="*/ 334 w 419"/>
                <a:gd name="T9" fmla="*/ 40 h 1148"/>
                <a:gd name="T10" fmla="*/ 358 w 419"/>
                <a:gd name="T11" fmla="*/ 61 h 1148"/>
                <a:gd name="T12" fmla="*/ 379 w 419"/>
                <a:gd name="T13" fmla="*/ 85 h 1148"/>
                <a:gd name="T14" fmla="*/ 396 w 419"/>
                <a:gd name="T15" fmla="*/ 113 h 1148"/>
                <a:gd name="T16" fmla="*/ 409 w 419"/>
                <a:gd name="T17" fmla="*/ 143 h 1148"/>
                <a:gd name="T18" fmla="*/ 416 w 419"/>
                <a:gd name="T19" fmla="*/ 175 h 1148"/>
                <a:gd name="T20" fmla="*/ 419 w 419"/>
                <a:gd name="T21" fmla="*/ 209 h 1148"/>
                <a:gd name="T22" fmla="*/ 419 w 419"/>
                <a:gd name="T23" fmla="*/ 939 h 1148"/>
                <a:gd name="T24" fmla="*/ 416 w 419"/>
                <a:gd name="T25" fmla="*/ 973 h 1148"/>
                <a:gd name="T26" fmla="*/ 409 w 419"/>
                <a:gd name="T27" fmla="*/ 1005 h 1148"/>
                <a:gd name="T28" fmla="*/ 396 w 419"/>
                <a:gd name="T29" fmla="*/ 1035 h 1148"/>
                <a:gd name="T30" fmla="*/ 379 w 419"/>
                <a:gd name="T31" fmla="*/ 1062 h 1148"/>
                <a:gd name="T32" fmla="*/ 358 w 419"/>
                <a:gd name="T33" fmla="*/ 1087 h 1148"/>
                <a:gd name="T34" fmla="*/ 334 w 419"/>
                <a:gd name="T35" fmla="*/ 1107 h 1148"/>
                <a:gd name="T36" fmla="*/ 306 w 419"/>
                <a:gd name="T37" fmla="*/ 1124 h 1148"/>
                <a:gd name="T38" fmla="*/ 275 w 419"/>
                <a:gd name="T39" fmla="*/ 1137 h 1148"/>
                <a:gd name="T40" fmla="*/ 244 w 419"/>
                <a:gd name="T41" fmla="*/ 1145 h 1148"/>
                <a:gd name="T42" fmla="*/ 209 w 419"/>
                <a:gd name="T43" fmla="*/ 1148 h 1148"/>
                <a:gd name="T44" fmla="*/ 176 w 419"/>
                <a:gd name="T45" fmla="*/ 1145 h 1148"/>
                <a:gd name="T46" fmla="*/ 143 w 419"/>
                <a:gd name="T47" fmla="*/ 1137 h 1148"/>
                <a:gd name="T48" fmla="*/ 113 w 419"/>
                <a:gd name="T49" fmla="*/ 1124 h 1148"/>
                <a:gd name="T50" fmla="*/ 86 w 419"/>
                <a:gd name="T51" fmla="*/ 1107 h 1148"/>
                <a:gd name="T52" fmla="*/ 61 w 419"/>
                <a:gd name="T53" fmla="*/ 1087 h 1148"/>
                <a:gd name="T54" fmla="*/ 40 w 419"/>
                <a:gd name="T55" fmla="*/ 1062 h 1148"/>
                <a:gd name="T56" fmla="*/ 24 w 419"/>
                <a:gd name="T57" fmla="*/ 1035 h 1148"/>
                <a:gd name="T58" fmla="*/ 10 w 419"/>
                <a:gd name="T59" fmla="*/ 1005 h 1148"/>
                <a:gd name="T60" fmla="*/ 2 w 419"/>
                <a:gd name="T61" fmla="*/ 973 h 1148"/>
                <a:gd name="T62" fmla="*/ 0 w 419"/>
                <a:gd name="T63" fmla="*/ 939 h 1148"/>
                <a:gd name="T64" fmla="*/ 0 w 419"/>
                <a:gd name="T65" fmla="*/ 209 h 1148"/>
                <a:gd name="T66" fmla="*/ 2 w 419"/>
                <a:gd name="T67" fmla="*/ 175 h 1148"/>
                <a:gd name="T68" fmla="*/ 10 w 419"/>
                <a:gd name="T69" fmla="*/ 143 h 1148"/>
                <a:gd name="T70" fmla="*/ 24 w 419"/>
                <a:gd name="T71" fmla="*/ 113 h 1148"/>
                <a:gd name="T72" fmla="*/ 40 w 419"/>
                <a:gd name="T73" fmla="*/ 85 h 1148"/>
                <a:gd name="T74" fmla="*/ 61 w 419"/>
                <a:gd name="T75" fmla="*/ 61 h 1148"/>
                <a:gd name="T76" fmla="*/ 86 w 419"/>
                <a:gd name="T77" fmla="*/ 40 h 1148"/>
                <a:gd name="T78" fmla="*/ 113 w 419"/>
                <a:gd name="T79" fmla="*/ 24 h 1148"/>
                <a:gd name="T80" fmla="*/ 143 w 419"/>
                <a:gd name="T81" fmla="*/ 10 h 1148"/>
                <a:gd name="T82" fmla="*/ 176 w 419"/>
                <a:gd name="T83" fmla="*/ 2 h 1148"/>
                <a:gd name="T84" fmla="*/ 209 w 419"/>
                <a:gd name="T85" fmla="*/ 0 h 1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9" h="1148">
                  <a:moveTo>
                    <a:pt x="209" y="0"/>
                  </a:moveTo>
                  <a:lnTo>
                    <a:pt x="244" y="2"/>
                  </a:lnTo>
                  <a:lnTo>
                    <a:pt x="275" y="10"/>
                  </a:lnTo>
                  <a:lnTo>
                    <a:pt x="306" y="24"/>
                  </a:lnTo>
                  <a:lnTo>
                    <a:pt x="334" y="40"/>
                  </a:lnTo>
                  <a:lnTo>
                    <a:pt x="358" y="61"/>
                  </a:lnTo>
                  <a:lnTo>
                    <a:pt x="379" y="85"/>
                  </a:lnTo>
                  <a:lnTo>
                    <a:pt x="396" y="113"/>
                  </a:lnTo>
                  <a:lnTo>
                    <a:pt x="409" y="143"/>
                  </a:lnTo>
                  <a:lnTo>
                    <a:pt x="416" y="175"/>
                  </a:lnTo>
                  <a:lnTo>
                    <a:pt x="419" y="209"/>
                  </a:lnTo>
                  <a:lnTo>
                    <a:pt x="419" y="939"/>
                  </a:lnTo>
                  <a:lnTo>
                    <a:pt x="416" y="973"/>
                  </a:lnTo>
                  <a:lnTo>
                    <a:pt x="409" y="1005"/>
                  </a:lnTo>
                  <a:lnTo>
                    <a:pt x="396" y="1035"/>
                  </a:lnTo>
                  <a:lnTo>
                    <a:pt x="379" y="1062"/>
                  </a:lnTo>
                  <a:lnTo>
                    <a:pt x="358" y="1087"/>
                  </a:lnTo>
                  <a:lnTo>
                    <a:pt x="334" y="1107"/>
                  </a:lnTo>
                  <a:lnTo>
                    <a:pt x="306" y="1124"/>
                  </a:lnTo>
                  <a:lnTo>
                    <a:pt x="275" y="1137"/>
                  </a:lnTo>
                  <a:lnTo>
                    <a:pt x="244" y="1145"/>
                  </a:lnTo>
                  <a:lnTo>
                    <a:pt x="209" y="1148"/>
                  </a:lnTo>
                  <a:lnTo>
                    <a:pt x="176" y="1145"/>
                  </a:lnTo>
                  <a:lnTo>
                    <a:pt x="143" y="1137"/>
                  </a:lnTo>
                  <a:lnTo>
                    <a:pt x="113" y="1124"/>
                  </a:lnTo>
                  <a:lnTo>
                    <a:pt x="86" y="1107"/>
                  </a:lnTo>
                  <a:lnTo>
                    <a:pt x="61" y="1087"/>
                  </a:lnTo>
                  <a:lnTo>
                    <a:pt x="40" y="1062"/>
                  </a:lnTo>
                  <a:lnTo>
                    <a:pt x="24" y="1035"/>
                  </a:lnTo>
                  <a:lnTo>
                    <a:pt x="10" y="1005"/>
                  </a:lnTo>
                  <a:lnTo>
                    <a:pt x="2" y="973"/>
                  </a:lnTo>
                  <a:lnTo>
                    <a:pt x="0" y="939"/>
                  </a:lnTo>
                  <a:lnTo>
                    <a:pt x="0" y="209"/>
                  </a:lnTo>
                  <a:lnTo>
                    <a:pt x="2" y="175"/>
                  </a:lnTo>
                  <a:lnTo>
                    <a:pt x="10" y="143"/>
                  </a:lnTo>
                  <a:lnTo>
                    <a:pt x="24" y="113"/>
                  </a:lnTo>
                  <a:lnTo>
                    <a:pt x="40" y="85"/>
                  </a:lnTo>
                  <a:lnTo>
                    <a:pt x="61" y="61"/>
                  </a:lnTo>
                  <a:lnTo>
                    <a:pt x="86" y="40"/>
                  </a:lnTo>
                  <a:lnTo>
                    <a:pt x="113" y="24"/>
                  </a:lnTo>
                  <a:lnTo>
                    <a:pt x="143" y="10"/>
                  </a:lnTo>
                  <a:lnTo>
                    <a:pt x="176" y="2"/>
                  </a:lnTo>
                  <a:lnTo>
                    <a:pt x="2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2" name="Freeform 180">
              <a:extLst>
                <a:ext uri="{FF2B5EF4-FFF2-40B4-BE49-F238E27FC236}">
                  <a16:creationId xmlns:a16="http://schemas.microsoft.com/office/drawing/2014/main" id="{77ADD7AF-49AC-4EDB-A52A-7F0AA9CF5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1" y="4784726"/>
              <a:ext cx="60325" cy="196850"/>
            </a:xfrm>
            <a:custGeom>
              <a:avLst/>
              <a:gdLst>
                <a:gd name="T0" fmla="*/ 210 w 421"/>
                <a:gd name="T1" fmla="*/ 0 h 1356"/>
                <a:gd name="T2" fmla="*/ 244 w 421"/>
                <a:gd name="T3" fmla="*/ 2 h 1356"/>
                <a:gd name="T4" fmla="*/ 277 w 421"/>
                <a:gd name="T5" fmla="*/ 10 h 1356"/>
                <a:gd name="T6" fmla="*/ 306 w 421"/>
                <a:gd name="T7" fmla="*/ 23 h 1356"/>
                <a:gd name="T8" fmla="*/ 334 w 421"/>
                <a:gd name="T9" fmla="*/ 40 h 1356"/>
                <a:gd name="T10" fmla="*/ 358 w 421"/>
                <a:gd name="T11" fmla="*/ 60 h 1356"/>
                <a:gd name="T12" fmla="*/ 380 w 421"/>
                <a:gd name="T13" fmla="*/ 85 h 1356"/>
                <a:gd name="T14" fmla="*/ 397 w 421"/>
                <a:gd name="T15" fmla="*/ 112 h 1356"/>
                <a:gd name="T16" fmla="*/ 409 w 421"/>
                <a:gd name="T17" fmla="*/ 142 h 1356"/>
                <a:gd name="T18" fmla="*/ 418 w 421"/>
                <a:gd name="T19" fmla="*/ 174 h 1356"/>
                <a:gd name="T20" fmla="*/ 421 w 421"/>
                <a:gd name="T21" fmla="*/ 208 h 1356"/>
                <a:gd name="T22" fmla="*/ 421 w 421"/>
                <a:gd name="T23" fmla="*/ 1147 h 1356"/>
                <a:gd name="T24" fmla="*/ 418 w 421"/>
                <a:gd name="T25" fmla="*/ 1181 h 1356"/>
                <a:gd name="T26" fmla="*/ 409 w 421"/>
                <a:gd name="T27" fmla="*/ 1213 h 1356"/>
                <a:gd name="T28" fmla="*/ 397 w 421"/>
                <a:gd name="T29" fmla="*/ 1243 h 1356"/>
                <a:gd name="T30" fmla="*/ 380 w 421"/>
                <a:gd name="T31" fmla="*/ 1270 h 1356"/>
                <a:gd name="T32" fmla="*/ 358 w 421"/>
                <a:gd name="T33" fmla="*/ 1295 h 1356"/>
                <a:gd name="T34" fmla="*/ 334 w 421"/>
                <a:gd name="T35" fmla="*/ 1315 h 1356"/>
                <a:gd name="T36" fmla="*/ 306 w 421"/>
                <a:gd name="T37" fmla="*/ 1332 h 1356"/>
                <a:gd name="T38" fmla="*/ 277 w 421"/>
                <a:gd name="T39" fmla="*/ 1345 h 1356"/>
                <a:gd name="T40" fmla="*/ 244 w 421"/>
                <a:gd name="T41" fmla="*/ 1353 h 1356"/>
                <a:gd name="T42" fmla="*/ 210 w 421"/>
                <a:gd name="T43" fmla="*/ 1356 h 1356"/>
                <a:gd name="T44" fmla="*/ 176 w 421"/>
                <a:gd name="T45" fmla="*/ 1353 h 1356"/>
                <a:gd name="T46" fmla="*/ 144 w 421"/>
                <a:gd name="T47" fmla="*/ 1345 h 1356"/>
                <a:gd name="T48" fmla="*/ 114 w 421"/>
                <a:gd name="T49" fmla="*/ 1332 h 1356"/>
                <a:gd name="T50" fmla="*/ 86 w 421"/>
                <a:gd name="T51" fmla="*/ 1315 h 1356"/>
                <a:gd name="T52" fmla="*/ 62 w 421"/>
                <a:gd name="T53" fmla="*/ 1295 h 1356"/>
                <a:gd name="T54" fmla="*/ 41 w 421"/>
                <a:gd name="T55" fmla="*/ 1270 h 1356"/>
                <a:gd name="T56" fmla="*/ 24 w 421"/>
                <a:gd name="T57" fmla="*/ 1243 h 1356"/>
                <a:gd name="T58" fmla="*/ 11 w 421"/>
                <a:gd name="T59" fmla="*/ 1213 h 1356"/>
                <a:gd name="T60" fmla="*/ 3 w 421"/>
                <a:gd name="T61" fmla="*/ 1181 h 1356"/>
                <a:gd name="T62" fmla="*/ 0 w 421"/>
                <a:gd name="T63" fmla="*/ 1147 h 1356"/>
                <a:gd name="T64" fmla="*/ 0 w 421"/>
                <a:gd name="T65" fmla="*/ 208 h 1356"/>
                <a:gd name="T66" fmla="*/ 3 w 421"/>
                <a:gd name="T67" fmla="*/ 174 h 1356"/>
                <a:gd name="T68" fmla="*/ 11 w 421"/>
                <a:gd name="T69" fmla="*/ 142 h 1356"/>
                <a:gd name="T70" fmla="*/ 24 w 421"/>
                <a:gd name="T71" fmla="*/ 112 h 1356"/>
                <a:gd name="T72" fmla="*/ 41 w 421"/>
                <a:gd name="T73" fmla="*/ 85 h 1356"/>
                <a:gd name="T74" fmla="*/ 62 w 421"/>
                <a:gd name="T75" fmla="*/ 60 h 1356"/>
                <a:gd name="T76" fmla="*/ 86 w 421"/>
                <a:gd name="T77" fmla="*/ 40 h 1356"/>
                <a:gd name="T78" fmla="*/ 114 w 421"/>
                <a:gd name="T79" fmla="*/ 23 h 1356"/>
                <a:gd name="T80" fmla="*/ 144 w 421"/>
                <a:gd name="T81" fmla="*/ 10 h 1356"/>
                <a:gd name="T82" fmla="*/ 176 w 421"/>
                <a:gd name="T83" fmla="*/ 2 h 1356"/>
                <a:gd name="T84" fmla="*/ 210 w 421"/>
                <a:gd name="T85" fmla="*/ 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356">
                  <a:moveTo>
                    <a:pt x="210" y="0"/>
                  </a:moveTo>
                  <a:lnTo>
                    <a:pt x="244" y="2"/>
                  </a:lnTo>
                  <a:lnTo>
                    <a:pt x="277" y="10"/>
                  </a:lnTo>
                  <a:lnTo>
                    <a:pt x="306" y="23"/>
                  </a:lnTo>
                  <a:lnTo>
                    <a:pt x="334" y="40"/>
                  </a:lnTo>
                  <a:lnTo>
                    <a:pt x="358" y="60"/>
                  </a:lnTo>
                  <a:lnTo>
                    <a:pt x="380" y="85"/>
                  </a:lnTo>
                  <a:lnTo>
                    <a:pt x="397" y="112"/>
                  </a:lnTo>
                  <a:lnTo>
                    <a:pt x="409" y="142"/>
                  </a:lnTo>
                  <a:lnTo>
                    <a:pt x="418" y="174"/>
                  </a:lnTo>
                  <a:lnTo>
                    <a:pt x="421" y="208"/>
                  </a:lnTo>
                  <a:lnTo>
                    <a:pt x="421" y="1147"/>
                  </a:lnTo>
                  <a:lnTo>
                    <a:pt x="418" y="1181"/>
                  </a:lnTo>
                  <a:lnTo>
                    <a:pt x="409" y="1213"/>
                  </a:lnTo>
                  <a:lnTo>
                    <a:pt x="397" y="1243"/>
                  </a:lnTo>
                  <a:lnTo>
                    <a:pt x="380" y="1270"/>
                  </a:lnTo>
                  <a:lnTo>
                    <a:pt x="358" y="1295"/>
                  </a:lnTo>
                  <a:lnTo>
                    <a:pt x="334" y="1315"/>
                  </a:lnTo>
                  <a:lnTo>
                    <a:pt x="306" y="1332"/>
                  </a:lnTo>
                  <a:lnTo>
                    <a:pt x="277" y="1345"/>
                  </a:lnTo>
                  <a:lnTo>
                    <a:pt x="244" y="1353"/>
                  </a:lnTo>
                  <a:lnTo>
                    <a:pt x="210" y="1356"/>
                  </a:lnTo>
                  <a:lnTo>
                    <a:pt x="176" y="1353"/>
                  </a:lnTo>
                  <a:lnTo>
                    <a:pt x="144" y="1345"/>
                  </a:lnTo>
                  <a:lnTo>
                    <a:pt x="114" y="1332"/>
                  </a:lnTo>
                  <a:lnTo>
                    <a:pt x="86" y="1315"/>
                  </a:lnTo>
                  <a:lnTo>
                    <a:pt x="62" y="1295"/>
                  </a:lnTo>
                  <a:lnTo>
                    <a:pt x="41" y="1270"/>
                  </a:lnTo>
                  <a:lnTo>
                    <a:pt x="24" y="1243"/>
                  </a:lnTo>
                  <a:lnTo>
                    <a:pt x="11" y="1213"/>
                  </a:lnTo>
                  <a:lnTo>
                    <a:pt x="3" y="1181"/>
                  </a:lnTo>
                  <a:lnTo>
                    <a:pt x="0" y="1147"/>
                  </a:lnTo>
                  <a:lnTo>
                    <a:pt x="0" y="208"/>
                  </a:lnTo>
                  <a:lnTo>
                    <a:pt x="3" y="174"/>
                  </a:lnTo>
                  <a:lnTo>
                    <a:pt x="11" y="142"/>
                  </a:lnTo>
                  <a:lnTo>
                    <a:pt x="24" y="112"/>
                  </a:lnTo>
                  <a:lnTo>
                    <a:pt x="41" y="85"/>
                  </a:lnTo>
                  <a:lnTo>
                    <a:pt x="62" y="60"/>
                  </a:lnTo>
                  <a:lnTo>
                    <a:pt x="86" y="40"/>
                  </a:lnTo>
                  <a:lnTo>
                    <a:pt x="114" y="23"/>
                  </a:lnTo>
                  <a:lnTo>
                    <a:pt x="144" y="10"/>
                  </a:lnTo>
                  <a:lnTo>
                    <a:pt x="176" y="2"/>
                  </a:lnTo>
                  <a:lnTo>
                    <a:pt x="2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3" name="Freeform 181">
              <a:extLst>
                <a:ext uri="{FF2B5EF4-FFF2-40B4-BE49-F238E27FC236}">
                  <a16:creationId xmlns:a16="http://schemas.microsoft.com/office/drawing/2014/main" id="{8CD32316-35EB-4E45-B5BC-F179DBD8D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313" y="4662488"/>
              <a:ext cx="481013" cy="441325"/>
            </a:xfrm>
            <a:custGeom>
              <a:avLst/>
              <a:gdLst>
                <a:gd name="T0" fmla="*/ 1827 w 3330"/>
                <a:gd name="T1" fmla="*/ 27 h 3059"/>
                <a:gd name="T2" fmla="*/ 2182 w 3330"/>
                <a:gd name="T3" fmla="*/ 139 h 3059"/>
                <a:gd name="T4" fmla="*/ 2494 w 3330"/>
                <a:gd name="T5" fmla="*/ 331 h 3059"/>
                <a:gd name="T6" fmla="*/ 2751 w 3330"/>
                <a:gd name="T7" fmla="*/ 587 h 3059"/>
                <a:gd name="T8" fmla="*/ 2942 w 3330"/>
                <a:gd name="T9" fmla="*/ 898 h 3059"/>
                <a:gd name="T10" fmla="*/ 3053 w 3330"/>
                <a:gd name="T11" fmla="*/ 1252 h 3059"/>
                <a:gd name="T12" fmla="*/ 3305 w 3330"/>
                <a:gd name="T13" fmla="*/ 1267 h 3059"/>
                <a:gd name="T14" fmla="*/ 3330 w 3330"/>
                <a:gd name="T15" fmla="*/ 1322 h 3059"/>
                <a:gd name="T16" fmla="*/ 2964 w 3330"/>
                <a:gd name="T17" fmla="*/ 1783 h 3059"/>
                <a:gd name="T18" fmla="*/ 2911 w 3330"/>
                <a:gd name="T19" fmla="*/ 1807 h 3059"/>
                <a:gd name="T20" fmla="*/ 2857 w 3330"/>
                <a:gd name="T21" fmla="*/ 1783 h 3059"/>
                <a:gd name="T22" fmla="*/ 2492 w 3330"/>
                <a:gd name="T23" fmla="*/ 1311 h 3059"/>
                <a:gd name="T24" fmla="*/ 2530 w 3330"/>
                <a:gd name="T25" fmla="*/ 1259 h 3059"/>
                <a:gd name="T26" fmla="*/ 2745 w 3330"/>
                <a:gd name="T27" fmla="*/ 1169 h 3059"/>
                <a:gd name="T28" fmla="*/ 2605 w 3330"/>
                <a:gd name="T29" fmla="*/ 865 h 3059"/>
                <a:gd name="T30" fmla="*/ 2393 w 3330"/>
                <a:gd name="T31" fmla="*/ 610 h 3059"/>
                <a:gd name="T32" fmla="*/ 2121 w 3330"/>
                <a:gd name="T33" fmla="*/ 419 h 3059"/>
                <a:gd name="T34" fmla="*/ 1801 w 3330"/>
                <a:gd name="T35" fmla="*/ 305 h 3059"/>
                <a:gd name="T36" fmla="*/ 1449 w 3330"/>
                <a:gd name="T37" fmla="*/ 281 h 3059"/>
                <a:gd name="T38" fmla="*/ 1110 w 3330"/>
                <a:gd name="T39" fmla="*/ 353 h 3059"/>
                <a:gd name="T40" fmla="*/ 810 w 3330"/>
                <a:gd name="T41" fmla="*/ 510 h 3059"/>
                <a:gd name="T42" fmla="*/ 564 w 3330"/>
                <a:gd name="T43" fmla="*/ 738 h 3059"/>
                <a:gd name="T44" fmla="*/ 388 w 3330"/>
                <a:gd name="T45" fmla="*/ 1023 h 3059"/>
                <a:gd name="T46" fmla="*/ 293 w 3330"/>
                <a:gd name="T47" fmla="*/ 1352 h 3059"/>
                <a:gd name="T48" fmla="*/ 293 w 3330"/>
                <a:gd name="T49" fmla="*/ 1706 h 3059"/>
                <a:gd name="T50" fmla="*/ 388 w 3330"/>
                <a:gd name="T51" fmla="*/ 2035 h 3059"/>
                <a:gd name="T52" fmla="*/ 564 w 3330"/>
                <a:gd name="T53" fmla="*/ 2321 h 3059"/>
                <a:gd name="T54" fmla="*/ 810 w 3330"/>
                <a:gd name="T55" fmla="*/ 2549 h 3059"/>
                <a:gd name="T56" fmla="*/ 1110 w 3330"/>
                <a:gd name="T57" fmla="*/ 2706 h 3059"/>
                <a:gd name="T58" fmla="*/ 1449 w 3330"/>
                <a:gd name="T59" fmla="*/ 2778 h 3059"/>
                <a:gd name="T60" fmla="*/ 1787 w 3330"/>
                <a:gd name="T61" fmla="*/ 2757 h 3059"/>
                <a:gd name="T62" fmla="*/ 2097 w 3330"/>
                <a:gd name="T63" fmla="*/ 2651 h 3059"/>
                <a:gd name="T64" fmla="*/ 2368 w 3330"/>
                <a:gd name="T65" fmla="*/ 2471 h 3059"/>
                <a:gd name="T66" fmla="*/ 2587 w 3330"/>
                <a:gd name="T67" fmla="*/ 2226 h 3059"/>
                <a:gd name="T68" fmla="*/ 2683 w 3330"/>
                <a:gd name="T69" fmla="*/ 2104 h 3059"/>
                <a:gd name="T70" fmla="*/ 2775 w 3330"/>
                <a:gd name="T71" fmla="*/ 2088 h 3059"/>
                <a:gd name="T72" fmla="*/ 2860 w 3330"/>
                <a:gd name="T73" fmla="*/ 2137 h 3059"/>
                <a:gd name="T74" fmla="*/ 2892 w 3330"/>
                <a:gd name="T75" fmla="*/ 2225 h 3059"/>
                <a:gd name="T76" fmla="*/ 2825 w 3330"/>
                <a:gd name="T77" fmla="*/ 2372 h 3059"/>
                <a:gd name="T78" fmla="*/ 2594 w 3330"/>
                <a:gd name="T79" fmla="*/ 2643 h 3059"/>
                <a:gd name="T80" fmla="*/ 2308 w 3330"/>
                <a:gd name="T81" fmla="*/ 2854 h 3059"/>
                <a:gd name="T82" fmla="*/ 1983 w 3330"/>
                <a:gd name="T83" fmla="*/ 2994 h 3059"/>
                <a:gd name="T84" fmla="*/ 1630 w 3330"/>
                <a:gd name="T85" fmla="*/ 3057 h 3059"/>
                <a:gd name="T86" fmla="*/ 1241 w 3330"/>
                <a:gd name="T87" fmla="*/ 3030 h 3059"/>
                <a:gd name="T88" fmla="*/ 875 w 3330"/>
                <a:gd name="T89" fmla="*/ 2910 h 3059"/>
                <a:gd name="T90" fmla="*/ 556 w 3330"/>
                <a:gd name="T91" fmla="*/ 2705 h 3059"/>
                <a:gd name="T92" fmla="*/ 298 w 3330"/>
                <a:gd name="T93" fmla="*/ 2433 h 3059"/>
                <a:gd name="T94" fmla="*/ 112 w 3330"/>
                <a:gd name="T95" fmla="*/ 2102 h 3059"/>
                <a:gd name="T96" fmla="*/ 13 w 3330"/>
                <a:gd name="T97" fmla="*/ 1728 h 3059"/>
                <a:gd name="T98" fmla="*/ 13 w 3330"/>
                <a:gd name="T99" fmla="*/ 1330 h 3059"/>
                <a:gd name="T100" fmla="*/ 112 w 3330"/>
                <a:gd name="T101" fmla="*/ 957 h 3059"/>
                <a:gd name="T102" fmla="*/ 298 w 3330"/>
                <a:gd name="T103" fmla="*/ 627 h 3059"/>
                <a:gd name="T104" fmla="*/ 556 w 3330"/>
                <a:gd name="T105" fmla="*/ 353 h 3059"/>
                <a:gd name="T106" fmla="*/ 875 w 3330"/>
                <a:gd name="T107" fmla="*/ 149 h 3059"/>
                <a:gd name="T108" fmla="*/ 1241 w 3330"/>
                <a:gd name="T109" fmla="*/ 29 h 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30" h="3059">
                  <a:moveTo>
                    <a:pt x="1539" y="0"/>
                  </a:moveTo>
                  <a:lnTo>
                    <a:pt x="1637" y="3"/>
                  </a:lnTo>
                  <a:lnTo>
                    <a:pt x="1733" y="11"/>
                  </a:lnTo>
                  <a:lnTo>
                    <a:pt x="1827" y="27"/>
                  </a:lnTo>
                  <a:lnTo>
                    <a:pt x="1920" y="47"/>
                  </a:lnTo>
                  <a:lnTo>
                    <a:pt x="2009" y="72"/>
                  </a:lnTo>
                  <a:lnTo>
                    <a:pt x="2097" y="104"/>
                  </a:lnTo>
                  <a:lnTo>
                    <a:pt x="2182" y="139"/>
                  </a:lnTo>
                  <a:lnTo>
                    <a:pt x="2264" y="181"/>
                  </a:lnTo>
                  <a:lnTo>
                    <a:pt x="2344" y="226"/>
                  </a:lnTo>
                  <a:lnTo>
                    <a:pt x="2420" y="276"/>
                  </a:lnTo>
                  <a:lnTo>
                    <a:pt x="2494" y="331"/>
                  </a:lnTo>
                  <a:lnTo>
                    <a:pt x="2563" y="388"/>
                  </a:lnTo>
                  <a:lnTo>
                    <a:pt x="2630" y="451"/>
                  </a:lnTo>
                  <a:lnTo>
                    <a:pt x="2693" y="517"/>
                  </a:lnTo>
                  <a:lnTo>
                    <a:pt x="2751" y="587"/>
                  </a:lnTo>
                  <a:lnTo>
                    <a:pt x="2805" y="660"/>
                  </a:lnTo>
                  <a:lnTo>
                    <a:pt x="2855" y="736"/>
                  </a:lnTo>
                  <a:lnTo>
                    <a:pt x="2901" y="816"/>
                  </a:lnTo>
                  <a:lnTo>
                    <a:pt x="2942" y="898"/>
                  </a:lnTo>
                  <a:lnTo>
                    <a:pt x="2977" y="982"/>
                  </a:lnTo>
                  <a:lnTo>
                    <a:pt x="3008" y="1070"/>
                  </a:lnTo>
                  <a:lnTo>
                    <a:pt x="3033" y="1160"/>
                  </a:lnTo>
                  <a:lnTo>
                    <a:pt x="3053" y="1252"/>
                  </a:lnTo>
                  <a:lnTo>
                    <a:pt x="3261" y="1252"/>
                  </a:lnTo>
                  <a:lnTo>
                    <a:pt x="3276" y="1253"/>
                  </a:lnTo>
                  <a:lnTo>
                    <a:pt x="3292" y="1259"/>
                  </a:lnTo>
                  <a:lnTo>
                    <a:pt x="3305" y="1267"/>
                  </a:lnTo>
                  <a:lnTo>
                    <a:pt x="3315" y="1278"/>
                  </a:lnTo>
                  <a:lnTo>
                    <a:pt x="3324" y="1291"/>
                  </a:lnTo>
                  <a:lnTo>
                    <a:pt x="3329" y="1307"/>
                  </a:lnTo>
                  <a:lnTo>
                    <a:pt x="3330" y="1322"/>
                  </a:lnTo>
                  <a:lnTo>
                    <a:pt x="3328" y="1337"/>
                  </a:lnTo>
                  <a:lnTo>
                    <a:pt x="3323" y="1352"/>
                  </a:lnTo>
                  <a:lnTo>
                    <a:pt x="3314" y="1365"/>
                  </a:lnTo>
                  <a:lnTo>
                    <a:pt x="2964" y="1783"/>
                  </a:lnTo>
                  <a:lnTo>
                    <a:pt x="2953" y="1793"/>
                  </a:lnTo>
                  <a:lnTo>
                    <a:pt x="2941" y="1801"/>
                  </a:lnTo>
                  <a:lnTo>
                    <a:pt x="2926" y="1806"/>
                  </a:lnTo>
                  <a:lnTo>
                    <a:pt x="2911" y="1807"/>
                  </a:lnTo>
                  <a:lnTo>
                    <a:pt x="2896" y="1806"/>
                  </a:lnTo>
                  <a:lnTo>
                    <a:pt x="2880" y="1801"/>
                  </a:lnTo>
                  <a:lnTo>
                    <a:pt x="2868" y="1793"/>
                  </a:lnTo>
                  <a:lnTo>
                    <a:pt x="2857" y="1783"/>
                  </a:lnTo>
                  <a:lnTo>
                    <a:pt x="2507" y="1365"/>
                  </a:lnTo>
                  <a:lnTo>
                    <a:pt x="2497" y="1348"/>
                  </a:lnTo>
                  <a:lnTo>
                    <a:pt x="2492" y="1330"/>
                  </a:lnTo>
                  <a:lnTo>
                    <a:pt x="2492" y="1311"/>
                  </a:lnTo>
                  <a:lnTo>
                    <a:pt x="2498" y="1291"/>
                  </a:lnTo>
                  <a:lnTo>
                    <a:pt x="2506" y="1278"/>
                  </a:lnTo>
                  <a:lnTo>
                    <a:pt x="2517" y="1267"/>
                  </a:lnTo>
                  <a:lnTo>
                    <a:pt x="2530" y="1259"/>
                  </a:lnTo>
                  <a:lnTo>
                    <a:pt x="2545" y="1253"/>
                  </a:lnTo>
                  <a:lnTo>
                    <a:pt x="2561" y="1252"/>
                  </a:lnTo>
                  <a:lnTo>
                    <a:pt x="2766" y="1252"/>
                  </a:lnTo>
                  <a:lnTo>
                    <a:pt x="2745" y="1169"/>
                  </a:lnTo>
                  <a:lnTo>
                    <a:pt x="2717" y="1089"/>
                  </a:lnTo>
                  <a:lnTo>
                    <a:pt x="2685" y="1012"/>
                  </a:lnTo>
                  <a:lnTo>
                    <a:pt x="2648" y="937"/>
                  </a:lnTo>
                  <a:lnTo>
                    <a:pt x="2605" y="865"/>
                  </a:lnTo>
                  <a:lnTo>
                    <a:pt x="2558" y="796"/>
                  </a:lnTo>
                  <a:lnTo>
                    <a:pt x="2507" y="730"/>
                  </a:lnTo>
                  <a:lnTo>
                    <a:pt x="2452" y="668"/>
                  </a:lnTo>
                  <a:lnTo>
                    <a:pt x="2393" y="610"/>
                  </a:lnTo>
                  <a:lnTo>
                    <a:pt x="2330" y="556"/>
                  </a:lnTo>
                  <a:lnTo>
                    <a:pt x="2263" y="506"/>
                  </a:lnTo>
                  <a:lnTo>
                    <a:pt x="2193" y="460"/>
                  </a:lnTo>
                  <a:lnTo>
                    <a:pt x="2121" y="419"/>
                  </a:lnTo>
                  <a:lnTo>
                    <a:pt x="2044" y="383"/>
                  </a:lnTo>
                  <a:lnTo>
                    <a:pt x="1966" y="352"/>
                  </a:lnTo>
                  <a:lnTo>
                    <a:pt x="1885" y="326"/>
                  </a:lnTo>
                  <a:lnTo>
                    <a:pt x="1801" y="305"/>
                  </a:lnTo>
                  <a:lnTo>
                    <a:pt x="1716" y="290"/>
                  </a:lnTo>
                  <a:lnTo>
                    <a:pt x="1628" y="281"/>
                  </a:lnTo>
                  <a:lnTo>
                    <a:pt x="1539" y="278"/>
                  </a:lnTo>
                  <a:lnTo>
                    <a:pt x="1449" y="281"/>
                  </a:lnTo>
                  <a:lnTo>
                    <a:pt x="1362" y="290"/>
                  </a:lnTo>
                  <a:lnTo>
                    <a:pt x="1275" y="305"/>
                  </a:lnTo>
                  <a:lnTo>
                    <a:pt x="1191" y="327"/>
                  </a:lnTo>
                  <a:lnTo>
                    <a:pt x="1110" y="353"/>
                  </a:lnTo>
                  <a:lnTo>
                    <a:pt x="1030" y="385"/>
                  </a:lnTo>
                  <a:lnTo>
                    <a:pt x="954" y="422"/>
                  </a:lnTo>
                  <a:lnTo>
                    <a:pt x="880" y="463"/>
                  </a:lnTo>
                  <a:lnTo>
                    <a:pt x="810" y="510"/>
                  </a:lnTo>
                  <a:lnTo>
                    <a:pt x="743" y="561"/>
                  </a:lnTo>
                  <a:lnTo>
                    <a:pt x="679" y="615"/>
                  </a:lnTo>
                  <a:lnTo>
                    <a:pt x="620" y="675"/>
                  </a:lnTo>
                  <a:lnTo>
                    <a:pt x="564" y="738"/>
                  </a:lnTo>
                  <a:lnTo>
                    <a:pt x="513" y="804"/>
                  </a:lnTo>
                  <a:lnTo>
                    <a:pt x="467" y="874"/>
                  </a:lnTo>
                  <a:lnTo>
                    <a:pt x="424" y="947"/>
                  </a:lnTo>
                  <a:lnTo>
                    <a:pt x="388" y="1023"/>
                  </a:lnTo>
                  <a:lnTo>
                    <a:pt x="356" y="1102"/>
                  </a:lnTo>
                  <a:lnTo>
                    <a:pt x="328" y="1183"/>
                  </a:lnTo>
                  <a:lnTo>
                    <a:pt x="308" y="1267"/>
                  </a:lnTo>
                  <a:lnTo>
                    <a:pt x="293" y="1352"/>
                  </a:lnTo>
                  <a:lnTo>
                    <a:pt x="284" y="1440"/>
                  </a:lnTo>
                  <a:lnTo>
                    <a:pt x="279" y="1530"/>
                  </a:lnTo>
                  <a:lnTo>
                    <a:pt x="284" y="1619"/>
                  </a:lnTo>
                  <a:lnTo>
                    <a:pt x="293" y="1706"/>
                  </a:lnTo>
                  <a:lnTo>
                    <a:pt x="308" y="1792"/>
                  </a:lnTo>
                  <a:lnTo>
                    <a:pt x="328" y="1875"/>
                  </a:lnTo>
                  <a:lnTo>
                    <a:pt x="356" y="1957"/>
                  </a:lnTo>
                  <a:lnTo>
                    <a:pt x="388" y="2035"/>
                  </a:lnTo>
                  <a:lnTo>
                    <a:pt x="424" y="2111"/>
                  </a:lnTo>
                  <a:lnTo>
                    <a:pt x="467" y="2184"/>
                  </a:lnTo>
                  <a:lnTo>
                    <a:pt x="513" y="2254"/>
                  </a:lnTo>
                  <a:lnTo>
                    <a:pt x="564" y="2321"/>
                  </a:lnTo>
                  <a:lnTo>
                    <a:pt x="620" y="2384"/>
                  </a:lnTo>
                  <a:lnTo>
                    <a:pt x="679" y="2443"/>
                  </a:lnTo>
                  <a:lnTo>
                    <a:pt x="743" y="2498"/>
                  </a:lnTo>
                  <a:lnTo>
                    <a:pt x="810" y="2549"/>
                  </a:lnTo>
                  <a:lnTo>
                    <a:pt x="880" y="2596"/>
                  </a:lnTo>
                  <a:lnTo>
                    <a:pt x="954" y="2637"/>
                  </a:lnTo>
                  <a:lnTo>
                    <a:pt x="1030" y="2674"/>
                  </a:lnTo>
                  <a:lnTo>
                    <a:pt x="1110" y="2706"/>
                  </a:lnTo>
                  <a:lnTo>
                    <a:pt x="1191" y="2733"/>
                  </a:lnTo>
                  <a:lnTo>
                    <a:pt x="1275" y="2754"/>
                  </a:lnTo>
                  <a:lnTo>
                    <a:pt x="1362" y="2769"/>
                  </a:lnTo>
                  <a:lnTo>
                    <a:pt x="1449" y="2778"/>
                  </a:lnTo>
                  <a:lnTo>
                    <a:pt x="1539" y="2781"/>
                  </a:lnTo>
                  <a:lnTo>
                    <a:pt x="1623" y="2778"/>
                  </a:lnTo>
                  <a:lnTo>
                    <a:pt x="1705" y="2770"/>
                  </a:lnTo>
                  <a:lnTo>
                    <a:pt x="1787" y="2757"/>
                  </a:lnTo>
                  <a:lnTo>
                    <a:pt x="1868" y="2738"/>
                  </a:lnTo>
                  <a:lnTo>
                    <a:pt x="1946" y="2713"/>
                  </a:lnTo>
                  <a:lnTo>
                    <a:pt x="2023" y="2685"/>
                  </a:lnTo>
                  <a:lnTo>
                    <a:pt x="2097" y="2651"/>
                  </a:lnTo>
                  <a:lnTo>
                    <a:pt x="2169" y="2613"/>
                  </a:lnTo>
                  <a:lnTo>
                    <a:pt x="2238" y="2570"/>
                  </a:lnTo>
                  <a:lnTo>
                    <a:pt x="2305" y="2523"/>
                  </a:lnTo>
                  <a:lnTo>
                    <a:pt x="2368" y="2471"/>
                  </a:lnTo>
                  <a:lnTo>
                    <a:pt x="2429" y="2416"/>
                  </a:lnTo>
                  <a:lnTo>
                    <a:pt x="2485" y="2357"/>
                  </a:lnTo>
                  <a:lnTo>
                    <a:pt x="2538" y="2293"/>
                  </a:lnTo>
                  <a:lnTo>
                    <a:pt x="2587" y="2226"/>
                  </a:lnTo>
                  <a:lnTo>
                    <a:pt x="2631" y="2156"/>
                  </a:lnTo>
                  <a:lnTo>
                    <a:pt x="2645" y="2135"/>
                  </a:lnTo>
                  <a:lnTo>
                    <a:pt x="2663" y="2117"/>
                  </a:lnTo>
                  <a:lnTo>
                    <a:pt x="2683" y="2104"/>
                  </a:lnTo>
                  <a:lnTo>
                    <a:pt x="2704" y="2094"/>
                  </a:lnTo>
                  <a:lnTo>
                    <a:pt x="2727" y="2088"/>
                  </a:lnTo>
                  <a:lnTo>
                    <a:pt x="2751" y="2086"/>
                  </a:lnTo>
                  <a:lnTo>
                    <a:pt x="2775" y="2088"/>
                  </a:lnTo>
                  <a:lnTo>
                    <a:pt x="2799" y="2094"/>
                  </a:lnTo>
                  <a:lnTo>
                    <a:pt x="2822" y="2104"/>
                  </a:lnTo>
                  <a:lnTo>
                    <a:pt x="2843" y="2119"/>
                  </a:lnTo>
                  <a:lnTo>
                    <a:pt x="2860" y="2137"/>
                  </a:lnTo>
                  <a:lnTo>
                    <a:pt x="2873" y="2156"/>
                  </a:lnTo>
                  <a:lnTo>
                    <a:pt x="2884" y="2178"/>
                  </a:lnTo>
                  <a:lnTo>
                    <a:pt x="2890" y="2200"/>
                  </a:lnTo>
                  <a:lnTo>
                    <a:pt x="2892" y="2225"/>
                  </a:lnTo>
                  <a:lnTo>
                    <a:pt x="2890" y="2248"/>
                  </a:lnTo>
                  <a:lnTo>
                    <a:pt x="2884" y="2271"/>
                  </a:lnTo>
                  <a:lnTo>
                    <a:pt x="2873" y="2295"/>
                  </a:lnTo>
                  <a:lnTo>
                    <a:pt x="2825" y="2372"/>
                  </a:lnTo>
                  <a:lnTo>
                    <a:pt x="2773" y="2445"/>
                  </a:lnTo>
                  <a:lnTo>
                    <a:pt x="2717" y="2515"/>
                  </a:lnTo>
                  <a:lnTo>
                    <a:pt x="2657" y="2582"/>
                  </a:lnTo>
                  <a:lnTo>
                    <a:pt x="2594" y="2643"/>
                  </a:lnTo>
                  <a:lnTo>
                    <a:pt x="2527" y="2702"/>
                  </a:lnTo>
                  <a:lnTo>
                    <a:pt x="2457" y="2757"/>
                  </a:lnTo>
                  <a:lnTo>
                    <a:pt x="2384" y="2807"/>
                  </a:lnTo>
                  <a:lnTo>
                    <a:pt x="2308" y="2854"/>
                  </a:lnTo>
                  <a:lnTo>
                    <a:pt x="2231" y="2896"/>
                  </a:lnTo>
                  <a:lnTo>
                    <a:pt x="2150" y="2933"/>
                  </a:lnTo>
                  <a:lnTo>
                    <a:pt x="2068" y="2966"/>
                  </a:lnTo>
                  <a:lnTo>
                    <a:pt x="1983" y="2994"/>
                  </a:lnTo>
                  <a:lnTo>
                    <a:pt x="1897" y="3017"/>
                  </a:lnTo>
                  <a:lnTo>
                    <a:pt x="1809" y="3036"/>
                  </a:lnTo>
                  <a:lnTo>
                    <a:pt x="1721" y="3049"/>
                  </a:lnTo>
                  <a:lnTo>
                    <a:pt x="1630" y="3057"/>
                  </a:lnTo>
                  <a:lnTo>
                    <a:pt x="1539" y="3059"/>
                  </a:lnTo>
                  <a:lnTo>
                    <a:pt x="1438" y="3056"/>
                  </a:lnTo>
                  <a:lnTo>
                    <a:pt x="1339" y="3047"/>
                  </a:lnTo>
                  <a:lnTo>
                    <a:pt x="1241" y="3030"/>
                  </a:lnTo>
                  <a:lnTo>
                    <a:pt x="1146" y="3008"/>
                  </a:lnTo>
                  <a:lnTo>
                    <a:pt x="1054" y="2981"/>
                  </a:lnTo>
                  <a:lnTo>
                    <a:pt x="963" y="2948"/>
                  </a:lnTo>
                  <a:lnTo>
                    <a:pt x="875" y="2910"/>
                  </a:lnTo>
                  <a:lnTo>
                    <a:pt x="791" y="2865"/>
                  </a:lnTo>
                  <a:lnTo>
                    <a:pt x="709" y="2817"/>
                  </a:lnTo>
                  <a:lnTo>
                    <a:pt x="631" y="2764"/>
                  </a:lnTo>
                  <a:lnTo>
                    <a:pt x="556" y="2705"/>
                  </a:lnTo>
                  <a:lnTo>
                    <a:pt x="486" y="2643"/>
                  </a:lnTo>
                  <a:lnTo>
                    <a:pt x="418" y="2576"/>
                  </a:lnTo>
                  <a:lnTo>
                    <a:pt x="356" y="2507"/>
                  </a:lnTo>
                  <a:lnTo>
                    <a:pt x="298" y="2433"/>
                  </a:lnTo>
                  <a:lnTo>
                    <a:pt x="244" y="2354"/>
                  </a:lnTo>
                  <a:lnTo>
                    <a:pt x="195" y="2273"/>
                  </a:lnTo>
                  <a:lnTo>
                    <a:pt x="151" y="2189"/>
                  </a:lnTo>
                  <a:lnTo>
                    <a:pt x="112" y="2102"/>
                  </a:lnTo>
                  <a:lnTo>
                    <a:pt x="79" y="2012"/>
                  </a:lnTo>
                  <a:lnTo>
                    <a:pt x="51" y="1920"/>
                  </a:lnTo>
                  <a:lnTo>
                    <a:pt x="29" y="1825"/>
                  </a:lnTo>
                  <a:lnTo>
                    <a:pt x="13" y="1728"/>
                  </a:lnTo>
                  <a:lnTo>
                    <a:pt x="3" y="1630"/>
                  </a:lnTo>
                  <a:lnTo>
                    <a:pt x="0" y="1530"/>
                  </a:lnTo>
                  <a:lnTo>
                    <a:pt x="3" y="1429"/>
                  </a:lnTo>
                  <a:lnTo>
                    <a:pt x="13" y="1330"/>
                  </a:lnTo>
                  <a:lnTo>
                    <a:pt x="29" y="1234"/>
                  </a:lnTo>
                  <a:lnTo>
                    <a:pt x="51" y="1138"/>
                  </a:lnTo>
                  <a:lnTo>
                    <a:pt x="79" y="1046"/>
                  </a:lnTo>
                  <a:lnTo>
                    <a:pt x="112" y="957"/>
                  </a:lnTo>
                  <a:lnTo>
                    <a:pt x="151" y="870"/>
                  </a:lnTo>
                  <a:lnTo>
                    <a:pt x="195" y="786"/>
                  </a:lnTo>
                  <a:lnTo>
                    <a:pt x="244" y="705"/>
                  </a:lnTo>
                  <a:lnTo>
                    <a:pt x="298" y="627"/>
                  </a:lnTo>
                  <a:lnTo>
                    <a:pt x="356" y="553"/>
                  </a:lnTo>
                  <a:lnTo>
                    <a:pt x="418" y="482"/>
                  </a:lnTo>
                  <a:lnTo>
                    <a:pt x="486" y="416"/>
                  </a:lnTo>
                  <a:lnTo>
                    <a:pt x="556" y="353"/>
                  </a:lnTo>
                  <a:lnTo>
                    <a:pt x="631" y="295"/>
                  </a:lnTo>
                  <a:lnTo>
                    <a:pt x="709" y="241"/>
                  </a:lnTo>
                  <a:lnTo>
                    <a:pt x="791" y="193"/>
                  </a:lnTo>
                  <a:lnTo>
                    <a:pt x="875" y="149"/>
                  </a:lnTo>
                  <a:lnTo>
                    <a:pt x="963" y="111"/>
                  </a:lnTo>
                  <a:lnTo>
                    <a:pt x="1054" y="78"/>
                  </a:lnTo>
                  <a:lnTo>
                    <a:pt x="1146" y="50"/>
                  </a:lnTo>
                  <a:lnTo>
                    <a:pt x="1241" y="29"/>
                  </a:lnTo>
                  <a:lnTo>
                    <a:pt x="1339" y="12"/>
                  </a:lnTo>
                  <a:lnTo>
                    <a:pt x="1438" y="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4A8855F-1439-42E0-AE10-DD82943392C6}"/>
              </a:ext>
            </a:extLst>
          </p:cNvPr>
          <p:cNvGrpSpPr/>
          <p:nvPr/>
        </p:nvGrpSpPr>
        <p:grpSpPr>
          <a:xfrm flipH="1">
            <a:off x="9906619" y="656708"/>
            <a:ext cx="329932" cy="266777"/>
            <a:chOff x="3608388" y="3960813"/>
            <a:chExt cx="481013" cy="3889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5" name="Freeform 357">
              <a:extLst>
                <a:ext uri="{FF2B5EF4-FFF2-40B4-BE49-F238E27FC236}">
                  <a16:creationId xmlns:a16="http://schemas.microsoft.com/office/drawing/2014/main" id="{2D975F68-9CD8-43CC-A8EE-00C8C2EFA3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8388" y="3960813"/>
              <a:ext cx="481013" cy="388938"/>
            </a:xfrm>
            <a:custGeom>
              <a:avLst/>
              <a:gdLst>
                <a:gd name="T0" fmla="*/ 3027 w 3330"/>
                <a:gd name="T1" fmla="*/ 2389 h 2692"/>
                <a:gd name="T2" fmla="*/ 2931 w 3330"/>
                <a:gd name="T3" fmla="*/ 978 h 2692"/>
                <a:gd name="T4" fmla="*/ 2761 w 3330"/>
                <a:gd name="T5" fmla="*/ 1115 h 2692"/>
                <a:gd name="T6" fmla="*/ 2565 w 3330"/>
                <a:gd name="T7" fmla="*/ 1254 h 2692"/>
                <a:gd name="T8" fmla="*/ 2351 w 3330"/>
                <a:gd name="T9" fmla="*/ 1383 h 2692"/>
                <a:gd name="T10" fmla="*/ 2126 w 3330"/>
                <a:gd name="T11" fmla="*/ 1492 h 2692"/>
                <a:gd name="T12" fmla="*/ 1895 w 3330"/>
                <a:gd name="T13" fmla="*/ 1565 h 2692"/>
                <a:gd name="T14" fmla="*/ 1666 w 3330"/>
                <a:gd name="T15" fmla="*/ 1593 h 2692"/>
                <a:gd name="T16" fmla="*/ 1436 w 3330"/>
                <a:gd name="T17" fmla="*/ 1565 h 2692"/>
                <a:gd name="T18" fmla="*/ 1205 w 3330"/>
                <a:gd name="T19" fmla="*/ 1492 h 2692"/>
                <a:gd name="T20" fmla="*/ 979 w 3330"/>
                <a:gd name="T21" fmla="*/ 1383 h 2692"/>
                <a:gd name="T22" fmla="*/ 765 w 3330"/>
                <a:gd name="T23" fmla="*/ 1254 h 2692"/>
                <a:gd name="T24" fmla="*/ 569 w 3330"/>
                <a:gd name="T25" fmla="*/ 1115 h 2692"/>
                <a:gd name="T26" fmla="*/ 399 w 3330"/>
                <a:gd name="T27" fmla="*/ 978 h 2692"/>
                <a:gd name="T28" fmla="*/ 422 w 3330"/>
                <a:gd name="T29" fmla="*/ 796 h 2692"/>
                <a:gd name="T30" fmla="*/ 574 w 3330"/>
                <a:gd name="T31" fmla="*/ 924 h 2692"/>
                <a:gd name="T32" fmla="*/ 753 w 3330"/>
                <a:gd name="T33" fmla="*/ 1060 h 2692"/>
                <a:gd name="T34" fmla="*/ 952 w 3330"/>
                <a:gd name="T35" fmla="*/ 1192 h 2692"/>
                <a:gd name="T36" fmla="*/ 1163 w 3330"/>
                <a:gd name="T37" fmla="*/ 1307 h 2692"/>
                <a:gd name="T38" fmla="*/ 1380 w 3330"/>
                <a:gd name="T39" fmla="*/ 1394 h 2692"/>
                <a:gd name="T40" fmla="*/ 1595 w 3330"/>
                <a:gd name="T41" fmla="*/ 1438 h 2692"/>
                <a:gd name="T42" fmla="*/ 1806 w 3330"/>
                <a:gd name="T43" fmla="*/ 1428 h 2692"/>
                <a:gd name="T44" fmla="*/ 2024 w 3330"/>
                <a:gd name="T45" fmla="*/ 1369 h 2692"/>
                <a:gd name="T46" fmla="*/ 2239 w 3330"/>
                <a:gd name="T47" fmla="*/ 1271 h 2692"/>
                <a:gd name="T48" fmla="*/ 2447 w 3330"/>
                <a:gd name="T49" fmla="*/ 1150 h 2692"/>
                <a:gd name="T50" fmla="*/ 2640 w 3330"/>
                <a:gd name="T51" fmla="*/ 1015 h 2692"/>
                <a:gd name="T52" fmla="*/ 2810 w 3330"/>
                <a:gd name="T53" fmla="*/ 880 h 2692"/>
                <a:gd name="T54" fmla="*/ 422 w 3330"/>
                <a:gd name="T55" fmla="*/ 796 h 2692"/>
                <a:gd name="T56" fmla="*/ 2280 w 3330"/>
                <a:gd name="T57" fmla="*/ 494 h 2692"/>
                <a:gd name="T58" fmla="*/ 1135 w 3330"/>
                <a:gd name="T59" fmla="*/ 0 h 2692"/>
                <a:gd name="T60" fmla="*/ 2230 w 3330"/>
                <a:gd name="T61" fmla="*/ 8 h 2692"/>
                <a:gd name="T62" fmla="*/ 2265 w 3330"/>
                <a:gd name="T63" fmla="*/ 48 h 2692"/>
                <a:gd name="T64" fmla="*/ 3210 w 3330"/>
                <a:gd name="T65" fmla="*/ 497 h 2692"/>
                <a:gd name="T66" fmla="*/ 3286 w 3330"/>
                <a:gd name="T67" fmla="*/ 538 h 2692"/>
                <a:gd name="T68" fmla="*/ 3327 w 3330"/>
                <a:gd name="T69" fmla="*/ 614 h 2692"/>
                <a:gd name="T70" fmla="*/ 3327 w 3330"/>
                <a:gd name="T71" fmla="*/ 2571 h 2692"/>
                <a:gd name="T72" fmla="*/ 3286 w 3330"/>
                <a:gd name="T73" fmla="*/ 2647 h 2692"/>
                <a:gd name="T74" fmla="*/ 3210 w 3330"/>
                <a:gd name="T75" fmla="*/ 2689 h 2692"/>
                <a:gd name="T76" fmla="*/ 120 w 3330"/>
                <a:gd name="T77" fmla="*/ 2689 h 2692"/>
                <a:gd name="T78" fmla="*/ 44 w 3330"/>
                <a:gd name="T79" fmla="*/ 2647 h 2692"/>
                <a:gd name="T80" fmla="*/ 3 w 3330"/>
                <a:gd name="T81" fmla="*/ 2571 h 2692"/>
                <a:gd name="T82" fmla="*/ 3 w 3330"/>
                <a:gd name="T83" fmla="*/ 614 h 2692"/>
                <a:gd name="T84" fmla="*/ 44 w 3330"/>
                <a:gd name="T85" fmla="*/ 538 h 2692"/>
                <a:gd name="T86" fmla="*/ 120 w 3330"/>
                <a:gd name="T87" fmla="*/ 497 h 2692"/>
                <a:gd name="T88" fmla="*/ 1065 w 3330"/>
                <a:gd name="T89" fmla="*/ 48 h 2692"/>
                <a:gd name="T90" fmla="*/ 1101 w 3330"/>
                <a:gd name="T91" fmla="*/ 8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330" h="2692">
                  <a:moveTo>
                    <a:pt x="303" y="894"/>
                  </a:moveTo>
                  <a:lnTo>
                    <a:pt x="303" y="2389"/>
                  </a:lnTo>
                  <a:lnTo>
                    <a:pt x="3027" y="2389"/>
                  </a:lnTo>
                  <a:lnTo>
                    <a:pt x="3027" y="894"/>
                  </a:lnTo>
                  <a:lnTo>
                    <a:pt x="2981" y="935"/>
                  </a:lnTo>
                  <a:lnTo>
                    <a:pt x="2931" y="978"/>
                  </a:lnTo>
                  <a:lnTo>
                    <a:pt x="2877" y="1022"/>
                  </a:lnTo>
                  <a:lnTo>
                    <a:pt x="2820" y="1068"/>
                  </a:lnTo>
                  <a:lnTo>
                    <a:pt x="2761" y="1115"/>
                  </a:lnTo>
                  <a:lnTo>
                    <a:pt x="2698" y="1161"/>
                  </a:lnTo>
                  <a:lnTo>
                    <a:pt x="2633" y="1208"/>
                  </a:lnTo>
                  <a:lnTo>
                    <a:pt x="2565" y="1254"/>
                  </a:lnTo>
                  <a:lnTo>
                    <a:pt x="2496" y="1299"/>
                  </a:lnTo>
                  <a:lnTo>
                    <a:pt x="2425" y="1343"/>
                  </a:lnTo>
                  <a:lnTo>
                    <a:pt x="2351" y="1383"/>
                  </a:lnTo>
                  <a:lnTo>
                    <a:pt x="2278" y="1422"/>
                  </a:lnTo>
                  <a:lnTo>
                    <a:pt x="2202" y="1459"/>
                  </a:lnTo>
                  <a:lnTo>
                    <a:pt x="2126" y="1492"/>
                  </a:lnTo>
                  <a:lnTo>
                    <a:pt x="2049" y="1520"/>
                  </a:lnTo>
                  <a:lnTo>
                    <a:pt x="1972" y="1545"/>
                  </a:lnTo>
                  <a:lnTo>
                    <a:pt x="1895" y="1565"/>
                  </a:lnTo>
                  <a:lnTo>
                    <a:pt x="1818" y="1580"/>
                  </a:lnTo>
                  <a:lnTo>
                    <a:pt x="1741" y="1589"/>
                  </a:lnTo>
                  <a:lnTo>
                    <a:pt x="1666" y="1593"/>
                  </a:lnTo>
                  <a:lnTo>
                    <a:pt x="1589" y="1589"/>
                  </a:lnTo>
                  <a:lnTo>
                    <a:pt x="1513" y="1580"/>
                  </a:lnTo>
                  <a:lnTo>
                    <a:pt x="1436" y="1565"/>
                  </a:lnTo>
                  <a:lnTo>
                    <a:pt x="1359" y="1545"/>
                  </a:lnTo>
                  <a:lnTo>
                    <a:pt x="1281" y="1520"/>
                  </a:lnTo>
                  <a:lnTo>
                    <a:pt x="1205" y="1492"/>
                  </a:lnTo>
                  <a:lnTo>
                    <a:pt x="1128" y="1459"/>
                  </a:lnTo>
                  <a:lnTo>
                    <a:pt x="1054" y="1422"/>
                  </a:lnTo>
                  <a:lnTo>
                    <a:pt x="979" y="1383"/>
                  </a:lnTo>
                  <a:lnTo>
                    <a:pt x="906" y="1343"/>
                  </a:lnTo>
                  <a:lnTo>
                    <a:pt x="834" y="1299"/>
                  </a:lnTo>
                  <a:lnTo>
                    <a:pt x="765" y="1254"/>
                  </a:lnTo>
                  <a:lnTo>
                    <a:pt x="698" y="1208"/>
                  </a:lnTo>
                  <a:lnTo>
                    <a:pt x="632" y="1161"/>
                  </a:lnTo>
                  <a:lnTo>
                    <a:pt x="569" y="1115"/>
                  </a:lnTo>
                  <a:lnTo>
                    <a:pt x="510" y="1068"/>
                  </a:lnTo>
                  <a:lnTo>
                    <a:pt x="453" y="1022"/>
                  </a:lnTo>
                  <a:lnTo>
                    <a:pt x="399" y="978"/>
                  </a:lnTo>
                  <a:lnTo>
                    <a:pt x="349" y="935"/>
                  </a:lnTo>
                  <a:lnTo>
                    <a:pt x="303" y="894"/>
                  </a:lnTo>
                  <a:close/>
                  <a:moveTo>
                    <a:pt x="422" y="796"/>
                  </a:moveTo>
                  <a:lnTo>
                    <a:pt x="469" y="837"/>
                  </a:lnTo>
                  <a:lnTo>
                    <a:pt x="520" y="880"/>
                  </a:lnTo>
                  <a:lnTo>
                    <a:pt x="574" y="924"/>
                  </a:lnTo>
                  <a:lnTo>
                    <a:pt x="630" y="969"/>
                  </a:lnTo>
                  <a:lnTo>
                    <a:pt x="691" y="1015"/>
                  </a:lnTo>
                  <a:lnTo>
                    <a:pt x="753" y="1060"/>
                  </a:lnTo>
                  <a:lnTo>
                    <a:pt x="817" y="1105"/>
                  </a:lnTo>
                  <a:lnTo>
                    <a:pt x="883" y="1150"/>
                  </a:lnTo>
                  <a:lnTo>
                    <a:pt x="952" y="1192"/>
                  </a:lnTo>
                  <a:lnTo>
                    <a:pt x="1021" y="1233"/>
                  </a:lnTo>
                  <a:lnTo>
                    <a:pt x="1091" y="1271"/>
                  </a:lnTo>
                  <a:lnTo>
                    <a:pt x="1163" y="1307"/>
                  </a:lnTo>
                  <a:lnTo>
                    <a:pt x="1235" y="1340"/>
                  </a:lnTo>
                  <a:lnTo>
                    <a:pt x="1308" y="1369"/>
                  </a:lnTo>
                  <a:lnTo>
                    <a:pt x="1380" y="1394"/>
                  </a:lnTo>
                  <a:lnTo>
                    <a:pt x="1452" y="1413"/>
                  </a:lnTo>
                  <a:lnTo>
                    <a:pt x="1524" y="1428"/>
                  </a:lnTo>
                  <a:lnTo>
                    <a:pt x="1595" y="1438"/>
                  </a:lnTo>
                  <a:lnTo>
                    <a:pt x="1666" y="1441"/>
                  </a:lnTo>
                  <a:lnTo>
                    <a:pt x="1735" y="1438"/>
                  </a:lnTo>
                  <a:lnTo>
                    <a:pt x="1806" y="1428"/>
                  </a:lnTo>
                  <a:lnTo>
                    <a:pt x="1879" y="1413"/>
                  </a:lnTo>
                  <a:lnTo>
                    <a:pt x="1950" y="1394"/>
                  </a:lnTo>
                  <a:lnTo>
                    <a:pt x="2024" y="1369"/>
                  </a:lnTo>
                  <a:lnTo>
                    <a:pt x="2096" y="1340"/>
                  </a:lnTo>
                  <a:lnTo>
                    <a:pt x="2168" y="1307"/>
                  </a:lnTo>
                  <a:lnTo>
                    <a:pt x="2239" y="1271"/>
                  </a:lnTo>
                  <a:lnTo>
                    <a:pt x="2309" y="1233"/>
                  </a:lnTo>
                  <a:lnTo>
                    <a:pt x="2380" y="1192"/>
                  </a:lnTo>
                  <a:lnTo>
                    <a:pt x="2447" y="1150"/>
                  </a:lnTo>
                  <a:lnTo>
                    <a:pt x="2513" y="1105"/>
                  </a:lnTo>
                  <a:lnTo>
                    <a:pt x="2578" y="1060"/>
                  </a:lnTo>
                  <a:lnTo>
                    <a:pt x="2640" y="1015"/>
                  </a:lnTo>
                  <a:lnTo>
                    <a:pt x="2700" y="969"/>
                  </a:lnTo>
                  <a:lnTo>
                    <a:pt x="2756" y="924"/>
                  </a:lnTo>
                  <a:lnTo>
                    <a:pt x="2810" y="880"/>
                  </a:lnTo>
                  <a:lnTo>
                    <a:pt x="2861" y="837"/>
                  </a:lnTo>
                  <a:lnTo>
                    <a:pt x="2908" y="796"/>
                  </a:lnTo>
                  <a:lnTo>
                    <a:pt x="422" y="796"/>
                  </a:lnTo>
                  <a:close/>
                  <a:moveTo>
                    <a:pt x="1187" y="151"/>
                  </a:moveTo>
                  <a:lnTo>
                    <a:pt x="1051" y="494"/>
                  </a:lnTo>
                  <a:lnTo>
                    <a:pt x="2280" y="494"/>
                  </a:lnTo>
                  <a:lnTo>
                    <a:pt x="2144" y="151"/>
                  </a:lnTo>
                  <a:lnTo>
                    <a:pt x="1187" y="151"/>
                  </a:lnTo>
                  <a:close/>
                  <a:moveTo>
                    <a:pt x="1135" y="0"/>
                  </a:moveTo>
                  <a:lnTo>
                    <a:pt x="2195" y="0"/>
                  </a:lnTo>
                  <a:lnTo>
                    <a:pt x="2213" y="2"/>
                  </a:lnTo>
                  <a:lnTo>
                    <a:pt x="2230" y="8"/>
                  </a:lnTo>
                  <a:lnTo>
                    <a:pt x="2245" y="19"/>
                  </a:lnTo>
                  <a:lnTo>
                    <a:pt x="2256" y="32"/>
                  </a:lnTo>
                  <a:lnTo>
                    <a:pt x="2265" y="48"/>
                  </a:lnTo>
                  <a:lnTo>
                    <a:pt x="2443" y="494"/>
                  </a:lnTo>
                  <a:lnTo>
                    <a:pt x="3179" y="494"/>
                  </a:lnTo>
                  <a:lnTo>
                    <a:pt x="3210" y="497"/>
                  </a:lnTo>
                  <a:lnTo>
                    <a:pt x="3239" y="505"/>
                  </a:lnTo>
                  <a:lnTo>
                    <a:pt x="3264" y="519"/>
                  </a:lnTo>
                  <a:lnTo>
                    <a:pt x="3286" y="538"/>
                  </a:lnTo>
                  <a:lnTo>
                    <a:pt x="3305" y="560"/>
                  </a:lnTo>
                  <a:lnTo>
                    <a:pt x="3319" y="586"/>
                  </a:lnTo>
                  <a:lnTo>
                    <a:pt x="3327" y="614"/>
                  </a:lnTo>
                  <a:lnTo>
                    <a:pt x="3330" y="645"/>
                  </a:lnTo>
                  <a:lnTo>
                    <a:pt x="3330" y="2540"/>
                  </a:lnTo>
                  <a:lnTo>
                    <a:pt x="3327" y="2571"/>
                  </a:lnTo>
                  <a:lnTo>
                    <a:pt x="3319" y="2599"/>
                  </a:lnTo>
                  <a:lnTo>
                    <a:pt x="3305" y="2625"/>
                  </a:lnTo>
                  <a:lnTo>
                    <a:pt x="3286" y="2647"/>
                  </a:lnTo>
                  <a:lnTo>
                    <a:pt x="3264" y="2666"/>
                  </a:lnTo>
                  <a:lnTo>
                    <a:pt x="3239" y="2680"/>
                  </a:lnTo>
                  <a:lnTo>
                    <a:pt x="3210" y="2689"/>
                  </a:lnTo>
                  <a:lnTo>
                    <a:pt x="3179" y="2692"/>
                  </a:lnTo>
                  <a:lnTo>
                    <a:pt x="151" y="2692"/>
                  </a:lnTo>
                  <a:lnTo>
                    <a:pt x="120" y="2689"/>
                  </a:lnTo>
                  <a:lnTo>
                    <a:pt x="93" y="2680"/>
                  </a:lnTo>
                  <a:lnTo>
                    <a:pt x="66" y="2666"/>
                  </a:lnTo>
                  <a:lnTo>
                    <a:pt x="44" y="2647"/>
                  </a:lnTo>
                  <a:lnTo>
                    <a:pt x="26" y="2625"/>
                  </a:lnTo>
                  <a:lnTo>
                    <a:pt x="12" y="2599"/>
                  </a:lnTo>
                  <a:lnTo>
                    <a:pt x="3" y="2571"/>
                  </a:lnTo>
                  <a:lnTo>
                    <a:pt x="0" y="2540"/>
                  </a:lnTo>
                  <a:lnTo>
                    <a:pt x="0" y="645"/>
                  </a:lnTo>
                  <a:lnTo>
                    <a:pt x="3" y="614"/>
                  </a:lnTo>
                  <a:lnTo>
                    <a:pt x="12" y="586"/>
                  </a:lnTo>
                  <a:lnTo>
                    <a:pt x="26" y="560"/>
                  </a:lnTo>
                  <a:lnTo>
                    <a:pt x="44" y="538"/>
                  </a:lnTo>
                  <a:lnTo>
                    <a:pt x="66" y="519"/>
                  </a:lnTo>
                  <a:lnTo>
                    <a:pt x="93" y="505"/>
                  </a:lnTo>
                  <a:lnTo>
                    <a:pt x="120" y="497"/>
                  </a:lnTo>
                  <a:lnTo>
                    <a:pt x="151" y="494"/>
                  </a:lnTo>
                  <a:lnTo>
                    <a:pt x="887" y="494"/>
                  </a:lnTo>
                  <a:lnTo>
                    <a:pt x="1065" y="48"/>
                  </a:lnTo>
                  <a:lnTo>
                    <a:pt x="1074" y="32"/>
                  </a:lnTo>
                  <a:lnTo>
                    <a:pt x="1086" y="19"/>
                  </a:lnTo>
                  <a:lnTo>
                    <a:pt x="1101" y="8"/>
                  </a:lnTo>
                  <a:lnTo>
                    <a:pt x="1118" y="2"/>
                  </a:lnTo>
                  <a:lnTo>
                    <a:pt x="1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6" name="Freeform 358">
              <a:extLst>
                <a:ext uri="{FF2B5EF4-FFF2-40B4-BE49-F238E27FC236}">
                  <a16:creationId xmlns:a16="http://schemas.microsoft.com/office/drawing/2014/main" id="{28DF1E20-3CC6-4618-B4BC-7B1583694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4089400"/>
              <a:ext cx="55563" cy="55563"/>
            </a:xfrm>
            <a:custGeom>
              <a:avLst/>
              <a:gdLst>
                <a:gd name="T0" fmla="*/ 190 w 378"/>
                <a:gd name="T1" fmla="*/ 0 h 379"/>
                <a:gd name="T2" fmla="*/ 223 w 378"/>
                <a:gd name="T3" fmla="*/ 3 h 379"/>
                <a:gd name="T4" fmla="*/ 255 w 378"/>
                <a:gd name="T5" fmla="*/ 12 h 379"/>
                <a:gd name="T6" fmla="*/ 285 w 378"/>
                <a:gd name="T7" fmla="*/ 26 h 379"/>
                <a:gd name="T8" fmla="*/ 311 w 378"/>
                <a:gd name="T9" fmla="*/ 45 h 379"/>
                <a:gd name="T10" fmla="*/ 335 w 378"/>
                <a:gd name="T11" fmla="*/ 68 h 379"/>
                <a:gd name="T12" fmla="*/ 353 w 378"/>
                <a:gd name="T13" fmla="*/ 94 h 379"/>
                <a:gd name="T14" fmla="*/ 367 w 378"/>
                <a:gd name="T15" fmla="*/ 124 h 379"/>
                <a:gd name="T16" fmla="*/ 375 w 378"/>
                <a:gd name="T17" fmla="*/ 155 h 379"/>
                <a:gd name="T18" fmla="*/ 378 w 378"/>
                <a:gd name="T19" fmla="*/ 190 h 379"/>
                <a:gd name="T20" fmla="*/ 375 w 378"/>
                <a:gd name="T21" fmla="*/ 224 h 379"/>
                <a:gd name="T22" fmla="*/ 367 w 378"/>
                <a:gd name="T23" fmla="*/ 255 h 379"/>
                <a:gd name="T24" fmla="*/ 353 w 378"/>
                <a:gd name="T25" fmla="*/ 285 h 379"/>
                <a:gd name="T26" fmla="*/ 335 w 378"/>
                <a:gd name="T27" fmla="*/ 312 h 379"/>
                <a:gd name="T28" fmla="*/ 311 w 378"/>
                <a:gd name="T29" fmla="*/ 334 h 379"/>
                <a:gd name="T30" fmla="*/ 285 w 378"/>
                <a:gd name="T31" fmla="*/ 354 h 379"/>
                <a:gd name="T32" fmla="*/ 255 w 378"/>
                <a:gd name="T33" fmla="*/ 368 h 379"/>
                <a:gd name="T34" fmla="*/ 223 w 378"/>
                <a:gd name="T35" fmla="*/ 376 h 379"/>
                <a:gd name="T36" fmla="*/ 190 w 378"/>
                <a:gd name="T37" fmla="*/ 379 h 379"/>
                <a:gd name="T38" fmla="*/ 155 w 378"/>
                <a:gd name="T39" fmla="*/ 376 h 379"/>
                <a:gd name="T40" fmla="*/ 123 w 378"/>
                <a:gd name="T41" fmla="*/ 368 h 379"/>
                <a:gd name="T42" fmla="*/ 94 w 378"/>
                <a:gd name="T43" fmla="*/ 354 h 379"/>
                <a:gd name="T44" fmla="*/ 67 w 378"/>
                <a:gd name="T45" fmla="*/ 334 h 379"/>
                <a:gd name="T46" fmla="*/ 45 w 378"/>
                <a:gd name="T47" fmla="*/ 312 h 379"/>
                <a:gd name="T48" fmla="*/ 25 w 378"/>
                <a:gd name="T49" fmla="*/ 285 h 379"/>
                <a:gd name="T50" fmla="*/ 12 w 378"/>
                <a:gd name="T51" fmla="*/ 255 h 379"/>
                <a:gd name="T52" fmla="*/ 3 w 378"/>
                <a:gd name="T53" fmla="*/ 224 h 379"/>
                <a:gd name="T54" fmla="*/ 0 w 378"/>
                <a:gd name="T55" fmla="*/ 190 h 379"/>
                <a:gd name="T56" fmla="*/ 3 w 378"/>
                <a:gd name="T57" fmla="*/ 155 h 379"/>
                <a:gd name="T58" fmla="*/ 12 w 378"/>
                <a:gd name="T59" fmla="*/ 124 h 379"/>
                <a:gd name="T60" fmla="*/ 25 w 378"/>
                <a:gd name="T61" fmla="*/ 94 h 379"/>
                <a:gd name="T62" fmla="*/ 45 w 378"/>
                <a:gd name="T63" fmla="*/ 68 h 379"/>
                <a:gd name="T64" fmla="*/ 67 w 378"/>
                <a:gd name="T65" fmla="*/ 45 h 379"/>
                <a:gd name="T66" fmla="*/ 94 w 378"/>
                <a:gd name="T67" fmla="*/ 26 h 379"/>
                <a:gd name="T68" fmla="*/ 123 w 378"/>
                <a:gd name="T69" fmla="*/ 12 h 379"/>
                <a:gd name="T70" fmla="*/ 155 w 378"/>
                <a:gd name="T71" fmla="*/ 3 h 379"/>
                <a:gd name="T72" fmla="*/ 190 w 378"/>
                <a:gd name="T73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78" h="379">
                  <a:moveTo>
                    <a:pt x="190" y="0"/>
                  </a:moveTo>
                  <a:lnTo>
                    <a:pt x="223" y="3"/>
                  </a:lnTo>
                  <a:lnTo>
                    <a:pt x="255" y="12"/>
                  </a:lnTo>
                  <a:lnTo>
                    <a:pt x="285" y="26"/>
                  </a:lnTo>
                  <a:lnTo>
                    <a:pt x="311" y="45"/>
                  </a:lnTo>
                  <a:lnTo>
                    <a:pt x="335" y="68"/>
                  </a:lnTo>
                  <a:lnTo>
                    <a:pt x="353" y="94"/>
                  </a:lnTo>
                  <a:lnTo>
                    <a:pt x="367" y="124"/>
                  </a:lnTo>
                  <a:lnTo>
                    <a:pt x="375" y="155"/>
                  </a:lnTo>
                  <a:lnTo>
                    <a:pt x="378" y="190"/>
                  </a:lnTo>
                  <a:lnTo>
                    <a:pt x="375" y="224"/>
                  </a:lnTo>
                  <a:lnTo>
                    <a:pt x="367" y="255"/>
                  </a:lnTo>
                  <a:lnTo>
                    <a:pt x="353" y="285"/>
                  </a:lnTo>
                  <a:lnTo>
                    <a:pt x="335" y="312"/>
                  </a:lnTo>
                  <a:lnTo>
                    <a:pt x="311" y="334"/>
                  </a:lnTo>
                  <a:lnTo>
                    <a:pt x="285" y="354"/>
                  </a:lnTo>
                  <a:lnTo>
                    <a:pt x="255" y="368"/>
                  </a:lnTo>
                  <a:lnTo>
                    <a:pt x="223" y="376"/>
                  </a:lnTo>
                  <a:lnTo>
                    <a:pt x="190" y="379"/>
                  </a:lnTo>
                  <a:lnTo>
                    <a:pt x="155" y="376"/>
                  </a:lnTo>
                  <a:lnTo>
                    <a:pt x="123" y="368"/>
                  </a:lnTo>
                  <a:lnTo>
                    <a:pt x="94" y="354"/>
                  </a:lnTo>
                  <a:lnTo>
                    <a:pt x="67" y="334"/>
                  </a:lnTo>
                  <a:lnTo>
                    <a:pt x="45" y="312"/>
                  </a:lnTo>
                  <a:lnTo>
                    <a:pt x="25" y="285"/>
                  </a:lnTo>
                  <a:lnTo>
                    <a:pt x="12" y="255"/>
                  </a:lnTo>
                  <a:lnTo>
                    <a:pt x="3" y="224"/>
                  </a:lnTo>
                  <a:lnTo>
                    <a:pt x="0" y="190"/>
                  </a:lnTo>
                  <a:lnTo>
                    <a:pt x="3" y="155"/>
                  </a:lnTo>
                  <a:lnTo>
                    <a:pt x="12" y="124"/>
                  </a:lnTo>
                  <a:lnTo>
                    <a:pt x="25" y="94"/>
                  </a:lnTo>
                  <a:lnTo>
                    <a:pt x="45" y="68"/>
                  </a:lnTo>
                  <a:lnTo>
                    <a:pt x="67" y="45"/>
                  </a:lnTo>
                  <a:lnTo>
                    <a:pt x="94" y="26"/>
                  </a:lnTo>
                  <a:lnTo>
                    <a:pt x="123" y="12"/>
                  </a:lnTo>
                  <a:lnTo>
                    <a:pt x="155" y="3"/>
                  </a:lnTo>
                  <a:lnTo>
                    <a:pt x="1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2DEA65A-1637-47A3-82E9-CEF9CA76D696}"/>
              </a:ext>
            </a:extLst>
          </p:cNvPr>
          <p:cNvGrpSpPr/>
          <p:nvPr/>
        </p:nvGrpSpPr>
        <p:grpSpPr>
          <a:xfrm flipH="1">
            <a:off x="4175757" y="1653181"/>
            <a:ext cx="327755" cy="327755"/>
            <a:chOff x="6861175" y="5113338"/>
            <a:chExt cx="477838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8" name="Freeform 111">
              <a:extLst>
                <a:ext uri="{FF2B5EF4-FFF2-40B4-BE49-F238E27FC236}">
                  <a16:creationId xmlns:a16="http://schemas.microsoft.com/office/drawing/2014/main" id="{52C202C6-2DE8-41C5-9A6B-1920DDBF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1175" y="5341938"/>
              <a:ext cx="96838" cy="249238"/>
            </a:xfrm>
            <a:custGeom>
              <a:avLst/>
              <a:gdLst>
                <a:gd name="T0" fmla="*/ 151 w 671"/>
                <a:gd name="T1" fmla="*/ 0 h 1722"/>
                <a:gd name="T2" fmla="*/ 520 w 671"/>
                <a:gd name="T3" fmla="*/ 0 h 1722"/>
                <a:gd name="T4" fmla="*/ 551 w 671"/>
                <a:gd name="T5" fmla="*/ 4 h 1722"/>
                <a:gd name="T6" fmla="*/ 579 w 671"/>
                <a:gd name="T7" fmla="*/ 12 h 1722"/>
                <a:gd name="T8" fmla="*/ 604 w 671"/>
                <a:gd name="T9" fmla="*/ 25 h 1722"/>
                <a:gd name="T10" fmla="*/ 627 w 671"/>
                <a:gd name="T11" fmla="*/ 44 h 1722"/>
                <a:gd name="T12" fmla="*/ 645 w 671"/>
                <a:gd name="T13" fmla="*/ 66 h 1722"/>
                <a:gd name="T14" fmla="*/ 660 w 671"/>
                <a:gd name="T15" fmla="*/ 92 h 1722"/>
                <a:gd name="T16" fmla="*/ 668 w 671"/>
                <a:gd name="T17" fmla="*/ 120 h 1722"/>
                <a:gd name="T18" fmla="*/ 671 w 671"/>
                <a:gd name="T19" fmla="*/ 150 h 1722"/>
                <a:gd name="T20" fmla="*/ 671 w 671"/>
                <a:gd name="T21" fmla="*/ 1572 h 1722"/>
                <a:gd name="T22" fmla="*/ 668 w 671"/>
                <a:gd name="T23" fmla="*/ 1602 h 1722"/>
                <a:gd name="T24" fmla="*/ 660 w 671"/>
                <a:gd name="T25" fmla="*/ 1630 h 1722"/>
                <a:gd name="T26" fmla="*/ 645 w 671"/>
                <a:gd name="T27" fmla="*/ 1656 h 1722"/>
                <a:gd name="T28" fmla="*/ 627 w 671"/>
                <a:gd name="T29" fmla="*/ 1678 h 1722"/>
                <a:gd name="T30" fmla="*/ 604 w 671"/>
                <a:gd name="T31" fmla="*/ 1697 h 1722"/>
                <a:gd name="T32" fmla="*/ 579 w 671"/>
                <a:gd name="T33" fmla="*/ 1710 h 1722"/>
                <a:gd name="T34" fmla="*/ 551 w 671"/>
                <a:gd name="T35" fmla="*/ 1720 h 1722"/>
                <a:gd name="T36" fmla="*/ 520 w 671"/>
                <a:gd name="T37" fmla="*/ 1722 h 1722"/>
                <a:gd name="T38" fmla="*/ 151 w 671"/>
                <a:gd name="T39" fmla="*/ 1722 h 1722"/>
                <a:gd name="T40" fmla="*/ 120 w 671"/>
                <a:gd name="T41" fmla="*/ 1720 h 1722"/>
                <a:gd name="T42" fmla="*/ 92 w 671"/>
                <a:gd name="T43" fmla="*/ 1710 h 1722"/>
                <a:gd name="T44" fmla="*/ 67 w 671"/>
                <a:gd name="T45" fmla="*/ 1697 h 1722"/>
                <a:gd name="T46" fmla="*/ 44 w 671"/>
                <a:gd name="T47" fmla="*/ 1678 h 1722"/>
                <a:gd name="T48" fmla="*/ 26 w 671"/>
                <a:gd name="T49" fmla="*/ 1656 h 1722"/>
                <a:gd name="T50" fmla="*/ 13 w 671"/>
                <a:gd name="T51" fmla="*/ 1630 h 1722"/>
                <a:gd name="T52" fmla="*/ 3 w 671"/>
                <a:gd name="T53" fmla="*/ 1602 h 1722"/>
                <a:gd name="T54" fmla="*/ 0 w 671"/>
                <a:gd name="T55" fmla="*/ 1572 h 1722"/>
                <a:gd name="T56" fmla="*/ 0 w 671"/>
                <a:gd name="T57" fmla="*/ 150 h 1722"/>
                <a:gd name="T58" fmla="*/ 3 w 671"/>
                <a:gd name="T59" fmla="*/ 120 h 1722"/>
                <a:gd name="T60" fmla="*/ 13 w 671"/>
                <a:gd name="T61" fmla="*/ 92 h 1722"/>
                <a:gd name="T62" fmla="*/ 26 w 671"/>
                <a:gd name="T63" fmla="*/ 66 h 1722"/>
                <a:gd name="T64" fmla="*/ 44 w 671"/>
                <a:gd name="T65" fmla="*/ 44 h 1722"/>
                <a:gd name="T66" fmla="*/ 67 w 671"/>
                <a:gd name="T67" fmla="*/ 25 h 1722"/>
                <a:gd name="T68" fmla="*/ 92 w 671"/>
                <a:gd name="T69" fmla="*/ 12 h 1722"/>
                <a:gd name="T70" fmla="*/ 120 w 671"/>
                <a:gd name="T71" fmla="*/ 4 h 1722"/>
                <a:gd name="T72" fmla="*/ 151 w 671"/>
                <a:gd name="T73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1" h="1722">
                  <a:moveTo>
                    <a:pt x="151" y="0"/>
                  </a:moveTo>
                  <a:lnTo>
                    <a:pt x="520" y="0"/>
                  </a:lnTo>
                  <a:lnTo>
                    <a:pt x="551" y="4"/>
                  </a:lnTo>
                  <a:lnTo>
                    <a:pt x="579" y="12"/>
                  </a:lnTo>
                  <a:lnTo>
                    <a:pt x="604" y="25"/>
                  </a:lnTo>
                  <a:lnTo>
                    <a:pt x="627" y="44"/>
                  </a:lnTo>
                  <a:lnTo>
                    <a:pt x="645" y="66"/>
                  </a:lnTo>
                  <a:lnTo>
                    <a:pt x="660" y="92"/>
                  </a:lnTo>
                  <a:lnTo>
                    <a:pt x="668" y="120"/>
                  </a:lnTo>
                  <a:lnTo>
                    <a:pt x="671" y="150"/>
                  </a:lnTo>
                  <a:lnTo>
                    <a:pt x="671" y="1572"/>
                  </a:lnTo>
                  <a:lnTo>
                    <a:pt x="668" y="1602"/>
                  </a:lnTo>
                  <a:lnTo>
                    <a:pt x="660" y="1630"/>
                  </a:lnTo>
                  <a:lnTo>
                    <a:pt x="645" y="1656"/>
                  </a:lnTo>
                  <a:lnTo>
                    <a:pt x="627" y="1678"/>
                  </a:lnTo>
                  <a:lnTo>
                    <a:pt x="604" y="1697"/>
                  </a:lnTo>
                  <a:lnTo>
                    <a:pt x="579" y="1710"/>
                  </a:lnTo>
                  <a:lnTo>
                    <a:pt x="551" y="1720"/>
                  </a:lnTo>
                  <a:lnTo>
                    <a:pt x="520" y="1722"/>
                  </a:lnTo>
                  <a:lnTo>
                    <a:pt x="151" y="1722"/>
                  </a:lnTo>
                  <a:lnTo>
                    <a:pt x="120" y="1720"/>
                  </a:lnTo>
                  <a:lnTo>
                    <a:pt x="92" y="1710"/>
                  </a:lnTo>
                  <a:lnTo>
                    <a:pt x="67" y="1697"/>
                  </a:lnTo>
                  <a:lnTo>
                    <a:pt x="44" y="1678"/>
                  </a:lnTo>
                  <a:lnTo>
                    <a:pt x="26" y="1656"/>
                  </a:lnTo>
                  <a:lnTo>
                    <a:pt x="13" y="1630"/>
                  </a:lnTo>
                  <a:lnTo>
                    <a:pt x="3" y="1602"/>
                  </a:lnTo>
                  <a:lnTo>
                    <a:pt x="0" y="1572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7" y="25"/>
                  </a:lnTo>
                  <a:lnTo>
                    <a:pt x="92" y="12"/>
                  </a:lnTo>
                  <a:lnTo>
                    <a:pt x="120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9" name="Freeform 112">
              <a:extLst>
                <a:ext uri="{FF2B5EF4-FFF2-40B4-BE49-F238E27FC236}">
                  <a16:creationId xmlns:a16="http://schemas.microsoft.com/office/drawing/2014/main" id="{94DBBD16-CACE-462D-841F-F36755176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5" y="5407025"/>
              <a:ext cx="96838" cy="184150"/>
            </a:xfrm>
            <a:custGeom>
              <a:avLst/>
              <a:gdLst>
                <a:gd name="T0" fmla="*/ 152 w 672"/>
                <a:gd name="T1" fmla="*/ 0 h 1272"/>
                <a:gd name="T2" fmla="*/ 521 w 672"/>
                <a:gd name="T3" fmla="*/ 0 h 1272"/>
                <a:gd name="T4" fmla="*/ 551 w 672"/>
                <a:gd name="T5" fmla="*/ 2 h 1272"/>
                <a:gd name="T6" fmla="*/ 579 w 672"/>
                <a:gd name="T7" fmla="*/ 11 h 1272"/>
                <a:gd name="T8" fmla="*/ 606 w 672"/>
                <a:gd name="T9" fmla="*/ 25 h 1272"/>
                <a:gd name="T10" fmla="*/ 628 w 672"/>
                <a:gd name="T11" fmla="*/ 43 h 1272"/>
                <a:gd name="T12" fmla="*/ 645 w 672"/>
                <a:gd name="T13" fmla="*/ 65 h 1272"/>
                <a:gd name="T14" fmla="*/ 660 w 672"/>
                <a:gd name="T15" fmla="*/ 91 h 1272"/>
                <a:gd name="T16" fmla="*/ 668 w 672"/>
                <a:gd name="T17" fmla="*/ 119 h 1272"/>
                <a:gd name="T18" fmla="*/ 672 w 672"/>
                <a:gd name="T19" fmla="*/ 149 h 1272"/>
                <a:gd name="T20" fmla="*/ 672 w 672"/>
                <a:gd name="T21" fmla="*/ 1122 h 1272"/>
                <a:gd name="T22" fmla="*/ 668 w 672"/>
                <a:gd name="T23" fmla="*/ 1152 h 1272"/>
                <a:gd name="T24" fmla="*/ 660 w 672"/>
                <a:gd name="T25" fmla="*/ 1180 h 1272"/>
                <a:gd name="T26" fmla="*/ 645 w 672"/>
                <a:gd name="T27" fmla="*/ 1206 h 1272"/>
                <a:gd name="T28" fmla="*/ 628 w 672"/>
                <a:gd name="T29" fmla="*/ 1228 h 1272"/>
                <a:gd name="T30" fmla="*/ 606 w 672"/>
                <a:gd name="T31" fmla="*/ 1247 h 1272"/>
                <a:gd name="T32" fmla="*/ 579 w 672"/>
                <a:gd name="T33" fmla="*/ 1260 h 1272"/>
                <a:gd name="T34" fmla="*/ 551 w 672"/>
                <a:gd name="T35" fmla="*/ 1270 h 1272"/>
                <a:gd name="T36" fmla="*/ 521 w 672"/>
                <a:gd name="T37" fmla="*/ 1272 h 1272"/>
                <a:gd name="T38" fmla="*/ 152 w 672"/>
                <a:gd name="T39" fmla="*/ 1272 h 1272"/>
                <a:gd name="T40" fmla="*/ 122 w 672"/>
                <a:gd name="T41" fmla="*/ 1270 h 1272"/>
                <a:gd name="T42" fmla="*/ 93 w 672"/>
                <a:gd name="T43" fmla="*/ 1260 h 1272"/>
                <a:gd name="T44" fmla="*/ 68 w 672"/>
                <a:gd name="T45" fmla="*/ 1247 h 1272"/>
                <a:gd name="T46" fmla="*/ 46 w 672"/>
                <a:gd name="T47" fmla="*/ 1228 h 1272"/>
                <a:gd name="T48" fmla="*/ 27 w 672"/>
                <a:gd name="T49" fmla="*/ 1206 h 1272"/>
                <a:gd name="T50" fmla="*/ 13 w 672"/>
                <a:gd name="T51" fmla="*/ 1180 h 1272"/>
                <a:gd name="T52" fmla="*/ 4 w 672"/>
                <a:gd name="T53" fmla="*/ 1152 h 1272"/>
                <a:gd name="T54" fmla="*/ 0 w 672"/>
                <a:gd name="T55" fmla="*/ 1122 h 1272"/>
                <a:gd name="T56" fmla="*/ 0 w 672"/>
                <a:gd name="T57" fmla="*/ 149 h 1272"/>
                <a:gd name="T58" fmla="*/ 4 w 672"/>
                <a:gd name="T59" fmla="*/ 119 h 1272"/>
                <a:gd name="T60" fmla="*/ 13 w 672"/>
                <a:gd name="T61" fmla="*/ 91 h 1272"/>
                <a:gd name="T62" fmla="*/ 27 w 672"/>
                <a:gd name="T63" fmla="*/ 65 h 1272"/>
                <a:gd name="T64" fmla="*/ 46 w 672"/>
                <a:gd name="T65" fmla="*/ 43 h 1272"/>
                <a:gd name="T66" fmla="*/ 68 w 672"/>
                <a:gd name="T67" fmla="*/ 25 h 1272"/>
                <a:gd name="T68" fmla="*/ 93 w 672"/>
                <a:gd name="T69" fmla="*/ 11 h 1272"/>
                <a:gd name="T70" fmla="*/ 122 w 672"/>
                <a:gd name="T71" fmla="*/ 2 h 1272"/>
                <a:gd name="T72" fmla="*/ 152 w 672"/>
                <a:gd name="T73" fmla="*/ 0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2" h="1272">
                  <a:moveTo>
                    <a:pt x="152" y="0"/>
                  </a:moveTo>
                  <a:lnTo>
                    <a:pt x="521" y="0"/>
                  </a:lnTo>
                  <a:lnTo>
                    <a:pt x="551" y="2"/>
                  </a:lnTo>
                  <a:lnTo>
                    <a:pt x="579" y="11"/>
                  </a:lnTo>
                  <a:lnTo>
                    <a:pt x="606" y="25"/>
                  </a:lnTo>
                  <a:lnTo>
                    <a:pt x="628" y="43"/>
                  </a:lnTo>
                  <a:lnTo>
                    <a:pt x="645" y="65"/>
                  </a:lnTo>
                  <a:lnTo>
                    <a:pt x="660" y="91"/>
                  </a:lnTo>
                  <a:lnTo>
                    <a:pt x="668" y="119"/>
                  </a:lnTo>
                  <a:lnTo>
                    <a:pt x="672" y="149"/>
                  </a:lnTo>
                  <a:lnTo>
                    <a:pt x="672" y="1122"/>
                  </a:lnTo>
                  <a:lnTo>
                    <a:pt x="668" y="1152"/>
                  </a:lnTo>
                  <a:lnTo>
                    <a:pt x="660" y="1180"/>
                  </a:lnTo>
                  <a:lnTo>
                    <a:pt x="645" y="1206"/>
                  </a:lnTo>
                  <a:lnTo>
                    <a:pt x="628" y="1228"/>
                  </a:lnTo>
                  <a:lnTo>
                    <a:pt x="606" y="1247"/>
                  </a:lnTo>
                  <a:lnTo>
                    <a:pt x="579" y="1260"/>
                  </a:lnTo>
                  <a:lnTo>
                    <a:pt x="551" y="1270"/>
                  </a:lnTo>
                  <a:lnTo>
                    <a:pt x="521" y="1272"/>
                  </a:lnTo>
                  <a:lnTo>
                    <a:pt x="152" y="1272"/>
                  </a:lnTo>
                  <a:lnTo>
                    <a:pt x="122" y="1270"/>
                  </a:lnTo>
                  <a:lnTo>
                    <a:pt x="93" y="1260"/>
                  </a:lnTo>
                  <a:lnTo>
                    <a:pt x="68" y="1247"/>
                  </a:lnTo>
                  <a:lnTo>
                    <a:pt x="46" y="1228"/>
                  </a:lnTo>
                  <a:lnTo>
                    <a:pt x="27" y="1206"/>
                  </a:lnTo>
                  <a:lnTo>
                    <a:pt x="13" y="1180"/>
                  </a:lnTo>
                  <a:lnTo>
                    <a:pt x="4" y="1152"/>
                  </a:lnTo>
                  <a:lnTo>
                    <a:pt x="0" y="1122"/>
                  </a:lnTo>
                  <a:lnTo>
                    <a:pt x="0" y="149"/>
                  </a:lnTo>
                  <a:lnTo>
                    <a:pt x="4" y="119"/>
                  </a:lnTo>
                  <a:lnTo>
                    <a:pt x="13" y="91"/>
                  </a:lnTo>
                  <a:lnTo>
                    <a:pt x="27" y="65"/>
                  </a:lnTo>
                  <a:lnTo>
                    <a:pt x="46" y="43"/>
                  </a:lnTo>
                  <a:lnTo>
                    <a:pt x="68" y="25"/>
                  </a:lnTo>
                  <a:lnTo>
                    <a:pt x="93" y="11"/>
                  </a:lnTo>
                  <a:lnTo>
                    <a:pt x="122" y="2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0" name="Freeform 113">
              <a:extLst>
                <a:ext uri="{FF2B5EF4-FFF2-40B4-BE49-F238E27FC236}">
                  <a16:creationId xmlns:a16="http://schemas.microsoft.com/office/drawing/2014/main" id="{6EC7A813-21D8-4CC6-AF75-BFA5B84AD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175" y="5407025"/>
              <a:ext cx="96838" cy="184150"/>
            </a:xfrm>
            <a:custGeom>
              <a:avLst/>
              <a:gdLst>
                <a:gd name="T0" fmla="*/ 150 w 670"/>
                <a:gd name="T1" fmla="*/ 0 h 1272"/>
                <a:gd name="T2" fmla="*/ 519 w 670"/>
                <a:gd name="T3" fmla="*/ 0 h 1272"/>
                <a:gd name="T4" fmla="*/ 550 w 670"/>
                <a:gd name="T5" fmla="*/ 2 h 1272"/>
                <a:gd name="T6" fmla="*/ 578 w 670"/>
                <a:gd name="T7" fmla="*/ 11 h 1272"/>
                <a:gd name="T8" fmla="*/ 604 w 670"/>
                <a:gd name="T9" fmla="*/ 25 h 1272"/>
                <a:gd name="T10" fmla="*/ 626 w 670"/>
                <a:gd name="T11" fmla="*/ 43 h 1272"/>
                <a:gd name="T12" fmla="*/ 645 w 670"/>
                <a:gd name="T13" fmla="*/ 65 h 1272"/>
                <a:gd name="T14" fmla="*/ 659 w 670"/>
                <a:gd name="T15" fmla="*/ 91 h 1272"/>
                <a:gd name="T16" fmla="*/ 667 w 670"/>
                <a:gd name="T17" fmla="*/ 119 h 1272"/>
                <a:gd name="T18" fmla="*/ 670 w 670"/>
                <a:gd name="T19" fmla="*/ 149 h 1272"/>
                <a:gd name="T20" fmla="*/ 670 w 670"/>
                <a:gd name="T21" fmla="*/ 1122 h 1272"/>
                <a:gd name="T22" fmla="*/ 667 w 670"/>
                <a:gd name="T23" fmla="*/ 1152 h 1272"/>
                <a:gd name="T24" fmla="*/ 659 w 670"/>
                <a:gd name="T25" fmla="*/ 1180 h 1272"/>
                <a:gd name="T26" fmla="*/ 645 w 670"/>
                <a:gd name="T27" fmla="*/ 1206 h 1272"/>
                <a:gd name="T28" fmla="*/ 626 w 670"/>
                <a:gd name="T29" fmla="*/ 1228 h 1272"/>
                <a:gd name="T30" fmla="*/ 604 w 670"/>
                <a:gd name="T31" fmla="*/ 1247 h 1272"/>
                <a:gd name="T32" fmla="*/ 578 w 670"/>
                <a:gd name="T33" fmla="*/ 1260 h 1272"/>
                <a:gd name="T34" fmla="*/ 550 w 670"/>
                <a:gd name="T35" fmla="*/ 1270 h 1272"/>
                <a:gd name="T36" fmla="*/ 519 w 670"/>
                <a:gd name="T37" fmla="*/ 1272 h 1272"/>
                <a:gd name="T38" fmla="*/ 150 w 670"/>
                <a:gd name="T39" fmla="*/ 1272 h 1272"/>
                <a:gd name="T40" fmla="*/ 119 w 670"/>
                <a:gd name="T41" fmla="*/ 1270 h 1272"/>
                <a:gd name="T42" fmla="*/ 92 w 670"/>
                <a:gd name="T43" fmla="*/ 1260 h 1272"/>
                <a:gd name="T44" fmla="*/ 66 w 670"/>
                <a:gd name="T45" fmla="*/ 1247 h 1272"/>
                <a:gd name="T46" fmla="*/ 44 w 670"/>
                <a:gd name="T47" fmla="*/ 1228 h 1272"/>
                <a:gd name="T48" fmla="*/ 25 w 670"/>
                <a:gd name="T49" fmla="*/ 1206 h 1272"/>
                <a:gd name="T50" fmla="*/ 12 w 670"/>
                <a:gd name="T51" fmla="*/ 1180 h 1272"/>
                <a:gd name="T52" fmla="*/ 3 w 670"/>
                <a:gd name="T53" fmla="*/ 1152 h 1272"/>
                <a:gd name="T54" fmla="*/ 0 w 670"/>
                <a:gd name="T55" fmla="*/ 1122 h 1272"/>
                <a:gd name="T56" fmla="*/ 0 w 670"/>
                <a:gd name="T57" fmla="*/ 149 h 1272"/>
                <a:gd name="T58" fmla="*/ 3 w 670"/>
                <a:gd name="T59" fmla="*/ 119 h 1272"/>
                <a:gd name="T60" fmla="*/ 12 w 670"/>
                <a:gd name="T61" fmla="*/ 91 h 1272"/>
                <a:gd name="T62" fmla="*/ 25 w 670"/>
                <a:gd name="T63" fmla="*/ 65 h 1272"/>
                <a:gd name="T64" fmla="*/ 44 w 670"/>
                <a:gd name="T65" fmla="*/ 43 h 1272"/>
                <a:gd name="T66" fmla="*/ 66 w 670"/>
                <a:gd name="T67" fmla="*/ 25 h 1272"/>
                <a:gd name="T68" fmla="*/ 92 w 670"/>
                <a:gd name="T69" fmla="*/ 11 h 1272"/>
                <a:gd name="T70" fmla="*/ 119 w 670"/>
                <a:gd name="T71" fmla="*/ 2 h 1272"/>
                <a:gd name="T72" fmla="*/ 150 w 670"/>
                <a:gd name="T73" fmla="*/ 0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0" h="1272">
                  <a:moveTo>
                    <a:pt x="150" y="0"/>
                  </a:moveTo>
                  <a:lnTo>
                    <a:pt x="519" y="0"/>
                  </a:lnTo>
                  <a:lnTo>
                    <a:pt x="550" y="2"/>
                  </a:lnTo>
                  <a:lnTo>
                    <a:pt x="578" y="11"/>
                  </a:lnTo>
                  <a:lnTo>
                    <a:pt x="604" y="25"/>
                  </a:lnTo>
                  <a:lnTo>
                    <a:pt x="626" y="43"/>
                  </a:lnTo>
                  <a:lnTo>
                    <a:pt x="645" y="65"/>
                  </a:lnTo>
                  <a:lnTo>
                    <a:pt x="659" y="91"/>
                  </a:lnTo>
                  <a:lnTo>
                    <a:pt x="667" y="119"/>
                  </a:lnTo>
                  <a:lnTo>
                    <a:pt x="670" y="149"/>
                  </a:lnTo>
                  <a:lnTo>
                    <a:pt x="670" y="1122"/>
                  </a:lnTo>
                  <a:lnTo>
                    <a:pt x="667" y="1152"/>
                  </a:lnTo>
                  <a:lnTo>
                    <a:pt x="659" y="1180"/>
                  </a:lnTo>
                  <a:lnTo>
                    <a:pt x="645" y="1206"/>
                  </a:lnTo>
                  <a:lnTo>
                    <a:pt x="626" y="1228"/>
                  </a:lnTo>
                  <a:lnTo>
                    <a:pt x="604" y="1247"/>
                  </a:lnTo>
                  <a:lnTo>
                    <a:pt x="578" y="1260"/>
                  </a:lnTo>
                  <a:lnTo>
                    <a:pt x="550" y="1270"/>
                  </a:lnTo>
                  <a:lnTo>
                    <a:pt x="519" y="1272"/>
                  </a:lnTo>
                  <a:lnTo>
                    <a:pt x="150" y="1272"/>
                  </a:lnTo>
                  <a:lnTo>
                    <a:pt x="119" y="1270"/>
                  </a:lnTo>
                  <a:lnTo>
                    <a:pt x="92" y="1260"/>
                  </a:lnTo>
                  <a:lnTo>
                    <a:pt x="66" y="1247"/>
                  </a:lnTo>
                  <a:lnTo>
                    <a:pt x="44" y="1228"/>
                  </a:lnTo>
                  <a:lnTo>
                    <a:pt x="25" y="1206"/>
                  </a:lnTo>
                  <a:lnTo>
                    <a:pt x="12" y="1180"/>
                  </a:lnTo>
                  <a:lnTo>
                    <a:pt x="3" y="1152"/>
                  </a:lnTo>
                  <a:lnTo>
                    <a:pt x="0" y="1122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2" y="91"/>
                  </a:lnTo>
                  <a:lnTo>
                    <a:pt x="25" y="65"/>
                  </a:lnTo>
                  <a:lnTo>
                    <a:pt x="44" y="43"/>
                  </a:lnTo>
                  <a:lnTo>
                    <a:pt x="66" y="25"/>
                  </a:lnTo>
                  <a:lnTo>
                    <a:pt x="92" y="11"/>
                  </a:lnTo>
                  <a:lnTo>
                    <a:pt x="119" y="2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1" name="Freeform 114">
              <a:extLst>
                <a:ext uri="{FF2B5EF4-FFF2-40B4-BE49-F238E27FC236}">
                  <a16:creationId xmlns:a16="http://schemas.microsoft.com/office/drawing/2014/main" id="{11E39BC5-85E0-4193-B2B4-550C8DA66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2175" y="5341938"/>
              <a:ext cx="96838" cy="249238"/>
            </a:xfrm>
            <a:custGeom>
              <a:avLst/>
              <a:gdLst>
                <a:gd name="T0" fmla="*/ 150 w 670"/>
                <a:gd name="T1" fmla="*/ 0 h 1722"/>
                <a:gd name="T2" fmla="*/ 520 w 670"/>
                <a:gd name="T3" fmla="*/ 0 h 1722"/>
                <a:gd name="T4" fmla="*/ 550 w 670"/>
                <a:gd name="T5" fmla="*/ 4 h 1722"/>
                <a:gd name="T6" fmla="*/ 579 w 670"/>
                <a:gd name="T7" fmla="*/ 12 h 1722"/>
                <a:gd name="T8" fmla="*/ 604 w 670"/>
                <a:gd name="T9" fmla="*/ 25 h 1722"/>
                <a:gd name="T10" fmla="*/ 626 w 670"/>
                <a:gd name="T11" fmla="*/ 44 h 1722"/>
                <a:gd name="T12" fmla="*/ 645 w 670"/>
                <a:gd name="T13" fmla="*/ 66 h 1722"/>
                <a:gd name="T14" fmla="*/ 658 w 670"/>
                <a:gd name="T15" fmla="*/ 92 h 1722"/>
                <a:gd name="T16" fmla="*/ 668 w 670"/>
                <a:gd name="T17" fmla="*/ 120 h 1722"/>
                <a:gd name="T18" fmla="*/ 670 w 670"/>
                <a:gd name="T19" fmla="*/ 150 h 1722"/>
                <a:gd name="T20" fmla="*/ 670 w 670"/>
                <a:gd name="T21" fmla="*/ 1572 h 1722"/>
                <a:gd name="T22" fmla="*/ 668 w 670"/>
                <a:gd name="T23" fmla="*/ 1602 h 1722"/>
                <a:gd name="T24" fmla="*/ 658 w 670"/>
                <a:gd name="T25" fmla="*/ 1630 h 1722"/>
                <a:gd name="T26" fmla="*/ 645 w 670"/>
                <a:gd name="T27" fmla="*/ 1656 h 1722"/>
                <a:gd name="T28" fmla="*/ 626 w 670"/>
                <a:gd name="T29" fmla="*/ 1678 h 1722"/>
                <a:gd name="T30" fmla="*/ 604 w 670"/>
                <a:gd name="T31" fmla="*/ 1697 h 1722"/>
                <a:gd name="T32" fmla="*/ 579 w 670"/>
                <a:gd name="T33" fmla="*/ 1710 h 1722"/>
                <a:gd name="T34" fmla="*/ 550 w 670"/>
                <a:gd name="T35" fmla="*/ 1720 h 1722"/>
                <a:gd name="T36" fmla="*/ 520 w 670"/>
                <a:gd name="T37" fmla="*/ 1722 h 1722"/>
                <a:gd name="T38" fmla="*/ 150 w 670"/>
                <a:gd name="T39" fmla="*/ 1722 h 1722"/>
                <a:gd name="T40" fmla="*/ 120 w 670"/>
                <a:gd name="T41" fmla="*/ 1720 h 1722"/>
                <a:gd name="T42" fmla="*/ 92 w 670"/>
                <a:gd name="T43" fmla="*/ 1710 h 1722"/>
                <a:gd name="T44" fmla="*/ 66 w 670"/>
                <a:gd name="T45" fmla="*/ 1697 h 1722"/>
                <a:gd name="T46" fmla="*/ 44 w 670"/>
                <a:gd name="T47" fmla="*/ 1678 h 1722"/>
                <a:gd name="T48" fmla="*/ 25 w 670"/>
                <a:gd name="T49" fmla="*/ 1656 h 1722"/>
                <a:gd name="T50" fmla="*/ 11 w 670"/>
                <a:gd name="T51" fmla="*/ 1630 h 1722"/>
                <a:gd name="T52" fmla="*/ 3 w 670"/>
                <a:gd name="T53" fmla="*/ 1602 h 1722"/>
                <a:gd name="T54" fmla="*/ 0 w 670"/>
                <a:gd name="T55" fmla="*/ 1572 h 1722"/>
                <a:gd name="T56" fmla="*/ 0 w 670"/>
                <a:gd name="T57" fmla="*/ 150 h 1722"/>
                <a:gd name="T58" fmla="*/ 3 w 670"/>
                <a:gd name="T59" fmla="*/ 120 h 1722"/>
                <a:gd name="T60" fmla="*/ 11 w 670"/>
                <a:gd name="T61" fmla="*/ 92 h 1722"/>
                <a:gd name="T62" fmla="*/ 25 w 670"/>
                <a:gd name="T63" fmla="*/ 66 h 1722"/>
                <a:gd name="T64" fmla="*/ 44 w 670"/>
                <a:gd name="T65" fmla="*/ 44 h 1722"/>
                <a:gd name="T66" fmla="*/ 66 w 670"/>
                <a:gd name="T67" fmla="*/ 25 h 1722"/>
                <a:gd name="T68" fmla="*/ 92 w 670"/>
                <a:gd name="T69" fmla="*/ 12 h 1722"/>
                <a:gd name="T70" fmla="*/ 120 w 670"/>
                <a:gd name="T71" fmla="*/ 4 h 1722"/>
                <a:gd name="T72" fmla="*/ 150 w 670"/>
                <a:gd name="T73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0" h="1722">
                  <a:moveTo>
                    <a:pt x="150" y="0"/>
                  </a:moveTo>
                  <a:lnTo>
                    <a:pt x="520" y="0"/>
                  </a:lnTo>
                  <a:lnTo>
                    <a:pt x="550" y="4"/>
                  </a:lnTo>
                  <a:lnTo>
                    <a:pt x="579" y="12"/>
                  </a:lnTo>
                  <a:lnTo>
                    <a:pt x="604" y="25"/>
                  </a:lnTo>
                  <a:lnTo>
                    <a:pt x="626" y="44"/>
                  </a:lnTo>
                  <a:lnTo>
                    <a:pt x="645" y="66"/>
                  </a:lnTo>
                  <a:lnTo>
                    <a:pt x="658" y="92"/>
                  </a:lnTo>
                  <a:lnTo>
                    <a:pt x="668" y="120"/>
                  </a:lnTo>
                  <a:lnTo>
                    <a:pt x="670" y="150"/>
                  </a:lnTo>
                  <a:lnTo>
                    <a:pt x="670" y="1572"/>
                  </a:lnTo>
                  <a:lnTo>
                    <a:pt x="668" y="1602"/>
                  </a:lnTo>
                  <a:lnTo>
                    <a:pt x="658" y="1630"/>
                  </a:lnTo>
                  <a:lnTo>
                    <a:pt x="645" y="1656"/>
                  </a:lnTo>
                  <a:lnTo>
                    <a:pt x="626" y="1678"/>
                  </a:lnTo>
                  <a:lnTo>
                    <a:pt x="604" y="1697"/>
                  </a:lnTo>
                  <a:lnTo>
                    <a:pt x="579" y="1710"/>
                  </a:lnTo>
                  <a:lnTo>
                    <a:pt x="550" y="1720"/>
                  </a:lnTo>
                  <a:lnTo>
                    <a:pt x="520" y="1722"/>
                  </a:lnTo>
                  <a:lnTo>
                    <a:pt x="150" y="1722"/>
                  </a:lnTo>
                  <a:lnTo>
                    <a:pt x="120" y="1720"/>
                  </a:lnTo>
                  <a:lnTo>
                    <a:pt x="92" y="1710"/>
                  </a:lnTo>
                  <a:lnTo>
                    <a:pt x="66" y="1697"/>
                  </a:lnTo>
                  <a:lnTo>
                    <a:pt x="44" y="1678"/>
                  </a:lnTo>
                  <a:lnTo>
                    <a:pt x="25" y="1656"/>
                  </a:lnTo>
                  <a:lnTo>
                    <a:pt x="11" y="1630"/>
                  </a:lnTo>
                  <a:lnTo>
                    <a:pt x="3" y="1602"/>
                  </a:lnTo>
                  <a:lnTo>
                    <a:pt x="0" y="1572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5" y="66"/>
                  </a:lnTo>
                  <a:lnTo>
                    <a:pt x="44" y="44"/>
                  </a:lnTo>
                  <a:lnTo>
                    <a:pt x="66" y="25"/>
                  </a:lnTo>
                  <a:lnTo>
                    <a:pt x="92" y="12"/>
                  </a:lnTo>
                  <a:lnTo>
                    <a:pt x="120" y="4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2" name="Freeform 115">
              <a:extLst>
                <a:ext uri="{FF2B5EF4-FFF2-40B4-BE49-F238E27FC236}">
                  <a16:creationId xmlns:a16="http://schemas.microsoft.com/office/drawing/2014/main" id="{D4DAF4E1-84BD-48BE-AD2B-1277DBDF5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375" y="5133975"/>
              <a:ext cx="284163" cy="247650"/>
            </a:xfrm>
            <a:custGeom>
              <a:avLst/>
              <a:gdLst>
                <a:gd name="T0" fmla="*/ 1517 w 1970"/>
                <a:gd name="T1" fmla="*/ 155 h 1723"/>
                <a:gd name="T2" fmla="*/ 1966 w 1970"/>
                <a:gd name="T3" fmla="*/ 644 h 1723"/>
                <a:gd name="T4" fmla="*/ 1767 w 1970"/>
                <a:gd name="T5" fmla="*/ 1090 h 1723"/>
                <a:gd name="T6" fmla="*/ 1723 w 1970"/>
                <a:gd name="T7" fmla="*/ 1231 h 1723"/>
                <a:gd name="T8" fmla="*/ 1607 w 1970"/>
                <a:gd name="T9" fmla="*/ 1332 h 1723"/>
                <a:gd name="T10" fmla="*/ 1471 w 1970"/>
                <a:gd name="T11" fmla="*/ 1427 h 1723"/>
                <a:gd name="T12" fmla="*/ 1375 w 1970"/>
                <a:gd name="T13" fmla="*/ 1562 h 1723"/>
                <a:gd name="T14" fmla="*/ 1275 w 1970"/>
                <a:gd name="T15" fmla="*/ 1676 h 1723"/>
                <a:gd name="T16" fmla="*/ 1132 w 1970"/>
                <a:gd name="T17" fmla="*/ 1720 h 1723"/>
                <a:gd name="T18" fmla="*/ 790 w 1970"/>
                <a:gd name="T19" fmla="*/ 1614 h 1723"/>
                <a:gd name="T20" fmla="*/ 667 w 1970"/>
                <a:gd name="T21" fmla="*/ 1593 h 1723"/>
                <a:gd name="T22" fmla="*/ 645 w 1970"/>
                <a:gd name="T23" fmla="*/ 1470 h 1723"/>
                <a:gd name="T24" fmla="*/ 557 w 1970"/>
                <a:gd name="T25" fmla="*/ 1470 h 1723"/>
                <a:gd name="T26" fmla="*/ 483 w 1970"/>
                <a:gd name="T27" fmla="*/ 1362 h 1723"/>
                <a:gd name="T28" fmla="*/ 450 w 1970"/>
                <a:gd name="T29" fmla="*/ 1329 h 1723"/>
                <a:gd name="T30" fmla="*/ 341 w 1970"/>
                <a:gd name="T31" fmla="*/ 1257 h 1723"/>
                <a:gd name="T32" fmla="*/ 342 w 1970"/>
                <a:gd name="T33" fmla="*/ 1169 h 1723"/>
                <a:gd name="T34" fmla="*/ 217 w 1970"/>
                <a:gd name="T35" fmla="*/ 1148 h 1723"/>
                <a:gd name="T36" fmla="*/ 197 w 1970"/>
                <a:gd name="T37" fmla="*/ 1025 h 1723"/>
                <a:gd name="T38" fmla="*/ 0 w 1970"/>
                <a:gd name="T39" fmla="*/ 606 h 1723"/>
                <a:gd name="T40" fmla="*/ 67 w 1970"/>
                <a:gd name="T41" fmla="*/ 572 h 1723"/>
                <a:gd name="T42" fmla="*/ 436 w 1970"/>
                <a:gd name="T43" fmla="*/ 843 h 1723"/>
                <a:gd name="T44" fmla="*/ 525 w 1970"/>
                <a:gd name="T45" fmla="*/ 935 h 1723"/>
                <a:gd name="T46" fmla="*/ 538 w 1970"/>
                <a:gd name="T47" fmla="*/ 993 h 1723"/>
                <a:gd name="T48" fmla="*/ 658 w 1970"/>
                <a:gd name="T49" fmla="*/ 1042 h 1723"/>
                <a:gd name="T50" fmla="*/ 651 w 1970"/>
                <a:gd name="T51" fmla="*/ 1162 h 1723"/>
                <a:gd name="T52" fmla="*/ 773 w 1970"/>
                <a:gd name="T53" fmla="*/ 1156 h 1723"/>
                <a:gd name="T54" fmla="*/ 822 w 1970"/>
                <a:gd name="T55" fmla="*/ 1275 h 1723"/>
                <a:gd name="T56" fmla="*/ 880 w 1970"/>
                <a:gd name="T57" fmla="*/ 1287 h 1723"/>
                <a:gd name="T58" fmla="*/ 973 w 1970"/>
                <a:gd name="T59" fmla="*/ 1383 h 1723"/>
                <a:gd name="T60" fmla="*/ 1156 w 1970"/>
                <a:gd name="T61" fmla="*/ 1629 h 1723"/>
                <a:gd name="T62" fmla="*/ 1225 w 1970"/>
                <a:gd name="T63" fmla="*/ 1586 h 1723"/>
                <a:gd name="T64" fmla="*/ 1065 w 1970"/>
                <a:gd name="T65" fmla="*/ 1383 h 1723"/>
                <a:gd name="T66" fmla="*/ 1100 w 1970"/>
                <a:gd name="T67" fmla="*/ 1315 h 1723"/>
                <a:gd name="T68" fmla="*/ 1305 w 1970"/>
                <a:gd name="T69" fmla="*/ 1481 h 1723"/>
                <a:gd name="T70" fmla="*/ 1373 w 1970"/>
                <a:gd name="T71" fmla="*/ 1437 h 1723"/>
                <a:gd name="T72" fmla="*/ 1215 w 1970"/>
                <a:gd name="T73" fmla="*/ 1234 h 1723"/>
                <a:gd name="T74" fmla="*/ 1250 w 1970"/>
                <a:gd name="T75" fmla="*/ 1168 h 1723"/>
                <a:gd name="T76" fmla="*/ 1455 w 1970"/>
                <a:gd name="T77" fmla="*/ 1333 h 1723"/>
                <a:gd name="T78" fmla="*/ 1523 w 1970"/>
                <a:gd name="T79" fmla="*/ 1288 h 1723"/>
                <a:gd name="T80" fmla="*/ 1364 w 1970"/>
                <a:gd name="T81" fmla="*/ 1085 h 1723"/>
                <a:gd name="T82" fmla="*/ 1399 w 1970"/>
                <a:gd name="T83" fmla="*/ 1019 h 1723"/>
                <a:gd name="T84" fmla="*/ 1605 w 1970"/>
                <a:gd name="T85" fmla="*/ 1184 h 1723"/>
                <a:gd name="T86" fmla="*/ 1673 w 1970"/>
                <a:gd name="T87" fmla="*/ 1141 h 1723"/>
                <a:gd name="T88" fmla="*/ 1657 w 1970"/>
                <a:gd name="T89" fmla="*/ 1083 h 1723"/>
                <a:gd name="T90" fmla="*/ 1555 w 1970"/>
                <a:gd name="T91" fmla="*/ 981 h 1723"/>
                <a:gd name="T92" fmla="*/ 1384 w 1970"/>
                <a:gd name="T93" fmla="*/ 811 h 1723"/>
                <a:gd name="T94" fmla="*/ 1203 w 1970"/>
                <a:gd name="T95" fmla="*/ 632 h 1723"/>
                <a:gd name="T96" fmla="*/ 1074 w 1970"/>
                <a:gd name="T97" fmla="*/ 504 h 1723"/>
                <a:gd name="T98" fmla="*/ 1026 w 1970"/>
                <a:gd name="T99" fmla="*/ 477 h 1723"/>
                <a:gd name="T100" fmla="*/ 938 w 1970"/>
                <a:gd name="T101" fmla="*/ 549 h 1723"/>
                <a:gd name="T102" fmla="*/ 806 w 1970"/>
                <a:gd name="T103" fmla="*/ 746 h 1723"/>
                <a:gd name="T104" fmla="*/ 631 w 1970"/>
                <a:gd name="T105" fmla="*/ 768 h 1723"/>
                <a:gd name="T106" fmla="*/ 524 w 1970"/>
                <a:gd name="T107" fmla="*/ 641 h 1723"/>
                <a:gd name="T108" fmla="*/ 743 w 1970"/>
                <a:gd name="T109" fmla="*/ 104 h 1723"/>
                <a:gd name="T110" fmla="*/ 829 w 1970"/>
                <a:gd name="T111" fmla="*/ 35 h 1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70" h="1723">
                  <a:moveTo>
                    <a:pt x="965" y="0"/>
                  </a:moveTo>
                  <a:lnTo>
                    <a:pt x="1000" y="1"/>
                  </a:lnTo>
                  <a:lnTo>
                    <a:pt x="1036" y="6"/>
                  </a:lnTo>
                  <a:lnTo>
                    <a:pt x="1075" y="16"/>
                  </a:lnTo>
                  <a:lnTo>
                    <a:pt x="1506" y="150"/>
                  </a:lnTo>
                  <a:lnTo>
                    <a:pt x="1517" y="155"/>
                  </a:lnTo>
                  <a:lnTo>
                    <a:pt x="1525" y="162"/>
                  </a:lnTo>
                  <a:lnTo>
                    <a:pt x="1958" y="590"/>
                  </a:lnTo>
                  <a:lnTo>
                    <a:pt x="1966" y="603"/>
                  </a:lnTo>
                  <a:lnTo>
                    <a:pt x="1970" y="616"/>
                  </a:lnTo>
                  <a:lnTo>
                    <a:pt x="1970" y="631"/>
                  </a:lnTo>
                  <a:lnTo>
                    <a:pt x="1966" y="644"/>
                  </a:lnTo>
                  <a:lnTo>
                    <a:pt x="1958" y="657"/>
                  </a:lnTo>
                  <a:lnTo>
                    <a:pt x="1659" y="953"/>
                  </a:lnTo>
                  <a:lnTo>
                    <a:pt x="1731" y="1025"/>
                  </a:lnTo>
                  <a:lnTo>
                    <a:pt x="1747" y="1045"/>
                  </a:lnTo>
                  <a:lnTo>
                    <a:pt x="1760" y="1067"/>
                  </a:lnTo>
                  <a:lnTo>
                    <a:pt x="1767" y="1090"/>
                  </a:lnTo>
                  <a:lnTo>
                    <a:pt x="1770" y="1115"/>
                  </a:lnTo>
                  <a:lnTo>
                    <a:pt x="1769" y="1140"/>
                  </a:lnTo>
                  <a:lnTo>
                    <a:pt x="1764" y="1163"/>
                  </a:lnTo>
                  <a:lnTo>
                    <a:pt x="1754" y="1187"/>
                  </a:lnTo>
                  <a:lnTo>
                    <a:pt x="1741" y="1210"/>
                  </a:lnTo>
                  <a:lnTo>
                    <a:pt x="1723" y="1231"/>
                  </a:lnTo>
                  <a:lnTo>
                    <a:pt x="1700" y="1251"/>
                  </a:lnTo>
                  <a:lnTo>
                    <a:pt x="1675" y="1264"/>
                  </a:lnTo>
                  <a:lnTo>
                    <a:pt x="1648" y="1274"/>
                  </a:lnTo>
                  <a:lnTo>
                    <a:pt x="1620" y="1278"/>
                  </a:lnTo>
                  <a:lnTo>
                    <a:pt x="1616" y="1305"/>
                  </a:lnTo>
                  <a:lnTo>
                    <a:pt x="1607" y="1332"/>
                  </a:lnTo>
                  <a:lnTo>
                    <a:pt x="1593" y="1357"/>
                  </a:lnTo>
                  <a:lnTo>
                    <a:pt x="1573" y="1380"/>
                  </a:lnTo>
                  <a:lnTo>
                    <a:pt x="1550" y="1400"/>
                  </a:lnTo>
                  <a:lnTo>
                    <a:pt x="1525" y="1413"/>
                  </a:lnTo>
                  <a:lnTo>
                    <a:pt x="1498" y="1422"/>
                  </a:lnTo>
                  <a:lnTo>
                    <a:pt x="1471" y="1427"/>
                  </a:lnTo>
                  <a:lnTo>
                    <a:pt x="1466" y="1454"/>
                  </a:lnTo>
                  <a:lnTo>
                    <a:pt x="1457" y="1481"/>
                  </a:lnTo>
                  <a:lnTo>
                    <a:pt x="1443" y="1506"/>
                  </a:lnTo>
                  <a:lnTo>
                    <a:pt x="1424" y="1528"/>
                  </a:lnTo>
                  <a:lnTo>
                    <a:pt x="1401" y="1547"/>
                  </a:lnTo>
                  <a:lnTo>
                    <a:pt x="1375" y="1562"/>
                  </a:lnTo>
                  <a:lnTo>
                    <a:pt x="1349" y="1571"/>
                  </a:lnTo>
                  <a:lnTo>
                    <a:pt x="1321" y="1574"/>
                  </a:lnTo>
                  <a:lnTo>
                    <a:pt x="1317" y="1602"/>
                  </a:lnTo>
                  <a:lnTo>
                    <a:pt x="1308" y="1628"/>
                  </a:lnTo>
                  <a:lnTo>
                    <a:pt x="1294" y="1653"/>
                  </a:lnTo>
                  <a:lnTo>
                    <a:pt x="1275" y="1676"/>
                  </a:lnTo>
                  <a:lnTo>
                    <a:pt x="1254" y="1694"/>
                  </a:lnTo>
                  <a:lnTo>
                    <a:pt x="1231" y="1707"/>
                  </a:lnTo>
                  <a:lnTo>
                    <a:pt x="1207" y="1717"/>
                  </a:lnTo>
                  <a:lnTo>
                    <a:pt x="1182" y="1722"/>
                  </a:lnTo>
                  <a:lnTo>
                    <a:pt x="1157" y="1723"/>
                  </a:lnTo>
                  <a:lnTo>
                    <a:pt x="1132" y="1720"/>
                  </a:lnTo>
                  <a:lnTo>
                    <a:pt x="1108" y="1713"/>
                  </a:lnTo>
                  <a:lnTo>
                    <a:pt x="1086" y="1701"/>
                  </a:lnTo>
                  <a:lnTo>
                    <a:pt x="1068" y="1686"/>
                  </a:lnTo>
                  <a:lnTo>
                    <a:pt x="895" y="1514"/>
                  </a:lnTo>
                  <a:lnTo>
                    <a:pt x="807" y="1601"/>
                  </a:lnTo>
                  <a:lnTo>
                    <a:pt x="790" y="1614"/>
                  </a:lnTo>
                  <a:lnTo>
                    <a:pt x="770" y="1622"/>
                  </a:lnTo>
                  <a:lnTo>
                    <a:pt x="749" y="1626"/>
                  </a:lnTo>
                  <a:lnTo>
                    <a:pt x="727" y="1625"/>
                  </a:lnTo>
                  <a:lnTo>
                    <a:pt x="705" y="1619"/>
                  </a:lnTo>
                  <a:lnTo>
                    <a:pt x="685" y="1609"/>
                  </a:lnTo>
                  <a:lnTo>
                    <a:pt x="667" y="1593"/>
                  </a:lnTo>
                  <a:lnTo>
                    <a:pt x="651" y="1574"/>
                  </a:lnTo>
                  <a:lnTo>
                    <a:pt x="640" y="1553"/>
                  </a:lnTo>
                  <a:lnTo>
                    <a:pt x="634" y="1532"/>
                  </a:lnTo>
                  <a:lnTo>
                    <a:pt x="633" y="1510"/>
                  </a:lnTo>
                  <a:lnTo>
                    <a:pt x="636" y="1489"/>
                  </a:lnTo>
                  <a:lnTo>
                    <a:pt x="645" y="1470"/>
                  </a:lnTo>
                  <a:lnTo>
                    <a:pt x="657" y="1453"/>
                  </a:lnTo>
                  <a:lnTo>
                    <a:pt x="640" y="1466"/>
                  </a:lnTo>
                  <a:lnTo>
                    <a:pt x="621" y="1474"/>
                  </a:lnTo>
                  <a:lnTo>
                    <a:pt x="600" y="1478"/>
                  </a:lnTo>
                  <a:lnTo>
                    <a:pt x="578" y="1476"/>
                  </a:lnTo>
                  <a:lnTo>
                    <a:pt x="557" y="1470"/>
                  </a:lnTo>
                  <a:lnTo>
                    <a:pt x="536" y="1460"/>
                  </a:lnTo>
                  <a:lnTo>
                    <a:pt x="517" y="1444"/>
                  </a:lnTo>
                  <a:lnTo>
                    <a:pt x="501" y="1426"/>
                  </a:lnTo>
                  <a:lnTo>
                    <a:pt x="491" y="1405"/>
                  </a:lnTo>
                  <a:lnTo>
                    <a:pt x="484" y="1384"/>
                  </a:lnTo>
                  <a:lnTo>
                    <a:pt x="483" y="1362"/>
                  </a:lnTo>
                  <a:lnTo>
                    <a:pt x="487" y="1340"/>
                  </a:lnTo>
                  <a:lnTo>
                    <a:pt x="495" y="1322"/>
                  </a:lnTo>
                  <a:lnTo>
                    <a:pt x="508" y="1304"/>
                  </a:lnTo>
                  <a:lnTo>
                    <a:pt x="491" y="1317"/>
                  </a:lnTo>
                  <a:lnTo>
                    <a:pt x="472" y="1326"/>
                  </a:lnTo>
                  <a:lnTo>
                    <a:pt x="450" y="1329"/>
                  </a:lnTo>
                  <a:lnTo>
                    <a:pt x="428" y="1328"/>
                  </a:lnTo>
                  <a:lnTo>
                    <a:pt x="407" y="1322"/>
                  </a:lnTo>
                  <a:lnTo>
                    <a:pt x="386" y="1311"/>
                  </a:lnTo>
                  <a:lnTo>
                    <a:pt x="367" y="1297"/>
                  </a:lnTo>
                  <a:lnTo>
                    <a:pt x="351" y="1278"/>
                  </a:lnTo>
                  <a:lnTo>
                    <a:pt x="341" y="1257"/>
                  </a:lnTo>
                  <a:lnTo>
                    <a:pt x="335" y="1235"/>
                  </a:lnTo>
                  <a:lnTo>
                    <a:pt x="334" y="1213"/>
                  </a:lnTo>
                  <a:lnTo>
                    <a:pt x="337" y="1193"/>
                  </a:lnTo>
                  <a:lnTo>
                    <a:pt x="345" y="1173"/>
                  </a:lnTo>
                  <a:lnTo>
                    <a:pt x="359" y="1156"/>
                  </a:lnTo>
                  <a:lnTo>
                    <a:pt x="342" y="1169"/>
                  </a:lnTo>
                  <a:lnTo>
                    <a:pt x="322" y="1177"/>
                  </a:lnTo>
                  <a:lnTo>
                    <a:pt x="301" y="1181"/>
                  </a:lnTo>
                  <a:lnTo>
                    <a:pt x="279" y="1179"/>
                  </a:lnTo>
                  <a:lnTo>
                    <a:pt x="257" y="1174"/>
                  </a:lnTo>
                  <a:lnTo>
                    <a:pt x="236" y="1163"/>
                  </a:lnTo>
                  <a:lnTo>
                    <a:pt x="217" y="1148"/>
                  </a:lnTo>
                  <a:lnTo>
                    <a:pt x="203" y="1129"/>
                  </a:lnTo>
                  <a:lnTo>
                    <a:pt x="191" y="1108"/>
                  </a:lnTo>
                  <a:lnTo>
                    <a:pt x="186" y="1086"/>
                  </a:lnTo>
                  <a:lnTo>
                    <a:pt x="184" y="1065"/>
                  </a:lnTo>
                  <a:lnTo>
                    <a:pt x="188" y="1044"/>
                  </a:lnTo>
                  <a:lnTo>
                    <a:pt x="197" y="1025"/>
                  </a:lnTo>
                  <a:lnTo>
                    <a:pt x="209" y="1007"/>
                  </a:lnTo>
                  <a:lnTo>
                    <a:pt x="293" y="924"/>
                  </a:lnTo>
                  <a:lnTo>
                    <a:pt x="12" y="647"/>
                  </a:lnTo>
                  <a:lnTo>
                    <a:pt x="4" y="634"/>
                  </a:lnTo>
                  <a:lnTo>
                    <a:pt x="0" y="621"/>
                  </a:lnTo>
                  <a:lnTo>
                    <a:pt x="0" y="606"/>
                  </a:lnTo>
                  <a:lnTo>
                    <a:pt x="4" y="592"/>
                  </a:lnTo>
                  <a:lnTo>
                    <a:pt x="12" y="580"/>
                  </a:lnTo>
                  <a:lnTo>
                    <a:pt x="25" y="572"/>
                  </a:lnTo>
                  <a:lnTo>
                    <a:pt x="38" y="568"/>
                  </a:lnTo>
                  <a:lnTo>
                    <a:pt x="52" y="568"/>
                  </a:lnTo>
                  <a:lnTo>
                    <a:pt x="67" y="572"/>
                  </a:lnTo>
                  <a:lnTo>
                    <a:pt x="78" y="580"/>
                  </a:lnTo>
                  <a:lnTo>
                    <a:pt x="360" y="860"/>
                  </a:lnTo>
                  <a:lnTo>
                    <a:pt x="377" y="849"/>
                  </a:lnTo>
                  <a:lnTo>
                    <a:pt x="395" y="843"/>
                  </a:lnTo>
                  <a:lnTo>
                    <a:pt x="415" y="841"/>
                  </a:lnTo>
                  <a:lnTo>
                    <a:pt x="436" y="843"/>
                  </a:lnTo>
                  <a:lnTo>
                    <a:pt x="456" y="849"/>
                  </a:lnTo>
                  <a:lnTo>
                    <a:pt x="476" y="860"/>
                  </a:lnTo>
                  <a:lnTo>
                    <a:pt x="493" y="874"/>
                  </a:lnTo>
                  <a:lnTo>
                    <a:pt x="508" y="893"/>
                  </a:lnTo>
                  <a:lnTo>
                    <a:pt x="519" y="913"/>
                  </a:lnTo>
                  <a:lnTo>
                    <a:pt x="525" y="935"/>
                  </a:lnTo>
                  <a:lnTo>
                    <a:pt x="526" y="956"/>
                  </a:lnTo>
                  <a:lnTo>
                    <a:pt x="523" y="977"/>
                  </a:lnTo>
                  <a:lnTo>
                    <a:pt x="515" y="997"/>
                  </a:lnTo>
                  <a:lnTo>
                    <a:pt x="501" y="1014"/>
                  </a:lnTo>
                  <a:lnTo>
                    <a:pt x="519" y="1001"/>
                  </a:lnTo>
                  <a:lnTo>
                    <a:pt x="538" y="993"/>
                  </a:lnTo>
                  <a:lnTo>
                    <a:pt x="560" y="989"/>
                  </a:lnTo>
                  <a:lnTo>
                    <a:pt x="581" y="991"/>
                  </a:lnTo>
                  <a:lnTo>
                    <a:pt x="603" y="996"/>
                  </a:lnTo>
                  <a:lnTo>
                    <a:pt x="624" y="1007"/>
                  </a:lnTo>
                  <a:lnTo>
                    <a:pt x="643" y="1023"/>
                  </a:lnTo>
                  <a:lnTo>
                    <a:pt x="658" y="1042"/>
                  </a:lnTo>
                  <a:lnTo>
                    <a:pt x="669" y="1062"/>
                  </a:lnTo>
                  <a:lnTo>
                    <a:pt x="675" y="1083"/>
                  </a:lnTo>
                  <a:lnTo>
                    <a:pt x="676" y="1105"/>
                  </a:lnTo>
                  <a:lnTo>
                    <a:pt x="673" y="1126"/>
                  </a:lnTo>
                  <a:lnTo>
                    <a:pt x="664" y="1146"/>
                  </a:lnTo>
                  <a:lnTo>
                    <a:pt x="651" y="1162"/>
                  </a:lnTo>
                  <a:lnTo>
                    <a:pt x="668" y="1149"/>
                  </a:lnTo>
                  <a:lnTo>
                    <a:pt x="688" y="1142"/>
                  </a:lnTo>
                  <a:lnTo>
                    <a:pt x="708" y="1137"/>
                  </a:lnTo>
                  <a:lnTo>
                    <a:pt x="730" y="1138"/>
                  </a:lnTo>
                  <a:lnTo>
                    <a:pt x="752" y="1145"/>
                  </a:lnTo>
                  <a:lnTo>
                    <a:pt x="773" y="1156"/>
                  </a:lnTo>
                  <a:lnTo>
                    <a:pt x="792" y="1171"/>
                  </a:lnTo>
                  <a:lnTo>
                    <a:pt x="807" y="1189"/>
                  </a:lnTo>
                  <a:lnTo>
                    <a:pt x="818" y="1210"/>
                  </a:lnTo>
                  <a:lnTo>
                    <a:pt x="824" y="1232"/>
                  </a:lnTo>
                  <a:lnTo>
                    <a:pt x="826" y="1254"/>
                  </a:lnTo>
                  <a:lnTo>
                    <a:pt x="822" y="1275"/>
                  </a:lnTo>
                  <a:lnTo>
                    <a:pt x="813" y="1293"/>
                  </a:lnTo>
                  <a:lnTo>
                    <a:pt x="801" y="1311"/>
                  </a:lnTo>
                  <a:lnTo>
                    <a:pt x="817" y="1298"/>
                  </a:lnTo>
                  <a:lnTo>
                    <a:pt x="837" y="1289"/>
                  </a:lnTo>
                  <a:lnTo>
                    <a:pt x="858" y="1286"/>
                  </a:lnTo>
                  <a:lnTo>
                    <a:pt x="880" y="1287"/>
                  </a:lnTo>
                  <a:lnTo>
                    <a:pt x="902" y="1293"/>
                  </a:lnTo>
                  <a:lnTo>
                    <a:pt x="922" y="1304"/>
                  </a:lnTo>
                  <a:lnTo>
                    <a:pt x="941" y="1319"/>
                  </a:lnTo>
                  <a:lnTo>
                    <a:pt x="958" y="1338"/>
                  </a:lnTo>
                  <a:lnTo>
                    <a:pt x="968" y="1360"/>
                  </a:lnTo>
                  <a:lnTo>
                    <a:pt x="973" y="1383"/>
                  </a:lnTo>
                  <a:lnTo>
                    <a:pt x="974" y="1405"/>
                  </a:lnTo>
                  <a:lnTo>
                    <a:pt x="970" y="1427"/>
                  </a:lnTo>
                  <a:lnTo>
                    <a:pt x="960" y="1446"/>
                  </a:lnTo>
                  <a:lnTo>
                    <a:pt x="1134" y="1619"/>
                  </a:lnTo>
                  <a:lnTo>
                    <a:pt x="1144" y="1626"/>
                  </a:lnTo>
                  <a:lnTo>
                    <a:pt x="1156" y="1629"/>
                  </a:lnTo>
                  <a:lnTo>
                    <a:pt x="1169" y="1629"/>
                  </a:lnTo>
                  <a:lnTo>
                    <a:pt x="1183" y="1626"/>
                  </a:lnTo>
                  <a:lnTo>
                    <a:pt x="1196" y="1620"/>
                  </a:lnTo>
                  <a:lnTo>
                    <a:pt x="1209" y="1611"/>
                  </a:lnTo>
                  <a:lnTo>
                    <a:pt x="1218" y="1598"/>
                  </a:lnTo>
                  <a:lnTo>
                    <a:pt x="1225" y="1586"/>
                  </a:lnTo>
                  <a:lnTo>
                    <a:pt x="1228" y="1572"/>
                  </a:lnTo>
                  <a:lnTo>
                    <a:pt x="1228" y="1559"/>
                  </a:lnTo>
                  <a:lnTo>
                    <a:pt x="1224" y="1546"/>
                  </a:lnTo>
                  <a:lnTo>
                    <a:pt x="1216" y="1537"/>
                  </a:lnTo>
                  <a:lnTo>
                    <a:pt x="1074" y="1395"/>
                  </a:lnTo>
                  <a:lnTo>
                    <a:pt x="1065" y="1383"/>
                  </a:lnTo>
                  <a:lnTo>
                    <a:pt x="1061" y="1369"/>
                  </a:lnTo>
                  <a:lnTo>
                    <a:pt x="1061" y="1355"/>
                  </a:lnTo>
                  <a:lnTo>
                    <a:pt x="1065" y="1341"/>
                  </a:lnTo>
                  <a:lnTo>
                    <a:pt x="1074" y="1329"/>
                  </a:lnTo>
                  <a:lnTo>
                    <a:pt x="1086" y="1320"/>
                  </a:lnTo>
                  <a:lnTo>
                    <a:pt x="1100" y="1315"/>
                  </a:lnTo>
                  <a:lnTo>
                    <a:pt x="1115" y="1315"/>
                  </a:lnTo>
                  <a:lnTo>
                    <a:pt x="1128" y="1320"/>
                  </a:lnTo>
                  <a:lnTo>
                    <a:pt x="1140" y="1329"/>
                  </a:lnTo>
                  <a:lnTo>
                    <a:pt x="1283" y="1470"/>
                  </a:lnTo>
                  <a:lnTo>
                    <a:pt x="1294" y="1478"/>
                  </a:lnTo>
                  <a:lnTo>
                    <a:pt x="1305" y="1481"/>
                  </a:lnTo>
                  <a:lnTo>
                    <a:pt x="1319" y="1482"/>
                  </a:lnTo>
                  <a:lnTo>
                    <a:pt x="1332" y="1479"/>
                  </a:lnTo>
                  <a:lnTo>
                    <a:pt x="1346" y="1471"/>
                  </a:lnTo>
                  <a:lnTo>
                    <a:pt x="1358" y="1462"/>
                  </a:lnTo>
                  <a:lnTo>
                    <a:pt x="1367" y="1450"/>
                  </a:lnTo>
                  <a:lnTo>
                    <a:pt x="1373" y="1437"/>
                  </a:lnTo>
                  <a:lnTo>
                    <a:pt x="1377" y="1423"/>
                  </a:lnTo>
                  <a:lnTo>
                    <a:pt x="1376" y="1410"/>
                  </a:lnTo>
                  <a:lnTo>
                    <a:pt x="1373" y="1398"/>
                  </a:lnTo>
                  <a:lnTo>
                    <a:pt x="1366" y="1388"/>
                  </a:lnTo>
                  <a:lnTo>
                    <a:pt x="1224" y="1247"/>
                  </a:lnTo>
                  <a:lnTo>
                    <a:pt x="1215" y="1234"/>
                  </a:lnTo>
                  <a:lnTo>
                    <a:pt x="1210" y="1221"/>
                  </a:lnTo>
                  <a:lnTo>
                    <a:pt x="1210" y="1206"/>
                  </a:lnTo>
                  <a:lnTo>
                    <a:pt x="1215" y="1193"/>
                  </a:lnTo>
                  <a:lnTo>
                    <a:pt x="1224" y="1180"/>
                  </a:lnTo>
                  <a:lnTo>
                    <a:pt x="1236" y="1172"/>
                  </a:lnTo>
                  <a:lnTo>
                    <a:pt x="1250" y="1168"/>
                  </a:lnTo>
                  <a:lnTo>
                    <a:pt x="1264" y="1168"/>
                  </a:lnTo>
                  <a:lnTo>
                    <a:pt x="1278" y="1172"/>
                  </a:lnTo>
                  <a:lnTo>
                    <a:pt x="1291" y="1180"/>
                  </a:lnTo>
                  <a:lnTo>
                    <a:pt x="1433" y="1322"/>
                  </a:lnTo>
                  <a:lnTo>
                    <a:pt x="1442" y="1329"/>
                  </a:lnTo>
                  <a:lnTo>
                    <a:pt x="1455" y="1333"/>
                  </a:lnTo>
                  <a:lnTo>
                    <a:pt x="1469" y="1333"/>
                  </a:lnTo>
                  <a:lnTo>
                    <a:pt x="1482" y="1330"/>
                  </a:lnTo>
                  <a:lnTo>
                    <a:pt x="1495" y="1324"/>
                  </a:lnTo>
                  <a:lnTo>
                    <a:pt x="1507" y="1314"/>
                  </a:lnTo>
                  <a:lnTo>
                    <a:pt x="1517" y="1302"/>
                  </a:lnTo>
                  <a:lnTo>
                    <a:pt x="1523" y="1288"/>
                  </a:lnTo>
                  <a:lnTo>
                    <a:pt x="1526" y="1275"/>
                  </a:lnTo>
                  <a:lnTo>
                    <a:pt x="1526" y="1262"/>
                  </a:lnTo>
                  <a:lnTo>
                    <a:pt x="1523" y="1250"/>
                  </a:lnTo>
                  <a:lnTo>
                    <a:pt x="1516" y="1239"/>
                  </a:lnTo>
                  <a:lnTo>
                    <a:pt x="1373" y="1098"/>
                  </a:lnTo>
                  <a:lnTo>
                    <a:pt x="1364" y="1085"/>
                  </a:lnTo>
                  <a:lnTo>
                    <a:pt x="1360" y="1072"/>
                  </a:lnTo>
                  <a:lnTo>
                    <a:pt x="1360" y="1058"/>
                  </a:lnTo>
                  <a:lnTo>
                    <a:pt x="1364" y="1044"/>
                  </a:lnTo>
                  <a:lnTo>
                    <a:pt x="1373" y="1032"/>
                  </a:lnTo>
                  <a:lnTo>
                    <a:pt x="1386" y="1023"/>
                  </a:lnTo>
                  <a:lnTo>
                    <a:pt x="1399" y="1019"/>
                  </a:lnTo>
                  <a:lnTo>
                    <a:pt x="1413" y="1019"/>
                  </a:lnTo>
                  <a:lnTo>
                    <a:pt x="1428" y="1023"/>
                  </a:lnTo>
                  <a:lnTo>
                    <a:pt x="1439" y="1032"/>
                  </a:lnTo>
                  <a:lnTo>
                    <a:pt x="1582" y="1174"/>
                  </a:lnTo>
                  <a:lnTo>
                    <a:pt x="1592" y="1181"/>
                  </a:lnTo>
                  <a:lnTo>
                    <a:pt x="1605" y="1184"/>
                  </a:lnTo>
                  <a:lnTo>
                    <a:pt x="1617" y="1184"/>
                  </a:lnTo>
                  <a:lnTo>
                    <a:pt x="1631" y="1181"/>
                  </a:lnTo>
                  <a:lnTo>
                    <a:pt x="1644" y="1175"/>
                  </a:lnTo>
                  <a:lnTo>
                    <a:pt x="1657" y="1166"/>
                  </a:lnTo>
                  <a:lnTo>
                    <a:pt x="1666" y="1153"/>
                  </a:lnTo>
                  <a:lnTo>
                    <a:pt x="1673" y="1141"/>
                  </a:lnTo>
                  <a:lnTo>
                    <a:pt x="1676" y="1126"/>
                  </a:lnTo>
                  <a:lnTo>
                    <a:pt x="1676" y="1114"/>
                  </a:lnTo>
                  <a:lnTo>
                    <a:pt x="1673" y="1101"/>
                  </a:lnTo>
                  <a:lnTo>
                    <a:pt x="1665" y="1091"/>
                  </a:lnTo>
                  <a:lnTo>
                    <a:pt x="1663" y="1089"/>
                  </a:lnTo>
                  <a:lnTo>
                    <a:pt x="1657" y="1083"/>
                  </a:lnTo>
                  <a:lnTo>
                    <a:pt x="1648" y="1074"/>
                  </a:lnTo>
                  <a:lnTo>
                    <a:pt x="1635" y="1060"/>
                  </a:lnTo>
                  <a:lnTo>
                    <a:pt x="1618" y="1045"/>
                  </a:lnTo>
                  <a:lnTo>
                    <a:pt x="1599" y="1026"/>
                  </a:lnTo>
                  <a:lnTo>
                    <a:pt x="1578" y="1005"/>
                  </a:lnTo>
                  <a:lnTo>
                    <a:pt x="1555" y="981"/>
                  </a:lnTo>
                  <a:lnTo>
                    <a:pt x="1530" y="956"/>
                  </a:lnTo>
                  <a:lnTo>
                    <a:pt x="1503" y="929"/>
                  </a:lnTo>
                  <a:lnTo>
                    <a:pt x="1475" y="901"/>
                  </a:lnTo>
                  <a:lnTo>
                    <a:pt x="1444" y="872"/>
                  </a:lnTo>
                  <a:lnTo>
                    <a:pt x="1415" y="842"/>
                  </a:lnTo>
                  <a:lnTo>
                    <a:pt x="1384" y="811"/>
                  </a:lnTo>
                  <a:lnTo>
                    <a:pt x="1352" y="781"/>
                  </a:lnTo>
                  <a:lnTo>
                    <a:pt x="1322" y="750"/>
                  </a:lnTo>
                  <a:lnTo>
                    <a:pt x="1291" y="719"/>
                  </a:lnTo>
                  <a:lnTo>
                    <a:pt x="1260" y="689"/>
                  </a:lnTo>
                  <a:lnTo>
                    <a:pt x="1231" y="660"/>
                  </a:lnTo>
                  <a:lnTo>
                    <a:pt x="1203" y="632"/>
                  </a:lnTo>
                  <a:lnTo>
                    <a:pt x="1176" y="605"/>
                  </a:lnTo>
                  <a:lnTo>
                    <a:pt x="1151" y="581"/>
                  </a:lnTo>
                  <a:lnTo>
                    <a:pt x="1128" y="558"/>
                  </a:lnTo>
                  <a:lnTo>
                    <a:pt x="1107" y="537"/>
                  </a:lnTo>
                  <a:lnTo>
                    <a:pt x="1089" y="520"/>
                  </a:lnTo>
                  <a:lnTo>
                    <a:pt x="1074" y="504"/>
                  </a:lnTo>
                  <a:lnTo>
                    <a:pt x="1061" y="493"/>
                  </a:lnTo>
                  <a:lnTo>
                    <a:pt x="1057" y="488"/>
                  </a:lnTo>
                  <a:lnTo>
                    <a:pt x="1051" y="484"/>
                  </a:lnTo>
                  <a:lnTo>
                    <a:pt x="1045" y="480"/>
                  </a:lnTo>
                  <a:lnTo>
                    <a:pt x="1036" y="478"/>
                  </a:lnTo>
                  <a:lnTo>
                    <a:pt x="1026" y="477"/>
                  </a:lnTo>
                  <a:lnTo>
                    <a:pt x="1014" y="479"/>
                  </a:lnTo>
                  <a:lnTo>
                    <a:pt x="1001" y="485"/>
                  </a:lnTo>
                  <a:lnTo>
                    <a:pt x="986" y="496"/>
                  </a:lnTo>
                  <a:lnTo>
                    <a:pt x="968" y="511"/>
                  </a:lnTo>
                  <a:lnTo>
                    <a:pt x="952" y="529"/>
                  </a:lnTo>
                  <a:lnTo>
                    <a:pt x="938" y="549"/>
                  </a:lnTo>
                  <a:lnTo>
                    <a:pt x="926" y="569"/>
                  </a:lnTo>
                  <a:lnTo>
                    <a:pt x="861" y="687"/>
                  </a:lnTo>
                  <a:lnTo>
                    <a:pt x="853" y="700"/>
                  </a:lnTo>
                  <a:lnTo>
                    <a:pt x="844" y="712"/>
                  </a:lnTo>
                  <a:lnTo>
                    <a:pt x="831" y="725"/>
                  </a:lnTo>
                  <a:lnTo>
                    <a:pt x="806" y="746"/>
                  </a:lnTo>
                  <a:lnTo>
                    <a:pt x="779" y="763"/>
                  </a:lnTo>
                  <a:lnTo>
                    <a:pt x="750" y="776"/>
                  </a:lnTo>
                  <a:lnTo>
                    <a:pt x="721" y="782"/>
                  </a:lnTo>
                  <a:lnTo>
                    <a:pt x="692" y="783"/>
                  </a:lnTo>
                  <a:lnTo>
                    <a:pt x="661" y="779"/>
                  </a:lnTo>
                  <a:lnTo>
                    <a:pt x="631" y="768"/>
                  </a:lnTo>
                  <a:lnTo>
                    <a:pt x="603" y="753"/>
                  </a:lnTo>
                  <a:lnTo>
                    <a:pt x="578" y="733"/>
                  </a:lnTo>
                  <a:lnTo>
                    <a:pt x="556" y="709"/>
                  </a:lnTo>
                  <a:lnTo>
                    <a:pt x="539" y="682"/>
                  </a:lnTo>
                  <a:lnTo>
                    <a:pt x="530" y="661"/>
                  </a:lnTo>
                  <a:lnTo>
                    <a:pt x="524" y="641"/>
                  </a:lnTo>
                  <a:lnTo>
                    <a:pt x="522" y="622"/>
                  </a:lnTo>
                  <a:lnTo>
                    <a:pt x="524" y="604"/>
                  </a:lnTo>
                  <a:lnTo>
                    <a:pt x="528" y="587"/>
                  </a:lnTo>
                  <a:lnTo>
                    <a:pt x="721" y="138"/>
                  </a:lnTo>
                  <a:lnTo>
                    <a:pt x="730" y="121"/>
                  </a:lnTo>
                  <a:lnTo>
                    <a:pt x="743" y="104"/>
                  </a:lnTo>
                  <a:lnTo>
                    <a:pt x="760" y="86"/>
                  </a:lnTo>
                  <a:lnTo>
                    <a:pt x="768" y="78"/>
                  </a:lnTo>
                  <a:lnTo>
                    <a:pt x="779" y="68"/>
                  </a:lnTo>
                  <a:lnTo>
                    <a:pt x="793" y="57"/>
                  </a:lnTo>
                  <a:lnTo>
                    <a:pt x="810" y="46"/>
                  </a:lnTo>
                  <a:lnTo>
                    <a:pt x="829" y="35"/>
                  </a:lnTo>
                  <a:lnTo>
                    <a:pt x="852" y="24"/>
                  </a:lnTo>
                  <a:lnTo>
                    <a:pt x="876" y="14"/>
                  </a:lnTo>
                  <a:lnTo>
                    <a:pt x="903" y="7"/>
                  </a:lnTo>
                  <a:lnTo>
                    <a:pt x="933" y="2"/>
                  </a:lnTo>
                  <a:lnTo>
                    <a:pt x="9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3" name="Freeform 116">
              <a:extLst>
                <a:ext uri="{FF2B5EF4-FFF2-40B4-BE49-F238E27FC236}">
                  <a16:creationId xmlns:a16="http://schemas.microsoft.com/office/drawing/2014/main" id="{25E0CE65-3223-4247-887A-7B83075F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62800" y="5113338"/>
              <a:ext cx="100013" cy="100013"/>
            </a:xfrm>
            <a:custGeom>
              <a:avLst/>
              <a:gdLst>
                <a:gd name="T0" fmla="*/ 473 w 699"/>
                <a:gd name="T1" fmla="*/ 444 h 696"/>
                <a:gd name="T2" fmla="*/ 452 w 699"/>
                <a:gd name="T3" fmla="*/ 447 h 696"/>
                <a:gd name="T4" fmla="*/ 434 w 699"/>
                <a:gd name="T5" fmla="*/ 455 h 696"/>
                <a:gd name="T6" fmla="*/ 418 w 699"/>
                <a:gd name="T7" fmla="*/ 466 h 696"/>
                <a:gd name="T8" fmla="*/ 407 w 699"/>
                <a:gd name="T9" fmla="*/ 482 h 696"/>
                <a:gd name="T10" fmla="*/ 399 w 699"/>
                <a:gd name="T11" fmla="*/ 501 h 696"/>
                <a:gd name="T12" fmla="*/ 396 w 699"/>
                <a:gd name="T13" fmla="*/ 521 h 696"/>
                <a:gd name="T14" fmla="*/ 399 w 699"/>
                <a:gd name="T15" fmla="*/ 541 h 696"/>
                <a:gd name="T16" fmla="*/ 407 w 699"/>
                <a:gd name="T17" fmla="*/ 560 h 696"/>
                <a:gd name="T18" fmla="*/ 418 w 699"/>
                <a:gd name="T19" fmla="*/ 575 h 696"/>
                <a:gd name="T20" fmla="*/ 434 w 699"/>
                <a:gd name="T21" fmla="*/ 587 h 696"/>
                <a:gd name="T22" fmla="*/ 452 w 699"/>
                <a:gd name="T23" fmla="*/ 595 h 696"/>
                <a:gd name="T24" fmla="*/ 473 w 699"/>
                <a:gd name="T25" fmla="*/ 597 h 696"/>
                <a:gd name="T26" fmla="*/ 493 w 699"/>
                <a:gd name="T27" fmla="*/ 595 h 696"/>
                <a:gd name="T28" fmla="*/ 512 w 699"/>
                <a:gd name="T29" fmla="*/ 587 h 696"/>
                <a:gd name="T30" fmla="*/ 527 w 699"/>
                <a:gd name="T31" fmla="*/ 575 h 696"/>
                <a:gd name="T32" fmla="*/ 540 w 699"/>
                <a:gd name="T33" fmla="*/ 560 h 696"/>
                <a:gd name="T34" fmla="*/ 547 w 699"/>
                <a:gd name="T35" fmla="*/ 541 h 696"/>
                <a:gd name="T36" fmla="*/ 550 w 699"/>
                <a:gd name="T37" fmla="*/ 521 h 696"/>
                <a:gd name="T38" fmla="*/ 547 w 699"/>
                <a:gd name="T39" fmla="*/ 501 h 696"/>
                <a:gd name="T40" fmla="*/ 540 w 699"/>
                <a:gd name="T41" fmla="*/ 482 h 696"/>
                <a:gd name="T42" fmla="*/ 527 w 699"/>
                <a:gd name="T43" fmla="*/ 466 h 696"/>
                <a:gd name="T44" fmla="*/ 512 w 699"/>
                <a:gd name="T45" fmla="*/ 455 h 696"/>
                <a:gd name="T46" fmla="*/ 493 w 699"/>
                <a:gd name="T47" fmla="*/ 447 h 696"/>
                <a:gd name="T48" fmla="*/ 473 w 699"/>
                <a:gd name="T49" fmla="*/ 444 h 696"/>
                <a:gd name="T50" fmla="*/ 215 w 699"/>
                <a:gd name="T51" fmla="*/ 0 h 696"/>
                <a:gd name="T52" fmla="*/ 236 w 699"/>
                <a:gd name="T53" fmla="*/ 0 h 696"/>
                <a:gd name="T54" fmla="*/ 256 w 699"/>
                <a:gd name="T55" fmla="*/ 6 h 696"/>
                <a:gd name="T56" fmla="*/ 275 w 699"/>
                <a:gd name="T57" fmla="*/ 14 h 696"/>
                <a:gd name="T58" fmla="*/ 292 w 699"/>
                <a:gd name="T59" fmla="*/ 27 h 696"/>
                <a:gd name="T60" fmla="*/ 672 w 699"/>
                <a:gd name="T61" fmla="*/ 405 h 696"/>
                <a:gd name="T62" fmla="*/ 685 w 699"/>
                <a:gd name="T63" fmla="*/ 422 h 696"/>
                <a:gd name="T64" fmla="*/ 695 w 699"/>
                <a:gd name="T65" fmla="*/ 441 h 696"/>
                <a:gd name="T66" fmla="*/ 699 w 699"/>
                <a:gd name="T67" fmla="*/ 461 h 696"/>
                <a:gd name="T68" fmla="*/ 699 w 699"/>
                <a:gd name="T69" fmla="*/ 482 h 696"/>
                <a:gd name="T70" fmla="*/ 695 w 699"/>
                <a:gd name="T71" fmla="*/ 502 h 696"/>
                <a:gd name="T72" fmla="*/ 685 w 699"/>
                <a:gd name="T73" fmla="*/ 520 h 696"/>
                <a:gd name="T74" fmla="*/ 673 w 699"/>
                <a:gd name="T75" fmla="*/ 537 h 696"/>
                <a:gd name="T76" fmla="*/ 540 w 699"/>
                <a:gd name="T77" fmla="*/ 669 h 696"/>
                <a:gd name="T78" fmla="*/ 522 w 699"/>
                <a:gd name="T79" fmla="*/ 683 h 696"/>
                <a:gd name="T80" fmla="*/ 503 w 699"/>
                <a:gd name="T81" fmla="*/ 691 h 696"/>
                <a:gd name="T82" fmla="*/ 483 w 699"/>
                <a:gd name="T83" fmla="*/ 696 h 696"/>
                <a:gd name="T84" fmla="*/ 462 w 699"/>
                <a:gd name="T85" fmla="*/ 696 h 696"/>
                <a:gd name="T86" fmla="*/ 443 w 699"/>
                <a:gd name="T87" fmla="*/ 691 h 696"/>
                <a:gd name="T88" fmla="*/ 424 w 699"/>
                <a:gd name="T89" fmla="*/ 683 h 696"/>
                <a:gd name="T90" fmla="*/ 407 w 699"/>
                <a:gd name="T91" fmla="*/ 669 h 696"/>
                <a:gd name="T92" fmla="*/ 26 w 699"/>
                <a:gd name="T93" fmla="*/ 292 h 696"/>
                <a:gd name="T94" fmla="*/ 13 w 699"/>
                <a:gd name="T95" fmla="*/ 275 h 696"/>
                <a:gd name="T96" fmla="*/ 4 w 699"/>
                <a:gd name="T97" fmla="*/ 256 h 696"/>
                <a:gd name="T98" fmla="*/ 0 w 699"/>
                <a:gd name="T99" fmla="*/ 235 h 696"/>
                <a:gd name="T100" fmla="*/ 0 w 699"/>
                <a:gd name="T101" fmla="*/ 216 h 696"/>
                <a:gd name="T102" fmla="*/ 4 w 699"/>
                <a:gd name="T103" fmla="*/ 196 h 696"/>
                <a:gd name="T104" fmla="*/ 13 w 699"/>
                <a:gd name="T105" fmla="*/ 176 h 696"/>
                <a:gd name="T106" fmla="*/ 26 w 699"/>
                <a:gd name="T107" fmla="*/ 159 h 696"/>
                <a:gd name="T108" fmla="*/ 159 w 699"/>
                <a:gd name="T109" fmla="*/ 27 h 696"/>
                <a:gd name="T110" fmla="*/ 177 w 699"/>
                <a:gd name="T111" fmla="*/ 14 h 696"/>
                <a:gd name="T112" fmla="*/ 195 w 699"/>
                <a:gd name="T113" fmla="*/ 6 h 696"/>
                <a:gd name="T114" fmla="*/ 215 w 699"/>
                <a:gd name="T115" fmla="*/ 0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99" h="696">
                  <a:moveTo>
                    <a:pt x="473" y="444"/>
                  </a:moveTo>
                  <a:lnTo>
                    <a:pt x="452" y="447"/>
                  </a:lnTo>
                  <a:lnTo>
                    <a:pt x="434" y="455"/>
                  </a:lnTo>
                  <a:lnTo>
                    <a:pt x="418" y="466"/>
                  </a:lnTo>
                  <a:lnTo>
                    <a:pt x="407" y="482"/>
                  </a:lnTo>
                  <a:lnTo>
                    <a:pt x="399" y="501"/>
                  </a:lnTo>
                  <a:lnTo>
                    <a:pt x="396" y="521"/>
                  </a:lnTo>
                  <a:lnTo>
                    <a:pt x="399" y="541"/>
                  </a:lnTo>
                  <a:lnTo>
                    <a:pt x="407" y="560"/>
                  </a:lnTo>
                  <a:lnTo>
                    <a:pt x="418" y="575"/>
                  </a:lnTo>
                  <a:lnTo>
                    <a:pt x="434" y="587"/>
                  </a:lnTo>
                  <a:lnTo>
                    <a:pt x="452" y="595"/>
                  </a:lnTo>
                  <a:lnTo>
                    <a:pt x="473" y="597"/>
                  </a:lnTo>
                  <a:lnTo>
                    <a:pt x="493" y="595"/>
                  </a:lnTo>
                  <a:lnTo>
                    <a:pt x="512" y="587"/>
                  </a:lnTo>
                  <a:lnTo>
                    <a:pt x="527" y="575"/>
                  </a:lnTo>
                  <a:lnTo>
                    <a:pt x="540" y="560"/>
                  </a:lnTo>
                  <a:lnTo>
                    <a:pt x="547" y="541"/>
                  </a:lnTo>
                  <a:lnTo>
                    <a:pt x="550" y="521"/>
                  </a:lnTo>
                  <a:lnTo>
                    <a:pt x="547" y="501"/>
                  </a:lnTo>
                  <a:lnTo>
                    <a:pt x="540" y="482"/>
                  </a:lnTo>
                  <a:lnTo>
                    <a:pt x="527" y="466"/>
                  </a:lnTo>
                  <a:lnTo>
                    <a:pt x="512" y="455"/>
                  </a:lnTo>
                  <a:lnTo>
                    <a:pt x="493" y="447"/>
                  </a:lnTo>
                  <a:lnTo>
                    <a:pt x="473" y="444"/>
                  </a:lnTo>
                  <a:close/>
                  <a:moveTo>
                    <a:pt x="215" y="0"/>
                  </a:moveTo>
                  <a:lnTo>
                    <a:pt x="236" y="0"/>
                  </a:lnTo>
                  <a:lnTo>
                    <a:pt x="256" y="6"/>
                  </a:lnTo>
                  <a:lnTo>
                    <a:pt x="275" y="14"/>
                  </a:lnTo>
                  <a:lnTo>
                    <a:pt x="292" y="27"/>
                  </a:lnTo>
                  <a:lnTo>
                    <a:pt x="672" y="405"/>
                  </a:lnTo>
                  <a:lnTo>
                    <a:pt x="685" y="422"/>
                  </a:lnTo>
                  <a:lnTo>
                    <a:pt x="695" y="441"/>
                  </a:lnTo>
                  <a:lnTo>
                    <a:pt x="699" y="461"/>
                  </a:lnTo>
                  <a:lnTo>
                    <a:pt x="699" y="482"/>
                  </a:lnTo>
                  <a:lnTo>
                    <a:pt x="695" y="502"/>
                  </a:lnTo>
                  <a:lnTo>
                    <a:pt x="685" y="520"/>
                  </a:lnTo>
                  <a:lnTo>
                    <a:pt x="673" y="537"/>
                  </a:lnTo>
                  <a:lnTo>
                    <a:pt x="540" y="669"/>
                  </a:lnTo>
                  <a:lnTo>
                    <a:pt x="522" y="683"/>
                  </a:lnTo>
                  <a:lnTo>
                    <a:pt x="503" y="691"/>
                  </a:lnTo>
                  <a:lnTo>
                    <a:pt x="483" y="696"/>
                  </a:lnTo>
                  <a:lnTo>
                    <a:pt x="462" y="696"/>
                  </a:lnTo>
                  <a:lnTo>
                    <a:pt x="443" y="691"/>
                  </a:lnTo>
                  <a:lnTo>
                    <a:pt x="424" y="683"/>
                  </a:lnTo>
                  <a:lnTo>
                    <a:pt x="407" y="669"/>
                  </a:lnTo>
                  <a:lnTo>
                    <a:pt x="26" y="292"/>
                  </a:lnTo>
                  <a:lnTo>
                    <a:pt x="13" y="275"/>
                  </a:lnTo>
                  <a:lnTo>
                    <a:pt x="4" y="256"/>
                  </a:lnTo>
                  <a:lnTo>
                    <a:pt x="0" y="235"/>
                  </a:lnTo>
                  <a:lnTo>
                    <a:pt x="0" y="216"/>
                  </a:lnTo>
                  <a:lnTo>
                    <a:pt x="4" y="196"/>
                  </a:lnTo>
                  <a:lnTo>
                    <a:pt x="13" y="176"/>
                  </a:lnTo>
                  <a:lnTo>
                    <a:pt x="26" y="159"/>
                  </a:lnTo>
                  <a:lnTo>
                    <a:pt x="159" y="27"/>
                  </a:lnTo>
                  <a:lnTo>
                    <a:pt x="177" y="14"/>
                  </a:lnTo>
                  <a:lnTo>
                    <a:pt x="195" y="6"/>
                  </a:lnTo>
                  <a:lnTo>
                    <a:pt x="2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38A8726-085A-4DEB-B3EE-68B6D01B5015}"/>
              </a:ext>
            </a:extLst>
          </p:cNvPr>
          <p:cNvGrpSpPr/>
          <p:nvPr/>
        </p:nvGrpSpPr>
        <p:grpSpPr>
          <a:xfrm flipH="1">
            <a:off x="3434011" y="1653181"/>
            <a:ext cx="329932" cy="327755"/>
            <a:chOff x="5978525" y="5013326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85" name="Freeform 121">
              <a:extLst>
                <a:ext uri="{FF2B5EF4-FFF2-40B4-BE49-F238E27FC236}">
                  <a16:creationId xmlns:a16="http://schemas.microsoft.com/office/drawing/2014/main" id="{31FC4813-4A18-4D31-8B37-1BA40B253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525" y="5208588"/>
              <a:ext cx="96838" cy="282575"/>
            </a:xfrm>
            <a:custGeom>
              <a:avLst/>
              <a:gdLst>
                <a:gd name="T0" fmla="*/ 152 w 674"/>
                <a:gd name="T1" fmla="*/ 0 h 1956"/>
                <a:gd name="T2" fmla="*/ 522 w 674"/>
                <a:gd name="T3" fmla="*/ 0 h 1956"/>
                <a:gd name="T4" fmla="*/ 553 w 674"/>
                <a:gd name="T5" fmla="*/ 4 h 1956"/>
                <a:gd name="T6" fmla="*/ 582 w 674"/>
                <a:gd name="T7" fmla="*/ 13 h 1956"/>
                <a:gd name="T8" fmla="*/ 607 w 674"/>
                <a:gd name="T9" fmla="*/ 26 h 1956"/>
                <a:gd name="T10" fmla="*/ 629 w 674"/>
                <a:gd name="T11" fmla="*/ 45 h 1956"/>
                <a:gd name="T12" fmla="*/ 648 w 674"/>
                <a:gd name="T13" fmla="*/ 67 h 1956"/>
                <a:gd name="T14" fmla="*/ 662 w 674"/>
                <a:gd name="T15" fmla="*/ 93 h 1956"/>
                <a:gd name="T16" fmla="*/ 671 w 674"/>
                <a:gd name="T17" fmla="*/ 121 h 1956"/>
                <a:gd name="T18" fmla="*/ 674 w 674"/>
                <a:gd name="T19" fmla="*/ 151 h 1956"/>
                <a:gd name="T20" fmla="*/ 674 w 674"/>
                <a:gd name="T21" fmla="*/ 1806 h 1956"/>
                <a:gd name="T22" fmla="*/ 671 w 674"/>
                <a:gd name="T23" fmla="*/ 1836 h 1956"/>
                <a:gd name="T24" fmla="*/ 662 w 674"/>
                <a:gd name="T25" fmla="*/ 1864 h 1956"/>
                <a:gd name="T26" fmla="*/ 648 w 674"/>
                <a:gd name="T27" fmla="*/ 1890 h 1956"/>
                <a:gd name="T28" fmla="*/ 629 w 674"/>
                <a:gd name="T29" fmla="*/ 1912 h 1956"/>
                <a:gd name="T30" fmla="*/ 607 w 674"/>
                <a:gd name="T31" fmla="*/ 1931 h 1956"/>
                <a:gd name="T32" fmla="*/ 582 w 674"/>
                <a:gd name="T33" fmla="*/ 1944 h 1956"/>
                <a:gd name="T34" fmla="*/ 553 w 674"/>
                <a:gd name="T35" fmla="*/ 1952 h 1956"/>
                <a:gd name="T36" fmla="*/ 522 w 674"/>
                <a:gd name="T37" fmla="*/ 1956 h 1956"/>
                <a:gd name="T38" fmla="*/ 152 w 674"/>
                <a:gd name="T39" fmla="*/ 1956 h 1956"/>
                <a:gd name="T40" fmla="*/ 121 w 674"/>
                <a:gd name="T41" fmla="*/ 1952 h 1956"/>
                <a:gd name="T42" fmla="*/ 93 w 674"/>
                <a:gd name="T43" fmla="*/ 1944 h 1956"/>
                <a:gd name="T44" fmla="*/ 67 w 674"/>
                <a:gd name="T45" fmla="*/ 1931 h 1956"/>
                <a:gd name="T46" fmla="*/ 45 w 674"/>
                <a:gd name="T47" fmla="*/ 1912 h 1956"/>
                <a:gd name="T48" fmla="*/ 26 w 674"/>
                <a:gd name="T49" fmla="*/ 1890 h 1956"/>
                <a:gd name="T50" fmla="*/ 13 w 674"/>
                <a:gd name="T51" fmla="*/ 1864 h 1956"/>
                <a:gd name="T52" fmla="*/ 3 w 674"/>
                <a:gd name="T53" fmla="*/ 1836 h 1956"/>
                <a:gd name="T54" fmla="*/ 0 w 674"/>
                <a:gd name="T55" fmla="*/ 1806 h 1956"/>
                <a:gd name="T56" fmla="*/ 0 w 674"/>
                <a:gd name="T57" fmla="*/ 151 h 1956"/>
                <a:gd name="T58" fmla="*/ 3 w 674"/>
                <a:gd name="T59" fmla="*/ 121 h 1956"/>
                <a:gd name="T60" fmla="*/ 13 w 674"/>
                <a:gd name="T61" fmla="*/ 93 h 1956"/>
                <a:gd name="T62" fmla="*/ 26 w 674"/>
                <a:gd name="T63" fmla="*/ 67 h 1956"/>
                <a:gd name="T64" fmla="*/ 45 w 674"/>
                <a:gd name="T65" fmla="*/ 45 h 1956"/>
                <a:gd name="T66" fmla="*/ 67 w 674"/>
                <a:gd name="T67" fmla="*/ 26 h 1956"/>
                <a:gd name="T68" fmla="*/ 93 w 674"/>
                <a:gd name="T69" fmla="*/ 13 h 1956"/>
                <a:gd name="T70" fmla="*/ 121 w 674"/>
                <a:gd name="T71" fmla="*/ 4 h 1956"/>
                <a:gd name="T72" fmla="*/ 152 w 674"/>
                <a:gd name="T73" fmla="*/ 0 h 1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4" h="1956">
                  <a:moveTo>
                    <a:pt x="152" y="0"/>
                  </a:moveTo>
                  <a:lnTo>
                    <a:pt x="522" y="0"/>
                  </a:lnTo>
                  <a:lnTo>
                    <a:pt x="553" y="4"/>
                  </a:lnTo>
                  <a:lnTo>
                    <a:pt x="582" y="13"/>
                  </a:lnTo>
                  <a:lnTo>
                    <a:pt x="607" y="26"/>
                  </a:lnTo>
                  <a:lnTo>
                    <a:pt x="629" y="45"/>
                  </a:lnTo>
                  <a:lnTo>
                    <a:pt x="648" y="67"/>
                  </a:lnTo>
                  <a:lnTo>
                    <a:pt x="662" y="93"/>
                  </a:lnTo>
                  <a:lnTo>
                    <a:pt x="671" y="121"/>
                  </a:lnTo>
                  <a:lnTo>
                    <a:pt x="674" y="151"/>
                  </a:lnTo>
                  <a:lnTo>
                    <a:pt x="674" y="1806"/>
                  </a:lnTo>
                  <a:lnTo>
                    <a:pt x="671" y="1836"/>
                  </a:lnTo>
                  <a:lnTo>
                    <a:pt x="662" y="1864"/>
                  </a:lnTo>
                  <a:lnTo>
                    <a:pt x="648" y="1890"/>
                  </a:lnTo>
                  <a:lnTo>
                    <a:pt x="629" y="1912"/>
                  </a:lnTo>
                  <a:lnTo>
                    <a:pt x="607" y="1931"/>
                  </a:lnTo>
                  <a:lnTo>
                    <a:pt x="582" y="1944"/>
                  </a:lnTo>
                  <a:lnTo>
                    <a:pt x="553" y="1952"/>
                  </a:lnTo>
                  <a:lnTo>
                    <a:pt x="522" y="1956"/>
                  </a:lnTo>
                  <a:lnTo>
                    <a:pt x="152" y="1956"/>
                  </a:lnTo>
                  <a:lnTo>
                    <a:pt x="121" y="1952"/>
                  </a:lnTo>
                  <a:lnTo>
                    <a:pt x="93" y="1944"/>
                  </a:lnTo>
                  <a:lnTo>
                    <a:pt x="67" y="1931"/>
                  </a:lnTo>
                  <a:lnTo>
                    <a:pt x="45" y="1912"/>
                  </a:lnTo>
                  <a:lnTo>
                    <a:pt x="26" y="1890"/>
                  </a:lnTo>
                  <a:lnTo>
                    <a:pt x="13" y="1864"/>
                  </a:lnTo>
                  <a:lnTo>
                    <a:pt x="3" y="1836"/>
                  </a:lnTo>
                  <a:lnTo>
                    <a:pt x="0" y="1806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3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1" y="4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6" name="Freeform 122">
              <a:extLst>
                <a:ext uri="{FF2B5EF4-FFF2-40B4-BE49-F238E27FC236}">
                  <a16:creationId xmlns:a16="http://schemas.microsoft.com/office/drawing/2014/main" id="{49B9C6AA-FE83-446B-B81D-A0C3113C8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5525" y="5273676"/>
              <a:ext cx="98425" cy="217488"/>
            </a:xfrm>
            <a:custGeom>
              <a:avLst/>
              <a:gdLst>
                <a:gd name="T0" fmla="*/ 151 w 674"/>
                <a:gd name="T1" fmla="*/ 0 h 1504"/>
                <a:gd name="T2" fmla="*/ 522 w 674"/>
                <a:gd name="T3" fmla="*/ 0 h 1504"/>
                <a:gd name="T4" fmla="*/ 552 w 674"/>
                <a:gd name="T5" fmla="*/ 3 h 1504"/>
                <a:gd name="T6" fmla="*/ 582 w 674"/>
                <a:gd name="T7" fmla="*/ 12 h 1504"/>
                <a:gd name="T8" fmla="*/ 607 w 674"/>
                <a:gd name="T9" fmla="*/ 26 h 1504"/>
                <a:gd name="T10" fmla="*/ 630 w 674"/>
                <a:gd name="T11" fmla="*/ 44 h 1504"/>
                <a:gd name="T12" fmla="*/ 648 w 674"/>
                <a:gd name="T13" fmla="*/ 66 h 1504"/>
                <a:gd name="T14" fmla="*/ 662 w 674"/>
                <a:gd name="T15" fmla="*/ 92 h 1504"/>
                <a:gd name="T16" fmla="*/ 671 w 674"/>
                <a:gd name="T17" fmla="*/ 120 h 1504"/>
                <a:gd name="T18" fmla="*/ 674 w 674"/>
                <a:gd name="T19" fmla="*/ 151 h 1504"/>
                <a:gd name="T20" fmla="*/ 674 w 674"/>
                <a:gd name="T21" fmla="*/ 1354 h 1504"/>
                <a:gd name="T22" fmla="*/ 671 w 674"/>
                <a:gd name="T23" fmla="*/ 1384 h 1504"/>
                <a:gd name="T24" fmla="*/ 662 w 674"/>
                <a:gd name="T25" fmla="*/ 1412 h 1504"/>
                <a:gd name="T26" fmla="*/ 648 w 674"/>
                <a:gd name="T27" fmla="*/ 1438 h 1504"/>
                <a:gd name="T28" fmla="*/ 630 w 674"/>
                <a:gd name="T29" fmla="*/ 1460 h 1504"/>
                <a:gd name="T30" fmla="*/ 607 w 674"/>
                <a:gd name="T31" fmla="*/ 1479 h 1504"/>
                <a:gd name="T32" fmla="*/ 582 w 674"/>
                <a:gd name="T33" fmla="*/ 1492 h 1504"/>
                <a:gd name="T34" fmla="*/ 552 w 674"/>
                <a:gd name="T35" fmla="*/ 1500 h 1504"/>
                <a:gd name="T36" fmla="*/ 522 w 674"/>
                <a:gd name="T37" fmla="*/ 1504 h 1504"/>
                <a:gd name="T38" fmla="*/ 151 w 674"/>
                <a:gd name="T39" fmla="*/ 1504 h 1504"/>
                <a:gd name="T40" fmla="*/ 121 w 674"/>
                <a:gd name="T41" fmla="*/ 1500 h 1504"/>
                <a:gd name="T42" fmla="*/ 93 w 674"/>
                <a:gd name="T43" fmla="*/ 1492 h 1504"/>
                <a:gd name="T44" fmla="*/ 67 w 674"/>
                <a:gd name="T45" fmla="*/ 1479 h 1504"/>
                <a:gd name="T46" fmla="*/ 45 w 674"/>
                <a:gd name="T47" fmla="*/ 1460 h 1504"/>
                <a:gd name="T48" fmla="*/ 26 w 674"/>
                <a:gd name="T49" fmla="*/ 1438 h 1504"/>
                <a:gd name="T50" fmla="*/ 12 w 674"/>
                <a:gd name="T51" fmla="*/ 1412 h 1504"/>
                <a:gd name="T52" fmla="*/ 3 w 674"/>
                <a:gd name="T53" fmla="*/ 1384 h 1504"/>
                <a:gd name="T54" fmla="*/ 0 w 674"/>
                <a:gd name="T55" fmla="*/ 1354 h 1504"/>
                <a:gd name="T56" fmla="*/ 0 w 674"/>
                <a:gd name="T57" fmla="*/ 151 h 1504"/>
                <a:gd name="T58" fmla="*/ 3 w 674"/>
                <a:gd name="T59" fmla="*/ 120 h 1504"/>
                <a:gd name="T60" fmla="*/ 12 w 674"/>
                <a:gd name="T61" fmla="*/ 92 h 1504"/>
                <a:gd name="T62" fmla="*/ 26 w 674"/>
                <a:gd name="T63" fmla="*/ 66 h 1504"/>
                <a:gd name="T64" fmla="*/ 45 w 674"/>
                <a:gd name="T65" fmla="*/ 44 h 1504"/>
                <a:gd name="T66" fmla="*/ 67 w 674"/>
                <a:gd name="T67" fmla="*/ 26 h 1504"/>
                <a:gd name="T68" fmla="*/ 93 w 674"/>
                <a:gd name="T69" fmla="*/ 12 h 1504"/>
                <a:gd name="T70" fmla="*/ 121 w 674"/>
                <a:gd name="T71" fmla="*/ 3 h 1504"/>
                <a:gd name="T72" fmla="*/ 151 w 674"/>
                <a:gd name="T73" fmla="*/ 0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4" h="1504">
                  <a:moveTo>
                    <a:pt x="151" y="0"/>
                  </a:moveTo>
                  <a:lnTo>
                    <a:pt x="522" y="0"/>
                  </a:lnTo>
                  <a:lnTo>
                    <a:pt x="552" y="3"/>
                  </a:lnTo>
                  <a:lnTo>
                    <a:pt x="582" y="12"/>
                  </a:lnTo>
                  <a:lnTo>
                    <a:pt x="607" y="26"/>
                  </a:lnTo>
                  <a:lnTo>
                    <a:pt x="630" y="44"/>
                  </a:lnTo>
                  <a:lnTo>
                    <a:pt x="648" y="66"/>
                  </a:lnTo>
                  <a:lnTo>
                    <a:pt x="662" y="92"/>
                  </a:lnTo>
                  <a:lnTo>
                    <a:pt x="671" y="120"/>
                  </a:lnTo>
                  <a:lnTo>
                    <a:pt x="674" y="151"/>
                  </a:lnTo>
                  <a:lnTo>
                    <a:pt x="674" y="1354"/>
                  </a:lnTo>
                  <a:lnTo>
                    <a:pt x="671" y="1384"/>
                  </a:lnTo>
                  <a:lnTo>
                    <a:pt x="662" y="1412"/>
                  </a:lnTo>
                  <a:lnTo>
                    <a:pt x="648" y="1438"/>
                  </a:lnTo>
                  <a:lnTo>
                    <a:pt x="630" y="1460"/>
                  </a:lnTo>
                  <a:lnTo>
                    <a:pt x="607" y="1479"/>
                  </a:lnTo>
                  <a:lnTo>
                    <a:pt x="582" y="1492"/>
                  </a:lnTo>
                  <a:lnTo>
                    <a:pt x="552" y="1500"/>
                  </a:lnTo>
                  <a:lnTo>
                    <a:pt x="522" y="1504"/>
                  </a:lnTo>
                  <a:lnTo>
                    <a:pt x="151" y="1504"/>
                  </a:lnTo>
                  <a:lnTo>
                    <a:pt x="121" y="1500"/>
                  </a:lnTo>
                  <a:lnTo>
                    <a:pt x="93" y="1492"/>
                  </a:lnTo>
                  <a:lnTo>
                    <a:pt x="67" y="1479"/>
                  </a:lnTo>
                  <a:lnTo>
                    <a:pt x="45" y="1460"/>
                  </a:lnTo>
                  <a:lnTo>
                    <a:pt x="26" y="1438"/>
                  </a:lnTo>
                  <a:lnTo>
                    <a:pt x="12" y="1412"/>
                  </a:lnTo>
                  <a:lnTo>
                    <a:pt x="3" y="1384"/>
                  </a:lnTo>
                  <a:lnTo>
                    <a:pt x="0" y="1354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7" name="Freeform 123">
              <a:extLst>
                <a:ext uri="{FF2B5EF4-FFF2-40B4-BE49-F238E27FC236}">
                  <a16:creationId xmlns:a16="http://schemas.microsoft.com/office/drawing/2014/main" id="{0B5AB0AA-CA61-40A9-9F5F-E8E94161C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4113" y="5273676"/>
              <a:ext cx="96838" cy="217488"/>
            </a:xfrm>
            <a:custGeom>
              <a:avLst/>
              <a:gdLst>
                <a:gd name="T0" fmla="*/ 152 w 675"/>
                <a:gd name="T1" fmla="*/ 0 h 1504"/>
                <a:gd name="T2" fmla="*/ 523 w 675"/>
                <a:gd name="T3" fmla="*/ 0 h 1504"/>
                <a:gd name="T4" fmla="*/ 553 w 675"/>
                <a:gd name="T5" fmla="*/ 3 h 1504"/>
                <a:gd name="T6" fmla="*/ 581 w 675"/>
                <a:gd name="T7" fmla="*/ 12 h 1504"/>
                <a:gd name="T8" fmla="*/ 608 w 675"/>
                <a:gd name="T9" fmla="*/ 26 h 1504"/>
                <a:gd name="T10" fmla="*/ 630 w 675"/>
                <a:gd name="T11" fmla="*/ 44 h 1504"/>
                <a:gd name="T12" fmla="*/ 648 w 675"/>
                <a:gd name="T13" fmla="*/ 66 h 1504"/>
                <a:gd name="T14" fmla="*/ 662 w 675"/>
                <a:gd name="T15" fmla="*/ 92 h 1504"/>
                <a:gd name="T16" fmla="*/ 672 w 675"/>
                <a:gd name="T17" fmla="*/ 120 h 1504"/>
                <a:gd name="T18" fmla="*/ 675 w 675"/>
                <a:gd name="T19" fmla="*/ 151 h 1504"/>
                <a:gd name="T20" fmla="*/ 675 w 675"/>
                <a:gd name="T21" fmla="*/ 1354 h 1504"/>
                <a:gd name="T22" fmla="*/ 672 w 675"/>
                <a:gd name="T23" fmla="*/ 1384 h 1504"/>
                <a:gd name="T24" fmla="*/ 662 w 675"/>
                <a:gd name="T25" fmla="*/ 1412 h 1504"/>
                <a:gd name="T26" fmla="*/ 648 w 675"/>
                <a:gd name="T27" fmla="*/ 1438 h 1504"/>
                <a:gd name="T28" fmla="*/ 630 w 675"/>
                <a:gd name="T29" fmla="*/ 1460 h 1504"/>
                <a:gd name="T30" fmla="*/ 608 w 675"/>
                <a:gd name="T31" fmla="*/ 1479 h 1504"/>
                <a:gd name="T32" fmla="*/ 581 w 675"/>
                <a:gd name="T33" fmla="*/ 1492 h 1504"/>
                <a:gd name="T34" fmla="*/ 553 w 675"/>
                <a:gd name="T35" fmla="*/ 1500 h 1504"/>
                <a:gd name="T36" fmla="*/ 523 w 675"/>
                <a:gd name="T37" fmla="*/ 1504 h 1504"/>
                <a:gd name="T38" fmla="*/ 152 w 675"/>
                <a:gd name="T39" fmla="*/ 1504 h 1504"/>
                <a:gd name="T40" fmla="*/ 122 w 675"/>
                <a:gd name="T41" fmla="*/ 1500 h 1504"/>
                <a:gd name="T42" fmla="*/ 94 w 675"/>
                <a:gd name="T43" fmla="*/ 1492 h 1504"/>
                <a:gd name="T44" fmla="*/ 67 w 675"/>
                <a:gd name="T45" fmla="*/ 1479 h 1504"/>
                <a:gd name="T46" fmla="*/ 45 w 675"/>
                <a:gd name="T47" fmla="*/ 1460 h 1504"/>
                <a:gd name="T48" fmla="*/ 27 w 675"/>
                <a:gd name="T49" fmla="*/ 1438 h 1504"/>
                <a:gd name="T50" fmla="*/ 13 w 675"/>
                <a:gd name="T51" fmla="*/ 1412 h 1504"/>
                <a:gd name="T52" fmla="*/ 4 w 675"/>
                <a:gd name="T53" fmla="*/ 1384 h 1504"/>
                <a:gd name="T54" fmla="*/ 0 w 675"/>
                <a:gd name="T55" fmla="*/ 1354 h 1504"/>
                <a:gd name="T56" fmla="*/ 0 w 675"/>
                <a:gd name="T57" fmla="*/ 151 h 1504"/>
                <a:gd name="T58" fmla="*/ 4 w 675"/>
                <a:gd name="T59" fmla="*/ 120 h 1504"/>
                <a:gd name="T60" fmla="*/ 13 w 675"/>
                <a:gd name="T61" fmla="*/ 92 h 1504"/>
                <a:gd name="T62" fmla="*/ 27 w 675"/>
                <a:gd name="T63" fmla="*/ 66 h 1504"/>
                <a:gd name="T64" fmla="*/ 45 w 675"/>
                <a:gd name="T65" fmla="*/ 44 h 1504"/>
                <a:gd name="T66" fmla="*/ 67 w 675"/>
                <a:gd name="T67" fmla="*/ 26 h 1504"/>
                <a:gd name="T68" fmla="*/ 94 w 675"/>
                <a:gd name="T69" fmla="*/ 12 h 1504"/>
                <a:gd name="T70" fmla="*/ 122 w 675"/>
                <a:gd name="T71" fmla="*/ 3 h 1504"/>
                <a:gd name="T72" fmla="*/ 152 w 675"/>
                <a:gd name="T73" fmla="*/ 0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5" h="1504">
                  <a:moveTo>
                    <a:pt x="152" y="0"/>
                  </a:moveTo>
                  <a:lnTo>
                    <a:pt x="523" y="0"/>
                  </a:lnTo>
                  <a:lnTo>
                    <a:pt x="553" y="3"/>
                  </a:lnTo>
                  <a:lnTo>
                    <a:pt x="581" y="12"/>
                  </a:lnTo>
                  <a:lnTo>
                    <a:pt x="608" y="26"/>
                  </a:lnTo>
                  <a:lnTo>
                    <a:pt x="630" y="44"/>
                  </a:lnTo>
                  <a:lnTo>
                    <a:pt x="648" y="66"/>
                  </a:lnTo>
                  <a:lnTo>
                    <a:pt x="662" y="92"/>
                  </a:lnTo>
                  <a:lnTo>
                    <a:pt x="672" y="120"/>
                  </a:lnTo>
                  <a:lnTo>
                    <a:pt x="675" y="151"/>
                  </a:lnTo>
                  <a:lnTo>
                    <a:pt x="675" y="1354"/>
                  </a:lnTo>
                  <a:lnTo>
                    <a:pt x="672" y="1384"/>
                  </a:lnTo>
                  <a:lnTo>
                    <a:pt x="662" y="1412"/>
                  </a:lnTo>
                  <a:lnTo>
                    <a:pt x="648" y="1438"/>
                  </a:lnTo>
                  <a:lnTo>
                    <a:pt x="630" y="1460"/>
                  </a:lnTo>
                  <a:lnTo>
                    <a:pt x="608" y="1479"/>
                  </a:lnTo>
                  <a:lnTo>
                    <a:pt x="581" y="1492"/>
                  </a:lnTo>
                  <a:lnTo>
                    <a:pt x="553" y="1500"/>
                  </a:lnTo>
                  <a:lnTo>
                    <a:pt x="523" y="1504"/>
                  </a:lnTo>
                  <a:lnTo>
                    <a:pt x="152" y="1504"/>
                  </a:lnTo>
                  <a:lnTo>
                    <a:pt x="122" y="1500"/>
                  </a:lnTo>
                  <a:lnTo>
                    <a:pt x="94" y="1492"/>
                  </a:lnTo>
                  <a:lnTo>
                    <a:pt x="67" y="1479"/>
                  </a:lnTo>
                  <a:lnTo>
                    <a:pt x="45" y="1460"/>
                  </a:lnTo>
                  <a:lnTo>
                    <a:pt x="27" y="1438"/>
                  </a:lnTo>
                  <a:lnTo>
                    <a:pt x="13" y="1412"/>
                  </a:lnTo>
                  <a:lnTo>
                    <a:pt x="4" y="1384"/>
                  </a:lnTo>
                  <a:lnTo>
                    <a:pt x="0" y="1354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3" y="92"/>
                  </a:lnTo>
                  <a:lnTo>
                    <a:pt x="27" y="66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4" y="12"/>
                  </a:lnTo>
                  <a:lnTo>
                    <a:pt x="122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8" name="Freeform 124">
              <a:extLst>
                <a:ext uri="{FF2B5EF4-FFF2-40B4-BE49-F238E27FC236}">
                  <a16:creationId xmlns:a16="http://schemas.microsoft.com/office/drawing/2014/main" id="{8BEF3A83-7DD0-41DC-B513-5BFA9DC11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5208588"/>
              <a:ext cx="98425" cy="282575"/>
            </a:xfrm>
            <a:custGeom>
              <a:avLst/>
              <a:gdLst>
                <a:gd name="T0" fmla="*/ 152 w 674"/>
                <a:gd name="T1" fmla="*/ 0 h 1956"/>
                <a:gd name="T2" fmla="*/ 523 w 674"/>
                <a:gd name="T3" fmla="*/ 0 h 1956"/>
                <a:gd name="T4" fmla="*/ 553 w 674"/>
                <a:gd name="T5" fmla="*/ 4 h 1956"/>
                <a:gd name="T6" fmla="*/ 582 w 674"/>
                <a:gd name="T7" fmla="*/ 13 h 1956"/>
                <a:gd name="T8" fmla="*/ 607 w 674"/>
                <a:gd name="T9" fmla="*/ 26 h 1956"/>
                <a:gd name="T10" fmla="*/ 630 w 674"/>
                <a:gd name="T11" fmla="*/ 45 h 1956"/>
                <a:gd name="T12" fmla="*/ 648 w 674"/>
                <a:gd name="T13" fmla="*/ 67 h 1956"/>
                <a:gd name="T14" fmla="*/ 663 w 674"/>
                <a:gd name="T15" fmla="*/ 93 h 1956"/>
                <a:gd name="T16" fmla="*/ 671 w 674"/>
                <a:gd name="T17" fmla="*/ 121 h 1956"/>
                <a:gd name="T18" fmla="*/ 674 w 674"/>
                <a:gd name="T19" fmla="*/ 151 h 1956"/>
                <a:gd name="T20" fmla="*/ 674 w 674"/>
                <a:gd name="T21" fmla="*/ 1806 h 1956"/>
                <a:gd name="T22" fmla="*/ 671 w 674"/>
                <a:gd name="T23" fmla="*/ 1836 h 1956"/>
                <a:gd name="T24" fmla="*/ 663 w 674"/>
                <a:gd name="T25" fmla="*/ 1864 h 1956"/>
                <a:gd name="T26" fmla="*/ 648 w 674"/>
                <a:gd name="T27" fmla="*/ 1890 h 1956"/>
                <a:gd name="T28" fmla="*/ 630 w 674"/>
                <a:gd name="T29" fmla="*/ 1912 h 1956"/>
                <a:gd name="T30" fmla="*/ 607 w 674"/>
                <a:gd name="T31" fmla="*/ 1931 h 1956"/>
                <a:gd name="T32" fmla="*/ 582 w 674"/>
                <a:gd name="T33" fmla="*/ 1944 h 1956"/>
                <a:gd name="T34" fmla="*/ 553 w 674"/>
                <a:gd name="T35" fmla="*/ 1952 h 1956"/>
                <a:gd name="T36" fmla="*/ 523 w 674"/>
                <a:gd name="T37" fmla="*/ 1956 h 1956"/>
                <a:gd name="T38" fmla="*/ 152 w 674"/>
                <a:gd name="T39" fmla="*/ 1956 h 1956"/>
                <a:gd name="T40" fmla="*/ 122 w 674"/>
                <a:gd name="T41" fmla="*/ 1952 h 1956"/>
                <a:gd name="T42" fmla="*/ 93 w 674"/>
                <a:gd name="T43" fmla="*/ 1944 h 1956"/>
                <a:gd name="T44" fmla="*/ 67 w 674"/>
                <a:gd name="T45" fmla="*/ 1931 h 1956"/>
                <a:gd name="T46" fmla="*/ 45 w 674"/>
                <a:gd name="T47" fmla="*/ 1912 h 1956"/>
                <a:gd name="T48" fmla="*/ 26 w 674"/>
                <a:gd name="T49" fmla="*/ 1890 h 1956"/>
                <a:gd name="T50" fmla="*/ 13 w 674"/>
                <a:gd name="T51" fmla="*/ 1864 h 1956"/>
                <a:gd name="T52" fmla="*/ 3 w 674"/>
                <a:gd name="T53" fmla="*/ 1836 h 1956"/>
                <a:gd name="T54" fmla="*/ 0 w 674"/>
                <a:gd name="T55" fmla="*/ 1806 h 1956"/>
                <a:gd name="T56" fmla="*/ 0 w 674"/>
                <a:gd name="T57" fmla="*/ 151 h 1956"/>
                <a:gd name="T58" fmla="*/ 3 w 674"/>
                <a:gd name="T59" fmla="*/ 121 h 1956"/>
                <a:gd name="T60" fmla="*/ 13 w 674"/>
                <a:gd name="T61" fmla="*/ 93 h 1956"/>
                <a:gd name="T62" fmla="*/ 26 w 674"/>
                <a:gd name="T63" fmla="*/ 67 h 1956"/>
                <a:gd name="T64" fmla="*/ 45 w 674"/>
                <a:gd name="T65" fmla="*/ 45 h 1956"/>
                <a:gd name="T66" fmla="*/ 67 w 674"/>
                <a:gd name="T67" fmla="*/ 26 h 1956"/>
                <a:gd name="T68" fmla="*/ 93 w 674"/>
                <a:gd name="T69" fmla="*/ 13 h 1956"/>
                <a:gd name="T70" fmla="*/ 122 w 674"/>
                <a:gd name="T71" fmla="*/ 4 h 1956"/>
                <a:gd name="T72" fmla="*/ 152 w 674"/>
                <a:gd name="T73" fmla="*/ 0 h 1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74" h="1956">
                  <a:moveTo>
                    <a:pt x="152" y="0"/>
                  </a:moveTo>
                  <a:lnTo>
                    <a:pt x="523" y="0"/>
                  </a:lnTo>
                  <a:lnTo>
                    <a:pt x="553" y="4"/>
                  </a:lnTo>
                  <a:lnTo>
                    <a:pt x="582" y="13"/>
                  </a:lnTo>
                  <a:lnTo>
                    <a:pt x="607" y="26"/>
                  </a:lnTo>
                  <a:lnTo>
                    <a:pt x="630" y="45"/>
                  </a:lnTo>
                  <a:lnTo>
                    <a:pt x="648" y="67"/>
                  </a:lnTo>
                  <a:lnTo>
                    <a:pt x="663" y="93"/>
                  </a:lnTo>
                  <a:lnTo>
                    <a:pt x="671" y="121"/>
                  </a:lnTo>
                  <a:lnTo>
                    <a:pt x="674" y="151"/>
                  </a:lnTo>
                  <a:lnTo>
                    <a:pt x="674" y="1806"/>
                  </a:lnTo>
                  <a:lnTo>
                    <a:pt x="671" y="1836"/>
                  </a:lnTo>
                  <a:lnTo>
                    <a:pt x="663" y="1864"/>
                  </a:lnTo>
                  <a:lnTo>
                    <a:pt x="648" y="1890"/>
                  </a:lnTo>
                  <a:lnTo>
                    <a:pt x="630" y="1912"/>
                  </a:lnTo>
                  <a:lnTo>
                    <a:pt x="607" y="1931"/>
                  </a:lnTo>
                  <a:lnTo>
                    <a:pt x="582" y="1944"/>
                  </a:lnTo>
                  <a:lnTo>
                    <a:pt x="553" y="1952"/>
                  </a:lnTo>
                  <a:lnTo>
                    <a:pt x="523" y="1956"/>
                  </a:lnTo>
                  <a:lnTo>
                    <a:pt x="152" y="1956"/>
                  </a:lnTo>
                  <a:lnTo>
                    <a:pt x="122" y="1952"/>
                  </a:lnTo>
                  <a:lnTo>
                    <a:pt x="93" y="1944"/>
                  </a:lnTo>
                  <a:lnTo>
                    <a:pt x="67" y="1931"/>
                  </a:lnTo>
                  <a:lnTo>
                    <a:pt x="45" y="1912"/>
                  </a:lnTo>
                  <a:lnTo>
                    <a:pt x="26" y="1890"/>
                  </a:lnTo>
                  <a:lnTo>
                    <a:pt x="13" y="1864"/>
                  </a:lnTo>
                  <a:lnTo>
                    <a:pt x="3" y="1836"/>
                  </a:lnTo>
                  <a:lnTo>
                    <a:pt x="0" y="1806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3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2" y="4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9" name="Freeform 125">
              <a:extLst>
                <a:ext uri="{FF2B5EF4-FFF2-40B4-BE49-F238E27FC236}">
                  <a16:creationId xmlns:a16="http://schemas.microsoft.com/office/drawing/2014/main" id="{3A41BA2A-2AA0-420B-B745-40A400786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4588" y="5145088"/>
              <a:ext cx="25400" cy="38100"/>
            </a:xfrm>
            <a:custGeom>
              <a:avLst/>
              <a:gdLst>
                <a:gd name="T0" fmla="*/ 0 w 169"/>
                <a:gd name="T1" fmla="*/ 0 h 271"/>
                <a:gd name="T2" fmla="*/ 21 w 169"/>
                <a:gd name="T3" fmla="*/ 5 h 271"/>
                <a:gd name="T4" fmla="*/ 42 w 169"/>
                <a:gd name="T5" fmla="*/ 11 h 271"/>
                <a:gd name="T6" fmla="*/ 62 w 169"/>
                <a:gd name="T7" fmla="*/ 17 h 271"/>
                <a:gd name="T8" fmla="*/ 83 w 169"/>
                <a:gd name="T9" fmla="*/ 25 h 271"/>
                <a:gd name="T10" fmla="*/ 103 w 169"/>
                <a:gd name="T11" fmla="*/ 35 h 271"/>
                <a:gd name="T12" fmla="*/ 121 w 169"/>
                <a:gd name="T13" fmla="*/ 46 h 271"/>
                <a:gd name="T14" fmla="*/ 137 w 169"/>
                <a:gd name="T15" fmla="*/ 58 h 271"/>
                <a:gd name="T16" fmla="*/ 150 w 169"/>
                <a:gd name="T17" fmla="*/ 74 h 271"/>
                <a:gd name="T18" fmla="*/ 161 w 169"/>
                <a:gd name="T19" fmla="*/ 93 h 271"/>
                <a:gd name="T20" fmla="*/ 167 w 169"/>
                <a:gd name="T21" fmla="*/ 114 h 271"/>
                <a:gd name="T22" fmla="*/ 169 w 169"/>
                <a:gd name="T23" fmla="*/ 136 h 271"/>
                <a:gd name="T24" fmla="*/ 167 w 169"/>
                <a:gd name="T25" fmla="*/ 160 h 271"/>
                <a:gd name="T26" fmla="*/ 161 w 169"/>
                <a:gd name="T27" fmla="*/ 181 h 271"/>
                <a:gd name="T28" fmla="*/ 151 w 169"/>
                <a:gd name="T29" fmla="*/ 200 h 271"/>
                <a:gd name="T30" fmla="*/ 139 w 169"/>
                <a:gd name="T31" fmla="*/ 215 h 271"/>
                <a:gd name="T32" fmla="*/ 124 w 169"/>
                <a:gd name="T33" fmla="*/ 230 h 271"/>
                <a:gd name="T34" fmla="*/ 106 w 169"/>
                <a:gd name="T35" fmla="*/ 241 h 271"/>
                <a:gd name="T36" fmla="*/ 88 w 169"/>
                <a:gd name="T37" fmla="*/ 251 h 271"/>
                <a:gd name="T38" fmla="*/ 67 w 169"/>
                <a:gd name="T39" fmla="*/ 259 h 271"/>
                <a:gd name="T40" fmla="*/ 45 w 169"/>
                <a:gd name="T41" fmla="*/ 264 h 271"/>
                <a:gd name="T42" fmla="*/ 23 w 169"/>
                <a:gd name="T43" fmla="*/ 269 h 271"/>
                <a:gd name="T44" fmla="*/ 0 w 169"/>
                <a:gd name="T45" fmla="*/ 271 h 271"/>
                <a:gd name="T46" fmla="*/ 0 w 169"/>
                <a:gd name="T47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9" h="271">
                  <a:moveTo>
                    <a:pt x="0" y="0"/>
                  </a:moveTo>
                  <a:lnTo>
                    <a:pt x="21" y="5"/>
                  </a:lnTo>
                  <a:lnTo>
                    <a:pt x="42" y="11"/>
                  </a:lnTo>
                  <a:lnTo>
                    <a:pt x="62" y="17"/>
                  </a:lnTo>
                  <a:lnTo>
                    <a:pt x="83" y="25"/>
                  </a:lnTo>
                  <a:lnTo>
                    <a:pt x="103" y="35"/>
                  </a:lnTo>
                  <a:lnTo>
                    <a:pt x="121" y="46"/>
                  </a:lnTo>
                  <a:lnTo>
                    <a:pt x="137" y="58"/>
                  </a:lnTo>
                  <a:lnTo>
                    <a:pt x="150" y="74"/>
                  </a:lnTo>
                  <a:lnTo>
                    <a:pt x="161" y="93"/>
                  </a:lnTo>
                  <a:lnTo>
                    <a:pt x="167" y="114"/>
                  </a:lnTo>
                  <a:lnTo>
                    <a:pt x="169" y="136"/>
                  </a:lnTo>
                  <a:lnTo>
                    <a:pt x="167" y="160"/>
                  </a:lnTo>
                  <a:lnTo>
                    <a:pt x="161" y="181"/>
                  </a:lnTo>
                  <a:lnTo>
                    <a:pt x="151" y="200"/>
                  </a:lnTo>
                  <a:lnTo>
                    <a:pt x="139" y="215"/>
                  </a:lnTo>
                  <a:lnTo>
                    <a:pt x="124" y="230"/>
                  </a:lnTo>
                  <a:lnTo>
                    <a:pt x="106" y="241"/>
                  </a:lnTo>
                  <a:lnTo>
                    <a:pt x="88" y="251"/>
                  </a:lnTo>
                  <a:lnTo>
                    <a:pt x="67" y="259"/>
                  </a:lnTo>
                  <a:lnTo>
                    <a:pt x="45" y="264"/>
                  </a:lnTo>
                  <a:lnTo>
                    <a:pt x="23" y="269"/>
                  </a:lnTo>
                  <a:lnTo>
                    <a:pt x="0" y="2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0" name="Freeform 126">
              <a:extLst>
                <a:ext uri="{FF2B5EF4-FFF2-40B4-BE49-F238E27FC236}">
                  <a16:creationId xmlns:a16="http://schemas.microsoft.com/office/drawing/2014/main" id="{9E2A027E-29DE-47B2-910B-00412E989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5080001"/>
              <a:ext cx="22225" cy="36513"/>
            </a:xfrm>
            <a:custGeom>
              <a:avLst/>
              <a:gdLst>
                <a:gd name="T0" fmla="*/ 154 w 154"/>
                <a:gd name="T1" fmla="*/ 0 h 246"/>
                <a:gd name="T2" fmla="*/ 154 w 154"/>
                <a:gd name="T3" fmla="*/ 246 h 246"/>
                <a:gd name="T4" fmla="*/ 118 w 154"/>
                <a:gd name="T5" fmla="*/ 237 h 246"/>
                <a:gd name="T6" fmla="*/ 87 w 154"/>
                <a:gd name="T7" fmla="*/ 227 h 246"/>
                <a:gd name="T8" fmla="*/ 60 w 154"/>
                <a:gd name="T9" fmla="*/ 214 h 246"/>
                <a:gd name="T10" fmla="*/ 39 w 154"/>
                <a:gd name="T11" fmla="*/ 200 h 246"/>
                <a:gd name="T12" fmla="*/ 21 w 154"/>
                <a:gd name="T13" fmla="*/ 182 h 246"/>
                <a:gd name="T14" fmla="*/ 9 w 154"/>
                <a:gd name="T15" fmla="*/ 164 h 246"/>
                <a:gd name="T16" fmla="*/ 2 w 154"/>
                <a:gd name="T17" fmla="*/ 142 h 246"/>
                <a:gd name="T18" fmla="*/ 0 w 154"/>
                <a:gd name="T19" fmla="*/ 117 h 246"/>
                <a:gd name="T20" fmla="*/ 2 w 154"/>
                <a:gd name="T21" fmla="*/ 96 h 246"/>
                <a:gd name="T22" fmla="*/ 11 w 154"/>
                <a:gd name="T23" fmla="*/ 75 h 246"/>
                <a:gd name="T24" fmla="*/ 24 w 154"/>
                <a:gd name="T25" fmla="*/ 55 h 246"/>
                <a:gd name="T26" fmla="*/ 42 w 154"/>
                <a:gd name="T27" fmla="*/ 38 h 246"/>
                <a:gd name="T28" fmla="*/ 64 w 154"/>
                <a:gd name="T29" fmla="*/ 23 h 246"/>
                <a:gd name="T30" fmla="*/ 91 w 154"/>
                <a:gd name="T31" fmla="*/ 12 h 246"/>
                <a:gd name="T32" fmla="*/ 120 w 154"/>
                <a:gd name="T33" fmla="*/ 4 h 246"/>
                <a:gd name="T34" fmla="*/ 154 w 154"/>
                <a:gd name="T35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4" h="246">
                  <a:moveTo>
                    <a:pt x="154" y="0"/>
                  </a:moveTo>
                  <a:lnTo>
                    <a:pt x="154" y="246"/>
                  </a:lnTo>
                  <a:lnTo>
                    <a:pt x="118" y="237"/>
                  </a:lnTo>
                  <a:lnTo>
                    <a:pt x="87" y="227"/>
                  </a:lnTo>
                  <a:lnTo>
                    <a:pt x="60" y="214"/>
                  </a:lnTo>
                  <a:lnTo>
                    <a:pt x="39" y="200"/>
                  </a:lnTo>
                  <a:lnTo>
                    <a:pt x="21" y="182"/>
                  </a:lnTo>
                  <a:lnTo>
                    <a:pt x="9" y="164"/>
                  </a:lnTo>
                  <a:lnTo>
                    <a:pt x="2" y="142"/>
                  </a:lnTo>
                  <a:lnTo>
                    <a:pt x="0" y="117"/>
                  </a:lnTo>
                  <a:lnTo>
                    <a:pt x="2" y="96"/>
                  </a:lnTo>
                  <a:lnTo>
                    <a:pt x="11" y="75"/>
                  </a:lnTo>
                  <a:lnTo>
                    <a:pt x="24" y="55"/>
                  </a:lnTo>
                  <a:lnTo>
                    <a:pt x="42" y="38"/>
                  </a:lnTo>
                  <a:lnTo>
                    <a:pt x="64" y="23"/>
                  </a:lnTo>
                  <a:lnTo>
                    <a:pt x="91" y="12"/>
                  </a:lnTo>
                  <a:lnTo>
                    <a:pt x="120" y="4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1" name="Freeform 127">
              <a:extLst>
                <a:ext uri="{FF2B5EF4-FFF2-40B4-BE49-F238E27FC236}">
                  <a16:creationId xmlns:a16="http://schemas.microsoft.com/office/drawing/2014/main" id="{2F87999C-309F-41F1-83E3-A80418DA13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9175" y="5013326"/>
              <a:ext cx="239713" cy="239713"/>
            </a:xfrm>
            <a:custGeom>
              <a:avLst/>
              <a:gdLst>
                <a:gd name="T0" fmla="*/ 802 w 1665"/>
                <a:gd name="T1" fmla="*/ 227 h 1654"/>
                <a:gd name="T2" fmla="*/ 758 w 1665"/>
                <a:gd name="T3" fmla="*/ 329 h 1654"/>
                <a:gd name="T4" fmla="*/ 622 w 1665"/>
                <a:gd name="T5" fmla="*/ 366 h 1654"/>
                <a:gd name="T6" fmla="*/ 520 w 1665"/>
                <a:gd name="T7" fmla="*/ 449 h 1654"/>
                <a:gd name="T8" fmla="*/ 469 w 1665"/>
                <a:gd name="T9" fmla="*/ 575 h 1654"/>
                <a:gd name="T10" fmla="*/ 489 w 1665"/>
                <a:gd name="T11" fmla="*/ 716 h 1654"/>
                <a:gd name="T12" fmla="*/ 585 w 1665"/>
                <a:gd name="T13" fmla="*/ 817 h 1654"/>
                <a:gd name="T14" fmla="*/ 745 w 1665"/>
                <a:gd name="T15" fmla="*/ 881 h 1654"/>
                <a:gd name="T16" fmla="*/ 735 w 1665"/>
                <a:gd name="T17" fmla="*/ 1169 h 1654"/>
                <a:gd name="T18" fmla="*/ 665 w 1665"/>
                <a:gd name="T19" fmla="*/ 1130 h 1654"/>
                <a:gd name="T20" fmla="*/ 635 w 1665"/>
                <a:gd name="T21" fmla="*/ 1075 h 1654"/>
                <a:gd name="T22" fmla="*/ 613 w 1665"/>
                <a:gd name="T23" fmla="*/ 1020 h 1654"/>
                <a:gd name="T24" fmla="*/ 570 w 1665"/>
                <a:gd name="T25" fmla="*/ 984 h 1654"/>
                <a:gd name="T26" fmla="*/ 491 w 1665"/>
                <a:gd name="T27" fmla="*/ 986 h 1654"/>
                <a:gd name="T28" fmla="*/ 448 w 1665"/>
                <a:gd name="T29" fmla="*/ 1042 h 1654"/>
                <a:gd name="T30" fmla="*/ 462 w 1665"/>
                <a:gd name="T31" fmla="*/ 1137 h 1654"/>
                <a:gd name="T32" fmla="*/ 533 w 1665"/>
                <a:gd name="T33" fmla="*/ 1229 h 1654"/>
                <a:gd name="T34" fmla="*/ 661 w 1665"/>
                <a:gd name="T35" fmla="*/ 1296 h 1654"/>
                <a:gd name="T36" fmla="*/ 794 w 1665"/>
                <a:gd name="T37" fmla="*/ 1401 h 1654"/>
                <a:gd name="T38" fmla="*/ 822 w 1665"/>
                <a:gd name="T39" fmla="*/ 1445 h 1654"/>
                <a:gd name="T40" fmla="*/ 869 w 1665"/>
                <a:gd name="T41" fmla="*/ 1428 h 1654"/>
                <a:gd name="T42" fmla="*/ 923 w 1665"/>
                <a:gd name="T43" fmla="*/ 1312 h 1654"/>
                <a:gd name="T44" fmla="*/ 1080 w 1665"/>
                <a:gd name="T45" fmla="*/ 1266 h 1654"/>
                <a:gd name="T46" fmla="*/ 1182 w 1665"/>
                <a:gd name="T47" fmla="*/ 1171 h 1654"/>
                <a:gd name="T48" fmla="*/ 1220 w 1665"/>
                <a:gd name="T49" fmla="*/ 1028 h 1654"/>
                <a:gd name="T50" fmla="*/ 1192 w 1665"/>
                <a:gd name="T51" fmla="*/ 897 h 1654"/>
                <a:gd name="T52" fmla="*/ 1116 w 1665"/>
                <a:gd name="T53" fmla="*/ 813 h 1654"/>
                <a:gd name="T54" fmla="*/ 1008 w 1665"/>
                <a:gd name="T55" fmla="*/ 760 h 1654"/>
                <a:gd name="T56" fmla="*/ 877 w 1665"/>
                <a:gd name="T57" fmla="*/ 725 h 1654"/>
                <a:gd name="T58" fmla="*/ 952 w 1665"/>
                <a:gd name="T59" fmla="*/ 483 h 1654"/>
                <a:gd name="T60" fmla="*/ 1015 w 1665"/>
                <a:gd name="T61" fmla="*/ 534 h 1654"/>
                <a:gd name="T62" fmla="*/ 1061 w 1665"/>
                <a:gd name="T63" fmla="*/ 589 h 1654"/>
                <a:gd name="T64" fmla="*/ 1117 w 1665"/>
                <a:gd name="T65" fmla="*/ 615 h 1654"/>
                <a:gd name="T66" fmla="*/ 1186 w 1665"/>
                <a:gd name="T67" fmla="*/ 586 h 1654"/>
                <a:gd name="T68" fmla="*/ 1201 w 1665"/>
                <a:gd name="T69" fmla="*/ 505 h 1654"/>
                <a:gd name="T70" fmla="*/ 1144 w 1665"/>
                <a:gd name="T71" fmla="*/ 418 h 1654"/>
                <a:gd name="T72" fmla="*/ 1039 w 1665"/>
                <a:gd name="T73" fmla="*/ 361 h 1654"/>
                <a:gd name="T74" fmla="*/ 925 w 1665"/>
                <a:gd name="T75" fmla="*/ 331 h 1654"/>
                <a:gd name="T76" fmla="*/ 875 w 1665"/>
                <a:gd name="T77" fmla="*/ 240 h 1654"/>
                <a:gd name="T78" fmla="*/ 835 w 1665"/>
                <a:gd name="T79" fmla="*/ 207 h 1654"/>
                <a:gd name="T80" fmla="*/ 1043 w 1665"/>
                <a:gd name="T81" fmla="*/ 27 h 1654"/>
                <a:gd name="T82" fmla="*/ 1291 w 1665"/>
                <a:gd name="T83" fmla="*/ 138 h 1654"/>
                <a:gd name="T84" fmla="*/ 1488 w 1665"/>
                <a:gd name="T85" fmla="*/ 318 h 1654"/>
                <a:gd name="T86" fmla="*/ 1619 w 1665"/>
                <a:gd name="T87" fmla="*/ 554 h 1654"/>
                <a:gd name="T88" fmla="*/ 1665 w 1665"/>
                <a:gd name="T89" fmla="*/ 827 h 1654"/>
                <a:gd name="T90" fmla="*/ 1619 w 1665"/>
                <a:gd name="T91" fmla="*/ 1102 h 1654"/>
                <a:gd name="T92" fmla="*/ 1488 w 1665"/>
                <a:gd name="T93" fmla="*/ 1337 h 1654"/>
                <a:gd name="T94" fmla="*/ 1291 w 1665"/>
                <a:gd name="T95" fmla="*/ 1518 h 1654"/>
                <a:gd name="T96" fmla="*/ 1043 w 1665"/>
                <a:gd name="T97" fmla="*/ 1628 h 1654"/>
                <a:gd name="T98" fmla="*/ 761 w 1665"/>
                <a:gd name="T99" fmla="*/ 1652 h 1654"/>
                <a:gd name="T100" fmla="*/ 493 w 1665"/>
                <a:gd name="T101" fmla="*/ 1582 h 1654"/>
                <a:gd name="T102" fmla="*/ 268 w 1665"/>
                <a:gd name="T103" fmla="*/ 1435 h 1654"/>
                <a:gd name="T104" fmla="*/ 103 w 1665"/>
                <a:gd name="T105" fmla="*/ 1224 h 1654"/>
                <a:gd name="T106" fmla="*/ 12 w 1665"/>
                <a:gd name="T107" fmla="*/ 969 h 1654"/>
                <a:gd name="T108" fmla="*/ 12 w 1665"/>
                <a:gd name="T109" fmla="*/ 687 h 1654"/>
                <a:gd name="T110" fmla="*/ 103 w 1665"/>
                <a:gd name="T111" fmla="*/ 430 h 1654"/>
                <a:gd name="T112" fmla="*/ 268 w 1665"/>
                <a:gd name="T113" fmla="*/ 220 h 1654"/>
                <a:gd name="T114" fmla="*/ 493 w 1665"/>
                <a:gd name="T115" fmla="*/ 72 h 1654"/>
                <a:gd name="T116" fmla="*/ 761 w 1665"/>
                <a:gd name="T117" fmla="*/ 3 h 1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65" h="1654">
                  <a:moveTo>
                    <a:pt x="835" y="207"/>
                  </a:moveTo>
                  <a:lnTo>
                    <a:pt x="822" y="209"/>
                  </a:lnTo>
                  <a:lnTo>
                    <a:pt x="811" y="217"/>
                  </a:lnTo>
                  <a:lnTo>
                    <a:pt x="802" y="227"/>
                  </a:lnTo>
                  <a:lnTo>
                    <a:pt x="796" y="240"/>
                  </a:lnTo>
                  <a:lnTo>
                    <a:pt x="794" y="254"/>
                  </a:lnTo>
                  <a:lnTo>
                    <a:pt x="794" y="327"/>
                  </a:lnTo>
                  <a:lnTo>
                    <a:pt x="758" y="329"/>
                  </a:lnTo>
                  <a:lnTo>
                    <a:pt x="722" y="334"/>
                  </a:lnTo>
                  <a:lnTo>
                    <a:pt x="687" y="343"/>
                  </a:lnTo>
                  <a:lnTo>
                    <a:pt x="655" y="353"/>
                  </a:lnTo>
                  <a:lnTo>
                    <a:pt x="622" y="366"/>
                  </a:lnTo>
                  <a:lnTo>
                    <a:pt x="593" y="383"/>
                  </a:lnTo>
                  <a:lnTo>
                    <a:pt x="566" y="402"/>
                  </a:lnTo>
                  <a:lnTo>
                    <a:pt x="542" y="424"/>
                  </a:lnTo>
                  <a:lnTo>
                    <a:pt x="520" y="449"/>
                  </a:lnTo>
                  <a:lnTo>
                    <a:pt x="502" y="477"/>
                  </a:lnTo>
                  <a:lnTo>
                    <a:pt x="487" y="507"/>
                  </a:lnTo>
                  <a:lnTo>
                    <a:pt x="476" y="539"/>
                  </a:lnTo>
                  <a:lnTo>
                    <a:pt x="469" y="575"/>
                  </a:lnTo>
                  <a:lnTo>
                    <a:pt x="466" y="614"/>
                  </a:lnTo>
                  <a:lnTo>
                    <a:pt x="469" y="650"/>
                  </a:lnTo>
                  <a:lnTo>
                    <a:pt x="477" y="685"/>
                  </a:lnTo>
                  <a:lnTo>
                    <a:pt x="489" y="716"/>
                  </a:lnTo>
                  <a:lnTo>
                    <a:pt x="506" y="745"/>
                  </a:lnTo>
                  <a:lnTo>
                    <a:pt x="528" y="771"/>
                  </a:lnTo>
                  <a:lnTo>
                    <a:pt x="554" y="796"/>
                  </a:lnTo>
                  <a:lnTo>
                    <a:pt x="585" y="817"/>
                  </a:lnTo>
                  <a:lnTo>
                    <a:pt x="619" y="837"/>
                  </a:lnTo>
                  <a:lnTo>
                    <a:pt x="657" y="853"/>
                  </a:lnTo>
                  <a:lnTo>
                    <a:pt x="700" y="869"/>
                  </a:lnTo>
                  <a:lnTo>
                    <a:pt x="745" y="881"/>
                  </a:lnTo>
                  <a:lnTo>
                    <a:pt x="794" y="892"/>
                  </a:lnTo>
                  <a:lnTo>
                    <a:pt x="794" y="1177"/>
                  </a:lnTo>
                  <a:lnTo>
                    <a:pt x="763" y="1175"/>
                  </a:lnTo>
                  <a:lnTo>
                    <a:pt x="735" y="1169"/>
                  </a:lnTo>
                  <a:lnTo>
                    <a:pt x="712" y="1162"/>
                  </a:lnTo>
                  <a:lnTo>
                    <a:pt x="693" y="1153"/>
                  </a:lnTo>
                  <a:lnTo>
                    <a:pt x="679" y="1142"/>
                  </a:lnTo>
                  <a:lnTo>
                    <a:pt x="665" y="1130"/>
                  </a:lnTo>
                  <a:lnTo>
                    <a:pt x="656" y="1116"/>
                  </a:lnTo>
                  <a:lnTo>
                    <a:pt x="647" y="1103"/>
                  </a:lnTo>
                  <a:lnTo>
                    <a:pt x="640" y="1088"/>
                  </a:lnTo>
                  <a:lnTo>
                    <a:pt x="635" y="1075"/>
                  </a:lnTo>
                  <a:lnTo>
                    <a:pt x="630" y="1060"/>
                  </a:lnTo>
                  <a:lnTo>
                    <a:pt x="624" y="1046"/>
                  </a:lnTo>
                  <a:lnTo>
                    <a:pt x="619" y="1032"/>
                  </a:lnTo>
                  <a:lnTo>
                    <a:pt x="613" y="1020"/>
                  </a:lnTo>
                  <a:lnTo>
                    <a:pt x="605" y="1008"/>
                  </a:lnTo>
                  <a:lnTo>
                    <a:pt x="596" y="999"/>
                  </a:lnTo>
                  <a:lnTo>
                    <a:pt x="585" y="990"/>
                  </a:lnTo>
                  <a:lnTo>
                    <a:pt x="570" y="984"/>
                  </a:lnTo>
                  <a:lnTo>
                    <a:pt x="552" y="980"/>
                  </a:lnTo>
                  <a:lnTo>
                    <a:pt x="531" y="979"/>
                  </a:lnTo>
                  <a:lnTo>
                    <a:pt x="510" y="980"/>
                  </a:lnTo>
                  <a:lnTo>
                    <a:pt x="491" y="986"/>
                  </a:lnTo>
                  <a:lnTo>
                    <a:pt x="476" y="996"/>
                  </a:lnTo>
                  <a:lnTo>
                    <a:pt x="463" y="1008"/>
                  </a:lnTo>
                  <a:lnTo>
                    <a:pt x="454" y="1024"/>
                  </a:lnTo>
                  <a:lnTo>
                    <a:pt x="448" y="1042"/>
                  </a:lnTo>
                  <a:lnTo>
                    <a:pt x="446" y="1065"/>
                  </a:lnTo>
                  <a:lnTo>
                    <a:pt x="447" y="1088"/>
                  </a:lnTo>
                  <a:lnTo>
                    <a:pt x="453" y="1112"/>
                  </a:lnTo>
                  <a:lnTo>
                    <a:pt x="462" y="1137"/>
                  </a:lnTo>
                  <a:lnTo>
                    <a:pt x="475" y="1161"/>
                  </a:lnTo>
                  <a:lnTo>
                    <a:pt x="490" y="1185"/>
                  </a:lnTo>
                  <a:lnTo>
                    <a:pt x="510" y="1208"/>
                  </a:lnTo>
                  <a:lnTo>
                    <a:pt x="533" y="1229"/>
                  </a:lnTo>
                  <a:lnTo>
                    <a:pt x="559" y="1249"/>
                  </a:lnTo>
                  <a:lnTo>
                    <a:pt x="590" y="1267"/>
                  </a:lnTo>
                  <a:lnTo>
                    <a:pt x="623" y="1283"/>
                  </a:lnTo>
                  <a:lnTo>
                    <a:pt x="661" y="1296"/>
                  </a:lnTo>
                  <a:lnTo>
                    <a:pt x="702" y="1307"/>
                  </a:lnTo>
                  <a:lnTo>
                    <a:pt x="746" y="1313"/>
                  </a:lnTo>
                  <a:lnTo>
                    <a:pt x="794" y="1317"/>
                  </a:lnTo>
                  <a:lnTo>
                    <a:pt x="794" y="1401"/>
                  </a:lnTo>
                  <a:lnTo>
                    <a:pt x="796" y="1415"/>
                  </a:lnTo>
                  <a:lnTo>
                    <a:pt x="802" y="1428"/>
                  </a:lnTo>
                  <a:lnTo>
                    <a:pt x="811" y="1439"/>
                  </a:lnTo>
                  <a:lnTo>
                    <a:pt x="822" y="1445"/>
                  </a:lnTo>
                  <a:lnTo>
                    <a:pt x="835" y="1448"/>
                  </a:lnTo>
                  <a:lnTo>
                    <a:pt x="848" y="1445"/>
                  </a:lnTo>
                  <a:lnTo>
                    <a:pt x="860" y="1439"/>
                  </a:lnTo>
                  <a:lnTo>
                    <a:pt x="869" y="1428"/>
                  </a:lnTo>
                  <a:lnTo>
                    <a:pt x="875" y="1415"/>
                  </a:lnTo>
                  <a:lnTo>
                    <a:pt x="877" y="1401"/>
                  </a:lnTo>
                  <a:lnTo>
                    <a:pt x="877" y="1317"/>
                  </a:lnTo>
                  <a:lnTo>
                    <a:pt x="923" y="1312"/>
                  </a:lnTo>
                  <a:lnTo>
                    <a:pt x="967" y="1305"/>
                  </a:lnTo>
                  <a:lnTo>
                    <a:pt x="1008" y="1295"/>
                  </a:lnTo>
                  <a:lnTo>
                    <a:pt x="1045" y="1282"/>
                  </a:lnTo>
                  <a:lnTo>
                    <a:pt x="1080" y="1266"/>
                  </a:lnTo>
                  <a:lnTo>
                    <a:pt x="1111" y="1247"/>
                  </a:lnTo>
                  <a:lnTo>
                    <a:pt x="1138" y="1225"/>
                  </a:lnTo>
                  <a:lnTo>
                    <a:pt x="1162" y="1199"/>
                  </a:lnTo>
                  <a:lnTo>
                    <a:pt x="1182" y="1171"/>
                  </a:lnTo>
                  <a:lnTo>
                    <a:pt x="1198" y="1140"/>
                  </a:lnTo>
                  <a:lnTo>
                    <a:pt x="1211" y="1106"/>
                  </a:lnTo>
                  <a:lnTo>
                    <a:pt x="1217" y="1068"/>
                  </a:lnTo>
                  <a:lnTo>
                    <a:pt x="1220" y="1028"/>
                  </a:lnTo>
                  <a:lnTo>
                    <a:pt x="1218" y="990"/>
                  </a:lnTo>
                  <a:lnTo>
                    <a:pt x="1213" y="956"/>
                  </a:lnTo>
                  <a:lnTo>
                    <a:pt x="1203" y="925"/>
                  </a:lnTo>
                  <a:lnTo>
                    <a:pt x="1192" y="897"/>
                  </a:lnTo>
                  <a:lnTo>
                    <a:pt x="1177" y="872"/>
                  </a:lnTo>
                  <a:lnTo>
                    <a:pt x="1159" y="850"/>
                  </a:lnTo>
                  <a:lnTo>
                    <a:pt x="1139" y="830"/>
                  </a:lnTo>
                  <a:lnTo>
                    <a:pt x="1116" y="813"/>
                  </a:lnTo>
                  <a:lnTo>
                    <a:pt x="1091" y="797"/>
                  </a:lnTo>
                  <a:lnTo>
                    <a:pt x="1065" y="782"/>
                  </a:lnTo>
                  <a:lnTo>
                    <a:pt x="1037" y="770"/>
                  </a:lnTo>
                  <a:lnTo>
                    <a:pt x="1008" y="760"/>
                  </a:lnTo>
                  <a:lnTo>
                    <a:pt x="976" y="750"/>
                  </a:lnTo>
                  <a:lnTo>
                    <a:pt x="944" y="741"/>
                  </a:lnTo>
                  <a:lnTo>
                    <a:pt x="910" y="733"/>
                  </a:lnTo>
                  <a:lnTo>
                    <a:pt x="877" y="725"/>
                  </a:lnTo>
                  <a:lnTo>
                    <a:pt x="877" y="466"/>
                  </a:lnTo>
                  <a:lnTo>
                    <a:pt x="905" y="468"/>
                  </a:lnTo>
                  <a:lnTo>
                    <a:pt x="930" y="475"/>
                  </a:lnTo>
                  <a:lnTo>
                    <a:pt x="952" y="483"/>
                  </a:lnTo>
                  <a:lnTo>
                    <a:pt x="971" y="493"/>
                  </a:lnTo>
                  <a:lnTo>
                    <a:pt x="988" y="506"/>
                  </a:lnTo>
                  <a:lnTo>
                    <a:pt x="1001" y="519"/>
                  </a:lnTo>
                  <a:lnTo>
                    <a:pt x="1015" y="534"/>
                  </a:lnTo>
                  <a:lnTo>
                    <a:pt x="1026" y="548"/>
                  </a:lnTo>
                  <a:lnTo>
                    <a:pt x="1038" y="563"/>
                  </a:lnTo>
                  <a:lnTo>
                    <a:pt x="1049" y="577"/>
                  </a:lnTo>
                  <a:lnTo>
                    <a:pt x="1061" y="589"/>
                  </a:lnTo>
                  <a:lnTo>
                    <a:pt x="1072" y="599"/>
                  </a:lnTo>
                  <a:lnTo>
                    <a:pt x="1086" y="608"/>
                  </a:lnTo>
                  <a:lnTo>
                    <a:pt x="1101" y="613"/>
                  </a:lnTo>
                  <a:lnTo>
                    <a:pt x="1117" y="615"/>
                  </a:lnTo>
                  <a:lnTo>
                    <a:pt x="1137" y="613"/>
                  </a:lnTo>
                  <a:lnTo>
                    <a:pt x="1155" y="608"/>
                  </a:lnTo>
                  <a:lnTo>
                    <a:pt x="1172" y="598"/>
                  </a:lnTo>
                  <a:lnTo>
                    <a:pt x="1186" y="586"/>
                  </a:lnTo>
                  <a:lnTo>
                    <a:pt x="1195" y="570"/>
                  </a:lnTo>
                  <a:lnTo>
                    <a:pt x="1202" y="552"/>
                  </a:lnTo>
                  <a:lnTo>
                    <a:pt x="1204" y="531"/>
                  </a:lnTo>
                  <a:lnTo>
                    <a:pt x="1201" y="505"/>
                  </a:lnTo>
                  <a:lnTo>
                    <a:pt x="1194" y="480"/>
                  </a:lnTo>
                  <a:lnTo>
                    <a:pt x="1180" y="458"/>
                  </a:lnTo>
                  <a:lnTo>
                    <a:pt x="1164" y="437"/>
                  </a:lnTo>
                  <a:lnTo>
                    <a:pt x="1144" y="418"/>
                  </a:lnTo>
                  <a:lnTo>
                    <a:pt x="1120" y="402"/>
                  </a:lnTo>
                  <a:lnTo>
                    <a:pt x="1094" y="386"/>
                  </a:lnTo>
                  <a:lnTo>
                    <a:pt x="1067" y="373"/>
                  </a:lnTo>
                  <a:lnTo>
                    <a:pt x="1039" y="361"/>
                  </a:lnTo>
                  <a:lnTo>
                    <a:pt x="1010" y="351"/>
                  </a:lnTo>
                  <a:lnTo>
                    <a:pt x="980" y="343"/>
                  </a:lnTo>
                  <a:lnTo>
                    <a:pt x="952" y="336"/>
                  </a:lnTo>
                  <a:lnTo>
                    <a:pt x="925" y="331"/>
                  </a:lnTo>
                  <a:lnTo>
                    <a:pt x="900" y="328"/>
                  </a:lnTo>
                  <a:lnTo>
                    <a:pt x="877" y="327"/>
                  </a:lnTo>
                  <a:lnTo>
                    <a:pt x="877" y="254"/>
                  </a:lnTo>
                  <a:lnTo>
                    <a:pt x="875" y="240"/>
                  </a:lnTo>
                  <a:lnTo>
                    <a:pt x="869" y="227"/>
                  </a:lnTo>
                  <a:lnTo>
                    <a:pt x="860" y="217"/>
                  </a:lnTo>
                  <a:lnTo>
                    <a:pt x="848" y="209"/>
                  </a:lnTo>
                  <a:lnTo>
                    <a:pt x="835" y="207"/>
                  </a:lnTo>
                  <a:close/>
                  <a:moveTo>
                    <a:pt x="833" y="0"/>
                  </a:moveTo>
                  <a:lnTo>
                    <a:pt x="905" y="3"/>
                  </a:lnTo>
                  <a:lnTo>
                    <a:pt x="975" y="12"/>
                  </a:lnTo>
                  <a:lnTo>
                    <a:pt x="1043" y="27"/>
                  </a:lnTo>
                  <a:lnTo>
                    <a:pt x="1109" y="47"/>
                  </a:lnTo>
                  <a:lnTo>
                    <a:pt x="1172" y="72"/>
                  </a:lnTo>
                  <a:lnTo>
                    <a:pt x="1233" y="102"/>
                  </a:lnTo>
                  <a:lnTo>
                    <a:pt x="1291" y="138"/>
                  </a:lnTo>
                  <a:lnTo>
                    <a:pt x="1346" y="176"/>
                  </a:lnTo>
                  <a:lnTo>
                    <a:pt x="1397" y="220"/>
                  </a:lnTo>
                  <a:lnTo>
                    <a:pt x="1445" y="267"/>
                  </a:lnTo>
                  <a:lnTo>
                    <a:pt x="1488" y="318"/>
                  </a:lnTo>
                  <a:lnTo>
                    <a:pt x="1528" y="373"/>
                  </a:lnTo>
                  <a:lnTo>
                    <a:pt x="1562" y="430"/>
                  </a:lnTo>
                  <a:lnTo>
                    <a:pt x="1593" y="490"/>
                  </a:lnTo>
                  <a:lnTo>
                    <a:pt x="1619" y="554"/>
                  </a:lnTo>
                  <a:lnTo>
                    <a:pt x="1639" y="619"/>
                  </a:lnTo>
                  <a:lnTo>
                    <a:pt x="1654" y="687"/>
                  </a:lnTo>
                  <a:lnTo>
                    <a:pt x="1662" y="756"/>
                  </a:lnTo>
                  <a:lnTo>
                    <a:pt x="1665" y="827"/>
                  </a:lnTo>
                  <a:lnTo>
                    <a:pt x="1662" y="899"/>
                  </a:lnTo>
                  <a:lnTo>
                    <a:pt x="1654" y="969"/>
                  </a:lnTo>
                  <a:lnTo>
                    <a:pt x="1639" y="1036"/>
                  </a:lnTo>
                  <a:lnTo>
                    <a:pt x="1619" y="1102"/>
                  </a:lnTo>
                  <a:lnTo>
                    <a:pt x="1593" y="1164"/>
                  </a:lnTo>
                  <a:lnTo>
                    <a:pt x="1562" y="1224"/>
                  </a:lnTo>
                  <a:lnTo>
                    <a:pt x="1528" y="1283"/>
                  </a:lnTo>
                  <a:lnTo>
                    <a:pt x="1488" y="1337"/>
                  </a:lnTo>
                  <a:lnTo>
                    <a:pt x="1445" y="1388"/>
                  </a:lnTo>
                  <a:lnTo>
                    <a:pt x="1397" y="1435"/>
                  </a:lnTo>
                  <a:lnTo>
                    <a:pt x="1346" y="1478"/>
                  </a:lnTo>
                  <a:lnTo>
                    <a:pt x="1291" y="1518"/>
                  </a:lnTo>
                  <a:lnTo>
                    <a:pt x="1233" y="1552"/>
                  </a:lnTo>
                  <a:lnTo>
                    <a:pt x="1172" y="1582"/>
                  </a:lnTo>
                  <a:lnTo>
                    <a:pt x="1109" y="1608"/>
                  </a:lnTo>
                  <a:lnTo>
                    <a:pt x="1043" y="1628"/>
                  </a:lnTo>
                  <a:lnTo>
                    <a:pt x="975" y="1643"/>
                  </a:lnTo>
                  <a:lnTo>
                    <a:pt x="905" y="1652"/>
                  </a:lnTo>
                  <a:lnTo>
                    <a:pt x="833" y="1654"/>
                  </a:lnTo>
                  <a:lnTo>
                    <a:pt x="761" y="1652"/>
                  </a:lnTo>
                  <a:lnTo>
                    <a:pt x="691" y="1643"/>
                  </a:lnTo>
                  <a:lnTo>
                    <a:pt x="623" y="1628"/>
                  </a:lnTo>
                  <a:lnTo>
                    <a:pt x="557" y="1608"/>
                  </a:lnTo>
                  <a:lnTo>
                    <a:pt x="493" y="1582"/>
                  </a:lnTo>
                  <a:lnTo>
                    <a:pt x="433" y="1552"/>
                  </a:lnTo>
                  <a:lnTo>
                    <a:pt x="374" y="1518"/>
                  </a:lnTo>
                  <a:lnTo>
                    <a:pt x="320" y="1478"/>
                  </a:lnTo>
                  <a:lnTo>
                    <a:pt x="268" y="1435"/>
                  </a:lnTo>
                  <a:lnTo>
                    <a:pt x="221" y="1388"/>
                  </a:lnTo>
                  <a:lnTo>
                    <a:pt x="177" y="1337"/>
                  </a:lnTo>
                  <a:lnTo>
                    <a:pt x="137" y="1283"/>
                  </a:lnTo>
                  <a:lnTo>
                    <a:pt x="103" y="1224"/>
                  </a:lnTo>
                  <a:lnTo>
                    <a:pt x="73" y="1164"/>
                  </a:lnTo>
                  <a:lnTo>
                    <a:pt x="46" y="1102"/>
                  </a:lnTo>
                  <a:lnTo>
                    <a:pt x="27" y="1036"/>
                  </a:lnTo>
                  <a:lnTo>
                    <a:pt x="12" y="969"/>
                  </a:lnTo>
                  <a:lnTo>
                    <a:pt x="2" y="899"/>
                  </a:lnTo>
                  <a:lnTo>
                    <a:pt x="0" y="827"/>
                  </a:lnTo>
                  <a:lnTo>
                    <a:pt x="2" y="756"/>
                  </a:lnTo>
                  <a:lnTo>
                    <a:pt x="12" y="687"/>
                  </a:lnTo>
                  <a:lnTo>
                    <a:pt x="27" y="619"/>
                  </a:lnTo>
                  <a:lnTo>
                    <a:pt x="46" y="554"/>
                  </a:lnTo>
                  <a:lnTo>
                    <a:pt x="73" y="490"/>
                  </a:lnTo>
                  <a:lnTo>
                    <a:pt x="103" y="430"/>
                  </a:lnTo>
                  <a:lnTo>
                    <a:pt x="137" y="373"/>
                  </a:lnTo>
                  <a:lnTo>
                    <a:pt x="177" y="318"/>
                  </a:lnTo>
                  <a:lnTo>
                    <a:pt x="221" y="267"/>
                  </a:lnTo>
                  <a:lnTo>
                    <a:pt x="268" y="220"/>
                  </a:lnTo>
                  <a:lnTo>
                    <a:pt x="320" y="176"/>
                  </a:lnTo>
                  <a:lnTo>
                    <a:pt x="374" y="138"/>
                  </a:lnTo>
                  <a:lnTo>
                    <a:pt x="433" y="102"/>
                  </a:lnTo>
                  <a:lnTo>
                    <a:pt x="493" y="72"/>
                  </a:lnTo>
                  <a:lnTo>
                    <a:pt x="557" y="47"/>
                  </a:lnTo>
                  <a:lnTo>
                    <a:pt x="623" y="27"/>
                  </a:lnTo>
                  <a:lnTo>
                    <a:pt x="691" y="12"/>
                  </a:lnTo>
                  <a:lnTo>
                    <a:pt x="761" y="3"/>
                  </a:lnTo>
                  <a:lnTo>
                    <a:pt x="8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B8FA265-F5AD-4BFF-9645-63FCC520DA4D}"/>
              </a:ext>
            </a:extLst>
          </p:cNvPr>
          <p:cNvGrpSpPr/>
          <p:nvPr/>
        </p:nvGrpSpPr>
        <p:grpSpPr>
          <a:xfrm flipH="1">
            <a:off x="1950518" y="1653181"/>
            <a:ext cx="329932" cy="327755"/>
            <a:chOff x="5783263" y="3970338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3" name="Freeform 132">
              <a:extLst>
                <a:ext uri="{FF2B5EF4-FFF2-40B4-BE49-F238E27FC236}">
                  <a16:creationId xmlns:a16="http://schemas.microsoft.com/office/drawing/2014/main" id="{149505EF-F838-41AE-B53D-FCF94B3C7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0451" y="4079875"/>
              <a:ext cx="123825" cy="42863"/>
            </a:xfrm>
            <a:custGeom>
              <a:avLst/>
              <a:gdLst>
                <a:gd name="T0" fmla="*/ 0 w 860"/>
                <a:gd name="T1" fmla="*/ 0 h 300"/>
                <a:gd name="T2" fmla="*/ 709 w 860"/>
                <a:gd name="T3" fmla="*/ 0 h 300"/>
                <a:gd name="T4" fmla="*/ 739 w 860"/>
                <a:gd name="T5" fmla="*/ 3 h 300"/>
                <a:gd name="T6" fmla="*/ 768 w 860"/>
                <a:gd name="T7" fmla="*/ 11 h 300"/>
                <a:gd name="T8" fmla="*/ 793 w 860"/>
                <a:gd name="T9" fmla="*/ 26 h 300"/>
                <a:gd name="T10" fmla="*/ 816 w 860"/>
                <a:gd name="T11" fmla="*/ 43 h 300"/>
                <a:gd name="T12" fmla="*/ 834 w 860"/>
                <a:gd name="T13" fmla="*/ 66 h 300"/>
                <a:gd name="T14" fmla="*/ 849 w 860"/>
                <a:gd name="T15" fmla="*/ 91 h 300"/>
                <a:gd name="T16" fmla="*/ 857 w 860"/>
                <a:gd name="T17" fmla="*/ 119 h 300"/>
                <a:gd name="T18" fmla="*/ 860 w 860"/>
                <a:gd name="T19" fmla="*/ 149 h 300"/>
                <a:gd name="T20" fmla="*/ 857 w 860"/>
                <a:gd name="T21" fmla="*/ 180 h 300"/>
                <a:gd name="T22" fmla="*/ 849 w 860"/>
                <a:gd name="T23" fmla="*/ 209 h 300"/>
                <a:gd name="T24" fmla="*/ 834 w 860"/>
                <a:gd name="T25" fmla="*/ 234 h 300"/>
                <a:gd name="T26" fmla="*/ 816 w 860"/>
                <a:gd name="T27" fmla="*/ 256 h 300"/>
                <a:gd name="T28" fmla="*/ 793 w 860"/>
                <a:gd name="T29" fmla="*/ 274 h 300"/>
                <a:gd name="T30" fmla="*/ 768 w 860"/>
                <a:gd name="T31" fmla="*/ 289 h 300"/>
                <a:gd name="T32" fmla="*/ 739 w 860"/>
                <a:gd name="T33" fmla="*/ 297 h 300"/>
                <a:gd name="T34" fmla="*/ 709 w 860"/>
                <a:gd name="T35" fmla="*/ 300 h 300"/>
                <a:gd name="T36" fmla="*/ 246 w 860"/>
                <a:gd name="T37" fmla="*/ 300 h 300"/>
                <a:gd name="T38" fmla="*/ 205 w 860"/>
                <a:gd name="T39" fmla="*/ 234 h 300"/>
                <a:gd name="T40" fmla="*/ 159 w 860"/>
                <a:gd name="T41" fmla="*/ 170 h 300"/>
                <a:gd name="T42" fmla="*/ 110 w 860"/>
                <a:gd name="T43" fmla="*/ 110 h 300"/>
                <a:gd name="T44" fmla="*/ 57 w 860"/>
                <a:gd name="T45" fmla="*/ 53 h 300"/>
                <a:gd name="T46" fmla="*/ 0 w 860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60" h="300">
                  <a:moveTo>
                    <a:pt x="0" y="0"/>
                  </a:moveTo>
                  <a:lnTo>
                    <a:pt x="709" y="0"/>
                  </a:lnTo>
                  <a:lnTo>
                    <a:pt x="739" y="3"/>
                  </a:lnTo>
                  <a:lnTo>
                    <a:pt x="768" y="11"/>
                  </a:lnTo>
                  <a:lnTo>
                    <a:pt x="793" y="26"/>
                  </a:lnTo>
                  <a:lnTo>
                    <a:pt x="816" y="43"/>
                  </a:lnTo>
                  <a:lnTo>
                    <a:pt x="834" y="66"/>
                  </a:lnTo>
                  <a:lnTo>
                    <a:pt x="849" y="91"/>
                  </a:lnTo>
                  <a:lnTo>
                    <a:pt x="857" y="119"/>
                  </a:lnTo>
                  <a:lnTo>
                    <a:pt x="860" y="149"/>
                  </a:lnTo>
                  <a:lnTo>
                    <a:pt x="857" y="180"/>
                  </a:lnTo>
                  <a:lnTo>
                    <a:pt x="849" y="209"/>
                  </a:lnTo>
                  <a:lnTo>
                    <a:pt x="834" y="234"/>
                  </a:lnTo>
                  <a:lnTo>
                    <a:pt x="816" y="256"/>
                  </a:lnTo>
                  <a:lnTo>
                    <a:pt x="793" y="274"/>
                  </a:lnTo>
                  <a:lnTo>
                    <a:pt x="768" y="289"/>
                  </a:lnTo>
                  <a:lnTo>
                    <a:pt x="739" y="297"/>
                  </a:lnTo>
                  <a:lnTo>
                    <a:pt x="709" y="300"/>
                  </a:lnTo>
                  <a:lnTo>
                    <a:pt x="246" y="300"/>
                  </a:lnTo>
                  <a:lnTo>
                    <a:pt x="205" y="234"/>
                  </a:lnTo>
                  <a:lnTo>
                    <a:pt x="159" y="170"/>
                  </a:lnTo>
                  <a:lnTo>
                    <a:pt x="110" y="110"/>
                  </a:lnTo>
                  <a:lnTo>
                    <a:pt x="57" y="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4" name="Freeform 133">
              <a:extLst>
                <a:ext uri="{FF2B5EF4-FFF2-40B4-BE49-F238E27FC236}">
                  <a16:creationId xmlns:a16="http://schemas.microsoft.com/office/drawing/2014/main" id="{061DBA43-A2A5-4F42-93FD-A55BC27F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1726" y="4135438"/>
              <a:ext cx="82550" cy="42863"/>
            </a:xfrm>
            <a:custGeom>
              <a:avLst/>
              <a:gdLst>
                <a:gd name="T0" fmla="*/ 0 w 573"/>
                <a:gd name="T1" fmla="*/ 0 h 301"/>
                <a:gd name="T2" fmla="*/ 422 w 573"/>
                <a:gd name="T3" fmla="*/ 0 h 301"/>
                <a:gd name="T4" fmla="*/ 452 w 573"/>
                <a:gd name="T5" fmla="*/ 3 h 301"/>
                <a:gd name="T6" fmla="*/ 481 w 573"/>
                <a:gd name="T7" fmla="*/ 12 h 301"/>
                <a:gd name="T8" fmla="*/ 506 w 573"/>
                <a:gd name="T9" fmla="*/ 25 h 301"/>
                <a:gd name="T10" fmla="*/ 529 w 573"/>
                <a:gd name="T11" fmla="*/ 44 h 301"/>
                <a:gd name="T12" fmla="*/ 547 w 573"/>
                <a:gd name="T13" fmla="*/ 66 h 301"/>
                <a:gd name="T14" fmla="*/ 562 w 573"/>
                <a:gd name="T15" fmla="*/ 92 h 301"/>
                <a:gd name="T16" fmla="*/ 570 w 573"/>
                <a:gd name="T17" fmla="*/ 120 h 301"/>
                <a:gd name="T18" fmla="*/ 573 w 573"/>
                <a:gd name="T19" fmla="*/ 150 h 301"/>
                <a:gd name="T20" fmla="*/ 570 w 573"/>
                <a:gd name="T21" fmla="*/ 180 h 301"/>
                <a:gd name="T22" fmla="*/ 562 w 573"/>
                <a:gd name="T23" fmla="*/ 208 h 301"/>
                <a:gd name="T24" fmla="*/ 547 w 573"/>
                <a:gd name="T25" fmla="*/ 234 h 301"/>
                <a:gd name="T26" fmla="*/ 529 w 573"/>
                <a:gd name="T27" fmla="*/ 256 h 301"/>
                <a:gd name="T28" fmla="*/ 506 w 573"/>
                <a:gd name="T29" fmla="*/ 275 h 301"/>
                <a:gd name="T30" fmla="*/ 481 w 573"/>
                <a:gd name="T31" fmla="*/ 288 h 301"/>
                <a:gd name="T32" fmla="*/ 452 w 573"/>
                <a:gd name="T33" fmla="*/ 298 h 301"/>
                <a:gd name="T34" fmla="*/ 422 w 573"/>
                <a:gd name="T35" fmla="*/ 301 h 301"/>
                <a:gd name="T36" fmla="*/ 98 w 573"/>
                <a:gd name="T37" fmla="*/ 301 h 301"/>
                <a:gd name="T38" fmla="*/ 81 w 573"/>
                <a:gd name="T39" fmla="*/ 222 h 301"/>
                <a:gd name="T40" fmla="*/ 59 w 573"/>
                <a:gd name="T41" fmla="*/ 146 h 301"/>
                <a:gd name="T42" fmla="*/ 32 w 573"/>
                <a:gd name="T43" fmla="*/ 72 h 301"/>
                <a:gd name="T44" fmla="*/ 0 w 573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3" h="301">
                  <a:moveTo>
                    <a:pt x="0" y="0"/>
                  </a:moveTo>
                  <a:lnTo>
                    <a:pt x="422" y="0"/>
                  </a:lnTo>
                  <a:lnTo>
                    <a:pt x="452" y="3"/>
                  </a:lnTo>
                  <a:lnTo>
                    <a:pt x="481" y="12"/>
                  </a:lnTo>
                  <a:lnTo>
                    <a:pt x="506" y="25"/>
                  </a:lnTo>
                  <a:lnTo>
                    <a:pt x="529" y="44"/>
                  </a:lnTo>
                  <a:lnTo>
                    <a:pt x="547" y="66"/>
                  </a:lnTo>
                  <a:lnTo>
                    <a:pt x="562" y="92"/>
                  </a:lnTo>
                  <a:lnTo>
                    <a:pt x="570" y="120"/>
                  </a:lnTo>
                  <a:lnTo>
                    <a:pt x="573" y="150"/>
                  </a:lnTo>
                  <a:lnTo>
                    <a:pt x="570" y="180"/>
                  </a:lnTo>
                  <a:lnTo>
                    <a:pt x="562" y="208"/>
                  </a:lnTo>
                  <a:lnTo>
                    <a:pt x="547" y="234"/>
                  </a:lnTo>
                  <a:lnTo>
                    <a:pt x="529" y="256"/>
                  </a:lnTo>
                  <a:lnTo>
                    <a:pt x="506" y="275"/>
                  </a:lnTo>
                  <a:lnTo>
                    <a:pt x="481" y="288"/>
                  </a:lnTo>
                  <a:lnTo>
                    <a:pt x="452" y="298"/>
                  </a:lnTo>
                  <a:lnTo>
                    <a:pt x="422" y="301"/>
                  </a:lnTo>
                  <a:lnTo>
                    <a:pt x="98" y="301"/>
                  </a:lnTo>
                  <a:lnTo>
                    <a:pt x="81" y="222"/>
                  </a:lnTo>
                  <a:lnTo>
                    <a:pt x="59" y="146"/>
                  </a:lnTo>
                  <a:lnTo>
                    <a:pt x="32" y="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5" name="Freeform 134">
              <a:extLst>
                <a:ext uri="{FF2B5EF4-FFF2-40B4-BE49-F238E27FC236}">
                  <a16:creationId xmlns:a16="http://schemas.microsoft.com/office/drawing/2014/main" id="{59053724-BC0C-4759-AA83-649415E8D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488" y="4025900"/>
              <a:ext cx="204788" cy="42863"/>
            </a:xfrm>
            <a:custGeom>
              <a:avLst/>
              <a:gdLst>
                <a:gd name="T0" fmla="*/ 142 w 1414"/>
                <a:gd name="T1" fmla="*/ 0 h 302"/>
                <a:gd name="T2" fmla="*/ 1263 w 1414"/>
                <a:gd name="T3" fmla="*/ 0 h 302"/>
                <a:gd name="T4" fmla="*/ 1293 w 1414"/>
                <a:gd name="T5" fmla="*/ 3 h 302"/>
                <a:gd name="T6" fmla="*/ 1322 w 1414"/>
                <a:gd name="T7" fmla="*/ 12 h 302"/>
                <a:gd name="T8" fmla="*/ 1347 w 1414"/>
                <a:gd name="T9" fmla="*/ 26 h 302"/>
                <a:gd name="T10" fmla="*/ 1370 w 1414"/>
                <a:gd name="T11" fmla="*/ 45 h 302"/>
                <a:gd name="T12" fmla="*/ 1388 w 1414"/>
                <a:gd name="T13" fmla="*/ 66 h 302"/>
                <a:gd name="T14" fmla="*/ 1403 w 1414"/>
                <a:gd name="T15" fmla="*/ 92 h 302"/>
                <a:gd name="T16" fmla="*/ 1411 w 1414"/>
                <a:gd name="T17" fmla="*/ 121 h 302"/>
                <a:gd name="T18" fmla="*/ 1414 w 1414"/>
                <a:gd name="T19" fmla="*/ 151 h 302"/>
                <a:gd name="T20" fmla="*/ 1411 w 1414"/>
                <a:gd name="T21" fmla="*/ 181 h 302"/>
                <a:gd name="T22" fmla="*/ 1403 w 1414"/>
                <a:gd name="T23" fmla="*/ 209 h 302"/>
                <a:gd name="T24" fmla="*/ 1388 w 1414"/>
                <a:gd name="T25" fmla="*/ 235 h 302"/>
                <a:gd name="T26" fmla="*/ 1370 w 1414"/>
                <a:gd name="T27" fmla="*/ 257 h 302"/>
                <a:gd name="T28" fmla="*/ 1347 w 1414"/>
                <a:gd name="T29" fmla="*/ 276 h 302"/>
                <a:gd name="T30" fmla="*/ 1322 w 1414"/>
                <a:gd name="T31" fmla="*/ 289 h 302"/>
                <a:gd name="T32" fmla="*/ 1293 w 1414"/>
                <a:gd name="T33" fmla="*/ 298 h 302"/>
                <a:gd name="T34" fmla="*/ 1263 w 1414"/>
                <a:gd name="T35" fmla="*/ 302 h 302"/>
                <a:gd name="T36" fmla="*/ 456 w 1414"/>
                <a:gd name="T37" fmla="*/ 302 h 302"/>
                <a:gd name="T38" fmla="*/ 387 w 1414"/>
                <a:gd name="T39" fmla="*/ 255 h 302"/>
                <a:gd name="T40" fmla="*/ 316 w 1414"/>
                <a:gd name="T41" fmla="*/ 213 h 302"/>
                <a:gd name="T42" fmla="*/ 241 w 1414"/>
                <a:gd name="T43" fmla="*/ 177 h 302"/>
                <a:gd name="T44" fmla="*/ 163 w 1414"/>
                <a:gd name="T45" fmla="*/ 146 h 302"/>
                <a:gd name="T46" fmla="*/ 83 w 1414"/>
                <a:gd name="T47" fmla="*/ 120 h 302"/>
                <a:gd name="T48" fmla="*/ 0 w 1414"/>
                <a:gd name="T49" fmla="*/ 99 h 302"/>
                <a:gd name="T50" fmla="*/ 11 w 1414"/>
                <a:gd name="T51" fmla="*/ 75 h 302"/>
                <a:gd name="T52" fmla="*/ 26 w 1414"/>
                <a:gd name="T53" fmla="*/ 54 h 302"/>
                <a:gd name="T54" fmla="*/ 44 w 1414"/>
                <a:gd name="T55" fmla="*/ 36 h 302"/>
                <a:gd name="T56" fmla="*/ 66 w 1414"/>
                <a:gd name="T57" fmla="*/ 21 h 302"/>
                <a:gd name="T58" fmla="*/ 89 w 1414"/>
                <a:gd name="T59" fmla="*/ 10 h 302"/>
                <a:gd name="T60" fmla="*/ 115 w 1414"/>
                <a:gd name="T61" fmla="*/ 3 h 302"/>
                <a:gd name="T62" fmla="*/ 142 w 1414"/>
                <a:gd name="T6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4" h="302">
                  <a:moveTo>
                    <a:pt x="142" y="0"/>
                  </a:moveTo>
                  <a:lnTo>
                    <a:pt x="1263" y="0"/>
                  </a:lnTo>
                  <a:lnTo>
                    <a:pt x="1293" y="3"/>
                  </a:lnTo>
                  <a:lnTo>
                    <a:pt x="1322" y="12"/>
                  </a:lnTo>
                  <a:lnTo>
                    <a:pt x="1347" y="26"/>
                  </a:lnTo>
                  <a:lnTo>
                    <a:pt x="1370" y="45"/>
                  </a:lnTo>
                  <a:lnTo>
                    <a:pt x="1388" y="66"/>
                  </a:lnTo>
                  <a:lnTo>
                    <a:pt x="1403" y="92"/>
                  </a:lnTo>
                  <a:lnTo>
                    <a:pt x="1411" y="121"/>
                  </a:lnTo>
                  <a:lnTo>
                    <a:pt x="1414" y="151"/>
                  </a:lnTo>
                  <a:lnTo>
                    <a:pt x="1411" y="181"/>
                  </a:lnTo>
                  <a:lnTo>
                    <a:pt x="1403" y="209"/>
                  </a:lnTo>
                  <a:lnTo>
                    <a:pt x="1388" y="235"/>
                  </a:lnTo>
                  <a:lnTo>
                    <a:pt x="1370" y="257"/>
                  </a:lnTo>
                  <a:lnTo>
                    <a:pt x="1347" y="276"/>
                  </a:lnTo>
                  <a:lnTo>
                    <a:pt x="1322" y="289"/>
                  </a:lnTo>
                  <a:lnTo>
                    <a:pt x="1293" y="298"/>
                  </a:lnTo>
                  <a:lnTo>
                    <a:pt x="1263" y="302"/>
                  </a:lnTo>
                  <a:lnTo>
                    <a:pt x="456" y="302"/>
                  </a:lnTo>
                  <a:lnTo>
                    <a:pt x="387" y="255"/>
                  </a:lnTo>
                  <a:lnTo>
                    <a:pt x="316" y="213"/>
                  </a:lnTo>
                  <a:lnTo>
                    <a:pt x="241" y="177"/>
                  </a:lnTo>
                  <a:lnTo>
                    <a:pt x="163" y="146"/>
                  </a:lnTo>
                  <a:lnTo>
                    <a:pt x="83" y="120"/>
                  </a:lnTo>
                  <a:lnTo>
                    <a:pt x="0" y="99"/>
                  </a:lnTo>
                  <a:lnTo>
                    <a:pt x="11" y="75"/>
                  </a:lnTo>
                  <a:lnTo>
                    <a:pt x="26" y="54"/>
                  </a:lnTo>
                  <a:lnTo>
                    <a:pt x="44" y="36"/>
                  </a:lnTo>
                  <a:lnTo>
                    <a:pt x="66" y="21"/>
                  </a:lnTo>
                  <a:lnTo>
                    <a:pt x="89" y="10"/>
                  </a:lnTo>
                  <a:lnTo>
                    <a:pt x="115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6" name="Freeform 135">
              <a:extLst>
                <a:ext uri="{FF2B5EF4-FFF2-40B4-BE49-F238E27FC236}">
                  <a16:creationId xmlns:a16="http://schemas.microsoft.com/office/drawing/2014/main" id="{CDBEF5FA-0ADE-4A29-BB75-1F53B480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7901" y="3970338"/>
              <a:ext cx="206375" cy="44450"/>
            </a:xfrm>
            <a:custGeom>
              <a:avLst/>
              <a:gdLst>
                <a:gd name="T0" fmla="*/ 151 w 1423"/>
                <a:gd name="T1" fmla="*/ 0 h 301"/>
                <a:gd name="T2" fmla="*/ 1272 w 1423"/>
                <a:gd name="T3" fmla="*/ 0 h 301"/>
                <a:gd name="T4" fmla="*/ 1302 w 1423"/>
                <a:gd name="T5" fmla="*/ 3 h 301"/>
                <a:gd name="T6" fmla="*/ 1331 w 1423"/>
                <a:gd name="T7" fmla="*/ 12 h 301"/>
                <a:gd name="T8" fmla="*/ 1356 w 1423"/>
                <a:gd name="T9" fmla="*/ 26 h 301"/>
                <a:gd name="T10" fmla="*/ 1379 w 1423"/>
                <a:gd name="T11" fmla="*/ 44 h 301"/>
                <a:gd name="T12" fmla="*/ 1397 w 1423"/>
                <a:gd name="T13" fmla="*/ 67 h 301"/>
                <a:gd name="T14" fmla="*/ 1412 w 1423"/>
                <a:gd name="T15" fmla="*/ 92 h 301"/>
                <a:gd name="T16" fmla="*/ 1420 w 1423"/>
                <a:gd name="T17" fmla="*/ 120 h 301"/>
                <a:gd name="T18" fmla="*/ 1423 w 1423"/>
                <a:gd name="T19" fmla="*/ 150 h 301"/>
                <a:gd name="T20" fmla="*/ 1420 w 1423"/>
                <a:gd name="T21" fmla="*/ 180 h 301"/>
                <a:gd name="T22" fmla="*/ 1412 w 1423"/>
                <a:gd name="T23" fmla="*/ 209 h 301"/>
                <a:gd name="T24" fmla="*/ 1397 w 1423"/>
                <a:gd name="T25" fmla="*/ 234 h 301"/>
                <a:gd name="T26" fmla="*/ 1379 w 1423"/>
                <a:gd name="T27" fmla="*/ 257 h 301"/>
                <a:gd name="T28" fmla="*/ 1356 w 1423"/>
                <a:gd name="T29" fmla="*/ 275 h 301"/>
                <a:gd name="T30" fmla="*/ 1331 w 1423"/>
                <a:gd name="T31" fmla="*/ 289 h 301"/>
                <a:gd name="T32" fmla="*/ 1302 w 1423"/>
                <a:gd name="T33" fmla="*/ 298 h 301"/>
                <a:gd name="T34" fmla="*/ 1272 w 1423"/>
                <a:gd name="T35" fmla="*/ 301 h 301"/>
                <a:gd name="T36" fmla="*/ 151 w 1423"/>
                <a:gd name="T37" fmla="*/ 301 h 301"/>
                <a:gd name="T38" fmla="*/ 120 w 1423"/>
                <a:gd name="T39" fmla="*/ 298 h 301"/>
                <a:gd name="T40" fmla="*/ 92 w 1423"/>
                <a:gd name="T41" fmla="*/ 289 h 301"/>
                <a:gd name="T42" fmla="*/ 67 w 1423"/>
                <a:gd name="T43" fmla="*/ 275 h 301"/>
                <a:gd name="T44" fmla="*/ 44 w 1423"/>
                <a:gd name="T45" fmla="*/ 257 h 301"/>
                <a:gd name="T46" fmla="*/ 26 w 1423"/>
                <a:gd name="T47" fmla="*/ 234 h 301"/>
                <a:gd name="T48" fmla="*/ 11 w 1423"/>
                <a:gd name="T49" fmla="*/ 209 h 301"/>
                <a:gd name="T50" fmla="*/ 3 w 1423"/>
                <a:gd name="T51" fmla="*/ 181 h 301"/>
                <a:gd name="T52" fmla="*/ 0 w 1423"/>
                <a:gd name="T53" fmla="*/ 151 h 301"/>
                <a:gd name="T54" fmla="*/ 3 w 1423"/>
                <a:gd name="T55" fmla="*/ 120 h 301"/>
                <a:gd name="T56" fmla="*/ 11 w 1423"/>
                <a:gd name="T57" fmla="*/ 92 h 301"/>
                <a:gd name="T58" fmla="*/ 26 w 1423"/>
                <a:gd name="T59" fmla="*/ 67 h 301"/>
                <a:gd name="T60" fmla="*/ 44 w 1423"/>
                <a:gd name="T61" fmla="*/ 44 h 301"/>
                <a:gd name="T62" fmla="*/ 67 w 1423"/>
                <a:gd name="T63" fmla="*/ 26 h 301"/>
                <a:gd name="T64" fmla="*/ 92 w 1423"/>
                <a:gd name="T65" fmla="*/ 12 h 301"/>
                <a:gd name="T66" fmla="*/ 120 w 1423"/>
                <a:gd name="T67" fmla="*/ 3 h 301"/>
                <a:gd name="T68" fmla="*/ 151 w 1423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3" h="301">
                  <a:moveTo>
                    <a:pt x="151" y="0"/>
                  </a:moveTo>
                  <a:lnTo>
                    <a:pt x="1272" y="0"/>
                  </a:lnTo>
                  <a:lnTo>
                    <a:pt x="1302" y="3"/>
                  </a:lnTo>
                  <a:lnTo>
                    <a:pt x="1331" y="12"/>
                  </a:lnTo>
                  <a:lnTo>
                    <a:pt x="1356" y="26"/>
                  </a:lnTo>
                  <a:lnTo>
                    <a:pt x="1379" y="44"/>
                  </a:lnTo>
                  <a:lnTo>
                    <a:pt x="1397" y="67"/>
                  </a:lnTo>
                  <a:lnTo>
                    <a:pt x="1412" y="92"/>
                  </a:lnTo>
                  <a:lnTo>
                    <a:pt x="1420" y="120"/>
                  </a:lnTo>
                  <a:lnTo>
                    <a:pt x="1423" y="150"/>
                  </a:lnTo>
                  <a:lnTo>
                    <a:pt x="1420" y="180"/>
                  </a:lnTo>
                  <a:lnTo>
                    <a:pt x="1412" y="209"/>
                  </a:lnTo>
                  <a:lnTo>
                    <a:pt x="1397" y="234"/>
                  </a:lnTo>
                  <a:lnTo>
                    <a:pt x="1379" y="257"/>
                  </a:lnTo>
                  <a:lnTo>
                    <a:pt x="1356" y="275"/>
                  </a:lnTo>
                  <a:lnTo>
                    <a:pt x="1331" y="289"/>
                  </a:lnTo>
                  <a:lnTo>
                    <a:pt x="1302" y="298"/>
                  </a:lnTo>
                  <a:lnTo>
                    <a:pt x="1272" y="301"/>
                  </a:lnTo>
                  <a:lnTo>
                    <a:pt x="151" y="301"/>
                  </a:lnTo>
                  <a:lnTo>
                    <a:pt x="120" y="298"/>
                  </a:lnTo>
                  <a:lnTo>
                    <a:pt x="92" y="289"/>
                  </a:lnTo>
                  <a:lnTo>
                    <a:pt x="67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1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7" y="26"/>
                  </a:lnTo>
                  <a:lnTo>
                    <a:pt x="92" y="12"/>
                  </a:lnTo>
                  <a:lnTo>
                    <a:pt x="120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7" name="Freeform 136">
              <a:extLst>
                <a:ext uri="{FF2B5EF4-FFF2-40B4-BE49-F238E27FC236}">
                  <a16:creationId xmlns:a16="http://schemas.microsoft.com/office/drawing/2014/main" id="{03C3C5E4-DEAF-411A-AB23-428C1C3F2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6013" y="4189413"/>
              <a:ext cx="68263" cy="42863"/>
            </a:xfrm>
            <a:custGeom>
              <a:avLst/>
              <a:gdLst>
                <a:gd name="T0" fmla="*/ 5 w 467"/>
                <a:gd name="T1" fmla="*/ 0 h 300"/>
                <a:gd name="T2" fmla="*/ 316 w 467"/>
                <a:gd name="T3" fmla="*/ 0 h 300"/>
                <a:gd name="T4" fmla="*/ 346 w 467"/>
                <a:gd name="T5" fmla="*/ 3 h 300"/>
                <a:gd name="T6" fmla="*/ 375 w 467"/>
                <a:gd name="T7" fmla="*/ 11 h 300"/>
                <a:gd name="T8" fmla="*/ 400 w 467"/>
                <a:gd name="T9" fmla="*/ 26 h 300"/>
                <a:gd name="T10" fmla="*/ 423 w 467"/>
                <a:gd name="T11" fmla="*/ 43 h 300"/>
                <a:gd name="T12" fmla="*/ 441 w 467"/>
                <a:gd name="T13" fmla="*/ 66 h 300"/>
                <a:gd name="T14" fmla="*/ 456 w 467"/>
                <a:gd name="T15" fmla="*/ 91 h 300"/>
                <a:gd name="T16" fmla="*/ 464 w 467"/>
                <a:gd name="T17" fmla="*/ 119 h 300"/>
                <a:gd name="T18" fmla="*/ 467 w 467"/>
                <a:gd name="T19" fmla="*/ 150 h 300"/>
                <a:gd name="T20" fmla="*/ 464 w 467"/>
                <a:gd name="T21" fmla="*/ 181 h 300"/>
                <a:gd name="T22" fmla="*/ 456 w 467"/>
                <a:gd name="T23" fmla="*/ 209 h 300"/>
                <a:gd name="T24" fmla="*/ 441 w 467"/>
                <a:gd name="T25" fmla="*/ 235 h 300"/>
                <a:gd name="T26" fmla="*/ 423 w 467"/>
                <a:gd name="T27" fmla="*/ 257 h 300"/>
                <a:gd name="T28" fmla="*/ 400 w 467"/>
                <a:gd name="T29" fmla="*/ 275 h 300"/>
                <a:gd name="T30" fmla="*/ 375 w 467"/>
                <a:gd name="T31" fmla="*/ 289 h 300"/>
                <a:gd name="T32" fmla="*/ 346 w 467"/>
                <a:gd name="T33" fmla="*/ 297 h 300"/>
                <a:gd name="T34" fmla="*/ 316 w 467"/>
                <a:gd name="T35" fmla="*/ 300 h 300"/>
                <a:gd name="T36" fmla="*/ 0 w 467"/>
                <a:gd name="T37" fmla="*/ 300 h 300"/>
                <a:gd name="T38" fmla="*/ 7 w 467"/>
                <a:gd name="T39" fmla="*/ 247 h 300"/>
                <a:gd name="T40" fmla="*/ 11 w 467"/>
                <a:gd name="T41" fmla="*/ 193 h 300"/>
                <a:gd name="T42" fmla="*/ 13 w 467"/>
                <a:gd name="T43" fmla="*/ 138 h 300"/>
                <a:gd name="T44" fmla="*/ 11 w 467"/>
                <a:gd name="T45" fmla="*/ 68 h 300"/>
                <a:gd name="T46" fmla="*/ 5 w 467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7" h="300">
                  <a:moveTo>
                    <a:pt x="5" y="0"/>
                  </a:moveTo>
                  <a:lnTo>
                    <a:pt x="316" y="0"/>
                  </a:lnTo>
                  <a:lnTo>
                    <a:pt x="346" y="3"/>
                  </a:lnTo>
                  <a:lnTo>
                    <a:pt x="375" y="11"/>
                  </a:lnTo>
                  <a:lnTo>
                    <a:pt x="400" y="26"/>
                  </a:lnTo>
                  <a:lnTo>
                    <a:pt x="423" y="43"/>
                  </a:lnTo>
                  <a:lnTo>
                    <a:pt x="441" y="66"/>
                  </a:lnTo>
                  <a:lnTo>
                    <a:pt x="456" y="91"/>
                  </a:lnTo>
                  <a:lnTo>
                    <a:pt x="464" y="119"/>
                  </a:lnTo>
                  <a:lnTo>
                    <a:pt x="467" y="150"/>
                  </a:lnTo>
                  <a:lnTo>
                    <a:pt x="464" y="181"/>
                  </a:lnTo>
                  <a:lnTo>
                    <a:pt x="456" y="209"/>
                  </a:lnTo>
                  <a:lnTo>
                    <a:pt x="441" y="235"/>
                  </a:lnTo>
                  <a:lnTo>
                    <a:pt x="423" y="257"/>
                  </a:lnTo>
                  <a:lnTo>
                    <a:pt x="400" y="275"/>
                  </a:lnTo>
                  <a:lnTo>
                    <a:pt x="375" y="289"/>
                  </a:lnTo>
                  <a:lnTo>
                    <a:pt x="346" y="297"/>
                  </a:lnTo>
                  <a:lnTo>
                    <a:pt x="316" y="300"/>
                  </a:lnTo>
                  <a:lnTo>
                    <a:pt x="0" y="300"/>
                  </a:lnTo>
                  <a:lnTo>
                    <a:pt x="7" y="247"/>
                  </a:lnTo>
                  <a:lnTo>
                    <a:pt x="11" y="193"/>
                  </a:lnTo>
                  <a:lnTo>
                    <a:pt x="13" y="138"/>
                  </a:lnTo>
                  <a:lnTo>
                    <a:pt x="11" y="68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8" name="Freeform 137">
              <a:extLst>
                <a:ext uri="{FF2B5EF4-FFF2-40B4-BE49-F238E27FC236}">
                  <a16:creationId xmlns:a16="http://schemas.microsoft.com/office/drawing/2014/main" id="{60A72408-DD04-499D-AD7B-1EA6676CE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51" y="4244975"/>
              <a:ext cx="85725" cy="42863"/>
            </a:xfrm>
            <a:custGeom>
              <a:avLst/>
              <a:gdLst>
                <a:gd name="T0" fmla="*/ 108 w 586"/>
                <a:gd name="T1" fmla="*/ 0 h 301"/>
                <a:gd name="T2" fmla="*/ 435 w 586"/>
                <a:gd name="T3" fmla="*/ 0 h 301"/>
                <a:gd name="T4" fmla="*/ 465 w 586"/>
                <a:gd name="T5" fmla="*/ 3 h 301"/>
                <a:gd name="T6" fmla="*/ 494 w 586"/>
                <a:gd name="T7" fmla="*/ 12 h 301"/>
                <a:gd name="T8" fmla="*/ 519 w 586"/>
                <a:gd name="T9" fmla="*/ 25 h 301"/>
                <a:gd name="T10" fmla="*/ 542 w 586"/>
                <a:gd name="T11" fmla="*/ 44 h 301"/>
                <a:gd name="T12" fmla="*/ 560 w 586"/>
                <a:gd name="T13" fmla="*/ 66 h 301"/>
                <a:gd name="T14" fmla="*/ 575 w 586"/>
                <a:gd name="T15" fmla="*/ 92 h 301"/>
                <a:gd name="T16" fmla="*/ 583 w 586"/>
                <a:gd name="T17" fmla="*/ 120 h 301"/>
                <a:gd name="T18" fmla="*/ 586 w 586"/>
                <a:gd name="T19" fmla="*/ 150 h 301"/>
                <a:gd name="T20" fmla="*/ 583 w 586"/>
                <a:gd name="T21" fmla="*/ 180 h 301"/>
                <a:gd name="T22" fmla="*/ 575 w 586"/>
                <a:gd name="T23" fmla="*/ 209 h 301"/>
                <a:gd name="T24" fmla="*/ 560 w 586"/>
                <a:gd name="T25" fmla="*/ 234 h 301"/>
                <a:gd name="T26" fmla="*/ 542 w 586"/>
                <a:gd name="T27" fmla="*/ 257 h 301"/>
                <a:gd name="T28" fmla="*/ 519 w 586"/>
                <a:gd name="T29" fmla="*/ 275 h 301"/>
                <a:gd name="T30" fmla="*/ 494 w 586"/>
                <a:gd name="T31" fmla="*/ 289 h 301"/>
                <a:gd name="T32" fmla="*/ 465 w 586"/>
                <a:gd name="T33" fmla="*/ 298 h 301"/>
                <a:gd name="T34" fmla="*/ 435 w 586"/>
                <a:gd name="T35" fmla="*/ 301 h 301"/>
                <a:gd name="T36" fmla="*/ 0 w 586"/>
                <a:gd name="T37" fmla="*/ 301 h 301"/>
                <a:gd name="T38" fmla="*/ 35 w 586"/>
                <a:gd name="T39" fmla="*/ 229 h 301"/>
                <a:gd name="T40" fmla="*/ 64 w 586"/>
                <a:gd name="T41" fmla="*/ 155 h 301"/>
                <a:gd name="T42" fmla="*/ 88 w 586"/>
                <a:gd name="T43" fmla="*/ 78 h 301"/>
                <a:gd name="T44" fmla="*/ 108 w 586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6" h="301">
                  <a:moveTo>
                    <a:pt x="108" y="0"/>
                  </a:moveTo>
                  <a:lnTo>
                    <a:pt x="435" y="0"/>
                  </a:lnTo>
                  <a:lnTo>
                    <a:pt x="465" y="3"/>
                  </a:lnTo>
                  <a:lnTo>
                    <a:pt x="494" y="12"/>
                  </a:lnTo>
                  <a:lnTo>
                    <a:pt x="519" y="25"/>
                  </a:lnTo>
                  <a:lnTo>
                    <a:pt x="542" y="44"/>
                  </a:lnTo>
                  <a:lnTo>
                    <a:pt x="560" y="66"/>
                  </a:lnTo>
                  <a:lnTo>
                    <a:pt x="575" y="92"/>
                  </a:lnTo>
                  <a:lnTo>
                    <a:pt x="583" y="120"/>
                  </a:lnTo>
                  <a:lnTo>
                    <a:pt x="586" y="150"/>
                  </a:lnTo>
                  <a:lnTo>
                    <a:pt x="583" y="180"/>
                  </a:lnTo>
                  <a:lnTo>
                    <a:pt x="575" y="209"/>
                  </a:lnTo>
                  <a:lnTo>
                    <a:pt x="560" y="234"/>
                  </a:lnTo>
                  <a:lnTo>
                    <a:pt x="542" y="257"/>
                  </a:lnTo>
                  <a:lnTo>
                    <a:pt x="519" y="275"/>
                  </a:lnTo>
                  <a:lnTo>
                    <a:pt x="494" y="289"/>
                  </a:lnTo>
                  <a:lnTo>
                    <a:pt x="465" y="298"/>
                  </a:lnTo>
                  <a:lnTo>
                    <a:pt x="435" y="301"/>
                  </a:lnTo>
                  <a:lnTo>
                    <a:pt x="0" y="301"/>
                  </a:lnTo>
                  <a:lnTo>
                    <a:pt x="35" y="229"/>
                  </a:lnTo>
                  <a:lnTo>
                    <a:pt x="64" y="155"/>
                  </a:lnTo>
                  <a:lnTo>
                    <a:pt x="88" y="78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9" name="Freeform 138">
              <a:extLst>
                <a:ext uri="{FF2B5EF4-FFF2-40B4-BE49-F238E27FC236}">
                  <a16:creationId xmlns:a16="http://schemas.microsoft.com/office/drawing/2014/main" id="{43CF05D8-0AAD-4A88-9E36-8710ACA8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5688" y="4298950"/>
              <a:ext cx="128588" cy="42863"/>
            </a:xfrm>
            <a:custGeom>
              <a:avLst/>
              <a:gdLst>
                <a:gd name="T0" fmla="*/ 257 w 887"/>
                <a:gd name="T1" fmla="*/ 0 h 301"/>
                <a:gd name="T2" fmla="*/ 736 w 887"/>
                <a:gd name="T3" fmla="*/ 0 h 301"/>
                <a:gd name="T4" fmla="*/ 766 w 887"/>
                <a:gd name="T5" fmla="*/ 3 h 301"/>
                <a:gd name="T6" fmla="*/ 795 w 887"/>
                <a:gd name="T7" fmla="*/ 12 h 301"/>
                <a:gd name="T8" fmla="*/ 820 w 887"/>
                <a:gd name="T9" fmla="*/ 26 h 301"/>
                <a:gd name="T10" fmla="*/ 843 w 887"/>
                <a:gd name="T11" fmla="*/ 45 h 301"/>
                <a:gd name="T12" fmla="*/ 861 w 887"/>
                <a:gd name="T13" fmla="*/ 66 h 301"/>
                <a:gd name="T14" fmla="*/ 876 w 887"/>
                <a:gd name="T15" fmla="*/ 91 h 301"/>
                <a:gd name="T16" fmla="*/ 884 w 887"/>
                <a:gd name="T17" fmla="*/ 120 h 301"/>
                <a:gd name="T18" fmla="*/ 887 w 887"/>
                <a:gd name="T19" fmla="*/ 151 h 301"/>
                <a:gd name="T20" fmla="*/ 884 w 887"/>
                <a:gd name="T21" fmla="*/ 181 h 301"/>
                <a:gd name="T22" fmla="*/ 876 w 887"/>
                <a:gd name="T23" fmla="*/ 209 h 301"/>
                <a:gd name="T24" fmla="*/ 861 w 887"/>
                <a:gd name="T25" fmla="*/ 235 h 301"/>
                <a:gd name="T26" fmla="*/ 843 w 887"/>
                <a:gd name="T27" fmla="*/ 257 h 301"/>
                <a:gd name="T28" fmla="*/ 820 w 887"/>
                <a:gd name="T29" fmla="*/ 275 h 301"/>
                <a:gd name="T30" fmla="*/ 795 w 887"/>
                <a:gd name="T31" fmla="*/ 289 h 301"/>
                <a:gd name="T32" fmla="*/ 766 w 887"/>
                <a:gd name="T33" fmla="*/ 298 h 301"/>
                <a:gd name="T34" fmla="*/ 736 w 887"/>
                <a:gd name="T35" fmla="*/ 301 h 301"/>
                <a:gd name="T36" fmla="*/ 0 w 887"/>
                <a:gd name="T37" fmla="*/ 301 h 301"/>
                <a:gd name="T38" fmla="*/ 59 w 887"/>
                <a:gd name="T39" fmla="*/ 247 h 301"/>
                <a:gd name="T40" fmla="*/ 115 w 887"/>
                <a:gd name="T41" fmla="*/ 191 h 301"/>
                <a:gd name="T42" fmla="*/ 166 w 887"/>
                <a:gd name="T43" fmla="*/ 131 h 301"/>
                <a:gd name="T44" fmla="*/ 214 w 887"/>
                <a:gd name="T45" fmla="*/ 67 h 301"/>
                <a:gd name="T46" fmla="*/ 257 w 887"/>
                <a:gd name="T47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7" h="301">
                  <a:moveTo>
                    <a:pt x="257" y="0"/>
                  </a:moveTo>
                  <a:lnTo>
                    <a:pt x="736" y="0"/>
                  </a:lnTo>
                  <a:lnTo>
                    <a:pt x="766" y="3"/>
                  </a:lnTo>
                  <a:lnTo>
                    <a:pt x="795" y="12"/>
                  </a:lnTo>
                  <a:lnTo>
                    <a:pt x="820" y="26"/>
                  </a:lnTo>
                  <a:lnTo>
                    <a:pt x="843" y="45"/>
                  </a:lnTo>
                  <a:lnTo>
                    <a:pt x="861" y="66"/>
                  </a:lnTo>
                  <a:lnTo>
                    <a:pt x="876" y="91"/>
                  </a:lnTo>
                  <a:lnTo>
                    <a:pt x="884" y="120"/>
                  </a:lnTo>
                  <a:lnTo>
                    <a:pt x="887" y="151"/>
                  </a:lnTo>
                  <a:lnTo>
                    <a:pt x="884" y="181"/>
                  </a:lnTo>
                  <a:lnTo>
                    <a:pt x="876" y="209"/>
                  </a:lnTo>
                  <a:lnTo>
                    <a:pt x="861" y="235"/>
                  </a:lnTo>
                  <a:lnTo>
                    <a:pt x="843" y="257"/>
                  </a:lnTo>
                  <a:lnTo>
                    <a:pt x="820" y="275"/>
                  </a:lnTo>
                  <a:lnTo>
                    <a:pt x="795" y="289"/>
                  </a:lnTo>
                  <a:lnTo>
                    <a:pt x="766" y="298"/>
                  </a:lnTo>
                  <a:lnTo>
                    <a:pt x="736" y="301"/>
                  </a:lnTo>
                  <a:lnTo>
                    <a:pt x="0" y="301"/>
                  </a:lnTo>
                  <a:lnTo>
                    <a:pt x="59" y="247"/>
                  </a:lnTo>
                  <a:lnTo>
                    <a:pt x="115" y="191"/>
                  </a:lnTo>
                  <a:lnTo>
                    <a:pt x="166" y="131"/>
                  </a:lnTo>
                  <a:lnTo>
                    <a:pt x="214" y="67"/>
                  </a:lnTo>
                  <a:lnTo>
                    <a:pt x="2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0" name="Freeform 139">
              <a:extLst>
                <a:ext uri="{FF2B5EF4-FFF2-40B4-BE49-F238E27FC236}">
                  <a16:creationId xmlns:a16="http://schemas.microsoft.com/office/drawing/2014/main" id="{FEF4F305-CD09-4178-8EEE-E4B61D705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186238"/>
              <a:ext cx="66675" cy="42863"/>
            </a:xfrm>
            <a:custGeom>
              <a:avLst/>
              <a:gdLst>
                <a:gd name="T0" fmla="*/ 152 w 467"/>
                <a:gd name="T1" fmla="*/ 0 h 300"/>
                <a:gd name="T2" fmla="*/ 467 w 467"/>
                <a:gd name="T3" fmla="*/ 0 h 300"/>
                <a:gd name="T4" fmla="*/ 461 w 467"/>
                <a:gd name="T5" fmla="*/ 54 h 300"/>
                <a:gd name="T6" fmla="*/ 456 w 467"/>
                <a:gd name="T7" fmla="*/ 108 h 300"/>
                <a:gd name="T8" fmla="*/ 454 w 467"/>
                <a:gd name="T9" fmla="*/ 163 h 300"/>
                <a:gd name="T10" fmla="*/ 456 w 467"/>
                <a:gd name="T11" fmla="*/ 232 h 300"/>
                <a:gd name="T12" fmla="*/ 463 w 467"/>
                <a:gd name="T13" fmla="*/ 300 h 300"/>
                <a:gd name="T14" fmla="*/ 152 w 467"/>
                <a:gd name="T15" fmla="*/ 300 h 300"/>
                <a:gd name="T16" fmla="*/ 121 w 467"/>
                <a:gd name="T17" fmla="*/ 297 h 300"/>
                <a:gd name="T18" fmla="*/ 93 w 467"/>
                <a:gd name="T19" fmla="*/ 289 h 300"/>
                <a:gd name="T20" fmla="*/ 67 w 467"/>
                <a:gd name="T21" fmla="*/ 275 h 300"/>
                <a:gd name="T22" fmla="*/ 45 w 467"/>
                <a:gd name="T23" fmla="*/ 257 h 300"/>
                <a:gd name="T24" fmla="*/ 26 w 467"/>
                <a:gd name="T25" fmla="*/ 234 h 300"/>
                <a:gd name="T26" fmla="*/ 13 w 467"/>
                <a:gd name="T27" fmla="*/ 209 h 300"/>
                <a:gd name="T28" fmla="*/ 3 w 467"/>
                <a:gd name="T29" fmla="*/ 181 h 300"/>
                <a:gd name="T30" fmla="*/ 0 w 467"/>
                <a:gd name="T31" fmla="*/ 149 h 300"/>
                <a:gd name="T32" fmla="*/ 3 w 467"/>
                <a:gd name="T33" fmla="*/ 119 h 300"/>
                <a:gd name="T34" fmla="*/ 13 w 467"/>
                <a:gd name="T35" fmla="*/ 91 h 300"/>
                <a:gd name="T36" fmla="*/ 26 w 467"/>
                <a:gd name="T37" fmla="*/ 66 h 300"/>
                <a:gd name="T38" fmla="*/ 45 w 467"/>
                <a:gd name="T39" fmla="*/ 43 h 300"/>
                <a:gd name="T40" fmla="*/ 67 w 467"/>
                <a:gd name="T41" fmla="*/ 26 h 300"/>
                <a:gd name="T42" fmla="*/ 93 w 467"/>
                <a:gd name="T43" fmla="*/ 11 h 300"/>
                <a:gd name="T44" fmla="*/ 121 w 467"/>
                <a:gd name="T45" fmla="*/ 3 h 300"/>
                <a:gd name="T46" fmla="*/ 152 w 467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7" h="300">
                  <a:moveTo>
                    <a:pt x="152" y="0"/>
                  </a:moveTo>
                  <a:lnTo>
                    <a:pt x="467" y="0"/>
                  </a:lnTo>
                  <a:lnTo>
                    <a:pt x="461" y="54"/>
                  </a:lnTo>
                  <a:lnTo>
                    <a:pt x="456" y="108"/>
                  </a:lnTo>
                  <a:lnTo>
                    <a:pt x="454" y="163"/>
                  </a:lnTo>
                  <a:lnTo>
                    <a:pt x="456" y="232"/>
                  </a:lnTo>
                  <a:lnTo>
                    <a:pt x="463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4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3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1" name="Freeform 140">
              <a:extLst>
                <a:ext uri="{FF2B5EF4-FFF2-40B4-BE49-F238E27FC236}">
                  <a16:creationId xmlns:a16="http://schemas.microsoft.com/office/drawing/2014/main" id="{86F8BBE7-D569-4387-A6C4-E57A4BA28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240213"/>
              <a:ext cx="82550" cy="44450"/>
            </a:xfrm>
            <a:custGeom>
              <a:avLst/>
              <a:gdLst>
                <a:gd name="T0" fmla="*/ 152 w 574"/>
                <a:gd name="T1" fmla="*/ 0 h 301"/>
                <a:gd name="T2" fmla="*/ 475 w 574"/>
                <a:gd name="T3" fmla="*/ 0 h 301"/>
                <a:gd name="T4" fmla="*/ 492 w 574"/>
                <a:gd name="T5" fmla="*/ 78 h 301"/>
                <a:gd name="T6" fmla="*/ 515 w 574"/>
                <a:gd name="T7" fmla="*/ 154 h 301"/>
                <a:gd name="T8" fmla="*/ 542 w 574"/>
                <a:gd name="T9" fmla="*/ 229 h 301"/>
                <a:gd name="T10" fmla="*/ 574 w 574"/>
                <a:gd name="T11" fmla="*/ 301 h 301"/>
                <a:gd name="T12" fmla="*/ 152 w 574"/>
                <a:gd name="T13" fmla="*/ 301 h 301"/>
                <a:gd name="T14" fmla="*/ 121 w 574"/>
                <a:gd name="T15" fmla="*/ 298 h 301"/>
                <a:gd name="T16" fmla="*/ 93 w 574"/>
                <a:gd name="T17" fmla="*/ 288 h 301"/>
                <a:gd name="T18" fmla="*/ 67 w 574"/>
                <a:gd name="T19" fmla="*/ 275 h 301"/>
                <a:gd name="T20" fmla="*/ 45 w 574"/>
                <a:gd name="T21" fmla="*/ 256 h 301"/>
                <a:gd name="T22" fmla="*/ 26 w 574"/>
                <a:gd name="T23" fmla="*/ 234 h 301"/>
                <a:gd name="T24" fmla="*/ 13 w 574"/>
                <a:gd name="T25" fmla="*/ 208 h 301"/>
                <a:gd name="T26" fmla="*/ 3 w 574"/>
                <a:gd name="T27" fmla="*/ 180 h 301"/>
                <a:gd name="T28" fmla="*/ 0 w 574"/>
                <a:gd name="T29" fmla="*/ 150 h 301"/>
                <a:gd name="T30" fmla="*/ 3 w 574"/>
                <a:gd name="T31" fmla="*/ 120 h 301"/>
                <a:gd name="T32" fmla="*/ 13 w 574"/>
                <a:gd name="T33" fmla="*/ 92 h 301"/>
                <a:gd name="T34" fmla="*/ 26 w 574"/>
                <a:gd name="T35" fmla="*/ 66 h 301"/>
                <a:gd name="T36" fmla="*/ 45 w 574"/>
                <a:gd name="T37" fmla="*/ 44 h 301"/>
                <a:gd name="T38" fmla="*/ 67 w 574"/>
                <a:gd name="T39" fmla="*/ 25 h 301"/>
                <a:gd name="T40" fmla="*/ 93 w 574"/>
                <a:gd name="T41" fmla="*/ 12 h 301"/>
                <a:gd name="T42" fmla="*/ 121 w 574"/>
                <a:gd name="T43" fmla="*/ 3 h 301"/>
                <a:gd name="T44" fmla="*/ 152 w 574"/>
                <a:gd name="T45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74" h="301">
                  <a:moveTo>
                    <a:pt x="152" y="0"/>
                  </a:moveTo>
                  <a:lnTo>
                    <a:pt x="475" y="0"/>
                  </a:lnTo>
                  <a:lnTo>
                    <a:pt x="492" y="78"/>
                  </a:lnTo>
                  <a:lnTo>
                    <a:pt x="515" y="154"/>
                  </a:lnTo>
                  <a:lnTo>
                    <a:pt x="542" y="229"/>
                  </a:lnTo>
                  <a:lnTo>
                    <a:pt x="574" y="301"/>
                  </a:lnTo>
                  <a:lnTo>
                    <a:pt x="152" y="301"/>
                  </a:lnTo>
                  <a:lnTo>
                    <a:pt x="121" y="298"/>
                  </a:lnTo>
                  <a:lnTo>
                    <a:pt x="93" y="288"/>
                  </a:lnTo>
                  <a:lnTo>
                    <a:pt x="67" y="275"/>
                  </a:lnTo>
                  <a:lnTo>
                    <a:pt x="45" y="256"/>
                  </a:lnTo>
                  <a:lnTo>
                    <a:pt x="26" y="234"/>
                  </a:lnTo>
                  <a:lnTo>
                    <a:pt x="13" y="208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5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2" name="Freeform 141">
              <a:extLst>
                <a:ext uri="{FF2B5EF4-FFF2-40B4-BE49-F238E27FC236}">
                  <a16:creationId xmlns:a16="http://schemas.microsoft.com/office/drawing/2014/main" id="{3DF11F45-871C-4EF2-9D8F-C6A8EACA1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130675"/>
              <a:ext cx="84138" cy="44450"/>
            </a:xfrm>
            <a:custGeom>
              <a:avLst/>
              <a:gdLst>
                <a:gd name="T0" fmla="*/ 152 w 586"/>
                <a:gd name="T1" fmla="*/ 0 h 302"/>
                <a:gd name="T2" fmla="*/ 586 w 586"/>
                <a:gd name="T3" fmla="*/ 0 h 302"/>
                <a:gd name="T4" fmla="*/ 552 w 586"/>
                <a:gd name="T5" fmla="*/ 72 h 302"/>
                <a:gd name="T6" fmla="*/ 522 w 586"/>
                <a:gd name="T7" fmla="*/ 147 h 302"/>
                <a:gd name="T8" fmla="*/ 498 w 586"/>
                <a:gd name="T9" fmla="*/ 223 h 302"/>
                <a:gd name="T10" fmla="*/ 479 w 586"/>
                <a:gd name="T11" fmla="*/ 302 h 302"/>
                <a:gd name="T12" fmla="*/ 152 w 586"/>
                <a:gd name="T13" fmla="*/ 302 h 302"/>
                <a:gd name="T14" fmla="*/ 121 w 586"/>
                <a:gd name="T15" fmla="*/ 299 h 302"/>
                <a:gd name="T16" fmla="*/ 93 w 586"/>
                <a:gd name="T17" fmla="*/ 289 h 302"/>
                <a:gd name="T18" fmla="*/ 67 w 586"/>
                <a:gd name="T19" fmla="*/ 276 h 302"/>
                <a:gd name="T20" fmla="*/ 45 w 586"/>
                <a:gd name="T21" fmla="*/ 257 h 302"/>
                <a:gd name="T22" fmla="*/ 26 w 586"/>
                <a:gd name="T23" fmla="*/ 235 h 302"/>
                <a:gd name="T24" fmla="*/ 13 w 586"/>
                <a:gd name="T25" fmla="*/ 209 h 302"/>
                <a:gd name="T26" fmla="*/ 3 w 586"/>
                <a:gd name="T27" fmla="*/ 181 h 302"/>
                <a:gd name="T28" fmla="*/ 0 w 586"/>
                <a:gd name="T29" fmla="*/ 151 h 302"/>
                <a:gd name="T30" fmla="*/ 3 w 586"/>
                <a:gd name="T31" fmla="*/ 121 h 302"/>
                <a:gd name="T32" fmla="*/ 13 w 586"/>
                <a:gd name="T33" fmla="*/ 93 h 302"/>
                <a:gd name="T34" fmla="*/ 26 w 586"/>
                <a:gd name="T35" fmla="*/ 67 h 302"/>
                <a:gd name="T36" fmla="*/ 45 w 586"/>
                <a:gd name="T37" fmla="*/ 45 h 302"/>
                <a:gd name="T38" fmla="*/ 67 w 586"/>
                <a:gd name="T39" fmla="*/ 26 h 302"/>
                <a:gd name="T40" fmla="*/ 93 w 586"/>
                <a:gd name="T41" fmla="*/ 13 h 302"/>
                <a:gd name="T42" fmla="*/ 121 w 586"/>
                <a:gd name="T43" fmla="*/ 3 h 302"/>
                <a:gd name="T44" fmla="*/ 152 w 586"/>
                <a:gd name="T45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6" h="302">
                  <a:moveTo>
                    <a:pt x="152" y="0"/>
                  </a:moveTo>
                  <a:lnTo>
                    <a:pt x="586" y="0"/>
                  </a:lnTo>
                  <a:lnTo>
                    <a:pt x="552" y="72"/>
                  </a:lnTo>
                  <a:lnTo>
                    <a:pt x="522" y="147"/>
                  </a:lnTo>
                  <a:lnTo>
                    <a:pt x="498" y="223"/>
                  </a:lnTo>
                  <a:lnTo>
                    <a:pt x="479" y="302"/>
                  </a:lnTo>
                  <a:lnTo>
                    <a:pt x="152" y="302"/>
                  </a:lnTo>
                  <a:lnTo>
                    <a:pt x="121" y="299"/>
                  </a:lnTo>
                  <a:lnTo>
                    <a:pt x="93" y="289"/>
                  </a:lnTo>
                  <a:lnTo>
                    <a:pt x="67" y="276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3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3" name="Freeform 142">
              <a:extLst>
                <a:ext uri="{FF2B5EF4-FFF2-40B4-BE49-F238E27FC236}">
                  <a16:creationId xmlns:a16="http://schemas.microsoft.com/office/drawing/2014/main" id="{94F9D58F-AC1A-4D96-B38C-D6C15A073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076700"/>
              <a:ext cx="128588" cy="42863"/>
            </a:xfrm>
            <a:custGeom>
              <a:avLst/>
              <a:gdLst>
                <a:gd name="T0" fmla="*/ 152 w 888"/>
                <a:gd name="T1" fmla="*/ 0 h 300"/>
                <a:gd name="T2" fmla="*/ 888 w 888"/>
                <a:gd name="T3" fmla="*/ 0 h 300"/>
                <a:gd name="T4" fmla="*/ 829 w 888"/>
                <a:gd name="T5" fmla="*/ 53 h 300"/>
                <a:gd name="T6" fmla="*/ 774 w 888"/>
                <a:gd name="T7" fmla="*/ 110 h 300"/>
                <a:gd name="T8" fmla="*/ 721 w 888"/>
                <a:gd name="T9" fmla="*/ 170 h 300"/>
                <a:gd name="T10" fmla="*/ 674 w 888"/>
                <a:gd name="T11" fmla="*/ 234 h 300"/>
                <a:gd name="T12" fmla="*/ 630 w 888"/>
                <a:gd name="T13" fmla="*/ 300 h 300"/>
                <a:gd name="T14" fmla="*/ 152 w 888"/>
                <a:gd name="T15" fmla="*/ 300 h 300"/>
                <a:gd name="T16" fmla="*/ 121 w 888"/>
                <a:gd name="T17" fmla="*/ 297 h 300"/>
                <a:gd name="T18" fmla="*/ 93 w 888"/>
                <a:gd name="T19" fmla="*/ 289 h 300"/>
                <a:gd name="T20" fmla="*/ 67 w 888"/>
                <a:gd name="T21" fmla="*/ 274 h 300"/>
                <a:gd name="T22" fmla="*/ 45 w 888"/>
                <a:gd name="T23" fmla="*/ 256 h 300"/>
                <a:gd name="T24" fmla="*/ 26 w 888"/>
                <a:gd name="T25" fmla="*/ 234 h 300"/>
                <a:gd name="T26" fmla="*/ 13 w 888"/>
                <a:gd name="T27" fmla="*/ 209 h 300"/>
                <a:gd name="T28" fmla="*/ 3 w 888"/>
                <a:gd name="T29" fmla="*/ 179 h 300"/>
                <a:gd name="T30" fmla="*/ 0 w 888"/>
                <a:gd name="T31" fmla="*/ 149 h 300"/>
                <a:gd name="T32" fmla="*/ 3 w 888"/>
                <a:gd name="T33" fmla="*/ 119 h 300"/>
                <a:gd name="T34" fmla="*/ 13 w 888"/>
                <a:gd name="T35" fmla="*/ 91 h 300"/>
                <a:gd name="T36" fmla="*/ 26 w 888"/>
                <a:gd name="T37" fmla="*/ 66 h 300"/>
                <a:gd name="T38" fmla="*/ 45 w 888"/>
                <a:gd name="T39" fmla="*/ 43 h 300"/>
                <a:gd name="T40" fmla="*/ 67 w 888"/>
                <a:gd name="T41" fmla="*/ 26 h 300"/>
                <a:gd name="T42" fmla="*/ 93 w 888"/>
                <a:gd name="T43" fmla="*/ 11 h 300"/>
                <a:gd name="T44" fmla="*/ 121 w 888"/>
                <a:gd name="T45" fmla="*/ 3 h 300"/>
                <a:gd name="T46" fmla="*/ 152 w 888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88" h="300">
                  <a:moveTo>
                    <a:pt x="152" y="0"/>
                  </a:moveTo>
                  <a:lnTo>
                    <a:pt x="888" y="0"/>
                  </a:lnTo>
                  <a:lnTo>
                    <a:pt x="829" y="53"/>
                  </a:lnTo>
                  <a:lnTo>
                    <a:pt x="774" y="110"/>
                  </a:lnTo>
                  <a:lnTo>
                    <a:pt x="721" y="170"/>
                  </a:lnTo>
                  <a:lnTo>
                    <a:pt x="674" y="234"/>
                  </a:lnTo>
                  <a:lnTo>
                    <a:pt x="630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4"/>
                  </a:lnTo>
                  <a:lnTo>
                    <a:pt x="45" y="256"/>
                  </a:lnTo>
                  <a:lnTo>
                    <a:pt x="26" y="234"/>
                  </a:lnTo>
                  <a:lnTo>
                    <a:pt x="13" y="209"/>
                  </a:lnTo>
                  <a:lnTo>
                    <a:pt x="3" y="179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3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4" name="Freeform 143">
              <a:extLst>
                <a:ext uri="{FF2B5EF4-FFF2-40B4-BE49-F238E27FC236}">
                  <a16:creationId xmlns:a16="http://schemas.microsoft.com/office/drawing/2014/main" id="{3437E30A-67B4-4DB6-8850-AF1AD49F0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295775"/>
              <a:ext cx="123825" cy="42863"/>
            </a:xfrm>
            <a:custGeom>
              <a:avLst/>
              <a:gdLst>
                <a:gd name="T0" fmla="*/ 152 w 861"/>
                <a:gd name="T1" fmla="*/ 0 h 300"/>
                <a:gd name="T2" fmla="*/ 615 w 861"/>
                <a:gd name="T3" fmla="*/ 0 h 300"/>
                <a:gd name="T4" fmla="*/ 655 w 861"/>
                <a:gd name="T5" fmla="*/ 66 h 300"/>
                <a:gd name="T6" fmla="*/ 701 w 861"/>
                <a:gd name="T7" fmla="*/ 130 h 300"/>
                <a:gd name="T8" fmla="*/ 751 w 861"/>
                <a:gd name="T9" fmla="*/ 190 h 300"/>
                <a:gd name="T10" fmla="*/ 804 w 861"/>
                <a:gd name="T11" fmla="*/ 247 h 300"/>
                <a:gd name="T12" fmla="*/ 861 w 861"/>
                <a:gd name="T13" fmla="*/ 300 h 300"/>
                <a:gd name="T14" fmla="*/ 152 w 861"/>
                <a:gd name="T15" fmla="*/ 300 h 300"/>
                <a:gd name="T16" fmla="*/ 121 w 861"/>
                <a:gd name="T17" fmla="*/ 297 h 300"/>
                <a:gd name="T18" fmla="*/ 93 w 861"/>
                <a:gd name="T19" fmla="*/ 289 h 300"/>
                <a:gd name="T20" fmla="*/ 67 w 861"/>
                <a:gd name="T21" fmla="*/ 275 h 300"/>
                <a:gd name="T22" fmla="*/ 45 w 861"/>
                <a:gd name="T23" fmla="*/ 257 h 300"/>
                <a:gd name="T24" fmla="*/ 26 w 861"/>
                <a:gd name="T25" fmla="*/ 235 h 300"/>
                <a:gd name="T26" fmla="*/ 13 w 861"/>
                <a:gd name="T27" fmla="*/ 209 h 300"/>
                <a:gd name="T28" fmla="*/ 3 w 861"/>
                <a:gd name="T29" fmla="*/ 181 h 300"/>
                <a:gd name="T30" fmla="*/ 0 w 861"/>
                <a:gd name="T31" fmla="*/ 151 h 300"/>
                <a:gd name="T32" fmla="*/ 3 w 861"/>
                <a:gd name="T33" fmla="*/ 119 h 300"/>
                <a:gd name="T34" fmla="*/ 13 w 861"/>
                <a:gd name="T35" fmla="*/ 91 h 300"/>
                <a:gd name="T36" fmla="*/ 26 w 861"/>
                <a:gd name="T37" fmla="*/ 66 h 300"/>
                <a:gd name="T38" fmla="*/ 45 w 861"/>
                <a:gd name="T39" fmla="*/ 44 h 300"/>
                <a:gd name="T40" fmla="*/ 67 w 861"/>
                <a:gd name="T41" fmla="*/ 26 h 300"/>
                <a:gd name="T42" fmla="*/ 93 w 861"/>
                <a:gd name="T43" fmla="*/ 11 h 300"/>
                <a:gd name="T44" fmla="*/ 121 w 861"/>
                <a:gd name="T45" fmla="*/ 3 h 300"/>
                <a:gd name="T46" fmla="*/ 152 w 861"/>
                <a:gd name="T47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61" h="300">
                  <a:moveTo>
                    <a:pt x="152" y="0"/>
                  </a:moveTo>
                  <a:lnTo>
                    <a:pt x="615" y="0"/>
                  </a:lnTo>
                  <a:lnTo>
                    <a:pt x="655" y="66"/>
                  </a:lnTo>
                  <a:lnTo>
                    <a:pt x="701" y="130"/>
                  </a:lnTo>
                  <a:lnTo>
                    <a:pt x="751" y="190"/>
                  </a:lnTo>
                  <a:lnTo>
                    <a:pt x="804" y="247"/>
                  </a:lnTo>
                  <a:lnTo>
                    <a:pt x="861" y="300"/>
                  </a:lnTo>
                  <a:lnTo>
                    <a:pt x="152" y="300"/>
                  </a:lnTo>
                  <a:lnTo>
                    <a:pt x="121" y="297"/>
                  </a:lnTo>
                  <a:lnTo>
                    <a:pt x="93" y="289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19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1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5" name="Freeform 144">
              <a:extLst>
                <a:ext uri="{FF2B5EF4-FFF2-40B4-BE49-F238E27FC236}">
                  <a16:creationId xmlns:a16="http://schemas.microsoft.com/office/drawing/2014/main" id="{8D3B82C4-1FF9-4E8A-AA15-663CCCAD4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349750"/>
              <a:ext cx="203200" cy="44450"/>
            </a:xfrm>
            <a:custGeom>
              <a:avLst/>
              <a:gdLst>
                <a:gd name="T0" fmla="*/ 152 w 1414"/>
                <a:gd name="T1" fmla="*/ 0 h 301"/>
                <a:gd name="T2" fmla="*/ 958 w 1414"/>
                <a:gd name="T3" fmla="*/ 0 h 301"/>
                <a:gd name="T4" fmla="*/ 1027 w 1414"/>
                <a:gd name="T5" fmla="*/ 46 h 301"/>
                <a:gd name="T6" fmla="*/ 1099 w 1414"/>
                <a:gd name="T7" fmla="*/ 88 h 301"/>
                <a:gd name="T8" fmla="*/ 1174 w 1414"/>
                <a:gd name="T9" fmla="*/ 124 h 301"/>
                <a:gd name="T10" fmla="*/ 1251 w 1414"/>
                <a:gd name="T11" fmla="*/ 155 h 301"/>
                <a:gd name="T12" fmla="*/ 1332 w 1414"/>
                <a:gd name="T13" fmla="*/ 181 h 301"/>
                <a:gd name="T14" fmla="*/ 1414 w 1414"/>
                <a:gd name="T15" fmla="*/ 202 h 301"/>
                <a:gd name="T16" fmla="*/ 1403 w 1414"/>
                <a:gd name="T17" fmla="*/ 226 h 301"/>
                <a:gd name="T18" fmla="*/ 1388 w 1414"/>
                <a:gd name="T19" fmla="*/ 247 h 301"/>
                <a:gd name="T20" fmla="*/ 1370 w 1414"/>
                <a:gd name="T21" fmla="*/ 266 h 301"/>
                <a:gd name="T22" fmla="*/ 1349 w 1414"/>
                <a:gd name="T23" fmla="*/ 280 h 301"/>
                <a:gd name="T24" fmla="*/ 1325 w 1414"/>
                <a:gd name="T25" fmla="*/ 292 h 301"/>
                <a:gd name="T26" fmla="*/ 1300 w 1414"/>
                <a:gd name="T27" fmla="*/ 299 h 301"/>
                <a:gd name="T28" fmla="*/ 1273 w 1414"/>
                <a:gd name="T29" fmla="*/ 301 h 301"/>
                <a:gd name="T30" fmla="*/ 152 w 1414"/>
                <a:gd name="T31" fmla="*/ 301 h 301"/>
                <a:gd name="T32" fmla="*/ 121 w 1414"/>
                <a:gd name="T33" fmla="*/ 298 h 301"/>
                <a:gd name="T34" fmla="*/ 93 w 1414"/>
                <a:gd name="T35" fmla="*/ 290 h 301"/>
                <a:gd name="T36" fmla="*/ 67 w 1414"/>
                <a:gd name="T37" fmla="*/ 275 h 301"/>
                <a:gd name="T38" fmla="*/ 45 w 1414"/>
                <a:gd name="T39" fmla="*/ 257 h 301"/>
                <a:gd name="T40" fmla="*/ 26 w 1414"/>
                <a:gd name="T41" fmla="*/ 234 h 301"/>
                <a:gd name="T42" fmla="*/ 13 w 1414"/>
                <a:gd name="T43" fmla="*/ 210 h 301"/>
                <a:gd name="T44" fmla="*/ 3 w 1414"/>
                <a:gd name="T45" fmla="*/ 180 h 301"/>
                <a:gd name="T46" fmla="*/ 0 w 1414"/>
                <a:gd name="T47" fmla="*/ 150 h 301"/>
                <a:gd name="T48" fmla="*/ 3 w 1414"/>
                <a:gd name="T49" fmla="*/ 120 h 301"/>
                <a:gd name="T50" fmla="*/ 13 w 1414"/>
                <a:gd name="T51" fmla="*/ 92 h 301"/>
                <a:gd name="T52" fmla="*/ 26 w 1414"/>
                <a:gd name="T53" fmla="*/ 66 h 301"/>
                <a:gd name="T54" fmla="*/ 45 w 1414"/>
                <a:gd name="T55" fmla="*/ 44 h 301"/>
                <a:gd name="T56" fmla="*/ 67 w 1414"/>
                <a:gd name="T57" fmla="*/ 25 h 301"/>
                <a:gd name="T58" fmla="*/ 93 w 1414"/>
                <a:gd name="T59" fmla="*/ 12 h 301"/>
                <a:gd name="T60" fmla="*/ 121 w 1414"/>
                <a:gd name="T61" fmla="*/ 4 h 301"/>
                <a:gd name="T62" fmla="*/ 152 w 1414"/>
                <a:gd name="T6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4" h="301">
                  <a:moveTo>
                    <a:pt x="152" y="0"/>
                  </a:moveTo>
                  <a:lnTo>
                    <a:pt x="958" y="0"/>
                  </a:lnTo>
                  <a:lnTo>
                    <a:pt x="1027" y="46"/>
                  </a:lnTo>
                  <a:lnTo>
                    <a:pt x="1099" y="88"/>
                  </a:lnTo>
                  <a:lnTo>
                    <a:pt x="1174" y="124"/>
                  </a:lnTo>
                  <a:lnTo>
                    <a:pt x="1251" y="155"/>
                  </a:lnTo>
                  <a:lnTo>
                    <a:pt x="1332" y="181"/>
                  </a:lnTo>
                  <a:lnTo>
                    <a:pt x="1414" y="202"/>
                  </a:lnTo>
                  <a:lnTo>
                    <a:pt x="1403" y="226"/>
                  </a:lnTo>
                  <a:lnTo>
                    <a:pt x="1388" y="247"/>
                  </a:lnTo>
                  <a:lnTo>
                    <a:pt x="1370" y="266"/>
                  </a:lnTo>
                  <a:lnTo>
                    <a:pt x="1349" y="280"/>
                  </a:lnTo>
                  <a:lnTo>
                    <a:pt x="1325" y="292"/>
                  </a:lnTo>
                  <a:lnTo>
                    <a:pt x="1300" y="299"/>
                  </a:lnTo>
                  <a:lnTo>
                    <a:pt x="1273" y="301"/>
                  </a:lnTo>
                  <a:lnTo>
                    <a:pt x="152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7" y="275"/>
                  </a:lnTo>
                  <a:lnTo>
                    <a:pt x="45" y="257"/>
                  </a:lnTo>
                  <a:lnTo>
                    <a:pt x="26" y="234"/>
                  </a:lnTo>
                  <a:lnTo>
                    <a:pt x="13" y="210"/>
                  </a:lnTo>
                  <a:lnTo>
                    <a:pt x="3" y="180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6"/>
                  </a:lnTo>
                  <a:lnTo>
                    <a:pt x="45" y="44"/>
                  </a:lnTo>
                  <a:lnTo>
                    <a:pt x="67" y="25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6" name="Freeform 145">
              <a:extLst>
                <a:ext uri="{FF2B5EF4-FFF2-40B4-BE49-F238E27FC236}">
                  <a16:creationId xmlns:a16="http://schemas.microsoft.com/office/drawing/2014/main" id="{AD0A470C-F1B4-48A9-8D21-D7EE37B60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3263" y="4405313"/>
              <a:ext cx="204788" cy="42863"/>
            </a:xfrm>
            <a:custGeom>
              <a:avLst/>
              <a:gdLst>
                <a:gd name="T0" fmla="*/ 152 w 1424"/>
                <a:gd name="T1" fmla="*/ 0 h 302"/>
                <a:gd name="T2" fmla="*/ 1273 w 1424"/>
                <a:gd name="T3" fmla="*/ 0 h 302"/>
                <a:gd name="T4" fmla="*/ 1303 w 1424"/>
                <a:gd name="T5" fmla="*/ 3 h 302"/>
                <a:gd name="T6" fmla="*/ 1332 w 1424"/>
                <a:gd name="T7" fmla="*/ 13 h 302"/>
                <a:gd name="T8" fmla="*/ 1357 w 1424"/>
                <a:gd name="T9" fmla="*/ 26 h 302"/>
                <a:gd name="T10" fmla="*/ 1380 w 1424"/>
                <a:gd name="T11" fmla="*/ 45 h 302"/>
                <a:gd name="T12" fmla="*/ 1398 w 1424"/>
                <a:gd name="T13" fmla="*/ 67 h 302"/>
                <a:gd name="T14" fmla="*/ 1412 w 1424"/>
                <a:gd name="T15" fmla="*/ 92 h 302"/>
                <a:gd name="T16" fmla="*/ 1421 w 1424"/>
                <a:gd name="T17" fmla="*/ 121 h 302"/>
                <a:gd name="T18" fmla="*/ 1424 w 1424"/>
                <a:gd name="T19" fmla="*/ 151 h 302"/>
                <a:gd name="T20" fmla="*/ 1421 w 1424"/>
                <a:gd name="T21" fmla="*/ 181 h 302"/>
                <a:gd name="T22" fmla="*/ 1412 w 1424"/>
                <a:gd name="T23" fmla="*/ 209 h 302"/>
                <a:gd name="T24" fmla="*/ 1398 w 1424"/>
                <a:gd name="T25" fmla="*/ 235 h 302"/>
                <a:gd name="T26" fmla="*/ 1380 w 1424"/>
                <a:gd name="T27" fmla="*/ 257 h 302"/>
                <a:gd name="T28" fmla="*/ 1357 w 1424"/>
                <a:gd name="T29" fmla="*/ 276 h 302"/>
                <a:gd name="T30" fmla="*/ 1332 w 1424"/>
                <a:gd name="T31" fmla="*/ 289 h 302"/>
                <a:gd name="T32" fmla="*/ 1303 w 1424"/>
                <a:gd name="T33" fmla="*/ 299 h 302"/>
                <a:gd name="T34" fmla="*/ 1273 w 1424"/>
                <a:gd name="T35" fmla="*/ 302 h 302"/>
                <a:gd name="T36" fmla="*/ 152 w 1424"/>
                <a:gd name="T37" fmla="*/ 302 h 302"/>
                <a:gd name="T38" fmla="*/ 121 w 1424"/>
                <a:gd name="T39" fmla="*/ 299 h 302"/>
                <a:gd name="T40" fmla="*/ 93 w 1424"/>
                <a:gd name="T41" fmla="*/ 289 h 302"/>
                <a:gd name="T42" fmla="*/ 67 w 1424"/>
                <a:gd name="T43" fmla="*/ 276 h 302"/>
                <a:gd name="T44" fmla="*/ 45 w 1424"/>
                <a:gd name="T45" fmla="*/ 257 h 302"/>
                <a:gd name="T46" fmla="*/ 26 w 1424"/>
                <a:gd name="T47" fmla="*/ 235 h 302"/>
                <a:gd name="T48" fmla="*/ 13 w 1424"/>
                <a:gd name="T49" fmla="*/ 209 h 302"/>
                <a:gd name="T50" fmla="*/ 3 w 1424"/>
                <a:gd name="T51" fmla="*/ 181 h 302"/>
                <a:gd name="T52" fmla="*/ 0 w 1424"/>
                <a:gd name="T53" fmla="*/ 151 h 302"/>
                <a:gd name="T54" fmla="*/ 3 w 1424"/>
                <a:gd name="T55" fmla="*/ 121 h 302"/>
                <a:gd name="T56" fmla="*/ 13 w 1424"/>
                <a:gd name="T57" fmla="*/ 92 h 302"/>
                <a:gd name="T58" fmla="*/ 26 w 1424"/>
                <a:gd name="T59" fmla="*/ 67 h 302"/>
                <a:gd name="T60" fmla="*/ 45 w 1424"/>
                <a:gd name="T61" fmla="*/ 45 h 302"/>
                <a:gd name="T62" fmla="*/ 67 w 1424"/>
                <a:gd name="T63" fmla="*/ 26 h 302"/>
                <a:gd name="T64" fmla="*/ 93 w 1424"/>
                <a:gd name="T65" fmla="*/ 13 h 302"/>
                <a:gd name="T66" fmla="*/ 121 w 1424"/>
                <a:gd name="T67" fmla="*/ 3 h 302"/>
                <a:gd name="T68" fmla="*/ 152 w 1424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24" h="302">
                  <a:moveTo>
                    <a:pt x="152" y="0"/>
                  </a:moveTo>
                  <a:lnTo>
                    <a:pt x="1273" y="0"/>
                  </a:lnTo>
                  <a:lnTo>
                    <a:pt x="1303" y="3"/>
                  </a:lnTo>
                  <a:lnTo>
                    <a:pt x="1332" y="13"/>
                  </a:lnTo>
                  <a:lnTo>
                    <a:pt x="1357" y="26"/>
                  </a:lnTo>
                  <a:lnTo>
                    <a:pt x="1380" y="45"/>
                  </a:lnTo>
                  <a:lnTo>
                    <a:pt x="1398" y="67"/>
                  </a:lnTo>
                  <a:lnTo>
                    <a:pt x="1412" y="92"/>
                  </a:lnTo>
                  <a:lnTo>
                    <a:pt x="1421" y="121"/>
                  </a:lnTo>
                  <a:lnTo>
                    <a:pt x="1424" y="151"/>
                  </a:lnTo>
                  <a:lnTo>
                    <a:pt x="1421" y="181"/>
                  </a:lnTo>
                  <a:lnTo>
                    <a:pt x="1412" y="209"/>
                  </a:lnTo>
                  <a:lnTo>
                    <a:pt x="1398" y="235"/>
                  </a:lnTo>
                  <a:lnTo>
                    <a:pt x="1380" y="257"/>
                  </a:lnTo>
                  <a:lnTo>
                    <a:pt x="1357" y="276"/>
                  </a:lnTo>
                  <a:lnTo>
                    <a:pt x="1332" y="289"/>
                  </a:lnTo>
                  <a:lnTo>
                    <a:pt x="1303" y="299"/>
                  </a:lnTo>
                  <a:lnTo>
                    <a:pt x="1273" y="302"/>
                  </a:lnTo>
                  <a:lnTo>
                    <a:pt x="152" y="302"/>
                  </a:lnTo>
                  <a:lnTo>
                    <a:pt x="121" y="299"/>
                  </a:lnTo>
                  <a:lnTo>
                    <a:pt x="93" y="289"/>
                  </a:lnTo>
                  <a:lnTo>
                    <a:pt x="67" y="276"/>
                  </a:lnTo>
                  <a:lnTo>
                    <a:pt x="45" y="257"/>
                  </a:lnTo>
                  <a:lnTo>
                    <a:pt x="26" y="235"/>
                  </a:lnTo>
                  <a:lnTo>
                    <a:pt x="13" y="209"/>
                  </a:lnTo>
                  <a:lnTo>
                    <a:pt x="3" y="181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5"/>
                  </a:lnTo>
                  <a:lnTo>
                    <a:pt x="67" y="26"/>
                  </a:lnTo>
                  <a:lnTo>
                    <a:pt x="93" y="13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7" name="Freeform 146">
              <a:extLst>
                <a:ext uri="{FF2B5EF4-FFF2-40B4-BE49-F238E27FC236}">
                  <a16:creationId xmlns:a16="http://schemas.microsoft.com/office/drawing/2014/main" id="{B175C28C-3987-4977-8F8D-1F4840A0A5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70576" y="4057650"/>
              <a:ext cx="306388" cy="303213"/>
            </a:xfrm>
            <a:custGeom>
              <a:avLst/>
              <a:gdLst>
                <a:gd name="T0" fmla="*/ 924 w 2119"/>
                <a:gd name="T1" fmla="*/ 314 h 2106"/>
                <a:gd name="T2" fmla="*/ 735 w 2119"/>
                <a:gd name="T3" fmla="*/ 374 h 2106"/>
                <a:gd name="T4" fmla="*/ 573 w 2119"/>
                <a:gd name="T5" fmla="*/ 479 h 2106"/>
                <a:gd name="T6" fmla="*/ 441 w 2119"/>
                <a:gd name="T7" fmla="*/ 620 h 2106"/>
                <a:gd name="T8" fmla="*/ 350 w 2119"/>
                <a:gd name="T9" fmla="*/ 792 h 2106"/>
                <a:gd name="T10" fmla="*/ 306 w 2119"/>
                <a:gd name="T11" fmla="*/ 985 h 2106"/>
                <a:gd name="T12" fmla="*/ 315 w 2119"/>
                <a:gd name="T13" fmla="*/ 1188 h 2106"/>
                <a:gd name="T14" fmla="*/ 376 w 2119"/>
                <a:gd name="T15" fmla="*/ 1375 h 2106"/>
                <a:gd name="T16" fmla="*/ 481 w 2119"/>
                <a:gd name="T17" fmla="*/ 1538 h 2106"/>
                <a:gd name="T18" fmla="*/ 623 w 2119"/>
                <a:gd name="T19" fmla="*/ 1668 h 2106"/>
                <a:gd name="T20" fmla="*/ 796 w 2119"/>
                <a:gd name="T21" fmla="*/ 1758 h 2106"/>
                <a:gd name="T22" fmla="*/ 991 w 2119"/>
                <a:gd name="T23" fmla="*/ 1803 h 2106"/>
                <a:gd name="T24" fmla="*/ 1196 w 2119"/>
                <a:gd name="T25" fmla="*/ 1793 h 2106"/>
                <a:gd name="T26" fmla="*/ 1384 w 2119"/>
                <a:gd name="T27" fmla="*/ 1733 h 2106"/>
                <a:gd name="T28" fmla="*/ 1548 w 2119"/>
                <a:gd name="T29" fmla="*/ 1628 h 2106"/>
                <a:gd name="T30" fmla="*/ 1678 w 2119"/>
                <a:gd name="T31" fmla="*/ 1487 h 2106"/>
                <a:gd name="T32" fmla="*/ 1770 w 2119"/>
                <a:gd name="T33" fmla="*/ 1316 h 2106"/>
                <a:gd name="T34" fmla="*/ 1813 w 2119"/>
                <a:gd name="T35" fmla="*/ 1122 h 2106"/>
                <a:gd name="T36" fmla="*/ 1804 w 2119"/>
                <a:gd name="T37" fmla="*/ 919 h 2106"/>
                <a:gd name="T38" fmla="*/ 1743 w 2119"/>
                <a:gd name="T39" fmla="*/ 732 h 2106"/>
                <a:gd name="T40" fmla="*/ 1639 w 2119"/>
                <a:gd name="T41" fmla="*/ 569 h 2106"/>
                <a:gd name="T42" fmla="*/ 1496 w 2119"/>
                <a:gd name="T43" fmla="*/ 439 h 2106"/>
                <a:gd name="T44" fmla="*/ 1324 w 2119"/>
                <a:gd name="T45" fmla="*/ 349 h 2106"/>
                <a:gd name="T46" fmla="*/ 1129 w 2119"/>
                <a:gd name="T47" fmla="*/ 304 h 2106"/>
                <a:gd name="T48" fmla="*/ 1142 w 2119"/>
                <a:gd name="T49" fmla="*/ 4 h 2106"/>
                <a:gd name="T50" fmla="*/ 1379 w 2119"/>
                <a:gd name="T51" fmla="*/ 49 h 2106"/>
                <a:gd name="T52" fmla="*/ 1595 w 2119"/>
                <a:gd name="T53" fmla="*/ 145 h 2106"/>
                <a:gd name="T54" fmla="*/ 1781 w 2119"/>
                <a:gd name="T55" fmla="*/ 282 h 2106"/>
                <a:gd name="T56" fmla="*/ 1933 w 2119"/>
                <a:gd name="T57" fmla="*/ 457 h 2106"/>
                <a:gd name="T58" fmla="*/ 2044 w 2119"/>
                <a:gd name="T59" fmla="*/ 662 h 2106"/>
                <a:gd name="T60" fmla="*/ 2107 w 2119"/>
                <a:gd name="T61" fmla="*/ 891 h 2106"/>
                <a:gd name="T62" fmla="*/ 2116 w 2119"/>
                <a:gd name="T63" fmla="*/ 1136 h 2106"/>
                <a:gd name="T64" fmla="*/ 2070 w 2119"/>
                <a:gd name="T65" fmla="*/ 1371 h 2106"/>
                <a:gd name="T66" fmla="*/ 1975 w 2119"/>
                <a:gd name="T67" fmla="*/ 1584 h 2106"/>
                <a:gd name="T68" fmla="*/ 1835 w 2119"/>
                <a:gd name="T69" fmla="*/ 1770 h 2106"/>
                <a:gd name="T70" fmla="*/ 1660 w 2119"/>
                <a:gd name="T71" fmla="*/ 1921 h 2106"/>
                <a:gd name="T72" fmla="*/ 1453 w 2119"/>
                <a:gd name="T73" fmla="*/ 2031 h 2106"/>
                <a:gd name="T74" fmla="*/ 1224 w 2119"/>
                <a:gd name="T75" fmla="*/ 2094 h 2106"/>
                <a:gd name="T76" fmla="*/ 977 w 2119"/>
                <a:gd name="T77" fmla="*/ 2103 h 2106"/>
                <a:gd name="T78" fmla="*/ 740 w 2119"/>
                <a:gd name="T79" fmla="*/ 2058 h 2106"/>
                <a:gd name="T80" fmla="*/ 526 w 2119"/>
                <a:gd name="T81" fmla="*/ 1962 h 2106"/>
                <a:gd name="T82" fmla="*/ 338 w 2119"/>
                <a:gd name="T83" fmla="*/ 1825 h 2106"/>
                <a:gd name="T84" fmla="*/ 187 w 2119"/>
                <a:gd name="T85" fmla="*/ 1650 h 2106"/>
                <a:gd name="T86" fmla="*/ 76 w 2119"/>
                <a:gd name="T87" fmla="*/ 1445 h 2106"/>
                <a:gd name="T88" fmla="*/ 13 w 2119"/>
                <a:gd name="T89" fmla="*/ 1216 h 2106"/>
                <a:gd name="T90" fmla="*/ 3 w 2119"/>
                <a:gd name="T91" fmla="*/ 972 h 2106"/>
                <a:gd name="T92" fmla="*/ 49 w 2119"/>
                <a:gd name="T93" fmla="*/ 736 h 2106"/>
                <a:gd name="T94" fmla="*/ 145 w 2119"/>
                <a:gd name="T95" fmla="*/ 523 h 2106"/>
                <a:gd name="T96" fmla="*/ 284 w 2119"/>
                <a:gd name="T97" fmla="*/ 337 h 2106"/>
                <a:gd name="T98" fmla="*/ 460 w 2119"/>
                <a:gd name="T99" fmla="*/ 187 h 2106"/>
                <a:gd name="T100" fmla="*/ 666 w 2119"/>
                <a:gd name="T101" fmla="*/ 76 h 2106"/>
                <a:gd name="T102" fmla="*/ 896 w 2119"/>
                <a:gd name="T103" fmla="*/ 13 h 2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19" h="2106">
                  <a:moveTo>
                    <a:pt x="1060" y="301"/>
                  </a:moveTo>
                  <a:lnTo>
                    <a:pt x="991" y="304"/>
                  </a:lnTo>
                  <a:lnTo>
                    <a:pt x="924" y="314"/>
                  </a:lnTo>
                  <a:lnTo>
                    <a:pt x="859" y="328"/>
                  </a:lnTo>
                  <a:lnTo>
                    <a:pt x="796" y="349"/>
                  </a:lnTo>
                  <a:lnTo>
                    <a:pt x="735" y="374"/>
                  </a:lnTo>
                  <a:lnTo>
                    <a:pt x="678" y="404"/>
                  </a:lnTo>
                  <a:lnTo>
                    <a:pt x="623" y="439"/>
                  </a:lnTo>
                  <a:lnTo>
                    <a:pt x="573" y="479"/>
                  </a:lnTo>
                  <a:lnTo>
                    <a:pt x="525" y="523"/>
                  </a:lnTo>
                  <a:lnTo>
                    <a:pt x="481" y="569"/>
                  </a:lnTo>
                  <a:lnTo>
                    <a:pt x="441" y="620"/>
                  </a:lnTo>
                  <a:lnTo>
                    <a:pt x="406" y="674"/>
                  </a:lnTo>
                  <a:lnTo>
                    <a:pt x="376" y="732"/>
                  </a:lnTo>
                  <a:lnTo>
                    <a:pt x="350" y="792"/>
                  </a:lnTo>
                  <a:lnTo>
                    <a:pt x="330" y="854"/>
                  </a:lnTo>
                  <a:lnTo>
                    <a:pt x="315" y="919"/>
                  </a:lnTo>
                  <a:lnTo>
                    <a:pt x="306" y="985"/>
                  </a:lnTo>
                  <a:lnTo>
                    <a:pt x="303" y="1054"/>
                  </a:lnTo>
                  <a:lnTo>
                    <a:pt x="306" y="1122"/>
                  </a:lnTo>
                  <a:lnTo>
                    <a:pt x="315" y="1188"/>
                  </a:lnTo>
                  <a:lnTo>
                    <a:pt x="330" y="1254"/>
                  </a:lnTo>
                  <a:lnTo>
                    <a:pt x="350" y="1316"/>
                  </a:lnTo>
                  <a:lnTo>
                    <a:pt x="376" y="1375"/>
                  </a:lnTo>
                  <a:lnTo>
                    <a:pt x="406" y="1433"/>
                  </a:lnTo>
                  <a:lnTo>
                    <a:pt x="441" y="1487"/>
                  </a:lnTo>
                  <a:lnTo>
                    <a:pt x="481" y="1538"/>
                  </a:lnTo>
                  <a:lnTo>
                    <a:pt x="525" y="1585"/>
                  </a:lnTo>
                  <a:lnTo>
                    <a:pt x="573" y="1628"/>
                  </a:lnTo>
                  <a:lnTo>
                    <a:pt x="623" y="1668"/>
                  </a:lnTo>
                  <a:lnTo>
                    <a:pt x="678" y="1703"/>
                  </a:lnTo>
                  <a:lnTo>
                    <a:pt x="735" y="1733"/>
                  </a:lnTo>
                  <a:lnTo>
                    <a:pt x="796" y="1758"/>
                  </a:lnTo>
                  <a:lnTo>
                    <a:pt x="859" y="1779"/>
                  </a:lnTo>
                  <a:lnTo>
                    <a:pt x="924" y="1793"/>
                  </a:lnTo>
                  <a:lnTo>
                    <a:pt x="991" y="1803"/>
                  </a:lnTo>
                  <a:lnTo>
                    <a:pt x="1060" y="1806"/>
                  </a:lnTo>
                  <a:lnTo>
                    <a:pt x="1129" y="1803"/>
                  </a:lnTo>
                  <a:lnTo>
                    <a:pt x="1196" y="1793"/>
                  </a:lnTo>
                  <a:lnTo>
                    <a:pt x="1261" y="1779"/>
                  </a:lnTo>
                  <a:lnTo>
                    <a:pt x="1324" y="1758"/>
                  </a:lnTo>
                  <a:lnTo>
                    <a:pt x="1384" y="1733"/>
                  </a:lnTo>
                  <a:lnTo>
                    <a:pt x="1442" y="1703"/>
                  </a:lnTo>
                  <a:lnTo>
                    <a:pt x="1496" y="1668"/>
                  </a:lnTo>
                  <a:lnTo>
                    <a:pt x="1548" y="1628"/>
                  </a:lnTo>
                  <a:lnTo>
                    <a:pt x="1595" y="1585"/>
                  </a:lnTo>
                  <a:lnTo>
                    <a:pt x="1639" y="1538"/>
                  </a:lnTo>
                  <a:lnTo>
                    <a:pt x="1678" y="1487"/>
                  </a:lnTo>
                  <a:lnTo>
                    <a:pt x="1713" y="1433"/>
                  </a:lnTo>
                  <a:lnTo>
                    <a:pt x="1743" y="1375"/>
                  </a:lnTo>
                  <a:lnTo>
                    <a:pt x="1770" y="1316"/>
                  </a:lnTo>
                  <a:lnTo>
                    <a:pt x="1789" y="1254"/>
                  </a:lnTo>
                  <a:lnTo>
                    <a:pt x="1804" y="1188"/>
                  </a:lnTo>
                  <a:lnTo>
                    <a:pt x="1813" y="1122"/>
                  </a:lnTo>
                  <a:lnTo>
                    <a:pt x="1817" y="1054"/>
                  </a:lnTo>
                  <a:lnTo>
                    <a:pt x="1813" y="985"/>
                  </a:lnTo>
                  <a:lnTo>
                    <a:pt x="1804" y="919"/>
                  </a:lnTo>
                  <a:lnTo>
                    <a:pt x="1789" y="854"/>
                  </a:lnTo>
                  <a:lnTo>
                    <a:pt x="1770" y="792"/>
                  </a:lnTo>
                  <a:lnTo>
                    <a:pt x="1743" y="732"/>
                  </a:lnTo>
                  <a:lnTo>
                    <a:pt x="1713" y="674"/>
                  </a:lnTo>
                  <a:lnTo>
                    <a:pt x="1678" y="620"/>
                  </a:lnTo>
                  <a:lnTo>
                    <a:pt x="1639" y="569"/>
                  </a:lnTo>
                  <a:lnTo>
                    <a:pt x="1595" y="523"/>
                  </a:lnTo>
                  <a:lnTo>
                    <a:pt x="1548" y="479"/>
                  </a:lnTo>
                  <a:lnTo>
                    <a:pt x="1496" y="439"/>
                  </a:lnTo>
                  <a:lnTo>
                    <a:pt x="1442" y="404"/>
                  </a:lnTo>
                  <a:lnTo>
                    <a:pt x="1384" y="374"/>
                  </a:lnTo>
                  <a:lnTo>
                    <a:pt x="1324" y="349"/>
                  </a:lnTo>
                  <a:lnTo>
                    <a:pt x="1261" y="328"/>
                  </a:lnTo>
                  <a:lnTo>
                    <a:pt x="1196" y="314"/>
                  </a:lnTo>
                  <a:lnTo>
                    <a:pt x="1129" y="304"/>
                  </a:lnTo>
                  <a:lnTo>
                    <a:pt x="1060" y="301"/>
                  </a:lnTo>
                  <a:close/>
                  <a:moveTo>
                    <a:pt x="1060" y="0"/>
                  </a:moveTo>
                  <a:lnTo>
                    <a:pt x="1142" y="4"/>
                  </a:lnTo>
                  <a:lnTo>
                    <a:pt x="1224" y="13"/>
                  </a:lnTo>
                  <a:lnTo>
                    <a:pt x="1303" y="29"/>
                  </a:lnTo>
                  <a:lnTo>
                    <a:pt x="1379" y="49"/>
                  </a:lnTo>
                  <a:lnTo>
                    <a:pt x="1453" y="76"/>
                  </a:lnTo>
                  <a:lnTo>
                    <a:pt x="1526" y="108"/>
                  </a:lnTo>
                  <a:lnTo>
                    <a:pt x="1595" y="145"/>
                  </a:lnTo>
                  <a:lnTo>
                    <a:pt x="1660" y="187"/>
                  </a:lnTo>
                  <a:lnTo>
                    <a:pt x="1722" y="232"/>
                  </a:lnTo>
                  <a:lnTo>
                    <a:pt x="1781" y="282"/>
                  </a:lnTo>
                  <a:lnTo>
                    <a:pt x="1835" y="337"/>
                  </a:lnTo>
                  <a:lnTo>
                    <a:pt x="1887" y="396"/>
                  </a:lnTo>
                  <a:lnTo>
                    <a:pt x="1933" y="457"/>
                  </a:lnTo>
                  <a:lnTo>
                    <a:pt x="1975" y="523"/>
                  </a:lnTo>
                  <a:lnTo>
                    <a:pt x="2011" y="591"/>
                  </a:lnTo>
                  <a:lnTo>
                    <a:pt x="2044" y="662"/>
                  </a:lnTo>
                  <a:lnTo>
                    <a:pt x="2070" y="736"/>
                  </a:lnTo>
                  <a:lnTo>
                    <a:pt x="2091" y="813"/>
                  </a:lnTo>
                  <a:lnTo>
                    <a:pt x="2107" y="891"/>
                  </a:lnTo>
                  <a:lnTo>
                    <a:pt x="2116" y="972"/>
                  </a:lnTo>
                  <a:lnTo>
                    <a:pt x="2119" y="1054"/>
                  </a:lnTo>
                  <a:lnTo>
                    <a:pt x="2116" y="1136"/>
                  </a:lnTo>
                  <a:lnTo>
                    <a:pt x="2107" y="1216"/>
                  </a:lnTo>
                  <a:lnTo>
                    <a:pt x="2091" y="1295"/>
                  </a:lnTo>
                  <a:lnTo>
                    <a:pt x="2070" y="1371"/>
                  </a:lnTo>
                  <a:lnTo>
                    <a:pt x="2044" y="1445"/>
                  </a:lnTo>
                  <a:lnTo>
                    <a:pt x="2011" y="1516"/>
                  </a:lnTo>
                  <a:lnTo>
                    <a:pt x="1975" y="1584"/>
                  </a:lnTo>
                  <a:lnTo>
                    <a:pt x="1933" y="1650"/>
                  </a:lnTo>
                  <a:lnTo>
                    <a:pt x="1887" y="1711"/>
                  </a:lnTo>
                  <a:lnTo>
                    <a:pt x="1835" y="1770"/>
                  </a:lnTo>
                  <a:lnTo>
                    <a:pt x="1781" y="1825"/>
                  </a:lnTo>
                  <a:lnTo>
                    <a:pt x="1722" y="1875"/>
                  </a:lnTo>
                  <a:lnTo>
                    <a:pt x="1660" y="1921"/>
                  </a:lnTo>
                  <a:lnTo>
                    <a:pt x="1595" y="1962"/>
                  </a:lnTo>
                  <a:lnTo>
                    <a:pt x="1526" y="1999"/>
                  </a:lnTo>
                  <a:lnTo>
                    <a:pt x="1453" y="2031"/>
                  </a:lnTo>
                  <a:lnTo>
                    <a:pt x="1379" y="2058"/>
                  </a:lnTo>
                  <a:lnTo>
                    <a:pt x="1303" y="2078"/>
                  </a:lnTo>
                  <a:lnTo>
                    <a:pt x="1224" y="2094"/>
                  </a:lnTo>
                  <a:lnTo>
                    <a:pt x="1142" y="2103"/>
                  </a:lnTo>
                  <a:lnTo>
                    <a:pt x="1060" y="2106"/>
                  </a:lnTo>
                  <a:lnTo>
                    <a:pt x="977" y="2103"/>
                  </a:lnTo>
                  <a:lnTo>
                    <a:pt x="896" y="2094"/>
                  </a:lnTo>
                  <a:lnTo>
                    <a:pt x="817" y="2078"/>
                  </a:lnTo>
                  <a:lnTo>
                    <a:pt x="740" y="2058"/>
                  </a:lnTo>
                  <a:lnTo>
                    <a:pt x="666" y="2031"/>
                  </a:lnTo>
                  <a:lnTo>
                    <a:pt x="594" y="1999"/>
                  </a:lnTo>
                  <a:lnTo>
                    <a:pt x="526" y="1962"/>
                  </a:lnTo>
                  <a:lnTo>
                    <a:pt x="460" y="1921"/>
                  </a:lnTo>
                  <a:lnTo>
                    <a:pt x="397" y="1875"/>
                  </a:lnTo>
                  <a:lnTo>
                    <a:pt x="338" y="1825"/>
                  </a:lnTo>
                  <a:lnTo>
                    <a:pt x="284" y="1770"/>
                  </a:lnTo>
                  <a:lnTo>
                    <a:pt x="233" y="1711"/>
                  </a:lnTo>
                  <a:lnTo>
                    <a:pt x="187" y="1650"/>
                  </a:lnTo>
                  <a:lnTo>
                    <a:pt x="145" y="1584"/>
                  </a:lnTo>
                  <a:lnTo>
                    <a:pt x="108" y="1516"/>
                  </a:lnTo>
                  <a:lnTo>
                    <a:pt x="76" y="1445"/>
                  </a:lnTo>
                  <a:lnTo>
                    <a:pt x="49" y="1371"/>
                  </a:lnTo>
                  <a:lnTo>
                    <a:pt x="28" y="1295"/>
                  </a:lnTo>
                  <a:lnTo>
                    <a:pt x="13" y="1216"/>
                  </a:lnTo>
                  <a:lnTo>
                    <a:pt x="3" y="1136"/>
                  </a:lnTo>
                  <a:lnTo>
                    <a:pt x="0" y="1054"/>
                  </a:lnTo>
                  <a:lnTo>
                    <a:pt x="3" y="972"/>
                  </a:lnTo>
                  <a:lnTo>
                    <a:pt x="13" y="891"/>
                  </a:lnTo>
                  <a:lnTo>
                    <a:pt x="28" y="813"/>
                  </a:lnTo>
                  <a:lnTo>
                    <a:pt x="49" y="736"/>
                  </a:lnTo>
                  <a:lnTo>
                    <a:pt x="76" y="662"/>
                  </a:lnTo>
                  <a:lnTo>
                    <a:pt x="108" y="591"/>
                  </a:lnTo>
                  <a:lnTo>
                    <a:pt x="145" y="523"/>
                  </a:lnTo>
                  <a:lnTo>
                    <a:pt x="187" y="457"/>
                  </a:lnTo>
                  <a:lnTo>
                    <a:pt x="233" y="396"/>
                  </a:lnTo>
                  <a:lnTo>
                    <a:pt x="284" y="337"/>
                  </a:lnTo>
                  <a:lnTo>
                    <a:pt x="338" y="282"/>
                  </a:lnTo>
                  <a:lnTo>
                    <a:pt x="397" y="232"/>
                  </a:lnTo>
                  <a:lnTo>
                    <a:pt x="460" y="187"/>
                  </a:lnTo>
                  <a:lnTo>
                    <a:pt x="526" y="145"/>
                  </a:lnTo>
                  <a:lnTo>
                    <a:pt x="594" y="108"/>
                  </a:lnTo>
                  <a:lnTo>
                    <a:pt x="666" y="76"/>
                  </a:lnTo>
                  <a:lnTo>
                    <a:pt x="740" y="49"/>
                  </a:lnTo>
                  <a:lnTo>
                    <a:pt x="817" y="29"/>
                  </a:lnTo>
                  <a:lnTo>
                    <a:pt x="896" y="13"/>
                  </a:lnTo>
                  <a:lnTo>
                    <a:pt x="977" y="4"/>
                  </a:lnTo>
                  <a:lnTo>
                    <a:pt x="10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8" name="Freeform 147">
              <a:extLst>
                <a:ext uri="{FF2B5EF4-FFF2-40B4-BE49-F238E27FC236}">
                  <a16:creationId xmlns:a16="http://schemas.microsoft.com/office/drawing/2014/main" id="{20732409-E287-4F6A-AD73-2F80EFFB3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7413" y="4119563"/>
              <a:ext cx="112713" cy="179388"/>
            </a:xfrm>
            <a:custGeom>
              <a:avLst/>
              <a:gdLst>
                <a:gd name="T0" fmla="*/ 480 w 774"/>
                <a:gd name="T1" fmla="*/ 963 h 1241"/>
                <a:gd name="T2" fmla="*/ 565 w 774"/>
                <a:gd name="T3" fmla="*/ 921 h 1241"/>
                <a:gd name="T4" fmla="*/ 600 w 774"/>
                <a:gd name="T5" fmla="*/ 836 h 1241"/>
                <a:gd name="T6" fmla="*/ 568 w 774"/>
                <a:gd name="T7" fmla="*/ 758 h 1241"/>
                <a:gd name="T8" fmla="*/ 493 w 774"/>
                <a:gd name="T9" fmla="*/ 717 h 1241"/>
                <a:gd name="T10" fmla="*/ 348 w 774"/>
                <a:gd name="T11" fmla="*/ 259 h 1241"/>
                <a:gd name="T12" fmla="*/ 236 w 774"/>
                <a:gd name="T13" fmla="*/ 297 h 1241"/>
                <a:gd name="T14" fmla="*/ 194 w 774"/>
                <a:gd name="T15" fmla="*/ 376 h 1241"/>
                <a:gd name="T16" fmla="*/ 233 w 774"/>
                <a:gd name="T17" fmla="*/ 458 h 1241"/>
                <a:gd name="T18" fmla="*/ 348 w 774"/>
                <a:gd name="T19" fmla="*/ 505 h 1241"/>
                <a:gd name="T20" fmla="*/ 414 w 774"/>
                <a:gd name="T21" fmla="*/ 9 h 1241"/>
                <a:gd name="T22" fmla="*/ 431 w 774"/>
                <a:gd name="T23" fmla="*/ 120 h 1241"/>
                <a:gd name="T24" fmla="*/ 534 w 774"/>
                <a:gd name="T25" fmla="*/ 135 h 1241"/>
                <a:gd name="T26" fmla="*/ 648 w 774"/>
                <a:gd name="T27" fmla="*/ 179 h 1241"/>
                <a:gd name="T28" fmla="*/ 734 w 774"/>
                <a:gd name="T29" fmla="*/ 251 h 1241"/>
                <a:gd name="T30" fmla="*/ 756 w 774"/>
                <a:gd name="T31" fmla="*/ 345 h 1241"/>
                <a:gd name="T32" fmla="*/ 709 w 774"/>
                <a:gd name="T33" fmla="*/ 401 h 1241"/>
                <a:gd name="T34" fmla="*/ 640 w 774"/>
                <a:gd name="T35" fmla="*/ 402 h 1241"/>
                <a:gd name="T36" fmla="*/ 592 w 774"/>
                <a:gd name="T37" fmla="*/ 357 h 1241"/>
                <a:gd name="T38" fmla="*/ 542 w 774"/>
                <a:gd name="T39" fmla="*/ 299 h 1241"/>
                <a:gd name="T40" fmla="*/ 459 w 774"/>
                <a:gd name="T41" fmla="*/ 261 h 1241"/>
                <a:gd name="T42" fmla="*/ 498 w 774"/>
                <a:gd name="T43" fmla="*/ 535 h 1241"/>
                <a:gd name="T44" fmla="*/ 619 w 774"/>
                <a:gd name="T45" fmla="*/ 576 h 1241"/>
                <a:gd name="T46" fmla="*/ 713 w 774"/>
                <a:gd name="T47" fmla="*/ 643 h 1241"/>
                <a:gd name="T48" fmla="*/ 767 w 774"/>
                <a:gd name="T49" fmla="*/ 749 h 1241"/>
                <a:gd name="T50" fmla="*/ 765 w 774"/>
                <a:gd name="T51" fmla="*/ 900 h 1241"/>
                <a:gd name="T52" fmla="*/ 692 w 774"/>
                <a:gd name="T53" fmla="*/ 1018 h 1241"/>
                <a:gd name="T54" fmla="*/ 562 w 774"/>
                <a:gd name="T55" fmla="*/ 1088 h 1241"/>
                <a:gd name="T56" fmla="*/ 431 w 774"/>
                <a:gd name="T57" fmla="*/ 1194 h 1241"/>
                <a:gd name="T58" fmla="*/ 402 w 774"/>
                <a:gd name="T59" fmla="*/ 1239 h 1241"/>
                <a:gd name="T60" fmla="*/ 356 w 774"/>
                <a:gd name="T61" fmla="*/ 1221 h 1241"/>
                <a:gd name="T62" fmla="*/ 300 w 774"/>
                <a:gd name="T63" fmla="*/ 1107 h 1241"/>
                <a:gd name="T64" fmla="*/ 144 w 774"/>
                <a:gd name="T65" fmla="*/ 1061 h 1241"/>
                <a:gd name="T66" fmla="*/ 44 w 774"/>
                <a:gd name="T67" fmla="*/ 978 h 1241"/>
                <a:gd name="T68" fmla="*/ 1 w 774"/>
                <a:gd name="T69" fmla="*/ 881 h 1241"/>
                <a:gd name="T70" fmla="*/ 17 w 774"/>
                <a:gd name="T71" fmla="*/ 801 h 1241"/>
                <a:gd name="T72" fmla="*/ 85 w 774"/>
                <a:gd name="T73" fmla="*/ 772 h 1241"/>
                <a:gd name="T74" fmla="*/ 150 w 774"/>
                <a:gd name="T75" fmla="*/ 792 h 1241"/>
                <a:gd name="T76" fmla="*/ 178 w 774"/>
                <a:gd name="T77" fmla="*/ 839 h 1241"/>
                <a:gd name="T78" fmla="*/ 201 w 774"/>
                <a:gd name="T79" fmla="*/ 897 h 1241"/>
                <a:gd name="T80" fmla="*/ 247 w 774"/>
                <a:gd name="T81" fmla="*/ 945 h 1241"/>
                <a:gd name="T82" fmla="*/ 348 w 774"/>
                <a:gd name="T83" fmla="*/ 970 h 1241"/>
                <a:gd name="T84" fmla="*/ 211 w 774"/>
                <a:gd name="T85" fmla="*/ 646 h 1241"/>
                <a:gd name="T86" fmla="*/ 82 w 774"/>
                <a:gd name="T87" fmla="*/ 565 h 1241"/>
                <a:gd name="T88" fmla="*/ 23 w 774"/>
                <a:gd name="T89" fmla="*/ 443 h 1241"/>
                <a:gd name="T90" fmla="*/ 41 w 774"/>
                <a:gd name="T91" fmla="*/ 300 h 1241"/>
                <a:gd name="T92" fmla="*/ 120 w 774"/>
                <a:gd name="T93" fmla="*/ 196 h 1241"/>
                <a:gd name="T94" fmla="*/ 241 w 774"/>
                <a:gd name="T95" fmla="*/ 135 h 1241"/>
                <a:gd name="T96" fmla="*/ 348 w 774"/>
                <a:gd name="T97" fmla="*/ 47 h 1241"/>
                <a:gd name="T98" fmla="*/ 376 w 774"/>
                <a:gd name="T99" fmla="*/ 3 h 1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74" h="1241">
                  <a:moveTo>
                    <a:pt x="431" y="699"/>
                  </a:moveTo>
                  <a:lnTo>
                    <a:pt x="431" y="970"/>
                  </a:lnTo>
                  <a:lnTo>
                    <a:pt x="456" y="967"/>
                  </a:lnTo>
                  <a:lnTo>
                    <a:pt x="480" y="963"/>
                  </a:lnTo>
                  <a:lnTo>
                    <a:pt x="504" y="956"/>
                  </a:lnTo>
                  <a:lnTo>
                    <a:pt x="526" y="947"/>
                  </a:lnTo>
                  <a:lnTo>
                    <a:pt x="547" y="935"/>
                  </a:lnTo>
                  <a:lnTo>
                    <a:pt x="565" y="921"/>
                  </a:lnTo>
                  <a:lnTo>
                    <a:pt x="579" y="904"/>
                  </a:lnTo>
                  <a:lnTo>
                    <a:pt x="591" y="884"/>
                  </a:lnTo>
                  <a:lnTo>
                    <a:pt x="598" y="861"/>
                  </a:lnTo>
                  <a:lnTo>
                    <a:pt x="600" y="836"/>
                  </a:lnTo>
                  <a:lnTo>
                    <a:pt x="598" y="812"/>
                  </a:lnTo>
                  <a:lnTo>
                    <a:pt x="592" y="792"/>
                  </a:lnTo>
                  <a:lnTo>
                    <a:pt x="581" y="774"/>
                  </a:lnTo>
                  <a:lnTo>
                    <a:pt x="568" y="758"/>
                  </a:lnTo>
                  <a:lnTo>
                    <a:pt x="552" y="745"/>
                  </a:lnTo>
                  <a:lnTo>
                    <a:pt x="534" y="733"/>
                  </a:lnTo>
                  <a:lnTo>
                    <a:pt x="514" y="724"/>
                  </a:lnTo>
                  <a:lnTo>
                    <a:pt x="493" y="717"/>
                  </a:lnTo>
                  <a:lnTo>
                    <a:pt x="473" y="709"/>
                  </a:lnTo>
                  <a:lnTo>
                    <a:pt x="452" y="704"/>
                  </a:lnTo>
                  <a:lnTo>
                    <a:pt x="431" y="699"/>
                  </a:lnTo>
                  <a:close/>
                  <a:moveTo>
                    <a:pt x="348" y="259"/>
                  </a:moveTo>
                  <a:lnTo>
                    <a:pt x="314" y="262"/>
                  </a:lnTo>
                  <a:lnTo>
                    <a:pt x="284" y="271"/>
                  </a:lnTo>
                  <a:lnTo>
                    <a:pt x="258" y="282"/>
                  </a:lnTo>
                  <a:lnTo>
                    <a:pt x="236" y="297"/>
                  </a:lnTo>
                  <a:lnTo>
                    <a:pt x="218" y="313"/>
                  </a:lnTo>
                  <a:lnTo>
                    <a:pt x="205" y="333"/>
                  </a:lnTo>
                  <a:lnTo>
                    <a:pt x="196" y="354"/>
                  </a:lnTo>
                  <a:lnTo>
                    <a:pt x="194" y="376"/>
                  </a:lnTo>
                  <a:lnTo>
                    <a:pt x="196" y="399"/>
                  </a:lnTo>
                  <a:lnTo>
                    <a:pt x="203" y="421"/>
                  </a:lnTo>
                  <a:lnTo>
                    <a:pt x="215" y="441"/>
                  </a:lnTo>
                  <a:lnTo>
                    <a:pt x="233" y="458"/>
                  </a:lnTo>
                  <a:lnTo>
                    <a:pt x="254" y="472"/>
                  </a:lnTo>
                  <a:lnTo>
                    <a:pt x="281" y="485"/>
                  </a:lnTo>
                  <a:lnTo>
                    <a:pt x="312" y="495"/>
                  </a:lnTo>
                  <a:lnTo>
                    <a:pt x="348" y="505"/>
                  </a:lnTo>
                  <a:lnTo>
                    <a:pt x="348" y="259"/>
                  </a:lnTo>
                  <a:close/>
                  <a:moveTo>
                    <a:pt x="389" y="0"/>
                  </a:moveTo>
                  <a:lnTo>
                    <a:pt x="402" y="3"/>
                  </a:lnTo>
                  <a:lnTo>
                    <a:pt x="414" y="9"/>
                  </a:lnTo>
                  <a:lnTo>
                    <a:pt x="423" y="20"/>
                  </a:lnTo>
                  <a:lnTo>
                    <a:pt x="429" y="33"/>
                  </a:lnTo>
                  <a:lnTo>
                    <a:pt x="431" y="47"/>
                  </a:lnTo>
                  <a:lnTo>
                    <a:pt x="431" y="120"/>
                  </a:lnTo>
                  <a:lnTo>
                    <a:pt x="454" y="121"/>
                  </a:lnTo>
                  <a:lnTo>
                    <a:pt x="479" y="124"/>
                  </a:lnTo>
                  <a:lnTo>
                    <a:pt x="506" y="129"/>
                  </a:lnTo>
                  <a:lnTo>
                    <a:pt x="534" y="135"/>
                  </a:lnTo>
                  <a:lnTo>
                    <a:pt x="564" y="144"/>
                  </a:lnTo>
                  <a:lnTo>
                    <a:pt x="593" y="154"/>
                  </a:lnTo>
                  <a:lnTo>
                    <a:pt x="621" y="165"/>
                  </a:lnTo>
                  <a:lnTo>
                    <a:pt x="648" y="179"/>
                  </a:lnTo>
                  <a:lnTo>
                    <a:pt x="674" y="195"/>
                  </a:lnTo>
                  <a:lnTo>
                    <a:pt x="698" y="211"/>
                  </a:lnTo>
                  <a:lnTo>
                    <a:pt x="718" y="230"/>
                  </a:lnTo>
                  <a:lnTo>
                    <a:pt x="734" y="251"/>
                  </a:lnTo>
                  <a:lnTo>
                    <a:pt x="748" y="274"/>
                  </a:lnTo>
                  <a:lnTo>
                    <a:pt x="755" y="298"/>
                  </a:lnTo>
                  <a:lnTo>
                    <a:pt x="758" y="324"/>
                  </a:lnTo>
                  <a:lnTo>
                    <a:pt x="756" y="345"/>
                  </a:lnTo>
                  <a:lnTo>
                    <a:pt x="749" y="364"/>
                  </a:lnTo>
                  <a:lnTo>
                    <a:pt x="740" y="380"/>
                  </a:lnTo>
                  <a:lnTo>
                    <a:pt x="726" y="392"/>
                  </a:lnTo>
                  <a:lnTo>
                    <a:pt x="709" y="401"/>
                  </a:lnTo>
                  <a:lnTo>
                    <a:pt x="691" y="407"/>
                  </a:lnTo>
                  <a:lnTo>
                    <a:pt x="671" y="408"/>
                  </a:lnTo>
                  <a:lnTo>
                    <a:pt x="655" y="407"/>
                  </a:lnTo>
                  <a:lnTo>
                    <a:pt x="640" y="402"/>
                  </a:lnTo>
                  <a:lnTo>
                    <a:pt x="626" y="393"/>
                  </a:lnTo>
                  <a:lnTo>
                    <a:pt x="615" y="383"/>
                  </a:lnTo>
                  <a:lnTo>
                    <a:pt x="603" y="370"/>
                  </a:lnTo>
                  <a:lnTo>
                    <a:pt x="592" y="357"/>
                  </a:lnTo>
                  <a:lnTo>
                    <a:pt x="580" y="342"/>
                  </a:lnTo>
                  <a:lnTo>
                    <a:pt x="569" y="328"/>
                  </a:lnTo>
                  <a:lnTo>
                    <a:pt x="555" y="313"/>
                  </a:lnTo>
                  <a:lnTo>
                    <a:pt x="542" y="299"/>
                  </a:lnTo>
                  <a:lnTo>
                    <a:pt x="525" y="286"/>
                  </a:lnTo>
                  <a:lnTo>
                    <a:pt x="506" y="276"/>
                  </a:lnTo>
                  <a:lnTo>
                    <a:pt x="484" y="267"/>
                  </a:lnTo>
                  <a:lnTo>
                    <a:pt x="459" y="261"/>
                  </a:lnTo>
                  <a:lnTo>
                    <a:pt x="431" y="259"/>
                  </a:lnTo>
                  <a:lnTo>
                    <a:pt x="431" y="519"/>
                  </a:lnTo>
                  <a:lnTo>
                    <a:pt x="464" y="526"/>
                  </a:lnTo>
                  <a:lnTo>
                    <a:pt x="498" y="535"/>
                  </a:lnTo>
                  <a:lnTo>
                    <a:pt x="530" y="543"/>
                  </a:lnTo>
                  <a:lnTo>
                    <a:pt x="562" y="552"/>
                  </a:lnTo>
                  <a:lnTo>
                    <a:pt x="591" y="564"/>
                  </a:lnTo>
                  <a:lnTo>
                    <a:pt x="619" y="576"/>
                  </a:lnTo>
                  <a:lnTo>
                    <a:pt x="646" y="590"/>
                  </a:lnTo>
                  <a:lnTo>
                    <a:pt x="670" y="605"/>
                  </a:lnTo>
                  <a:lnTo>
                    <a:pt x="693" y="623"/>
                  </a:lnTo>
                  <a:lnTo>
                    <a:pt x="713" y="643"/>
                  </a:lnTo>
                  <a:lnTo>
                    <a:pt x="731" y="666"/>
                  </a:lnTo>
                  <a:lnTo>
                    <a:pt x="746" y="691"/>
                  </a:lnTo>
                  <a:lnTo>
                    <a:pt x="757" y="719"/>
                  </a:lnTo>
                  <a:lnTo>
                    <a:pt x="767" y="749"/>
                  </a:lnTo>
                  <a:lnTo>
                    <a:pt x="772" y="783"/>
                  </a:lnTo>
                  <a:lnTo>
                    <a:pt x="774" y="821"/>
                  </a:lnTo>
                  <a:lnTo>
                    <a:pt x="771" y="861"/>
                  </a:lnTo>
                  <a:lnTo>
                    <a:pt x="765" y="900"/>
                  </a:lnTo>
                  <a:lnTo>
                    <a:pt x="752" y="934"/>
                  </a:lnTo>
                  <a:lnTo>
                    <a:pt x="736" y="965"/>
                  </a:lnTo>
                  <a:lnTo>
                    <a:pt x="716" y="993"/>
                  </a:lnTo>
                  <a:lnTo>
                    <a:pt x="692" y="1018"/>
                  </a:lnTo>
                  <a:lnTo>
                    <a:pt x="665" y="1040"/>
                  </a:lnTo>
                  <a:lnTo>
                    <a:pt x="634" y="1059"/>
                  </a:lnTo>
                  <a:lnTo>
                    <a:pt x="599" y="1075"/>
                  </a:lnTo>
                  <a:lnTo>
                    <a:pt x="562" y="1088"/>
                  </a:lnTo>
                  <a:lnTo>
                    <a:pt x="521" y="1098"/>
                  </a:lnTo>
                  <a:lnTo>
                    <a:pt x="477" y="1106"/>
                  </a:lnTo>
                  <a:lnTo>
                    <a:pt x="431" y="1110"/>
                  </a:lnTo>
                  <a:lnTo>
                    <a:pt x="431" y="1194"/>
                  </a:lnTo>
                  <a:lnTo>
                    <a:pt x="429" y="1209"/>
                  </a:lnTo>
                  <a:lnTo>
                    <a:pt x="423" y="1221"/>
                  </a:lnTo>
                  <a:lnTo>
                    <a:pt x="414" y="1231"/>
                  </a:lnTo>
                  <a:lnTo>
                    <a:pt x="402" y="1239"/>
                  </a:lnTo>
                  <a:lnTo>
                    <a:pt x="389" y="1241"/>
                  </a:lnTo>
                  <a:lnTo>
                    <a:pt x="376" y="1239"/>
                  </a:lnTo>
                  <a:lnTo>
                    <a:pt x="365" y="1231"/>
                  </a:lnTo>
                  <a:lnTo>
                    <a:pt x="356" y="1221"/>
                  </a:lnTo>
                  <a:lnTo>
                    <a:pt x="350" y="1209"/>
                  </a:lnTo>
                  <a:lnTo>
                    <a:pt x="348" y="1194"/>
                  </a:lnTo>
                  <a:lnTo>
                    <a:pt x="348" y="1110"/>
                  </a:lnTo>
                  <a:lnTo>
                    <a:pt x="300" y="1107"/>
                  </a:lnTo>
                  <a:lnTo>
                    <a:pt x="256" y="1099"/>
                  </a:lnTo>
                  <a:lnTo>
                    <a:pt x="215" y="1090"/>
                  </a:lnTo>
                  <a:lnTo>
                    <a:pt x="177" y="1077"/>
                  </a:lnTo>
                  <a:lnTo>
                    <a:pt x="144" y="1061"/>
                  </a:lnTo>
                  <a:lnTo>
                    <a:pt x="113" y="1042"/>
                  </a:lnTo>
                  <a:lnTo>
                    <a:pt x="87" y="1022"/>
                  </a:lnTo>
                  <a:lnTo>
                    <a:pt x="64" y="1001"/>
                  </a:lnTo>
                  <a:lnTo>
                    <a:pt x="44" y="978"/>
                  </a:lnTo>
                  <a:lnTo>
                    <a:pt x="29" y="954"/>
                  </a:lnTo>
                  <a:lnTo>
                    <a:pt x="16" y="930"/>
                  </a:lnTo>
                  <a:lnTo>
                    <a:pt x="7" y="906"/>
                  </a:lnTo>
                  <a:lnTo>
                    <a:pt x="1" y="881"/>
                  </a:lnTo>
                  <a:lnTo>
                    <a:pt x="0" y="858"/>
                  </a:lnTo>
                  <a:lnTo>
                    <a:pt x="2" y="836"/>
                  </a:lnTo>
                  <a:lnTo>
                    <a:pt x="8" y="818"/>
                  </a:lnTo>
                  <a:lnTo>
                    <a:pt x="17" y="801"/>
                  </a:lnTo>
                  <a:lnTo>
                    <a:pt x="30" y="788"/>
                  </a:lnTo>
                  <a:lnTo>
                    <a:pt x="45" y="779"/>
                  </a:lnTo>
                  <a:lnTo>
                    <a:pt x="64" y="774"/>
                  </a:lnTo>
                  <a:lnTo>
                    <a:pt x="85" y="772"/>
                  </a:lnTo>
                  <a:lnTo>
                    <a:pt x="106" y="773"/>
                  </a:lnTo>
                  <a:lnTo>
                    <a:pt x="124" y="777"/>
                  </a:lnTo>
                  <a:lnTo>
                    <a:pt x="139" y="783"/>
                  </a:lnTo>
                  <a:lnTo>
                    <a:pt x="150" y="792"/>
                  </a:lnTo>
                  <a:lnTo>
                    <a:pt x="159" y="802"/>
                  </a:lnTo>
                  <a:lnTo>
                    <a:pt x="167" y="813"/>
                  </a:lnTo>
                  <a:lnTo>
                    <a:pt x="173" y="826"/>
                  </a:lnTo>
                  <a:lnTo>
                    <a:pt x="178" y="839"/>
                  </a:lnTo>
                  <a:lnTo>
                    <a:pt x="184" y="853"/>
                  </a:lnTo>
                  <a:lnTo>
                    <a:pt x="189" y="867"/>
                  </a:lnTo>
                  <a:lnTo>
                    <a:pt x="194" y="882"/>
                  </a:lnTo>
                  <a:lnTo>
                    <a:pt x="201" y="897"/>
                  </a:lnTo>
                  <a:lnTo>
                    <a:pt x="210" y="910"/>
                  </a:lnTo>
                  <a:lnTo>
                    <a:pt x="219" y="924"/>
                  </a:lnTo>
                  <a:lnTo>
                    <a:pt x="233" y="935"/>
                  </a:lnTo>
                  <a:lnTo>
                    <a:pt x="247" y="945"/>
                  </a:lnTo>
                  <a:lnTo>
                    <a:pt x="266" y="955"/>
                  </a:lnTo>
                  <a:lnTo>
                    <a:pt x="289" y="962"/>
                  </a:lnTo>
                  <a:lnTo>
                    <a:pt x="317" y="967"/>
                  </a:lnTo>
                  <a:lnTo>
                    <a:pt x="348" y="970"/>
                  </a:lnTo>
                  <a:lnTo>
                    <a:pt x="348" y="684"/>
                  </a:lnTo>
                  <a:lnTo>
                    <a:pt x="299" y="674"/>
                  </a:lnTo>
                  <a:lnTo>
                    <a:pt x="254" y="662"/>
                  </a:lnTo>
                  <a:lnTo>
                    <a:pt x="211" y="646"/>
                  </a:lnTo>
                  <a:lnTo>
                    <a:pt x="173" y="629"/>
                  </a:lnTo>
                  <a:lnTo>
                    <a:pt x="139" y="611"/>
                  </a:lnTo>
                  <a:lnTo>
                    <a:pt x="108" y="589"/>
                  </a:lnTo>
                  <a:lnTo>
                    <a:pt x="82" y="565"/>
                  </a:lnTo>
                  <a:lnTo>
                    <a:pt x="60" y="538"/>
                  </a:lnTo>
                  <a:lnTo>
                    <a:pt x="43" y="509"/>
                  </a:lnTo>
                  <a:lnTo>
                    <a:pt x="31" y="477"/>
                  </a:lnTo>
                  <a:lnTo>
                    <a:pt x="23" y="443"/>
                  </a:lnTo>
                  <a:lnTo>
                    <a:pt x="20" y="407"/>
                  </a:lnTo>
                  <a:lnTo>
                    <a:pt x="23" y="368"/>
                  </a:lnTo>
                  <a:lnTo>
                    <a:pt x="30" y="333"/>
                  </a:lnTo>
                  <a:lnTo>
                    <a:pt x="41" y="300"/>
                  </a:lnTo>
                  <a:lnTo>
                    <a:pt x="56" y="269"/>
                  </a:lnTo>
                  <a:lnTo>
                    <a:pt x="74" y="242"/>
                  </a:lnTo>
                  <a:lnTo>
                    <a:pt x="96" y="217"/>
                  </a:lnTo>
                  <a:lnTo>
                    <a:pt x="120" y="196"/>
                  </a:lnTo>
                  <a:lnTo>
                    <a:pt x="147" y="176"/>
                  </a:lnTo>
                  <a:lnTo>
                    <a:pt x="176" y="160"/>
                  </a:lnTo>
                  <a:lnTo>
                    <a:pt x="209" y="147"/>
                  </a:lnTo>
                  <a:lnTo>
                    <a:pt x="241" y="135"/>
                  </a:lnTo>
                  <a:lnTo>
                    <a:pt x="276" y="127"/>
                  </a:lnTo>
                  <a:lnTo>
                    <a:pt x="312" y="122"/>
                  </a:lnTo>
                  <a:lnTo>
                    <a:pt x="348" y="120"/>
                  </a:lnTo>
                  <a:lnTo>
                    <a:pt x="348" y="47"/>
                  </a:lnTo>
                  <a:lnTo>
                    <a:pt x="350" y="33"/>
                  </a:lnTo>
                  <a:lnTo>
                    <a:pt x="356" y="20"/>
                  </a:lnTo>
                  <a:lnTo>
                    <a:pt x="365" y="9"/>
                  </a:lnTo>
                  <a:lnTo>
                    <a:pt x="376" y="3"/>
                  </a:lnTo>
                  <a:lnTo>
                    <a:pt x="3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8F45FFC-5976-4E69-A5B1-9EF5CA2F1CF9}"/>
              </a:ext>
            </a:extLst>
          </p:cNvPr>
          <p:cNvGrpSpPr/>
          <p:nvPr/>
        </p:nvGrpSpPr>
        <p:grpSpPr>
          <a:xfrm flipH="1">
            <a:off x="467025" y="1667337"/>
            <a:ext cx="329931" cy="299443"/>
            <a:chOff x="4135438" y="3175001"/>
            <a:chExt cx="481013" cy="43656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0" name="Freeform 163">
              <a:extLst>
                <a:ext uri="{FF2B5EF4-FFF2-40B4-BE49-F238E27FC236}">
                  <a16:creationId xmlns:a16="http://schemas.microsoft.com/office/drawing/2014/main" id="{F1BA910B-4903-4ECD-B924-39D27539F0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7038" y="3175001"/>
              <a:ext cx="379413" cy="319088"/>
            </a:xfrm>
            <a:custGeom>
              <a:avLst/>
              <a:gdLst>
                <a:gd name="T0" fmla="*/ 578 w 2628"/>
                <a:gd name="T1" fmla="*/ 294 h 2213"/>
                <a:gd name="T2" fmla="*/ 531 w 2628"/>
                <a:gd name="T3" fmla="*/ 313 h 2213"/>
                <a:gd name="T4" fmla="*/ 499 w 2628"/>
                <a:gd name="T5" fmla="*/ 347 h 2213"/>
                <a:gd name="T6" fmla="*/ 462 w 2628"/>
                <a:gd name="T7" fmla="*/ 474 h 2213"/>
                <a:gd name="T8" fmla="*/ 2333 w 2628"/>
                <a:gd name="T9" fmla="*/ 859 h 2213"/>
                <a:gd name="T10" fmla="*/ 2334 w 2628"/>
                <a:gd name="T11" fmla="*/ 816 h 2213"/>
                <a:gd name="T12" fmla="*/ 2315 w 2628"/>
                <a:gd name="T13" fmla="*/ 775 h 2213"/>
                <a:gd name="T14" fmla="*/ 2282 w 2628"/>
                <a:gd name="T15" fmla="*/ 742 h 2213"/>
                <a:gd name="T16" fmla="*/ 2237 w 2628"/>
                <a:gd name="T17" fmla="*/ 720 h 2213"/>
                <a:gd name="T18" fmla="*/ 624 w 2628"/>
                <a:gd name="T19" fmla="*/ 293 h 2213"/>
                <a:gd name="T20" fmla="*/ 606 w 2628"/>
                <a:gd name="T21" fmla="*/ 0 h 2213"/>
                <a:gd name="T22" fmla="*/ 662 w 2628"/>
                <a:gd name="T23" fmla="*/ 4 h 2213"/>
                <a:gd name="T24" fmla="*/ 2312 w 2628"/>
                <a:gd name="T25" fmla="*/ 439 h 2213"/>
                <a:gd name="T26" fmla="*/ 2403 w 2628"/>
                <a:gd name="T27" fmla="*/ 474 h 2213"/>
                <a:gd name="T28" fmla="*/ 2480 w 2628"/>
                <a:gd name="T29" fmla="*/ 526 h 2213"/>
                <a:gd name="T30" fmla="*/ 2544 w 2628"/>
                <a:gd name="T31" fmla="*/ 592 h 2213"/>
                <a:gd name="T32" fmla="*/ 2592 w 2628"/>
                <a:gd name="T33" fmla="*/ 669 h 2213"/>
                <a:gd name="T34" fmla="*/ 2620 w 2628"/>
                <a:gd name="T35" fmla="*/ 753 h 2213"/>
                <a:gd name="T36" fmla="*/ 2628 w 2628"/>
                <a:gd name="T37" fmla="*/ 843 h 2213"/>
                <a:gd name="T38" fmla="*/ 2615 w 2628"/>
                <a:gd name="T39" fmla="*/ 934 h 2213"/>
                <a:gd name="T40" fmla="*/ 2336 w 2628"/>
                <a:gd name="T41" fmla="*/ 1962 h 2213"/>
                <a:gd name="T42" fmla="*/ 2295 w 2628"/>
                <a:gd name="T43" fmla="*/ 2039 h 2213"/>
                <a:gd name="T44" fmla="*/ 2237 w 2628"/>
                <a:gd name="T45" fmla="*/ 2104 h 2213"/>
                <a:gd name="T46" fmla="*/ 2167 w 2628"/>
                <a:gd name="T47" fmla="*/ 2155 h 2213"/>
                <a:gd name="T48" fmla="*/ 2087 w 2628"/>
                <a:gd name="T49" fmla="*/ 2192 h 2213"/>
                <a:gd name="T50" fmla="*/ 1998 w 2628"/>
                <a:gd name="T51" fmla="*/ 2211 h 2213"/>
                <a:gd name="T52" fmla="*/ 1945 w 2628"/>
                <a:gd name="T53" fmla="*/ 2213 h 2213"/>
                <a:gd name="T54" fmla="*/ 1938 w 2628"/>
                <a:gd name="T55" fmla="*/ 1921 h 2213"/>
                <a:gd name="T56" fmla="*/ 1987 w 2628"/>
                <a:gd name="T57" fmla="*/ 1916 h 2213"/>
                <a:gd name="T58" fmla="*/ 2029 w 2628"/>
                <a:gd name="T59" fmla="*/ 1897 h 2213"/>
                <a:gd name="T60" fmla="*/ 2058 w 2628"/>
                <a:gd name="T61" fmla="*/ 1864 h 2213"/>
                <a:gd name="T62" fmla="*/ 2227 w 2628"/>
                <a:gd name="T63" fmla="*/ 1246 h 2213"/>
                <a:gd name="T64" fmla="*/ 303 w 2628"/>
                <a:gd name="T65" fmla="*/ 1061 h 2213"/>
                <a:gd name="T66" fmla="*/ 207 w 2628"/>
                <a:gd name="T67" fmla="*/ 294 h 2213"/>
                <a:gd name="T68" fmla="*/ 239 w 2628"/>
                <a:gd name="T69" fmla="*/ 211 h 2213"/>
                <a:gd name="T70" fmla="*/ 288 w 2628"/>
                <a:gd name="T71" fmla="*/ 141 h 2213"/>
                <a:gd name="T72" fmla="*/ 353 w 2628"/>
                <a:gd name="T73" fmla="*/ 82 h 2213"/>
                <a:gd name="T74" fmla="*/ 428 w 2628"/>
                <a:gd name="T75" fmla="*/ 37 h 2213"/>
                <a:gd name="T76" fmla="*/ 514 w 2628"/>
                <a:gd name="T77" fmla="*/ 9 h 2213"/>
                <a:gd name="T78" fmla="*/ 606 w 2628"/>
                <a:gd name="T79" fmla="*/ 0 h 2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28" h="2213">
                  <a:moveTo>
                    <a:pt x="606" y="292"/>
                  </a:moveTo>
                  <a:lnTo>
                    <a:pt x="578" y="294"/>
                  </a:lnTo>
                  <a:lnTo>
                    <a:pt x="554" y="301"/>
                  </a:lnTo>
                  <a:lnTo>
                    <a:pt x="531" y="313"/>
                  </a:lnTo>
                  <a:lnTo>
                    <a:pt x="513" y="328"/>
                  </a:lnTo>
                  <a:lnTo>
                    <a:pt x="499" y="347"/>
                  </a:lnTo>
                  <a:lnTo>
                    <a:pt x="490" y="369"/>
                  </a:lnTo>
                  <a:lnTo>
                    <a:pt x="462" y="474"/>
                  </a:lnTo>
                  <a:lnTo>
                    <a:pt x="2304" y="964"/>
                  </a:lnTo>
                  <a:lnTo>
                    <a:pt x="2333" y="859"/>
                  </a:lnTo>
                  <a:lnTo>
                    <a:pt x="2336" y="837"/>
                  </a:lnTo>
                  <a:lnTo>
                    <a:pt x="2334" y="816"/>
                  </a:lnTo>
                  <a:lnTo>
                    <a:pt x="2326" y="794"/>
                  </a:lnTo>
                  <a:lnTo>
                    <a:pt x="2315" y="775"/>
                  </a:lnTo>
                  <a:lnTo>
                    <a:pt x="2300" y="757"/>
                  </a:lnTo>
                  <a:lnTo>
                    <a:pt x="2282" y="742"/>
                  </a:lnTo>
                  <a:lnTo>
                    <a:pt x="2260" y="729"/>
                  </a:lnTo>
                  <a:lnTo>
                    <a:pt x="2237" y="720"/>
                  </a:lnTo>
                  <a:lnTo>
                    <a:pt x="642" y="296"/>
                  </a:lnTo>
                  <a:lnTo>
                    <a:pt x="624" y="293"/>
                  </a:lnTo>
                  <a:lnTo>
                    <a:pt x="606" y="292"/>
                  </a:lnTo>
                  <a:close/>
                  <a:moveTo>
                    <a:pt x="606" y="0"/>
                  </a:moveTo>
                  <a:lnTo>
                    <a:pt x="606" y="0"/>
                  </a:lnTo>
                  <a:lnTo>
                    <a:pt x="662" y="4"/>
                  </a:lnTo>
                  <a:lnTo>
                    <a:pt x="719" y="14"/>
                  </a:lnTo>
                  <a:lnTo>
                    <a:pt x="2312" y="439"/>
                  </a:lnTo>
                  <a:lnTo>
                    <a:pt x="2359" y="454"/>
                  </a:lnTo>
                  <a:lnTo>
                    <a:pt x="2403" y="474"/>
                  </a:lnTo>
                  <a:lnTo>
                    <a:pt x="2444" y="498"/>
                  </a:lnTo>
                  <a:lnTo>
                    <a:pt x="2480" y="526"/>
                  </a:lnTo>
                  <a:lnTo>
                    <a:pt x="2514" y="557"/>
                  </a:lnTo>
                  <a:lnTo>
                    <a:pt x="2544" y="592"/>
                  </a:lnTo>
                  <a:lnTo>
                    <a:pt x="2570" y="629"/>
                  </a:lnTo>
                  <a:lnTo>
                    <a:pt x="2592" y="669"/>
                  </a:lnTo>
                  <a:lnTo>
                    <a:pt x="2608" y="710"/>
                  </a:lnTo>
                  <a:lnTo>
                    <a:pt x="2620" y="753"/>
                  </a:lnTo>
                  <a:lnTo>
                    <a:pt x="2627" y="797"/>
                  </a:lnTo>
                  <a:lnTo>
                    <a:pt x="2628" y="843"/>
                  </a:lnTo>
                  <a:lnTo>
                    <a:pt x="2625" y="888"/>
                  </a:lnTo>
                  <a:lnTo>
                    <a:pt x="2615" y="934"/>
                  </a:lnTo>
                  <a:lnTo>
                    <a:pt x="2350" y="1920"/>
                  </a:lnTo>
                  <a:lnTo>
                    <a:pt x="2336" y="1962"/>
                  </a:lnTo>
                  <a:lnTo>
                    <a:pt x="2317" y="2001"/>
                  </a:lnTo>
                  <a:lnTo>
                    <a:pt x="2295" y="2039"/>
                  </a:lnTo>
                  <a:lnTo>
                    <a:pt x="2267" y="2073"/>
                  </a:lnTo>
                  <a:lnTo>
                    <a:pt x="2237" y="2104"/>
                  </a:lnTo>
                  <a:lnTo>
                    <a:pt x="2203" y="2131"/>
                  </a:lnTo>
                  <a:lnTo>
                    <a:pt x="2167" y="2155"/>
                  </a:lnTo>
                  <a:lnTo>
                    <a:pt x="2127" y="2176"/>
                  </a:lnTo>
                  <a:lnTo>
                    <a:pt x="2087" y="2192"/>
                  </a:lnTo>
                  <a:lnTo>
                    <a:pt x="2043" y="2204"/>
                  </a:lnTo>
                  <a:lnTo>
                    <a:pt x="1998" y="2211"/>
                  </a:lnTo>
                  <a:lnTo>
                    <a:pt x="1951" y="2213"/>
                  </a:lnTo>
                  <a:lnTo>
                    <a:pt x="1945" y="2213"/>
                  </a:lnTo>
                  <a:lnTo>
                    <a:pt x="1938" y="2212"/>
                  </a:lnTo>
                  <a:lnTo>
                    <a:pt x="1938" y="1921"/>
                  </a:lnTo>
                  <a:lnTo>
                    <a:pt x="1963" y="1921"/>
                  </a:lnTo>
                  <a:lnTo>
                    <a:pt x="1987" y="1916"/>
                  </a:lnTo>
                  <a:lnTo>
                    <a:pt x="2009" y="1908"/>
                  </a:lnTo>
                  <a:lnTo>
                    <a:pt x="2029" y="1897"/>
                  </a:lnTo>
                  <a:lnTo>
                    <a:pt x="2045" y="1882"/>
                  </a:lnTo>
                  <a:lnTo>
                    <a:pt x="2058" y="1864"/>
                  </a:lnTo>
                  <a:lnTo>
                    <a:pt x="2066" y="1844"/>
                  </a:lnTo>
                  <a:lnTo>
                    <a:pt x="2227" y="1246"/>
                  </a:lnTo>
                  <a:lnTo>
                    <a:pt x="385" y="756"/>
                  </a:lnTo>
                  <a:lnTo>
                    <a:pt x="303" y="1061"/>
                  </a:lnTo>
                  <a:lnTo>
                    <a:pt x="0" y="1061"/>
                  </a:lnTo>
                  <a:lnTo>
                    <a:pt x="207" y="294"/>
                  </a:lnTo>
                  <a:lnTo>
                    <a:pt x="221" y="251"/>
                  </a:lnTo>
                  <a:lnTo>
                    <a:pt x="239" y="211"/>
                  </a:lnTo>
                  <a:lnTo>
                    <a:pt x="262" y="174"/>
                  </a:lnTo>
                  <a:lnTo>
                    <a:pt x="288" y="141"/>
                  </a:lnTo>
                  <a:lnTo>
                    <a:pt x="319" y="109"/>
                  </a:lnTo>
                  <a:lnTo>
                    <a:pt x="353" y="82"/>
                  </a:lnTo>
                  <a:lnTo>
                    <a:pt x="389" y="57"/>
                  </a:lnTo>
                  <a:lnTo>
                    <a:pt x="428" y="37"/>
                  </a:lnTo>
                  <a:lnTo>
                    <a:pt x="470" y="21"/>
                  </a:lnTo>
                  <a:lnTo>
                    <a:pt x="514" y="9"/>
                  </a:lnTo>
                  <a:lnTo>
                    <a:pt x="559" y="2"/>
                  </a:lnTo>
                  <a:lnTo>
                    <a:pt x="6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1" name="Freeform 164">
              <a:extLst>
                <a:ext uri="{FF2B5EF4-FFF2-40B4-BE49-F238E27FC236}">
                  <a16:creationId xmlns:a16="http://schemas.microsoft.com/office/drawing/2014/main" id="{44ED4423-239F-44E8-A2F2-1972ED6C4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5438" y="3348038"/>
              <a:ext cx="360363" cy="263525"/>
            </a:xfrm>
            <a:custGeom>
              <a:avLst/>
              <a:gdLst>
                <a:gd name="T0" fmla="*/ 397 w 2494"/>
                <a:gd name="T1" fmla="*/ 294 h 1821"/>
                <a:gd name="T2" fmla="*/ 351 w 2494"/>
                <a:gd name="T3" fmla="*/ 310 h 1821"/>
                <a:gd name="T4" fmla="*/ 315 w 2494"/>
                <a:gd name="T5" fmla="*/ 339 h 1821"/>
                <a:gd name="T6" fmla="*/ 296 w 2494"/>
                <a:gd name="T7" fmla="*/ 379 h 1821"/>
                <a:gd name="T8" fmla="*/ 294 w 2494"/>
                <a:gd name="T9" fmla="*/ 1421 h 1821"/>
                <a:gd name="T10" fmla="*/ 304 w 2494"/>
                <a:gd name="T11" fmla="*/ 1463 h 1821"/>
                <a:gd name="T12" fmla="*/ 332 w 2494"/>
                <a:gd name="T13" fmla="*/ 1498 h 1821"/>
                <a:gd name="T14" fmla="*/ 372 w 2494"/>
                <a:gd name="T15" fmla="*/ 1521 h 1821"/>
                <a:gd name="T16" fmla="*/ 422 w 2494"/>
                <a:gd name="T17" fmla="*/ 1530 h 1821"/>
                <a:gd name="T18" fmla="*/ 2097 w 2494"/>
                <a:gd name="T19" fmla="*/ 1528 h 1821"/>
                <a:gd name="T20" fmla="*/ 2143 w 2494"/>
                <a:gd name="T21" fmla="*/ 1511 h 1821"/>
                <a:gd name="T22" fmla="*/ 2178 w 2494"/>
                <a:gd name="T23" fmla="*/ 1481 h 1821"/>
                <a:gd name="T24" fmla="*/ 2198 w 2494"/>
                <a:gd name="T25" fmla="*/ 1442 h 1821"/>
                <a:gd name="T26" fmla="*/ 2200 w 2494"/>
                <a:gd name="T27" fmla="*/ 400 h 1821"/>
                <a:gd name="T28" fmla="*/ 2190 w 2494"/>
                <a:gd name="T29" fmla="*/ 358 h 1821"/>
                <a:gd name="T30" fmla="*/ 2162 w 2494"/>
                <a:gd name="T31" fmla="*/ 323 h 1821"/>
                <a:gd name="T32" fmla="*/ 2122 w 2494"/>
                <a:gd name="T33" fmla="*/ 300 h 1821"/>
                <a:gd name="T34" fmla="*/ 2072 w 2494"/>
                <a:gd name="T35" fmla="*/ 292 h 1821"/>
                <a:gd name="T36" fmla="*/ 422 w 2494"/>
                <a:gd name="T37" fmla="*/ 0 h 1821"/>
                <a:gd name="T38" fmla="*/ 2121 w 2494"/>
                <a:gd name="T39" fmla="*/ 3 h 1821"/>
                <a:gd name="T40" fmla="*/ 2214 w 2494"/>
                <a:gd name="T41" fmla="*/ 23 h 1821"/>
                <a:gd name="T42" fmla="*/ 2298 w 2494"/>
                <a:gd name="T43" fmla="*/ 63 h 1821"/>
                <a:gd name="T44" fmla="*/ 2370 w 2494"/>
                <a:gd name="T45" fmla="*/ 117 h 1821"/>
                <a:gd name="T46" fmla="*/ 2428 w 2494"/>
                <a:gd name="T47" fmla="*/ 186 h 1821"/>
                <a:gd name="T48" fmla="*/ 2469 w 2494"/>
                <a:gd name="T49" fmla="*/ 265 h 1821"/>
                <a:gd name="T50" fmla="*/ 2491 w 2494"/>
                <a:gd name="T51" fmla="*/ 353 h 1821"/>
                <a:gd name="T52" fmla="*/ 2494 w 2494"/>
                <a:gd name="T53" fmla="*/ 1421 h 1821"/>
                <a:gd name="T54" fmla="*/ 2483 w 2494"/>
                <a:gd name="T55" fmla="*/ 1512 h 1821"/>
                <a:gd name="T56" fmla="*/ 2451 w 2494"/>
                <a:gd name="T57" fmla="*/ 1597 h 1821"/>
                <a:gd name="T58" fmla="*/ 2401 w 2494"/>
                <a:gd name="T59" fmla="*/ 1671 h 1821"/>
                <a:gd name="T60" fmla="*/ 2336 w 2494"/>
                <a:gd name="T61" fmla="*/ 1733 h 1821"/>
                <a:gd name="T62" fmla="*/ 2257 w 2494"/>
                <a:gd name="T63" fmla="*/ 1780 h 1821"/>
                <a:gd name="T64" fmla="*/ 2169 w 2494"/>
                <a:gd name="T65" fmla="*/ 1811 h 1821"/>
                <a:gd name="T66" fmla="*/ 2072 w 2494"/>
                <a:gd name="T67" fmla="*/ 1821 h 1821"/>
                <a:gd name="T68" fmla="*/ 372 w 2494"/>
                <a:gd name="T69" fmla="*/ 1819 h 1821"/>
                <a:gd name="T70" fmla="*/ 279 w 2494"/>
                <a:gd name="T71" fmla="*/ 1798 h 1821"/>
                <a:gd name="T72" fmla="*/ 196 w 2494"/>
                <a:gd name="T73" fmla="*/ 1759 h 1821"/>
                <a:gd name="T74" fmla="*/ 123 w 2494"/>
                <a:gd name="T75" fmla="*/ 1703 h 1821"/>
                <a:gd name="T76" fmla="*/ 65 w 2494"/>
                <a:gd name="T77" fmla="*/ 1635 h 1821"/>
                <a:gd name="T78" fmla="*/ 24 w 2494"/>
                <a:gd name="T79" fmla="*/ 1555 h 1821"/>
                <a:gd name="T80" fmla="*/ 3 w 2494"/>
                <a:gd name="T81" fmla="*/ 1467 h 1821"/>
                <a:gd name="T82" fmla="*/ 0 w 2494"/>
                <a:gd name="T83" fmla="*/ 400 h 1821"/>
                <a:gd name="T84" fmla="*/ 11 w 2494"/>
                <a:gd name="T85" fmla="*/ 309 h 1821"/>
                <a:gd name="T86" fmla="*/ 43 w 2494"/>
                <a:gd name="T87" fmla="*/ 225 h 1821"/>
                <a:gd name="T88" fmla="*/ 93 w 2494"/>
                <a:gd name="T89" fmla="*/ 150 h 1821"/>
                <a:gd name="T90" fmla="*/ 158 w 2494"/>
                <a:gd name="T91" fmla="*/ 88 h 1821"/>
                <a:gd name="T92" fmla="*/ 237 w 2494"/>
                <a:gd name="T93" fmla="*/ 40 h 1821"/>
                <a:gd name="T94" fmla="*/ 325 w 2494"/>
                <a:gd name="T95" fmla="*/ 10 h 1821"/>
                <a:gd name="T96" fmla="*/ 422 w 2494"/>
                <a:gd name="T97" fmla="*/ 0 h 1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94" h="1821">
                  <a:moveTo>
                    <a:pt x="422" y="292"/>
                  </a:moveTo>
                  <a:lnTo>
                    <a:pt x="397" y="294"/>
                  </a:lnTo>
                  <a:lnTo>
                    <a:pt x="372" y="300"/>
                  </a:lnTo>
                  <a:lnTo>
                    <a:pt x="351" y="310"/>
                  </a:lnTo>
                  <a:lnTo>
                    <a:pt x="332" y="323"/>
                  </a:lnTo>
                  <a:lnTo>
                    <a:pt x="315" y="339"/>
                  </a:lnTo>
                  <a:lnTo>
                    <a:pt x="304" y="358"/>
                  </a:lnTo>
                  <a:lnTo>
                    <a:pt x="296" y="379"/>
                  </a:lnTo>
                  <a:lnTo>
                    <a:pt x="294" y="400"/>
                  </a:lnTo>
                  <a:lnTo>
                    <a:pt x="294" y="1421"/>
                  </a:lnTo>
                  <a:lnTo>
                    <a:pt x="296" y="1442"/>
                  </a:lnTo>
                  <a:lnTo>
                    <a:pt x="304" y="1463"/>
                  </a:lnTo>
                  <a:lnTo>
                    <a:pt x="315" y="1481"/>
                  </a:lnTo>
                  <a:lnTo>
                    <a:pt x="332" y="1498"/>
                  </a:lnTo>
                  <a:lnTo>
                    <a:pt x="351" y="1511"/>
                  </a:lnTo>
                  <a:lnTo>
                    <a:pt x="372" y="1521"/>
                  </a:lnTo>
                  <a:lnTo>
                    <a:pt x="397" y="1528"/>
                  </a:lnTo>
                  <a:lnTo>
                    <a:pt x="422" y="1530"/>
                  </a:lnTo>
                  <a:lnTo>
                    <a:pt x="2072" y="1530"/>
                  </a:lnTo>
                  <a:lnTo>
                    <a:pt x="2097" y="1528"/>
                  </a:lnTo>
                  <a:lnTo>
                    <a:pt x="2122" y="1521"/>
                  </a:lnTo>
                  <a:lnTo>
                    <a:pt x="2143" y="1511"/>
                  </a:lnTo>
                  <a:lnTo>
                    <a:pt x="2162" y="1498"/>
                  </a:lnTo>
                  <a:lnTo>
                    <a:pt x="2178" y="1481"/>
                  </a:lnTo>
                  <a:lnTo>
                    <a:pt x="2190" y="1463"/>
                  </a:lnTo>
                  <a:lnTo>
                    <a:pt x="2198" y="1442"/>
                  </a:lnTo>
                  <a:lnTo>
                    <a:pt x="2200" y="1421"/>
                  </a:lnTo>
                  <a:lnTo>
                    <a:pt x="2200" y="400"/>
                  </a:lnTo>
                  <a:lnTo>
                    <a:pt x="2198" y="379"/>
                  </a:lnTo>
                  <a:lnTo>
                    <a:pt x="2190" y="358"/>
                  </a:lnTo>
                  <a:lnTo>
                    <a:pt x="2178" y="339"/>
                  </a:lnTo>
                  <a:lnTo>
                    <a:pt x="2162" y="323"/>
                  </a:lnTo>
                  <a:lnTo>
                    <a:pt x="2143" y="310"/>
                  </a:lnTo>
                  <a:lnTo>
                    <a:pt x="2122" y="300"/>
                  </a:lnTo>
                  <a:lnTo>
                    <a:pt x="2097" y="294"/>
                  </a:lnTo>
                  <a:lnTo>
                    <a:pt x="2072" y="292"/>
                  </a:lnTo>
                  <a:lnTo>
                    <a:pt x="422" y="292"/>
                  </a:lnTo>
                  <a:close/>
                  <a:moveTo>
                    <a:pt x="422" y="0"/>
                  </a:moveTo>
                  <a:lnTo>
                    <a:pt x="2072" y="0"/>
                  </a:lnTo>
                  <a:lnTo>
                    <a:pt x="2121" y="3"/>
                  </a:lnTo>
                  <a:lnTo>
                    <a:pt x="2169" y="10"/>
                  </a:lnTo>
                  <a:lnTo>
                    <a:pt x="2214" y="23"/>
                  </a:lnTo>
                  <a:lnTo>
                    <a:pt x="2257" y="40"/>
                  </a:lnTo>
                  <a:lnTo>
                    <a:pt x="2298" y="63"/>
                  </a:lnTo>
                  <a:lnTo>
                    <a:pt x="2336" y="88"/>
                  </a:lnTo>
                  <a:lnTo>
                    <a:pt x="2370" y="117"/>
                  </a:lnTo>
                  <a:lnTo>
                    <a:pt x="2401" y="150"/>
                  </a:lnTo>
                  <a:lnTo>
                    <a:pt x="2428" y="186"/>
                  </a:lnTo>
                  <a:lnTo>
                    <a:pt x="2451" y="225"/>
                  </a:lnTo>
                  <a:lnTo>
                    <a:pt x="2469" y="265"/>
                  </a:lnTo>
                  <a:lnTo>
                    <a:pt x="2483" y="309"/>
                  </a:lnTo>
                  <a:lnTo>
                    <a:pt x="2491" y="353"/>
                  </a:lnTo>
                  <a:lnTo>
                    <a:pt x="2494" y="400"/>
                  </a:lnTo>
                  <a:lnTo>
                    <a:pt x="2494" y="1421"/>
                  </a:lnTo>
                  <a:lnTo>
                    <a:pt x="2491" y="1467"/>
                  </a:lnTo>
                  <a:lnTo>
                    <a:pt x="2483" y="1512"/>
                  </a:lnTo>
                  <a:lnTo>
                    <a:pt x="2469" y="1555"/>
                  </a:lnTo>
                  <a:lnTo>
                    <a:pt x="2451" y="1597"/>
                  </a:lnTo>
                  <a:lnTo>
                    <a:pt x="2428" y="1635"/>
                  </a:lnTo>
                  <a:lnTo>
                    <a:pt x="2401" y="1671"/>
                  </a:lnTo>
                  <a:lnTo>
                    <a:pt x="2370" y="1703"/>
                  </a:lnTo>
                  <a:lnTo>
                    <a:pt x="2336" y="1733"/>
                  </a:lnTo>
                  <a:lnTo>
                    <a:pt x="2298" y="1759"/>
                  </a:lnTo>
                  <a:lnTo>
                    <a:pt x="2257" y="1780"/>
                  </a:lnTo>
                  <a:lnTo>
                    <a:pt x="2214" y="1798"/>
                  </a:lnTo>
                  <a:lnTo>
                    <a:pt x="2169" y="1811"/>
                  </a:lnTo>
                  <a:lnTo>
                    <a:pt x="2121" y="1819"/>
                  </a:lnTo>
                  <a:lnTo>
                    <a:pt x="2072" y="1821"/>
                  </a:lnTo>
                  <a:lnTo>
                    <a:pt x="422" y="1821"/>
                  </a:lnTo>
                  <a:lnTo>
                    <a:pt x="372" y="1819"/>
                  </a:lnTo>
                  <a:lnTo>
                    <a:pt x="325" y="1811"/>
                  </a:lnTo>
                  <a:lnTo>
                    <a:pt x="279" y="1798"/>
                  </a:lnTo>
                  <a:lnTo>
                    <a:pt x="237" y="1780"/>
                  </a:lnTo>
                  <a:lnTo>
                    <a:pt x="196" y="1759"/>
                  </a:lnTo>
                  <a:lnTo>
                    <a:pt x="158" y="1733"/>
                  </a:lnTo>
                  <a:lnTo>
                    <a:pt x="123" y="1703"/>
                  </a:lnTo>
                  <a:lnTo>
                    <a:pt x="93" y="1671"/>
                  </a:lnTo>
                  <a:lnTo>
                    <a:pt x="65" y="1635"/>
                  </a:lnTo>
                  <a:lnTo>
                    <a:pt x="43" y="1597"/>
                  </a:lnTo>
                  <a:lnTo>
                    <a:pt x="24" y="1555"/>
                  </a:lnTo>
                  <a:lnTo>
                    <a:pt x="11" y="1512"/>
                  </a:lnTo>
                  <a:lnTo>
                    <a:pt x="3" y="1467"/>
                  </a:lnTo>
                  <a:lnTo>
                    <a:pt x="0" y="1421"/>
                  </a:lnTo>
                  <a:lnTo>
                    <a:pt x="0" y="400"/>
                  </a:lnTo>
                  <a:lnTo>
                    <a:pt x="3" y="353"/>
                  </a:lnTo>
                  <a:lnTo>
                    <a:pt x="11" y="309"/>
                  </a:lnTo>
                  <a:lnTo>
                    <a:pt x="24" y="265"/>
                  </a:lnTo>
                  <a:lnTo>
                    <a:pt x="43" y="225"/>
                  </a:lnTo>
                  <a:lnTo>
                    <a:pt x="65" y="186"/>
                  </a:lnTo>
                  <a:lnTo>
                    <a:pt x="93" y="150"/>
                  </a:lnTo>
                  <a:lnTo>
                    <a:pt x="123" y="117"/>
                  </a:lnTo>
                  <a:lnTo>
                    <a:pt x="158" y="88"/>
                  </a:lnTo>
                  <a:lnTo>
                    <a:pt x="196" y="63"/>
                  </a:lnTo>
                  <a:lnTo>
                    <a:pt x="237" y="40"/>
                  </a:lnTo>
                  <a:lnTo>
                    <a:pt x="279" y="23"/>
                  </a:lnTo>
                  <a:lnTo>
                    <a:pt x="325" y="10"/>
                  </a:lnTo>
                  <a:lnTo>
                    <a:pt x="372" y="3"/>
                  </a:lnTo>
                  <a:lnTo>
                    <a:pt x="4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2" name="Freeform 165">
              <a:extLst>
                <a:ext uri="{FF2B5EF4-FFF2-40B4-BE49-F238E27FC236}">
                  <a16:creationId xmlns:a16="http://schemas.microsoft.com/office/drawing/2014/main" id="{5EC37F27-F025-428F-B8C5-540B872B3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113" y="3522663"/>
              <a:ext cx="65088" cy="31750"/>
            </a:xfrm>
            <a:custGeom>
              <a:avLst/>
              <a:gdLst>
                <a:gd name="T0" fmla="*/ 74 w 441"/>
                <a:gd name="T1" fmla="*/ 0 h 219"/>
                <a:gd name="T2" fmla="*/ 367 w 441"/>
                <a:gd name="T3" fmla="*/ 0 h 219"/>
                <a:gd name="T4" fmla="*/ 387 w 441"/>
                <a:gd name="T5" fmla="*/ 3 h 219"/>
                <a:gd name="T6" fmla="*/ 404 w 441"/>
                <a:gd name="T7" fmla="*/ 10 h 219"/>
                <a:gd name="T8" fmla="*/ 419 w 441"/>
                <a:gd name="T9" fmla="*/ 21 h 219"/>
                <a:gd name="T10" fmla="*/ 431 w 441"/>
                <a:gd name="T11" fmla="*/ 36 h 219"/>
                <a:gd name="T12" fmla="*/ 438 w 441"/>
                <a:gd name="T13" fmla="*/ 53 h 219"/>
                <a:gd name="T14" fmla="*/ 441 w 441"/>
                <a:gd name="T15" fmla="*/ 73 h 219"/>
                <a:gd name="T16" fmla="*/ 441 w 441"/>
                <a:gd name="T17" fmla="*/ 146 h 219"/>
                <a:gd name="T18" fmla="*/ 438 w 441"/>
                <a:gd name="T19" fmla="*/ 165 h 219"/>
                <a:gd name="T20" fmla="*/ 431 w 441"/>
                <a:gd name="T21" fmla="*/ 182 h 219"/>
                <a:gd name="T22" fmla="*/ 419 w 441"/>
                <a:gd name="T23" fmla="*/ 197 h 219"/>
                <a:gd name="T24" fmla="*/ 404 w 441"/>
                <a:gd name="T25" fmla="*/ 208 h 219"/>
                <a:gd name="T26" fmla="*/ 387 w 441"/>
                <a:gd name="T27" fmla="*/ 215 h 219"/>
                <a:gd name="T28" fmla="*/ 367 w 441"/>
                <a:gd name="T29" fmla="*/ 219 h 219"/>
                <a:gd name="T30" fmla="*/ 74 w 441"/>
                <a:gd name="T31" fmla="*/ 219 h 219"/>
                <a:gd name="T32" fmla="*/ 54 w 441"/>
                <a:gd name="T33" fmla="*/ 215 h 219"/>
                <a:gd name="T34" fmla="*/ 37 w 441"/>
                <a:gd name="T35" fmla="*/ 208 h 219"/>
                <a:gd name="T36" fmla="*/ 22 w 441"/>
                <a:gd name="T37" fmla="*/ 197 h 219"/>
                <a:gd name="T38" fmla="*/ 10 w 441"/>
                <a:gd name="T39" fmla="*/ 182 h 219"/>
                <a:gd name="T40" fmla="*/ 3 w 441"/>
                <a:gd name="T41" fmla="*/ 165 h 219"/>
                <a:gd name="T42" fmla="*/ 0 w 441"/>
                <a:gd name="T43" fmla="*/ 146 h 219"/>
                <a:gd name="T44" fmla="*/ 0 w 441"/>
                <a:gd name="T45" fmla="*/ 73 h 219"/>
                <a:gd name="T46" fmla="*/ 3 w 441"/>
                <a:gd name="T47" fmla="*/ 53 h 219"/>
                <a:gd name="T48" fmla="*/ 10 w 441"/>
                <a:gd name="T49" fmla="*/ 36 h 219"/>
                <a:gd name="T50" fmla="*/ 22 w 441"/>
                <a:gd name="T51" fmla="*/ 21 h 219"/>
                <a:gd name="T52" fmla="*/ 37 w 441"/>
                <a:gd name="T53" fmla="*/ 10 h 219"/>
                <a:gd name="T54" fmla="*/ 54 w 441"/>
                <a:gd name="T55" fmla="*/ 3 h 219"/>
                <a:gd name="T56" fmla="*/ 74 w 441"/>
                <a:gd name="T5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1" h="219">
                  <a:moveTo>
                    <a:pt x="74" y="0"/>
                  </a:moveTo>
                  <a:lnTo>
                    <a:pt x="367" y="0"/>
                  </a:lnTo>
                  <a:lnTo>
                    <a:pt x="387" y="3"/>
                  </a:lnTo>
                  <a:lnTo>
                    <a:pt x="404" y="10"/>
                  </a:lnTo>
                  <a:lnTo>
                    <a:pt x="419" y="21"/>
                  </a:lnTo>
                  <a:lnTo>
                    <a:pt x="431" y="36"/>
                  </a:lnTo>
                  <a:lnTo>
                    <a:pt x="438" y="53"/>
                  </a:lnTo>
                  <a:lnTo>
                    <a:pt x="441" y="73"/>
                  </a:lnTo>
                  <a:lnTo>
                    <a:pt x="441" y="146"/>
                  </a:lnTo>
                  <a:lnTo>
                    <a:pt x="438" y="165"/>
                  </a:lnTo>
                  <a:lnTo>
                    <a:pt x="431" y="182"/>
                  </a:lnTo>
                  <a:lnTo>
                    <a:pt x="419" y="197"/>
                  </a:lnTo>
                  <a:lnTo>
                    <a:pt x="404" y="208"/>
                  </a:lnTo>
                  <a:lnTo>
                    <a:pt x="387" y="215"/>
                  </a:lnTo>
                  <a:lnTo>
                    <a:pt x="367" y="219"/>
                  </a:lnTo>
                  <a:lnTo>
                    <a:pt x="74" y="219"/>
                  </a:lnTo>
                  <a:lnTo>
                    <a:pt x="54" y="215"/>
                  </a:lnTo>
                  <a:lnTo>
                    <a:pt x="37" y="208"/>
                  </a:lnTo>
                  <a:lnTo>
                    <a:pt x="22" y="197"/>
                  </a:lnTo>
                  <a:lnTo>
                    <a:pt x="10" y="182"/>
                  </a:lnTo>
                  <a:lnTo>
                    <a:pt x="3" y="165"/>
                  </a:lnTo>
                  <a:lnTo>
                    <a:pt x="0" y="146"/>
                  </a:lnTo>
                  <a:lnTo>
                    <a:pt x="0" y="73"/>
                  </a:lnTo>
                  <a:lnTo>
                    <a:pt x="3" y="53"/>
                  </a:lnTo>
                  <a:lnTo>
                    <a:pt x="10" y="36"/>
                  </a:lnTo>
                  <a:lnTo>
                    <a:pt x="22" y="21"/>
                  </a:lnTo>
                  <a:lnTo>
                    <a:pt x="37" y="10"/>
                  </a:lnTo>
                  <a:lnTo>
                    <a:pt x="54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3" name="Freeform 166">
              <a:extLst>
                <a:ext uri="{FF2B5EF4-FFF2-40B4-BE49-F238E27FC236}">
                  <a16:creationId xmlns:a16="http://schemas.microsoft.com/office/drawing/2014/main" id="{F134C74C-36A3-495A-AA9F-6B70DEAA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076" y="3522663"/>
              <a:ext cx="63500" cy="31750"/>
            </a:xfrm>
            <a:custGeom>
              <a:avLst/>
              <a:gdLst>
                <a:gd name="T0" fmla="*/ 73 w 440"/>
                <a:gd name="T1" fmla="*/ 0 h 219"/>
                <a:gd name="T2" fmla="*/ 366 w 440"/>
                <a:gd name="T3" fmla="*/ 0 h 219"/>
                <a:gd name="T4" fmla="*/ 386 w 440"/>
                <a:gd name="T5" fmla="*/ 3 h 219"/>
                <a:gd name="T6" fmla="*/ 403 w 440"/>
                <a:gd name="T7" fmla="*/ 10 h 219"/>
                <a:gd name="T8" fmla="*/ 418 w 440"/>
                <a:gd name="T9" fmla="*/ 21 h 219"/>
                <a:gd name="T10" fmla="*/ 430 w 440"/>
                <a:gd name="T11" fmla="*/ 36 h 219"/>
                <a:gd name="T12" fmla="*/ 437 w 440"/>
                <a:gd name="T13" fmla="*/ 53 h 219"/>
                <a:gd name="T14" fmla="*/ 440 w 440"/>
                <a:gd name="T15" fmla="*/ 73 h 219"/>
                <a:gd name="T16" fmla="*/ 440 w 440"/>
                <a:gd name="T17" fmla="*/ 146 h 219"/>
                <a:gd name="T18" fmla="*/ 437 w 440"/>
                <a:gd name="T19" fmla="*/ 165 h 219"/>
                <a:gd name="T20" fmla="*/ 430 w 440"/>
                <a:gd name="T21" fmla="*/ 182 h 219"/>
                <a:gd name="T22" fmla="*/ 418 w 440"/>
                <a:gd name="T23" fmla="*/ 197 h 219"/>
                <a:gd name="T24" fmla="*/ 403 w 440"/>
                <a:gd name="T25" fmla="*/ 208 h 219"/>
                <a:gd name="T26" fmla="*/ 386 w 440"/>
                <a:gd name="T27" fmla="*/ 215 h 219"/>
                <a:gd name="T28" fmla="*/ 366 w 440"/>
                <a:gd name="T29" fmla="*/ 219 h 219"/>
                <a:gd name="T30" fmla="*/ 73 w 440"/>
                <a:gd name="T31" fmla="*/ 219 h 219"/>
                <a:gd name="T32" fmla="*/ 53 w 440"/>
                <a:gd name="T33" fmla="*/ 215 h 219"/>
                <a:gd name="T34" fmla="*/ 36 w 440"/>
                <a:gd name="T35" fmla="*/ 208 h 219"/>
                <a:gd name="T36" fmla="*/ 22 w 440"/>
                <a:gd name="T37" fmla="*/ 197 h 219"/>
                <a:gd name="T38" fmla="*/ 9 w 440"/>
                <a:gd name="T39" fmla="*/ 182 h 219"/>
                <a:gd name="T40" fmla="*/ 2 w 440"/>
                <a:gd name="T41" fmla="*/ 165 h 219"/>
                <a:gd name="T42" fmla="*/ 0 w 440"/>
                <a:gd name="T43" fmla="*/ 146 h 219"/>
                <a:gd name="T44" fmla="*/ 0 w 440"/>
                <a:gd name="T45" fmla="*/ 73 h 219"/>
                <a:gd name="T46" fmla="*/ 2 w 440"/>
                <a:gd name="T47" fmla="*/ 53 h 219"/>
                <a:gd name="T48" fmla="*/ 9 w 440"/>
                <a:gd name="T49" fmla="*/ 36 h 219"/>
                <a:gd name="T50" fmla="*/ 22 w 440"/>
                <a:gd name="T51" fmla="*/ 21 h 219"/>
                <a:gd name="T52" fmla="*/ 36 w 440"/>
                <a:gd name="T53" fmla="*/ 10 h 219"/>
                <a:gd name="T54" fmla="*/ 53 w 440"/>
                <a:gd name="T55" fmla="*/ 3 h 219"/>
                <a:gd name="T56" fmla="*/ 73 w 440"/>
                <a:gd name="T5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0" h="219">
                  <a:moveTo>
                    <a:pt x="73" y="0"/>
                  </a:moveTo>
                  <a:lnTo>
                    <a:pt x="366" y="0"/>
                  </a:lnTo>
                  <a:lnTo>
                    <a:pt x="386" y="3"/>
                  </a:lnTo>
                  <a:lnTo>
                    <a:pt x="403" y="10"/>
                  </a:lnTo>
                  <a:lnTo>
                    <a:pt x="418" y="21"/>
                  </a:lnTo>
                  <a:lnTo>
                    <a:pt x="430" y="36"/>
                  </a:lnTo>
                  <a:lnTo>
                    <a:pt x="437" y="53"/>
                  </a:lnTo>
                  <a:lnTo>
                    <a:pt x="440" y="73"/>
                  </a:lnTo>
                  <a:lnTo>
                    <a:pt x="440" y="146"/>
                  </a:lnTo>
                  <a:lnTo>
                    <a:pt x="437" y="165"/>
                  </a:lnTo>
                  <a:lnTo>
                    <a:pt x="430" y="182"/>
                  </a:lnTo>
                  <a:lnTo>
                    <a:pt x="418" y="197"/>
                  </a:lnTo>
                  <a:lnTo>
                    <a:pt x="403" y="208"/>
                  </a:lnTo>
                  <a:lnTo>
                    <a:pt x="386" y="215"/>
                  </a:lnTo>
                  <a:lnTo>
                    <a:pt x="366" y="219"/>
                  </a:lnTo>
                  <a:lnTo>
                    <a:pt x="73" y="219"/>
                  </a:lnTo>
                  <a:lnTo>
                    <a:pt x="53" y="215"/>
                  </a:lnTo>
                  <a:lnTo>
                    <a:pt x="36" y="208"/>
                  </a:lnTo>
                  <a:lnTo>
                    <a:pt x="22" y="197"/>
                  </a:lnTo>
                  <a:lnTo>
                    <a:pt x="9" y="182"/>
                  </a:lnTo>
                  <a:lnTo>
                    <a:pt x="2" y="165"/>
                  </a:lnTo>
                  <a:lnTo>
                    <a:pt x="0" y="146"/>
                  </a:lnTo>
                  <a:lnTo>
                    <a:pt x="0" y="73"/>
                  </a:lnTo>
                  <a:lnTo>
                    <a:pt x="2" y="53"/>
                  </a:lnTo>
                  <a:lnTo>
                    <a:pt x="9" y="36"/>
                  </a:lnTo>
                  <a:lnTo>
                    <a:pt x="22" y="21"/>
                  </a:lnTo>
                  <a:lnTo>
                    <a:pt x="36" y="10"/>
                  </a:lnTo>
                  <a:lnTo>
                    <a:pt x="53" y="3"/>
                  </a:lnTo>
                  <a:lnTo>
                    <a:pt x="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4" name="Freeform 167">
              <a:extLst>
                <a:ext uri="{FF2B5EF4-FFF2-40B4-BE49-F238E27FC236}">
                  <a16:creationId xmlns:a16="http://schemas.microsoft.com/office/drawing/2014/main" id="{03239D42-7F27-48F5-9E5E-CD577A637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038" y="3522663"/>
              <a:ext cx="63500" cy="31750"/>
            </a:xfrm>
            <a:custGeom>
              <a:avLst/>
              <a:gdLst>
                <a:gd name="T0" fmla="*/ 74 w 440"/>
                <a:gd name="T1" fmla="*/ 0 h 219"/>
                <a:gd name="T2" fmla="*/ 366 w 440"/>
                <a:gd name="T3" fmla="*/ 0 h 219"/>
                <a:gd name="T4" fmla="*/ 386 w 440"/>
                <a:gd name="T5" fmla="*/ 3 h 219"/>
                <a:gd name="T6" fmla="*/ 404 w 440"/>
                <a:gd name="T7" fmla="*/ 10 h 219"/>
                <a:gd name="T8" fmla="*/ 418 w 440"/>
                <a:gd name="T9" fmla="*/ 21 h 219"/>
                <a:gd name="T10" fmla="*/ 430 w 440"/>
                <a:gd name="T11" fmla="*/ 36 h 219"/>
                <a:gd name="T12" fmla="*/ 438 w 440"/>
                <a:gd name="T13" fmla="*/ 53 h 219"/>
                <a:gd name="T14" fmla="*/ 440 w 440"/>
                <a:gd name="T15" fmla="*/ 73 h 219"/>
                <a:gd name="T16" fmla="*/ 440 w 440"/>
                <a:gd name="T17" fmla="*/ 146 h 219"/>
                <a:gd name="T18" fmla="*/ 438 w 440"/>
                <a:gd name="T19" fmla="*/ 165 h 219"/>
                <a:gd name="T20" fmla="*/ 430 w 440"/>
                <a:gd name="T21" fmla="*/ 182 h 219"/>
                <a:gd name="T22" fmla="*/ 418 w 440"/>
                <a:gd name="T23" fmla="*/ 197 h 219"/>
                <a:gd name="T24" fmla="*/ 404 w 440"/>
                <a:gd name="T25" fmla="*/ 208 h 219"/>
                <a:gd name="T26" fmla="*/ 386 w 440"/>
                <a:gd name="T27" fmla="*/ 215 h 219"/>
                <a:gd name="T28" fmla="*/ 366 w 440"/>
                <a:gd name="T29" fmla="*/ 219 h 219"/>
                <a:gd name="T30" fmla="*/ 74 w 440"/>
                <a:gd name="T31" fmla="*/ 219 h 219"/>
                <a:gd name="T32" fmla="*/ 53 w 440"/>
                <a:gd name="T33" fmla="*/ 215 h 219"/>
                <a:gd name="T34" fmla="*/ 36 w 440"/>
                <a:gd name="T35" fmla="*/ 208 h 219"/>
                <a:gd name="T36" fmla="*/ 22 w 440"/>
                <a:gd name="T37" fmla="*/ 197 h 219"/>
                <a:gd name="T38" fmla="*/ 9 w 440"/>
                <a:gd name="T39" fmla="*/ 182 h 219"/>
                <a:gd name="T40" fmla="*/ 2 w 440"/>
                <a:gd name="T41" fmla="*/ 165 h 219"/>
                <a:gd name="T42" fmla="*/ 0 w 440"/>
                <a:gd name="T43" fmla="*/ 146 h 219"/>
                <a:gd name="T44" fmla="*/ 0 w 440"/>
                <a:gd name="T45" fmla="*/ 73 h 219"/>
                <a:gd name="T46" fmla="*/ 2 w 440"/>
                <a:gd name="T47" fmla="*/ 53 h 219"/>
                <a:gd name="T48" fmla="*/ 9 w 440"/>
                <a:gd name="T49" fmla="*/ 36 h 219"/>
                <a:gd name="T50" fmla="*/ 22 w 440"/>
                <a:gd name="T51" fmla="*/ 21 h 219"/>
                <a:gd name="T52" fmla="*/ 36 w 440"/>
                <a:gd name="T53" fmla="*/ 10 h 219"/>
                <a:gd name="T54" fmla="*/ 53 w 440"/>
                <a:gd name="T55" fmla="*/ 3 h 219"/>
                <a:gd name="T56" fmla="*/ 74 w 440"/>
                <a:gd name="T5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40" h="219">
                  <a:moveTo>
                    <a:pt x="74" y="0"/>
                  </a:moveTo>
                  <a:lnTo>
                    <a:pt x="366" y="0"/>
                  </a:lnTo>
                  <a:lnTo>
                    <a:pt x="386" y="3"/>
                  </a:lnTo>
                  <a:lnTo>
                    <a:pt x="404" y="10"/>
                  </a:lnTo>
                  <a:lnTo>
                    <a:pt x="418" y="21"/>
                  </a:lnTo>
                  <a:lnTo>
                    <a:pt x="430" y="36"/>
                  </a:lnTo>
                  <a:lnTo>
                    <a:pt x="438" y="53"/>
                  </a:lnTo>
                  <a:lnTo>
                    <a:pt x="440" y="73"/>
                  </a:lnTo>
                  <a:lnTo>
                    <a:pt x="440" y="146"/>
                  </a:lnTo>
                  <a:lnTo>
                    <a:pt x="438" y="165"/>
                  </a:lnTo>
                  <a:lnTo>
                    <a:pt x="430" y="182"/>
                  </a:lnTo>
                  <a:lnTo>
                    <a:pt x="418" y="197"/>
                  </a:lnTo>
                  <a:lnTo>
                    <a:pt x="404" y="208"/>
                  </a:lnTo>
                  <a:lnTo>
                    <a:pt x="386" y="215"/>
                  </a:lnTo>
                  <a:lnTo>
                    <a:pt x="366" y="219"/>
                  </a:lnTo>
                  <a:lnTo>
                    <a:pt x="74" y="219"/>
                  </a:lnTo>
                  <a:lnTo>
                    <a:pt x="53" y="215"/>
                  </a:lnTo>
                  <a:lnTo>
                    <a:pt x="36" y="208"/>
                  </a:lnTo>
                  <a:lnTo>
                    <a:pt x="22" y="197"/>
                  </a:lnTo>
                  <a:lnTo>
                    <a:pt x="9" y="182"/>
                  </a:lnTo>
                  <a:lnTo>
                    <a:pt x="2" y="165"/>
                  </a:lnTo>
                  <a:lnTo>
                    <a:pt x="0" y="146"/>
                  </a:lnTo>
                  <a:lnTo>
                    <a:pt x="0" y="73"/>
                  </a:lnTo>
                  <a:lnTo>
                    <a:pt x="2" y="53"/>
                  </a:lnTo>
                  <a:lnTo>
                    <a:pt x="9" y="36"/>
                  </a:lnTo>
                  <a:lnTo>
                    <a:pt x="22" y="21"/>
                  </a:lnTo>
                  <a:lnTo>
                    <a:pt x="36" y="10"/>
                  </a:lnTo>
                  <a:lnTo>
                    <a:pt x="53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5" name="Freeform 168">
              <a:extLst>
                <a:ext uri="{FF2B5EF4-FFF2-40B4-BE49-F238E27FC236}">
                  <a16:creationId xmlns:a16="http://schemas.microsoft.com/office/drawing/2014/main" id="{5C0B7375-74B6-416F-8658-822D764B3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0063" y="3421063"/>
              <a:ext cx="100013" cy="58738"/>
            </a:xfrm>
            <a:custGeom>
              <a:avLst/>
              <a:gdLst>
                <a:gd name="T0" fmla="*/ 219 w 701"/>
                <a:gd name="T1" fmla="*/ 110 h 409"/>
                <a:gd name="T2" fmla="*/ 200 w 701"/>
                <a:gd name="T3" fmla="*/ 112 h 409"/>
                <a:gd name="T4" fmla="*/ 182 w 701"/>
                <a:gd name="T5" fmla="*/ 119 h 409"/>
                <a:gd name="T6" fmla="*/ 167 w 701"/>
                <a:gd name="T7" fmla="*/ 130 h 409"/>
                <a:gd name="T8" fmla="*/ 156 w 701"/>
                <a:gd name="T9" fmla="*/ 143 h 409"/>
                <a:gd name="T10" fmla="*/ 149 w 701"/>
                <a:gd name="T11" fmla="*/ 159 h 409"/>
                <a:gd name="T12" fmla="*/ 145 w 701"/>
                <a:gd name="T13" fmla="*/ 178 h 409"/>
                <a:gd name="T14" fmla="*/ 145 w 701"/>
                <a:gd name="T15" fmla="*/ 231 h 409"/>
                <a:gd name="T16" fmla="*/ 149 w 701"/>
                <a:gd name="T17" fmla="*/ 250 h 409"/>
                <a:gd name="T18" fmla="*/ 156 w 701"/>
                <a:gd name="T19" fmla="*/ 266 h 409"/>
                <a:gd name="T20" fmla="*/ 167 w 701"/>
                <a:gd name="T21" fmla="*/ 279 h 409"/>
                <a:gd name="T22" fmla="*/ 182 w 701"/>
                <a:gd name="T23" fmla="*/ 289 h 409"/>
                <a:gd name="T24" fmla="*/ 200 w 701"/>
                <a:gd name="T25" fmla="*/ 296 h 409"/>
                <a:gd name="T26" fmla="*/ 219 w 701"/>
                <a:gd name="T27" fmla="*/ 299 h 409"/>
                <a:gd name="T28" fmla="*/ 482 w 701"/>
                <a:gd name="T29" fmla="*/ 299 h 409"/>
                <a:gd name="T30" fmla="*/ 501 w 701"/>
                <a:gd name="T31" fmla="*/ 296 h 409"/>
                <a:gd name="T32" fmla="*/ 519 w 701"/>
                <a:gd name="T33" fmla="*/ 289 h 409"/>
                <a:gd name="T34" fmla="*/ 534 w 701"/>
                <a:gd name="T35" fmla="*/ 279 h 409"/>
                <a:gd name="T36" fmla="*/ 545 w 701"/>
                <a:gd name="T37" fmla="*/ 266 h 409"/>
                <a:gd name="T38" fmla="*/ 552 w 701"/>
                <a:gd name="T39" fmla="*/ 250 h 409"/>
                <a:gd name="T40" fmla="*/ 556 w 701"/>
                <a:gd name="T41" fmla="*/ 231 h 409"/>
                <a:gd name="T42" fmla="*/ 556 w 701"/>
                <a:gd name="T43" fmla="*/ 178 h 409"/>
                <a:gd name="T44" fmla="*/ 552 w 701"/>
                <a:gd name="T45" fmla="*/ 159 h 409"/>
                <a:gd name="T46" fmla="*/ 545 w 701"/>
                <a:gd name="T47" fmla="*/ 143 h 409"/>
                <a:gd name="T48" fmla="*/ 534 w 701"/>
                <a:gd name="T49" fmla="*/ 130 h 409"/>
                <a:gd name="T50" fmla="*/ 519 w 701"/>
                <a:gd name="T51" fmla="*/ 119 h 409"/>
                <a:gd name="T52" fmla="*/ 501 w 701"/>
                <a:gd name="T53" fmla="*/ 112 h 409"/>
                <a:gd name="T54" fmla="*/ 482 w 701"/>
                <a:gd name="T55" fmla="*/ 110 h 409"/>
                <a:gd name="T56" fmla="*/ 219 w 701"/>
                <a:gd name="T57" fmla="*/ 110 h 409"/>
                <a:gd name="T58" fmla="*/ 72 w 701"/>
                <a:gd name="T59" fmla="*/ 0 h 409"/>
                <a:gd name="T60" fmla="*/ 629 w 701"/>
                <a:gd name="T61" fmla="*/ 0 h 409"/>
                <a:gd name="T62" fmla="*/ 648 w 701"/>
                <a:gd name="T63" fmla="*/ 3 h 409"/>
                <a:gd name="T64" fmla="*/ 666 w 701"/>
                <a:gd name="T65" fmla="*/ 9 h 409"/>
                <a:gd name="T66" fmla="*/ 680 w 701"/>
                <a:gd name="T67" fmla="*/ 21 h 409"/>
                <a:gd name="T68" fmla="*/ 692 w 701"/>
                <a:gd name="T69" fmla="*/ 34 h 409"/>
                <a:gd name="T70" fmla="*/ 699 w 701"/>
                <a:gd name="T71" fmla="*/ 51 h 409"/>
                <a:gd name="T72" fmla="*/ 701 w 701"/>
                <a:gd name="T73" fmla="*/ 68 h 409"/>
                <a:gd name="T74" fmla="*/ 701 w 701"/>
                <a:gd name="T75" fmla="*/ 341 h 409"/>
                <a:gd name="T76" fmla="*/ 699 w 701"/>
                <a:gd name="T77" fmla="*/ 358 h 409"/>
                <a:gd name="T78" fmla="*/ 692 w 701"/>
                <a:gd name="T79" fmla="*/ 374 h 409"/>
                <a:gd name="T80" fmla="*/ 680 w 701"/>
                <a:gd name="T81" fmla="*/ 388 h 409"/>
                <a:gd name="T82" fmla="*/ 666 w 701"/>
                <a:gd name="T83" fmla="*/ 400 h 409"/>
                <a:gd name="T84" fmla="*/ 648 w 701"/>
                <a:gd name="T85" fmla="*/ 406 h 409"/>
                <a:gd name="T86" fmla="*/ 629 w 701"/>
                <a:gd name="T87" fmla="*/ 409 h 409"/>
                <a:gd name="T88" fmla="*/ 72 w 701"/>
                <a:gd name="T89" fmla="*/ 409 h 409"/>
                <a:gd name="T90" fmla="*/ 53 w 701"/>
                <a:gd name="T91" fmla="*/ 406 h 409"/>
                <a:gd name="T92" fmla="*/ 35 w 701"/>
                <a:gd name="T93" fmla="*/ 400 h 409"/>
                <a:gd name="T94" fmla="*/ 21 w 701"/>
                <a:gd name="T95" fmla="*/ 388 h 409"/>
                <a:gd name="T96" fmla="*/ 9 w 701"/>
                <a:gd name="T97" fmla="*/ 374 h 409"/>
                <a:gd name="T98" fmla="*/ 2 w 701"/>
                <a:gd name="T99" fmla="*/ 358 h 409"/>
                <a:gd name="T100" fmla="*/ 0 w 701"/>
                <a:gd name="T101" fmla="*/ 341 h 409"/>
                <a:gd name="T102" fmla="*/ 0 w 701"/>
                <a:gd name="T103" fmla="*/ 68 h 409"/>
                <a:gd name="T104" fmla="*/ 2 w 701"/>
                <a:gd name="T105" fmla="*/ 51 h 409"/>
                <a:gd name="T106" fmla="*/ 9 w 701"/>
                <a:gd name="T107" fmla="*/ 34 h 409"/>
                <a:gd name="T108" fmla="*/ 21 w 701"/>
                <a:gd name="T109" fmla="*/ 21 h 409"/>
                <a:gd name="T110" fmla="*/ 35 w 701"/>
                <a:gd name="T111" fmla="*/ 9 h 409"/>
                <a:gd name="T112" fmla="*/ 53 w 701"/>
                <a:gd name="T113" fmla="*/ 3 h 409"/>
                <a:gd name="T114" fmla="*/ 72 w 701"/>
                <a:gd name="T115" fmla="*/ 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01" h="409">
                  <a:moveTo>
                    <a:pt x="219" y="110"/>
                  </a:moveTo>
                  <a:lnTo>
                    <a:pt x="200" y="112"/>
                  </a:lnTo>
                  <a:lnTo>
                    <a:pt x="182" y="119"/>
                  </a:lnTo>
                  <a:lnTo>
                    <a:pt x="167" y="130"/>
                  </a:lnTo>
                  <a:lnTo>
                    <a:pt x="156" y="143"/>
                  </a:lnTo>
                  <a:lnTo>
                    <a:pt x="149" y="159"/>
                  </a:lnTo>
                  <a:lnTo>
                    <a:pt x="145" y="178"/>
                  </a:lnTo>
                  <a:lnTo>
                    <a:pt x="145" y="231"/>
                  </a:lnTo>
                  <a:lnTo>
                    <a:pt x="149" y="250"/>
                  </a:lnTo>
                  <a:lnTo>
                    <a:pt x="156" y="266"/>
                  </a:lnTo>
                  <a:lnTo>
                    <a:pt x="167" y="279"/>
                  </a:lnTo>
                  <a:lnTo>
                    <a:pt x="182" y="289"/>
                  </a:lnTo>
                  <a:lnTo>
                    <a:pt x="200" y="296"/>
                  </a:lnTo>
                  <a:lnTo>
                    <a:pt x="219" y="299"/>
                  </a:lnTo>
                  <a:lnTo>
                    <a:pt x="482" y="299"/>
                  </a:lnTo>
                  <a:lnTo>
                    <a:pt x="501" y="296"/>
                  </a:lnTo>
                  <a:lnTo>
                    <a:pt x="519" y="289"/>
                  </a:lnTo>
                  <a:lnTo>
                    <a:pt x="534" y="279"/>
                  </a:lnTo>
                  <a:lnTo>
                    <a:pt x="545" y="266"/>
                  </a:lnTo>
                  <a:lnTo>
                    <a:pt x="552" y="250"/>
                  </a:lnTo>
                  <a:lnTo>
                    <a:pt x="556" y="231"/>
                  </a:lnTo>
                  <a:lnTo>
                    <a:pt x="556" y="178"/>
                  </a:lnTo>
                  <a:lnTo>
                    <a:pt x="552" y="159"/>
                  </a:lnTo>
                  <a:lnTo>
                    <a:pt x="545" y="143"/>
                  </a:lnTo>
                  <a:lnTo>
                    <a:pt x="534" y="130"/>
                  </a:lnTo>
                  <a:lnTo>
                    <a:pt x="519" y="119"/>
                  </a:lnTo>
                  <a:lnTo>
                    <a:pt x="501" y="112"/>
                  </a:lnTo>
                  <a:lnTo>
                    <a:pt x="482" y="110"/>
                  </a:lnTo>
                  <a:lnTo>
                    <a:pt x="219" y="110"/>
                  </a:lnTo>
                  <a:close/>
                  <a:moveTo>
                    <a:pt x="72" y="0"/>
                  </a:moveTo>
                  <a:lnTo>
                    <a:pt x="629" y="0"/>
                  </a:lnTo>
                  <a:lnTo>
                    <a:pt x="648" y="3"/>
                  </a:lnTo>
                  <a:lnTo>
                    <a:pt x="666" y="9"/>
                  </a:lnTo>
                  <a:lnTo>
                    <a:pt x="680" y="21"/>
                  </a:lnTo>
                  <a:lnTo>
                    <a:pt x="692" y="34"/>
                  </a:lnTo>
                  <a:lnTo>
                    <a:pt x="699" y="51"/>
                  </a:lnTo>
                  <a:lnTo>
                    <a:pt x="701" y="68"/>
                  </a:lnTo>
                  <a:lnTo>
                    <a:pt x="701" y="341"/>
                  </a:lnTo>
                  <a:lnTo>
                    <a:pt x="699" y="358"/>
                  </a:lnTo>
                  <a:lnTo>
                    <a:pt x="692" y="374"/>
                  </a:lnTo>
                  <a:lnTo>
                    <a:pt x="680" y="388"/>
                  </a:lnTo>
                  <a:lnTo>
                    <a:pt x="666" y="400"/>
                  </a:lnTo>
                  <a:lnTo>
                    <a:pt x="648" y="406"/>
                  </a:lnTo>
                  <a:lnTo>
                    <a:pt x="629" y="409"/>
                  </a:lnTo>
                  <a:lnTo>
                    <a:pt x="72" y="409"/>
                  </a:lnTo>
                  <a:lnTo>
                    <a:pt x="53" y="406"/>
                  </a:lnTo>
                  <a:lnTo>
                    <a:pt x="35" y="400"/>
                  </a:lnTo>
                  <a:lnTo>
                    <a:pt x="21" y="388"/>
                  </a:lnTo>
                  <a:lnTo>
                    <a:pt x="9" y="374"/>
                  </a:lnTo>
                  <a:lnTo>
                    <a:pt x="2" y="358"/>
                  </a:lnTo>
                  <a:lnTo>
                    <a:pt x="0" y="341"/>
                  </a:lnTo>
                  <a:lnTo>
                    <a:pt x="0" y="68"/>
                  </a:lnTo>
                  <a:lnTo>
                    <a:pt x="2" y="51"/>
                  </a:lnTo>
                  <a:lnTo>
                    <a:pt x="9" y="34"/>
                  </a:lnTo>
                  <a:lnTo>
                    <a:pt x="21" y="21"/>
                  </a:lnTo>
                  <a:lnTo>
                    <a:pt x="35" y="9"/>
                  </a:lnTo>
                  <a:lnTo>
                    <a:pt x="53" y="3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16" name="Freeform 173">
            <a:extLst>
              <a:ext uri="{FF2B5EF4-FFF2-40B4-BE49-F238E27FC236}">
                <a16:creationId xmlns:a16="http://schemas.microsoft.com/office/drawing/2014/main" id="{3D59C5B6-ED6D-4D41-A67E-790960A5094B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208771" y="1653181"/>
            <a:ext cx="329932" cy="327755"/>
          </a:xfrm>
          <a:custGeom>
            <a:avLst/>
            <a:gdLst>
              <a:gd name="T0" fmla="*/ 2859 w 3331"/>
              <a:gd name="T1" fmla="*/ 827 h 3310"/>
              <a:gd name="T2" fmla="*/ 1817 w 3331"/>
              <a:gd name="T3" fmla="*/ 601 h 3310"/>
              <a:gd name="T4" fmla="*/ 1696 w 3331"/>
              <a:gd name="T5" fmla="*/ 3 h 3310"/>
              <a:gd name="T6" fmla="*/ 1772 w 3331"/>
              <a:gd name="T7" fmla="*/ 44 h 3310"/>
              <a:gd name="T8" fmla="*/ 1814 w 3331"/>
              <a:gd name="T9" fmla="*/ 120 h 3310"/>
              <a:gd name="T10" fmla="*/ 2877 w 3331"/>
              <a:gd name="T11" fmla="*/ 452 h 3310"/>
              <a:gd name="T12" fmla="*/ 3290 w 3331"/>
              <a:gd name="T13" fmla="*/ 647 h 3310"/>
              <a:gd name="T14" fmla="*/ 3324 w 3331"/>
              <a:gd name="T15" fmla="*/ 683 h 3310"/>
              <a:gd name="T16" fmla="*/ 3329 w 3331"/>
              <a:gd name="T17" fmla="*/ 731 h 3310"/>
              <a:gd name="T18" fmla="*/ 3304 w 3331"/>
              <a:gd name="T19" fmla="*/ 773 h 3310"/>
              <a:gd name="T20" fmla="*/ 2895 w 3331"/>
              <a:gd name="T21" fmla="*/ 976 h 3310"/>
              <a:gd name="T22" fmla="*/ 1817 w 3331"/>
              <a:gd name="T23" fmla="*/ 2749 h 3310"/>
              <a:gd name="T24" fmla="*/ 2242 w 3331"/>
              <a:gd name="T25" fmla="*/ 2756 h 3310"/>
              <a:gd name="T26" fmla="*/ 2362 w 3331"/>
              <a:gd name="T27" fmla="*/ 2787 h 3310"/>
              <a:gd name="T28" fmla="*/ 2449 w 3331"/>
              <a:gd name="T29" fmla="*/ 2835 h 3310"/>
              <a:gd name="T30" fmla="*/ 2508 w 3331"/>
              <a:gd name="T31" fmla="*/ 2896 h 3310"/>
              <a:gd name="T32" fmla="*/ 2545 w 3331"/>
              <a:gd name="T33" fmla="*/ 2961 h 3310"/>
              <a:gd name="T34" fmla="*/ 2565 w 3331"/>
              <a:gd name="T35" fmla="*/ 3024 h 3310"/>
              <a:gd name="T36" fmla="*/ 2573 w 3331"/>
              <a:gd name="T37" fmla="*/ 3078 h 3310"/>
              <a:gd name="T38" fmla="*/ 2574 w 3331"/>
              <a:gd name="T39" fmla="*/ 3159 h 3310"/>
              <a:gd name="T40" fmla="*/ 2548 w 3331"/>
              <a:gd name="T41" fmla="*/ 3243 h 3310"/>
              <a:gd name="T42" fmla="*/ 2481 w 3331"/>
              <a:gd name="T43" fmla="*/ 3297 h 3310"/>
              <a:gd name="T44" fmla="*/ 909 w 3331"/>
              <a:gd name="T45" fmla="*/ 3310 h 3310"/>
              <a:gd name="T46" fmla="*/ 824 w 3331"/>
              <a:gd name="T47" fmla="*/ 3284 h 3310"/>
              <a:gd name="T48" fmla="*/ 769 w 3331"/>
              <a:gd name="T49" fmla="*/ 3217 h 3310"/>
              <a:gd name="T50" fmla="*/ 758 w 3331"/>
              <a:gd name="T51" fmla="*/ 3105 h 3310"/>
              <a:gd name="T52" fmla="*/ 760 w 3331"/>
              <a:gd name="T53" fmla="*/ 3061 h 3310"/>
              <a:gd name="T54" fmla="*/ 772 w 3331"/>
              <a:gd name="T55" fmla="*/ 3004 h 3310"/>
              <a:gd name="T56" fmla="*/ 797 w 3331"/>
              <a:gd name="T57" fmla="*/ 2939 h 3310"/>
              <a:gd name="T58" fmla="*/ 841 w 3331"/>
              <a:gd name="T59" fmla="*/ 2875 h 3310"/>
              <a:gd name="T60" fmla="*/ 909 w 3331"/>
              <a:gd name="T61" fmla="*/ 2818 h 3310"/>
              <a:gd name="T62" fmla="*/ 1006 w 3331"/>
              <a:gd name="T63" fmla="*/ 2774 h 3310"/>
              <a:gd name="T64" fmla="*/ 1138 w 3331"/>
              <a:gd name="T65" fmla="*/ 2751 h 3310"/>
              <a:gd name="T66" fmla="*/ 1514 w 3331"/>
              <a:gd name="T67" fmla="*/ 1655 h 3310"/>
              <a:gd name="T68" fmla="*/ 421 w 3331"/>
              <a:gd name="T69" fmla="*/ 1647 h 3310"/>
              <a:gd name="T70" fmla="*/ 17 w 3331"/>
              <a:gd name="T71" fmla="*/ 1438 h 3310"/>
              <a:gd name="T72" fmla="*/ 0 w 3331"/>
              <a:gd name="T73" fmla="*/ 1392 h 3310"/>
              <a:gd name="T74" fmla="*/ 17 w 3331"/>
              <a:gd name="T75" fmla="*/ 1345 h 3310"/>
              <a:gd name="T76" fmla="*/ 421 w 3331"/>
              <a:gd name="T77" fmla="*/ 1136 h 3310"/>
              <a:gd name="T78" fmla="*/ 1514 w 3331"/>
              <a:gd name="T79" fmla="*/ 1129 h 3310"/>
              <a:gd name="T80" fmla="*/ 1526 w 3331"/>
              <a:gd name="T81" fmla="*/ 92 h 3310"/>
              <a:gd name="T82" fmla="*/ 1581 w 3331"/>
              <a:gd name="T83" fmla="*/ 26 h 3310"/>
              <a:gd name="T84" fmla="*/ 1666 w 3331"/>
              <a:gd name="T85" fmla="*/ 0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331" h="3310">
                <a:moveTo>
                  <a:pt x="1817" y="601"/>
                </a:moveTo>
                <a:lnTo>
                  <a:pt x="1817" y="827"/>
                </a:lnTo>
                <a:lnTo>
                  <a:pt x="2859" y="827"/>
                </a:lnTo>
                <a:lnTo>
                  <a:pt x="3086" y="715"/>
                </a:lnTo>
                <a:lnTo>
                  <a:pt x="2859" y="601"/>
                </a:lnTo>
                <a:lnTo>
                  <a:pt x="1817" y="601"/>
                </a:lnTo>
                <a:close/>
                <a:moveTo>
                  <a:pt x="1666" y="0"/>
                </a:moveTo>
                <a:lnTo>
                  <a:pt x="1666" y="0"/>
                </a:lnTo>
                <a:lnTo>
                  <a:pt x="1696" y="3"/>
                </a:lnTo>
                <a:lnTo>
                  <a:pt x="1724" y="12"/>
                </a:lnTo>
                <a:lnTo>
                  <a:pt x="1750" y="26"/>
                </a:lnTo>
                <a:lnTo>
                  <a:pt x="1772" y="44"/>
                </a:lnTo>
                <a:lnTo>
                  <a:pt x="1791" y="67"/>
                </a:lnTo>
                <a:lnTo>
                  <a:pt x="1805" y="92"/>
                </a:lnTo>
                <a:lnTo>
                  <a:pt x="1814" y="120"/>
                </a:lnTo>
                <a:lnTo>
                  <a:pt x="1817" y="150"/>
                </a:lnTo>
                <a:lnTo>
                  <a:pt x="1817" y="452"/>
                </a:lnTo>
                <a:lnTo>
                  <a:pt x="2877" y="452"/>
                </a:lnTo>
                <a:lnTo>
                  <a:pt x="2895" y="454"/>
                </a:lnTo>
                <a:lnTo>
                  <a:pt x="2911" y="459"/>
                </a:lnTo>
                <a:lnTo>
                  <a:pt x="3290" y="647"/>
                </a:lnTo>
                <a:lnTo>
                  <a:pt x="3304" y="657"/>
                </a:lnTo>
                <a:lnTo>
                  <a:pt x="3316" y="668"/>
                </a:lnTo>
                <a:lnTo>
                  <a:pt x="3324" y="683"/>
                </a:lnTo>
                <a:lnTo>
                  <a:pt x="3329" y="698"/>
                </a:lnTo>
                <a:lnTo>
                  <a:pt x="3331" y="715"/>
                </a:lnTo>
                <a:lnTo>
                  <a:pt x="3329" y="731"/>
                </a:lnTo>
                <a:lnTo>
                  <a:pt x="3324" y="747"/>
                </a:lnTo>
                <a:lnTo>
                  <a:pt x="3316" y="761"/>
                </a:lnTo>
                <a:lnTo>
                  <a:pt x="3304" y="773"/>
                </a:lnTo>
                <a:lnTo>
                  <a:pt x="3290" y="781"/>
                </a:lnTo>
                <a:lnTo>
                  <a:pt x="2911" y="970"/>
                </a:lnTo>
                <a:lnTo>
                  <a:pt x="2895" y="976"/>
                </a:lnTo>
                <a:lnTo>
                  <a:pt x="2877" y="978"/>
                </a:lnTo>
                <a:lnTo>
                  <a:pt x="1817" y="978"/>
                </a:lnTo>
                <a:lnTo>
                  <a:pt x="1817" y="2749"/>
                </a:lnTo>
                <a:lnTo>
                  <a:pt x="2141" y="2749"/>
                </a:lnTo>
                <a:lnTo>
                  <a:pt x="2193" y="2751"/>
                </a:lnTo>
                <a:lnTo>
                  <a:pt x="2242" y="2756"/>
                </a:lnTo>
                <a:lnTo>
                  <a:pt x="2285" y="2764"/>
                </a:lnTo>
                <a:lnTo>
                  <a:pt x="2325" y="2774"/>
                </a:lnTo>
                <a:lnTo>
                  <a:pt x="2362" y="2787"/>
                </a:lnTo>
                <a:lnTo>
                  <a:pt x="2394" y="2801"/>
                </a:lnTo>
                <a:lnTo>
                  <a:pt x="2424" y="2818"/>
                </a:lnTo>
                <a:lnTo>
                  <a:pt x="2449" y="2835"/>
                </a:lnTo>
                <a:lnTo>
                  <a:pt x="2472" y="2854"/>
                </a:lnTo>
                <a:lnTo>
                  <a:pt x="2492" y="2875"/>
                </a:lnTo>
                <a:lnTo>
                  <a:pt x="2508" y="2896"/>
                </a:lnTo>
                <a:lnTo>
                  <a:pt x="2523" y="2918"/>
                </a:lnTo>
                <a:lnTo>
                  <a:pt x="2536" y="2939"/>
                </a:lnTo>
                <a:lnTo>
                  <a:pt x="2545" y="2961"/>
                </a:lnTo>
                <a:lnTo>
                  <a:pt x="2554" y="2983"/>
                </a:lnTo>
                <a:lnTo>
                  <a:pt x="2561" y="3004"/>
                </a:lnTo>
                <a:lnTo>
                  <a:pt x="2565" y="3024"/>
                </a:lnTo>
                <a:lnTo>
                  <a:pt x="2569" y="3043"/>
                </a:lnTo>
                <a:lnTo>
                  <a:pt x="2571" y="3061"/>
                </a:lnTo>
                <a:lnTo>
                  <a:pt x="2573" y="3078"/>
                </a:lnTo>
                <a:lnTo>
                  <a:pt x="2574" y="3092"/>
                </a:lnTo>
                <a:lnTo>
                  <a:pt x="2574" y="3105"/>
                </a:lnTo>
                <a:lnTo>
                  <a:pt x="2574" y="3159"/>
                </a:lnTo>
                <a:lnTo>
                  <a:pt x="2571" y="3189"/>
                </a:lnTo>
                <a:lnTo>
                  <a:pt x="2562" y="3217"/>
                </a:lnTo>
                <a:lnTo>
                  <a:pt x="2548" y="3243"/>
                </a:lnTo>
                <a:lnTo>
                  <a:pt x="2529" y="3265"/>
                </a:lnTo>
                <a:lnTo>
                  <a:pt x="2507" y="3284"/>
                </a:lnTo>
                <a:lnTo>
                  <a:pt x="2481" y="3297"/>
                </a:lnTo>
                <a:lnTo>
                  <a:pt x="2453" y="3307"/>
                </a:lnTo>
                <a:lnTo>
                  <a:pt x="2423" y="3310"/>
                </a:lnTo>
                <a:lnTo>
                  <a:pt x="909" y="3310"/>
                </a:lnTo>
                <a:lnTo>
                  <a:pt x="878" y="3307"/>
                </a:lnTo>
                <a:lnTo>
                  <a:pt x="850" y="3297"/>
                </a:lnTo>
                <a:lnTo>
                  <a:pt x="824" y="3284"/>
                </a:lnTo>
                <a:lnTo>
                  <a:pt x="802" y="3265"/>
                </a:lnTo>
                <a:lnTo>
                  <a:pt x="783" y="3243"/>
                </a:lnTo>
                <a:lnTo>
                  <a:pt x="769" y="3217"/>
                </a:lnTo>
                <a:lnTo>
                  <a:pt x="760" y="3189"/>
                </a:lnTo>
                <a:lnTo>
                  <a:pt x="758" y="3159"/>
                </a:lnTo>
                <a:lnTo>
                  <a:pt x="758" y="3105"/>
                </a:lnTo>
                <a:lnTo>
                  <a:pt x="758" y="3092"/>
                </a:lnTo>
                <a:lnTo>
                  <a:pt x="758" y="3078"/>
                </a:lnTo>
                <a:lnTo>
                  <a:pt x="760" y="3061"/>
                </a:lnTo>
                <a:lnTo>
                  <a:pt x="762" y="3043"/>
                </a:lnTo>
                <a:lnTo>
                  <a:pt x="766" y="3024"/>
                </a:lnTo>
                <a:lnTo>
                  <a:pt x="772" y="3004"/>
                </a:lnTo>
                <a:lnTo>
                  <a:pt x="778" y="2983"/>
                </a:lnTo>
                <a:lnTo>
                  <a:pt x="786" y="2961"/>
                </a:lnTo>
                <a:lnTo>
                  <a:pt x="797" y="2939"/>
                </a:lnTo>
                <a:lnTo>
                  <a:pt x="808" y="2918"/>
                </a:lnTo>
                <a:lnTo>
                  <a:pt x="823" y="2896"/>
                </a:lnTo>
                <a:lnTo>
                  <a:pt x="841" y="2875"/>
                </a:lnTo>
                <a:lnTo>
                  <a:pt x="861" y="2854"/>
                </a:lnTo>
                <a:lnTo>
                  <a:pt x="883" y="2835"/>
                </a:lnTo>
                <a:lnTo>
                  <a:pt x="909" y="2818"/>
                </a:lnTo>
                <a:lnTo>
                  <a:pt x="937" y="2801"/>
                </a:lnTo>
                <a:lnTo>
                  <a:pt x="969" y="2787"/>
                </a:lnTo>
                <a:lnTo>
                  <a:pt x="1006" y="2774"/>
                </a:lnTo>
                <a:lnTo>
                  <a:pt x="1046" y="2764"/>
                </a:lnTo>
                <a:lnTo>
                  <a:pt x="1090" y="2756"/>
                </a:lnTo>
                <a:lnTo>
                  <a:pt x="1138" y="2751"/>
                </a:lnTo>
                <a:lnTo>
                  <a:pt x="1190" y="2749"/>
                </a:lnTo>
                <a:lnTo>
                  <a:pt x="1514" y="2749"/>
                </a:lnTo>
                <a:lnTo>
                  <a:pt x="1514" y="1655"/>
                </a:lnTo>
                <a:lnTo>
                  <a:pt x="454" y="1655"/>
                </a:lnTo>
                <a:lnTo>
                  <a:pt x="438" y="1653"/>
                </a:lnTo>
                <a:lnTo>
                  <a:pt x="421" y="1647"/>
                </a:lnTo>
                <a:lnTo>
                  <a:pt x="42" y="1458"/>
                </a:lnTo>
                <a:lnTo>
                  <a:pt x="28" y="1449"/>
                </a:lnTo>
                <a:lnTo>
                  <a:pt x="17" y="1438"/>
                </a:lnTo>
                <a:lnTo>
                  <a:pt x="7" y="1424"/>
                </a:lnTo>
                <a:lnTo>
                  <a:pt x="2" y="1409"/>
                </a:lnTo>
                <a:lnTo>
                  <a:pt x="0" y="1392"/>
                </a:lnTo>
                <a:lnTo>
                  <a:pt x="2" y="1374"/>
                </a:lnTo>
                <a:lnTo>
                  <a:pt x="7" y="1359"/>
                </a:lnTo>
                <a:lnTo>
                  <a:pt x="17" y="1345"/>
                </a:lnTo>
                <a:lnTo>
                  <a:pt x="28" y="1334"/>
                </a:lnTo>
                <a:lnTo>
                  <a:pt x="42" y="1324"/>
                </a:lnTo>
                <a:lnTo>
                  <a:pt x="421" y="1136"/>
                </a:lnTo>
                <a:lnTo>
                  <a:pt x="438" y="1130"/>
                </a:lnTo>
                <a:lnTo>
                  <a:pt x="454" y="1129"/>
                </a:lnTo>
                <a:lnTo>
                  <a:pt x="1514" y="1129"/>
                </a:lnTo>
                <a:lnTo>
                  <a:pt x="1514" y="150"/>
                </a:lnTo>
                <a:lnTo>
                  <a:pt x="1517" y="120"/>
                </a:lnTo>
                <a:lnTo>
                  <a:pt x="1526" y="92"/>
                </a:lnTo>
                <a:lnTo>
                  <a:pt x="1540" y="67"/>
                </a:lnTo>
                <a:lnTo>
                  <a:pt x="1559" y="44"/>
                </a:lnTo>
                <a:lnTo>
                  <a:pt x="1581" y="26"/>
                </a:lnTo>
                <a:lnTo>
                  <a:pt x="1607" y="12"/>
                </a:lnTo>
                <a:lnTo>
                  <a:pt x="1635" y="3"/>
                </a:lnTo>
                <a:lnTo>
                  <a:pt x="166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49D5DB7-1A8E-4ED8-A4F1-6EA584E49776}"/>
              </a:ext>
            </a:extLst>
          </p:cNvPr>
          <p:cNvGrpSpPr/>
          <p:nvPr/>
        </p:nvGrpSpPr>
        <p:grpSpPr>
          <a:xfrm flipH="1">
            <a:off x="2692265" y="1658627"/>
            <a:ext cx="329931" cy="316864"/>
            <a:chOff x="4598988" y="5057776"/>
            <a:chExt cx="481013" cy="46196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8" name="Freeform 186">
              <a:extLst>
                <a:ext uri="{FF2B5EF4-FFF2-40B4-BE49-F238E27FC236}">
                  <a16:creationId xmlns:a16="http://schemas.microsoft.com/office/drawing/2014/main" id="{597C9D1D-19C8-4930-B79E-21463E3C5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838" y="5119688"/>
              <a:ext cx="109538" cy="107950"/>
            </a:xfrm>
            <a:custGeom>
              <a:avLst/>
              <a:gdLst>
                <a:gd name="T0" fmla="*/ 301 w 766"/>
                <a:gd name="T1" fmla="*/ 0 h 746"/>
                <a:gd name="T2" fmla="*/ 342 w 766"/>
                <a:gd name="T3" fmla="*/ 3 h 746"/>
                <a:gd name="T4" fmla="*/ 381 w 766"/>
                <a:gd name="T5" fmla="*/ 11 h 746"/>
                <a:gd name="T6" fmla="*/ 418 w 766"/>
                <a:gd name="T7" fmla="*/ 23 h 746"/>
                <a:gd name="T8" fmla="*/ 452 w 766"/>
                <a:gd name="T9" fmla="*/ 41 h 746"/>
                <a:gd name="T10" fmla="*/ 485 w 766"/>
                <a:gd name="T11" fmla="*/ 62 h 746"/>
                <a:gd name="T12" fmla="*/ 513 w 766"/>
                <a:gd name="T13" fmla="*/ 88 h 746"/>
                <a:gd name="T14" fmla="*/ 539 w 766"/>
                <a:gd name="T15" fmla="*/ 117 h 746"/>
                <a:gd name="T16" fmla="*/ 560 w 766"/>
                <a:gd name="T17" fmla="*/ 149 h 746"/>
                <a:gd name="T18" fmla="*/ 578 w 766"/>
                <a:gd name="T19" fmla="*/ 183 h 746"/>
                <a:gd name="T20" fmla="*/ 591 w 766"/>
                <a:gd name="T21" fmla="*/ 220 h 746"/>
                <a:gd name="T22" fmla="*/ 599 w 766"/>
                <a:gd name="T23" fmla="*/ 260 h 746"/>
                <a:gd name="T24" fmla="*/ 601 w 766"/>
                <a:gd name="T25" fmla="*/ 301 h 746"/>
                <a:gd name="T26" fmla="*/ 599 w 766"/>
                <a:gd name="T27" fmla="*/ 340 h 746"/>
                <a:gd name="T28" fmla="*/ 591 w 766"/>
                <a:gd name="T29" fmla="*/ 376 h 746"/>
                <a:gd name="T30" fmla="*/ 579 w 766"/>
                <a:gd name="T31" fmla="*/ 411 h 746"/>
                <a:gd name="T32" fmla="*/ 563 w 766"/>
                <a:gd name="T33" fmla="*/ 445 h 746"/>
                <a:gd name="T34" fmla="*/ 766 w 766"/>
                <a:gd name="T35" fmla="*/ 636 h 746"/>
                <a:gd name="T36" fmla="*/ 729 w 766"/>
                <a:gd name="T37" fmla="*/ 670 h 746"/>
                <a:gd name="T38" fmla="*/ 694 w 766"/>
                <a:gd name="T39" fmla="*/ 707 h 746"/>
                <a:gd name="T40" fmla="*/ 662 w 766"/>
                <a:gd name="T41" fmla="*/ 746 h 746"/>
                <a:gd name="T42" fmla="*/ 459 w 766"/>
                <a:gd name="T43" fmla="*/ 555 h 746"/>
                <a:gd name="T44" fmla="*/ 424 w 766"/>
                <a:gd name="T45" fmla="*/ 574 h 746"/>
                <a:gd name="T46" fmla="*/ 385 w 766"/>
                <a:gd name="T47" fmla="*/ 588 h 746"/>
                <a:gd name="T48" fmla="*/ 344 w 766"/>
                <a:gd name="T49" fmla="*/ 598 h 746"/>
                <a:gd name="T50" fmla="*/ 301 w 766"/>
                <a:gd name="T51" fmla="*/ 601 h 746"/>
                <a:gd name="T52" fmla="*/ 261 w 766"/>
                <a:gd name="T53" fmla="*/ 599 h 746"/>
                <a:gd name="T54" fmla="*/ 221 w 766"/>
                <a:gd name="T55" fmla="*/ 590 h 746"/>
                <a:gd name="T56" fmla="*/ 184 w 766"/>
                <a:gd name="T57" fmla="*/ 577 h 746"/>
                <a:gd name="T58" fmla="*/ 149 w 766"/>
                <a:gd name="T59" fmla="*/ 560 h 746"/>
                <a:gd name="T60" fmla="*/ 117 w 766"/>
                <a:gd name="T61" fmla="*/ 538 h 746"/>
                <a:gd name="T62" fmla="*/ 88 w 766"/>
                <a:gd name="T63" fmla="*/ 513 h 746"/>
                <a:gd name="T64" fmla="*/ 63 w 766"/>
                <a:gd name="T65" fmla="*/ 484 h 746"/>
                <a:gd name="T66" fmla="*/ 41 w 766"/>
                <a:gd name="T67" fmla="*/ 452 h 746"/>
                <a:gd name="T68" fmla="*/ 24 w 766"/>
                <a:gd name="T69" fmla="*/ 417 h 746"/>
                <a:gd name="T70" fmla="*/ 11 w 766"/>
                <a:gd name="T71" fmla="*/ 380 h 746"/>
                <a:gd name="T72" fmla="*/ 3 w 766"/>
                <a:gd name="T73" fmla="*/ 342 h 746"/>
                <a:gd name="T74" fmla="*/ 0 w 766"/>
                <a:gd name="T75" fmla="*/ 301 h 746"/>
                <a:gd name="T76" fmla="*/ 3 w 766"/>
                <a:gd name="T77" fmla="*/ 260 h 746"/>
                <a:gd name="T78" fmla="*/ 11 w 766"/>
                <a:gd name="T79" fmla="*/ 220 h 746"/>
                <a:gd name="T80" fmla="*/ 24 w 766"/>
                <a:gd name="T81" fmla="*/ 183 h 746"/>
                <a:gd name="T82" fmla="*/ 41 w 766"/>
                <a:gd name="T83" fmla="*/ 149 h 746"/>
                <a:gd name="T84" fmla="*/ 63 w 766"/>
                <a:gd name="T85" fmla="*/ 117 h 746"/>
                <a:gd name="T86" fmla="*/ 88 w 766"/>
                <a:gd name="T87" fmla="*/ 88 h 746"/>
                <a:gd name="T88" fmla="*/ 117 w 766"/>
                <a:gd name="T89" fmla="*/ 62 h 746"/>
                <a:gd name="T90" fmla="*/ 149 w 766"/>
                <a:gd name="T91" fmla="*/ 41 h 746"/>
                <a:gd name="T92" fmla="*/ 184 w 766"/>
                <a:gd name="T93" fmla="*/ 23 h 746"/>
                <a:gd name="T94" fmla="*/ 221 w 766"/>
                <a:gd name="T95" fmla="*/ 11 h 746"/>
                <a:gd name="T96" fmla="*/ 261 w 766"/>
                <a:gd name="T97" fmla="*/ 3 h 746"/>
                <a:gd name="T98" fmla="*/ 301 w 766"/>
                <a:gd name="T99" fmla="*/ 0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66" h="746">
                  <a:moveTo>
                    <a:pt x="301" y="0"/>
                  </a:moveTo>
                  <a:lnTo>
                    <a:pt x="342" y="3"/>
                  </a:lnTo>
                  <a:lnTo>
                    <a:pt x="381" y="11"/>
                  </a:lnTo>
                  <a:lnTo>
                    <a:pt x="418" y="23"/>
                  </a:lnTo>
                  <a:lnTo>
                    <a:pt x="452" y="41"/>
                  </a:lnTo>
                  <a:lnTo>
                    <a:pt x="485" y="62"/>
                  </a:lnTo>
                  <a:lnTo>
                    <a:pt x="513" y="88"/>
                  </a:lnTo>
                  <a:lnTo>
                    <a:pt x="539" y="117"/>
                  </a:lnTo>
                  <a:lnTo>
                    <a:pt x="560" y="149"/>
                  </a:lnTo>
                  <a:lnTo>
                    <a:pt x="578" y="183"/>
                  </a:lnTo>
                  <a:lnTo>
                    <a:pt x="591" y="220"/>
                  </a:lnTo>
                  <a:lnTo>
                    <a:pt x="599" y="260"/>
                  </a:lnTo>
                  <a:lnTo>
                    <a:pt x="601" y="301"/>
                  </a:lnTo>
                  <a:lnTo>
                    <a:pt x="599" y="340"/>
                  </a:lnTo>
                  <a:lnTo>
                    <a:pt x="591" y="376"/>
                  </a:lnTo>
                  <a:lnTo>
                    <a:pt x="579" y="411"/>
                  </a:lnTo>
                  <a:lnTo>
                    <a:pt x="563" y="445"/>
                  </a:lnTo>
                  <a:lnTo>
                    <a:pt x="766" y="636"/>
                  </a:lnTo>
                  <a:lnTo>
                    <a:pt x="729" y="670"/>
                  </a:lnTo>
                  <a:lnTo>
                    <a:pt x="694" y="707"/>
                  </a:lnTo>
                  <a:lnTo>
                    <a:pt x="662" y="746"/>
                  </a:lnTo>
                  <a:lnTo>
                    <a:pt x="459" y="555"/>
                  </a:lnTo>
                  <a:lnTo>
                    <a:pt x="424" y="574"/>
                  </a:lnTo>
                  <a:lnTo>
                    <a:pt x="385" y="588"/>
                  </a:lnTo>
                  <a:lnTo>
                    <a:pt x="344" y="598"/>
                  </a:lnTo>
                  <a:lnTo>
                    <a:pt x="301" y="601"/>
                  </a:lnTo>
                  <a:lnTo>
                    <a:pt x="261" y="599"/>
                  </a:lnTo>
                  <a:lnTo>
                    <a:pt x="221" y="590"/>
                  </a:lnTo>
                  <a:lnTo>
                    <a:pt x="184" y="577"/>
                  </a:lnTo>
                  <a:lnTo>
                    <a:pt x="149" y="560"/>
                  </a:lnTo>
                  <a:lnTo>
                    <a:pt x="117" y="538"/>
                  </a:lnTo>
                  <a:lnTo>
                    <a:pt x="88" y="513"/>
                  </a:lnTo>
                  <a:lnTo>
                    <a:pt x="63" y="484"/>
                  </a:lnTo>
                  <a:lnTo>
                    <a:pt x="41" y="452"/>
                  </a:lnTo>
                  <a:lnTo>
                    <a:pt x="24" y="417"/>
                  </a:lnTo>
                  <a:lnTo>
                    <a:pt x="11" y="380"/>
                  </a:lnTo>
                  <a:lnTo>
                    <a:pt x="3" y="342"/>
                  </a:lnTo>
                  <a:lnTo>
                    <a:pt x="0" y="301"/>
                  </a:lnTo>
                  <a:lnTo>
                    <a:pt x="3" y="260"/>
                  </a:lnTo>
                  <a:lnTo>
                    <a:pt x="11" y="220"/>
                  </a:lnTo>
                  <a:lnTo>
                    <a:pt x="24" y="183"/>
                  </a:lnTo>
                  <a:lnTo>
                    <a:pt x="41" y="149"/>
                  </a:lnTo>
                  <a:lnTo>
                    <a:pt x="63" y="117"/>
                  </a:lnTo>
                  <a:lnTo>
                    <a:pt x="88" y="88"/>
                  </a:lnTo>
                  <a:lnTo>
                    <a:pt x="117" y="62"/>
                  </a:lnTo>
                  <a:lnTo>
                    <a:pt x="149" y="41"/>
                  </a:lnTo>
                  <a:lnTo>
                    <a:pt x="184" y="23"/>
                  </a:lnTo>
                  <a:lnTo>
                    <a:pt x="221" y="11"/>
                  </a:lnTo>
                  <a:lnTo>
                    <a:pt x="261" y="3"/>
                  </a:lnTo>
                  <a:lnTo>
                    <a:pt x="3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9" name="Freeform 187">
              <a:extLst>
                <a:ext uri="{FF2B5EF4-FFF2-40B4-BE49-F238E27FC236}">
                  <a16:creationId xmlns:a16="http://schemas.microsoft.com/office/drawing/2014/main" id="{8909069D-1FD7-441E-A5E7-D76E0496E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1" y="5057776"/>
              <a:ext cx="112713" cy="149225"/>
            </a:xfrm>
            <a:custGeom>
              <a:avLst/>
              <a:gdLst>
                <a:gd name="T0" fmla="*/ 482 w 783"/>
                <a:gd name="T1" fmla="*/ 0 h 1042"/>
                <a:gd name="T2" fmla="*/ 482 w 783"/>
                <a:gd name="T3" fmla="*/ 0 h 1042"/>
                <a:gd name="T4" fmla="*/ 523 w 783"/>
                <a:gd name="T5" fmla="*/ 4 h 1042"/>
                <a:gd name="T6" fmla="*/ 562 w 783"/>
                <a:gd name="T7" fmla="*/ 12 h 1042"/>
                <a:gd name="T8" fmla="*/ 599 w 783"/>
                <a:gd name="T9" fmla="*/ 25 h 1042"/>
                <a:gd name="T10" fmla="*/ 634 w 783"/>
                <a:gd name="T11" fmla="*/ 42 h 1042"/>
                <a:gd name="T12" fmla="*/ 666 w 783"/>
                <a:gd name="T13" fmla="*/ 64 h 1042"/>
                <a:gd name="T14" fmla="*/ 694 w 783"/>
                <a:gd name="T15" fmla="*/ 89 h 1042"/>
                <a:gd name="T16" fmla="*/ 720 w 783"/>
                <a:gd name="T17" fmla="*/ 118 h 1042"/>
                <a:gd name="T18" fmla="*/ 741 w 783"/>
                <a:gd name="T19" fmla="*/ 149 h 1042"/>
                <a:gd name="T20" fmla="*/ 759 w 783"/>
                <a:gd name="T21" fmla="*/ 184 h 1042"/>
                <a:gd name="T22" fmla="*/ 772 w 783"/>
                <a:gd name="T23" fmla="*/ 222 h 1042"/>
                <a:gd name="T24" fmla="*/ 780 w 783"/>
                <a:gd name="T25" fmla="*/ 261 h 1042"/>
                <a:gd name="T26" fmla="*/ 783 w 783"/>
                <a:gd name="T27" fmla="*/ 301 h 1042"/>
                <a:gd name="T28" fmla="*/ 780 w 783"/>
                <a:gd name="T29" fmla="*/ 342 h 1042"/>
                <a:gd name="T30" fmla="*/ 772 w 783"/>
                <a:gd name="T31" fmla="*/ 381 h 1042"/>
                <a:gd name="T32" fmla="*/ 759 w 783"/>
                <a:gd name="T33" fmla="*/ 419 h 1042"/>
                <a:gd name="T34" fmla="*/ 741 w 783"/>
                <a:gd name="T35" fmla="*/ 453 h 1042"/>
                <a:gd name="T36" fmla="*/ 720 w 783"/>
                <a:gd name="T37" fmla="*/ 485 h 1042"/>
                <a:gd name="T38" fmla="*/ 694 w 783"/>
                <a:gd name="T39" fmla="*/ 514 h 1042"/>
                <a:gd name="T40" fmla="*/ 666 w 783"/>
                <a:gd name="T41" fmla="*/ 539 h 1042"/>
                <a:gd name="T42" fmla="*/ 634 w 783"/>
                <a:gd name="T43" fmla="*/ 560 h 1042"/>
                <a:gd name="T44" fmla="*/ 599 w 783"/>
                <a:gd name="T45" fmla="*/ 578 h 1042"/>
                <a:gd name="T46" fmla="*/ 562 w 783"/>
                <a:gd name="T47" fmla="*/ 591 h 1042"/>
                <a:gd name="T48" fmla="*/ 523 w 783"/>
                <a:gd name="T49" fmla="*/ 599 h 1042"/>
                <a:gd name="T50" fmla="*/ 482 w 783"/>
                <a:gd name="T51" fmla="*/ 602 h 1042"/>
                <a:gd name="T52" fmla="*/ 454 w 783"/>
                <a:gd name="T53" fmla="*/ 600 h 1042"/>
                <a:gd name="T54" fmla="*/ 426 w 783"/>
                <a:gd name="T55" fmla="*/ 595 h 1042"/>
                <a:gd name="T56" fmla="*/ 398 w 783"/>
                <a:gd name="T57" fmla="*/ 589 h 1042"/>
                <a:gd name="T58" fmla="*/ 130 w 783"/>
                <a:gd name="T59" fmla="*/ 1042 h 1042"/>
                <a:gd name="T60" fmla="*/ 88 w 783"/>
                <a:gd name="T61" fmla="*/ 1012 h 1042"/>
                <a:gd name="T62" fmla="*/ 46 w 783"/>
                <a:gd name="T63" fmla="*/ 987 h 1042"/>
                <a:gd name="T64" fmla="*/ 0 w 783"/>
                <a:gd name="T65" fmla="*/ 964 h 1042"/>
                <a:gd name="T66" fmla="*/ 268 w 783"/>
                <a:gd name="T67" fmla="*/ 513 h 1042"/>
                <a:gd name="T68" fmla="*/ 243 w 783"/>
                <a:gd name="T69" fmla="*/ 484 h 1042"/>
                <a:gd name="T70" fmla="*/ 222 w 783"/>
                <a:gd name="T71" fmla="*/ 452 h 1042"/>
                <a:gd name="T72" fmla="*/ 205 w 783"/>
                <a:gd name="T73" fmla="*/ 418 h 1042"/>
                <a:gd name="T74" fmla="*/ 192 w 783"/>
                <a:gd name="T75" fmla="*/ 381 h 1042"/>
                <a:gd name="T76" fmla="*/ 184 w 783"/>
                <a:gd name="T77" fmla="*/ 342 h 1042"/>
                <a:gd name="T78" fmla="*/ 181 w 783"/>
                <a:gd name="T79" fmla="*/ 301 h 1042"/>
                <a:gd name="T80" fmla="*/ 184 w 783"/>
                <a:gd name="T81" fmla="*/ 261 h 1042"/>
                <a:gd name="T82" fmla="*/ 192 w 783"/>
                <a:gd name="T83" fmla="*/ 221 h 1042"/>
                <a:gd name="T84" fmla="*/ 205 w 783"/>
                <a:gd name="T85" fmla="*/ 184 h 1042"/>
                <a:gd name="T86" fmla="*/ 222 w 783"/>
                <a:gd name="T87" fmla="*/ 149 h 1042"/>
                <a:gd name="T88" fmla="*/ 244 w 783"/>
                <a:gd name="T89" fmla="*/ 118 h 1042"/>
                <a:gd name="T90" fmla="*/ 269 w 783"/>
                <a:gd name="T91" fmla="*/ 89 h 1042"/>
                <a:gd name="T92" fmla="*/ 299 w 783"/>
                <a:gd name="T93" fmla="*/ 64 h 1042"/>
                <a:gd name="T94" fmla="*/ 330 w 783"/>
                <a:gd name="T95" fmla="*/ 42 h 1042"/>
                <a:gd name="T96" fmla="*/ 365 w 783"/>
                <a:gd name="T97" fmla="*/ 25 h 1042"/>
                <a:gd name="T98" fmla="*/ 402 w 783"/>
                <a:gd name="T99" fmla="*/ 12 h 1042"/>
                <a:gd name="T100" fmla="*/ 441 w 783"/>
                <a:gd name="T101" fmla="*/ 4 h 1042"/>
                <a:gd name="T102" fmla="*/ 482 w 783"/>
                <a:gd name="T103" fmla="*/ 0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3" h="1042">
                  <a:moveTo>
                    <a:pt x="482" y="0"/>
                  </a:moveTo>
                  <a:lnTo>
                    <a:pt x="482" y="0"/>
                  </a:lnTo>
                  <a:lnTo>
                    <a:pt x="523" y="4"/>
                  </a:lnTo>
                  <a:lnTo>
                    <a:pt x="562" y="12"/>
                  </a:lnTo>
                  <a:lnTo>
                    <a:pt x="599" y="25"/>
                  </a:lnTo>
                  <a:lnTo>
                    <a:pt x="634" y="42"/>
                  </a:lnTo>
                  <a:lnTo>
                    <a:pt x="666" y="64"/>
                  </a:lnTo>
                  <a:lnTo>
                    <a:pt x="694" y="89"/>
                  </a:lnTo>
                  <a:lnTo>
                    <a:pt x="720" y="118"/>
                  </a:lnTo>
                  <a:lnTo>
                    <a:pt x="741" y="149"/>
                  </a:lnTo>
                  <a:lnTo>
                    <a:pt x="759" y="184"/>
                  </a:lnTo>
                  <a:lnTo>
                    <a:pt x="772" y="222"/>
                  </a:lnTo>
                  <a:lnTo>
                    <a:pt x="780" y="261"/>
                  </a:lnTo>
                  <a:lnTo>
                    <a:pt x="783" y="301"/>
                  </a:lnTo>
                  <a:lnTo>
                    <a:pt x="780" y="342"/>
                  </a:lnTo>
                  <a:lnTo>
                    <a:pt x="772" y="381"/>
                  </a:lnTo>
                  <a:lnTo>
                    <a:pt x="759" y="419"/>
                  </a:lnTo>
                  <a:lnTo>
                    <a:pt x="741" y="453"/>
                  </a:lnTo>
                  <a:lnTo>
                    <a:pt x="720" y="485"/>
                  </a:lnTo>
                  <a:lnTo>
                    <a:pt x="694" y="514"/>
                  </a:lnTo>
                  <a:lnTo>
                    <a:pt x="666" y="539"/>
                  </a:lnTo>
                  <a:lnTo>
                    <a:pt x="634" y="560"/>
                  </a:lnTo>
                  <a:lnTo>
                    <a:pt x="599" y="578"/>
                  </a:lnTo>
                  <a:lnTo>
                    <a:pt x="562" y="591"/>
                  </a:lnTo>
                  <a:lnTo>
                    <a:pt x="523" y="599"/>
                  </a:lnTo>
                  <a:lnTo>
                    <a:pt x="482" y="602"/>
                  </a:lnTo>
                  <a:lnTo>
                    <a:pt x="454" y="600"/>
                  </a:lnTo>
                  <a:lnTo>
                    <a:pt x="426" y="595"/>
                  </a:lnTo>
                  <a:lnTo>
                    <a:pt x="398" y="589"/>
                  </a:lnTo>
                  <a:lnTo>
                    <a:pt x="130" y="1042"/>
                  </a:lnTo>
                  <a:lnTo>
                    <a:pt x="88" y="1012"/>
                  </a:lnTo>
                  <a:lnTo>
                    <a:pt x="46" y="987"/>
                  </a:lnTo>
                  <a:lnTo>
                    <a:pt x="0" y="964"/>
                  </a:lnTo>
                  <a:lnTo>
                    <a:pt x="268" y="513"/>
                  </a:lnTo>
                  <a:lnTo>
                    <a:pt x="243" y="484"/>
                  </a:lnTo>
                  <a:lnTo>
                    <a:pt x="222" y="452"/>
                  </a:lnTo>
                  <a:lnTo>
                    <a:pt x="205" y="418"/>
                  </a:lnTo>
                  <a:lnTo>
                    <a:pt x="192" y="381"/>
                  </a:lnTo>
                  <a:lnTo>
                    <a:pt x="184" y="342"/>
                  </a:lnTo>
                  <a:lnTo>
                    <a:pt x="181" y="301"/>
                  </a:lnTo>
                  <a:lnTo>
                    <a:pt x="184" y="261"/>
                  </a:lnTo>
                  <a:lnTo>
                    <a:pt x="192" y="221"/>
                  </a:lnTo>
                  <a:lnTo>
                    <a:pt x="205" y="184"/>
                  </a:lnTo>
                  <a:lnTo>
                    <a:pt x="222" y="149"/>
                  </a:lnTo>
                  <a:lnTo>
                    <a:pt x="244" y="118"/>
                  </a:lnTo>
                  <a:lnTo>
                    <a:pt x="269" y="89"/>
                  </a:lnTo>
                  <a:lnTo>
                    <a:pt x="299" y="64"/>
                  </a:lnTo>
                  <a:lnTo>
                    <a:pt x="330" y="42"/>
                  </a:lnTo>
                  <a:lnTo>
                    <a:pt x="365" y="25"/>
                  </a:lnTo>
                  <a:lnTo>
                    <a:pt x="402" y="12"/>
                  </a:lnTo>
                  <a:lnTo>
                    <a:pt x="441" y="4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0" name="Freeform 188">
              <a:extLst>
                <a:ext uri="{FF2B5EF4-FFF2-40B4-BE49-F238E27FC236}">
                  <a16:creationId xmlns:a16="http://schemas.microsoft.com/office/drawing/2014/main" id="{31C9910C-7A65-418D-8F0F-805FFA3AE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0301" y="5262563"/>
              <a:ext cx="139700" cy="87313"/>
            </a:xfrm>
            <a:custGeom>
              <a:avLst/>
              <a:gdLst>
                <a:gd name="T0" fmla="*/ 670 w 970"/>
                <a:gd name="T1" fmla="*/ 0 h 601"/>
                <a:gd name="T2" fmla="*/ 711 w 970"/>
                <a:gd name="T3" fmla="*/ 2 h 601"/>
                <a:gd name="T4" fmla="*/ 750 w 970"/>
                <a:gd name="T5" fmla="*/ 11 h 601"/>
                <a:gd name="T6" fmla="*/ 787 w 970"/>
                <a:gd name="T7" fmla="*/ 24 h 601"/>
                <a:gd name="T8" fmla="*/ 821 w 970"/>
                <a:gd name="T9" fmla="*/ 41 h 601"/>
                <a:gd name="T10" fmla="*/ 854 w 970"/>
                <a:gd name="T11" fmla="*/ 63 h 601"/>
                <a:gd name="T12" fmla="*/ 883 w 970"/>
                <a:gd name="T13" fmla="*/ 88 h 601"/>
                <a:gd name="T14" fmla="*/ 908 w 970"/>
                <a:gd name="T15" fmla="*/ 117 h 601"/>
                <a:gd name="T16" fmla="*/ 930 w 970"/>
                <a:gd name="T17" fmla="*/ 149 h 601"/>
                <a:gd name="T18" fmla="*/ 947 w 970"/>
                <a:gd name="T19" fmla="*/ 184 h 601"/>
                <a:gd name="T20" fmla="*/ 960 w 970"/>
                <a:gd name="T21" fmla="*/ 221 h 601"/>
                <a:gd name="T22" fmla="*/ 968 w 970"/>
                <a:gd name="T23" fmla="*/ 259 h 601"/>
                <a:gd name="T24" fmla="*/ 970 w 970"/>
                <a:gd name="T25" fmla="*/ 300 h 601"/>
                <a:gd name="T26" fmla="*/ 968 w 970"/>
                <a:gd name="T27" fmla="*/ 341 h 601"/>
                <a:gd name="T28" fmla="*/ 960 w 970"/>
                <a:gd name="T29" fmla="*/ 381 h 601"/>
                <a:gd name="T30" fmla="*/ 947 w 970"/>
                <a:gd name="T31" fmla="*/ 418 h 601"/>
                <a:gd name="T32" fmla="*/ 930 w 970"/>
                <a:gd name="T33" fmla="*/ 452 h 601"/>
                <a:gd name="T34" fmla="*/ 908 w 970"/>
                <a:gd name="T35" fmla="*/ 484 h 601"/>
                <a:gd name="T36" fmla="*/ 883 w 970"/>
                <a:gd name="T37" fmla="*/ 513 h 601"/>
                <a:gd name="T38" fmla="*/ 854 w 970"/>
                <a:gd name="T39" fmla="*/ 538 h 601"/>
                <a:gd name="T40" fmla="*/ 821 w 970"/>
                <a:gd name="T41" fmla="*/ 560 h 601"/>
                <a:gd name="T42" fmla="*/ 787 w 970"/>
                <a:gd name="T43" fmla="*/ 578 h 601"/>
                <a:gd name="T44" fmla="*/ 750 w 970"/>
                <a:gd name="T45" fmla="*/ 590 h 601"/>
                <a:gd name="T46" fmla="*/ 711 w 970"/>
                <a:gd name="T47" fmla="*/ 598 h 601"/>
                <a:gd name="T48" fmla="*/ 670 w 970"/>
                <a:gd name="T49" fmla="*/ 601 h 601"/>
                <a:gd name="T50" fmla="*/ 630 w 970"/>
                <a:gd name="T51" fmla="*/ 598 h 601"/>
                <a:gd name="T52" fmla="*/ 592 w 970"/>
                <a:gd name="T53" fmla="*/ 591 h 601"/>
                <a:gd name="T54" fmla="*/ 555 w 970"/>
                <a:gd name="T55" fmla="*/ 578 h 601"/>
                <a:gd name="T56" fmla="*/ 520 w 970"/>
                <a:gd name="T57" fmla="*/ 561 h 601"/>
                <a:gd name="T58" fmla="*/ 489 w 970"/>
                <a:gd name="T59" fmla="*/ 540 h 601"/>
                <a:gd name="T60" fmla="*/ 460 w 970"/>
                <a:gd name="T61" fmla="*/ 515 h 601"/>
                <a:gd name="T62" fmla="*/ 436 w 970"/>
                <a:gd name="T63" fmla="*/ 487 h 601"/>
                <a:gd name="T64" fmla="*/ 413 w 970"/>
                <a:gd name="T65" fmla="*/ 455 h 601"/>
                <a:gd name="T66" fmla="*/ 396 w 970"/>
                <a:gd name="T67" fmla="*/ 422 h 601"/>
                <a:gd name="T68" fmla="*/ 383 w 970"/>
                <a:gd name="T69" fmla="*/ 386 h 601"/>
                <a:gd name="T70" fmla="*/ 375 w 970"/>
                <a:gd name="T71" fmla="*/ 347 h 601"/>
                <a:gd name="T72" fmla="*/ 0 w 970"/>
                <a:gd name="T73" fmla="*/ 310 h 601"/>
                <a:gd name="T74" fmla="*/ 8 w 970"/>
                <a:gd name="T75" fmla="*/ 265 h 601"/>
                <a:gd name="T76" fmla="*/ 14 w 970"/>
                <a:gd name="T77" fmla="*/ 217 h 601"/>
                <a:gd name="T78" fmla="*/ 16 w 970"/>
                <a:gd name="T79" fmla="*/ 168 h 601"/>
                <a:gd name="T80" fmla="*/ 15 w 970"/>
                <a:gd name="T81" fmla="*/ 159 h 601"/>
                <a:gd name="T82" fmla="*/ 389 w 970"/>
                <a:gd name="T83" fmla="*/ 197 h 601"/>
                <a:gd name="T84" fmla="*/ 405 w 970"/>
                <a:gd name="T85" fmla="*/ 159 h 601"/>
                <a:gd name="T86" fmla="*/ 427 w 970"/>
                <a:gd name="T87" fmla="*/ 126 h 601"/>
                <a:gd name="T88" fmla="*/ 452 w 970"/>
                <a:gd name="T89" fmla="*/ 95 h 601"/>
                <a:gd name="T90" fmla="*/ 482 w 970"/>
                <a:gd name="T91" fmla="*/ 68 h 601"/>
                <a:gd name="T92" fmla="*/ 513 w 970"/>
                <a:gd name="T93" fmla="*/ 44 h 601"/>
                <a:gd name="T94" fmla="*/ 549 w 970"/>
                <a:gd name="T95" fmla="*/ 26 h 601"/>
                <a:gd name="T96" fmla="*/ 588 w 970"/>
                <a:gd name="T97" fmla="*/ 12 h 601"/>
                <a:gd name="T98" fmla="*/ 628 w 970"/>
                <a:gd name="T99" fmla="*/ 3 h 601"/>
                <a:gd name="T100" fmla="*/ 670 w 970"/>
                <a:gd name="T101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70" h="601">
                  <a:moveTo>
                    <a:pt x="670" y="0"/>
                  </a:moveTo>
                  <a:lnTo>
                    <a:pt x="711" y="2"/>
                  </a:lnTo>
                  <a:lnTo>
                    <a:pt x="750" y="11"/>
                  </a:lnTo>
                  <a:lnTo>
                    <a:pt x="787" y="24"/>
                  </a:lnTo>
                  <a:lnTo>
                    <a:pt x="821" y="41"/>
                  </a:lnTo>
                  <a:lnTo>
                    <a:pt x="854" y="63"/>
                  </a:lnTo>
                  <a:lnTo>
                    <a:pt x="883" y="88"/>
                  </a:lnTo>
                  <a:lnTo>
                    <a:pt x="908" y="117"/>
                  </a:lnTo>
                  <a:lnTo>
                    <a:pt x="930" y="149"/>
                  </a:lnTo>
                  <a:lnTo>
                    <a:pt x="947" y="184"/>
                  </a:lnTo>
                  <a:lnTo>
                    <a:pt x="960" y="221"/>
                  </a:lnTo>
                  <a:lnTo>
                    <a:pt x="968" y="259"/>
                  </a:lnTo>
                  <a:lnTo>
                    <a:pt x="970" y="300"/>
                  </a:lnTo>
                  <a:lnTo>
                    <a:pt x="968" y="341"/>
                  </a:lnTo>
                  <a:lnTo>
                    <a:pt x="960" y="381"/>
                  </a:lnTo>
                  <a:lnTo>
                    <a:pt x="947" y="418"/>
                  </a:lnTo>
                  <a:lnTo>
                    <a:pt x="930" y="452"/>
                  </a:lnTo>
                  <a:lnTo>
                    <a:pt x="908" y="484"/>
                  </a:lnTo>
                  <a:lnTo>
                    <a:pt x="883" y="513"/>
                  </a:lnTo>
                  <a:lnTo>
                    <a:pt x="854" y="538"/>
                  </a:lnTo>
                  <a:lnTo>
                    <a:pt x="821" y="560"/>
                  </a:lnTo>
                  <a:lnTo>
                    <a:pt x="787" y="578"/>
                  </a:lnTo>
                  <a:lnTo>
                    <a:pt x="750" y="590"/>
                  </a:lnTo>
                  <a:lnTo>
                    <a:pt x="711" y="598"/>
                  </a:lnTo>
                  <a:lnTo>
                    <a:pt x="670" y="601"/>
                  </a:lnTo>
                  <a:lnTo>
                    <a:pt x="630" y="598"/>
                  </a:lnTo>
                  <a:lnTo>
                    <a:pt x="592" y="591"/>
                  </a:lnTo>
                  <a:lnTo>
                    <a:pt x="555" y="578"/>
                  </a:lnTo>
                  <a:lnTo>
                    <a:pt x="520" y="561"/>
                  </a:lnTo>
                  <a:lnTo>
                    <a:pt x="489" y="540"/>
                  </a:lnTo>
                  <a:lnTo>
                    <a:pt x="460" y="515"/>
                  </a:lnTo>
                  <a:lnTo>
                    <a:pt x="436" y="487"/>
                  </a:lnTo>
                  <a:lnTo>
                    <a:pt x="413" y="455"/>
                  </a:lnTo>
                  <a:lnTo>
                    <a:pt x="396" y="422"/>
                  </a:lnTo>
                  <a:lnTo>
                    <a:pt x="383" y="386"/>
                  </a:lnTo>
                  <a:lnTo>
                    <a:pt x="375" y="347"/>
                  </a:lnTo>
                  <a:lnTo>
                    <a:pt x="0" y="310"/>
                  </a:lnTo>
                  <a:lnTo>
                    <a:pt x="8" y="265"/>
                  </a:lnTo>
                  <a:lnTo>
                    <a:pt x="14" y="217"/>
                  </a:lnTo>
                  <a:lnTo>
                    <a:pt x="16" y="168"/>
                  </a:lnTo>
                  <a:lnTo>
                    <a:pt x="15" y="159"/>
                  </a:lnTo>
                  <a:lnTo>
                    <a:pt x="389" y="197"/>
                  </a:lnTo>
                  <a:lnTo>
                    <a:pt x="405" y="159"/>
                  </a:lnTo>
                  <a:lnTo>
                    <a:pt x="427" y="126"/>
                  </a:lnTo>
                  <a:lnTo>
                    <a:pt x="452" y="95"/>
                  </a:lnTo>
                  <a:lnTo>
                    <a:pt x="482" y="68"/>
                  </a:lnTo>
                  <a:lnTo>
                    <a:pt x="513" y="44"/>
                  </a:lnTo>
                  <a:lnTo>
                    <a:pt x="549" y="26"/>
                  </a:lnTo>
                  <a:lnTo>
                    <a:pt x="588" y="12"/>
                  </a:lnTo>
                  <a:lnTo>
                    <a:pt x="628" y="3"/>
                  </a:lnTo>
                  <a:lnTo>
                    <a:pt x="6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1" name="Freeform 189">
              <a:extLst>
                <a:ext uri="{FF2B5EF4-FFF2-40B4-BE49-F238E27FC236}">
                  <a16:creationId xmlns:a16="http://schemas.microsoft.com/office/drawing/2014/main" id="{740F9DAC-6F66-45B8-BCB6-DCD67A705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76" y="5380038"/>
              <a:ext cx="87313" cy="139700"/>
            </a:xfrm>
            <a:custGeom>
              <a:avLst/>
              <a:gdLst>
                <a:gd name="T0" fmla="*/ 227 w 602"/>
                <a:gd name="T1" fmla="*/ 0 h 965"/>
                <a:gd name="T2" fmla="*/ 310 w 602"/>
                <a:gd name="T3" fmla="*/ 365 h 965"/>
                <a:gd name="T4" fmla="*/ 353 w 602"/>
                <a:gd name="T5" fmla="*/ 370 h 965"/>
                <a:gd name="T6" fmla="*/ 395 w 602"/>
                <a:gd name="T7" fmla="*/ 380 h 965"/>
                <a:gd name="T8" fmla="*/ 434 w 602"/>
                <a:gd name="T9" fmla="*/ 396 h 965"/>
                <a:gd name="T10" fmla="*/ 469 w 602"/>
                <a:gd name="T11" fmla="*/ 416 h 965"/>
                <a:gd name="T12" fmla="*/ 502 w 602"/>
                <a:gd name="T13" fmla="*/ 442 h 965"/>
                <a:gd name="T14" fmla="*/ 531 w 602"/>
                <a:gd name="T15" fmla="*/ 472 h 965"/>
                <a:gd name="T16" fmla="*/ 555 w 602"/>
                <a:gd name="T17" fmla="*/ 504 h 965"/>
                <a:gd name="T18" fmla="*/ 574 w 602"/>
                <a:gd name="T19" fmla="*/ 541 h 965"/>
                <a:gd name="T20" fmla="*/ 590 w 602"/>
                <a:gd name="T21" fmla="*/ 580 h 965"/>
                <a:gd name="T22" fmla="*/ 599 w 602"/>
                <a:gd name="T23" fmla="*/ 622 h 965"/>
                <a:gd name="T24" fmla="*/ 602 w 602"/>
                <a:gd name="T25" fmla="*/ 665 h 965"/>
                <a:gd name="T26" fmla="*/ 599 w 602"/>
                <a:gd name="T27" fmla="*/ 706 h 965"/>
                <a:gd name="T28" fmla="*/ 591 w 602"/>
                <a:gd name="T29" fmla="*/ 745 h 965"/>
                <a:gd name="T30" fmla="*/ 578 w 602"/>
                <a:gd name="T31" fmla="*/ 782 h 965"/>
                <a:gd name="T32" fmla="*/ 560 w 602"/>
                <a:gd name="T33" fmla="*/ 816 h 965"/>
                <a:gd name="T34" fmla="*/ 539 w 602"/>
                <a:gd name="T35" fmla="*/ 849 h 965"/>
                <a:gd name="T36" fmla="*/ 513 w 602"/>
                <a:gd name="T37" fmla="*/ 878 h 965"/>
                <a:gd name="T38" fmla="*/ 485 w 602"/>
                <a:gd name="T39" fmla="*/ 903 h 965"/>
                <a:gd name="T40" fmla="*/ 453 w 602"/>
                <a:gd name="T41" fmla="*/ 924 h 965"/>
                <a:gd name="T42" fmla="*/ 418 w 602"/>
                <a:gd name="T43" fmla="*/ 942 h 965"/>
                <a:gd name="T44" fmla="*/ 381 w 602"/>
                <a:gd name="T45" fmla="*/ 955 h 965"/>
                <a:gd name="T46" fmla="*/ 342 w 602"/>
                <a:gd name="T47" fmla="*/ 963 h 965"/>
                <a:gd name="T48" fmla="*/ 301 w 602"/>
                <a:gd name="T49" fmla="*/ 965 h 965"/>
                <a:gd name="T50" fmla="*/ 260 w 602"/>
                <a:gd name="T51" fmla="*/ 963 h 965"/>
                <a:gd name="T52" fmla="*/ 221 w 602"/>
                <a:gd name="T53" fmla="*/ 955 h 965"/>
                <a:gd name="T54" fmla="*/ 184 w 602"/>
                <a:gd name="T55" fmla="*/ 942 h 965"/>
                <a:gd name="T56" fmla="*/ 149 w 602"/>
                <a:gd name="T57" fmla="*/ 924 h 965"/>
                <a:gd name="T58" fmla="*/ 117 w 602"/>
                <a:gd name="T59" fmla="*/ 903 h 965"/>
                <a:gd name="T60" fmla="*/ 89 w 602"/>
                <a:gd name="T61" fmla="*/ 878 h 965"/>
                <a:gd name="T62" fmla="*/ 63 w 602"/>
                <a:gd name="T63" fmla="*/ 849 h 965"/>
                <a:gd name="T64" fmla="*/ 42 w 602"/>
                <a:gd name="T65" fmla="*/ 816 h 965"/>
                <a:gd name="T66" fmla="*/ 25 w 602"/>
                <a:gd name="T67" fmla="*/ 782 h 965"/>
                <a:gd name="T68" fmla="*/ 11 w 602"/>
                <a:gd name="T69" fmla="*/ 745 h 965"/>
                <a:gd name="T70" fmla="*/ 3 w 602"/>
                <a:gd name="T71" fmla="*/ 706 h 965"/>
                <a:gd name="T72" fmla="*/ 0 w 602"/>
                <a:gd name="T73" fmla="*/ 665 h 965"/>
                <a:gd name="T74" fmla="*/ 3 w 602"/>
                <a:gd name="T75" fmla="*/ 623 h 965"/>
                <a:gd name="T76" fmla="*/ 12 w 602"/>
                <a:gd name="T77" fmla="*/ 582 h 965"/>
                <a:gd name="T78" fmla="*/ 27 w 602"/>
                <a:gd name="T79" fmla="*/ 544 h 965"/>
                <a:gd name="T80" fmla="*/ 46 w 602"/>
                <a:gd name="T81" fmla="*/ 508 h 965"/>
                <a:gd name="T82" fmla="*/ 69 w 602"/>
                <a:gd name="T83" fmla="*/ 476 h 965"/>
                <a:gd name="T84" fmla="*/ 97 w 602"/>
                <a:gd name="T85" fmla="*/ 446 h 965"/>
                <a:gd name="T86" fmla="*/ 129 w 602"/>
                <a:gd name="T87" fmla="*/ 421 h 965"/>
                <a:gd name="T88" fmla="*/ 163 w 602"/>
                <a:gd name="T89" fmla="*/ 400 h 965"/>
                <a:gd name="T90" fmla="*/ 79 w 602"/>
                <a:gd name="T91" fmla="*/ 34 h 965"/>
                <a:gd name="T92" fmla="*/ 130 w 602"/>
                <a:gd name="T93" fmla="*/ 26 h 965"/>
                <a:gd name="T94" fmla="*/ 179 w 602"/>
                <a:gd name="T95" fmla="*/ 15 h 965"/>
                <a:gd name="T96" fmla="*/ 227 w 602"/>
                <a:gd name="T97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02" h="965">
                  <a:moveTo>
                    <a:pt x="227" y="0"/>
                  </a:moveTo>
                  <a:lnTo>
                    <a:pt x="310" y="365"/>
                  </a:lnTo>
                  <a:lnTo>
                    <a:pt x="353" y="370"/>
                  </a:lnTo>
                  <a:lnTo>
                    <a:pt x="395" y="380"/>
                  </a:lnTo>
                  <a:lnTo>
                    <a:pt x="434" y="396"/>
                  </a:lnTo>
                  <a:lnTo>
                    <a:pt x="469" y="416"/>
                  </a:lnTo>
                  <a:lnTo>
                    <a:pt x="502" y="442"/>
                  </a:lnTo>
                  <a:lnTo>
                    <a:pt x="531" y="472"/>
                  </a:lnTo>
                  <a:lnTo>
                    <a:pt x="555" y="504"/>
                  </a:lnTo>
                  <a:lnTo>
                    <a:pt x="574" y="541"/>
                  </a:lnTo>
                  <a:lnTo>
                    <a:pt x="590" y="580"/>
                  </a:lnTo>
                  <a:lnTo>
                    <a:pt x="599" y="622"/>
                  </a:lnTo>
                  <a:lnTo>
                    <a:pt x="602" y="665"/>
                  </a:lnTo>
                  <a:lnTo>
                    <a:pt x="599" y="706"/>
                  </a:lnTo>
                  <a:lnTo>
                    <a:pt x="591" y="745"/>
                  </a:lnTo>
                  <a:lnTo>
                    <a:pt x="578" y="782"/>
                  </a:lnTo>
                  <a:lnTo>
                    <a:pt x="560" y="816"/>
                  </a:lnTo>
                  <a:lnTo>
                    <a:pt x="539" y="849"/>
                  </a:lnTo>
                  <a:lnTo>
                    <a:pt x="513" y="878"/>
                  </a:lnTo>
                  <a:lnTo>
                    <a:pt x="485" y="903"/>
                  </a:lnTo>
                  <a:lnTo>
                    <a:pt x="453" y="924"/>
                  </a:lnTo>
                  <a:lnTo>
                    <a:pt x="418" y="942"/>
                  </a:lnTo>
                  <a:lnTo>
                    <a:pt x="381" y="955"/>
                  </a:lnTo>
                  <a:lnTo>
                    <a:pt x="342" y="963"/>
                  </a:lnTo>
                  <a:lnTo>
                    <a:pt x="301" y="965"/>
                  </a:lnTo>
                  <a:lnTo>
                    <a:pt x="260" y="963"/>
                  </a:lnTo>
                  <a:lnTo>
                    <a:pt x="221" y="955"/>
                  </a:lnTo>
                  <a:lnTo>
                    <a:pt x="184" y="942"/>
                  </a:lnTo>
                  <a:lnTo>
                    <a:pt x="149" y="924"/>
                  </a:lnTo>
                  <a:lnTo>
                    <a:pt x="117" y="903"/>
                  </a:lnTo>
                  <a:lnTo>
                    <a:pt x="89" y="878"/>
                  </a:lnTo>
                  <a:lnTo>
                    <a:pt x="63" y="849"/>
                  </a:lnTo>
                  <a:lnTo>
                    <a:pt x="42" y="816"/>
                  </a:lnTo>
                  <a:lnTo>
                    <a:pt x="25" y="782"/>
                  </a:lnTo>
                  <a:lnTo>
                    <a:pt x="11" y="745"/>
                  </a:lnTo>
                  <a:lnTo>
                    <a:pt x="3" y="706"/>
                  </a:lnTo>
                  <a:lnTo>
                    <a:pt x="0" y="665"/>
                  </a:lnTo>
                  <a:lnTo>
                    <a:pt x="3" y="623"/>
                  </a:lnTo>
                  <a:lnTo>
                    <a:pt x="12" y="582"/>
                  </a:lnTo>
                  <a:lnTo>
                    <a:pt x="27" y="544"/>
                  </a:lnTo>
                  <a:lnTo>
                    <a:pt x="46" y="508"/>
                  </a:lnTo>
                  <a:lnTo>
                    <a:pt x="69" y="476"/>
                  </a:lnTo>
                  <a:lnTo>
                    <a:pt x="97" y="446"/>
                  </a:lnTo>
                  <a:lnTo>
                    <a:pt x="129" y="421"/>
                  </a:lnTo>
                  <a:lnTo>
                    <a:pt x="163" y="400"/>
                  </a:lnTo>
                  <a:lnTo>
                    <a:pt x="79" y="34"/>
                  </a:lnTo>
                  <a:lnTo>
                    <a:pt x="130" y="26"/>
                  </a:lnTo>
                  <a:lnTo>
                    <a:pt x="179" y="15"/>
                  </a:lnTo>
                  <a:lnTo>
                    <a:pt x="2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2" name="Freeform 190">
              <a:extLst>
                <a:ext uri="{FF2B5EF4-FFF2-40B4-BE49-F238E27FC236}">
                  <a16:creationId xmlns:a16="http://schemas.microsoft.com/office/drawing/2014/main" id="{B2ED9880-935D-4E0D-BBFC-AA3CAD5C5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988" y="5307013"/>
              <a:ext cx="153988" cy="90488"/>
            </a:xfrm>
            <a:custGeom>
              <a:avLst/>
              <a:gdLst>
                <a:gd name="T0" fmla="*/ 1017 w 1066"/>
                <a:gd name="T1" fmla="*/ 0 h 621"/>
                <a:gd name="T2" fmla="*/ 1030 w 1066"/>
                <a:gd name="T3" fmla="*/ 49 h 621"/>
                <a:gd name="T4" fmla="*/ 1047 w 1066"/>
                <a:gd name="T5" fmla="*/ 97 h 621"/>
                <a:gd name="T6" fmla="*/ 1066 w 1066"/>
                <a:gd name="T7" fmla="*/ 143 h 621"/>
                <a:gd name="T8" fmla="*/ 599 w 1066"/>
                <a:gd name="T9" fmla="*/ 300 h 621"/>
                <a:gd name="T10" fmla="*/ 600 w 1066"/>
                <a:gd name="T11" fmla="*/ 310 h 621"/>
                <a:gd name="T12" fmla="*/ 601 w 1066"/>
                <a:gd name="T13" fmla="*/ 320 h 621"/>
                <a:gd name="T14" fmla="*/ 599 w 1066"/>
                <a:gd name="T15" fmla="*/ 361 h 621"/>
                <a:gd name="T16" fmla="*/ 591 w 1066"/>
                <a:gd name="T17" fmla="*/ 400 h 621"/>
                <a:gd name="T18" fmla="*/ 577 w 1066"/>
                <a:gd name="T19" fmla="*/ 437 h 621"/>
                <a:gd name="T20" fmla="*/ 560 w 1066"/>
                <a:gd name="T21" fmla="*/ 472 h 621"/>
                <a:gd name="T22" fmla="*/ 539 w 1066"/>
                <a:gd name="T23" fmla="*/ 503 h 621"/>
                <a:gd name="T24" fmla="*/ 513 w 1066"/>
                <a:gd name="T25" fmla="*/ 533 h 621"/>
                <a:gd name="T26" fmla="*/ 485 w 1066"/>
                <a:gd name="T27" fmla="*/ 558 h 621"/>
                <a:gd name="T28" fmla="*/ 452 w 1066"/>
                <a:gd name="T29" fmla="*/ 580 h 621"/>
                <a:gd name="T30" fmla="*/ 417 w 1066"/>
                <a:gd name="T31" fmla="*/ 597 h 621"/>
                <a:gd name="T32" fmla="*/ 380 w 1066"/>
                <a:gd name="T33" fmla="*/ 610 h 621"/>
                <a:gd name="T34" fmla="*/ 341 w 1066"/>
                <a:gd name="T35" fmla="*/ 618 h 621"/>
                <a:gd name="T36" fmla="*/ 300 w 1066"/>
                <a:gd name="T37" fmla="*/ 621 h 621"/>
                <a:gd name="T38" fmla="*/ 259 w 1066"/>
                <a:gd name="T39" fmla="*/ 618 h 621"/>
                <a:gd name="T40" fmla="*/ 220 w 1066"/>
                <a:gd name="T41" fmla="*/ 610 h 621"/>
                <a:gd name="T42" fmla="*/ 184 w 1066"/>
                <a:gd name="T43" fmla="*/ 597 h 621"/>
                <a:gd name="T44" fmla="*/ 149 w 1066"/>
                <a:gd name="T45" fmla="*/ 580 h 621"/>
                <a:gd name="T46" fmla="*/ 116 w 1066"/>
                <a:gd name="T47" fmla="*/ 558 h 621"/>
                <a:gd name="T48" fmla="*/ 88 w 1066"/>
                <a:gd name="T49" fmla="*/ 533 h 621"/>
                <a:gd name="T50" fmla="*/ 62 w 1066"/>
                <a:gd name="T51" fmla="*/ 503 h 621"/>
                <a:gd name="T52" fmla="*/ 41 w 1066"/>
                <a:gd name="T53" fmla="*/ 472 h 621"/>
                <a:gd name="T54" fmla="*/ 23 w 1066"/>
                <a:gd name="T55" fmla="*/ 437 h 621"/>
                <a:gd name="T56" fmla="*/ 11 w 1066"/>
                <a:gd name="T57" fmla="*/ 400 h 621"/>
                <a:gd name="T58" fmla="*/ 3 w 1066"/>
                <a:gd name="T59" fmla="*/ 361 h 621"/>
                <a:gd name="T60" fmla="*/ 0 w 1066"/>
                <a:gd name="T61" fmla="*/ 320 h 621"/>
                <a:gd name="T62" fmla="*/ 3 w 1066"/>
                <a:gd name="T63" fmla="*/ 279 h 621"/>
                <a:gd name="T64" fmla="*/ 11 w 1066"/>
                <a:gd name="T65" fmla="*/ 240 h 621"/>
                <a:gd name="T66" fmla="*/ 23 w 1066"/>
                <a:gd name="T67" fmla="*/ 203 h 621"/>
                <a:gd name="T68" fmla="*/ 41 w 1066"/>
                <a:gd name="T69" fmla="*/ 169 h 621"/>
                <a:gd name="T70" fmla="*/ 62 w 1066"/>
                <a:gd name="T71" fmla="*/ 136 h 621"/>
                <a:gd name="T72" fmla="*/ 88 w 1066"/>
                <a:gd name="T73" fmla="*/ 108 h 621"/>
                <a:gd name="T74" fmla="*/ 116 w 1066"/>
                <a:gd name="T75" fmla="*/ 82 h 621"/>
                <a:gd name="T76" fmla="*/ 149 w 1066"/>
                <a:gd name="T77" fmla="*/ 61 h 621"/>
                <a:gd name="T78" fmla="*/ 184 w 1066"/>
                <a:gd name="T79" fmla="*/ 43 h 621"/>
                <a:gd name="T80" fmla="*/ 220 w 1066"/>
                <a:gd name="T81" fmla="*/ 30 h 621"/>
                <a:gd name="T82" fmla="*/ 259 w 1066"/>
                <a:gd name="T83" fmla="*/ 23 h 621"/>
                <a:gd name="T84" fmla="*/ 300 w 1066"/>
                <a:gd name="T85" fmla="*/ 20 h 621"/>
                <a:gd name="T86" fmla="*/ 340 w 1066"/>
                <a:gd name="T87" fmla="*/ 22 h 621"/>
                <a:gd name="T88" fmla="*/ 376 w 1066"/>
                <a:gd name="T89" fmla="*/ 30 h 621"/>
                <a:gd name="T90" fmla="*/ 412 w 1066"/>
                <a:gd name="T91" fmla="*/ 41 h 621"/>
                <a:gd name="T92" fmla="*/ 446 w 1066"/>
                <a:gd name="T93" fmla="*/ 58 h 621"/>
                <a:gd name="T94" fmla="*/ 476 w 1066"/>
                <a:gd name="T95" fmla="*/ 77 h 621"/>
                <a:gd name="T96" fmla="*/ 505 w 1066"/>
                <a:gd name="T97" fmla="*/ 100 h 621"/>
                <a:gd name="T98" fmla="*/ 530 w 1066"/>
                <a:gd name="T99" fmla="*/ 127 h 621"/>
                <a:gd name="T100" fmla="*/ 552 w 1066"/>
                <a:gd name="T101" fmla="*/ 157 h 621"/>
                <a:gd name="T102" fmla="*/ 1017 w 1066"/>
                <a:gd name="T103" fmla="*/ 0 h 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66" h="621">
                  <a:moveTo>
                    <a:pt x="1017" y="0"/>
                  </a:moveTo>
                  <a:lnTo>
                    <a:pt x="1030" y="49"/>
                  </a:lnTo>
                  <a:lnTo>
                    <a:pt x="1047" y="97"/>
                  </a:lnTo>
                  <a:lnTo>
                    <a:pt x="1066" y="143"/>
                  </a:lnTo>
                  <a:lnTo>
                    <a:pt x="599" y="300"/>
                  </a:lnTo>
                  <a:lnTo>
                    <a:pt x="600" y="310"/>
                  </a:lnTo>
                  <a:lnTo>
                    <a:pt x="601" y="320"/>
                  </a:lnTo>
                  <a:lnTo>
                    <a:pt x="599" y="361"/>
                  </a:lnTo>
                  <a:lnTo>
                    <a:pt x="591" y="400"/>
                  </a:lnTo>
                  <a:lnTo>
                    <a:pt x="577" y="437"/>
                  </a:lnTo>
                  <a:lnTo>
                    <a:pt x="560" y="472"/>
                  </a:lnTo>
                  <a:lnTo>
                    <a:pt x="539" y="503"/>
                  </a:lnTo>
                  <a:lnTo>
                    <a:pt x="513" y="533"/>
                  </a:lnTo>
                  <a:lnTo>
                    <a:pt x="485" y="558"/>
                  </a:lnTo>
                  <a:lnTo>
                    <a:pt x="452" y="580"/>
                  </a:lnTo>
                  <a:lnTo>
                    <a:pt x="417" y="597"/>
                  </a:lnTo>
                  <a:lnTo>
                    <a:pt x="380" y="610"/>
                  </a:lnTo>
                  <a:lnTo>
                    <a:pt x="341" y="618"/>
                  </a:lnTo>
                  <a:lnTo>
                    <a:pt x="300" y="621"/>
                  </a:lnTo>
                  <a:lnTo>
                    <a:pt x="259" y="618"/>
                  </a:lnTo>
                  <a:lnTo>
                    <a:pt x="220" y="610"/>
                  </a:lnTo>
                  <a:lnTo>
                    <a:pt x="184" y="597"/>
                  </a:lnTo>
                  <a:lnTo>
                    <a:pt x="149" y="580"/>
                  </a:lnTo>
                  <a:lnTo>
                    <a:pt x="116" y="558"/>
                  </a:lnTo>
                  <a:lnTo>
                    <a:pt x="88" y="533"/>
                  </a:lnTo>
                  <a:lnTo>
                    <a:pt x="62" y="503"/>
                  </a:lnTo>
                  <a:lnTo>
                    <a:pt x="41" y="472"/>
                  </a:lnTo>
                  <a:lnTo>
                    <a:pt x="23" y="437"/>
                  </a:lnTo>
                  <a:lnTo>
                    <a:pt x="11" y="400"/>
                  </a:lnTo>
                  <a:lnTo>
                    <a:pt x="3" y="361"/>
                  </a:lnTo>
                  <a:lnTo>
                    <a:pt x="0" y="320"/>
                  </a:lnTo>
                  <a:lnTo>
                    <a:pt x="3" y="279"/>
                  </a:lnTo>
                  <a:lnTo>
                    <a:pt x="11" y="240"/>
                  </a:lnTo>
                  <a:lnTo>
                    <a:pt x="23" y="203"/>
                  </a:lnTo>
                  <a:lnTo>
                    <a:pt x="41" y="169"/>
                  </a:lnTo>
                  <a:lnTo>
                    <a:pt x="62" y="136"/>
                  </a:lnTo>
                  <a:lnTo>
                    <a:pt x="88" y="108"/>
                  </a:lnTo>
                  <a:lnTo>
                    <a:pt x="116" y="82"/>
                  </a:lnTo>
                  <a:lnTo>
                    <a:pt x="149" y="61"/>
                  </a:lnTo>
                  <a:lnTo>
                    <a:pt x="184" y="43"/>
                  </a:lnTo>
                  <a:lnTo>
                    <a:pt x="220" y="30"/>
                  </a:lnTo>
                  <a:lnTo>
                    <a:pt x="259" y="23"/>
                  </a:lnTo>
                  <a:lnTo>
                    <a:pt x="300" y="20"/>
                  </a:lnTo>
                  <a:lnTo>
                    <a:pt x="340" y="22"/>
                  </a:lnTo>
                  <a:lnTo>
                    <a:pt x="376" y="30"/>
                  </a:lnTo>
                  <a:lnTo>
                    <a:pt x="412" y="41"/>
                  </a:lnTo>
                  <a:lnTo>
                    <a:pt x="446" y="58"/>
                  </a:lnTo>
                  <a:lnTo>
                    <a:pt x="476" y="77"/>
                  </a:lnTo>
                  <a:lnTo>
                    <a:pt x="505" y="100"/>
                  </a:lnTo>
                  <a:lnTo>
                    <a:pt x="530" y="127"/>
                  </a:lnTo>
                  <a:lnTo>
                    <a:pt x="552" y="157"/>
                  </a:lnTo>
                  <a:lnTo>
                    <a:pt x="10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3" name="Freeform 191">
              <a:extLst>
                <a:ext uri="{FF2B5EF4-FFF2-40B4-BE49-F238E27FC236}">
                  <a16:creationId xmlns:a16="http://schemas.microsoft.com/office/drawing/2014/main" id="{EF79E504-EC65-41E4-A7AC-9F254F186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851" y="5211763"/>
              <a:ext cx="147638" cy="149225"/>
            </a:xfrm>
            <a:custGeom>
              <a:avLst/>
              <a:gdLst>
                <a:gd name="T0" fmla="*/ 515 w 1031"/>
                <a:gd name="T1" fmla="*/ 0 h 1031"/>
                <a:gd name="T2" fmla="*/ 571 w 1031"/>
                <a:gd name="T3" fmla="*/ 3 h 1031"/>
                <a:gd name="T4" fmla="*/ 626 w 1031"/>
                <a:gd name="T5" fmla="*/ 12 h 1031"/>
                <a:gd name="T6" fmla="*/ 678 w 1031"/>
                <a:gd name="T7" fmla="*/ 26 h 1031"/>
                <a:gd name="T8" fmla="*/ 728 w 1031"/>
                <a:gd name="T9" fmla="*/ 45 h 1031"/>
                <a:gd name="T10" fmla="*/ 775 w 1031"/>
                <a:gd name="T11" fmla="*/ 70 h 1031"/>
                <a:gd name="T12" fmla="*/ 820 w 1031"/>
                <a:gd name="T13" fmla="*/ 99 h 1031"/>
                <a:gd name="T14" fmla="*/ 861 w 1031"/>
                <a:gd name="T15" fmla="*/ 133 h 1031"/>
                <a:gd name="T16" fmla="*/ 898 w 1031"/>
                <a:gd name="T17" fmla="*/ 170 h 1031"/>
                <a:gd name="T18" fmla="*/ 931 w 1031"/>
                <a:gd name="T19" fmla="*/ 211 h 1031"/>
                <a:gd name="T20" fmla="*/ 961 w 1031"/>
                <a:gd name="T21" fmla="*/ 256 h 1031"/>
                <a:gd name="T22" fmla="*/ 985 w 1031"/>
                <a:gd name="T23" fmla="*/ 302 h 1031"/>
                <a:gd name="T24" fmla="*/ 1005 w 1031"/>
                <a:gd name="T25" fmla="*/ 352 h 1031"/>
                <a:gd name="T26" fmla="*/ 1019 w 1031"/>
                <a:gd name="T27" fmla="*/ 404 h 1031"/>
                <a:gd name="T28" fmla="*/ 1028 w 1031"/>
                <a:gd name="T29" fmla="*/ 459 h 1031"/>
                <a:gd name="T30" fmla="*/ 1031 w 1031"/>
                <a:gd name="T31" fmla="*/ 515 h 1031"/>
                <a:gd name="T32" fmla="*/ 1028 w 1031"/>
                <a:gd name="T33" fmla="*/ 571 h 1031"/>
                <a:gd name="T34" fmla="*/ 1019 w 1031"/>
                <a:gd name="T35" fmla="*/ 626 h 1031"/>
                <a:gd name="T36" fmla="*/ 1005 w 1031"/>
                <a:gd name="T37" fmla="*/ 678 h 1031"/>
                <a:gd name="T38" fmla="*/ 985 w 1031"/>
                <a:gd name="T39" fmla="*/ 728 h 1031"/>
                <a:gd name="T40" fmla="*/ 961 w 1031"/>
                <a:gd name="T41" fmla="*/ 775 h 1031"/>
                <a:gd name="T42" fmla="*/ 931 w 1031"/>
                <a:gd name="T43" fmla="*/ 820 h 1031"/>
                <a:gd name="T44" fmla="*/ 898 w 1031"/>
                <a:gd name="T45" fmla="*/ 860 h 1031"/>
                <a:gd name="T46" fmla="*/ 861 w 1031"/>
                <a:gd name="T47" fmla="*/ 898 h 1031"/>
                <a:gd name="T48" fmla="*/ 820 w 1031"/>
                <a:gd name="T49" fmla="*/ 931 h 1031"/>
                <a:gd name="T50" fmla="*/ 775 w 1031"/>
                <a:gd name="T51" fmla="*/ 960 h 1031"/>
                <a:gd name="T52" fmla="*/ 728 w 1031"/>
                <a:gd name="T53" fmla="*/ 985 h 1031"/>
                <a:gd name="T54" fmla="*/ 678 w 1031"/>
                <a:gd name="T55" fmla="*/ 1004 h 1031"/>
                <a:gd name="T56" fmla="*/ 626 w 1031"/>
                <a:gd name="T57" fmla="*/ 1018 h 1031"/>
                <a:gd name="T58" fmla="*/ 571 w 1031"/>
                <a:gd name="T59" fmla="*/ 1028 h 1031"/>
                <a:gd name="T60" fmla="*/ 515 w 1031"/>
                <a:gd name="T61" fmla="*/ 1031 h 1031"/>
                <a:gd name="T62" fmla="*/ 459 w 1031"/>
                <a:gd name="T63" fmla="*/ 1028 h 1031"/>
                <a:gd name="T64" fmla="*/ 405 w 1031"/>
                <a:gd name="T65" fmla="*/ 1018 h 1031"/>
                <a:gd name="T66" fmla="*/ 353 w 1031"/>
                <a:gd name="T67" fmla="*/ 1004 h 1031"/>
                <a:gd name="T68" fmla="*/ 303 w 1031"/>
                <a:gd name="T69" fmla="*/ 985 h 1031"/>
                <a:gd name="T70" fmla="*/ 256 w 1031"/>
                <a:gd name="T71" fmla="*/ 960 h 1031"/>
                <a:gd name="T72" fmla="*/ 211 w 1031"/>
                <a:gd name="T73" fmla="*/ 931 h 1031"/>
                <a:gd name="T74" fmla="*/ 170 w 1031"/>
                <a:gd name="T75" fmla="*/ 898 h 1031"/>
                <a:gd name="T76" fmla="*/ 133 w 1031"/>
                <a:gd name="T77" fmla="*/ 860 h 1031"/>
                <a:gd name="T78" fmla="*/ 100 w 1031"/>
                <a:gd name="T79" fmla="*/ 820 h 1031"/>
                <a:gd name="T80" fmla="*/ 70 w 1031"/>
                <a:gd name="T81" fmla="*/ 775 h 1031"/>
                <a:gd name="T82" fmla="*/ 46 w 1031"/>
                <a:gd name="T83" fmla="*/ 728 h 1031"/>
                <a:gd name="T84" fmla="*/ 27 w 1031"/>
                <a:gd name="T85" fmla="*/ 678 h 1031"/>
                <a:gd name="T86" fmla="*/ 12 w 1031"/>
                <a:gd name="T87" fmla="*/ 626 h 1031"/>
                <a:gd name="T88" fmla="*/ 3 w 1031"/>
                <a:gd name="T89" fmla="*/ 571 h 1031"/>
                <a:gd name="T90" fmla="*/ 0 w 1031"/>
                <a:gd name="T91" fmla="*/ 515 h 1031"/>
                <a:gd name="T92" fmla="*/ 3 w 1031"/>
                <a:gd name="T93" fmla="*/ 459 h 1031"/>
                <a:gd name="T94" fmla="*/ 12 w 1031"/>
                <a:gd name="T95" fmla="*/ 404 h 1031"/>
                <a:gd name="T96" fmla="*/ 27 w 1031"/>
                <a:gd name="T97" fmla="*/ 352 h 1031"/>
                <a:gd name="T98" fmla="*/ 46 w 1031"/>
                <a:gd name="T99" fmla="*/ 302 h 1031"/>
                <a:gd name="T100" fmla="*/ 70 w 1031"/>
                <a:gd name="T101" fmla="*/ 256 h 1031"/>
                <a:gd name="T102" fmla="*/ 100 w 1031"/>
                <a:gd name="T103" fmla="*/ 211 h 1031"/>
                <a:gd name="T104" fmla="*/ 133 w 1031"/>
                <a:gd name="T105" fmla="*/ 170 h 1031"/>
                <a:gd name="T106" fmla="*/ 170 w 1031"/>
                <a:gd name="T107" fmla="*/ 133 h 1031"/>
                <a:gd name="T108" fmla="*/ 211 w 1031"/>
                <a:gd name="T109" fmla="*/ 99 h 1031"/>
                <a:gd name="T110" fmla="*/ 256 w 1031"/>
                <a:gd name="T111" fmla="*/ 70 h 1031"/>
                <a:gd name="T112" fmla="*/ 303 w 1031"/>
                <a:gd name="T113" fmla="*/ 45 h 1031"/>
                <a:gd name="T114" fmla="*/ 353 w 1031"/>
                <a:gd name="T115" fmla="*/ 26 h 1031"/>
                <a:gd name="T116" fmla="*/ 405 w 1031"/>
                <a:gd name="T117" fmla="*/ 12 h 1031"/>
                <a:gd name="T118" fmla="*/ 459 w 1031"/>
                <a:gd name="T119" fmla="*/ 3 h 1031"/>
                <a:gd name="T120" fmla="*/ 515 w 1031"/>
                <a:gd name="T121" fmla="*/ 0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31" h="1031">
                  <a:moveTo>
                    <a:pt x="515" y="0"/>
                  </a:moveTo>
                  <a:lnTo>
                    <a:pt x="571" y="3"/>
                  </a:lnTo>
                  <a:lnTo>
                    <a:pt x="626" y="12"/>
                  </a:lnTo>
                  <a:lnTo>
                    <a:pt x="678" y="26"/>
                  </a:lnTo>
                  <a:lnTo>
                    <a:pt x="728" y="45"/>
                  </a:lnTo>
                  <a:lnTo>
                    <a:pt x="775" y="70"/>
                  </a:lnTo>
                  <a:lnTo>
                    <a:pt x="820" y="99"/>
                  </a:lnTo>
                  <a:lnTo>
                    <a:pt x="861" y="133"/>
                  </a:lnTo>
                  <a:lnTo>
                    <a:pt x="898" y="170"/>
                  </a:lnTo>
                  <a:lnTo>
                    <a:pt x="931" y="211"/>
                  </a:lnTo>
                  <a:lnTo>
                    <a:pt x="961" y="256"/>
                  </a:lnTo>
                  <a:lnTo>
                    <a:pt x="985" y="302"/>
                  </a:lnTo>
                  <a:lnTo>
                    <a:pt x="1005" y="352"/>
                  </a:lnTo>
                  <a:lnTo>
                    <a:pt x="1019" y="404"/>
                  </a:lnTo>
                  <a:lnTo>
                    <a:pt x="1028" y="459"/>
                  </a:lnTo>
                  <a:lnTo>
                    <a:pt x="1031" y="515"/>
                  </a:lnTo>
                  <a:lnTo>
                    <a:pt x="1028" y="571"/>
                  </a:lnTo>
                  <a:lnTo>
                    <a:pt x="1019" y="626"/>
                  </a:lnTo>
                  <a:lnTo>
                    <a:pt x="1005" y="678"/>
                  </a:lnTo>
                  <a:lnTo>
                    <a:pt x="985" y="728"/>
                  </a:lnTo>
                  <a:lnTo>
                    <a:pt x="961" y="775"/>
                  </a:lnTo>
                  <a:lnTo>
                    <a:pt x="931" y="820"/>
                  </a:lnTo>
                  <a:lnTo>
                    <a:pt x="898" y="860"/>
                  </a:lnTo>
                  <a:lnTo>
                    <a:pt x="861" y="898"/>
                  </a:lnTo>
                  <a:lnTo>
                    <a:pt x="820" y="931"/>
                  </a:lnTo>
                  <a:lnTo>
                    <a:pt x="775" y="960"/>
                  </a:lnTo>
                  <a:lnTo>
                    <a:pt x="728" y="985"/>
                  </a:lnTo>
                  <a:lnTo>
                    <a:pt x="678" y="1004"/>
                  </a:lnTo>
                  <a:lnTo>
                    <a:pt x="626" y="1018"/>
                  </a:lnTo>
                  <a:lnTo>
                    <a:pt x="571" y="1028"/>
                  </a:lnTo>
                  <a:lnTo>
                    <a:pt x="515" y="1031"/>
                  </a:lnTo>
                  <a:lnTo>
                    <a:pt x="459" y="1028"/>
                  </a:lnTo>
                  <a:lnTo>
                    <a:pt x="405" y="1018"/>
                  </a:lnTo>
                  <a:lnTo>
                    <a:pt x="353" y="1004"/>
                  </a:lnTo>
                  <a:lnTo>
                    <a:pt x="303" y="985"/>
                  </a:lnTo>
                  <a:lnTo>
                    <a:pt x="256" y="960"/>
                  </a:lnTo>
                  <a:lnTo>
                    <a:pt x="211" y="931"/>
                  </a:lnTo>
                  <a:lnTo>
                    <a:pt x="170" y="898"/>
                  </a:lnTo>
                  <a:lnTo>
                    <a:pt x="133" y="860"/>
                  </a:lnTo>
                  <a:lnTo>
                    <a:pt x="100" y="820"/>
                  </a:lnTo>
                  <a:lnTo>
                    <a:pt x="70" y="775"/>
                  </a:lnTo>
                  <a:lnTo>
                    <a:pt x="46" y="728"/>
                  </a:lnTo>
                  <a:lnTo>
                    <a:pt x="27" y="678"/>
                  </a:lnTo>
                  <a:lnTo>
                    <a:pt x="12" y="626"/>
                  </a:lnTo>
                  <a:lnTo>
                    <a:pt x="3" y="571"/>
                  </a:lnTo>
                  <a:lnTo>
                    <a:pt x="0" y="515"/>
                  </a:lnTo>
                  <a:lnTo>
                    <a:pt x="3" y="459"/>
                  </a:lnTo>
                  <a:lnTo>
                    <a:pt x="12" y="404"/>
                  </a:lnTo>
                  <a:lnTo>
                    <a:pt x="27" y="352"/>
                  </a:lnTo>
                  <a:lnTo>
                    <a:pt x="46" y="302"/>
                  </a:lnTo>
                  <a:lnTo>
                    <a:pt x="70" y="256"/>
                  </a:lnTo>
                  <a:lnTo>
                    <a:pt x="100" y="211"/>
                  </a:lnTo>
                  <a:lnTo>
                    <a:pt x="133" y="170"/>
                  </a:lnTo>
                  <a:lnTo>
                    <a:pt x="170" y="133"/>
                  </a:lnTo>
                  <a:lnTo>
                    <a:pt x="211" y="99"/>
                  </a:lnTo>
                  <a:lnTo>
                    <a:pt x="256" y="70"/>
                  </a:lnTo>
                  <a:lnTo>
                    <a:pt x="303" y="45"/>
                  </a:lnTo>
                  <a:lnTo>
                    <a:pt x="353" y="26"/>
                  </a:lnTo>
                  <a:lnTo>
                    <a:pt x="405" y="12"/>
                  </a:lnTo>
                  <a:lnTo>
                    <a:pt x="459" y="3"/>
                  </a:lnTo>
                  <a:lnTo>
                    <a:pt x="5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24" name="Freeform 363">
            <a:extLst>
              <a:ext uri="{FF2B5EF4-FFF2-40B4-BE49-F238E27FC236}">
                <a16:creationId xmlns:a16="http://schemas.microsoft.com/office/drawing/2014/main" id="{F397709D-1931-48D8-BED6-38C45DCF7B7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6350910" y="1653181"/>
            <a:ext cx="253711" cy="327755"/>
          </a:xfrm>
          <a:custGeom>
            <a:avLst/>
            <a:gdLst>
              <a:gd name="T0" fmla="*/ 962 w 2559"/>
              <a:gd name="T1" fmla="*/ 928 h 3309"/>
              <a:gd name="T2" fmla="*/ 955 w 2559"/>
              <a:gd name="T3" fmla="*/ 1008 h 3309"/>
              <a:gd name="T4" fmla="*/ 1140 w 2559"/>
              <a:gd name="T5" fmla="*/ 972 h 3309"/>
              <a:gd name="T6" fmla="*/ 1538 w 2559"/>
              <a:gd name="T7" fmla="*/ 993 h 3309"/>
              <a:gd name="T8" fmla="*/ 1625 w 2559"/>
              <a:gd name="T9" fmla="*/ 995 h 3309"/>
              <a:gd name="T10" fmla="*/ 1562 w 2559"/>
              <a:gd name="T11" fmla="*/ 918 h 3309"/>
              <a:gd name="T12" fmla="*/ 1176 w 2559"/>
              <a:gd name="T13" fmla="*/ 656 h 3309"/>
              <a:gd name="T14" fmla="*/ 969 w 2559"/>
              <a:gd name="T15" fmla="*/ 710 h 3309"/>
              <a:gd name="T16" fmla="*/ 1030 w 2559"/>
              <a:gd name="T17" fmla="*/ 763 h 3309"/>
              <a:gd name="T18" fmla="*/ 1372 w 2559"/>
              <a:gd name="T19" fmla="*/ 735 h 3309"/>
              <a:gd name="T20" fmla="*/ 1550 w 2559"/>
              <a:gd name="T21" fmla="*/ 770 h 3309"/>
              <a:gd name="T22" fmla="*/ 1571 w 2559"/>
              <a:gd name="T23" fmla="*/ 694 h 3309"/>
              <a:gd name="T24" fmla="*/ 1279 w 2559"/>
              <a:gd name="T25" fmla="*/ 651 h 3309"/>
              <a:gd name="T26" fmla="*/ 1031 w 2559"/>
              <a:gd name="T27" fmla="*/ 454 h 3309"/>
              <a:gd name="T28" fmla="*/ 1045 w 2559"/>
              <a:gd name="T29" fmla="*/ 531 h 3309"/>
              <a:gd name="T30" fmla="*/ 1279 w 2559"/>
              <a:gd name="T31" fmla="*/ 496 h 3309"/>
              <a:gd name="T32" fmla="*/ 1508 w 2559"/>
              <a:gd name="T33" fmla="*/ 530 h 3309"/>
              <a:gd name="T34" fmla="*/ 1531 w 2559"/>
              <a:gd name="T35" fmla="*/ 455 h 3309"/>
              <a:gd name="T36" fmla="*/ 1279 w 2559"/>
              <a:gd name="T37" fmla="*/ 418 h 3309"/>
              <a:gd name="T38" fmla="*/ 1705 w 2559"/>
              <a:gd name="T39" fmla="*/ 53 h 3309"/>
              <a:gd name="T40" fmla="*/ 1859 w 2559"/>
              <a:gd name="T41" fmla="*/ 202 h 3309"/>
              <a:gd name="T42" fmla="*/ 1868 w 2559"/>
              <a:gd name="T43" fmla="*/ 1569 h 3309"/>
              <a:gd name="T44" fmla="*/ 1437 w 2559"/>
              <a:gd name="T45" fmla="*/ 1649 h 3309"/>
              <a:gd name="T46" fmla="*/ 1827 w 2559"/>
              <a:gd name="T47" fmla="*/ 1756 h 3309"/>
              <a:gd name="T48" fmla="*/ 2047 w 2559"/>
              <a:gd name="T49" fmla="*/ 1849 h 3309"/>
              <a:gd name="T50" fmla="*/ 2133 w 2559"/>
              <a:gd name="T51" fmla="*/ 1384 h 3309"/>
              <a:gd name="T52" fmla="*/ 2173 w 2559"/>
              <a:gd name="T53" fmla="*/ 1237 h 3309"/>
              <a:gd name="T54" fmla="*/ 2535 w 2559"/>
              <a:gd name="T55" fmla="*/ 1371 h 3309"/>
              <a:gd name="T56" fmla="*/ 2361 w 2559"/>
              <a:gd name="T57" fmla="*/ 1895 h 3309"/>
              <a:gd name="T58" fmla="*/ 2154 w 2559"/>
              <a:gd name="T59" fmla="*/ 2021 h 3309"/>
              <a:gd name="T60" fmla="*/ 1437 w 2559"/>
              <a:gd name="T61" fmla="*/ 2265 h 3309"/>
              <a:gd name="T62" fmla="*/ 1625 w 2559"/>
              <a:gd name="T63" fmla="*/ 2687 h 3309"/>
              <a:gd name="T64" fmla="*/ 2258 w 2559"/>
              <a:gd name="T65" fmla="*/ 2814 h 3309"/>
              <a:gd name="T66" fmla="*/ 2466 w 2559"/>
              <a:gd name="T67" fmla="*/ 2903 h 3309"/>
              <a:gd name="T68" fmla="*/ 2559 w 2559"/>
              <a:gd name="T69" fmla="*/ 3156 h 3309"/>
              <a:gd name="T70" fmla="*/ 2346 w 2559"/>
              <a:gd name="T71" fmla="*/ 3297 h 3309"/>
              <a:gd name="T72" fmla="*/ 2287 w 2559"/>
              <a:gd name="T73" fmla="*/ 3058 h 3309"/>
              <a:gd name="T74" fmla="*/ 2018 w 2559"/>
              <a:gd name="T75" fmla="*/ 2910 h 3309"/>
              <a:gd name="T76" fmla="*/ 1379 w 2559"/>
              <a:gd name="T77" fmla="*/ 3039 h 3309"/>
              <a:gd name="T78" fmla="*/ 1365 w 2559"/>
              <a:gd name="T79" fmla="*/ 3283 h 3309"/>
              <a:gd name="T80" fmla="*/ 1129 w 2559"/>
              <a:gd name="T81" fmla="*/ 3186 h 3309"/>
              <a:gd name="T82" fmla="*/ 1008 w 2559"/>
              <a:gd name="T83" fmla="*/ 2837 h 3309"/>
              <a:gd name="T84" fmla="*/ 330 w 2559"/>
              <a:gd name="T85" fmla="*/ 2970 h 3309"/>
              <a:gd name="T86" fmla="*/ 307 w 2559"/>
              <a:gd name="T87" fmla="*/ 3156 h 3309"/>
              <a:gd name="T88" fmla="*/ 94 w 2559"/>
              <a:gd name="T89" fmla="*/ 3297 h 3309"/>
              <a:gd name="T90" fmla="*/ 21 w 2559"/>
              <a:gd name="T91" fmla="*/ 3079 h 3309"/>
              <a:gd name="T92" fmla="*/ 125 w 2559"/>
              <a:gd name="T93" fmla="*/ 2879 h 3309"/>
              <a:gd name="T94" fmla="*/ 446 w 2559"/>
              <a:gd name="T95" fmla="*/ 2771 h 3309"/>
              <a:gd name="T96" fmla="*/ 1200 w 2559"/>
              <a:gd name="T97" fmla="*/ 2670 h 3309"/>
              <a:gd name="T98" fmla="*/ 536 w 2559"/>
              <a:gd name="T99" fmla="*/ 2177 h 3309"/>
              <a:gd name="T100" fmla="*/ 411 w 2559"/>
              <a:gd name="T101" fmla="*/ 1984 h 3309"/>
              <a:gd name="T102" fmla="*/ 176 w 2559"/>
              <a:gd name="T103" fmla="*/ 1881 h 3309"/>
              <a:gd name="T104" fmla="*/ 2 w 2559"/>
              <a:gd name="T105" fmla="*/ 1337 h 3309"/>
              <a:gd name="T106" fmla="*/ 407 w 2559"/>
              <a:gd name="T107" fmla="*/ 1239 h 3309"/>
              <a:gd name="T108" fmla="*/ 407 w 2559"/>
              <a:gd name="T109" fmla="*/ 1392 h 3309"/>
              <a:gd name="T110" fmla="*/ 565 w 2559"/>
              <a:gd name="T111" fmla="*/ 1796 h 3309"/>
              <a:gd name="T112" fmla="*/ 782 w 2559"/>
              <a:gd name="T113" fmla="*/ 1763 h 3309"/>
              <a:gd name="T114" fmla="*/ 990 w 2559"/>
              <a:gd name="T115" fmla="*/ 1637 h 3309"/>
              <a:gd name="T116" fmla="*/ 671 w 2559"/>
              <a:gd name="T117" fmla="*/ 1561 h 3309"/>
              <a:gd name="T118" fmla="*/ 716 w 2559"/>
              <a:gd name="T119" fmla="*/ 148 h 3309"/>
              <a:gd name="T120" fmla="*/ 912 w 2559"/>
              <a:gd name="T121" fmla="*/ 38 h 3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559" h="3309">
                <a:moveTo>
                  <a:pt x="1279" y="885"/>
                </a:moveTo>
                <a:lnTo>
                  <a:pt x="1223" y="886"/>
                </a:lnTo>
                <a:lnTo>
                  <a:pt x="1172" y="890"/>
                </a:lnTo>
                <a:lnTo>
                  <a:pt x="1127" y="894"/>
                </a:lnTo>
                <a:lnTo>
                  <a:pt x="1086" y="899"/>
                </a:lnTo>
                <a:lnTo>
                  <a:pt x="1051" y="905"/>
                </a:lnTo>
                <a:lnTo>
                  <a:pt x="1020" y="911"/>
                </a:lnTo>
                <a:lnTo>
                  <a:pt x="995" y="918"/>
                </a:lnTo>
                <a:lnTo>
                  <a:pt x="976" y="924"/>
                </a:lnTo>
                <a:lnTo>
                  <a:pt x="962" y="928"/>
                </a:lnTo>
                <a:lnTo>
                  <a:pt x="953" y="931"/>
                </a:lnTo>
                <a:lnTo>
                  <a:pt x="949" y="933"/>
                </a:lnTo>
                <a:lnTo>
                  <a:pt x="938" y="939"/>
                </a:lnTo>
                <a:lnTo>
                  <a:pt x="930" y="949"/>
                </a:lnTo>
                <a:lnTo>
                  <a:pt x="926" y="960"/>
                </a:lnTo>
                <a:lnTo>
                  <a:pt x="925" y="973"/>
                </a:lnTo>
                <a:lnTo>
                  <a:pt x="928" y="985"/>
                </a:lnTo>
                <a:lnTo>
                  <a:pt x="934" y="996"/>
                </a:lnTo>
                <a:lnTo>
                  <a:pt x="943" y="1003"/>
                </a:lnTo>
                <a:lnTo>
                  <a:pt x="955" y="1008"/>
                </a:lnTo>
                <a:lnTo>
                  <a:pt x="967" y="1008"/>
                </a:lnTo>
                <a:lnTo>
                  <a:pt x="979" y="1006"/>
                </a:lnTo>
                <a:lnTo>
                  <a:pt x="982" y="1005"/>
                </a:lnTo>
                <a:lnTo>
                  <a:pt x="990" y="1002"/>
                </a:lnTo>
                <a:lnTo>
                  <a:pt x="1003" y="998"/>
                </a:lnTo>
                <a:lnTo>
                  <a:pt x="1020" y="993"/>
                </a:lnTo>
                <a:lnTo>
                  <a:pt x="1043" y="987"/>
                </a:lnTo>
                <a:lnTo>
                  <a:pt x="1070" y="982"/>
                </a:lnTo>
                <a:lnTo>
                  <a:pt x="1103" y="976"/>
                </a:lnTo>
                <a:lnTo>
                  <a:pt x="1140" y="972"/>
                </a:lnTo>
                <a:lnTo>
                  <a:pt x="1182" y="968"/>
                </a:lnTo>
                <a:lnTo>
                  <a:pt x="1227" y="964"/>
                </a:lnTo>
                <a:lnTo>
                  <a:pt x="1279" y="963"/>
                </a:lnTo>
                <a:lnTo>
                  <a:pt x="1330" y="964"/>
                </a:lnTo>
                <a:lnTo>
                  <a:pt x="1377" y="968"/>
                </a:lnTo>
                <a:lnTo>
                  <a:pt x="1419" y="972"/>
                </a:lnTo>
                <a:lnTo>
                  <a:pt x="1456" y="976"/>
                </a:lnTo>
                <a:lnTo>
                  <a:pt x="1489" y="982"/>
                </a:lnTo>
                <a:lnTo>
                  <a:pt x="1516" y="987"/>
                </a:lnTo>
                <a:lnTo>
                  <a:pt x="1538" y="993"/>
                </a:lnTo>
                <a:lnTo>
                  <a:pt x="1556" y="998"/>
                </a:lnTo>
                <a:lnTo>
                  <a:pt x="1569" y="1002"/>
                </a:lnTo>
                <a:lnTo>
                  <a:pt x="1576" y="1005"/>
                </a:lnTo>
                <a:lnTo>
                  <a:pt x="1579" y="1006"/>
                </a:lnTo>
                <a:lnTo>
                  <a:pt x="1584" y="1007"/>
                </a:lnTo>
                <a:lnTo>
                  <a:pt x="1589" y="1008"/>
                </a:lnTo>
                <a:lnTo>
                  <a:pt x="1594" y="1009"/>
                </a:lnTo>
                <a:lnTo>
                  <a:pt x="1605" y="1007"/>
                </a:lnTo>
                <a:lnTo>
                  <a:pt x="1615" y="1003"/>
                </a:lnTo>
                <a:lnTo>
                  <a:pt x="1625" y="995"/>
                </a:lnTo>
                <a:lnTo>
                  <a:pt x="1631" y="985"/>
                </a:lnTo>
                <a:lnTo>
                  <a:pt x="1634" y="973"/>
                </a:lnTo>
                <a:lnTo>
                  <a:pt x="1633" y="960"/>
                </a:lnTo>
                <a:lnTo>
                  <a:pt x="1628" y="949"/>
                </a:lnTo>
                <a:lnTo>
                  <a:pt x="1621" y="939"/>
                </a:lnTo>
                <a:lnTo>
                  <a:pt x="1609" y="933"/>
                </a:lnTo>
                <a:lnTo>
                  <a:pt x="1606" y="931"/>
                </a:lnTo>
                <a:lnTo>
                  <a:pt x="1597" y="928"/>
                </a:lnTo>
                <a:lnTo>
                  <a:pt x="1582" y="924"/>
                </a:lnTo>
                <a:lnTo>
                  <a:pt x="1562" y="918"/>
                </a:lnTo>
                <a:lnTo>
                  <a:pt x="1537" y="911"/>
                </a:lnTo>
                <a:lnTo>
                  <a:pt x="1507" y="905"/>
                </a:lnTo>
                <a:lnTo>
                  <a:pt x="1472" y="899"/>
                </a:lnTo>
                <a:lnTo>
                  <a:pt x="1431" y="894"/>
                </a:lnTo>
                <a:lnTo>
                  <a:pt x="1386" y="890"/>
                </a:lnTo>
                <a:lnTo>
                  <a:pt x="1335" y="886"/>
                </a:lnTo>
                <a:lnTo>
                  <a:pt x="1279" y="885"/>
                </a:lnTo>
                <a:close/>
                <a:moveTo>
                  <a:pt x="1279" y="651"/>
                </a:moveTo>
                <a:lnTo>
                  <a:pt x="1225" y="652"/>
                </a:lnTo>
                <a:lnTo>
                  <a:pt x="1176" y="656"/>
                </a:lnTo>
                <a:lnTo>
                  <a:pt x="1134" y="661"/>
                </a:lnTo>
                <a:lnTo>
                  <a:pt x="1096" y="666"/>
                </a:lnTo>
                <a:lnTo>
                  <a:pt x="1064" y="672"/>
                </a:lnTo>
                <a:lnTo>
                  <a:pt x="1038" y="678"/>
                </a:lnTo>
                <a:lnTo>
                  <a:pt x="1017" y="685"/>
                </a:lnTo>
                <a:lnTo>
                  <a:pt x="1002" y="689"/>
                </a:lnTo>
                <a:lnTo>
                  <a:pt x="992" y="693"/>
                </a:lnTo>
                <a:lnTo>
                  <a:pt x="988" y="694"/>
                </a:lnTo>
                <a:lnTo>
                  <a:pt x="978" y="701"/>
                </a:lnTo>
                <a:lnTo>
                  <a:pt x="969" y="710"/>
                </a:lnTo>
                <a:lnTo>
                  <a:pt x="965" y="721"/>
                </a:lnTo>
                <a:lnTo>
                  <a:pt x="964" y="734"/>
                </a:lnTo>
                <a:lnTo>
                  <a:pt x="967" y="745"/>
                </a:lnTo>
                <a:lnTo>
                  <a:pt x="974" y="756"/>
                </a:lnTo>
                <a:lnTo>
                  <a:pt x="983" y="764"/>
                </a:lnTo>
                <a:lnTo>
                  <a:pt x="994" y="769"/>
                </a:lnTo>
                <a:lnTo>
                  <a:pt x="1006" y="770"/>
                </a:lnTo>
                <a:lnTo>
                  <a:pt x="1018" y="767"/>
                </a:lnTo>
                <a:lnTo>
                  <a:pt x="1021" y="766"/>
                </a:lnTo>
                <a:lnTo>
                  <a:pt x="1030" y="763"/>
                </a:lnTo>
                <a:lnTo>
                  <a:pt x="1043" y="759"/>
                </a:lnTo>
                <a:lnTo>
                  <a:pt x="1062" y="754"/>
                </a:lnTo>
                <a:lnTo>
                  <a:pt x="1085" y="748"/>
                </a:lnTo>
                <a:lnTo>
                  <a:pt x="1114" y="743"/>
                </a:lnTo>
                <a:lnTo>
                  <a:pt x="1147" y="738"/>
                </a:lnTo>
                <a:lnTo>
                  <a:pt x="1187" y="735"/>
                </a:lnTo>
                <a:lnTo>
                  <a:pt x="1231" y="731"/>
                </a:lnTo>
                <a:lnTo>
                  <a:pt x="1279" y="730"/>
                </a:lnTo>
                <a:lnTo>
                  <a:pt x="1327" y="731"/>
                </a:lnTo>
                <a:lnTo>
                  <a:pt x="1372" y="735"/>
                </a:lnTo>
                <a:lnTo>
                  <a:pt x="1410" y="738"/>
                </a:lnTo>
                <a:lnTo>
                  <a:pt x="1444" y="743"/>
                </a:lnTo>
                <a:lnTo>
                  <a:pt x="1473" y="748"/>
                </a:lnTo>
                <a:lnTo>
                  <a:pt x="1497" y="754"/>
                </a:lnTo>
                <a:lnTo>
                  <a:pt x="1516" y="759"/>
                </a:lnTo>
                <a:lnTo>
                  <a:pt x="1529" y="763"/>
                </a:lnTo>
                <a:lnTo>
                  <a:pt x="1536" y="766"/>
                </a:lnTo>
                <a:lnTo>
                  <a:pt x="1539" y="767"/>
                </a:lnTo>
                <a:lnTo>
                  <a:pt x="1545" y="769"/>
                </a:lnTo>
                <a:lnTo>
                  <a:pt x="1550" y="770"/>
                </a:lnTo>
                <a:lnTo>
                  <a:pt x="1555" y="770"/>
                </a:lnTo>
                <a:lnTo>
                  <a:pt x="1567" y="768"/>
                </a:lnTo>
                <a:lnTo>
                  <a:pt x="1577" y="764"/>
                </a:lnTo>
                <a:lnTo>
                  <a:pt x="1585" y="755"/>
                </a:lnTo>
                <a:lnTo>
                  <a:pt x="1591" y="746"/>
                </a:lnTo>
                <a:lnTo>
                  <a:pt x="1595" y="734"/>
                </a:lnTo>
                <a:lnTo>
                  <a:pt x="1594" y="721"/>
                </a:lnTo>
                <a:lnTo>
                  <a:pt x="1588" y="710"/>
                </a:lnTo>
                <a:lnTo>
                  <a:pt x="1581" y="701"/>
                </a:lnTo>
                <a:lnTo>
                  <a:pt x="1571" y="694"/>
                </a:lnTo>
                <a:lnTo>
                  <a:pt x="1567" y="693"/>
                </a:lnTo>
                <a:lnTo>
                  <a:pt x="1556" y="689"/>
                </a:lnTo>
                <a:lnTo>
                  <a:pt x="1542" y="685"/>
                </a:lnTo>
                <a:lnTo>
                  <a:pt x="1521" y="678"/>
                </a:lnTo>
                <a:lnTo>
                  <a:pt x="1494" y="672"/>
                </a:lnTo>
                <a:lnTo>
                  <a:pt x="1461" y="666"/>
                </a:lnTo>
                <a:lnTo>
                  <a:pt x="1424" y="661"/>
                </a:lnTo>
                <a:lnTo>
                  <a:pt x="1381" y="656"/>
                </a:lnTo>
                <a:lnTo>
                  <a:pt x="1332" y="652"/>
                </a:lnTo>
                <a:lnTo>
                  <a:pt x="1279" y="651"/>
                </a:lnTo>
                <a:close/>
                <a:moveTo>
                  <a:pt x="1279" y="418"/>
                </a:moveTo>
                <a:lnTo>
                  <a:pt x="1233" y="418"/>
                </a:lnTo>
                <a:lnTo>
                  <a:pt x="1191" y="422"/>
                </a:lnTo>
                <a:lnTo>
                  <a:pt x="1154" y="426"/>
                </a:lnTo>
                <a:lnTo>
                  <a:pt x="1121" y="431"/>
                </a:lnTo>
                <a:lnTo>
                  <a:pt x="1094" y="436"/>
                </a:lnTo>
                <a:lnTo>
                  <a:pt x="1071" y="441"/>
                </a:lnTo>
                <a:lnTo>
                  <a:pt x="1053" y="447"/>
                </a:lnTo>
                <a:lnTo>
                  <a:pt x="1039" y="451"/>
                </a:lnTo>
                <a:lnTo>
                  <a:pt x="1031" y="454"/>
                </a:lnTo>
                <a:lnTo>
                  <a:pt x="1028" y="455"/>
                </a:lnTo>
                <a:lnTo>
                  <a:pt x="1017" y="462"/>
                </a:lnTo>
                <a:lnTo>
                  <a:pt x="1009" y="470"/>
                </a:lnTo>
                <a:lnTo>
                  <a:pt x="1005" y="482"/>
                </a:lnTo>
                <a:lnTo>
                  <a:pt x="1004" y="494"/>
                </a:lnTo>
                <a:lnTo>
                  <a:pt x="1007" y="506"/>
                </a:lnTo>
                <a:lnTo>
                  <a:pt x="1013" y="517"/>
                </a:lnTo>
                <a:lnTo>
                  <a:pt x="1023" y="525"/>
                </a:lnTo>
                <a:lnTo>
                  <a:pt x="1034" y="530"/>
                </a:lnTo>
                <a:lnTo>
                  <a:pt x="1045" y="531"/>
                </a:lnTo>
                <a:lnTo>
                  <a:pt x="1058" y="528"/>
                </a:lnTo>
                <a:lnTo>
                  <a:pt x="1061" y="527"/>
                </a:lnTo>
                <a:lnTo>
                  <a:pt x="1069" y="523"/>
                </a:lnTo>
                <a:lnTo>
                  <a:pt x="1084" y="519"/>
                </a:lnTo>
                <a:lnTo>
                  <a:pt x="1103" y="514"/>
                </a:lnTo>
                <a:lnTo>
                  <a:pt x="1128" y="509"/>
                </a:lnTo>
                <a:lnTo>
                  <a:pt x="1158" y="505"/>
                </a:lnTo>
                <a:lnTo>
                  <a:pt x="1193" y="501"/>
                </a:lnTo>
                <a:lnTo>
                  <a:pt x="1234" y="497"/>
                </a:lnTo>
                <a:lnTo>
                  <a:pt x="1279" y="496"/>
                </a:lnTo>
                <a:lnTo>
                  <a:pt x="1325" y="497"/>
                </a:lnTo>
                <a:lnTo>
                  <a:pt x="1366" y="501"/>
                </a:lnTo>
                <a:lnTo>
                  <a:pt x="1400" y="505"/>
                </a:lnTo>
                <a:lnTo>
                  <a:pt x="1430" y="509"/>
                </a:lnTo>
                <a:lnTo>
                  <a:pt x="1455" y="514"/>
                </a:lnTo>
                <a:lnTo>
                  <a:pt x="1475" y="519"/>
                </a:lnTo>
                <a:lnTo>
                  <a:pt x="1489" y="523"/>
                </a:lnTo>
                <a:lnTo>
                  <a:pt x="1497" y="527"/>
                </a:lnTo>
                <a:lnTo>
                  <a:pt x="1500" y="528"/>
                </a:lnTo>
                <a:lnTo>
                  <a:pt x="1508" y="530"/>
                </a:lnTo>
                <a:lnTo>
                  <a:pt x="1516" y="531"/>
                </a:lnTo>
                <a:lnTo>
                  <a:pt x="1527" y="529"/>
                </a:lnTo>
                <a:lnTo>
                  <a:pt x="1537" y="525"/>
                </a:lnTo>
                <a:lnTo>
                  <a:pt x="1546" y="517"/>
                </a:lnTo>
                <a:lnTo>
                  <a:pt x="1552" y="507"/>
                </a:lnTo>
                <a:lnTo>
                  <a:pt x="1555" y="494"/>
                </a:lnTo>
                <a:lnTo>
                  <a:pt x="1554" y="482"/>
                </a:lnTo>
                <a:lnTo>
                  <a:pt x="1550" y="471"/>
                </a:lnTo>
                <a:lnTo>
                  <a:pt x="1542" y="462"/>
                </a:lnTo>
                <a:lnTo>
                  <a:pt x="1531" y="455"/>
                </a:lnTo>
                <a:lnTo>
                  <a:pt x="1527" y="454"/>
                </a:lnTo>
                <a:lnTo>
                  <a:pt x="1519" y="451"/>
                </a:lnTo>
                <a:lnTo>
                  <a:pt x="1505" y="447"/>
                </a:lnTo>
                <a:lnTo>
                  <a:pt x="1487" y="441"/>
                </a:lnTo>
                <a:lnTo>
                  <a:pt x="1465" y="436"/>
                </a:lnTo>
                <a:lnTo>
                  <a:pt x="1437" y="431"/>
                </a:lnTo>
                <a:lnTo>
                  <a:pt x="1404" y="426"/>
                </a:lnTo>
                <a:lnTo>
                  <a:pt x="1367" y="422"/>
                </a:lnTo>
                <a:lnTo>
                  <a:pt x="1325" y="418"/>
                </a:lnTo>
                <a:lnTo>
                  <a:pt x="1279" y="418"/>
                </a:lnTo>
                <a:close/>
                <a:moveTo>
                  <a:pt x="1279" y="0"/>
                </a:moveTo>
                <a:lnTo>
                  <a:pt x="1346" y="1"/>
                </a:lnTo>
                <a:lnTo>
                  <a:pt x="1408" y="5"/>
                </a:lnTo>
                <a:lnTo>
                  <a:pt x="1467" y="9"/>
                </a:lnTo>
                <a:lnTo>
                  <a:pt x="1519" y="15"/>
                </a:lnTo>
                <a:lnTo>
                  <a:pt x="1567" y="22"/>
                </a:lnTo>
                <a:lnTo>
                  <a:pt x="1608" y="29"/>
                </a:lnTo>
                <a:lnTo>
                  <a:pt x="1646" y="38"/>
                </a:lnTo>
                <a:lnTo>
                  <a:pt x="1678" y="45"/>
                </a:lnTo>
                <a:lnTo>
                  <a:pt x="1705" y="53"/>
                </a:lnTo>
                <a:lnTo>
                  <a:pt x="1728" y="60"/>
                </a:lnTo>
                <a:lnTo>
                  <a:pt x="1744" y="66"/>
                </a:lnTo>
                <a:lnTo>
                  <a:pt x="1756" y="70"/>
                </a:lnTo>
                <a:lnTo>
                  <a:pt x="1763" y="73"/>
                </a:lnTo>
                <a:lnTo>
                  <a:pt x="1788" y="86"/>
                </a:lnTo>
                <a:lnTo>
                  <a:pt x="1810" y="103"/>
                </a:lnTo>
                <a:lnTo>
                  <a:pt x="1829" y="124"/>
                </a:lnTo>
                <a:lnTo>
                  <a:pt x="1843" y="148"/>
                </a:lnTo>
                <a:lnTo>
                  <a:pt x="1854" y="174"/>
                </a:lnTo>
                <a:lnTo>
                  <a:pt x="1859" y="202"/>
                </a:lnTo>
                <a:lnTo>
                  <a:pt x="1979" y="1401"/>
                </a:lnTo>
                <a:lnTo>
                  <a:pt x="1979" y="1430"/>
                </a:lnTo>
                <a:lnTo>
                  <a:pt x="1975" y="1457"/>
                </a:lnTo>
                <a:lnTo>
                  <a:pt x="1965" y="1483"/>
                </a:lnTo>
                <a:lnTo>
                  <a:pt x="1951" y="1507"/>
                </a:lnTo>
                <a:lnTo>
                  <a:pt x="1934" y="1529"/>
                </a:lnTo>
                <a:lnTo>
                  <a:pt x="1913" y="1547"/>
                </a:lnTo>
                <a:lnTo>
                  <a:pt x="1888" y="1561"/>
                </a:lnTo>
                <a:lnTo>
                  <a:pt x="1881" y="1565"/>
                </a:lnTo>
                <a:lnTo>
                  <a:pt x="1868" y="1569"/>
                </a:lnTo>
                <a:lnTo>
                  <a:pt x="1849" y="1576"/>
                </a:lnTo>
                <a:lnTo>
                  <a:pt x="1827" y="1583"/>
                </a:lnTo>
                <a:lnTo>
                  <a:pt x="1797" y="1592"/>
                </a:lnTo>
                <a:lnTo>
                  <a:pt x="1763" y="1601"/>
                </a:lnTo>
                <a:lnTo>
                  <a:pt x="1723" y="1610"/>
                </a:lnTo>
                <a:lnTo>
                  <a:pt x="1677" y="1620"/>
                </a:lnTo>
                <a:lnTo>
                  <a:pt x="1626" y="1629"/>
                </a:lnTo>
                <a:lnTo>
                  <a:pt x="1569" y="1636"/>
                </a:lnTo>
                <a:lnTo>
                  <a:pt x="1505" y="1644"/>
                </a:lnTo>
                <a:lnTo>
                  <a:pt x="1437" y="1649"/>
                </a:lnTo>
                <a:lnTo>
                  <a:pt x="1437" y="1786"/>
                </a:lnTo>
                <a:lnTo>
                  <a:pt x="1500" y="1784"/>
                </a:lnTo>
                <a:lnTo>
                  <a:pt x="1558" y="1781"/>
                </a:lnTo>
                <a:lnTo>
                  <a:pt x="1611" y="1778"/>
                </a:lnTo>
                <a:lnTo>
                  <a:pt x="1660" y="1774"/>
                </a:lnTo>
                <a:lnTo>
                  <a:pt x="1705" y="1770"/>
                </a:lnTo>
                <a:lnTo>
                  <a:pt x="1743" y="1766"/>
                </a:lnTo>
                <a:lnTo>
                  <a:pt x="1777" y="1762"/>
                </a:lnTo>
                <a:lnTo>
                  <a:pt x="1804" y="1759"/>
                </a:lnTo>
                <a:lnTo>
                  <a:pt x="1827" y="1756"/>
                </a:lnTo>
                <a:lnTo>
                  <a:pt x="1842" y="1754"/>
                </a:lnTo>
                <a:lnTo>
                  <a:pt x="1853" y="1753"/>
                </a:lnTo>
                <a:lnTo>
                  <a:pt x="1856" y="1752"/>
                </a:lnTo>
                <a:lnTo>
                  <a:pt x="1881" y="1750"/>
                </a:lnTo>
                <a:lnTo>
                  <a:pt x="1906" y="1752"/>
                </a:lnTo>
                <a:lnTo>
                  <a:pt x="1930" y="1757"/>
                </a:lnTo>
                <a:lnTo>
                  <a:pt x="1953" y="1766"/>
                </a:lnTo>
                <a:lnTo>
                  <a:pt x="1974" y="1780"/>
                </a:lnTo>
                <a:lnTo>
                  <a:pt x="1993" y="1796"/>
                </a:lnTo>
                <a:lnTo>
                  <a:pt x="2047" y="1849"/>
                </a:lnTo>
                <a:lnTo>
                  <a:pt x="2092" y="1835"/>
                </a:lnTo>
                <a:lnTo>
                  <a:pt x="2132" y="1821"/>
                </a:lnTo>
                <a:lnTo>
                  <a:pt x="2169" y="1809"/>
                </a:lnTo>
                <a:lnTo>
                  <a:pt x="2200" y="1796"/>
                </a:lnTo>
                <a:lnTo>
                  <a:pt x="2226" y="1786"/>
                </a:lnTo>
                <a:lnTo>
                  <a:pt x="2248" y="1776"/>
                </a:lnTo>
                <a:lnTo>
                  <a:pt x="2248" y="1394"/>
                </a:lnTo>
                <a:lnTo>
                  <a:pt x="2173" y="1394"/>
                </a:lnTo>
                <a:lnTo>
                  <a:pt x="2152" y="1391"/>
                </a:lnTo>
                <a:lnTo>
                  <a:pt x="2133" y="1384"/>
                </a:lnTo>
                <a:lnTo>
                  <a:pt x="2117" y="1371"/>
                </a:lnTo>
                <a:lnTo>
                  <a:pt x="2104" y="1354"/>
                </a:lnTo>
                <a:lnTo>
                  <a:pt x="2097" y="1336"/>
                </a:lnTo>
                <a:lnTo>
                  <a:pt x="2094" y="1315"/>
                </a:lnTo>
                <a:lnTo>
                  <a:pt x="2097" y="1294"/>
                </a:lnTo>
                <a:lnTo>
                  <a:pt x="2104" y="1275"/>
                </a:lnTo>
                <a:lnTo>
                  <a:pt x="2117" y="1260"/>
                </a:lnTo>
                <a:lnTo>
                  <a:pt x="2133" y="1247"/>
                </a:lnTo>
                <a:lnTo>
                  <a:pt x="2152" y="1239"/>
                </a:lnTo>
                <a:lnTo>
                  <a:pt x="2173" y="1237"/>
                </a:lnTo>
                <a:lnTo>
                  <a:pt x="2480" y="1237"/>
                </a:lnTo>
                <a:lnTo>
                  <a:pt x="2501" y="1239"/>
                </a:lnTo>
                <a:lnTo>
                  <a:pt x="2519" y="1247"/>
                </a:lnTo>
                <a:lnTo>
                  <a:pt x="2535" y="1260"/>
                </a:lnTo>
                <a:lnTo>
                  <a:pt x="2547" y="1275"/>
                </a:lnTo>
                <a:lnTo>
                  <a:pt x="2556" y="1294"/>
                </a:lnTo>
                <a:lnTo>
                  <a:pt x="2559" y="1315"/>
                </a:lnTo>
                <a:lnTo>
                  <a:pt x="2556" y="1336"/>
                </a:lnTo>
                <a:lnTo>
                  <a:pt x="2547" y="1354"/>
                </a:lnTo>
                <a:lnTo>
                  <a:pt x="2535" y="1371"/>
                </a:lnTo>
                <a:lnTo>
                  <a:pt x="2519" y="1384"/>
                </a:lnTo>
                <a:lnTo>
                  <a:pt x="2501" y="1391"/>
                </a:lnTo>
                <a:lnTo>
                  <a:pt x="2480" y="1394"/>
                </a:lnTo>
                <a:lnTo>
                  <a:pt x="2405" y="1394"/>
                </a:lnTo>
                <a:lnTo>
                  <a:pt x="2405" y="1825"/>
                </a:lnTo>
                <a:lnTo>
                  <a:pt x="2403" y="1845"/>
                </a:lnTo>
                <a:lnTo>
                  <a:pt x="2395" y="1864"/>
                </a:lnTo>
                <a:lnTo>
                  <a:pt x="2382" y="1880"/>
                </a:lnTo>
                <a:lnTo>
                  <a:pt x="2366" y="1892"/>
                </a:lnTo>
                <a:lnTo>
                  <a:pt x="2361" y="1895"/>
                </a:lnTo>
                <a:lnTo>
                  <a:pt x="2352" y="1900"/>
                </a:lnTo>
                <a:lnTo>
                  <a:pt x="2337" y="1908"/>
                </a:lnTo>
                <a:lnTo>
                  <a:pt x="2319" y="1917"/>
                </a:lnTo>
                <a:lnTo>
                  <a:pt x="2295" y="1927"/>
                </a:lnTo>
                <a:lnTo>
                  <a:pt x="2266" y="1940"/>
                </a:lnTo>
                <a:lnTo>
                  <a:pt x="2232" y="1953"/>
                </a:lnTo>
                <a:lnTo>
                  <a:pt x="2194" y="1968"/>
                </a:lnTo>
                <a:lnTo>
                  <a:pt x="2150" y="1983"/>
                </a:lnTo>
                <a:lnTo>
                  <a:pt x="2153" y="2002"/>
                </a:lnTo>
                <a:lnTo>
                  <a:pt x="2154" y="2021"/>
                </a:lnTo>
                <a:lnTo>
                  <a:pt x="2151" y="2053"/>
                </a:lnTo>
                <a:lnTo>
                  <a:pt x="2143" y="2082"/>
                </a:lnTo>
                <a:lnTo>
                  <a:pt x="2128" y="2109"/>
                </a:lnTo>
                <a:lnTo>
                  <a:pt x="2108" y="2132"/>
                </a:lnTo>
                <a:lnTo>
                  <a:pt x="2086" y="2152"/>
                </a:lnTo>
                <a:lnTo>
                  <a:pt x="2059" y="2167"/>
                </a:lnTo>
                <a:lnTo>
                  <a:pt x="2029" y="2175"/>
                </a:lnTo>
                <a:lnTo>
                  <a:pt x="1997" y="2179"/>
                </a:lnTo>
                <a:lnTo>
                  <a:pt x="1437" y="2179"/>
                </a:lnTo>
                <a:lnTo>
                  <a:pt x="1437" y="2265"/>
                </a:lnTo>
                <a:lnTo>
                  <a:pt x="1434" y="2294"/>
                </a:lnTo>
                <a:lnTo>
                  <a:pt x="1427" y="2321"/>
                </a:lnTo>
                <a:lnTo>
                  <a:pt x="1415" y="2346"/>
                </a:lnTo>
                <a:lnTo>
                  <a:pt x="1399" y="2367"/>
                </a:lnTo>
                <a:lnTo>
                  <a:pt x="1380" y="2386"/>
                </a:lnTo>
                <a:lnTo>
                  <a:pt x="1357" y="2402"/>
                </a:lnTo>
                <a:lnTo>
                  <a:pt x="1357" y="2670"/>
                </a:lnTo>
                <a:lnTo>
                  <a:pt x="1450" y="2674"/>
                </a:lnTo>
                <a:lnTo>
                  <a:pt x="1539" y="2679"/>
                </a:lnTo>
                <a:lnTo>
                  <a:pt x="1625" y="2687"/>
                </a:lnTo>
                <a:lnTo>
                  <a:pt x="1706" y="2695"/>
                </a:lnTo>
                <a:lnTo>
                  <a:pt x="1784" y="2705"/>
                </a:lnTo>
                <a:lnTo>
                  <a:pt x="1858" y="2717"/>
                </a:lnTo>
                <a:lnTo>
                  <a:pt x="1927" y="2729"/>
                </a:lnTo>
                <a:lnTo>
                  <a:pt x="1994" y="2743"/>
                </a:lnTo>
                <a:lnTo>
                  <a:pt x="2055" y="2757"/>
                </a:lnTo>
                <a:lnTo>
                  <a:pt x="2113" y="2771"/>
                </a:lnTo>
                <a:lnTo>
                  <a:pt x="2166" y="2785"/>
                </a:lnTo>
                <a:lnTo>
                  <a:pt x="2215" y="2800"/>
                </a:lnTo>
                <a:lnTo>
                  <a:pt x="2258" y="2814"/>
                </a:lnTo>
                <a:lnTo>
                  <a:pt x="2298" y="2826"/>
                </a:lnTo>
                <a:lnTo>
                  <a:pt x="2333" y="2839"/>
                </a:lnTo>
                <a:lnTo>
                  <a:pt x="2362" y="2850"/>
                </a:lnTo>
                <a:lnTo>
                  <a:pt x="2388" y="2859"/>
                </a:lnTo>
                <a:lnTo>
                  <a:pt x="2408" y="2868"/>
                </a:lnTo>
                <a:lnTo>
                  <a:pt x="2424" y="2875"/>
                </a:lnTo>
                <a:lnTo>
                  <a:pt x="2434" y="2879"/>
                </a:lnTo>
                <a:lnTo>
                  <a:pt x="2439" y="2881"/>
                </a:lnTo>
                <a:lnTo>
                  <a:pt x="2454" y="2892"/>
                </a:lnTo>
                <a:lnTo>
                  <a:pt x="2466" y="2903"/>
                </a:lnTo>
                <a:lnTo>
                  <a:pt x="2476" y="2919"/>
                </a:lnTo>
                <a:lnTo>
                  <a:pt x="2482" y="2935"/>
                </a:lnTo>
                <a:lnTo>
                  <a:pt x="2484" y="2953"/>
                </a:lnTo>
                <a:lnTo>
                  <a:pt x="2484" y="3024"/>
                </a:lnTo>
                <a:lnTo>
                  <a:pt x="2505" y="3039"/>
                </a:lnTo>
                <a:lnTo>
                  <a:pt x="2523" y="3057"/>
                </a:lnTo>
                <a:lnTo>
                  <a:pt x="2538" y="3079"/>
                </a:lnTo>
                <a:lnTo>
                  <a:pt x="2550" y="3103"/>
                </a:lnTo>
                <a:lnTo>
                  <a:pt x="2556" y="3128"/>
                </a:lnTo>
                <a:lnTo>
                  <a:pt x="2559" y="3156"/>
                </a:lnTo>
                <a:lnTo>
                  <a:pt x="2556" y="3186"/>
                </a:lnTo>
                <a:lnTo>
                  <a:pt x="2546" y="3215"/>
                </a:lnTo>
                <a:lnTo>
                  <a:pt x="2533" y="3241"/>
                </a:lnTo>
                <a:lnTo>
                  <a:pt x="2514" y="3264"/>
                </a:lnTo>
                <a:lnTo>
                  <a:pt x="2491" y="3283"/>
                </a:lnTo>
                <a:lnTo>
                  <a:pt x="2465" y="3297"/>
                </a:lnTo>
                <a:lnTo>
                  <a:pt x="2436" y="3305"/>
                </a:lnTo>
                <a:lnTo>
                  <a:pt x="2405" y="3309"/>
                </a:lnTo>
                <a:lnTo>
                  <a:pt x="2374" y="3305"/>
                </a:lnTo>
                <a:lnTo>
                  <a:pt x="2346" y="3297"/>
                </a:lnTo>
                <a:lnTo>
                  <a:pt x="2320" y="3283"/>
                </a:lnTo>
                <a:lnTo>
                  <a:pt x="2297" y="3264"/>
                </a:lnTo>
                <a:lnTo>
                  <a:pt x="2278" y="3241"/>
                </a:lnTo>
                <a:lnTo>
                  <a:pt x="2263" y="3215"/>
                </a:lnTo>
                <a:lnTo>
                  <a:pt x="2255" y="3186"/>
                </a:lnTo>
                <a:lnTo>
                  <a:pt x="2252" y="3156"/>
                </a:lnTo>
                <a:lnTo>
                  <a:pt x="2254" y="3129"/>
                </a:lnTo>
                <a:lnTo>
                  <a:pt x="2261" y="3103"/>
                </a:lnTo>
                <a:lnTo>
                  <a:pt x="2272" y="3079"/>
                </a:lnTo>
                <a:lnTo>
                  <a:pt x="2287" y="3058"/>
                </a:lnTo>
                <a:lnTo>
                  <a:pt x="2305" y="3039"/>
                </a:lnTo>
                <a:lnTo>
                  <a:pt x="2326" y="3025"/>
                </a:lnTo>
                <a:lnTo>
                  <a:pt x="2326" y="3005"/>
                </a:lnTo>
                <a:lnTo>
                  <a:pt x="2300" y="2995"/>
                </a:lnTo>
                <a:lnTo>
                  <a:pt x="2267" y="2983"/>
                </a:lnTo>
                <a:lnTo>
                  <a:pt x="2228" y="2970"/>
                </a:lnTo>
                <a:lnTo>
                  <a:pt x="2183" y="2956"/>
                </a:lnTo>
                <a:lnTo>
                  <a:pt x="2133" y="2940"/>
                </a:lnTo>
                <a:lnTo>
                  <a:pt x="2078" y="2926"/>
                </a:lnTo>
                <a:lnTo>
                  <a:pt x="2018" y="2910"/>
                </a:lnTo>
                <a:lnTo>
                  <a:pt x="1952" y="2896"/>
                </a:lnTo>
                <a:lnTo>
                  <a:pt x="1881" y="2882"/>
                </a:lnTo>
                <a:lnTo>
                  <a:pt x="1806" y="2869"/>
                </a:lnTo>
                <a:lnTo>
                  <a:pt x="1725" y="2857"/>
                </a:lnTo>
                <a:lnTo>
                  <a:pt x="1639" y="2847"/>
                </a:lnTo>
                <a:lnTo>
                  <a:pt x="1550" y="2837"/>
                </a:lnTo>
                <a:lnTo>
                  <a:pt x="1456" y="2831"/>
                </a:lnTo>
                <a:lnTo>
                  <a:pt x="1358" y="2828"/>
                </a:lnTo>
                <a:lnTo>
                  <a:pt x="1358" y="3025"/>
                </a:lnTo>
                <a:lnTo>
                  <a:pt x="1379" y="3039"/>
                </a:lnTo>
                <a:lnTo>
                  <a:pt x="1397" y="3058"/>
                </a:lnTo>
                <a:lnTo>
                  <a:pt x="1413" y="3079"/>
                </a:lnTo>
                <a:lnTo>
                  <a:pt x="1423" y="3103"/>
                </a:lnTo>
                <a:lnTo>
                  <a:pt x="1430" y="3129"/>
                </a:lnTo>
                <a:lnTo>
                  <a:pt x="1432" y="3156"/>
                </a:lnTo>
                <a:lnTo>
                  <a:pt x="1429" y="3186"/>
                </a:lnTo>
                <a:lnTo>
                  <a:pt x="1421" y="3215"/>
                </a:lnTo>
                <a:lnTo>
                  <a:pt x="1406" y="3241"/>
                </a:lnTo>
                <a:lnTo>
                  <a:pt x="1388" y="3264"/>
                </a:lnTo>
                <a:lnTo>
                  <a:pt x="1365" y="3283"/>
                </a:lnTo>
                <a:lnTo>
                  <a:pt x="1339" y="3297"/>
                </a:lnTo>
                <a:lnTo>
                  <a:pt x="1310" y="3305"/>
                </a:lnTo>
                <a:lnTo>
                  <a:pt x="1279" y="3309"/>
                </a:lnTo>
                <a:lnTo>
                  <a:pt x="1248" y="3305"/>
                </a:lnTo>
                <a:lnTo>
                  <a:pt x="1219" y="3297"/>
                </a:lnTo>
                <a:lnTo>
                  <a:pt x="1193" y="3283"/>
                </a:lnTo>
                <a:lnTo>
                  <a:pt x="1170" y="3264"/>
                </a:lnTo>
                <a:lnTo>
                  <a:pt x="1151" y="3241"/>
                </a:lnTo>
                <a:lnTo>
                  <a:pt x="1138" y="3215"/>
                </a:lnTo>
                <a:lnTo>
                  <a:pt x="1129" y="3186"/>
                </a:lnTo>
                <a:lnTo>
                  <a:pt x="1125" y="3156"/>
                </a:lnTo>
                <a:lnTo>
                  <a:pt x="1129" y="3129"/>
                </a:lnTo>
                <a:lnTo>
                  <a:pt x="1135" y="3103"/>
                </a:lnTo>
                <a:lnTo>
                  <a:pt x="1146" y="3079"/>
                </a:lnTo>
                <a:lnTo>
                  <a:pt x="1161" y="3058"/>
                </a:lnTo>
                <a:lnTo>
                  <a:pt x="1180" y="3039"/>
                </a:lnTo>
                <a:lnTo>
                  <a:pt x="1200" y="3025"/>
                </a:lnTo>
                <a:lnTo>
                  <a:pt x="1200" y="2828"/>
                </a:lnTo>
                <a:lnTo>
                  <a:pt x="1102" y="2831"/>
                </a:lnTo>
                <a:lnTo>
                  <a:pt x="1008" y="2837"/>
                </a:lnTo>
                <a:lnTo>
                  <a:pt x="917" y="2847"/>
                </a:lnTo>
                <a:lnTo>
                  <a:pt x="832" y="2856"/>
                </a:lnTo>
                <a:lnTo>
                  <a:pt x="752" y="2869"/>
                </a:lnTo>
                <a:lnTo>
                  <a:pt x="676" y="2882"/>
                </a:lnTo>
                <a:lnTo>
                  <a:pt x="605" y="2896"/>
                </a:lnTo>
                <a:lnTo>
                  <a:pt x="540" y="2910"/>
                </a:lnTo>
                <a:lnTo>
                  <a:pt x="480" y="2926"/>
                </a:lnTo>
                <a:lnTo>
                  <a:pt x="424" y="2940"/>
                </a:lnTo>
                <a:lnTo>
                  <a:pt x="374" y="2955"/>
                </a:lnTo>
                <a:lnTo>
                  <a:pt x="330" y="2970"/>
                </a:lnTo>
                <a:lnTo>
                  <a:pt x="291" y="2983"/>
                </a:lnTo>
                <a:lnTo>
                  <a:pt x="259" y="2995"/>
                </a:lnTo>
                <a:lnTo>
                  <a:pt x="232" y="3005"/>
                </a:lnTo>
                <a:lnTo>
                  <a:pt x="232" y="3025"/>
                </a:lnTo>
                <a:lnTo>
                  <a:pt x="253" y="3039"/>
                </a:lnTo>
                <a:lnTo>
                  <a:pt x="271" y="3058"/>
                </a:lnTo>
                <a:lnTo>
                  <a:pt x="286" y="3079"/>
                </a:lnTo>
                <a:lnTo>
                  <a:pt x="297" y="3103"/>
                </a:lnTo>
                <a:lnTo>
                  <a:pt x="305" y="3129"/>
                </a:lnTo>
                <a:lnTo>
                  <a:pt x="307" y="3156"/>
                </a:lnTo>
                <a:lnTo>
                  <a:pt x="304" y="3186"/>
                </a:lnTo>
                <a:lnTo>
                  <a:pt x="294" y="3215"/>
                </a:lnTo>
                <a:lnTo>
                  <a:pt x="281" y="3241"/>
                </a:lnTo>
                <a:lnTo>
                  <a:pt x="262" y="3264"/>
                </a:lnTo>
                <a:lnTo>
                  <a:pt x="239" y="3283"/>
                </a:lnTo>
                <a:lnTo>
                  <a:pt x="213" y="3297"/>
                </a:lnTo>
                <a:lnTo>
                  <a:pt x="184" y="3305"/>
                </a:lnTo>
                <a:lnTo>
                  <a:pt x="154" y="3309"/>
                </a:lnTo>
                <a:lnTo>
                  <a:pt x="123" y="3305"/>
                </a:lnTo>
                <a:lnTo>
                  <a:pt x="94" y="3297"/>
                </a:lnTo>
                <a:lnTo>
                  <a:pt x="68" y="3283"/>
                </a:lnTo>
                <a:lnTo>
                  <a:pt x="45" y="3264"/>
                </a:lnTo>
                <a:lnTo>
                  <a:pt x="26" y="3241"/>
                </a:lnTo>
                <a:lnTo>
                  <a:pt x="11" y="3215"/>
                </a:lnTo>
                <a:lnTo>
                  <a:pt x="3" y="3186"/>
                </a:lnTo>
                <a:lnTo>
                  <a:pt x="0" y="3156"/>
                </a:lnTo>
                <a:lnTo>
                  <a:pt x="0" y="3156"/>
                </a:lnTo>
                <a:lnTo>
                  <a:pt x="2" y="3129"/>
                </a:lnTo>
                <a:lnTo>
                  <a:pt x="9" y="3103"/>
                </a:lnTo>
                <a:lnTo>
                  <a:pt x="21" y="3079"/>
                </a:lnTo>
                <a:lnTo>
                  <a:pt x="35" y="3058"/>
                </a:lnTo>
                <a:lnTo>
                  <a:pt x="53" y="3039"/>
                </a:lnTo>
                <a:lnTo>
                  <a:pt x="75" y="3025"/>
                </a:lnTo>
                <a:lnTo>
                  <a:pt x="75" y="2953"/>
                </a:lnTo>
                <a:lnTo>
                  <a:pt x="76" y="2935"/>
                </a:lnTo>
                <a:lnTo>
                  <a:pt x="82" y="2919"/>
                </a:lnTo>
                <a:lnTo>
                  <a:pt x="92" y="2904"/>
                </a:lnTo>
                <a:lnTo>
                  <a:pt x="104" y="2892"/>
                </a:lnTo>
                <a:lnTo>
                  <a:pt x="120" y="2881"/>
                </a:lnTo>
                <a:lnTo>
                  <a:pt x="125" y="2879"/>
                </a:lnTo>
                <a:lnTo>
                  <a:pt x="135" y="2875"/>
                </a:lnTo>
                <a:lnTo>
                  <a:pt x="150" y="2868"/>
                </a:lnTo>
                <a:lnTo>
                  <a:pt x="171" y="2859"/>
                </a:lnTo>
                <a:lnTo>
                  <a:pt x="196" y="2850"/>
                </a:lnTo>
                <a:lnTo>
                  <a:pt x="226" y="2839"/>
                </a:lnTo>
                <a:lnTo>
                  <a:pt x="261" y="2826"/>
                </a:lnTo>
                <a:lnTo>
                  <a:pt x="301" y="2814"/>
                </a:lnTo>
                <a:lnTo>
                  <a:pt x="344" y="2800"/>
                </a:lnTo>
                <a:lnTo>
                  <a:pt x="393" y="2785"/>
                </a:lnTo>
                <a:lnTo>
                  <a:pt x="446" y="2771"/>
                </a:lnTo>
                <a:lnTo>
                  <a:pt x="503" y="2757"/>
                </a:lnTo>
                <a:lnTo>
                  <a:pt x="565" y="2743"/>
                </a:lnTo>
                <a:lnTo>
                  <a:pt x="630" y="2729"/>
                </a:lnTo>
                <a:lnTo>
                  <a:pt x="700" y="2717"/>
                </a:lnTo>
                <a:lnTo>
                  <a:pt x="774" y="2705"/>
                </a:lnTo>
                <a:lnTo>
                  <a:pt x="852" y="2695"/>
                </a:lnTo>
                <a:lnTo>
                  <a:pt x="934" y="2687"/>
                </a:lnTo>
                <a:lnTo>
                  <a:pt x="1019" y="2679"/>
                </a:lnTo>
                <a:lnTo>
                  <a:pt x="1108" y="2674"/>
                </a:lnTo>
                <a:lnTo>
                  <a:pt x="1200" y="2670"/>
                </a:lnTo>
                <a:lnTo>
                  <a:pt x="1200" y="2402"/>
                </a:lnTo>
                <a:lnTo>
                  <a:pt x="1179" y="2386"/>
                </a:lnTo>
                <a:lnTo>
                  <a:pt x="1159" y="2367"/>
                </a:lnTo>
                <a:lnTo>
                  <a:pt x="1143" y="2346"/>
                </a:lnTo>
                <a:lnTo>
                  <a:pt x="1132" y="2321"/>
                </a:lnTo>
                <a:lnTo>
                  <a:pt x="1124" y="2295"/>
                </a:lnTo>
                <a:lnTo>
                  <a:pt x="1121" y="2265"/>
                </a:lnTo>
                <a:lnTo>
                  <a:pt x="1121" y="2179"/>
                </a:lnTo>
                <a:lnTo>
                  <a:pt x="563" y="2179"/>
                </a:lnTo>
                <a:lnTo>
                  <a:pt x="536" y="2177"/>
                </a:lnTo>
                <a:lnTo>
                  <a:pt x="511" y="2170"/>
                </a:lnTo>
                <a:lnTo>
                  <a:pt x="487" y="2159"/>
                </a:lnTo>
                <a:lnTo>
                  <a:pt x="465" y="2145"/>
                </a:lnTo>
                <a:lnTo>
                  <a:pt x="445" y="2127"/>
                </a:lnTo>
                <a:lnTo>
                  <a:pt x="430" y="2105"/>
                </a:lnTo>
                <a:lnTo>
                  <a:pt x="417" y="2081"/>
                </a:lnTo>
                <a:lnTo>
                  <a:pt x="410" y="2057"/>
                </a:lnTo>
                <a:lnTo>
                  <a:pt x="406" y="2033"/>
                </a:lnTo>
                <a:lnTo>
                  <a:pt x="407" y="2009"/>
                </a:lnTo>
                <a:lnTo>
                  <a:pt x="411" y="1984"/>
                </a:lnTo>
                <a:lnTo>
                  <a:pt x="367" y="1969"/>
                </a:lnTo>
                <a:lnTo>
                  <a:pt x="328" y="1955"/>
                </a:lnTo>
                <a:lnTo>
                  <a:pt x="293" y="1941"/>
                </a:lnTo>
                <a:lnTo>
                  <a:pt x="264" y="1929"/>
                </a:lnTo>
                <a:lnTo>
                  <a:pt x="240" y="1917"/>
                </a:lnTo>
                <a:lnTo>
                  <a:pt x="221" y="1908"/>
                </a:lnTo>
                <a:lnTo>
                  <a:pt x="206" y="1900"/>
                </a:lnTo>
                <a:lnTo>
                  <a:pt x="197" y="1895"/>
                </a:lnTo>
                <a:lnTo>
                  <a:pt x="192" y="1893"/>
                </a:lnTo>
                <a:lnTo>
                  <a:pt x="176" y="1881"/>
                </a:lnTo>
                <a:lnTo>
                  <a:pt x="163" y="1864"/>
                </a:lnTo>
                <a:lnTo>
                  <a:pt x="156" y="1845"/>
                </a:lnTo>
                <a:lnTo>
                  <a:pt x="153" y="1825"/>
                </a:lnTo>
                <a:lnTo>
                  <a:pt x="153" y="1394"/>
                </a:lnTo>
                <a:lnTo>
                  <a:pt x="78" y="1394"/>
                </a:lnTo>
                <a:lnTo>
                  <a:pt x="57" y="1392"/>
                </a:lnTo>
                <a:lnTo>
                  <a:pt x="38" y="1384"/>
                </a:lnTo>
                <a:lnTo>
                  <a:pt x="23" y="1371"/>
                </a:lnTo>
                <a:lnTo>
                  <a:pt x="10" y="1355"/>
                </a:lnTo>
                <a:lnTo>
                  <a:pt x="2" y="1337"/>
                </a:lnTo>
                <a:lnTo>
                  <a:pt x="0" y="1316"/>
                </a:lnTo>
                <a:lnTo>
                  <a:pt x="0" y="1316"/>
                </a:lnTo>
                <a:lnTo>
                  <a:pt x="2" y="1294"/>
                </a:lnTo>
                <a:lnTo>
                  <a:pt x="10" y="1275"/>
                </a:lnTo>
                <a:lnTo>
                  <a:pt x="23" y="1260"/>
                </a:lnTo>
                <a:lnTo>
                  <a:pt x="38" y="1247"/>
                </a:lnTo>
                <a:lnTo>
                  <a:pt x="57" y="1239"/>
                </a:lnTo>
                <a:lnTo>
                  <a:pt x="78" y="1237"/>
                </a:lnTo>
                <a:lnTo>
                  <a:pt x="386" y="1237"/>
                </a:lnTo>
                <a:lnTo>
                  <a:pt x="407" y="1239"/>
                </a:lnTo>
                <a:lnTo>
                  <a:pt x="425" y="1247"/>
                </a:lnTo>
                <a:lnTo>
                  <a:pt x="441" y="1260"/>
                </a:lnTo>
                <a:lnTo>
                  <a:pt x="454" y="1275"/>
                </a:lnTo>
                <a:lnTo>
                  <a:pt x="462" y="1294"/>
                </a:lnTo>
                <a:lnTo>
                  <a:pt x="464" y="1316"/>
                </a:lnTo>
                <a:lnTo>
                  <a:pt x="462" y="1337"/>
                </a:lnTo>
                <a:lnTo>
                  <a:pt x="454" y="1355"/>
                </a:lnTo>
                <a:lnTo>
                  <a:pt x="441" y="1371"/>
                </a:lnTo>
                <a:lnTo>
                  <a:pt x="425" y="1384"/>
                </a:lnTo>
                <a:lnTo>
                  <a:pt x="407" y="1392"/>
                </a:lnTo>
                <a:lnTo>
                  <a:pt x="386" y="1394"/>
                </a:lnTo>
                <a:lnTo>
                  <a:pt x="311" y="1394"/>
                </a:lnTo>
                <a:lnTo>
                  <a:pt x="311" y="1777"/>
                </a:lnTo>
                <a:lnTo>
                  <a:pt x="333" y="1786"/>
                </a:lnTo>
                <a:lnTo>
                  <a:pt x="359" y="1797"/>
                </a:lnTo>
                <a:lnTo>
                  <a:pt x="390" y="1809"/>
                </a:lnTo>
                <a:lnTo>
                  <a:pt x="425" y="1822"/>
                </a:lnTo>
                <a:lnTo>
                  <a:pt x="466" y="1836"/>
                </a:lnTo>
                <a:lnTo>
                  <a:pt x="512" y="1849"/>
                </a:lnTo>
                <a:lnTo>
                  <a:pt x="565" y="1796"/>
                </a:lnTo>
                <a:lnTo>
                  <a:pt x="588" y="1777"/>
                </a:lnTo>
                <a:lnTo>
                  <a:pt x="615" y="1763"/>
                </a:lnTo>
                <a:lnTo>
                  <a:pt x="643" y="1754"/>
                </a:lnTo>
                <a:lnTo>
                  <a:pt x="672" y="1751"/>
                </a:lnTo>
                <a:lnTo>
                  <a:pt x="703" y="1753"/>
                </a:lnTo>
                <a:lnTo>
                  <a:pt x="706" y="1753"/>
                </a:lnTo>
                <a:lnTo>
                  <a:pt x="717" y="1755"/>
                </a:lnTo>
                <a:lnTo>
                  <a:pt x="732" y="1757"/>
                </a:lnTo>
                <a:lnTo>
                  <a:pt x="754" y="1760"/>
                </a:lnTo>
                <a:lnTo>
                  <a:pt x="782" y="1763"/>
                </a:lnTo>
                <a:lnTo>
                  <a:pt x="816" y="1766"/>
                </a:lnTo>
                <a:lnTo>
                  <a:pt x="854" y="1770"/>
                </a:lnTo>
                <a:lnTo>
                  <a:pt x="898" y="1775"/>
                </a:lnTo>
                <a:lnTo>
                  <a:pt x="947" y="1778"/>
                </a:lnTo>
                <a:lnTo>
                  <a:pt x="1001" y="1781"/>
                </a:lnTo>
                <a:lnTo>
                  <a:pt x="1059" y="1784"/>
                </a:lnTo>
                <a:lnTo>
                  <a:pt x="1121" y="1787"/>
                </a:lnTo>
                <a:lnTo>
                  <a:pt x="1121" y="1649"/>
                </a:lnTo>
                <a:lnTo>
                  <a:pt x="1053" y="1644"/>
                </a:lnTo>
                <a:lnTo>
                  <a:pt x="990" y="1637"/>
                </a:lnTo>
                <a:lnTo>
                  <a:pt x="933" y="1629"/>
                </a:lnTo>
                <a:lnTo>
                  <a:pt x="881" y="1620"/>
                </a:lnTo>
                <a:lnTo>
                  <a:pt x="835" y="1611"/>
                </a:lnTo>
                <a:lnTo>
                  <a:pt x="796" y="1602"/>
                </a:lnTo>
                <a:lnTo>
                  <a:pt x="761" y="1593"/>
                </a:lnTo>
                <a:lnTo>
                  <a:pt x="732" y="1583"/>
                </a:lnTo>
                <a:lnTo>
                  <a:pt x="708" y="1576"/>
                </a:lnTo>
                <a:lnTo>
                  <a:pt x="691" y="1570"/>
                </a:lnTo>
                <a:lnTo>
                  <a:pt x="678" y="1565"/>
                </a:lnTo>
                <a:lnTo>
                  <a:pt x="671" y="1561"/>
                </a:lnTo>
                <a:lnTo>
                  <a:pt x="646" y="1547"/>
                </a:lnTo>
                <a:lnTo>
                  <a:pt x="624" y="1529"/>
                </a:lnTo>
                <a:lnTo>
                  <a:pt x="606" y="1508"/>
                </a:lnTo>
                <a:lnTo>
                  <a:pt x="593" y="1484"/>
                </a:lnTo>
                <a:lnTo>
                  <a:pt x="584" y="1458"/>
                </a:lnTo>
                <a:lnTo>
                  <a:pt x="578" y="1430"/>
                </a:lnTo>
                <a:lnTo>
                  <a:pt x="579" y="1401"/>
                </a:lnTo>
                <a:lnTo>
                  <a:pt x="700" y="202"/>
                </a:lnTo>
                <a:lnTo>
                  <a:pt x="705" y="174"/>
                </a:lnTo>
                <a:lnTo>
                  <a:pt x="716" y="148"/>
                </a:lnTo>
                <a:lnTo>
                  <a:pt x="730" y="124"/>
                </a:lnTo>
                <a:lnTo>
                  <a:pt x="748" y="103"/>
                </a:lnTo>
                <a:lnTo>
                  <a:pt x="770" y="86"/>
                </a:lnTo>
                <a:lnTo>
                  <a:pt x="796" y="73"/>
                </a:lnTo>
                <a:lnTo>
                  <a:pt x="802" y="70"/>
                </a:lnTo>
                <a:lnTo>
                  <a:pt x="813" y="66"/>
                </a:lnTo>
                <a:lnTo>
                  <a:pt x="831" y="60"/>
                </a:lnTo>
                <a:lnTo>
                  <a:pt x="853" y="53"/>
                </a:lnTo>
                <a:lnTo>
                  <a:pt x="880" y="45"/>
                </a:lnTo>
                <a:lnTo>
                  <a:pt x="912" y="38"/>
                </a:lnTo>
                <a:lnTo>
                  <a:pt x="950" y="29"/>
                </a:lnTo>
                <a:lnTo>
                  <a:pt x="992" y="22"/>
                </a:lnTo>
                <a:lnTo>
                  <a:pt x="1040" y="15"/>
                </a:lnTo>
                <a:lnTo>
                  <a:pt x="1092" y="9"/>
                </a:lnTo>
                <a:lnTo>
                  <a:pt x="1149" y="5"/>
                </a:lnTo>
                <a:lnTo>
                  <a:pt x="1212" y="1"/>
                </a:lnTo>
                <a:lnTo>
                  <a:pt x="1279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5BC9FB3-9949-4224-A132-F68E8A2B7373}"/>
              </a:ext>
            </a:extLst>
          </p:cNvPr>
          <p:cNvGrpSpPr/>
          <p:nvPr/>
        </p:nvGrpSpPr>
        <p:grpSpPr>
          <a:xfrm flipH="1">
            <a:off x="7016435" y="1653181"/>
            <a:ext cx="329932" cy="327755"/>
            <a:chOff x="4311650" y="3267076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6" name="Freeform 368">
              <a:extLst>
                <a:ext uri="{FF2B5EF4-FFF2-40B4-BE49-F238E27FC236}">
                  <a16:creationId xmlns:a16="http://schemas.microsoft.com/office/drawing/2014/main" id="{757DC604-EF85-4394-9356-EB2FDAC0F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1650" y="3267076"/>
              <a:ext cx="481013" cy="477838"/>
            </a:xfrm>
            <a:custGeom>
              <a:avLst/>
              <a:gdLst>
                <a:gd name="T0" fmla="*/ 1666 w 3331"/>
                <a:gd name="T1" fmla="*/ 0 h 3310"/>
                <a:gd name="T2" fmla="*/ 1874 w 3331"/>
                <a:gd name="T3" fmla="*/ 13 h 3310"/>
                <a:gd name="T4" fmla="*/ 2075 w 3331"/>
                <a:gd name="T5" fmla="*/ 51 h 3310"/>
                <a:gd name="T6" fmla="*/ 2268 w 3331"/>
                <a:gd name="T7" fmla="*/ 112 h 3310"/>
                <a:gd name="T8" fmla="*/ 2448 w 3331"/>
                <a:gd name="T9" fmla="*/ 195 h 3310"/>
                <a:gd name="T10" fmla="*/ 2616 w 3331"/>
                <a:gd name="T11" fmla="*/ 297 h 3310"/>
                <a:gd name="T12" fmla="*/ 2771 w 3331"/>
                <a:gd name="T13" fmla="*/ 418 h 3310"/>
                <a:gd name="T14" fmla="*/ 2911 w 3331"/>
                <a:gd name="T15" fmla="*/ 557 h 3310"/>
                <a:gd name="T16" fmla="*/ 3033 w 3331"/>
                <a:gd name="T17" fmla="*/ 710 h 3310"/>
                <a:gd name="T18" fmla="*/ 3136 w 3331"/>
                <a:gd name="T19" fmla="*/ 877 h 3310"/>
                <a:gd name="T20" fmla="*/ 3219 w 3331"/>
                <a:gd name="T21" fmla="*/ 1057 h 3310"/>
                <a:gd name="T22" fmla="*/ 3280 w 3331"/>
                <a:gd name="T23" fmla="*/ 1247 h 3310"/>
                <a:gd name="T24" fmla="*/ 3319 w 3331"/>
                <a:gd name="T25" fmla="*/ 1447 h 3310"/>
                <a:gd name="T26" fmla="*/ 3331 w 3331"/>
                <a:gd name="T27" fmla="*/ 1655 h 3310"/>
                <a:gd name="T28" fmla="*/ 3320 w 3331"/>
                <a:gd name="T29" fmla="*/ 1713 h 3310"/>
                <a:gd name="T30" fmla="*/ 3287 w 3331"/>
                <a:gd name="T31" fmla="*/ 1761 h 3310"/>
                <a:gd name="T32" fmla="*/ 3239 w 3331"/>
                <a:gd name="T33" fmla="*/ 1793 h 3310"/>
                <a:gd name="T34" fmla="*/ 3180 w 3331"/>
                <a:gd name="T35" fmla="*/ 1805 h 3310"/>
                <a:gd name="T36" fmla="*/ 1817 w 3331"/>
                <a:gd name="T37" fmla="*/ 3159 h 3310"/>
                <a:gd name="T38" fmla="*/ 1805 w 3331"/>
                <a:gd name="T39" fmla="*/ 3217 h 3310"/>
                <a:gd name="T40" fmla="*/ 1772 w 3331"/>
                <a:gd name="T41" fmla="*/ 3265 h 3310"/>
                <a:gd name="T42" fmla="*/ 1724 w 3331"/>
                <a:gd name="T43" fmla="*/ 3297 h 3310"/>
                <a:gd name="T44" fmla="*/ 1666 w 3331"/>
                <a:gd name="T45" fmla="*/ 3310 h 3310"/>
                <a:gd name="T46" fmla="*/ 1457 w 3331"/>
                <a:gd name="T47" fmla="*/ 3296 h 3310"/>
                <a:gd name="T48" fmla="*/ 1256 w 3331"/>
                <a:gd name="T49" fmla="*/ 3259 h 3310"/>
                <a:gd name="T50" fmla="*/ 1065 w 3331"/>
                <a:gd name="T51" fmla="*/ 3197 h 3310"/>
                <a:gd name="T52" fmla="*/ 884 w 3331"/>
                <a:gd name="T53" fmla="*/ 3115 h 3310"/>
                <a:gd name="T54" fmla="*/ 715 w 3331"/>
                <a:gd name="T55" fmla="*/ 3012 h 3310"/>
                <a:gd name="T56" fmla="*/ 560 w 3331"/>
                <a:gd name="T57" fmla="*/ 2892 h 3310"/>
                <a:gd name="T58" fmla="*/ 421 w 3331"/>
                <a:gd name="T59" fmla="*/ 2753 h 3310"/>
                <a:gd name="T60" fmla="*/ 299 w 3331"/>
                <a:gd name="T61" fmla="*/ 2599 h 3310"/>
                <a:gd name="T62" fmla="*/ 196 w 3331"/>
                <a:gd name="T63" fmla="*/ 2432 h 3310"/>
                <a:gd name="T64" fmla="*/ 113 w 3331"/>
                <a:gd name="T65" fmla="*/ 2252 h 3310"/>
                <a:gd name="T66" fmla="*/ 51 w 3331"/>
                <a:gd name="T67" fmla="*/ 2062 h 3310"/>
                <a:gd name="T68" fmla="*/ 14 w 3331"/>
                <a:gd name="T69" fmla="*/ 1862 h 3310"/>
                <a:gd name="T70" fmla="*/ 0 w 3331"/>
                <a:gd name="T71" fmla="*/ 1655 h 3310"/>
                <a:gd name="T72" fmla="*/ 14 w 3331"/>
                <a:gd name="T73" fmla="*/ 1447 h 3310"/>
                <a:gd name="T74" fmla="*/ 51 w 3331"/>
                <a:gd name="T75" fmla="*/ 1247 h 3310"/>
                <a:gd name="T76" fmla="*/ 113 w 3331"/>
                <a:gd name="T77" fmla="*/ 1057 h 3310"/>
                <a:gd name="T78" fmla="*/ 196 w 3331"/>
                <a:gd name="T79" fmla="*/ 877 h 3310"/>
                <a:gd name="T80" fmla="*/ 299 w 3331"/>
                <a:gd name="T81" fmla="*/ 710 h 3310"/>
                <a:gd name="T82" fmla="*/ 421 w 3331"/>
                <a:gd name="T83" fmla="*/ 557 h 3310"/>
                <a:gd name="T84" fmla="*/ 560 w 3331"/>
                <a:gd name="T85" fmla="*/ 418 h 3310"/>
                <a:gd name="T86" fmla="*/ 715 w 3331"/>
                <a:gd name="T87" fmla="*/ 297 h 3310"/>
                <a:gd name="T88" fmla="*/ 884 w 3331"/>
                <a:gd name="T89" fmla="*/ 195 h 3310"/>
                <a:gd name="T90" fmla="*/ 1065 w 3331"/>
                <a:gd name="T91" fmla="*/ 112 h 3310"/>
                <a:gd name="T92" fmla="*/ 1256 w 3331"/>
                <a:gd name="T93" fmla="*/ 51 h 3310"/>
                <a:gd name="T94" fmla="*/ 1457 w 3331"/>
                <a:gd name="T95" fmla="*/ 13 h 3310"/>
                <a:gd name="T96" fmla="*/ 1666 w 3331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31" h="3310">
                  <a:moveTo>
                    <a:pt x="1666" y="0"/>
                  </a:moveTo>
                  <a:lnTo>
                    <a:pt x="1666" y="0"/>
                  </a:lnTo>
                  <a:lnTo>
                    <a:pt x="1771" y="3"/>
                  </a:lnTo>
                  <a:lnTo>
                    <a:pt x="1874" y="13"/>
                  </a:lnTo>
                  <a:lnTo>
                    <a:pt x="1976" y="29"/>
                  </a:lnTo>
                  <a:lnTo>
                    <a:pt x="2075" y="51"/>
                  </a:lnTo>
                  <a:lnTo>
                    <a:pt x="2172" y="78"/>
                  </a:lnTo>
                  <a:lnTo>
                    <a:pt x="2268" y="112"/>
                  </a:lnTo>
                  <a:lnTo>
                    <a:pt x="2359" y="150"/>
                  </a:lnTo>
                  <a:lnTo>
                    <a:pt x="2448" y="195"/>
                  </a:lnTo>
                  <a:lnTo>
                    <a:pt x="2534" y="244"/>
                  </a:lnTo>
                  <a:lnTo>
                    <a:pt x="2616" y="297"/>
                  </a:lnTo>
                  <a:lnTo>
                    <a:pt x="2696" y="355"/>
                  </a:lnTo>
                  <a:lnTo>
                    <a:pt x="2771" y="418"/>
                  </a:lnTo>
                  <a:lnTo>
                    <a:pt x="2844" y="485"/>
                  </a:lnTo>
                  <a:lnTo>
                    <a:pt x="2911" y="557"/>
                  </a:lnTo>
                  <a:lnTo>
                    <a:pt x="2973" y="632"/>
                  </a:lnTo>
                  <a:lnTo>
                    <a:pt x="3033" y="710"/>
                  </a:lnTo>
                  <a:lnTo>
                    <a:pt x="3086" y="792"/>
                  </a:lnTo>
                  <a:lnTo>
                    <a:pt x="3136" y="877"/>
                  </a:lnTo>
                  <a:lnTo>
                    <a:pt x="3181" y="965"/>
                  </a:lnTo>
                  <a:lnTo>
                    <a:pt x="3219" y="1057"/>
                  </a:lnTo>
                  <a:lnTo>
                    <a:pt x="3253" y="1152"/>
                  </a:lnTo>
                  <a:lnTo>
                    <a:pt x="3280" y="1247"/>
                  </a:lnTo>
                  <a:lnTo>
                    <a:pt x="3302" y="1346"/>
                  </a:lnTo>
                  <a:lnTo>
                    <a:pt x="3319" y="1447"/>
                  </a:lnTo>
                  <a:lnTo>
                    <a:pt x="3328" y="1550"/>
                  </a:lnTo>
                  <a:lnTo>
                    <a:pt x="3331" y="1655"/>
                  </a:lnTo>
                  <a:lnTo>
                    <a:pt x="3328" y="1685"/>
                  </a:lnTo>
                  <a:lnTo>
                    <a:pt x="3320" y="1713"/>
                  </a:lnTo>
                  <a:lnTo>
                    <a:pt x="3305" y="1738"/>
                  </a:lnTo>
                  <a:lnTo>
                    <a:pt x="3287" y="1761"/>
                  </a:lnTo>
                  <a:lnTo>
                    <a:pt x="3264" y="1779"/>
                  </a:lnTo>
                  <a:lnTo>
                    <a:pt x="3239" y="1793"/>
                  </a:lnTo>
                  <a:lnTo>
                    <a:pt x="3210" y="1802"/>
                  </a:lnTo>
                  <a:lnTo>
                    <a:pt x="3180" y="1805"/>
                  </a:lnTo>
                  <a:lnTo>
                    <a:pt x="1817" y="1805"/>
                  </a:lnTo>
                  <a:lnTo>
                    <a:pt x="1817" y="3159"/>
                  </a:lnTo>
                  <a:lnTo>
                    <a:pt x="1814" y="3189"/>
                  </a:lnTo>
                  <a:lnTo>
                    <a:pt x="1805" y="3217"/>
                  </a:lnTo>
                  <a:lnTo>
                    <a:pt x="1791" y="3243"/>
                  </a:lnTo>
                  <a:lnTo>
                    <a:pt x="1772" y="3265"/>
                  </a:lnTo>
                  <a:lnTo>
                    <a:pt x="1750" y="3284"/>
                  </a:lnTo>
                  <a:lnTo>
                    <a:pt x="1724" y="3297"/>
                  </a:lnTo>
                  <a:lnTo>
                    <a:pt x="1696" y="3307"/>
                  </a:lnTo>
                  <a:lnTo>
                    <a:pt x="1666" y="3310"/>
                  </a:lnTo>
                  <a:lnTo>
                    <a:pt x="1561" y="3305"/>
                  </a:lnTo>
                  <a:lnTo>
                    <a:pt x="1457" y="3296"/>
                  </a:lnTo>
                  <a:lnTo>
                    <a:pt x="1356" y="3281"/>
                  </a:lnTo>
                  <a:lnTo>
                    <a:pt x="1256" y="3259"/>
                  </a:lnTo>
                  <a:lnTo>
                    <a:pt x="1159" y="3231"/>
                  </a:lnTo>
                  <a:lnTo>
                    <a:pt x="1065" y="3197"/>
                  </a:lnTo>
                  <a:lnTo>
                    <a:pt x="973" y="3159"/>
                  </a:lnTo>
                  <a:lnTo>
                    <a:pt x="884" y="3115"/>
                  </a:lnTo>
                  <a:lnTo>
                    <a:pt x="798" y="3066"/>
                  </a:lnTo>
                  <a:lnTo>
                    <a:pt x="715" y="3012"/>
                  </a:lnTo>
                  <a:lnTo>
                    <a:pt x="635" y="2954"/>
                  </a:lnTo>
                  <a:lnTo>
                    <a:pt x="560" y="2892"/>
                  </a:lnTo>
                  <a:lnTo>
                    <a:pt x="489" y="2824"/>
                  </a:lnTo>
                  <a:lnTo>
                    <a:pt x="421" y="2753"/>
                  </a:lnTo>
                  <a:lnTo>
                    <a:pt x="358" y="2678"/>
                  </a:lnTo>
                  <a:lnTo>
                    <a:pt x="299" y="2599"/>
                  </a:lnTo>
                  <a:lnTo>
                    <a:pt x="245" y="2517"/>
                  </a:lnTo>
                  <a:lnTo>
                    <a:pt x="196" y="2432"/>
                  </a:lnTo>
                  <a:lnTo>
                    <a:pt x="152" y="2343"/>
                  </a:lnTo>
                  <a:lnTo>
                    <a:pt x="113" y="2252"/>
                  </a:lnTo>
                  <a:lnTo>
                    <a:pt x="80" y="2158"/>
                  </a:lnTo>
                  <a:lnTo>
                    <a:pt x="51" y="2062"/>
                  </a:lnTo>
                  <a:lnTo>
                    <a:pt x="29" y="1963"/>
                  </a:lnTo>
                  <a:lnTo>
                    <a:pt x="14" y="1862"/>
                  </a:lnTo>
                  <a:lnTo>
                    <a:pt x="3" y="1759"/>
                  </a:lnTo>
                  <a:lnTo>
                    <a:pt x="0" y="1655"/>
                  </a:lnTo>
                  <a:lnTo>
                    <a:pt x="3" y="1550"/>
                  </a:lnTo>
                  <a:lnTo>
                    <a:pt x="14" y="1447"/>
                  </a:lnTo>
                  <a:lnTo>
                    <a:pt x="29" y="1346"/>
                  </a:lnTo>
                  <a:lnTo>
                    <a:pt x="51" y="1247"/>
                  </a:lnTo>
                  <a:lnTo>
                    <a:pt x="80" y="1152"/>
                  </a:lnTo>
                  <a:lnTo>
                    <a:pt x="113" y="1057"/>
                  </a:lnTo>
                  <a:lnTo>
                    <a:pt x="152" y="965"/>
                  </a:lnTo>
                  <a:lnTo>
                    <a:pt x="196" y="877"/>
                  </a:lnTo>
                  <a:lnTo>
                    <a:pt x="245" y="792"/>
                  </a:lnTo>
                  <a:lnTo>
                    <a:pt x="299" y="710"/>
                  </a:lnTo>
                  <a:lnTo>
                    <a:pt x="358" y="632"/>
                  </a:lnTo>
                  <a:lnTo>
                    <a:pt x="421" y="557"/>
                  </a:lnTo>
                  <a:lnTo>
                    <a:pt x="489" y="485"/>
                  </a:lnTo>
                  <a:lnTo>
                    <a:pt x="560" y="418"/>
                  </a:lnTo>
                  <a:lnTo>
                    <a:pt x="635" y="355"/>
                  </a:lnTo>
                  <a:lnTo>
                    <a:pt x="715" y="297"/>
                  </a:lnTo>
                  <a:lnTo>
                    <a:pt x="798" y="244"/>
                  </a:lnTo>
                  <a:lnTo>
                    <a:pt x="884" y="195"/>
                  </a:lnTo>
                  <a:lnTo>
                    <a:pt x="973" y="150"/>
                  </a:lnTo>
                  <a:lnTo>
                    <a:pt x="1065" y="112"/>
                  </a:lnTo>
                  <a:lnTo>
                    <a:pt x="1159" y="78"/>
                  </a:lnTo>
                  <a:lnTo>
                    <a:pt x="1256" y="51"/>
                  </a:lnTo>
                  <a:lnTo>
                    <a:pt x="1356" y="29"/>
                  </a:lnTo>
                  <a:lnTo>
                    <a:pt x="1457" y="13"/>
                  </a:lnTo>
                  <a:lnTo>
                    <a:pt x="1561" y="3"/>
                  </a:lnTo>
                  <a:lnTo>
                    <a:pt x="1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7" name="Freeform 369">
              <a:extLst>
                <a:ext uri="{FF2B5EF4-FFF2-40B4-BE49-F238E27FC236}">
                  <a16:creationId xmlns:a16="http://schemas.microsoft.com/office/drawing/2014/main" id="{2E032FC6-823F-4312-B7AA-C7088E9480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95813" y="3549651"/>
              <a:ext cx="195263" cy="193675"/>
            </a:xfrm>
            <a:custGeom>
              <a:avLst/>
              <a:gdLst>
                <a:gd name="T0" fmla="*/ 152 w 1354"/>
                <a:gd name="T1" fmla="*/ 1183 h 1344"/>
                <a:gd name="T2" fmla="*/ 323 w 1354"/>
                <a:gd name="T3" fmla="*/ 1139 h 1344"/>
                <a:gd name="T4" fmla="*/ 484 w 1354"/>
                <a:gd name="T5" fmla="*/ 1075 h 1344"/>
                <a:gd name="T6" fmla="*/ 634 w 1354"/>
                <a:gd name="T7" fmla="*/ 990 h 1344"/>
                <a:gd name="T8" fmla="*/ 771 w 1354"/>
                <a:gd name="T9" fmla="*/ 886 h 1344"/>
                <a:gd name="T10" fmla="*/ 892 w 1354"/>
                <a:gd name="T11" fmla="*/ 764 h 1344"/>
                <a:gd name="T12" fmla="*/ 997 w 1354"/>
                <a:gd name="T13" fmla="*/ 629 h 1344"/>
                <a:gd name="T14" fmla="*/ 1083 w 1354"/>
                <a:gd name="T15" fmla="*/ 480 h 1344"/>
                <a:gd name="T16" fmla="*/ 1149 w 1354"/>
                <a:gd name="T17" fmla="*/ 320 h 1344"/>
                <a:gd name="T18" fmla="*/ 1192 w 1354"/>
                <a:gd name="T19" fmla="*/ 149 h 1344"/>
                <a:gd name="T20" fmla="*/ 77 w 1354"/>
                <a:gd name="T21" fmla="*/ 0 h 1344"/>
                <a:gd name="T22" fmla="*/ 1295 w 1354"/>
                <a:gd name="T23" fmla="*/ 1 h 1344"/>
                <a:gd name="T24" fmla="*/ 1324 w 1354"/>
                <a:gd name="T25" fmla="*/ 14 h 1344"/>
                <a:gd name="T26" fmla="*/ 1345 w 1354"/>
                <a:gd name="T27" fmla="*/ 37 h 1344"/>
                <a:gd name="T28" fmla="*/ 1354 w 1354"/>
                <a:gd name="T29" fmla="*/ 67 h 1344"/>
                <a:gd name="T30" fmla="*/ 1340 w 1354"/>
                <a:gd name="T31" fmla="*/ 176 h 1344"/>
                <a:gd name="T32" fmla="*/ 1295 w 1354"/>
                <a:gd name="T33" fmla="*/ 356 h 1344"/>
                <a:gd name="T34" fmla="*/ 1228 w 1354"/>
                <a:gd name="T35" fmla="*/ 527 h 1344"/>
                <a:gd name="T36" fmla="*/ 1139 w 1354"/>
                <a:gd name="T37" fmla="*/ 686 h 1344"/>
                <a:gd name="T38" fmla="*/ 1033 w 1354"/>
                <a:gd name="T39" fmla="*/ 833 h 1344"/>
                <a:gd name="T40" fmla="*/ 908 w 1354"/>
                <a:gd name="T41" fmla="*/ 965 h 1344"/>
                <a:gd name="T42" fmla="*/ 768 w 1354"/>
                <a:gd name="T43" fmla="*/ 1080 h 1344"/>
                <a:gd name="T44" fmla="*/ 614 w 1354"/>
                <a:gd name="T45" fmla="*/ 1177 h 1344"/>
                <a:gd name="T46" fmla="*/ 447 w 1354"/>
                <a:gd name="T47" fmla="*/ 1255 h 1344"/>
                <a:gd name="T48" fmla="*/ 270 w 1354"/>
                <a:gd name="T49" fmla="*/ 1311 h 1344"/>
                <a:gd name="T50" fmla="*/ 85 w 1354"/>
                <a:gd name="T51" fmla="*/ 1344 h 1344"/>
                <a:gd name="T52" fmla="*/ 77 w 1354"/>
                <a:gd name="T53" fmla="*/ 1344 h 1344"/>
                <a:gd name="T54" fmla="*/ 41 w 1354"/>
                <a:gd name="T55" fmla="*/ 1336 h 1344"/>
                <a:gd name="T56" fmla="*/ 12 w 1354"/>
                <a:gd name="T57" fmla="*/ 1309 h 1344"/>
                <a:gd name="T58" fmla="*/ 0 w 1354"/>
                <a:gd name="T59" fmla="*/ 1269 h 1344"/>
                <a:gd name="T60" fmla="*/ 3 w 1354"/>
                <a:gd name="T61" fmla="*/ 55 h 1344"/>
                <a:gd name="T62" fmla="*/ 23 w 1354"/>
                <a:gd name="T63" fmla="*/ 21 h 1344"/>
                <a:gd name="T64" fmla="*/ 56 w 1354"/>
                <a:gd name="T65" fmla="*/ 2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54" h="1344">
                  <a:moveTo>
                    <a:pt x="152" y="149"/>
                  </a:moveTo>
                  <a:lnTo>
                    <a:pt x="152" y="1183"/>
                  </a:lnTo>
                  <a:lnTo>
                    <a:pt x="239" y="1164"/>
                  </a:lnTo>
                  <a:lnTo>
                    <a:pt x="323" y="1139"/>
                  </a:lnTo>
                  <a:lnTo>
                    <a:pt x="404" y="1110"/>
                  </a:lnTo>
                  <a:lnTo>
                    <a:pt x="484" y="1075"/>
                  </a:lnTo>
                  <a:lnTo>
                    <a:pt x="560" y="1034"/>
                  </a:lnTo>
                  <a:lnTo>
                    <a:pt x="634" y="990"/>
                  </a:lnTo>
                  <a:lnTo>
                    <a:pt x="704" y="940"/>
                  </a:lnTo>
                  <a:lnTo>
                    <a:pt x="771" y="886"/>
                  </a:lnTo>
                  <a:lnTo>
                    <a:pt x="834" y="826"/>
                  </a:lnTo>
                  <a:lnTo>
                    <a:pt x="892" y="764"/>
                  </a:lnTo>
                  <a:lnTo>
                    <a:pt x="947" y="698"/>
                  </a:lnTo>
                  <a:lnTo>
                    <a:pt x="997" y="629"/>
                  </a:lnTo>
                  <a:lnTo>
                    <a:pt x="1042" y="556"/>
                  </a:lnTo>
                  <a:lnTo>
                    <a:pt x="1083" y="480"/>
                  </a:lnTo>
                  <a:lnTo>
                    <a:pt x="1118" y="401"/>
                  </a:lnTo>
                  <a:lnTo>
                    <a:pt x="1149" y="320"/>
                  </a:lnTo>
                  <a:lnTo>
                    <a:pt x="1173" y="236"/>
                  </a:lnTo>
                  <a:lnTo>
                    <a:pt x="1192" y="149"/>
                  </a:lnTo>
                  <a:lnTo>
                    <a:pt x="152" y="149"/>
                  </a:lnTo>
                  <a:close/>
                  <a:moveTo>
                    <a:pt x="77" y="0"/>
                  </a:moveTo>
                  <a:lnTo>
                    <a:pt x="1280" y="0"/>
                  </a:lnTo>
                  <a:lnTo>
                    <a:pt x="1295" y="1"/>
                  </a:lnTo>
                  <a:lnTo>
                    <a:pt x="1310" y="6"/>
                  </a:lnTo>
                  <a:lnTo>
                    <a:pt x="1324" y="14"/>
                  </a:lnTo>
                  <a:lnTo>
                    <a:pt x="1336" y="25"/>
                  </a:lnTo>
                  <a:lnTo>
                    <a:pt x="1345" y="37"/>
                  </a:lnTo>
                  <a:lnTo>
                    <a:pt x="1351" y="52"/>
                  </a:lnTo>
                  <a:lnTo>
                    <a:pt x="1354" y="67"/>
                  </a:lnTo>
                  <a:lnTo>
                    <a:pt x="1354" y="83"/>
                  </a:lnTo>
                  <a:lnTo>
                    <a:pt x="1340" y="176"/>
                  </a:lnTo>
                  <a:lnTo>
                    <a:pt x="1322" y="267"/>
                  </a:lnTo>
                  <a:lnTo>
                    <a:pt x="1295" y="356"/>
                  </a:lnTo>
                  <a:lnTo>
                    <a:pt x="1265" y="443"/>
                  </a:lnTo>
                  <a:lnTo>
                    <a:pt x="1228" y="527"/>
                  </a:lnTo>
                  <a:lnTo>
                    <a:pt x="1186" y="608"/>
                  </a:lnTo>
                  <a:lnTo>
                    <a:pt x="1139" y="686"/>
                  </a:lnTo>
                  <a:lnTo>
                    <a:pt x="1088" y="761"/>
                  </a:lnTo>
                  <a:lnTo>
                    <a:pt x="1033" y="833"/>
                  </a:lnTo>
                  <a:lnTo>
                    <a:pt x="972" y="900"/>
                  </a:lnTo>
                  <a:lnTo>
                    <a:pt x="908" y="965"/>
                  </a:lnTo>
                  <a:lnTo>
                    <a:pt x="840" y="1024"/>
                  </a:lnTo>
                  <a:lnTo>
                    <a:pt x="768" y="1080"/>
                  </a:lnTo>
                  <a:lnTo>
                    <a:pt x="692" y="1131"/>
                  </a:lnTo>
                  <a:lnTo>
                    <a:pt x="614" y="1177"/>
                  </a:lnTo>
                  <a:lnTo>
                    <a:pt x="531" y="1218"/>
                  </a:lnTo>
                  <a:lnTo>
                    <a:pt x="447" y="1255"/>
                  </a:lnTo>
                  <a:lnTo>
                    <a:pt x="359" y="1286"/>
                  </a:lnTo>
                  <a:lnTo>
                    <a:pt x="270" y="1311"/>
                  </a:lnTo>
                  <a:lnTo>
                    <a:pt x="178" y="1331"/>
                  </a:lnTo>
                  <a:lnTo>
                    <a:pt x="85" y="1344"/>
                  </a:lnTo>
                  <a:lnTo>
                    <a:pt x="81" y="1344"/>
                  </a:lnTo>
                  <a:lnTo>
                    <a:pt x="77" y="1344"/>
                  </a:lnTo>
                  <a:lnTo>
                    <a:pt x="58" y="1342"/>
                  </a:lnTo>
                  <a:lnTo>
                    <a:pt x="41" y="1336"/>
                  </a:lnTo>
                  <a:lnTo>
                    <a:pt x="25" y="1326"/>
                  </a:lnTo>
                  <a:lnTo>
                    <a:pt x="12" y="1309"/>
                  </a:lnTo>
                  <a:lnTo>
                    <a:pt x="3" y="1290"/>
                  </a:lnTo>
                  <a:lnTo>
                    <a:pt x="0" y="1269"/>
                  </a:lnTo>
                  <a:lnTo>
                    <a:pt x="0" y="74"/>
                  </a:lnTo>
                  <a:lnTo>
                    <a:pt x="3" y="55"/>
                  </a:lnTo>
                  <a:lnTo>
                    <a:pt x="11" y="37"/>
                  </a:lnTo>
                  <a:lnTo>
                    <a:pt x="23" y="21"/>
                  </a:lnTo>
                  <a:lnTo>
                    <a:pt x="38" y="10"/>
                  </a:lnTo>
                  <a:lnTo>
                    <a:pt x="56" y="2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CE88247-CD6C-4159-984E-9C6FF7650079}"/>
              </a:ext>
            </a:extLst>
          </p:cNvPr>
          <p:cNvGrpSpPr/>
          <p:nvPr/>
        </p:nvGrpSpPr>
        <p:grpSpPr>
          <a:xfrm flipH="1">
            <a:off x="5609163" y="1653181"/>
            <a:ext cx="329932" cy="327755"/>
            <a:chOff x="2921000" y="319881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9" name="Freeform 374">
              <a:extLst>
                <a:ext uri="{FF2B5EF4-FFF2-40B4-BE49-F238E27FC236}">
                  <a16:creationId xmlns:a16="http://schemas.microsoft.com/office/drawing/2014/main" id="{5EF2DF6E-5922-4D5B-94CB-A2723965CC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1000" y="3198813"/>
              <a:ext cx="481013" cy="477838"/>
            </a:xfrm>
            <a:custGeom>
              <a:avLst/>
              <a:gdLst>
                <a:gd name="T0" fmla="*/ 304 w 3331"/>
                <a:gd name="T1" fmla="*/ 3008 h 3310"/>
                <a:gd name="T2" fmla="*/ 1438 w 3331"/>
                <a:gd name="T3" fmla="*/ 1805 h 3310"/>
                <a:gd name="T4" fmla="*/ 2385 w 3331"/>
                <a:gd name="T5" fmla="*/ 1389 h 3310"/>
                <a:gd name="T6" fmla="*/ 1742 w 3331"/>
                <a:gd name="T7" fmla="*/ 3008 h 3310"/>
                <a:gd name="T8" fmla="*/ 3028 w 3331"/>
                <a:gd name="T9" fmla="*/ 1743 h 3310"/>
                <a:gd name="T10" fmla="*/ 1174 w 3331"/>
                <a:gd name="T11" fmla="*/ 301 h 3310"/>
                <a:gd name="T12" fmla="*/ 1551 w 3331"/>
                <a:gd name="T13" fmla="*/ 1504 h 3310"/>
                <a:gd name="T14" fmla="*/ 2340 w 3331"/>
                <a:gd name="T15" fmla="*/ 1074 h 3310"/>
                <a:gd name="T16" fmla="*/ 2400 w 3331"/>
                <a:gd name="T17" fmla="*/ 1068 h 3310"/>
                <a:gd name="T18" fmla="*/ 2458 w 3331"/>
                <a:gd name="T19" fmla="*/ 1086 h 3310"/>
                <a:gd name="T20" fmla="*/ 3029 w 3331"/>
                <a:gd name="T21" fmla="*/ 301 h 3310"/>
                <a:gd name="T22" fmla="*/ 1022 w 3331"/>
                <a:gd name="T23" fmla="*/ 0 h 3310"/>
                <a:gd name="T24" fmla="*/ 3210 w 3331"/>
                <a:gd name="T25" fmla="*/ 3 h 3310"/>
                <a:gd name="T26" fmla="*/ 3264 w 3331"/>
                <a:gd name="T27" fmla="*/ 26 h 3310"/>
                <a:gd name="T28" fmla="*/ 3305 w 3331"/>
                <a:gd name="T29" fmla="*/ 67 h 3310"/>
                <a:gd name="T30" fmla="*/ 3328 w 3331"/>
                <a:gd name="T31" fmla="*/ 120 h 3310"/>
                <a:gd name="T32" fmla="*/ 3331 w 3331"/>
                <a:gd name="T33" fmla="*/ 3159 h 3310"/>
                <a:gd name="T34" fmla="*/ 3320 w 3331"/>
                <a:gd name="T35" fmla="*/ 3217 h 3310"/>
                <a:gd name="T36" fmla="*/ 3287 w 3331"/>
                <a:gd name="T37" fmla="*/ 3265 h 3310"/>
                <a:gd name="T38" fmla="*/ 3239 w 3331"/>
                <a:gd name="T39" fmla="*/ 3297 h 3310"/>
                <a:gd name="T40" fmla="*/ 3180 w 3331"/>
                <a:gd name="T41" fmla="*/ 3310 h 3310"/>
                <a:gd name="T42" fmla="*/ 121 w 3331"/>
                <a:gd name="T43" fmla="*/ 3307 h 3310"/>
                <a:gd name="T44" fmla="*/ 67 w 3331"/>
                <a:gd name="T45" fmla="*/ 3284 h 3310"/>
                <a:gd name="T46" fmla="*/ 26 w 3331"/>
                <a:gd name="T47" fmla="*/ 3243 h 3310"/>
                <a:gd name="T48" fmla="*/ 3 w 3331"/>
                <a:gd name="T49" fmla="*/ 3189 h 3310"/>
                <a:gd name="T50" fmla="*/ 0 w 3331"/>
                <a:gd name="T51" fmla="*/ 1655 h 3310"/>
                <a:gd name="T52" fmla="*/ 13 w 3331"/>
                <a:gd name="T53" fmla="*/ 1596 h 3310"/>
                <a:gd name="T54" fmla="*/ 45 w 3331"/>
                <a:gd name="T55" fmla="*/ 1548 h 3310"/>
                <a:gd name="T56" fmla="*/ 93 w 3331"/>
                <a:gd name="T57" fmla="*/ 1516 h 3310"/>
                <a:gd name="T58" fmla="*/ 152 w 3331"/>
                <a:gd name="T59" fmla="*/ 1504 h 3310"/>
                <a:gd name="T60" fmla="*/ 871 w 3331"/>
                <a:gd name="T61" fmla="*/ 150 h 3310"/>
                <a:gd name="T62" fmla="*/ 883 w 3331"/>
                <a:gd name="T63" fmla="*/ 92 h 3310"/>
                <a:gd name="T64" fmla="*/ 915 w 3331"/>
                <a:gd name="T65" fmla="*/ 44 h 3310"/>
                <a:gd name="T66" fmla="*/ 963 w 3331"/>
                <a:gd name="T67" fmla="*/ 12 h 3310"/>
                <a:gd name="T68" fmla="*/ 1022 w 3331"/>
                <a:gd name="T69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31" h="3310">
                  <a:moveTo>
                    <a:pt x="304" y="1805"/>
                  </a:moveTo>
                  <a:lnTo>
                    <a:pt x="304" y="3008"/>
                  </a:lnTo>
                  <a:lnTo>
                    <a:pt x="1438" y="3008"/>
                  </a:lnTo>
                  <a:lnTo>
                    <a:pt x="1438" y="1805"/>
                  </a:lnTo>
                  <a:lnTo>
                    <a:pt x="304" y="1805"/>
                  </a:lnTo>
                  <a:close/>
                  <a:moveTo>
                    <a:pt x="2385" y="1389"/>
                  </a:moveTo>
                  <a:lnTo>
                    <a:pt x="1742" y="1743"/>
                  </a:lnTo>
                  <a:lnTo>
                    <a:pt x="1742" y="3008"/>
                  </a:lnTo>
                  <a:lnTo>
                    <a:pt x="3028" y="3008"/>
                  </a:lnTo>
                  <a:lnTo>
                    <a:pt x="3028" y="1743"/>
                  </a:lnTo>
                  <a:lnTo>
                    <a:pt x="2385" y="1389"/>
                  </a:lnTo>
                  <a:close/>
                  <a:moveTo>
                    <a:pt x="1174" y="301"/>
                  </a:moveTo>
                  <a:lnTo>
                    <a:pt x="1174" y="1504"/>
                  </a:lnTo>
                  <a:lnTo>
                    <a:pt x="1551" y="1504"/>
                  </a:lnTo>
                  <a:lnTo>
                    <a:pt x="2312" y="1086"/>
                  </a:lnTo>
                  <a:lnTo>
                    <a:pt x="2340" y="1074"/>
                  </a:lnTo>
                  <a:lnTo>
                    <a:pt x="2369" y="1068"/>
                  </a:lnTo>
                  <a:lnTo>
                    <a:pt x="2400" y="1068"/>
                  </a:lnTo>
                  <a:lnTo>
                    <a:pt x="2430" y="1074"/>
                  </a:lnTo>
                  <a:lnTo>
                    <a:pt x="2458" y="1086"/>
                  </a:lnTo>
                  <a:lnTo>
                    <a:pt x="3029" y="1399"/>
                  </a:lnTo>
                  <a:lnTo>
                    <a:pt x="3029" y="301"/>
                  </a:lnTo>
                  <a:lnTo>
                    <a:pt x="1174" y="301"/>
                  </a:lnTo>
                  <a:close/>
                  <a:moveTo>
                    <a:pt x="1022" y="0"/>
                  </a:moveTo>
                  <a:lnTo>
                    <a:pt x="3180" y="0"/>
                  </a:lnTo>
                  <a:lnTo>
                    <a:pt x="3210" y="3"/>
                  </a:lnTo>
                  <a:lnTo>
                    <a:pt x="3239" y="12"/>
                  </a:lnTo>
                  <a:lnTo>
                    <a:pt x="3264" y="26"/>
                  </a:lnTo>
                  <a:lnTo>
                    <a:pt x="3287" y="44"/>
                  </a:lnTo>
                  <a:lnTo>
                    <a:pt x="3305" y="67"/>
                  </a:lnTo>
                  <a:lnTo>
                    <a:pt x="3320" y="92"/>
                  </a:lnTo>
                  <a:lnTo>
                    <a:pt x="3328" y="120"/>
                  </a:lnTo>
                  <a:lnTo>
                    <a:pt x="3331" y="150"/>
                  </a:lnTo>
                  <a:lnTo>
                    <a:pt x="3331" y="3159"/>
                  </a:lnTo>
                  <a:lnTo>
                    <a:pt x="3328" y="3189"/>
                  </a:lnTo>
                  <a:lnTo>
                    <a:pt x="3320" y="3217"/>
                  </a:lnTo>
                  <a:lnTo>
                    <a:pt x="3305" y="3243"/>
                  </a:lnTo>
                  <a:lnTo>
                    <a:pt x="3287" y="3265"/>
                  </a:lnTo>
                  <a:lnTo>
                    <a:pt x="3264" y="3284"/>
                  </a:lnTo>
                  <a:lnTo>
                    <a:pt x="3239" y="3297"/>
                  </a:lnTo>
                  <a:lnTo>
                    <a:pt x="3210" y="3307"/>
                  </a:lnTo>
                  <a:lnTo>
                    <a:pt x="3180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655"/>
                  </a:lnTo>
                  <a:lnTo>
                    <a:pt x="3" y="1624"/>
                  </a:lnTo>
                  <a:lnTo>
                    <a:pt x="13" y="1596"/>
                  </a:lnTo>
                  <a:lnTo>
                    <a:pt x="26" y="1571"/>
                  </a:lnTo>
                  <a:lnTo>
                    <a:pt x="45" y="1548"/>
                  </a:lnTo>
                  <a:lnTo>
                    <a:pt x="67" y="1530"/>
                  </a:lnTo>
                  <a:lnTo>
                    <a:pt x="93" y="1516"/>
                  </a:lnTo>
                  <a:lnTo>
                    <a:pt x="121" y="1507"/>
                  </a:lnTo>
                  <a:lnTo>
                    <a:pt x="152" y="1504"/>
                  </a:lnTo>
                  <a:lnTo>
                    <a:pt x="871" y="1504"/>
                  </a:lnTo>
                  <a:lnTo>
                    <a:pt x="871" y="150"/>
                  </a:lnTo>
                  <a:lnTo>
                    <a:pt x="874" y="120"/>
                  </a:lnTo>
                  <a:lnTo>
                    <a:pt x="883" y="92"/>
                  </a:lnTo>
                  <a:lnTo>
                    <a:pt x="897" y="67"/>
                  </a:lnTo>
                  <a:lnTo>
                    <a:pt x="915" y="44"/>
                  </a:lnTo>
                  <a:lnTo>
                    <a:pt x="938" y="26"/>
                  </a:lnTo>
                  <a:lnTo>
                    <a:pt x="963" y="12"/>
                  </a:lnTo>
                  <a:lnTo>
                    <a:pt x="991" y="3"/>
                  </a:lnTo>
                  <a:lnTo>
                    <a:pt x="10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0" name="Freeform 375">
              <a:extLst>
                <a:ext uri="{FF2B5EF4-FFF2-40B4-BE49-F238E27FC236}">
                  <a16:creationId xmlns:a16="http://schemas.microsoft.com/office/drawing/2014/main" id="{8D9A3111-7A0A-495B-9E62-BD623471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088" y="3486150"/>
              <a:ext cx="44450" cy="44450"/>
            </a:xfrm>
            <a:custGeom>
              <a:avLst/>
              <a:gdLst>
                <a:gd name="T0" fmla="*/ 38 w 303"/>
                <a:gd name="T1" fmla="*/ 0 h 301"/>
                <a:gd name="T2" fmla="*/ 265 w 303"/>
                <a:gd name="T3" fmla="*/ 0 h 301"/>
                <a:gd name="T4" fmla="*/ 280 w 303"/>
                <a:gd name="T5" fmla="*/ 3 h 301"/>
                <a:gd name="T6" fmla="*/ 292 w 303"/>
                <a:gd name="T7" fmla="*/ 11 h 301"/>
                <a:gd name="T8" fmla="*/ 301 w 303"/>
                <a:gd name="T9" fmla="*/ 23 h 301"/>
                <a:gd name="T10" fmla="*/ 303 w 303"/>
                <a:gd name="T11" fmla="*/ 37 h 301"/>
                <a:gd name="T12" fmla="*/ 303 w 303"/>
                <a:gd name="T13" fmla="*/ 263 h 301"/>
                <a:gd name="T14" fmla="*/ 300 w 303"/>
                <a:gd name="T15" fmla="*/ 278 h 301"/>
                <a:gd name="T16" fmla="*/ 292 w 303"/>
                <a:gd name="T17" fmla="*/ 290 h 301"/>
                <a:gd name="T18" fmla="*/ 280 w 303"/>
                <a:gd name="T19" fmla="*/ 297 h 301"/>
                <a:gd name="T20" fmla="*/ 265 w 303"/>
                <a:gd name="T21" fmla="*/ 301 h 301"/>
                <a:gd name="T22" fmla="*/ 38 w 303"/>
                <a:gd name="T23" fmla="*/ 301 h 301"/>
                <a:gd name="T24" fmla="*/ 23 w 303"/>
                <a:gd name="T25" fmla="*/ 297 h 301"/>
                <a:gd name="T26" fmla="*/ 12 w 303"/>
                <a:gd name="T27" fmla="*/ 290 h 301"/>
                <a:gd name="T28" fmla="*/ 3 w 303"/>
                <a:gd name="T29" fmla="*/ 278 h 301"/>
                <a:gd name="T30" fmla="*/ 0 w 303"/>
                <a:gd name="T31" fmla="*/ 263 h 301"/>
                <a:gd name="T32" fmla="*/ 0 w 303"/>
                <a:gd name="T33" fmla="*/ 37 h 301"/>
                <a:gd name="T34" fmla="*/ 3 w 303"/>
                <a:gd name="T35" fmla="*/ 23 h 301"/>
                <a:gd name="T36" fmla="*/ 12 w 303"/>
                <a:gd name="T37" fmla="*/ 11 h 301"/>
                <a:gd name="T38" fmla="*/ 23 w 303"/>
                <a:gd name="T39" fmla="*/ 3 h 301"/>
                <a:gd name="T40" fmla="*/ 38 w 303"/>
                <a:gd name="T4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301">
                  <a:moveTo>
                    <a:pt x="38" y="0"/>
                  </a:moveTo>
                  <a:lnTo>
                    <a:pt x="265" y="0"/>
                  </a:lnTo>
                  <a:lnTo>
                    <a:pt x="280" y="3"/>
                  </a:lnTo>
                  <a:lnTo>
                    <a:pt x="292" y="11"/>
                  </a:lnTo>
                  <a:lnTo>
                    <a:pt x="301" y="23"/>
                  </a:lnTo>
                  <a:lnTo>
                    <a:pt x="303" y="37"/>
                  </a:lnTo>
                  <a:lnTo>
                    <a:pt x="303" y="263"/>
                  </a:lnTo>
                  <a:lnTo>
                    <a:pt x="300" y="278"/>
                  </a:lnTo>
                  <a:lnTo>
                    <a:pt x="292" y="290"/>
                  </a:lnTo>
                  <a:lnTo>
                    <a:pt x="280" y="297"/>
                  </a:lnTo>
                  <a:lnTo>
                    <a:pt x="265" y="301"/>
                  </a:lnTo>
                  <a:lnTo>
                    <a:pt x="38" y="301"/>
                  </a:lnTo>
                  <a:lnTo>
                    <a:pt x="23" y="297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7"/>
                  </a:lnTo>
                  <a:lnTo>
                    <a:pt x="3" y="23"/>
                  </a:lnTo>
                  <a:lnTo>
                    <a:pt x="12" y="11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1" name="Freeform 376">
              <a:extLst>
                <a:ext uri="{FF2B5EF4-FFF2-40B4-BE49-F238E27FC236}">
                  <a16:creationId xmlns:a16="http://schemas.microsoft.com/office/drawing/2014/main" id="{DCA4B728-F723-4EC8-AD20-4B6B64F8F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288" y="3486150"/>
              <a:ext cx="44450" cy="44450"/>
            </a:xfrm>
            <a:custGeom>
              <a:avLst/>
              <a:gdLst>
                <a:gd name="T0" fmla="*/ 38 w 304"/>
                <a:gd name="T1" fmla="*/ 0 h 301"/>
                <a:gd name="T2" fmla="*/ 266 w 304"/>
                <a:gd name="T3" fmla="*/ 0 h 301"/>
                <a:gd name="T4" fmla="*/ 281 w 304"/>
                <a:gd name="T5" fmla="*/ 3 h 301"/>
                <a:gd name="T6" fmla="*/ 292 w 304"/>
                <a:gd name="T7" fmla="*/ 11 h 301"/>
                <a:gd name="T8" fmla="*/ 301 w 304"/>
                <a:gd name="T9" fmla="*/ 23 h 301"/>
                <a:gd name="T10" fmla="*/ 304 w 304"/>
                <a:gd name="T11" fmla="*/ 37 h 301"/>
                <a:gd name="T12" fmla="*/ 304 w 304"/>
                <a:gd name="T13" fmla="*/ 263 h 301"/>
                <a:gd name="T14" fmla="*/ 301 w 304"/>
                <a:gd name="T15" fmla="*/ 278 h 301"/>
                <a:gd name="T16" fmla="*/ 292 w 304"/>
                <a:gd name="T17" fmla="*/ 290 h 301"/>
                <a:gd name="T18" fmla="*/ 281 w 304"/>
                <a:gd name="T19" fmla="*/ 297 h 301"/>
                <a:gd name="T20" fmla="*/ 266 w 304"/>
                <a:gd name="T21" fmla="*/ 301 h 301"/>
                <a:gd name="T22" fmla="*/ 38 w 304"/>
                <a:gd name="T23" fmla="*/ 301 h 301"/>
                <a:gd name="T24" fmla="*/ 23 w 304"/>
                <a:gd name="T25" fmla="*/ 297 h 301"/>
                <a:gd name="T26" fmla="*/ 12 w 304"/>
                <a:gd name="T27" fmla="*/ 290 h 301"/>
                <a:gd name="T28" fmla="*/ 3 w 304"/>
                <a:gd name="T29" fmla="*/ 278 h 301"/>
                <a:gd name="T30" fmla="*/ 0 w 304"/>
                <a:gd name="T31" fmla="*/ 263 h 301"/>
                <a:gd name="T32" fmla="*/ 0 w 304"/>
                <a:gd name="T33" fmla="*/ 37 h 301"/>
                <a:gd name="T34" fmla="*/ 3 w 304"/>
                <a:gd name="T35" fmla="*/ 23 h 301"/>
                <a:gd name="T36" fmla="*/ 12 w 304"/>
                <a:gd name="T37" fmla="*/ 11 h 301"/>
                <a:gd name="T38" fmla="*/ 23 w 304"/>
                <a:gd name="T39" fmla="*/ 3 h 301"/>
                <a:gd name="T40" fmla="*/ 38 w 304"/>
                <a:gd name="T4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1">
                  <a:moveTo>
                    <a:pt x="38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1"/>
                  </a:lnTo>
                  <a:lnTo>
                    <a:pt x="301" y="23"/>
                  </a:lnTo>
                  <a:lnTo>
                    <a:pt x="304" y="37"/>
                  </a:lnTo>
                  <a:lnTo>
                    <a:pt x="304" y="263"/>
                  </a:lnTo>
                  <a:lnTo>
                    <a:pt x="301" y="278"/>
                  </a:lnTo>
                  <a:lnTo>
                    <a:pt x="292" y="290"/>
                  </a:lnTo>
                  <a:lnTo>
                    <a:pt x="281" y="297"/>
                  </a:lnTo>
                  <a:lnTo>
                    <a:pt x="266" y="301"/>
                  </a:lnTo>
                  <a:lnTo>
                    <a:pt x="38" y="301"/>
                  </a:lnTo>
                  <a:lnTo>
                    <a:pt x="23" y="297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7"/>
                  </a:lnTo>
                  <a:lnTo>
                    <a:pt x="3" y="23"/>
                  </a:lnTo>
                  <a:lnTo>
                    <a:pt x="12" y="11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2" name="Freeform 377">
              <a:extLst>
                <a:ext uri="{FF2B5EF4-FFF2-40B4-BE49-F238E27FC236}">
                  <a16:creationId xmlns:a16="http://schemas.microsoft.com/office/drawing/2014/main" id="{2E79A08F-D5B0-4C0F-AC78-9E2622029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088" y="3562350"/>
              <a:ext cx="44450" cy="44450"/>
            </a:xfrm>
            <a:custGeom>
              <a:avLst/>
              <a:gdLst>
                <a:gd name="T0" fmla="*/ 38 w 303"/>
                <a:gd name="T1" fmla="*/ 0 h 302"/>
                <a:gd name="T2" fmla="*/ 265 w 303"/>
                <a:gd name="T3" fmla="*/ 0 h 302"/>
                <a:gd name="T4" fmla="*/ 280 w 303"/>
                <a:gd name="T5" fmla="*/ 3 h 302"/>
                <a:gd name="T6" fmla="*/ 292 w 303"/>
                <a:gd name="T7" fmla="*/ 12 h 302"/>
                <a:gd name="T8" fmla="*/ 301 w 303"/>
                <a:gd name="T9" fmla="*/ 23 h 302"/>
                <a:gd name="T10" fmla="*/ 303 w 303"/>
                <a:gd name="T11" fmla="*/ 38 h 302"/>
                <a:gd name="T12" fmla="*/ 303 w 303"/>
                <a:gd name="T13" fmla="*/ 263 h 302"/>
                <a:gd name="T14" fmla="*/ 300 w 303"/>
                <a:gd name="T15" fmla="*/ 278 h 302"/>
                <a:gd name="T16" fmla="*/ 292 w 303"/>
                <a:gd name="T17" fmla="*/ 290 h 302"/>
                <a:gd name="T18" fmla="*/ 280 w 303"/>
                <a:gd name="T19" fmla="*/ 299 h 302"/>
                <a:gd name="T20" fmla="*/ 265 w 303"/>
                <a:gd name="T21" fmla="*/ 302 h 302"/>
                <a:gd name="T22" fmla="*/ 38 w 303"/>
                <a:gd name="T23" fmla="*/ 302 h 302"/>
                <a:gd name="T24" fmla="*/ 23 w 303"/>
                <a:gd name="T25" fmla="*/ 299 h 302"/>
                <a:gd name="T26" fmla="*/ 12 w 303"/>
                <a:gd name="T27" fmla="*/ 290 h 302"/>
                <a:gd name="T28" fmla="*/ 3 w 303"/>
                <a:gd name="T29" fmla="*/ 278 h 302"/>
                <a:gd name="T30" fmla="*/ 0 w 303"/>
                <a:gd name="T31" fmla="*/ 263 h 302"/>
                <a:gd name="T32" fmla="*/ 0 w 303"/>
                <a:gd name="T33" fmla="*/ 38 h 302"/>
                <a:gd name="T34" fmla="*/ 3 w 303"/>
                <a:gd name="T35" fmla="*/ 23 h 302"/>
                <a:gd name="T36" fmla="*/ 12 w 303"/>
                <a:gd name="T37" fmla="*/ 12 h 302"/>
                <a:gd name="T38" fmla="*/ 23 w 303"/>
                <a:gd name="T39" fmla="*/ 3 h 302"/>
                <a:gd name="T40" fmla="*/ 38 w 303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3" h="302">
                  <a:moveTo>
                    <a:pt x="38" y="0"/>
                  </a:moveTo>
                  <a:lnTo>
                    <a:pt x="265" y="0"/>
                  </a:lnTo>
                  <a:lnTo>
                    <a:pt x="280" y="3"/>
                  </a:lnTo>
                  <a:lnTo>
                    <a:pt x="292" y="12"/>
                  </a:lnTo>
                  <a:lnTo>
                    <a:pt x="301" y="23"/>
                  </a:lnTo>
                  <a:lnTo>
                    <a:pt x="303" y="38"/>
                  </a:lnTo>
                  <a:lnTo>
                    <a:pt x="303" y="263"/>
                  </a:lnTo>
                  <a:lnTo>
                    <a:pt x="300" y="278"/>
                  </a:lnTo>
                  <a:lnTo>
                    <a:pt x="292" y="290"/>
                  </a:lnTo>
                  <a:lnTo>
                    <a:pt x="280" y="299"/>
                  </a:lnTo>
                  <a:lnTo>
                    <a:pt x="265" y="302"/>
                  </a:lnTo>
                  <a:lnTo>
                    <a:pt x="38" y="302"/>
                  </a:lnTo>
                  <a:lnTo>
                    <a:pt x="23" y="299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8"/>
                  </a:lnTo>
                  <a:lnTo>
                    <a:pt x="3" y="23"/>
                  </a:lnTo>
                  <a:lnTo>
                    <a:pt x="12" y="12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3" name="Freeform 378">
              <a:extLst>
                <a:ext uri="{FF2B5EF4-FFF2-40B4-BE49-F238E27FC236}">
                  <a16:creationId xmlns:a16="http://schemas.microsoft.com/office/drawing/2014/main" id="{4D256576-DFDF-41F9-9928-3472AD650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288" y="3562350"/>
              <a:ext cx="44450" cy="44450"/>
            </a:xfrm>
            <a:custGeom>
              <a:avLst/>
              <a:gdLst>
                <a:gd name="T0" fmla="*/ 38 w 304"/>
                <a:gd name="T1" fmla="*/ 0 h 302"/>
                <a:gd name="T2" fmla="*/ 266 w 304"/>
                <a:gd name="T3" fmla="*/ 0 h 302"/>
                <a:gd name="T4" fmla="*/ 281 w 304"/>
                <a:gd name="T5" fmla="*/ 3 h 302"/>
                <a:gd name="T6" fmla="*/ 292 w 304"/>
                <a:gd name="T7" fmla="*/ 12 h 302"/>
                <a:gd name="T8" fmla="*/ 301 w 304"/>
                <a:gd name="T9" fmla="*/ 23 h 302"/>
                <a:gd name="T10" fmla="*/ 304 w 304"/>
                <a:gd name="T11" fmla="*/ 38 h 302"/>
                <a:gd name="T12" fmla="*/ 304 w 304"/>
                <a:gd name="T13" fmla="*/ 263 h 302"/>
                <a:gd name="T14" fmla="*/ 301 w 304"/>
                <a:gd name="T15" fmla="*/ 278 h 302"/>
                <a:gd name="T16" fmla="*/ 292 w 304"/>
                <a:gd name="T17" fmla="*/ 290 h 302"/>
                <a:gd name="T18" fmla="*/ 281 w 304"/>
                <a:gd name="T19" fmla="*/ 299 h 302"/>
                <a:gd name="T20" fmla="*/ 266 w 304"/>
                <a:gd name="T21" fmla="*/ 302 h 302"/>
                <a:gd name="T22" fmla="*/ 38 w 304"/>
                <a:gd name="T23" fmla="*/ 302 h 302"/>
                <a:gd name="T24" fmla="*/ 23 w 304"/>
                <a:gd name="T25" fmla="*/ 299 h 302"/>
                <a:gd name="T26" fmla="*/ 12 w 304"/>
                <a:gd name="T27" fmla="*/ 290 h 302"/>
                <a:gd name="T28" fmla="*/ 3 w 304"/>
                <a:gd name="T29" fmla="*/ 278 h 302"/>
                <a:gd name="T30" fmla="*/ 0 w 304"/>
                <a:gd name="T31" fmla="*/ 263 h 302"/>
                <a:gd name="T32" fmla="*/ 0 w 304"/>
                <a:gd name="T33" fmla="*/ 38 h 302"/>
                <a:gd name="T34" fmla="*/ 3 w 304"/>
                <a:gd name="T35" fmla="*/ 23 h 302"/>
                <a:gd name="T36" fmla="*/ 12 w 304"/>
                <a:gd name="T37" fmla="*/ 12 h 302"/>
                <a:gd name="T38" fmla="*/ 23 w 304"/>
                <a:gd name="T39" fmla="*/ 3 h 302"/>
                <a:gd name="T40" fmla="*/ 38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8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2"/>
                  </a:lnTo>
                  <a:lnTo>
                    <a:pt x="301" y="23"/>
                  </a:lnTo>
                  <a:lnTo>
                    <a:pt x="304" y="38"/>
                  </a:lnTo>
                  <a:lnTo>
                    <a:pt x="304" y="263"/>
                  </a:lnTo>
                  <a:lnTo>
                    <a:pt x="301" y="278"/>
                  </a:lnTo>
                  <a:lnTo>
                    <a:pt x="292" y="290"/>
                  </a:lnTo>
                  <a:lnTo>
                    <a:pt x="281" y="299"/>
                  </a:lnTo>
                  <a:lnTo>
                    <a:pt x="266" y="302"/>
                  </a:lnTo>
                  <a:lnTo>
                    <a:pt x="38" y="302"/>
                  </a:lnTo>
                  <a:lnTo>
                    <a:pt x="23" y="299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8"/>
                  </a:lnTo>
                  <a:lnTo>
                    <a:pt x="3" y="23"/>
                  </a:lnTo>
                  <a:lnTo>
                    <a:pt x="12" y="12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4" name="Freeform 379">
              <a:extLst>
                <a:ext uri="{FF2B5EF4-FFF2-40B4-BE49-F238E27FC236}">
                  <a16:creationId xmlns:a16="http://schemas.microsoft.com/office/drawing/2014/main" id="{7589CBD2-3DFB-4AC5-9A8F-B50EADAA7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163" y="3486150"/>
              <a:ext cx="42863" cy="44450"/>
            </a:xfrm>
            <a:custGeom>
              <a:avLst/>
              <a:gdLst>
                <a:gd name="T0" fmla="*/ 38 w 304"/>
                <a:gd name="T1" fmla="*/ 0 h 301"/>
                <a:gd name="T2" fmla="*/ 266 w 304"/>
                <a:gd name="T3" fmla="*/ 0 h 301"/>
                <a:gd name="T4" fmla="*/ 281 w 304"/>
                <a:gd name="T5" fmla="*/ 3 h 301"/>
                <a:gd name="T6" fmla="*/ 292 w 304"/>
                <a:gd name="T7" fmla="*/ 11 h 301"/>
                <a:gd name="T8" fmla="*/ 301 w 304"/>
                <a:gd name="T9" fmla="*/ 23 h 301"/>
                <a:gd name="T10" fmla="*/ 304 w 304"/>
                <a:gd name="T11" fmla="*/ 37 h 301"/>
                <a:gd name="T12" fmla="*/ 304 w 304"/>
                <a:gd name="T13" fmla="*/ 263 h 301"/>
                <a:gd name="T14" fmla="*/ 301 w 304"/>
                <a:gd name="T15" fmla="*/ 278 h 301"/>
                <a:gd name="T16" fmla="*/ 292 w 304"/>
                <a:gd name="T17" fmla="*/ 290 h 301"/>
                <a:gd name="T18" fmla="*/ 281 w 304"/>
                <a:gd name="T19" fmla="*/ 297 h 301"/>
                <a:gd name="T20" fmla="*/ 266 w 304"/>
                <a:gd name="T21" fmla="*/ 301 h 301"/>
                <a:gd name="T22" fmla="*/ 38 w 304"/>
                <a:gd name="T23" fmla="*/ 301 h 301"/>
                <a:gd name="T24" fmla="*/ 23 w 304"/>
                <a:gd name="T25" fmla="*/ 297 h 301"/>
                <a:gd name="T26" fmla="*/ 12 w 304"/>
                <a:gd name="T27" fmla="*/ 290 h 301"/>
                <a:gd name="T28" fmla="*/ 3 w 304"/>
                <a:gd name="T29" fmla="*/ 278 h 301"/>
                <a:gd name="T30" fmla="*/ 0 w 304"/>
                <a:gd name="T31" fmla="*/ 263 h 301"/>
                <a:gd name="T32" fmla="*/ 0 w 304"/>
                <a:gd name="T33" fmla="*/ 37 h 301"/>
                <a:gd name="T34" fmla="*/ 3 w 304"/>
                <a:gd name="T35" fmla="*/ 23 h 301"/>
                <a:gd name="T36" fmla="*/ 12 w 304"/>
                <a:gd name="T37" fmla="*/ 11 h 301"/>
                <a:gd name="T38" fmla="*/ 23 w 304"/>
                <a:gd name="T39" fmla="*/ 3 h 301"/>
                <a:gd name="T40" fmla="*/ 38 w 304"/>
                <a:gd name="T4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1">
                  <a:moveTo>
                    <a:pt x="38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1"/>
                  </a:lnTo>
                  <a:lnTo>
                    <a:pt x="301" y="23"/>
                  </a:lnTo>
                  <a:lnTo>
                    <a:pt x="304" y="37"/>
                  </a:lnTo>
                  <a:lnTo>
                    <a:pt x="304" y="263"/>
                  </a:lnTo>
                  <a:lnTo>
                    <a:pt x="301" y="278"/>
                  </a:lnTo>
                  <a:lnTo>
                    <a:pt x="292" y="290"/>
                  </a:lnTo>
                  <a:lnTo>
                    <a:pt x="281" y="297"/>
                  </a:lnTo>
                  <a:lnTo>
                    <a:pt x="266" y="301"/>
                  </a:lnTo>
                  <a:lnTo>
                    <a:pt x="38" y="301"/>
                  </a:lnTo>
                  <a:lnTo>
                    <a:pt x="23" y="297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7"/>
                  </a:lnTo>
                  <a:lnTo>
                    <a:pt x="3" y="23"/>
                  </a:lnTo>
                  <a:lnTo>
                    <a:pt x="12" y="11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5" name="Freeform 380">
              <a:extLst>
                <a:ext uri="{FF2B5EF4-FFF2-40B4-BE49-F238E27FC236}">
                  <a16:creationId xmlns:a16="http://schemas.microsoft.com/office/drawing/2014/main" id="{243FC97D-9FC6-4F8A-8963-E006EFFD4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363" y="3486150"/>
              <a:ext cx="44450" cy="44450"/>
            </a:xfrm>
            <a:custGeom>
              <a:avLst/>
              <a:gdLst>
                <a:gd name="T0" fmla="*/ 39 w 304"/>
                <a:gd name="T1" fmla="*/ 0 h 301"/>
                <a:gd name="T2" fmla="*/ 266 w 304"/>
                <a:gd name="T3" fmla="*/ 0 h 301"/>
                <a:gd name="T4" fmla="*/ 281 w 304"/>
                <a:gd name="T5" fmla="*/ 3 h 301"/>
                <a:gd name="T6" fmla="*/ 292 w 304"/>
                <a:gd name="T7" fmla="*/ 11 h 301"/>
                <a:gd name="T8" fmla="*/ 300 w 304"/>
                <a:gd name="T9" fmla="*/ 23 h 301"/>
                <a:gd name="T10" fmla="*/ 304 w 304"/>
                <a:gd name="T11" fmla="*/ 37 h 301"/>
                <a:gd name="T12" fmla="*/ 304 w 304"/>
                <a:gd name="T13" fmla="*/ 263 h 301"/>
                <a:gd name="T14" fmla="*/ 300 w 304"/>
                <a:gd name="T15" fmla="*/ 278 h 301"/>
                <a:gd name="T16" fmla="*/ 292 w 304"/>
                <a:gd name="T17" fmla="*/ 290 h 301"/>
                <a:gd name="T18" fmla="*/ 281 w 304"/>
                <a:gd name="T19" fmla="*/ 297 h 301"/>
                <a:gd name="T20" fmla="*/ 266 w 304"/>
                <a:gd name="T21" fmla="*/ 301 h 301"/>
                <a:gd name="T22" fmla="*/ 39 w 304"/>
                <a:gd name="T23" fmla="*/ 301 h 301"/>
                <a:gd name="T24" fmla="*/ 24 w 304"/>
                <a:gd name="T25" fmla="*/ 297 h 301"/>
                <a:gd name="T26" fmla="*/ 12 w 304"/>
                <a:gd name="T27" fmla="*/ 290 h 301"/>
                <a:gd name="T28" fmla="*/ 3 w 304"/>
                <a:gd name="T29" fmla="*/ 278 h 301"/>
                <a:gd name="T30" fmla="*/ 0 w 304"/>
                <a:gd name="T31" fmla="*/ 263 h 301"/>
                <a:gd name="T32" fmla="*/ 0 w 304"/>
                <a:gd name="T33" fmla="*/ 37 h 301"/>
                <a:gd name="T34" fmla="*/ 3 w 304"/>
                <a:gd name="T35" fmla="*/ 23 h 301"/>
                <a:gd name="T36" fmla="*/ 12 w 304"/>
                <a:gd name="T37" fmla="*/ 11 h 301"/>
                <a:gd name="T38" fmla="*/ 24 w 304"/>
                <a:gd name="T39" fmla="*/ 3 h 301"/>
                <a:gd name="T40" fmla="*/ 39 w 304"/>
                <a:gd name="T4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1">
                  <a:moveTo>
                    <a:pt x="39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1"/>
                  </a:lnTo>
                  <a:lnTo>
                    <a:pt x="300" y="23"/>
                  </a:lnTo>
                  <a:lnTo>
                    <a:pt x="304" y="37"/>
                  </a:lnTo>
                  <a:lnTo>
                    <a:pt x="304" y="263"/>
                  </a:lnTo>
                  <a:lnTo>
                    <a:pt x="300" y="278"/>
                  </a:lnTo>
                  <a:lnTo>
                    <a:pt x="292" y="290"/>
                  </a:lnTo>
                  <a:lnTo>
                    <a:pt x="281" y="297"/>
                  </a:lnTo>
                  <a:lnTo>
                    <a:pt x="266" y="301"/>
                  </a:lnTo>
                  <a:lnTo>
                    <a:pt x="39" y="301"/>
                  </a:lnTo>
                  <a:lnTo>
                    <a:pt x="24" y="297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7"/>
                  </a:lnTo>
                  <a:lnTo>
                    <a:pt x="3" y="23"/>
                  </a:lnTo>
                  <a:lnTo>
                    <a:pt x="12" y="11"/>
                  </a:lnTo>
                  <a:lnTo>
                    <a:pt x="24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6" name="Freeform 381">
              <a:extLst>
                <a:ext uri="{FF2B5EF4-FFF2-40B4-BE49-F238E27FC236}">
                  <a16:creationId xmlns:a16="http://schemas.microsoft.com/office/drawing/2014/main" id="{B9D925D3-1843-4EA2-9626-A58C9C6B0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163" y="3562350"/>
              <a:ext cx="42863" cy="44450"/>
            </a:xfrm>
            <a:custGeom>
              <a:avLst/>
              <a:gdLst>
                <a:gd name="T0" fmla="*/ 38 w 304"/>
                <a:gd name="T1" fmla="*/ 0 h 302"/>
                <a:gd name="T2" fmla="*/ 266 w 304"/>
                <a:gd name="T3" fmla="*/ 0 h 302"/>
                <a:gd name="T4" fmla="*/ 281 w 304"/>
                <a:gd name="T5" fmla="*/ 3 h 302"/>
                <a:gd name="T6" fmla="*/ 292 w 304"/>
                <a:gd name="T7" fmla="*/ 12 h 302"/>
                <a:gd name="T8" fmla="*/ 301 w 304"/>
                <a:gd name="T9" fmla="*/ 23 h 302"/>
                <a:gd name="T10" fmla="*/ 304 w 304"/>
                <a:gd name="T11" fmla="*/ 38 h 302"/>
                <a:gd name="T12" fmla="*/ 304 w 304"/>
                <a:gd name="T13" fmla="*/ 263 h 302"/>
                <a:gd name="T14" fmla="*/ 301 w 304"/>
                <a:gd name="T15" fmla="*/ 278 h 302"/>
                <a:gd name="T16" fmla="*/ 292 w 304"/>
                <a:gd name="T17" fmla="*/ 290 h 302"/>
                <a:gd name="T18" fmla="*/ 281 w 304"/>
                <a:gd name="T19" fmla="*/ 299 h 302"/>
                <a:gd name="T20" fmla="*/ 266 w 304"/>
                <a:gd name="T21" fmla="*/ 302 h 302"/>
                <a:gd name="T22" fmla="*/ 38 w 304"/>
                <a:gd name="T23" fmla="*/ 302 h 302"/>
                <a:gd name="T24" fmla="*/ 23 w 304"/>
                <a:gd name="T25" fmla="*/ 299 h 302"/>
                <a:gd name="T26" fmla="*/ 12 w 304"/>
                <a:gd name="T27" fmla="*/ 290 h 302"/>
                <a:gd name="T28" fmla="*/ 3 w 304"/>
                <a:gd name="T29" fmla="*/ 278 h 302"/>
                <a:gd name="T30" fmla="*/ 0 w 304"/>
                <a:gd name="T31" fmla="*/ 263 h 302"/>
                <a:gd name="T32" fmla="*/ 0 w 304"/>
                <a:gd name="T33" fmla="*/ 38 h 302"/>
                <a:gd name="T34" fmla="*/ 3 w 304"/>
                <a:gd name="T35" fmla="*/ 23 h 302"/>
                <a:gd name="T36" fmla="*/ 12 w 304"/>
                <a:gd name="T37" fmla="*/ 12 h 302"/>
                <a:gd name="T38" fmla="*/ 23 w 304"/>
                <a:gd name="T39" fmla="*/ 3 h 302"/>
                <a:gd name="T40" fmla="*/ 38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8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2"/>
                  </a:lnTo>
                  <a:lnTo>
                    <a:pt x="301" y="23"/>
                  </a:lnTo>
                  <a:lnTo>
                    <a:pt x="304" y="38"/>
                  </a:lnTo>
                  <a:lnTo>
                    <a:pt x="304" y="263"/>
                  </a:lnTo>
                  <a:lnTo>
                    <a:pt x="301" y="278"/>
                  </a:lnTo>
                  <a:lnTo>
                    <a:pt x="292" y="290"/>
                  </a:lnTo>
                  <a:lnTo>
                    <a:pt x="281" y="299"/>
                  </a:lnTo>
                  <a:lnTo>
                    <a:pt x="266" y="302"/>
                  </a:lnTo>
                  <a:lnTo>
                    <a:pt x="38" y="302"/>
                  </a:lnTo>
                  <a:lnTo>
                    <a:pt x="23" y="299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8"/>
                  </a:lnTo>
                  <a:lnTo>
                    <a:pt x="3" y="23"/>
                  </a:lnTo>
                  <a:lnTo>
                    <a:pt x="12" y="12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7" name="Freeform 382">
              <a:extLst>
                <a:ext uri="{FF2B5EF4-FFF2-40B4-BE49-F238E27FC236}">
                  <a16:creationId xmlns:a16="http://schemas.microsoft.com/office/drawing/2014/main" id="{66721209-7E0D-4584-AC70-CE3EC1EAD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363" y="3562350"/>
              <a:ext cx="44450" cy="44450"/>
            </a:xfrm>
            <a:custGeom>
              <a:avLst/>
              <a:gdLst>
                <a:gd name="T0" fmla="*/ 39 w 304"/>
                <a:gd name="T1" fmla="*/ 0 h 302"/>
                <a:gd name="T2" fmla="*/ 266 w 304"/>
                <a:gd name="T3" fmla="*/ 0 h 302"/>
                <a:gd name="T4" fmla="*/ 281 w 304"/>
                <a:gd name="T5" fmla="*/ 3 h 302"/>
                <a:gd name="T6" fmla="*/ 292 w 304"/>
                <a:gd name="T7" fmla="*/ 12 h 302"/>
                <a:gd name="T8" fmla="*/ 300 w 304"/>
                <a:gd name="T9" fmla="*/ 23 h 302"/>
                <a:gd name="T10" fmla="*/ 304 w 304"/>
                <a:gd name="T11" fmla="*/ 38 h 302"/>
                <a:gd name="T12" fmla="*/ 304 w 304"/>
                <a:gd name="T13" fmla="*/ 263 h 302"/>
                <a:gd name="T14" fmla="*/ 300 w 304"/>
                <a:gd name="T15" fmla="*/ 278 h 302"/>
                <a:gd name="T16" fmla="*/ 292 w 304"/>
                <a:gd name="T17" fmla="*/ 290 h 302"/>
                <a:gd name="T18" fmla="*/ 281 w 304"/>
                <a:gd name="T19" fmla="*/ 299 h 302"/>
                <a:gd name="T20" fmla="*/ 266 w 304"/>
                <a:gd name="T21" fmla="*/ 302 h 302"/>
                <a:gd name="T22" fmla="*/ 39 w 304"/>
                <a:gd name="T23" fmla="*/ 302 h 302"/>
                <a:gd name="T24" fmla="*/ 24 w 304"/>
                <a:gd name="T25" fmla="*/ 299 h 302"/>
                <a:gd name="T26" fmla="*/ 12 w 304"/>
                <a:gd name="T27" fmla="*/ 290 h 302"/>
                <a:gd name="T28" fmla="*/ 3 w 304"/>
                <a:gd name="T29" fmla="*/ 278 h 302"/>
                <a:gd name="T30" fmla="*/ 0 w 304"/>
                <a:gd name="T31" fmla="*/ 263 h 302"/>
                <a:gd name="T32" fmla="*/ 0 w 304"/>
                <a:gd name="T33" fmla="*/ 38 h 302"/>
                <a:gd name="T34" fmla="*/ 3 w 304"/>
                <a:gd name="T35" fmla="*/ 23 h 302"/>
                <a:gd name="T36" fmla="*/ 12 w 304"/>
                <a:gd name="T37" fmla="*/ 12 h 302"/>
                <a:gd name="T38" fmla="*/ 24 w 304"/>
                <a:gd name="T39" fmla="*/ 3 h 302"/>
                <a:gd name="T40" fmla="*/ 39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9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2"/>
                  </a:lnTo>
                  <a:lnTo>
                    <a:pt x="300" y="23"/>
                  </a:lnTo>
                  <a:lnTo>
                    <a:pt x="304" y="38"/>
                  </a:lnTo>
                  <a:lnTo>
                    <a:pt x="304" y="263"/>
                  </a:lnTo>
                  <a:lnTo>
                    <a:pt x="300" y="278"/>
                  </a:lnTo>
                  <a:lnTo>
                    <a:pt x="292" y="290"/>
                  </a:lnTo>
                  <a:lnTo>
                    <a:pt x="281" y="299"/>
                  </a:lnTo>
                  <a:lnTo>
                    <a:pt x="266" y="302"/>
                  </a:lnTo>
                  <a:lnTo>
                    <a:pt x="39" y="302"/>
                  </a:lnTo>
                  <a:lnTo>
                    <a:pt x="24" y="299"/>
                  </a:lnTo>
                  <a:lnTo>
                    <a:pt x="12" y="290"/>
                  </a:lnTo>
                  <a:lnTo>
                    <a:pt x="3" y="278"/>
                  </a:lnTo>
                  <a:lnTo>
                    <a:pt x="0" y="263"/>
                  </a:lnTo>
                  <a:lnTo>
                    <a:pt x="0" y="38"/>
                  </a:lnTo>
                  <a:lnTo>
                    <a:pt x="3" y="23"/>
                  </a:lnTo>
                  <a:lnTo>
                    <a:pt x="12" y="12"/>
                  </a:lnTo>
                  <a:lnTo>
                    <a:pt x="24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8" name="Freeform 383">
              <a:extLst>
                <a:ext uri="{FF2B5EF4-FFF2-40B4-BE49-F238E27FC236}">
                  <a16:creationId xmlns:a16="http://schemas.microsoft.com/office/drawing/2014/main" id="{1C9FB8B9-C0A0-4C6F-802A-D3FB5E531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963" y="3276600"/>
              <a:ext cx="42863" cy="44450"/>
            </a:xfrm>
            <a:custGeom>
              <a:avLst/>
              <a:gdLst>
                <a:gd name="T0" fmla="*/ 38 w 304"/>
                <a:gd name="T1" fmla="*/ 0 h 302"/>
                <a:gd name="T2" fmla="*/ 265 w 304"/>
                <a:gd name="T3" fmla="*/ 0 h 302"/>
                <a:gd name="T4" fmla="*/ 280 w 304"/>
                <a:gd name="T5" fmla="*/ 3 h 302"/>
                <a:gd name="T6" fmla="*/ 293 w 304"/>
                <a:gd name="T7" fmla="*/ 12 h 302"/>
                <a:gd name="T8" fmla="*/ 301 w 304"/>
                <a:gd name="T9" fmla="*/ 24 h 302"/>
                <a:gd name="T10" fmla="*/ 304 w 304"/>
                <a:gd name="T11" fmla="*/ 39 h 302"/>
                <a:gd name="T12" fmla="*/ 304 w 304"/>
                <a:gd name="T13" fmla="*/ 264 h 302"/>
                <a:gd name="T14" fmla="*/ 301 w 304"/>
                <a:gd name="T15" fmla="*/ 279 h 302"/>
                <a:gd name="T16" fmla="*/ 293 w 304"/>
                <a:gd name="T17" fmla="*/ 290 h 302"/>
                <a:gd name="T18" fmla="*/ 280 w 304"/>
                <a:gd name="T19" fmla="*/ 299 h 302"/>
                <a:gd name="T20" fmla="*/ 265 w 304"/>
                <a:gd name="T21" fmla="*/ 302 h 302"/>
                <a:gd name="T22" fmla="*/ 38 w 304"/>
                <a:gd name="T23" fmla="*/ 302 h 302"/>
                <a:gd name="T24" fmla="*/ 24 w 304"/>
                <a:gd name="T25" fmla="*/ 299 h 302"/>
                <a:gd name="T26" fmla="*/ 12 w 304"/>
                <a:gd name="T27" fmla="*/ 290 h 302"/>
                <a:gd name="T28" fmla="*/ 4 w 304"/>
                <a:gd name="T29" fmla="*/ 279 h 302"/>
                <a:gd name="T30" fmla="*/ 0 w 304"/>
                <a:gd name="T31" fmla="*/ 264 h 302"/>
                <a:gd name="T32" fmla="*/ 0 w 304"/>
                <a:gd name="T33" fmla="*/ 39 h 302"/>
                <a:gd name="T34" fmla="*/ 4 w 304"/>
                <a:gd name="T35" fmla="*/ 24 h 302"/>
                <a:gd name="T36" fmla="*/ 12 w 304"/>
                <a:gd name="T37" fmla="*/ 12 h 302"/>
                <a:gd name="T38" fmla="*/ 24 w 304"/>
                <a:gd name="T39" fmla="*/ 3 h 302"/>
                <a:gd name="T40" fmla="*/ 38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8" y="0"/>
                  </a:moveTo>
                  <a:lnTo>
                    <a:pt x="265" y="0"/>
                  </a:lnTo>
                  <a:lnTo>
                    <a:pt x="280" y="3"/>
                  </a:lnTo>
                  <a:lnTo>
                    <a:pt x="293" y="12"/>
                  </a:lnTo>
                  <a:lnTo>
                    <a:pt x="301" y="24"/>
                  </a:lnTo>
                  <a:lnTo>
                    <a:pt x="304" y="39"/>
                  </a:lnTo>
                  <a:lnTo>
                    <a:pt x="304" y="264"/>
                  </a:lnTo>
                  <a:lnTo>
                    <a:pt x="301" y="279"/>
                  </a:lnTo>
                  <a:lnTo>
                    <a:pt x="293" y="290"/>
                  </a:lnTo>
                  <a:lnTo>
                    <a:pt x="280" y="299"/>
                  </a:lnTo>
                  <a:lnTo>
                    <a:pt x="265" y="302"/>
                  </a:lnTo>
                  <a:lnTo>
                    <a:pt x="38" y="302"/>
                  </a:lnTo>
                  <a:lnTo>
                    <a:pt x="24" y="299"/>
                  </a:lnTo>
                  <a:lnTo>
                    <a:pt x="12" y="290"/>
                  </a:lnTo>
                  <a:lnTo>
                    <a:pt x="4" y="279"/>
                  </a:lnTo>
                  <a:lnTo>
                    <a:pt x="0" y="264"/>
                  </a:lnTo>
                  <a:lnTo>
                    <a:pt x="0" y="39"/>
                  </a:lnTo>
                  <a:lnTo>
                    <a:pt x="4" y="24"/>
                  </a:lnTo>
                  <a:lnTo>
                    <a:pt x="12" y="12"/>
                  </a:lnTo>
                  <a:lnTo>
                    <a:pt x="24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9" name="Freeform 384">
              <a:extLst>
                <a:ext uri="{FF2B5EF4-FFF2-40B4-BE49-F238E27FC236}">
                  <a16:creationId xmlns:a16="http://schemas.microsoft.com/office/drawing/2014/main" id="{FEAF0022-E895-4905-BC76-8DB1A76B4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163" y="3276600"/>
              <a:ext cx="42863" cy="44450"/>
            </a:xfrm>
            <a:custGeom>
              <a:avLst/>
              <a:gdLst>
                <a:gd name="T0" fmla="*/ 38 w 304"/>
                <a:gd name="T1" fmla="*/ 0 h 302"/>
                <a:gd name="T2" fmla="*/ 266 w 304"/>
                <a:gd name="T3" fmla="*/ 0 h 302"/>
                <a:gd name="T4" fmla="*/ 281 w 304"/>
                <a:gd name="T5" fmla="*/ 3 h 302"/>
                <a:gd name="T6" fmla="*/ 292 w 304"/>
                <a:gd name="T7" fmla="*/ 12 h 302"/>
                <a:gd name="T8" fmla="*/ 301 w 304"/>
                <a:gd name="T9" fmla="*/ 24 h 302"/>
                <a:gd name="T10" fmla="*/ 304 w 304"/>
                <a:gd name="T11" fmla="*/ 39 h 302"/>
                <a:gd name="T12" fmla="*/ 304 w 304"/>
                <a:gd name="T13" fmla="*/ 264 h 302"/>
                <a:gd name="T14" fmla="*/ 301 w 304"/>
                <a:gd name="T15" fmla="*/ 279 h 302"/>
                <a:gd name="T16" fmla="*/ 292 w 304"/>
                <a:gd name="T17" fmla="*/ 290 h 302"/>
                <a:gd name="T18" fmla="*/ 281 w 304"/>
                <a:gd name="T19" fmla="*/ 299 h 302"/>
                <a:gd name="T20" fmla="*/ 266 w 304"/>
                <a:gd name="T21" fmla="*/ 302 h 302"/>
                <a:gd name="T22" fmla="*/ 38 w 304"/>
                <a:gd name="T23" fmla="*/ 302 h 302"/>
                <a:gd name="T24" fmla="*/ 23 w 304"/>
                <a:gd name="T25" fmla="*/ 299 h 302"/>
                <a:gd name="T26" fmla="*/ 12 w 304"/>
                <a:gd name="T27" fmla="*/ 290 h 302"/>
                <a:gd name="T28" fmla="*/ 3 w 304"/>
                <a:gd name="T29" fmla="*/ 279 h 302"/>
                <a:gd name="T30" fmla="*/ 0 w 304"/>
                <a:gd name="T31" fmla="*/ 264 h 302"/>
                <a:gd name="T32" fmla="*/ 0 w 304"/>
                <a:gd name="T33" fmla="*/ 39 h 302"/>
                <a:gd name="T34" fmla="*/ 3 w 304"/>
                <a:gd name="T35" fmla="*/ 24 h 302"/>
                <a:gd name="T36" fmla="*/ 12 w 304"/>
                <a:gd name="T37" fmla="*/ 12 h 302"/>
                <a:gd name="T38" fmla="*/ 23 w 304"/>
                <a:gd name="T39" fmla="*/ 3 h 302"/>
                <a:gd name="T40" fmla="*/ 38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8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2"/>
                  </a:lnTo>
                  <a:lnTo>
                    <a:pt x="301" y="24"/>
                  </a:lnTo>
                  <a:lnTo>
                    <a:pt x="304" y="39"/>
                  </a:lnTo>
                  <a:lnTo>
                    <a:pt x="304" y="264"/>
                  </a:lnTo>
                  <a:lnTo>
                    <a:pt x="301" y="279"/>
                  </a:lnTo>
                  <a:lnTo>
                    <a:pt x="292" y="290"/>
                  </a:lnTo>
                  <a:lnTo>
                    <a:pt x="281" y="299"/>
                  </a:lnTo>
                  <a:lnTo>
                    <a:pt x="266" y="302"/>
                  </a:lnTo>
                  <a:lnTo>
                    <a:pt x="38" y="302"/>
                  </a:lnTo>
                  <a:lnTo>
                    <a:pt x="23" y="299"/>
                  </a:lnTo>
                  <a:lnTo>
                    <a:pt x="12" y="290"/>
                  </a:lnTo>
                  <a:lnTo>
                    <a:pt x="3" y="279"/>
                  </a:lnTo>
                  <a:lnTo>
                    <a:pt x="0" y="264"/>
                  </a:lnTo>
                  <a:lnTo>
                    <a:pt x="0" y="39"/>
                  </a:lnTo>
                  <a:lnTo>
                    <a:pt x="3" y="24"/>
                  </a:lnTo>
                  <a:lnTo>
                    <a:pt x="12" y="12"/>
                  </a:lnTo>
                  <a:lnTo>
                    <a:pt x="2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0" name="Freeform 385">
              <a:extLst>
                <a:ext uri="{FF2B5EF4-FFF2-40B4-BE49-F238E27FC236}">
                  <a16:creationId xmlns:a16="http://schemas.microsoft.com/office/drawing/2014/main" id="{3E3DE0D5-67F0-4FD0-921E-05D65E8F5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963" y="3352800"/>
              <a:ext cx="42863" cy="44450"/>
            </a:xfrm>
            <a:custGeom>
              <a:avLst/>
              <a:gdLst>
                <a:gd name="T0" fmla="*/ 38 w 304"/>
                <a:gd name="T1" fmla="*/ 0 h 301"/>
                <a:gd name="T2" fmla="*/ 265 w 304"/>
                <a:gd name="T3" fmla="*/ 0 h 301"/>
                <a:gd name="T4" fmla="*/ 280 w 304"/>
                <a:gd name="T5" fmla="*/ 4 h 301"/>
                <a:gd name="T6" fmla="*/ 293 w 304"/>
                <a:gd name="T7" fmla="*/ 11 h 301"/>
                <a:gd name="T8" fmla="*/ 301 w 304"/>
                <a:gd name="T9" fmla="*/ 23 h 301"/>
                <a:gd name="T10" fmla="*/ 304 w 304"/>
                <a:gd name="T11" fmla="*/ 38 h 301"/>
                <a:gd name="T12" fmla="*/ 304 w 304"/>
                <a:gd name="T13" fmla="*/ 264 h 301"/>
                <a:gd name="T14" fmla="*/ 301 w 304"/>
                <a:gd name="T15" fmla="*/ 278 h 301"/>
                <a:gd name="T16" fmla="*/ 293 w 304"/>
                <a:gd name="T17" fmla="*/ 290 h 301"/>
                <a:gd name="T18" fmla="*/ 280 w 304"/>
                <a:gd name="T19" fmla="*/ 298 h 301"/>
                <a:gd name="T20" fmla="*/ 265 w 304"/>
                <a:gd name="T21" fmla="*/ 301 h 301"/>
                <a:gd name="T22" fmla="*/ 38 w 304"/>
                <a:gd name="T23" fmla="*/ 301 h 301"/>
                <a:gd name="T24" fmla="*/ 24 w 304"/>
                <a:gd name="T25" fmla="*/ 298 h 301"/>
                <a:gd name="T26" fmla="*/ 12 w 304"/>
                <a:gd name="T27" fmla="*/ 290 h 301"/>
                <a:gd name="T28" fmla="*/ 4 w 304"/>
                <a:gd name="T29" fmla="*/ 278 h 301"/>
                <a:gd name="T30" fmla="*/ 0 w 304"/>
                <a:gd name="T31" fmla="*/ 264 h 301"/>
                <a:gd name="T32" fmla="*/ 0 w 304"/>
                <a:gd name="T33" fmla="*/ 38 h 301"/>
                <a:gd name="T34" fmla="*/ 4 w 304"/>
                <a:gd name="T35" fmla="*/ 23 h 301"/>
                <a:gd name="T36" fmla="*/ 12 w 304"/>
                <a:gd name="T37" fmla="*/ 11 h 301"/>
                <a:gd name="T38" fmla="*/ 24 w 304"/>
                <a:gd name="T39" fmla="*/ 4 h 301"/>
                <a:gd name="T40" fmla="*/ 38 w 304"/>
                <a:gd name="T41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1">
                  <a:moveTo>
                    <a:pt x="38" y="0"/>
                  </a:moveTo>
                  <a:lnTo>
                    <a:pt x="265" y="0"/>
                  </a:lnTo>
                  <a:lnTo>
                    <a:pt x="280" y="4"/>
                  </a:lnTo>
                  <a:lnTo>
                    <a:pt x="293" y="11"/>
                  </a:lnTo>
                  <a:lnTo>
                    <a:pt x="301" y="23"/>
                  </a:lnTo>
                  <a:lnTo>
                    <a:pt x="304" y="38"/>
                  </a:lnTo>
                  <a:lnTo>
                    <a:pt x="304" y="264"/>
                  </a:lnTo>
                  <a:lnTo>
                    <a:pt x="301" y="278"/>
                  </a:lnTo>
                  <a:lnTo>
                    <a:pt x="293" y="290"/>
                  </a:lnTo>
                  <a:lnTo>
                    <a:pt x="280" y="298"/>
                  </a:lnTo>
                  <a:lnTo>
                    <a:pt x="265" y="301"/>
                  </a:lnTo>
                  <a:lnTo>
                    <a:pt x="38" y="301"/>
                  </a:lnTo>
                  <a:lnTo>
                    <a:pt x="24" y="298"/>
                  </a:lnTo>
                  <a:lnTo>
                    <a:pt x="12" y="290"/>
                  </a:lnTo>
                  <a:lnTo>
                    <a:pt x="4" y="278"/>
                  </a:lnTo>
                  <a:lnTo>
                    <a:pt x="0" y="264"/>
                  </a:lnTo>
                  <a:lnTo>
                    <a:pt x="0" y="38"/>
                  </a:lnTo>
                  <a:lnTo>
                    <a:pt x="4" y="23"/>
                  </a:lnTo>
                  <a:lnTo>
                    <a:pt x="12" y="11"/>
                  </a:lnTo>
                  <a:lnTo>
                    <a:pt x="24" y="4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1" name="Freeform 386">
              <a:extLst>
                <a:ext uri="{FF2B5EF4-FFF2-40B4-BE49-F238E27FC236}">
                  <a16:creationId xmlns:a16="http://schemas.microsoft.com/office/drawing/2014/main" id="{22DE6673-393A-4C8B-887C-FD56CB5A6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363" y="3276600"/>
              <a:ext cx="44450" cy="44450"/>
            </a:xfrm>
            <a:custGeom>
              <a:avLst/>
              <a:gdLst>
                <a:gd name="T0" fmla="*/ 39 w 304"/>
                <a:gd name="T1" fmla="*/ 0 h 302"/>
                <a:gd name="T2" fmla="*/ 266 w 304"/>
                <a:gd name="T3" fmla="*/ 0 h 302"/>
                <a:gd name="T4" fmla="*/ 281 w 304"/>
                <a:gd name="T5" fmla="*/ 3 h 302"/>
                <a:gd name="T6" fmla="*/ 292 w 304"/>
                <a:gd name="T7" fmla="*/ 12 h 302"/>
                <a:gd name="T8" fmla="*/ 300 w 304"/>
                <a:gd name="T9" fmla="*/ 24 h 302"/>
                <a:gd name="T10" fmla="*/ 304 w 304"/>
                <a:gd name="T11" fmla="*/ 39 h 302"/>
                <a:gd name="T12" fmla="*/ 304 w 304"/>
                <a:gd name="T13" fmla="*/ 264 h 302"/>
                <a:gd name="T14" fmla="*/ 300 w 304"/>
                <a:gd name="T15" fmla="*/ 279 h 302"/>
                <a:gd name="T16" fmla="*/ 292 w 304"/>
                <a:gd name="T17" fmla="*/ 290 h 302"/>
                <a:gd name="T18" fmla="*/ 281 w 304"/>
                <a:gd name="T19" fmla="*/ 299 h 302"/>
                <a:gd name="T20" fmla="*/ 266 w 304"/>
                <a:gd name="T21" fmla="*/ 302 h 302"/>
                <a:gd name="T22" fmla="*/ 39 w 304"/>
                <a:gd name="T23" fmla="*/ 302 h 302"/>
                <a:gd name="T24" fmla="*/ 24 w 304"/>
                <a:gd name="T25" fmla="*/ 299 h 302"/>
                <a:gd name="T26" fmla="*/ 12 w 304"/>
                <a:gd name="T27" fmla="*/ 290 h 302"/>
                <a:gd name="T28" fmla="*/ 3 w 304"/>
                <a:gd name="T29" fmla="*/ 279 h 302"/>
                <a:gd name="T30" fmla="*/ 0 w 304"/>
                <a:gd name="T31" fmla="*/ 264 h 302"/>
                <a:gd name="T32" fmla="*/ 0 w 304"/>
                <a:gd name="T33" fmla="*/ 39 h 302"/>
                <a:gd name="T34" fmla="*/ 3 w 304"/>
                <a:gd name="T35" fmla="*/ 24 h 302"/>
                <a:gd name="T36" fmla="*/ 12 w 304"/>
                <a:gd name="T37" fmla="*/ 12 h 302"/>
                <a:gd name="T38" fmla="*/ 24 w 304"/>
                <a:gd name="T39" fmla="*/ 3 h 302"/>
                <a:gd name="T40" fmla="*/ 39 w 304"/>
                <a:gd name="T41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4" h="302">
                  <a:moveTo>
                    <a:pt x="39" y="0"/>
                  </a:moveTo>
                  <a:lnTo>
                    <a:pt x="266" y="0"/>
                  </a:lnTo>
                  <a:lnTo>
                    <a:pt x="281" y="3"/>
                  </a:lnTo>
                  <a:lnTo>
                    <a:pt x="292" y="12"/>
                  </a:lnTo>
                  <a:lnTo>
                    <a:pt x="300" y="24"/>
                  </a:lnTo>
                  <a:lnTo>
                    <a:pt x="304" y="39"/>
                  </a:lnTo>
                  <a:lnTo>
                    <a:pt x="304" y="264"/>
                  </a:lnTo>
                  <a:lnTo>
                    <a:pt x="300" y="279"/>
                  </a:lnTo>
                  <a:lnTo>
                    <a:pt x="292" y="290"/>
                  </a:lnTo>
                  <a:lnTo>
                    <a:pt x="281" y="299"/>
                  </a:lnTo>
                  <a:lnTo>
                    <a:pt x="266" y="302"/>
                  </a:lnTo>
                  <a:lnTo>
                    <a:pt x="39" y="302"/>
                  </a:lnTo>
                  <a:lnTo>
                    <a:pt x="24" y="299"/>
                  </a:lnTo>
                  <a:lnTo>
                    <a:pt x="12" y="290"/>
                  </a:lnTo>
                  <a:lnTo>
                    <a:pt x="3" y="279"/>
                  </a:lnTo>
                  <a:lnTo>
                    <a:pt x="0" y="264"/>
                  </a:lnTo>
                  <a:lnTo>
                    <a:pt x="0" y="39"/>
                  </a:lnTo>
                  <a:lnTo>
                    <a:pt x="3" y="24"/>
                  </a:lnTo>
                  <a:lnTo>
                    <a:pt x="12" y="12"/>
                  </a:lnTo>
                  <a:lnTo>
                    <a:pt x="24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D947298-B162-44A4-B058-4F3D5D981B79}"/>
              </a:ext>
            </a:extLst>
          </p:cNvPr>
          <p:cNvGrpSpPr/>
          <p:nvPr/>
        </p:nvGrpSpPr>
        <p:grpSpPr>
          <a:xfrm flipH="1">
            <a:off x="9170898" y="1653181"/>
            <a:ext cx="329932" cy="327755"/>
            <a:chOff x="2865438" y="387191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3" name="Freeform 391">
              <a:extLst>
                <a:ext uri="{FF2B5EF4-FFF2-40B4-BE49-F238E27FC236}">
                  <a16:creationId xmlns:a16="http://schemas.microsoft.com/office/drawing/2014/main" id="{CB83344C-72BC-4D5B-9F9C-DD171530B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5438" y="3871913"/>
              <a:ext cx="481013" cy="477838"/>
            </a:xfrm>
            <a:custGeom>
              <a:avLst/>
              <a:gdLst>
                <a:gd name="T0" fmla="*/ 807 w 3331"/>
                <a:gd name="T1" fmla="*/ 2417 h 3309"/>
                <a:gd name="T2" fmla="*/ 1288 w 3331"/>
                <a:gd name="T3" fmla="*/ 2736 h 3309"/>
                <a:gd name="T4" fmla="*/ 1560 w 3331"/>
                <a:gd name="T5" fmla="*/ 2601 h 3309"/>
                <a:gd name="T6" fmla="*/ 1716 w 3331"/>
                <a:gd name="T7" fmla="*/ 2556 h 3309"/>
                <a:gd name="T8" fmla="*/ 1793 w 3331"/>
                <a:gd name="T9" fmla="*/ 2793 h 3309"/>
                <a:gd name="T10" fmla="*/ 2340 w 3331"/>
                <a:gd name="T11" fmla="*/ 2583 h 3309"/>
                <a:gd name="T12" fmla="*/ 2708 w 3331"/>
                <a:gd name="T13" fmla="*/ 2143 h 3309"/>
                <a:gd name="T14" fmla="*/ 2474 w 3331"/>
                <a:gd name="T15" fmla="*/ 2185 h 3309"/>
                <a:gd name="T16" fmla="*/ 1932 w 3331"/>
                <a:gd name="T17" fmla="*/ 2392 h 3309"/>
                <a:gd name="T18" fmla="*/ 1315 w 3331"/>
                <a:gd name="T19" fmla="*/ 2373 h 3309"/>
                <a:gd name="T20" fmla="*/ 791 w 3331"/>
                <a:gd name="T21" fmla="*/ 2146 h 3309"/>
                <a:gd name="T22" fmla="*/ 2413 w 3331"/>
                <a:gd name="T23" fmla="*/ 1475 h 3309"/>
                <a:gd name="T24" fmla="*/ 2396 w 3331"/>
                <a:gd name="T25" fmla="*/ 1891 h 3309"/>
                <a:gd name="T26" fmla="*/ 2667 w 3331"/>
                <a:gd name="T27" fmla="*/ 1741 h 3309"/>
                <a:gd name="T28" fmla="*/ 2626 w 3331"/>
                <a:gd name="T29" fmla="*/ 1535 h 3309"/>
                <a:gd name="T30" fmla="*/ 900 w 3331"/>
                <a:gd name="T31" fmla="*/ 1397 h 3309"/>
                <a:gd name="T32" fmla="*/ 596 w 3331"/>
                <a:gd name="T33" fmla="*/ 1628 h 3309"/>
                <a:gd name="T34" fmla="*/ 797 w 3331"/>
                <a:gd name="T35" fmla="*/ 1841 h 3309"/>
                <a:gd name="T36" fmla="*/ 899 w 3331"/>
                <a:gd name="T37" fmla="*/ 1715 h 3309"/>
                <a:gd name="T38" fmla="*/ 1666 w 3331"/>
                <a:gd name="T39" fmla="*/ 1145 h 3309"/>
                <a:gd name="T40" fmla="*/ 1322 w 3331"/>
                <a:gd name="T41" fmla="*/ 1276 h 3309"/>
                <a:gd name="T42" fmla="*/ 1157 w 3331"/>
                <a:gd name="T43" fmla="*/ 1599 h 3309"/>
                <a:gd name="T44" fmla="*/ 1252 w 3331"/>
                <a:gd name="T45" fmla="*/ 1955 h 3309"/>
                <a:gd name="T46" fmla="*/ 1556 w 3331"/>
                <a:gd name="T47" fmla="*/ 2152 h 3309"/>
                <a:gd name="T48" fmla="*/ 1924 w 3331"/>
                <a:gd name="T49" fmla="*/ 2094 h 3309"/>
                <a:gd name="T50" fmla="*/ 2153 w 3331"/>
                <a:gd name="T51" fmla="*/ 1815 h 3309"/>
                <a:gd name="T52" fmla="*/ 2133 w 3331"/>
                <a:gd name="T53" fmla="*/ 1445 h 3309"/>
                <a:gd name="T54" fmla="*/ 1877 w 3331"/>
                <a:gd name="T55" fmla="*/ 1191 h 3309"/>
                <a:gd name="T56" fmla="*/ 1368 w 3331"/>
                <a:gd name="T57" fmla="*/ 548 h 3309"/>
                <a:gd name="T58" fmla="*/ 865 w 3331"/>
                <a:gd name="T59" fmla="*/ 832 h 3309"/>
                <a:gd name="T60" fmla="*/ 562 w 3331"/>
                <a:gd name="T61" fmla="*/ 1322 h 3309"/>
                <a:gd name="T62" fmla="*/ 1000 w 3331"/>
                <a:gd name="T63" fmla="*/ 1051 h 3309"/>
                <a:gd name="T64" fmla="*/ 1576 w 3331"/>
                <a:gd name="T65" fmla="*/ 894 h 3309"/>
                <a:gd name="T66" fmla="*/ 2180 w 3331"/>
                <a:gd name="T67" fmla="*/ 987 h 3309"/>
                <a:gd name="T68" fmla="*/ 2661 w 3331"/>
                <a:gd name="T69" fmla="*/ 1243 h 3309"/>
                <a:gd name="T70" fmla="*/ 2578 w 3331"/>
                <a:gd name="T71" fmla="*/ 955 h 3309"/>
                <a:gd name="T72" fmla="*/ 2123 w 3331"/>
                <a:gd name="T73" fmla="*/ 604 h 3309"/>
                <a:gd name="T74" fmla="*/ 1784 w 3331"/>
                <a:gd name="T75" fmla="*/ 686 h 3309"/>
                <a:gd name="T76" fmla="*/ 1640 w 3331"/>
                <a:gd name="T77" fmla="*/ 761 h 3309"/>
                <a:gd name="T78" fmla="*/ 1538 w 3331"/>
                <a:gd name="T79" fmla="*/ 637 h 3309"/>
                <a:gd name="T80" fmla="*/ 1757 w 3331"/>
                <a:gd name="T81" fmla="*/ 38 h 3309"/>
                <a:gd name="T82" fmla="*/ 1983 w 3331"/>
                <a:gd name="T83" fmla="*/ 291 h 3309"/>
                <a:gd name="T84" fmla="*/ 2560 w 3331"/>
                <a:gd name="T85" fmla="*/ 573 h 3309"/>
                <a:gd name="T86" fmla="*/ 2948 w 3331"/>
                <a:gd name="T87" fmla="*/ 1076 h 3309"/>
                <a:gd name="T88" fmla="*/ 3229 w 3331"/>
                <a:gd name="T89" fmla="*/ 1530 h 3309"/>
                <a:gd name="T90" fmla="*/ 3331 w 3331"/>
                <a:gd name="T91" fmla="*/ 1655 h 3309"/>
                <a:gd name="T92" fmla="*/ 3229 w 3331"/>
                <a:gd name="T93" fmla="*/ 1779 h 3309"/>
                <a:gd name="T94" fmla="*/ 2948 w 3331"/>
                <a:gd name="T95" fmla="*/ 2233 h 3309"/>
                <a:gd name="T96" fmla="*/ 2560 w 3331"/>
                <a:gd name="T97" fmla="*/ 2736 h 3309"/>
                <a:gd name="T98" fmla="*/ 1983 w 3331"/>
                <a:gd name="T99" fmla="*/ 3018 h 3309"/>
                <a:gd name="T100" fmla="*/ 1757 w 3331"/>
                <a:gd name="T101" fmla="*/ 3272 h 3309"/>
                <a:gd name="T102" fmla="*/ 1594 w 3331"/>
                <a:gd name="T103" fmla="*/ 3288 h 3309"/>
                <a:gd name="T104" fmla="*/ 1443 w 3331"/>
                <a:gd name="T105" fmla="*/ 3036 h 3309"/>
                <a:gd name="T106" fmla="*/ 845 w 3331"/>
                <a:gd name="T107" fmla="*/ 2791 h 3309"/>
                <a:gd name="T108" fmla="*/ 424 w 3331"/>
                <a:gd name="T109" fmla="*/ 2315 h 3309"/>
                <a:gd name="T110" fmla="*/ 129 w 3331"/>
                <a:gd name="T111" fmla="*/ 1782 h 3309"/>
                <a:gd name="T112" fmla="*/ 3 w 3331"/>
                <a:gd name="T113" fmla="*/ 1680 h 3309"/>
                <a:gd name="T114" fmla="*/ 78 w 3331"/>
                <a:gd name="T115" fmla="*/ 1537 h 3309"/>
                <a:gd name="T116" fmla="*/ 348 w 3331"/>
                <a:gd name="T117" fmla="*/ 1161 h 3309"/>
                <a:gd name="T118" fmla="*/ 702 w 3331"/>
                <a:gd name="T119" fmla="*/ 634 h 3309"/>
                <a:gd name="T120" fmla="*/ 1257 w 3331"/>
                <a:gd name="T121" fmla="*/ 314 h 3309"/>
                <a:gd name="T122" fmla="*/ 1560 w 3331"/>
                <a:gd name="T123" fmla="*/ 57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31" h="3309">
                  <a:moveTo>
                    <a:pt x="562" y="1987"/>
                  </a:moveTo>
                  <a:lnTo>
                    <a:pt x="590" y="2067"/>
                  </a:lnTo>
                  <a:lnTo>
                    <a:pt x="623" y="2143"/>
                  </a:lnTo>
                  <a:lnTo>
                    <a:pt x="662" y="2217"/>
                  </a:lnTo>
                  <a:lnTo>
                    <a:pt x="706" y="2287"/>
                  </a:lnTo>
                  <a:lnTo>
                    <a:pt x="754" y="2354"/>
                  </a:lnTo>
                  <a:lnTo>
                    <a:pt x="807" y="2417"/>
                  </a:lnTo>
                  <a:lnTo>
                    <a:pt x="865" y="2477"/>
                  </a:lnTo>
                  <a:lnTo>
                    <a:pt x="927" y="2532"/>
                  </a:lnTo>
                  <a:lnTo>
                    <a:pt x="991" y="2583"/>
                  </a:lnTo>
                  <a:lnTo>
                    <a:pt x="1061" y="2628"/>
                  </a:lnTo>
                  <a:lnTo>
                    <a:pt x="1133" y="2670"/>
                  </a:lnTo>
                  <a:lnTo>
                    <a:pt x="1209" y="2705"/>
                  </a:lnTo>
                  <a:lnTo>
                    <a:pt x="1288" y="2736"/>
                  </a:lnTo>
                  <a:lnTo>
                    <a:pt x="1368" y="2761"/>
                  </a:lnTo>
                  <a:lnTo>
                    <a:pt x="1452" y="2779"/>
                  </a:lnTo>
                  <a:lnTo>
                    <a:pt x="1538" y="2793"/>
                  </a:lnTo>
                  <a:lnTo>
                    <a:pt x="1538" y="2673"/>
                  </a:lnTo>
                  <a:lnTo>
                    <a:pt x="1540" y="2647"/>
                  </a:lnTo>
                  <a:lnTo>
                    <a:pt x="1547" y="2623"/>
                  </a:lnTo>
                  <a:lnTo>
                    <a:pt x="1560" y="2601"/>
                  </a:lnTo>
                  <a:lnTo>
                    <a:pt x="1576" y="2583"/>
                  </a:lnTo>
                  <a:lnTo>
                    <a:pt x="1594" y="2567"/>
                  </a:lnTo>
                  <a:lnTo>
                    <a:pt x="1615" y="2556"/>
                  </a:lnTo>
                  <a:lnTo>
                    <a:pt x="1640" y="2547"/>
                  </a:lnTo>
                  <a:lnTo>
                    <a:pt x="1666" y="2545"/>
                  </a:lnTo>
                  <a:lnTo>
                    <a:pt x="1692" y="2547"/>
                  </a:lnTo>
                  <a:lnTo>
                    <a:pt x="1716" y="2556"/>
                  </a:lnTo>
                  <a:lnTo>
                    <a:pt x="1737" y="2567"/>
                  </a:lnTo>
                  <a:lnTo>
                    <a:pt x="1757" y="2583"/>
                  </a:lnTo>
                  <a:lnTo>
                    <a:pt x="1772" y="2601"/>
                  </a:lnTo>
                  <a:lnTo>
                    <a:pt x="1784" y="2623"/>
                  </a:lnTo>
                  <a:lnTo>
                    <a:pt x="1791" y="2647"/>
                  </a:lnTo>
                  <a:lnTo>
                    <a:pt x="1793" y="2673"/>
                  </a:lnTo>
                  <a:lnTo>
                    <a:pt x="1793" y="2793"/>
                  </a:lnTo>
                  <a:lnTo>
                    <a:pt x="1879" y="2779"/>
                  </a:lnTo>
                  <a:lnTo>
                    <a:pt x="1963" y="2761"/>
                  </a:lnTo>
                  <a:lnTo>
                    <a:pt x="2045" y="2736"/>
                  </a:lnTo>
                  <a:lnTo>
                    <a:pt x="2123" y="2705"/>
                  </a:lnTo>
                  <a:lnTo>
                    <a:pt x="2199" y="2670"/>
                  </a:lnTo>
                  <a:lnTo>
                    <a:pt x="2271" y="2628"/>
                  </a:lnTo>
                  <a:lnTo>
                    <a:pt x="2340" y="2583"/>
                  </a:lnTo>
                  <a:lnTo>
                    <a:pt x="2406" y="2532"/>
                  </a:lnTo>
                  <a:lnTo>
                    <a:pt x="2467" y="2477"/>
                  </a:lnTo>
                  <a:lnTo>
                    <a:pt x="2524" y="2417"/>
                  </a:lnTo>
                  <a:lnTo>
                    <a:pt x="2578" y="2354"/>
                  </a:lnTo>
                  <a:lnTo>
                    <a:pt x="2626" y="2287"/>
                  </a:lnTo>
                  <a:lnTo>
                    <a:pt x="2670" y="2217"/>
                  </a:lnTo>
                  <a:lnTo>
                    <a:pt x="2708" y="2143"/>
                  </a:lnTo>
                  <a:lnTo>
                    <a:pt x="2742" y="2067"/>
                  </a:lnTo>
                  <a:lnTo>
                    <a:pt x="2769" y="1987"/>
                  </a:lnTo>
                  <a:lnTo>
                    <a:pt x="2717" y="2026"/>
                  </a:lnTo>
                  <a:lnTo>
                    <a:pt x="2661" y="2066"/>
                  </a:lnTo>
                  <a:lnTo>
                    <a:pt x="2603" y="2106"/>
                  </a:lnTo>
                  <a:lnTo>
                    <a:pt x="2540" y="2146"/>
                  </a:lnTo>
                  <a:lnTo>
                    <a:pt x="2474" y="2185"/>
                  </a:lnTo>
                  <a:lnTo>
                    <a:pt x="2405" y="2223"/>
                  </a:lnTo>
                  <a:lnTo>
                    <a:pt x="2333" y="2258"/>
                  </a:lnTo>
                  <a:lnTo>
                    <a:pt x="2257" y="2291"/>
                  </a:lnTo>
                  <a:lnTo>
                    <a:pt x="2180" y="2323"/>
                  </a:lnTo>
                  <a:lnTo>
                    <a:pt x="2099" y="2350"/>
                  </a:lnTo>
                  <a:lnTo>
                    <a:pt x="2016" y="2373"/>
                  </a:lnTo>
                  <a:lnTo>
                    <a:pt x="1932" y="2392"/>
                  </a:lnTo>
                  <a:lnTo>
                    <a:pt x="1845" y="2406"/>
                  </a:lnTo>
                  <a:lnTo>
                    <a:pt x="1757" y="2415"/>
                  </a:lnTo>
                  <a:lnTo>
                    <a:pt x="1666" y="2418"/>
                  </a:lnTo>
                  <a:lnTo>
                    <a:pt x="1576" y="2415"/>
                  </a:lnTo>
                  <a:lnTo>
                    <a:pt x="1487" y="2406"/>
                  </a:lnTo>
                  <a:lnTo>
                    <a:pt x="1400" y="2392"/>
                  </a:lnTo>
                  <a:lnTo>
                    <a:pt x="1315" y="2373"/>
                  </a:lnTo>
                  <a:lnTo>
                    <a:pt x="1232" y="2350"/>
                  </a:lnTo>
                  <a:lnTo>
                    <a:pt x="1152" y="2323"/>
                  </a:lnTo>
                  <a:lnTo>
                    <a:pt x="1074" y="2291"/>
                  </a:lnTo>
                  <a:lnTo>
                    <a:pt x="1000" y="2258"/>
                  </a:lnTo>
                  <a:lnTo>
                    <a:pt x="928" y="2223"/>
                  </a:lnTo>
                  <a:lnTo>
                    <a:pt x="857" y="2185"/>
                  </a:lnTo>
                  <a:lnTo>
                    <a:pt x="791" y="2146"/>
                  </a:lnTo>
                  <a:lnTo>
                    <a:pt x="730" y="2106"/>
                  </a:lnTo>
                  <a:lnTo>
                    <a:pt x="670" y="2066"/>
                  </a:lnTo>
                  <a:lnTo>
                    <a:pt x="615" y="2026"/>
                  </a:lnTo>
                  <a:lnTo>
                    <a:pt x="562" y="1987"/>
                  </a:lnTo>
                  <a:close/>
                  <a:moveTo>
                    <a:pt x="2377" y="1364"/>
                  </a:moveTo>
                  <a:lnTo>
                    <a:pt x="2396" y="1419"/>
                  </a:lnTo>
                  <a:lnTo>
                    <a:pt x="2413" y="1475"/>
                  </a:lnTo>
                  <a:lnTo>
                    <a:pt x="2425" y="1533"/>
                  </a:lnTo>
                  <a:lnTo>
                    <a:pt x="2432" y="1594"/>
                  </a:lnTo>
                  <a:lnTo>
                    <a:pt x="2434" y="1655"/>
                  </a:lnTo>
                  <a:lnTo>
                    <a:pt x="2432" y="1716"/>
                  </a:lnTo>
                  <a:lnTo>
                    <a:pt x="2425" y="1776"/>
                  </a:lnTo>
                  <a:lnTo>
                    <a:pt x="2412" y="1835"/>
                  </a:lnTo>
                  <a:lnTo>
                    <a:pt x="2396" y="1891"/>
                  </a:lnTo>
                  <a:lnTo>
                    <a:pt x="2376" y="1946"/>
                  </a:lnTo>
                  <a:lnTo>
                    <a:pt x="2432" y="1912"/>
                  </a:lnTo>
                  <a:lnTo>
                    <a:pt x="2484" y="1878"/>
                  </a:lnTo>
                  <a:lnTo>
                    <a:pt x="2535" y="1842"/>
                  </a:lnTo>
                  <a:lnTo>
                    <a:pt x="2582" y="1808"/>
                  </a:lnTo>
                  <a:lnTo>
                    <a:pt x="2626" y="1775"/>
                  </a:lnTo>
                  <a:lnTo>
                    <a:pt x="2667" y="1741"/>
                  </a:lnTo>
                  <a:lnTo>
                    <a:pt x="2703" y="1710"/>
                  </a:lnTo>
                  <a:lnTo>
                    <a:pt x="2737" y="1681"/>
                  </a:lnTo>
                  <a:lnTo>
                    <a:pt x="2766" y="1655"/>
                  </a:lnTo>
                  <a:lnTo>
                    <a:pt x="2737" y="1628"/>
                  </a:lnTo>
                  <a:lnTo>
                    <a:pt x="2703" y="1599"/>
                  </a:lnTo>
                  <a:lnTo>
                    <a:pt x="2667" y="1568"/>
                  </a:lnTo>
                  <a:lnTo>
                    <a:pt x="2626" y="1535"/>
                  </a:lnTo>
                  <a:lnTo>
                    <a:pt x="2582" y="1502"/>
                  </a:lnTo>
                  <a:lnTo>
                    <a:pt x="2535" y="1468"/>
                  </a:lnTo>
                  <a:lnTo>
                    <a:pt x="2484" y="1432"/>
                  </a:lnTo>
                  <a:lnTo>
                    <a:pt x="2432" y="1398"/>
                  </a:lnTo>
                  <a:lnTo>
                    <a:pt x="2377" y="1364"/>
                  </a:lnTo>
                  <a:close/>
                  <a:moveTo>
                    <a:pt x="956" y="1363"/>
                  </a:moveTo>
                  <a:lnTo>
                    <a:pt x="900" y="1397"/>
                  </a:lnTo>
                  <a:lnTo>
                    <a:pt x="847" y="1431"/>
                  </a:lnTo>
                  <a:lnTo>
                    <a:pt x="797" y="1467"/>
                  </a:lnTo>
                  <a:lnTo>
                    <a:pt x="750" y="1501"/>
                  </a:lnTo>
                  <a:lnTo>
                    <a:pt x="706" y="1535"/>
                  </a:lnTo>
                  <a:lnTo>
                    <a:pt x="666" y="1568"/>
                  </a:lnTo>
                  <a:lnTo>
                    <a:pt x="628" y="1599"/>
                  </a:lnTo>
                  <a:lnTo>
                    <a:pt x="596" y="1628"/>
                  </a:lnTo>
                  <a:lnTo>
                    <a:pt x="566" y="1654"/>
                  </a:lnTo>
                  <a:lnTo>
                    <a:pt x="596" y="1680"/>
                  </a:lnTo>
                  <a:lnTo>
                    <a:pt x="628" y="1710"/>
                  </a:lnTo>
                  <a:lnTo>
                    <a:pt x="666" y="1740"/>
                  </a:lnTo>
                  <a:lnTo>
                    <a:pt x="706" y="1774"/>
                  </a:lnTo>
                  <a:lnTo>
                    <a:pt x="750" y="1807"/>
                  </a:lnTo>
                  <a:lnTo>
                    <a:pt x="797" y="1841"/>
                  </a:lnTo>
                  <a:lnTo>
                    <a:pt x="847" y="1877"/>
                  </a:lnTo>
                  <a:lnTo>
                    <a:pt x="899" y="1911"/>
                  </a:lnTo>
                  <a:lnTo>
                    <a:pt x="956" y="1945"/>
                  </a:lnTo>
                  <a:lnTo>
                    <a:pt x="935" y="1890"/>
                  </a:lnTo>
                  <a:lnTo>
                    <a:pt x="919" y="1834"/>
                  </a:lnTo>
                  <a:lnTo>
                    <a:pt x="907" y="1776"/>
                  </a:lnTo>
                  <a:lnTo>
                    <a:pt x="899" y="1715"/>
                  </a:lnTo>
                  <a:lnTo>
                    <a:pt x="897" y="1655"/>
                  </a:lnTo>
                  <a:lnTo>
                    <a:pt x="899" y="1594"/>
                  </a:lnTo>
                  <a:lnTo>
                    <a:pt x="907" y="1533"/>
                  </a:lnTo>
                  <a:lnTo>
                    <a:pt x="919" y="1475"/>
                  </a:lnTo>
                  <a:lnTo>
                    <a:pt x="935" y="1418"/>
                  </a:lnTo>
                  <a:lnTo>
                    <a:pt x="956" y="1363"/>
                  </a:lnTo>
                  <a:close/>
                  <a:moveTo>
                    <a:pt x="1666" y="1145"/>
                  </a:moveTo>
                  <a:lnTo>
                    <a:pt x="1610" y="1149"/>
                  </a:lnTo>
                  <a:lnTo>
                    <a:pt x="1556" y="1157"/>
                  </a:lnTo>
                  <a:lnTo>
                    <a:pt x="1504" y="1171"/>
                  </a:lnTo>
                  <a:lnTo>
                    <a:pt x="1454" y="1191"/>
                  </a:lnTo>
                  <a:lnTo>
                    <a:pt x="1407" y="1215"/>
                  </a:lnTo>
                  <a:lnTo>
                    <a:pt x="1363" y="1244"/>
                  </a:lnTo>
                  <a:lnTo>
                    <a:pt x="1322" y="1276"/>
                  </a:lnTo>
                  <a:lnTo>
                    <a:pt x="1286" y="1314"/>
                  </a:lnTo>
                  <a:lnTo>
                    <a:pt x="1252" y="1354"/>
                  </a:lnTo>
                  <a:lnTo>
                    <a:pt x="1224" y="1398"/>
                  </a:lnTo>
                  <a:lnTo>
                    <a:pt x="1199" y="1445"/>
                  </a:lnTo>
                  <a:lnTo>
                    <a:pt x="1180" y="1494"/>
                  </a:lnTo>
                  <a:lnTo>
                    <a:pt x="1165" y="1546"/>
                  </a:lnTo>
                  <a:lnTo>
                    <a:pt x="1157" y="1599"/>
                  </a:lnTo>
                  <a:lnTo>
                    <a:pt x="1154" y="1655"/>
                  </a:lnTo>
                  <a:lnTo>
                    <a:pt x="1157" y="1710"/>
                  </a:lnTo>
                  <a:lnTo>
                    <a:pt x="1165" y="1763"/>
                  </a:lnTo>
                  <a:lnTo>
                    <a:pt x="1180" y="1815"/>
                  </a:lnTo>
                  <a:lnTo>
                    <a:pt x="1199" y="1864"/>
                  </a:lnTo>
                  <a:lnTo>
                    <a:pt x="1224" y="1911"/>
                  </a:lnTo>
                  <a:lnTo>
                    <a:pt x="1252" y="1955"/>
                  </a:lnTo>
                  <a:lnTo>
                    <a:pt x="1286" y="1995"/>
                  </a:lnTo>
                  <a:lnTo>
                    <a:pt x="1322" y="2033"/>
                  </a:lnTo>
                  <a:lnTo>
                    <a:pt x="1363" y="2065"/>
                  </a:lnTo>
                  <a:lnTo>
                    <a:pt x="1407" y="2094"/>
                  </a:lnTo>
                  <a:lnTo>
                    <a:pt x="1454" y="2118"/>
                  </a:lnTo>
                  <a:lnTo>
                    <a:pt x="1504" y="2138"/>
                  </a:lnTo>
                  <a:lnTo>
                    <a:pt x="1556" y="2152"/>
                  </a:lnTo>
                  <a:lnTo>
                    <a:pt x="1610" y="2160"/>
                  </a:lnTo>
                  <a:lnTo>
                    <a:pt x="1666" y="2164"/>
                  </a:lnTo>
                  <a:lnTo>
                    <a:pt x="1721" y="2160"/>
                  </a:lnTo>
                  <a:lnTo>
                    <a:pt x="1776" y="2152"/>
                  </a:lnTo>
                  <a:lnTo>
                    <a:pt x="1828" y="2138"/>
                  </a:lnTo>
                  <a:lnTo>
                    <a:pt x="1877" y="2118"/>
                  </a:lnTo>
                  <a:lnTo>
                    <a:pt x="1924" y="2094"/>
                  </a:lnTo>
                  <a:lnTo>
                    <a:pt x="1968" y="2065"/>
                  </a:lnTo>
                  <a:lnTo>
                    <a:pt x="2009" y="2033"/>
                  </a:lnTo>
                  <a:lnTo>
                    <a:pt x="2046" y="1995"/>
                  </a:lnTo>
                  <a:lnTo>
                    <a:pt x="2079" y="1955"/>
                  </a:lnTo>
                  <a:lnTo>
                    <a:pt x="2109" y="1911"/>
                  </a:lnTo>
                  <a:lnTo>
                    <a:pt x="2133" y="1864"/>
                  </a:lnTo>
                  <a:lnTo>
                    <a:pt x="2153" y="1815"/>
                  </a:lnTo>
                  <a:lnTo>
                    <a:pt x="2166" y="1763"/>
                  </a:lnTo>
                  <a:lnTo>
                    <a:pt x="2176" y="1710"/>
                  </a:lnTo>
                  <a:lnTo>
                    <a:pt x="2179" y="1655"/>
                  </a:lnTo>
                  <a:lnTo>
                    <a:pt x="2176" y="1599"/>
                  </a:lnTo>
                  <a:lnTo>
                    <a:pt x="2166" y="1546"/>
                  </a:lnTo>
                  <a:lnTo>
                    <a:pt x="2153" y="1494"/>
                  </a:lnTo>
                  <a:lnTo>
                    <a:pt x="2133" y="1445"/>
                  </a:lnTo>
                  <a:lnTo>
                    <a:pt x="2109" y="1398"/>
                  </a:lnTo>
                  <a:lnTo>
                    <a:pt x="2079" y="1354"/>
                  </a:lnTo>
                  <a:lnTo>
                    <a:pt x="2046" y="1314"/>
                  </a:lnTo>
                  <a:lnTo>
                    <a:pt x="2009" y="1276"/>
                  </a:lnTo>
                  <a:lnTo>
                    <a:pt x="1968" y="1244"/>
                  </a:lnTo>
                  <a:lnTo>
                    <a:pt x="1924" y="1215"/>
                  </a:lnTo>
                  <a:lnTo>
                    <a:pt x="1877" y="1191"/>
                  </a:lnTo>
                  <a:lnTo>
                    <a:pt x="1828" y="1171"/>
                  </a:lnTo>
                  <a:lnTo>
                    <a:pt x="1776" y="1157"/>
                  </a:lnTo>
                  <a:lnTo>
                    <a:pt x="1721" y="1149"/>
                  </a:lnTo>
                  <a:lnTo>
                    <a:pt x="1666" y="1145"/>
                  </a:lnTo>
                  <a:close/>
                  <a:moveTo>
                    <a:pt x="1538" y="517"/>
                  </a:moveTo>
                  <a:lnTo>
                    <a:pt x="1452" y="530"/>
                  </a:lnTo>
                  <a:lnTo>
                    <a:pt x="1368" y="548"/>
                  </a:lnTo>
                  <a:lnTo>
                    <a:pt x="1288" y="573"/>
                  </a:lnTo>
                  <a:lnTo>
                    <a:pt x="1209" y="604"/>
                  </a:lnTo>
                  <a:lnTo>
                    <a:pt x="1133" y="639"/>
                  </a:lnTo>
                  <a:lnTo>
                    <a:pt x="1061" y="681"/>
                  </a:lnTo>
                  <a:lnTo>
                    <a:pt x="991" y="726"/>
                  </a:lnTo>
                  <a:lnTo>
                    <a:pt x="927" y="777"/>
                  </a:lnTo>
                  <a:lnTo>
                    <a:pt x="865" y="832"/>
                  </a:lnTo>
                  <a:lnTo>
                    <a:pt x="807" y="892"/>
                  </a:lnTo>
                  <a:lnTo>
                    <a:pt x="754" y="955"/>
                  </a:lnTo>
                  <a:lnTo>
                    <a:pt x="706" y="1022"/>
                  </a:lnTo>
                  <a:lnTo>
                    <a:pt x="662" y="1092"/>
                  </a:lnTo>
                  <a:lnTo>
                    <a:pt x="623" y="1166"/>
                  </a:lnTo>
                  <a:lnTo>
                    <a:pt x="590" y="1243"/>
                  </a:lnTo>
                  <a:lnTo>
                    <a:pt x="562" y="1322"/>
                  </a:lnTo>
                  <a:lnTo>
                    <a:pt x="615" y="1283"/>
                  </a:lnTo>
                  <a:lnTo>
                    <a:pt x="670" y="1243"/>
                  </a:lnTo>
                  <a:lnTo>
                    <a:pt x="730" y="1203"/>
                  </a:lnTo>
                  <a:lnTo>
                    <a:pt x="791" y="1163"/>
                  </a:lnTo>
                  <a:lnTo>
                    <a:pt x="857" y="1125"/>
                  </a:lnTo>
                  <a:lnTo>
                    <a:pt x="928" y="1086"/>
                  </a:lnTo>
                  <a:lnTo>
                    <a:pt x="1000" y="1051"/>
                  </a:lnTo>
                  <a:lnTo>
                    <a:pt x="1074" y="1017"/>
                  </a:lnTo>
                  <a:lnTo>
                    <a:pt x="1152" y="987"/>
                  </a:lnTo>
                  <a:lnTo>
                    <a:pt x="1232" y="959"/>
                  </a:lnTo>
                  <a:lnTo>
                    <a:pt x="1315" y="936"/>
                  </a:lnTo>
                  <a:lnTo>
                    <a:pt x="1400" y="918"/>
                  </a:lnTo>
                  <a:lnTo>
                    <a:pt x="1487" y="903"/>
                  </a:lnTo>
                  <a:lnTo>
                    <a:pt x="1576" y="894"/>
                  </a:lnTo>
                  <a:lnTo>
                    <a:pt x="1666" y="891"/>
                  </a:lnTo>
                  <a:lnTo>
                    <a:pt x="1757" y="894"/>
                  </a:lnTo>
                  <a:lnTo>
                    <a:pt x="1845" y="903"/>
                  </a:lnTo>
                  <a:lnTo>
                    <a:pt x="1932" y="918"/>
                  </a:lnTo>
                  <a:lnTo>
                    <a:pt x="2016" y="936"/>
                  </a:lnTo>
                  <a:lnTo>
                    <a:pt x="2099" y="959"/>
                  </a:lnTo>
                  <a:lnTo>
                    <a:pt x="2180" y="987"/>
                  </a:lnTo>
                  <a:lnTo>
                    <a:pt x="2257" y="1017"/>
                  </a:lnTo>
                  <a:lnTo>
                    <a:pt x="2333" y="1051"/>
                  </a:lnTo>
                  <a:lnTo>
                    <a:pt x="2405" y="1086"/>
                  </a:lnTo>
                  <a:lnTo>
                    <a:pt x="2474" y="1125"/>
                  </a:lnTo>
                  <a:lnTo>
                    <a:pt x="2540" y="1163"/>
                  </a:lnTo>
                  <a:lnTo>
                    <a:pt x="2603" y="1203"/>
                  </a:lnTo>
                  <a:lnTo>
                    <a:pt x="2661" y="1243"/>
                  </a:lnTo>
                  <a:lnTo>
                    <a:pt x="2717" y="1283"/>
                  </a:lnTo>
                  <a:lnTo>
                    <a:pt x="2769" y="1322"/>
                  </a:lnTo>
                  <a:lnTo>
                    <a:pt x="2742" y="1243"/>
                  </a:lnTo>
                  <a:lnTo>
                    <a:pt x="2708" y="1166"/>
                  </a:lnTo>
                  <a:lnTo>
                    <a:pt x="2670" y="1092"/>
                  </a:lnTo>
                  <a:lnTo>
                    <a:pt x="2626" y="1022"/>
                  </a:lnTo>
                  <a:lnTo>
                    <a:pt x="2578" y="955"/>
                  </a:lnTo>
                  <a:lnTo>
                    <a:pt x="2524" y="892"/>
                  </a:lnTo>
                  <a:lnTo>
                    <a:pt x="2467" y="832"/>
                  </a:lnTo>
                  <a:lnTo>
                    <a:pt x="2406" y="777"/>
                  </a:lnTo>
                  <a:lnTo>
                    <a:pt x="2340" y="726"/>
                  </a:lnTo>
                  <a:lnTo>
                    <a:pt x="2271" y="681"/>
                  </a:lnTo>
                  <a:lnTo>
                    <a:pt x="2199" y="640"/>
                  </a:lnTo>
                  <a:lnTo>
                    <a:pt x="2123" y="604"/>
                  </a:lnTo>
                  <a:lnTo>
                    <a:pt x="2045" y="573"/>
                  </a:lnTo>
                  <a:lnTo>
                    <a:pt x="1963" y="548"/>
                  </a:lnTo>
                  <a:lnTo>
                    <a:pt x="1879" y="530"/>
                  </a:lnTo>
                  <a:lnTo>
                    <a:pt x="1793" y="517"/>
                  </a:lnTo>
                  <a:lnTo>
                    <a:pt x="1793" y="637"/>
                  </a:lnTo>
                  <a:lnTo>
                    <a:pt x="1791" y="662"/>
                  </a:lnTo>
                  <a:lnTo>
                    <a:pt x="1784" y="686"/>
                  </a:lnTo>
                  <a:lnTo>
                    <a:pt x="1772" y="708"/>
                  </a:lnTo>
                  <a:lnTo>
                    <a:pt x="1757" y="726"/>
                  </a:lnTo>
                  <a:lnTo>
                    <a:pt x="1737" y="742"/>
                  </a:lnTo>
                  <a:lnTo>
                    <a:pt x="1716" y="753"/>
                  </a:lnTo>
                  <a:lnTo>
                    <a:pt x="1692" y="761"/>
                  </a:lnTo>
                  <a:lnTo>
                    <a:pt x="1666" y="764"/>
                  </a:lnTo>
                  <a:lnTo>
                    <a:pt x="1640" y="761"/>
                  </a:lnTo>
                  <a:lnTo>
                    <a:pt x="1615" y="753"/>
                  </a:lnTo>
                  <a:lnTo>
                    <a:pt x="1594" y="742"/>
                  </a:lnTo>
                  <a:lnTo>
                    <a:pt x="1576" y="726"/>
                  </a:lnTo>
                  <a:lnTo>
                    <a:pt x="1560" y="708"/>
                  </a:lnTo>
                  <a:lnTo>
                    <a:pt x="1547" y="686"/>
                  </a:lnTo>
                  <a:lnTo>
                    <a:pt x="1540" y="662"/>
                  </a:lnTo>
                  <a:lnTo>
                    <a:pt x="1538" y="637"/>
                  </a:lnTo>
                  <a:lnTo>
                    <a:pt x="1538" y="517"/>
                  </a:lnTo>
                  <a:close/>
                  <a:moveTo>
                    <a:pt x="1666" y="0"/>
                  </a:moveTo>
                  <a:lnTo>
                    <a:pt x="1666" y="0"/>
                  </a:lnTo>
                  <a:lnTo>
                    <a:pt x="1692" y="2"/>
                  </a:lnTo>
                  <a:lnTo>
                    <a:pt x="1716" y="10"/>
                  </a:lnTo>
                  <a:lnTo>
                    <a:pt x="1737" y="22"/>
                  </a:lnTo>
                  <a:lnTo>
                    <a:pt x="1757" y="38"/>
                  </a:lnTo>
                  <a:lnTo>
                    <a:pt x="1772" y="57"/>
                  </a:lnTo>
                  <a:lnTo>
                    <a:pt x="1784" y="78"/>
                  </a:lnTo>
                  <a:lnTo>
                    <a:pt x="1791" y="101"/>
                  </a:lnTo>
                  <a:lnTo>
                    <a:pt x="1793" y="127"/>
                  </a:lnTo>
                  <a:lnTo>
                    <a:pt x="1793" y="260"/>
                  </a:lnTo>
                  <a:lnTo>
                    <a:pt x="1890" y="273"/>
                  </a:lnTo>
                  <a:lnTo>
                    <a:pt x="1983" y="291"/>
                  </a:lnTo>
                  <a:lnTo>
                    <a:pt x="2074" y="314"/>
                  </a:lnTo>
                  <a:lnTo>
                    <a:pt x="2162" y="345"/>
                  </a:lnTo>
                  <a:lnTo>
                    <a:pt x="2248" y="380"/>
                  </a:lnTo>
                  <a:lnTo>
                    <a:pt x="2332" y="422"/>
                  </a:lnTo>
                  <a:lnTo>
                    <a:pt x="2411" y="467"/>
                  </a:lnTo>
                  <a:lnTo>
                    <a:pt x="2488" y="518"/>
                  </a:lnTo>
                  <a:lnTo>
                    <a:pt x="2560" y="573"/>
                  </a:lnTo>
                  <a:lnTo>
                    <a:pt x="2629" y="634"/>
                  </a:lnTo>
                  <a:lnTo>
                    <a:pt x="2694" y="698"/>
                  </a:lnTo>
                  <a:lnTo>
                    <a:pt x="2753" y="767"/>
                  </a:lnTo>
                  <a:lnTo>
                    <a:pt x="2810" y="839"/>
                  </a:lnTo>
                  <a:lnTo>
                    <a:pt x="2861" y="915"/>
                  </a:lnTo>
                  <a:lnTo>
                    <a:pt x="2907" y="994"/>
                  </a:lnTo>
                  <a:lnTo>
                    <a:pt x="2948" y="1076"/>
                  </a:lnTo>
                  <a:lnTo>
                    <a:pt x="2984" y="1161"/>
                  </a:lnTo>
                  <a:lnTo>
                    <a:pt x="3014" y="1249"/>
                  </a:lnTo>
                  <a:lnTo>
                    <a:pt x="3038" y="1340"/>
                  </a:lnTo>
                  <a:lnTo>
                    <a:pt x="3057" y="1432"/>
                  </a:lnTo>
                  <a:lnTo>
                    <a:pt x="3069" y="1527"/>
                  </a:lnTo>
                  <a:lnTo>
                    <a:pt x="3203" y="1527"/>
                  </a:lnTo>
                  <a:lnTo>
                    <a:pt x="3229" y="1530"/>
                  </a:lnTo>
                  <a:lnTo>
                    <a:pt x="3253" y="1537"/>
                  </a:lnTo>
                  <a:lnTo>
                    <a:pt x="3275" y="1549"/>
                  </a:lnTo>
                  <a:lnTo>
                    <a:pt x="3294" y="1565"/>
                  </a:lnTo>
                  <a:lnTo>
                    <a:pt x="3309" y="1583"/>
                  </a:lnTo>
                  <a:lnTo>
                    <a:pt x="3321" y="1605"/>
                  </a:lnTo>
                  <a:lnTo>
                    <a:pt x="3329" y="1629"/>
                  </a:lnTo>
                  <a:lnTo>
                    <a:pt x="3331" y="1655"/>
                  </a:lnTo>
                  <a:lnTo>
                    <a:pt x="3329" y="1680"/>
                  </a:lnTo>
                  <a:lnTo>
                    <a:pt x="3321" y="1704"/>
                  </a:lnTo>
                  <a:lnTo>
                    <a:pt x="3309" y="1726"/>
                  </a:lnTo>
                  <a:lnTo>
                    <a:pt x="3294" y="1744"/>
                  </a:lnTo>
                  <a:lnTo>
                    <a:pt x="3275" y="1760"/>
                  </a:lnTo>
                  <a:lnTo>
                    <a:pt x="3253" y="1771"/>
                  </a:lnTo>
                  <a:lnTo>
                    <a:pt x="3229" y="1779"/>
                  </a:lnTo>
                  <a:lnTo>
                    <a:pt x="3204" y="1782"/>
                  </a:lnTo>
                  <a:lnTo>
                    <a:pt x="3069" y="1782"/>
                  </a:lnTo>
                  <a:lnTo>
                    <a:pt x="3057" y="1877"/>
                  </a:lnTo>
                  <a:lnTo>
                    <a:pt x="3039" y="1969"/>
                  </a:lnTo>
                  <a:lnTo>
                    <a:pt x="3014" y="2060"/>
                  </a:lnTo>
                  <a:lnTo>
                    <a:pt x="2985" y="2148"/>
                  </a:lnTo>
                  <a:lnTo>
                    <a:pt x="2948" y="2233"/>
                  </a:lnTo>
                  <a:lnTo>
                    <a:pt x="2907" y="2315"/>
                  </a:lnTo>
                  <a:lnTo>
                    <a:pt x="2861" y="2394"/>
                  </a:lnTo>
                  <a:lnTo>
                    <a:pt x="2810" y="2470"/>
                  </a:lnTo>
                  <a:lnTo>
                    <a:pt x="2755" y="2543"/>
                  </a:lnTo>
                  <a:lnTo>
                    <a:pt x="2694" y="2611"/>
                  </a:lnTo>
                  <a:lnTo>
                    <a:pt x="2629" y="2675"/>
                  </a:lnTo>
                  <a:lnTo>
                    <a:pt x="2560" y="2736"/>
                  </a:lnTo>
                  <a:lnTo>
                    <a:pt x="2488" y="2791"/>
                  </a:lnTo>
                  <a:lnTo>
                    <a:pt x="2411" y="2842"/>
                  </a:lnTo>
                  <a:lnTo>
                    <a:pt x="2332" y="2888"/>
                  </a:lnTo>
                  <a:lnTo>
                    <a:pt x="2248" y="2929"/>
                  </a:lnTo>
                  <a:lnTo>
                    <a:pt x="2162" y="2964"/>
                  </a:lnTo>
                  <a:lnTo>
                    <a:pt x="2074" y="2995"/>
                  </a:lnTo>
                  <a:lnTo>
                    <a:pt x="1983" y="3018"/>
                  </a:lnTo>
                  <a:lnTo>
                    <a:pt x="1890" y="3036"/>
                  </a:lnTo>
                  <a:lnTo>
                    <a:pt x="1793" y="3049"/>
                  </a:lnTo>
                  <a:lnTo>
                    <a:pt x="1793" y="3182"/>
                  </a:lnTo>
                  <a:lnTo>
                    <a:pt x="1791" y="3208"/>
                  </a:lnTo>
                  <a:lnTo>
                    <a:pt x="1784" y="3232"/>
                  </a:lnTo>
                  <a:lnTo>
                    <a:pt x="1772" y="3252"/>
                  </a:lnTo>
                  <a:lnTo>
                    <a:pt x="1757" y="3272"/>
                  </a:lnTo>
                  <a:lnTo>
                    <a:pt x="1737" y="3288"/>
                  </a:lnTo>
                  <a:lnTo>
                    <a:pt x="1716" y="3299"/>
                  </a:lnTo>
                  <a:lnTo>
                    <a:pt x="1692" y="3307"/>
                  </a:lnTo>
                  <a:lnTo>
                    <a:pt x="1666" y="3309"/>
                  </a:lnTo>
                  <a:lnTo>
                    <a:pt x="1641" y="3307"/>
                  </a:lnTo>
                  <a:lnTo>
                    <a:pt x="1616" y="3299"/>
                  </a:lnTo>
                  <a:lnTo>
                    <a:pt x="1594" y="3288"/>
                  </a:lnTo>
                  <a:lnTo>
                    <a:pt x="1576" y="3272"/>
                  </a:lnTo>
                  <a:lnTo>
                    <a:pt x="1560" y="3252"/>
                  </a:lnTo>
                  <a:lnTo>
                    <a:pt x="1547" y="3232"/>
                  </a:lnTo>
                  <a:lnTo>
                    <a:pt x="1540" y="3208"/>
                  </a:lnTo>
                  <a:lnTo>
                    <a:pt x="1538" y="3182"/>
                  </a:lnTo>
                  <a:lnTo>
                    <a:pt x="1538" y="3049"/>
                  </a:lnTo>
                  <a:lnTo>
                    <a:pt x="1443" y="3036"/>
                  </a:lnTo>
                  <a:lnTo>
                    <a:pt x="1348" y="3018"/>
                  </a:lnTo>
                  <a:lnTo>
                    <a:pt x="1257" y="2995"/>
                  </a:lnTo>
                  <a:lnTo>
                    <a:pt x="1169" y="2964"/>
                  </a:lnTo>
                  <a:lnTo>
                    <a:pt x="1084" y="2929"/>
                  </a:lnTo>
                  <a:lnTo>
                    <a:pt x="1001" y="2888"/>
                  </a:lnTo>
                  <a:lnTo>
                    <a:pt x="920" y="2842"/>
                  </a:lnTo>
                  <a:lnTo>
                    <a:pt x="845" y="2791"/>
                  </a:lnTo>
                  <a:lnTo>
                    <a:pt x="772" y="2736"/>
                  </a:lnTo>
                  <a:lnTo>
                    <a:pt x="702" y="2675"/>
                  </a:lnTo>
                  <a:lnTo>
                    <a:pt x="639" y="2611"/>
                  </a:lnTo>
                  <a:lnTo>
                    <a:pt x="578" y="2543"/>
                  </a:lnTo>
                  <a:lnTo>
                    <a:pt x="521" y="2470"/>
                  </a:lnTo>
                  <a:lnTo>
                    <a:pt x="470" y="2394"/>
                  </a:lnTo>
                  <a:lnTo>
                    <a:pt x="424" y="2315"/>
                  </a:lnTo>
                  <a:lnTo>
                    <a:pt x="383" y="2233"/>
                  </a:lnTo>
                  <a:lnTo>
                    <a:pt x="348" y="2148"/>
                  </a:lnTo>
                  <a:lnTo>
                    <a:pt x="317" y="2060"/>
                  </a:lnTo>
                  <a:lnTo>
                    <a:pt x="293" y="1969"/>
                  </a:lnTo>
                  <a:lnTo>
                    <a:pt x="274" y="1877"/>
                  </a:lnTo>
                  <a:lnTo>
                    <a:pt x="263" y="1782"/>
                  </a:lnTo>
                  <a:lnTo>
                    <a:pt x="129" y="1782"/>
                  </a:lnTo>
                  <a:lnTo>
                    <a:pt x="103" y="1779"/>
                  </a:lnTo>
                  <a:lnTo>
                    <a:pt x="78" y="1771"/>
                  </a:lnTo>
                  <a:lnTo>
                    <a:pt x="56" y="1760"/>
                  </a:lnTo>
                  <a:lnTo>
                    <a:pt x="38" y="1744"/>
                  </a:lnTo>
                  <a:lnTo>
                    <a:pt x="22" y="1726"/>
                  </a:lnTo>
                  <a:lnTo>
                    <a:pt x="10" y="1704"/>
                  </a:lnTo>
                  <a:lnTo>
                    <a:pt x="3" y="1680"/>
                  </a:lnTo>
                  <a:lnTo>
                    <a:pt x="0" y="1655"/>
                  </a:lnTo>
                  <a:lnTo>
                    <a:pt x="3" y="1629"/>
                  </a:lnTo>
                  <a:lnTo>
                    <a:pt x="10" y="1605"/>
                  </a:lnTo>
                  <a:lnTo>
                    <a:pt x="22" y="1583"/>
                  </a:lnTo>
                  <a:lnTo>
                    <a:pt x="38" y="1565"/>
                  </a:lnTo>
                  <a:lnTo>
                    <a:pt x="56" y="1549"/>
                  </a:lnTo>
                  <a:lnTo>
                    <a:pt x="78" y="1537"/>
                  </a:lnTo>
                  <a:lnTo>
                    <a:pt x="103" y="1530"/>
                  </a:lnTo>
                  <a:lnTo>
                    <a:pt x="129" y="1527"/>
                  </a:lnTo>
                  <a:lnTo>
                    <a:pt x="263" y="1527"/>
                  </a:lnTo>
                  <a:lnTo>
                    <a:pt x="274" y="1432"/>
                  </a:lnTo>
                  <a:lnTo>
                    <a:pt x="293" y="1340"/>
                  </a:lnTo>
                  <a:lnTo>
                    <a:pt x="317" y="1249"/>
                  </a:lnTo>
                  <a:lnTo>
                    <a:pt x="348" y="1161"/>
                  </a:lnTo>
                  <a:lnTo>
                    <a:pt x="383" y="1076"/>
                  </a:lnTo>
                  <a:lnTo>
                    <a:pt x="424" y="994"/>
                  </a:lnTo>
                  <a:lnTo>
                    <a:pt x="470" y="915"/>
                  </a:lnTo>
                  <a:lnTo>
                    <a:pt x="521" y="839"/>
                  </a:lnTo>
                  <a:lnTo>
                    <a:pt x="578" y="767"/>
                  </a:lnTo>
                  <a:lnTo>
                    <a:pt x="639" y="698"/>
                  </a:lnTo>
                  <a:lnTo>
                    <a:pt x="702" y="634"/>
                  </a:lnTo>
                  <a:lnTo>
                    <a:pt x="772" y="573"/>
                  </a:lnTo>
                  <a:lnTo>
                    <a:pt x="845" y="518"/>
                  </a:lnTo>
                  <a:lnTo>
                    <a:pt x="920" y="467"/>
                  </a:lnTo>
                  <a:lnTo>
                    <a:pt x="1001" y="422"/>
                  </a:lnTo>
                  <a:lnTo>
                    <a:pt x="1084" y="380"/>
                  </a:lnTo>
                  <a:lnTo>
                    <a:pt x="1169" y="345"/>
                  </a:lnTo>
                  <a:lnTo>
                    <a:pt x="1257" y="314"/>
                  </a:lnTo>
                  <a:lnTo>
                    <a:pt x="1348" y="291"/>
                  </a:lnTo>
                  <a:lnTo>
                    <a:pt x="1443" y="273"/>
                  </a:lnTo>
                  <a:lnTo>
                    <a:pt x="1538" y="260"/>
                  </a:lnTo>
                  <a:lnTo>
                    <a:pt x="1538" y="127"/>
                  </a:lnTo>
                  <a:lnTo>
                    <a:pt x="1540" y="101"/>
                  </a:lnTo>
                  <a:lnTo>
                    <a:pt x="1547" y="78"/>
                  </a:lnTo>
                  <a:lnTo>
                    <a:pt x="1560" y="57"/>
                  </a:lnTo>
                  <a:lnTo>
                    <a:pt x="1576" y="38"/>
                  </a:lnTo>
                  <a:lnTo>
                    <a:pt x="1594" y="22"/>
                  </a:lnTo>
                  <a:lnTo>
                    <a:pt x="1615" y="10"/>
                  </a:lnTo>
                  <a:lnTo>
                    <a:pt x="1640" y="2"/>
                  </a:lnTo>
                  <a:lnTo>
                    <a:pt x="1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4" name="Freeform 392">
              <a:extLst>
                <a:ext uri="{FF2B5EF4-FFF2-40B4-BE49-F238E27FC236}">
                  <a16:creationId xmlns:a16="http://schemas.microsoft.com/office/drawing/2014/main" id="{E40F5F88-042F-45BB-B3DE-641FF62A8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113" y="4065588"/>
              <a:ext cx="92075" cy="90488"/>
            </a:xfrm>
            <a:custGeom>
              <a:avLst/>
              <a:gdLst>
                <a:gd name="T0" fmla="*/ 321 w 641"/>
                <a:gd name="T1" fmla="*/ 0 h 635"/>
                <a:gd name="T2" fmla="*/ 365 w 641"/>
                <a:gd name="T3" fmla="*/ 2 h 635"/>
                <a:gd name="T4" fmla="*/ 405 w 641"/>
                <a:gd name="T5" fmla="*/ 11 h 635"/>
                <a:gd name="T6" fmla="*/ 445 w 641"/>
                <a:gd name="T7" fmla="*/ 25 h 635"/>
                <a:gd name="T8" fmla="*/ 482 w 641"/>
                <a:gd name="T9" fmla="*/ 42 h 635"/>
                <a:gd name="T10" fmla="*/ 516 w 641"/>
                <a:gd name="T11" fmla="*/ 65 h 635"/>
                <a:gd name="T12" fmla="*/ 547 w 641"/>
                <a:gd name="T13" fmla="*/ 92 h 635"/>
                <a:gd name="T14" fmla="*/ 574 w 641"/>
                <a:gd name="T15" fmla="*/ 124 h 635"/>
                <a:gd name="T16" fmla="*/ 597 w 641"/>
                <a:gd name="T17" fmla="*/ 157 h 635"/>
                <a:gd name="T18" fmla="*/ 616 w 641"/>
                <a:gd name="T19" fmla="*/ 194 h 635"/>
                <a:gd name="T20" fmla="*/ 630 w 641"/>
                <a:gd name="T21" fmla="*/ 233 h 635"/>
                <a:gd name="T22" fmla="*/ 638 w 641"/>
                <a:gd name="T23" fmla="*/ 274 h 635"/>
                <a:gd name="T24" fmla="*/ 641 w 641"/>
                <a:gd name="T25" fmla="*/ 318 h 635"/>
                <a:gd name="T26" fmla="*/ 638 w 641"/>
                <a:gd name="T27" fmla="*/ 361 h 635"/>
                <a:gd name="T28" fmla="*/ 630 w 641"/>
                <a:gd name="T29" fmla="*/ 402 h 635"/>
                <a:gd name="T30" fmla="*/ 616 w 641"/>
                <a:gd name="T31" fmla="*/ 442 h 635"/>
                <a:gd name="T32" fmla="*/ 597 w 641"/>
                <a:gd name="T33" fmla="*/ 478 h 635"/>
                <a:gd name="T34" fmla="*/ 574 w 641"/>
                <a:gd name="T35" fmla="*/ 511 h 635"/>
                <a:gd name="T36" fmla="*/ 547 w 641"/>
                <a:gd name="T37" fmla="*/ 543 h 635"/>
                <a:gd name="T38" fmla="*/ 516 w 641"/>
                <a:gd name="T39" fmla="*/ 570 h 635"/>
                <a:gd name="T40" fmla="*/ 482 w 641"/>
                <a:gd name="T41" fmla="*/ 593 h 635"/>
                <a:gd name="T42" fmla="*/ 445 w 641"/>
                <a:gd name="T43" fmla="*/ 610 h 635"/>
                <a:gd name="T44" fmla="*/ 405 w 641"/>
                <a:gd name="T45" fmla="*/ 624 h 635"/>
                <a:gd name="T46" fmla="*/ 365 w 641"/>
                <a:gd name="T47" fmla="*/ 633 h 635"/>
                <a:gd name="T48" fmla="*/ 321 w 641"/>
                <a:gd name="T49" fmla="*/ 635 h 635"/>
                <a:gd name="T50" fmla="*/ 278 w 641"/>
                <a:gd name="T51" fmla="*/ 633 h 635"/>
                <a:gd name="T52" fmla="*/ 236 w 641"/>
                <a:gd name="T53" fmla="*/ 624 h 635"/>
                <a:gd name="T54" fmla="*/ 196 w 641"/>
                <a:gd name="T55" fmla="*/ 610 h 635"/>
                <a:gd name="T56" fmla="*/ 159 w 641"/>
                <a:gd name="T57" fmla="*/ 593 h 635"/>
                <a:gd name="T58" fmla="*/ 125 w 641"/>
                <a:gd name="T59" fmla="*/ 570 h 635"/>
                <a:gd name="T60" fmla="*/ 95 w 641"/>
                <a:gd name="T61" fmla="*/ 543 h 635"/>
                <a:gd name="T62" fmla="*/ 67 w 641"/>
                <a:gd name="T63" fmla="*/ 511 h 635"/>
                <a:gd name="T64" fmla="*/ 44 w 641"/>
                <a:gd name="T65" fmla="*/ 478 h 635"/>
                <a:gd name="T66" fmla="*/ 25 w 641"/>
                <a:gd name="T67" fmla="*/ 442 h 635"/>
                <a:gd name="T68" fmla="*/ 12 w 641"/>
                <a:gd name="T69" fmla="*/ 402 h 635"/>
                <a:gd name="T70" fmla="*/ 3 w 641"/>
                <a:gd name="T71" fmla="*/ 361 h 635"/>
                <a:gd name="T72" fmla="*/ 0 w 641"/>
                <a:gd name="T73" fmla="*/ 318 h 635"/>
                <a:gd name="T74" fmla="*/ 3 w 641"/>
                <a:gd name="T75" fmla="*/ 274 h 635"/>
                <a:gd name="T76" fmla="*/ 12 w 641"/>
                <a:gd name="T77" fmla="*/ 233 h 635"/>
                <a:gd name="T78" fmla="*/ 25 w 641"/>
                <a:gd name="T79" fmla="*/ 194 h 635"/>
                <a:gd name="T80" fmla="*/ 44 w 641"/>
                <a:gd name="T81" fmla="*/ 157 h 635"/>
                <a:gd name="T82" fmla="*/ 67 w 641"/>
                <a:gd name="T83" fmla="*/ 124 h 635"/>
                <a:gd name="T84" fmla="*/ 95 w 641"/>
                <a:gd name="T85" fmla="*/ 92 h 635"/>
                <a:gd name="T86" fmla="*/ 125 w 641"/>
                <a:gd name="T87" fmla="*/ 65 h 635"/>
                <a:gd name="T88" fmla="*/ 159 w 641"/>
                <a:gd name="T89" fmla="*/ 42 h 635"/>
                <a:gd name="T90" fmla="*/ 196 w 641"/>
                <a:gd name="T91" fmla="*/ 25 h 635"/>
                <a:gd name="T92" fmla="*/ 236 w 641"/>
                <a:gd name="T93" fmla="*/ 11 h 635"/>
                <a:gd name="T94" fmla="*/ 278 w 641"/>
                <a:gd name="T95" fmla="*/ 2 h 635"/>
                <a:gd name="T96" fmla="*/ 321 w 641"/>
                <a:gd name="T97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1" h="635">
                  <a:moveTo>
                    <a:pt x="321" y="0"/>
                  </a:moveTo>
                  <a:lnTo>
                    <a:pt x="365" y="2"/>
                  </a:lnTo>
                  <a:lnTo>
                    <a:pt x="405" y="11"/>
                  </a:lnTo>
                  <a:lnTo>
                    <a:pt x="445" y="25"/>
                  </a:lnTo>
                  <a:lnTo>
                    <a:pt x="482" y="42"/>
                  </a:lnTo>
                  <a:lnTo>
                    <a:pt x="516" y="65"/>
                  </a:lnTo>
                  <a:lnTo>
                    <a:pt x="547" y="92"/>
                  </a:lnTo>
                  <a:lnTo>
                    <a:pt x="574" y="124"/>
                  </a:lnTo>
                  <a:lnTo>
                    <a:pt x="597" y="157"/>
                  </a:lnTo>
                  <a:lnTo>
                    <a:pt x="616" y="194"/>
                  </a:lnTo>
                  <a:lnTo>
                    <a:pt x="630" y="233"/>
                  </a:lnTo>
                  <a:lnTo>
                    <a:pt x="638" y="274"/>
                  </a:lnTo>
                  <a:lnTo>
                    <a:pt x="641" y="318"/>
                  </a:lnTo>
                  <a:lnTo>
                    <a:pt x="638" y="361"/>
                  </a:lnTo>
                  <a:lnTo>
                    <a:pt x="630" y="402"/>
                  </a:lnTo>
                  <a:lnTo>
                    <a:pt x="616" y="442"/>
                  </a:lnTo>
                  <a:lnTo>
                    <a:pt x="597" y="478"/>
                  </a:lnTo>
                  <a:lnTo>
                    <a:pt x="574" y="511"/>
                  </a:lnTo>
                  <a:lnTo>
                    <a:pt x="547" y="543"/>
                  </a:lnTo>
                  <a:lnTo>
                    <a:pt x="516" y="570"/>
                  </a:lnTo>
                  <a:lnTo>
                    <a:pt x="482" y="593"/>
                  </a:lnTo>
                  <a:lnTo>
                    <a:pt x="445" y="610"/>
                  </a:lnTo>
                  <a:lnTo>
                    <a:pt x="405" y="624"/>
                  </a:lnTo>
                  <a:lnTo>
                    <a:pt x="365" y="633"/>
                  </a:lnTo>
                  <a:lnTo>
                    <a:pt x="321" y="635"/>
                  </a:lnTo>
                  <a:lnTo>
                    <a:pt x="278" y="633"/>
                  </a:lnTo>
                  <a:lnTo>
                    <a:pt x="236" y="624"/>
                  </a:lnTo>
                  <a:lnTo>
                    <a:pt x="196" y="610"/>
                  </a:lnTo>
                  <a:lnTo>
                    <a:pt x="159" y="593"/>
                  </a:lnTo>
                  <a:lnTo>
                    <a:pt x="125" y="570"/>
                  </a:lnTo>
                  <a:lnTo>
                    <a:pt x="95" y="543"/>
                  </a:lnTo>
                  <a:lnTo>
                    <a:pt x="67" y="511"/>
                  </a:lnTo>
                  <a:lnTo>
                    <a:pt x="44" y="478"/>
                  </a:lnTo>
                  <a:lnTo>
                    <a:pt x="25" y="442"/>
                  </a:lnTo>
                  <a:lnTo>
                    <a:pt x="12" y="402"/>
                  </a:lnTo>
                  <a:lnTo>
                    <a:pt x="3" y="361"/>
                  </a:lnTo>
                  <a:lnTo>
                    <a:pt x="0" y="318"/>
                  </a:lnTo>
                  <a:lnTo>
                    <a:pt x="3" y="274"/>
                  </a:lnTo>
                  <a:lnTo>
                    <a:pt x="12" y="233"/>
                  </a:lnTo>
                  <a:lnTo>
                    <a:pt x="25" y="194"/>
                  </a:lnTo>
                  <a:lnTo>
                    <a:pt x="44" y="157"/>
                  </a:lnTo>
                  <a:lnTo>
                    <a:pt x="67" y="124"/>
                  </a:lnTo>
                  <a:lnTo>
                    <a:pt x="95" y="92"/>
                  </a:lnTo>
                  <a:lnTo>
                    <a:pt x="125" y="65"/>
                  </a:lnTo>
                  <a:lnTo>
                    <a:pt x="159" y="42"/>
                  </a:lnTo>
                  <a:lnTo>
                    <a:pt x="196" y="25"/>
                  </a:lnTo>
                  <a:lnTo>
                    <a:pt x="236" y="11"/>
                  </a:lnTo>
                  <a:lnTo>
                    <a:pt x="278" y="2"/>
                  </a:lnTo>
                  <a:lnTo>
                    <a:pt x="3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45" name="Freeform 397">
            <a:extLst>
              <a:ext uri="{FF2B5EF4-FFF2-40B4-BE49-F238E27FC236}">
                <a16:creationId xmlns:a16="http://schemas.microsoft.com/office/drawing/2014/main" id="{406F92F0-9488-444E-A682-F26EA7E0370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4915327" y="1653181"/>
            <a:ext cx="282021" cy="327755"/>
          </a:xfrm>
          <a:custGeom>
            <a:avLst/>
            <a:gdLst>
              <a:gd name="T0" fmla="*/ 2341 w 2853"/>
              <a:gd name="T1" fmla="*/ 2490 h 3309"/>
              <a:gd name="T2" fmla="*/ 2503 w 2853"/>
              <a:gd name="T3" fmla="*/ 2320 h 3309"/>
              <a:gd name="T4" fmla="*/ 2545 w 2853"/>
              <a:gd name="T5" fmla="*/ 2079 h 3309"/>
              <a:gd name="T6" fmla="*/ 2451 w 2853"/>
              <a:gd name="T7" fmla="*/ 1861 h 3309"/>
              <a:gd name="T8" fmla="*/ 2254 w 2853"/>
              <a:gd name="T9" fmla="*/ 1731 h 3309"/>
              <a:gd name="T10" fmla="*/ 447 w 2853"/>
              <a:gd name="T11" fmla="*/ 1433 h 3309"/>
              <a:gd name="T12" fmla="*/ 381 w 2853"/>
              <a:gd name="T13" fmla="*/ 1559 h 3309"/>
              <a:gd name="T14" fmla="*/ 425 w 2853"/>
              <a:gd name="T15" fmla="*/ 2808 h 3309"/>
              <a:gd name="T16" fmla="*/ 563 w 2853"/>
              <a:gd name="T17" fmla="*/ 2850 h 3309"/>
              <a:gd name="T18" fmla="*/ 673 w 2853"/>
              <a:gd name="T19" fmla="*/ 2759 h 3309"/>
              <a:gd name="T20" fmla="*/ 673 w 2853"/>
              <a:gd name="T21" fmla="*/ 1500 h 3309"/>
              <a:gd name="T22" fmla="*/ 563 w 2853"/>
              <a:gd name="T23" fmla="*/ 1411 h 3309"/>
              <a:gd name="T24" fmla="*/ 749 w 2853"/>
              <a:gd name="T25" fmla="*/ 15 h 3309"/>
              <a:gd name="T26" fmla="*/ 777 w 2853"/>
              <a:gd name="T27" fmla="*/ 94 h 3309"/>
              <a:gd name="T28" fmla="*/ 754 w 2853"/>
              <a:gd name="T29" fmla="*/ 217 h 3309"/>
              <a:gd name="T30" fmla="*/ 833 w 2853"/>
              <a:gd name="T31" fmla="*/ 350 h 3309"/>
              <a:gd name="T32" fmla="*/ 966 w 2853"/>
              <a:gd name="T33" fmla="*/ 505 h 3309"/>
              <a:gd name="T34" fmla="*/ 1063 w 2853"/>
              <a:gd name="T35" fmla="*/ 682 h 3309"/>
              <a:gd name="T36" fmla="*/ 1051 w 2853"/>
              <a:gd name="T37" fmla="*/ 895 h 3309"/>
              <a:gd name="T38" fmla="*/ 1432 w 2853"/>
              <a:gd name="T39" fmla="*/ 997 h 3309"/>
              <a:gd name="T40" fmla="*/ 1365 w 2853"/>
              <a:gd name="T41" fmla="*/ 841 h 3309"/>
              <a:gd name="T42" fmla="*/ 1248 w 2853"/>
              <a:gd name="T43" fmla="*/ 695 h 3309"/>
              <a:gd name="T44" fmla="*/ 1164 w 2853"/>
              <a:gd name="T45" fmla="*/ 558 h 3309"/>
              <a:gd name="T46" fmla="*/ 1131 w 2853"/>
              <a:gd name="T47" fmla="*/ 395 h 3309"/>
              <a:gd name="T48" fmla="*/ 1191 w 2853"/>
              <a:gd name="T49" fmla="*/ 201 h 3309"/>
              <a:gd name="T50" fmla="*/ 1349 w 2853"/>
              <a:gd name="T51" fmla="*/ 11 h 3309"/>
              <a:gd name="T52" fmla="*/ 1433 w 2853"/>
              <a:gd name="T53" fmla="*/ 15 h 3309"/>
              <a:gd name="T54" fmla="*/ 1461 w 2853"/>
              <a:gd name="T55" fmla="*/ 94 h 3309"/>
              <a:gd name="T56" fmla="*/ 1440 w 2853"/>
              <a:gd name="T57" fmla="*/ 217 h 3309"/>
              <a:gd name="T58" fmla="*/ 1518 w 2853"/>
              <a:gd name="T59" fmla="*/ 350 h 3309"/>
              <a:gd name="T60" fmla="*/ 1651 w 2853"/>
              <a:gd name="T61" fmla="*/ 505 h 3309"/>
              <a:gd name="T62" fmla="*/ 1747 w 2853"/>
              <a:gd name="T63" fmla="*/ 682 h 3309"/>
              <a:gd name="T64" fmla="*/ 1735 w 2853"/>
              <a:gd name="T65" fmla="*/ 895 h 3309"/>
              <a:gd name="T66" fmla="*/ 2084 w 2853"/>
              <a:gd name="T67" fmla="*/ 1030 h 3309"/>
              <a:gd name="T68" fmla="*/ 2194 w 2853"/>
              <a:gd name="T69" fmla="*/ 1120 h 3309"/>
              <a:gd name="T70" fmla="*/ 2338 w 2853"/>
              <a:gd name="T71" fmla="*/ 1439 h 3309"/>
              <a:gd name="T72" fmla="*/ 2620 w 2853"/>
              <a:gd name="T73" fmla="*/ 1599 h 3309"/>
              <a:gd name="T74" fmla="*/ 2803 w 2853"/>
              <a:gd name="T75" fmla="*/ 1866 h 3309"/>
              <a:gd name="T76" fmla="*/ 2849 w 2853"/>
              <a:gd name="T77" fmla="*/ 2200 h 3309"/>
              <a:gd name="T78" fmla="*/ 2743 w 2853"/>
              <a:gd name="T79" fmla="*/ 2513 h 3309"/>
              <a:gd name="T80" fmla="*/ 2514 w 2853"/>
              <a:gd name="T81" fmla="*/ 2742 h 3309"/>
              <a:gd name="T82" fmla="*/ 2201 w 2853"/>
              <a:gd name="T83" fmla="*/ 2849 h 3309"/>
              <a:gd name="T84" fmla="*/ 2097 w 2853"/>
              <a:gd name="T85" fmla="*/ 3097 h 3309"/>
              <a:gd name="T86" fmla="*/ 1889 w 2853"/>
              <a:gd name="T87" fmla="*/ 3263 h 3309"/>
              <a:gd name="T88" fmla="*/ 533 w 2853"/>
              <a:gd name="T89" fmla="*/ 3309 h 3309"/>
              <a:gd name="T90" fmla="*/ 264 w 2853"/>
              <a:gd name="T91" fmla="*/ 3236 h 3309"/>
              <a:gd name="T92" fmla="*/ 73 w 2853"/>
              <a:gd name="T93" fmla="*/ 3045 h 3309"/>
              <a:gd name="T94" fmla="*/ 0 w 2853"/>
              <a:gd name="T95" fmla="*/ 2776 h 3309"/>
              <a:gd name="T96" fmla="*/ 45 w 2853"/>
              <a:gd name="T97" fmla="*/ 1072 h 3309"/>
              <a:gd name="T98" fmla="*/ 745 w 2853"/>
              <a:gd name="T99" fmla="*/ 1027 h 3309"/>
              <a:gd name="T100" fmla="*/ 703 w 2853"/>
              <a:gd name="T101" fmla="*/ 874 h 3309"/>
              <a:gd name="T102" fmla="*/ 582 w 2853"/>
              <a:gd name="T103" fmla="*/ 720 h 3309"/>
              <a:gd name="T104" fmla="*/ 493 w 2853"/>
              <a:gd name="T105" fmla="*/ 587 h 3309"/>
              <a:gd name="T106" fmla="*/ 446 w 2853"/>
              <a:gd name="T107" fmla="*/ 429 h 3309"/>
              <a:gd name="T108" fmla="*/ 485 w 2853"/>
              <a:gd name="T109" fmla="*/ 242 h 3309"/>
              <a:gd name="T110" fmla="*/ 650 w 2853"/>
              <a:gd name="T111" fmla="*/ 22 h 3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853" h="3309">
                <a:moveTo>
                  <a:pt x="2206" y="1719"/>
                </a:moveTo>
                <a:lnTo>
                  <a:pt x="2206" y="2541"/>
                </a:lnTo>
                <a:lnTo>
                  <a:pt x="2254" y="2530"/>
                </a:lnTo>
                <a:lnTo>
                  <a:pt x="2299" y="2513"/>
                </a:lnTo>
                <a:lnTo>
                  <a:pt x="2341" y="2490"/>
                </a:lnTo>
                <a:lnTo>
                  <a:pt x="2381" y="2464"/>
                </a:lnTo>
                <a:lnTo>
                  <a:pt x="2417" y="2433"/>
                </a:lnTo>
                <a:lnTo>
                  <a:pt x="2451" y="2399"/>
                </a:lnTo>
                <a:lnTo>
                  <a:pt x="2479" y="2361"/>
                </a:lnTo>
                <a:lnTo>
                  <a:pt x="2503" y="2320"/>
                </a:lnTo>
                <a:lnTo>
                  <a:pt x="2522" y="2276"/>
                </a:lnTo>
                <a:lnTo>
                  <a:pt x="2537" y="2229"/>
                </a:lnTo>
                <a:lnTo>
                  <a:pt x="2545" y="2180"/>
                </a:lnTo>
                <a:lnTo>
                  <a:pt x="2548" y="2130"/>
                </a:lnTo>
                <a:lnTo>
                  <a:pt x="2545" y="2079"/>
                </a:lnTo>
                <a:lnTo>
                  <a:pt x="2537" y="2031"/>
                </a:lnTo>
                <a:lnTo>
                  <a:pt x="2522" y="1985"/>
                </a:lnTo>
                <a:lnTo>
                  <a:pt x="2503" y="1941"/>
                </a:lnTo>
                <a:lnTo>
                  <a:pt x="2479" y="1899"/>
                </a:lnTo>
                <a:lnTo>
                  <a:pt x="2451" y="1861"/>
                </a:lnTo>
                <a:lnTo>
                  <a:pt x="2417" y="1827"/>
                </a:lnTo>
                <a:lnTo>
                  <a:pt x="2381" y="1796"/>
                </a:lnTo>
                <a:lnTo>
                  <a:pt x="2341" y="1769"/>
                </a:lnTo>
                <a:lnTo>
                  <a:pt x="2299" y="1748"/>
                </a:lnTo>
                <a:lnTo>
                  <a:pt x="2254" y="1731"/>
                </a:lnTo>
                <a:lnTo>
                  <a:pt x="2206" y="1719"/>
                </a:lnTo>
                <a:close/>
                <a:moveTo>
                  <a:pt x="533" y="1407"/>
                </a:moveTo>
                <a:lnTo>
                  <a:pt x="501" y="1411"/>
                </a:lnTo>
                <a:lnTo>
                  <a:pt x="473" y="1420"/>
                </a:lnTo>
                <a:lnTo>
                  <a:pt x="447" y="1433"/>
                </a:lnTo>
                <a:lnTo>
                  <a:pt x="425" y="1452"/>
                </a:lnTo>
                <a:lnTo>
                  <a:pt x="407" y="1475"/>
                </a:lnTo>
                <a:lnTo>
                  <a:pt x="392" y="1500"/>
                </a:lnTo>
                <a:lnTo>
                  <a:pt x="384" y="1529"/>
                </a:lnTo>
                <a:lnTo>
                  <a:pt x="381" y="1559"/>
                </a:lnTo>
                <a:lnTo>
                  <a:pt x="381" y="2700"/>
                </a:lnTo>
                <a:lnTo>
                  <a:pt x="384" y="2731"/>
                </a:lnTo>
                <a:lnTo>
                  <a:pt x="392" y="2759"/>
                </a:lnTo>
                <a:lnTo>
                  <a:pt x="407" y="2785"/>
                </a:lnTo>
                <a:lnTo>
                  <a:pt x="425" y="2808"/>
                </a:lnTo>
                <a:lnTo>
                  <a:pt x="447" y="2827"/>
                </a:lnTo>
                <a:lnTo>
                  <a:pt x="473" y="2841"/>
                </a:lnTo>
                <a:lnTo>
                  <a:pt x="501" y="2850"/>
                </a:lnTo>
                <a:lnTo>
                  <a:pt x="533" y="2853"/>
                </a:lnTo>
                <a:lnTo>
                  <a:pt x="563" y="2850"/>
                </a:lnTo>
                <a:lnTo>
                  <a:pt x="592" y="2841"/>
                </a:lnTo>
                <a:lnTo>
                  <a:pt x="618" y="2827"/>
                </a:lnTo>
                <a:lnTo>
                  <a:pt x="640" y="2808"/>
                </a:lnTo>
                <a:lnTo>
                  <a:pt x="658" y="2785"/>
                </a:lnTo>
                <a:lnTo>
                  <a:pt x="673" y="2759"/>
                </a:lnTo>
                <a:lnTo>
                  <a:pt x="681" y="2731"/>
                </a:lnTo>
                <a:lnTo>
                  <a:pt x="684" y="2700"/>
                </a:lnTo>
                <a:lnTo>
                  <a:pt x="684" y="1559"/>
                </a:lnTo>
                <a:lnTo>
                  <a:pt x="681" y="1529"/>
                </a:lnTo>
                <a:lnTo>
                  <a:pt x="673" y="1500"/>
                </a:lnTo>
                <a:lnTo>
                  <a:pt x="658" y="1475"/>
                </a:lnTo>
                <a:lnTo>
                  <a:pt x="640" y="1452"/>
                </a:lnTo>
                <a:lnTo>
                  <a:pt x="618" y="1433"/>
                </a:lnTo>
                <a:lnTo>
                  <a:pt x="592" y="1420"/>
                </a:lnTo>
                <a:lnTo>
                  <a:pt x="563" y="1411"/>
                </a:lnTo>
                <a:lnTo>
                  <a:pt x="533" y="1407"/>
                </a:lnTo>
                <a:close/>
                <a:moveTo>
                  <a:pt x="698" y="0"/>
                </a:moveTo>
                <a:lnTo>
                  <a:pt x="716" y="1"/>
                </a:lnTo>
                <a:lnTo>
                  <a:pt x="733" y="7"/>
                </a:lnTo>
                <a:lnTo>
                  <a:pt x="749" y="15"/>
                </a:lnTo>
                <a:lnTo>
                  <a:pt x="762" y="27"/>
                </a:lnTo>
                <a:lnTo>
                  <a:pt x="772" y="43"/>
                </a:lnTo>
                <a:lnTo>
                  <a:pt x="778" y="60"/>
                </a:lnTo>
                <a:lnTo>
                  <a:pt x="779" y="76"/>
                </a:lnTo>
                <a:lnTo>
                  <a:pt x="777" y="94"/>
                </a:lnTo>
                <a:lnTo>
                  <a:pt x="771" y="112"/>
                </a:lnTo>
                <a:lnTo>
                  <a:pt x="759" y="139"/>
                </a:lnTo>
                <a:lnTo>
                  <a:pt x="753" y="166"/>
                </a:lnTo>
                <a:lnTo>
                  <a:pt x="751" y="191"/>
                </a:lnTo>
                <a:lnTo>
                  <a:pt x="754" y="217"/>
                </a:lnTo>
                <a:lnTo>
                  <a:pt x="762" y="242"/>
                </a:lnTo>
                <a:lnTo>
                  <a:pt x="775" y="268"/>
                </a:lnTo>
                <a:lnTo>
                  <a:pt x="790" y="294"/>
                </a:lnTo>
                <a:lnTo>
                  <a:pt x="810" y="322"/>
                </a:lnTo>
                <a:lnTo>
                  <a:pt x="833" y="350"/>
                </a:lnTo>
                <a:lnTo>
                  <a:pt x="859" y="381"/>
                </a:lnTo>
                <a:lnTo>
                  <a:pt x="888" y="413"/>
                </a:lnTo>
                <a:lnTo>
                  <a:pt x="914" y="442"/>
                </a:lnTo>
                <a:lnTo>
                  <a:pt x="940" y="474"/>
                </a:lnTo>
                <a:lnTo>
                  <a:pt x="966" y="505"/>
                </a:lnTo>
                <a:lnTo>
                  <a:pt x="990" y="537"/>
                </a:lnTo>
                <a:lnTo>
                  <a:pt x="1013" y="571"/>
                </a:lnTo>
                <a:lnTo>
                  <a:pt x="1033" y="607"/>
                </a:lnTo>
                <a:lnTo>
                  <a:pt x="1051" y="643"/>
                </a:lnTo>
                <a:lnTo>
                  <a:pt x="1063" y="682"/>
                </a:lnTo>
                <a:lnTo>
                  <a:pt x="1071" y="722"/>
                </a:lnTo>
                <a:lnTo>
                  <a:pt x="1075" y="765"/>
                </a:lnTo>
                <a:lnTo>
                  <a:pt x="1073" y="808"/>
                </a:lnTo>
                <a:lnTo>
                  <a:pt x="1065" y="851"/>
                </a:lnTo>
                <a:lnTo>
                  <a:pt x="1051" y="895"/>
                </a:lnTo>
                <a:lnTo>
                  <a:pt x="1031" y="938"/>
                </a:lnTo>
                <a:lnTo>
                  <a:pt x="1006" y="982"/>
                </a:lnTo>
                <a:lnTo>
                  <a:pt x="975" y="1027"/>
                </a:lnTo>
                <a:lnTo>
                  <a:pt x="1429" y="1027"/>
                </a:lnTo>
                <a:lnTo>
                  <a:pt x="1432" y="997"/>
                </a:lnTo>
                <a:lnTo>
                  <a:pt x="1429" y="967"/>
                </a:lnTo>
                <a:lnTo>
                  <a:pt x="1421" y="936"/>
                </a:lnTo>
                <a:lnTo>
                  <a:pt x="1407" y="906"/>
                </a:lnTo>
                <a:lnTo>
                  <a:pt x="1388" y="874"/>
                </a:lnTo>
                <a:lnTo>
                  <a:pt x="1365" y="841"/>
                </a:lnTo>
                <a:lnTo>
                  <a:pt x="1337" y="805"/>
                </a:lnTo>
                <a:lnTo>
                  <a:pt x="1305" y="767"/>
                </a:lnTo>
                <a:lnTo>
                  <a:pt x="1287" y="744"/>
                </a:lnTo>
                <a:lnTo>
                  <a:pt x="1267" y="720"/>
                </a:lnTo>
                <a:lnTo>
                  <a:pt x="1248" y="695"/>
                </a:lnTo>
                <a:lnTo>
                  <a:pt x="1229" y="669"/>
                </a:lnTo>
                <a:lnTo>
                  <a:pt x="1211" y="643"/>
                </a:lnTo>
                <a:lnTo>
                  <a:pt x="1194" y="615"/>
                </a:lnTo>
                <a:lnTo>
                  <a:pt x="1177" y="587"/>
                </a:lnTo>
                <a:lnTo>
                  <a:pt x="1164" y="558"/>
                </a:lnTo>
                <a:lnTo>
                  <a:pt x="1151" y="527"/>
                </a:lnTo>
                <a:lnTo>
                  <a:pt x="1142" y="495"/>
                </a:lnTo>
                <a:lnTo>
                  <a:pt x="1135" y="463"/>
                </a:lnTo>
                <a:lnTo>
                  <a:pt x="1132" y="429"/>
                </a:lnTo>
                <a:lnTo>
                  <a:pt x="1131" y="395"/>
                </a:lnTo>
                <a:lnTo>
                  <a:pt x="1134" y="358"/>
                </a:lnTo>
                <a:lnTo>
                  <a:pt x="1141" y="321"/>
                </a:lnTo>
                <a:lnTo>
                  <a:pt x="1153" y="282"/>
                </a:lnTo>
                <a:lnTo>
                  <a:pt x="1170" y="242"/>
                </a:lnTo>
                <a:lnTo>
                  <a:pt x="1191" y="201"/>
                </a:lnTo>
                <a:lnTo>
                  <a:pt x="1218" y="158"/>
                </a:lnTo>
                <a:lnTo>
                  <a:pt x="1251" y="115"/>
                </a:lnTo>
                <a:lnTo>
                  <a:pt x="1290" y="69"/>
                </a:lnTo>
                <a:lnTo>
                  <a:pt x="1334" y="22"/>
                </a:lnTo>
                <a:lnTo>
                  <a:pt x="1349" y="11"/>
                </a:lnTo>
                <a:lnTo>
                  <a:pt x="1366" y="3"/>
                </a:lnTo>
                <a:lnTo>
                  <a:pt x="1382" y="0"/>
                </a:lnTo>
                <a:lnTo>
                  <a:pt x="1400" y="1"/>
                </a:lnTo>
                <a:lnTo>
                  <a:pt x="1418" y="7"/>
                </a:lnTo>
                <a:lnTo>
                  <a:pt x="1433" y="15"/>
                </a:lnTo>
                <a:lnTo>
                  <a:pt x="1447" y="27"/>
                </a:lnTo>
                <a:lnTo>
                  <a:pt x="1456" y="43"/>
                </a:lnTo>
                <a:lnTo>
                  <a:pt x="1462" y="60"/>
                </a:lnTo>
                <a:lnTo>
                  <a:pt x="1464" y="76"/>
                </a:lnTo>
                <a:lnTo>
                  <a:pt x="1461" y="94"/>
                </a:lnTo>
                <a:lnTo>
                  <a:pt x="1455" y="112"/>
                </a:lnTo>
                <a:lnTo>
                  <a:pt x="1444" y="139"/>
                </a:lnTo>
                <a:lnTo>
                  <a:pt x="1437" y="166"/>
                </a:lnTo>
                <a:lnTo>
                  <a:pt x="1435" y="191"/>
                </a:lnTo>
                <a:lnTo>
                  <a:pt x="1440" y="217"/>
                </a:lnTo>
                <a:lnTo>
                  <a:pt x="1447" y="242"/>
                </a:lnTo>
                <a:lnTo>
                  <a:pt x="1459" y="268"/>
                </a:lnTo>
                <a:lnTo>
                  <a:pt x="1475" y="294"/>
                </a:lnTo>
                <a:lnTo>
                  <a:pt x="1495" y="322"/>
                </a:lnTo>
                <a:lnTo>
                  <a:pt x="1518" y="350"/>
                </a:lnTo>
                <a:lnTo>
                  <a:pt x="1544" y="381"/>
                </a:lnTo>
                <a:lnTo>
                  <a:pt x="1573" y="413"/>
                </a:lnTo>
                <a:lnTo>
                  <a:pt x="1599" y="442"/>
                </a:lnTo>
                <a:lnTo>
                  <a:pt x="1625" y="474"/>
                </a:lnTo>
                <a:lnTo>
                  <a:pt x="1651" y="505"/>
                </a:lnTo>
                <a:lnTo>
                  <a:pt x="1675" y="537"/>
                </a:lnTo>
                <a:lnTo>
                  <a:pt x="1697" y="571"/>
                </a:lnTo>
                <a:lnTo>
                  <a:pt x="1717" y="607"/>
                </a:lnTo>
                <a:lnTo>
                  <a:pt x="1735" y="643"/>
                </a:lnTo>
                <a:lnTo>
                  <a:pt x="1747" y="682"/>
                </a:lnTo>
                <a:lnTo>
                  <a:pt x="1757" y="722"/>
                </a:lnTo>
                <a:lnTo>
                  <a:pt x="1760" y="765"/>
                </a:lnTo>
                <a:lnTo>
                  <a:pt x="1758" y="808"/>
                </a:lnTo>
                <a:lnTo>
                  <a:pt x="1749" y="851"/>
                </a:lnTo>
                <a:lnTo>
                  <a:pt x="1735" y="895"/>
                </a:lnTo>
                <a:lnTo>
                  <a:pt x="1715" y="938"/>
                </a:lnTo>
                <a:lnTo>
                  <a:pt x="1690" y="982"/>
                </a:lnTo>
                <a:lnTo>
                  <a:pt x="1659" y="1027"/>
                </a:lnTo>
                <a:lnTo>
                  <a:pt x="2054" y="1027"/>
                </a:lnTo>
                <a:lnTo>
                  <a:pt x="2084" y="1030"/>
                </a:lnTo>
                <a:lnTo>
                  <a:pt x="2114" y="1039"/>
                </a:lnTo>
                <a:lnTo>
                  <a:pt x="2138" y="1053"/>
                </a:lnTo>
                <a:lnTo>
                  <a:pt x="2161" y="1072"/>
                </a:lnTo>
                <a:lnTo>
                  <a:pt x="2180" y="1094"/>
                </a:lnTo>
                <a:lnTo>
                  <a:pt x="2194" y="1120"/>
                </a:lnTo>
                <a:lnTo>
                  <a:pt x="2203" y="1149"/>
                </a:lnTo>
                <a:lnTo>
                  <a:pt x="2206" y="1180"/>
                </a:lnTo>
                <a:lnTo>
                  <a:pt x="2206" y="1412"/>
                </a:lnTo>
                <a:lnTo>
                  <a:pt x="2273" y="1422"/>
                </a:lnTo>
                <a:lnTo>
                  <a:pt x="2338" y="1439"/>
                </a:lnTo>
                <a:lnTo>
                  <a:pt x="2401" y="1461"/>
                </a:lnTo>
                <a:lnTo>
                  <a:pt x="2460" y="1488"/>
                </a:lnTo>
                <a:lnTo>
                  <a:pt x="2517" y="1520"/>
                </a:lnTo>
                <a:lnTo>
                  <a:pt x="2570" y="1557"/>
                </a:lnTo>
                <a:lnTo>
                  <a:pt x="2620" y="1599"/>
                </a:lnTo>
                <a:lnTo>
                  <a:pt x="2666" y="1646"/>
                </a:lnTo>
                <a:lnTo>
                  <a:pt x="2706" y="1696"/>
                </a:lnTo>
                <a:lnTo>
                  <a:pt x="2744" y="1749"/>
                </a:lnTo>
                <a:lnTo>
                  <a:pt x="2776" y="1806"/>
                </a:lnTo>
                <a:lnTo>
                  <a:pt x="2803" y="1866"/>
                </a:lnTo>
                <a:lnTo>
                  <a:pt x="2824" y="1929"/>
                </a:lnTo>
                <a:lnTo>
                  <a:pt x="2840" y="1994"/>
                </a:lnTo>
                <a:lnTo>
                  <a:pt x="2849" y="2061"/>
                </a:lnTo>
                <a:lnTo>
                  <a:pt x="2853" y="2130"/>
                </a:lnTo>
                <a:lnTo>
                  <a:pt x="2849" y="2200"/>
                </a:lnTo>
                <a:lnTo>
                  <a:pt x="2840" y="2268"/>
                </a:lnTo>
                <a:lnTo>
                  <a:pt x="2824" y="2333"/>
                </a:lnTo>
                <a:lnTo>
                  <a:pt x="2802" y="2395"/>
                </a:lnTo>
                <a:lnTo>
                  <a:pt x="2775" y="2456"/>
                </a:lnTo>
                <a:lnTo>
                  <a:pt x="2743" y="2513"/>
                </a:lnTo>
                <a:lnTo>
                  <a:pt x="2705" y="2567"/>
                </a:lnTo>
                <a:lnTo>
                  <a:pt x="2664" y="2617"/>
                </a:lnTo>
                <a:lnTo>
                  <a:pt x="2617" y="2663"/>
                </a:lnTo>
                <a:lnTo>
                  <a:pt x="2567" y="2704"/>
                </a:lnTo>
                <a:lnTo>
                  <a:pt x="2514" y="2742"/>
                </a:lnTo>
                <a:lnTo>
                  <a:pt x="2457" y="2774"/>
                </a:lnTo>
                <a:lnTo>
                  <a:pt x="2396" y="2801"/>
                </a:lnTo>
                <a:lnTo>
                  <a:pt x="2333" y="2823"/>
                </a:lnTo>
                <a:lnTo>
                  <a:pt x="2268" y="2840"/>
                </a:lnTo>
                <a:lnTo>
                  <a:pt x="2201" y="2849"/>
                </a:lnTo>
                <a:lnTo>
                  <a:pt x="2190" y="2904"/>
                </a:lnTo>
                <a:lnTo>
                  <a:pt x="2174" y="2956"/>
                </a:lnTo>
                <a:lnTo>
                  <a:pt x="2153" y="3006"/>
                </a:lnTo>
                <a:lnTo>
                  <a:pt x="2127" y="3054"/>
                </a:lnTo>
                <a:lnTo>
                  <a:pt x="2097" y="3097"/>
                </a:lnTo>
                <a:lnTo>
                  <a:pt x="2063" y="3139"/>
                </a:lnTo>
                <a:lnTo>
                  <a:pt x="2024" y="3177"/>
                </a:lnTo>
                <a:lnTo>
                  <a:pt x="1982" y="3210"/>
                </a:lnTo>
                <a:lnTo>
                  <a:pt x="1938" y="3239"/>
                </a:lnTo>
                <a:lnTo>
                  <a:pt x="1889" y="3263"/>
                </a:lnTo>
                <a:lnTo>
                  <a:pt x="1839" y="3283"/>
                </a:lnTo>
                <a:lnTo>
                  <a:pt x="1786" y="3297"/>
                </a:lnTo>
                <a:lnTo>
                  <a:pt x="1731" y="3305"/>
                </a:lnTo>
                <a:lnTo>
                  <a:pt x="1674" y="3309"/>
                </a:lnTo>
                <a:lnTo>
                  <a:pt x="533" y="3309"/>
                </a:lnTo>
                <a:lnTo>
                  <a:pt x="474" y="3305"/>
                </a:lnTo>
                <a:lnTo>
                  <a:pt x="418" y="3296"/>
                </a:lnTo>
                <a:lnTo>
                  <a:pt x="364" y="3282"/>
                </a:lnTo>
                <a:lnTo>
                  <a:pt x="313" y="3262"/>
                </a:lnTo>
                <a:lnTo>
                  <a:pt x="264" y="3236"/>
                </a:lnTo>
                <a:lnTo>
                  <a:pt x="218" y="3206"/>
                </a:lnTo>
                <a:lnTo>
                  <a:pt x="176" y="3171"/>
                </a:lnTo>
                <a:lnTo>
                  <a:pt x="137" y="3133"/>
                </a:lnTo>
                <a:lnTo>
                  <a:pt x="103" y="3091"/>
                </a:lnTo>
                <a:lnTo>
                  <a:pt x="73" y="3045"/>
                </a:lnTo>
                <a:lnTo>
                  <a:pt x="47" y="2997"/>
                </a:lnTo>
                <a:lnTo>
                  <a:pt x="27" y="2945"/>
                </a:lnTo>
                <a:lnTo>
                  <a:pt x="12" y="2891"/>
                </a:lnTo>
                <a:lnTo>
                  <a:pt x="3" y="2834"/>
                </a:lnTo>
                <a:lnTo>
                  <a:pt x="0" y="2776"/>
                </a:lnTo>
                <a:lnTo>
                  <a:pt x="0" y="1180"/>
                </a:lnTo>
                <a:lnTo>
                  <a:pt x="3" y="1149"/>
                </a:lnTo>
                <a:lnTo>
                  <a:pt x="11" y="1120"/>
                </a:lnTo>
                <a:lnTo>
                  <a:pt x="26" y="1094"/>
                </a:lnTo>
                <a:lnTo>
                  <a:pt x="45" y="1072"/>
                </a:lnTo>
                <a:lnTo>
                  <a:pt x="67" y="1053"/>
                </a:lnTo>
                <a:lnTo>
                  <a:pt x="93" y="1039"/>
                </a:lnTo>
                <a:lnTo>
                  <a:pt x="122" y="1030"/>
                </a:lnTo>
                <a:lnTo>
                  <a:pt x="152" y="1027"/>
                </a:lnTo>
                <a:lnTo>
                  <a:pt x="745" y="1027"/>
                </a:lnTo>
                <a:lnTo>
                  <a:pt x="748" y="997"/>
                </a:lnTo>
                <a:lnTo>
                  <a:pt x="745" y="967"/>
                </a:lnTo>
                <a:lnTo>
                  <a:pt x="736" y="936"/>
                </a:lnTo>
                <a:lnTo>
                  <a:pt x="723" y="906"/>
                </a:lnTo>
                <a:lnTo>
                  <a:pt x="703" y="874"/>
                </a:lnTo>
                <a:lnTo>
                  <a:pt x="680" y="841"/>
                </a:lnTo>
                <a:lnTo>
                  <a:pt x="652" y="805"/>
                </a:lnTo>
                <a:lnTo>
                  <a:pt x="621" y="767"/>
                </a:lnTo>
                <a:lnTo>
                  <a:pt x="602" y="744"/>
                </a:lnTo>
                <a:lnTo>
                  <a:pt x="582" y="720"/>
                </a:lnTo>
                <a:lnTo>
                  <a:pt x="564" y="695"/>
                </a:lnTo>
                <a:lnTo>
                  <a:pt x="544" y="669"/>
                </a:lnTo>
                <a:lnTo>
                  <a:pt x="526" y="643"/>
                </a:lnTo>
                <a:lnTo>
                  <a:pt x="509" y="615"/>
                </a:lnTo>
                <a:lnTo>
                  <a:pt x="493" y="587"/>
                </a:lnTo>
                <a:lnTo>
                  <a:pt x="479" y="558"/>
                </a:lnTo>
                <a:lnTo>
                  <a:pt x="467" y="527"/>
                </a:lnTo>
                <a:lnTo>
                  <a:pt x="458" y="495"/>
                </a:lnTo>
                <a:lnTo>
                  <a:pt x="450" y="463"/>
                </a:lnTo>
                <a:lnTo>
                  <a:pt x="446" y="429"/>
                </a:lnTo>
                <a:lnTo>
                  <a:pt x="446" y="395"/>
                </a:lnTo>
                <a:lnTo>
                  <a:pt x="449" y="358"/>
                </a:lnTo>
                <a:lnTo>
                  <a:pt x="457" y="321"/>
                </a:lnTo>
                <a:lnTo>
                  <a:pt x="469" y="282"/>
                </a:lnTo>
                <a:lnTo>
                  <a:pt x="485" y="242"/>
                </a:lnTo>
                <a:lnTo>
                  <a:pt x="507" y="201"/>
                </a:lnTo>
                <a:lnTo>
                  <a:pt x="534" y="158"/>
                </a:lnTo>
                <a:lnTo>
                  <a:pt x="566" y="115"/>
                </a:lnTo>
                <a:lnTo>
                  <a:pt x="605" y="69"/>
                </a:lnTo>
                <a:lnTo>
                  <a:pt x="650" y="22"/>
                </a:lnTo>
                <a:lnTo>
                  <a:pt x="665" y="11"/>
                </a:lnTo>
                <a:lnTo>
                  <a:pt x="681" y="3"/>
                </a:lnTo>
                <a:lnTo>
                  <a:pt x="698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CC40B87E-E3E2-4F4B-A689-C37B6FFDCCB4}"/>
              </a:ext>
            </a:extLst>
          </p:cNvPr>
          <p:cNvGrpSpPr/>
          <p:nvPr/>
        </p:nvGrpSpPr>
        <p:grpSpPr>
          <a:xfrm flipH="1">
            <a:off x="7758182" y="1653181"/>
            <a:ext cx="329932" cy="327755"/>
            <a:chOff x="2127250" y="378936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7" name="Freeform 402">
              <a:extLst>
                <a:ext uri="{FF2B5EF4-FFF2-40B4-BE49-F238E27FC236}">
                  <a16:creationId xmlns:a16="http://schemas.microsoft.com/office/drawing/2014/main" id="{35DCE06C-B905-4E96-996A-CDD1743D4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063" y="3789363"/>
              <a:ext cx="179388" cy="182563"/>
            </a:xfrm>
            <a:custGeom>
              <a:avLst/>
              <a:gdLst>
                <a:gd name="T0" fmla="*/ 706 w 1249"/>
                <a:gd name="T1" fmla="*/ 11 h 1267"/>
                <a:gd name="T2" fmla="*/ 813 w 1249"/>
                <a:gd name="T3" fmla="*/ 61 h 1267"/>
                <a:gd name="T4" fmla="*/ 893 w 1249"/>
                <a:gd name="T5" fmla="*/ 145 h 1267"/>
                <a:gd name="T6" fmla="*/ 933 w 1249"/>
                <a:gd name="T7" fmla="*/ 253 h 1267"/>
                <a:gd name="T8" fmla="*/ 938 w 1249"/>
                <a:gd name="T9" fmla="*/ 369 h 1267"/>
                <a:gd name="T10" fmla="*/ 952 w 1249"/>
                <a:gd name="T11" fmla="*/ 395 h 1267"/>
                <a:gd name="T12" fmla="*/ 960 w 1249"/>
                <a:gd name="T13" fmla="*/ 453 h 1267"/>
                <a:gd name="T14" fmla="*/ 937 w 1249"/>
                <a:gd name="T15" fmla="*/ 511 h 1267"/>
                <a:gd name="T16" fmla="*/ 899 w 1249"/>
                <a:gd name="T17" fmla="*/ 549 h 1267"/>
                <a:gd name="T18" fmla="*/ 873 w 1249"/>
                <a:gd name="T19" fmla="*/ 567 h 1267"/>
                <a:gd name="T20" fmla="*/ 869 w 1249"/>
                <a:gd name="T21" fmla="*/ 581 h 1267"/>
                <a:gd name="T22" fmla="*/ 853 w 1249"/>
                <a:gd name="T23" fmla="*/ 631 h 1267"/>
                <a:gd name="T24" fmla="*/ 822 w 1249"/>
                <a:gd name="T25" fmla="*/ 696 h 1267"/>
                <a:gd name="T26" fmla="*/ 787 w 1249"/>
                <a:gd name="T27" fmla="*/ 763 h 1267"/>
                <a:gd name="T28" fmla="*/ 797 w 1249"/>
                <a:gd name="T29" fmla="*/ 831 h 1267"/>
                <a:gd name="T30" fmla="*/ 830 w 1249"/>
                <a:gd name="T31" fmla="*/ 876 h 1267"/>
                <a:gd name="T32" fmla="*/ 877 w 1249"/>
                <a:gd name="T33" fmla="*/ 904 h 1267"/>
                <a:gd name="T34" fmla="*/ 933 w 1249"/>
                <a:gd name="T35" fmla="*/ 923 h 1267"/>
                <a:gd name="T36" fmla="*/ 996 w 1249"/>
                <a:gd name="T37" fmla="*/ 944 h 1267"/>
                <a:gd name="T38" fmla="*/ 1075 w 1249"/>
                <a:gd name="T39" fmla="*/ 967 h 1267"/>
                <a:gd name="T40" fmla="*/ 1144 w 1249"/>
                <a:gd name="T41" fmla="*/ 994 h 1267"/>
                <a:gd name="T42" fmla="*/ 1198 w 1249"/>
                <a:gd name="T43" fmla="*/ 1033 h 1267"/>
                <a:gd name="T44" fmla="*/ 1235 w 1249"/>
                <a:gd name="T45" fmla="*/ 1093 h 1267"/>
                <a:gd name="T46" fmla="*/ 1249 w 1249"/>
                <a:gd name="T47" fmla="*/ 1184 h 1267"/>
                <a:gd name="T48" fmla="*/ 1217 w 1249"/>
                <a:gd name="T49" fmla="*/ 1211 h 1267"/>
                <a:gd name="T50" fmla="*/ 1126 w 1249"/>
                <a:gd name="T51" fmla="*/ 1235 h 1267"/>
                <a:gd name="T52" fmla="*/ 981 w 1249"/>
                <a:gd name="T53" fmla="*/ 1254 h 1267"/>
                <a:gd name="T54" fmla="*/ 786 w 1249"/>
                <a:gd name="T55" fmla="*/ 1265 h 1267"/>
                <a:gd name="T56" fmla="*/ 690 w 1249"/>
                <a:gd name="T57" fmla="*/ 962 h 1267"/>
                <a:gd name="T58" fmla="*/ 691 w 1249"/>
                <a:gd name="T59" fmla="*/ 950 h 1267"/>
                <a:gd name="T60" fmla="*/ 627 w 1249"/>
                <a:gd name="T61" fmla="*/ 884 h 1267"/>
                <a:gd name="T62" fmla="*/ 559 w 1249"/>
                <a:gd name="T63" fmla="*/ 947 h 1267"/>
                <a:gd name="T64" fmla="*/ 556 w 1249"/>
                <a:gd name="T65" fmla="*/ 958 h 1267"/>
                <a:gd name="T66" fmla="*/ 537 w 1249"/>
                <a:gd name="T67" fmla="*/ 1267 h 1267"/>
                <a:gd name="T68" fmla="*/ 327 w 1249"/>
                <a:gd name="T69" fmla="*/ 1259 h 1267"/>
                <a:gd name="T70" fmla="*/ 164 w 1249"/>
                <a:gd name="T71" fmla="*/ 1242 h 1267"/>
                <a:gd name="T72" fmla="*/ 55 w 1249"/>
                <a:gd name="T73" fmla="*/ 1219 h 1267"/>
                <a:gd name="T74" fmla="*/ 3 w 1249"/>
                <a:gd name="T75" fmla="*/ 1193 h 1267"/>
                <a:gd name="T76" fmla="*/ 6 w 1249"/>
                <a:gd name="T77" fmla="*/ 1120 h 1267"/>
                <a:gd name="T78" fmla="*/ 34 w 1249"/>
                <a:gd name="T79" fmla="*/ 1051 h 1267"/>
                <a:gd name="T80" fmla="*/ 84 w 1249"/>
                <a:gd name="T81" fmla="*/ 1005 h 1267"/>
                <a:gd name="T82" fmla="*/ 148 w 1249"/>
                <a:gd name="T83" fmla="*/ 975 h 1267"/>
                <a:gd name="T84" fmla="*/ 225 w 1249"/>
                <a:gd name="T85" fmla="*/ 951 h 1267"/>
                <a:gd name="T86" fmla="*/ 297 w 1249"/>
                <a:gd name="T87" fmla="*/ 929 h 1267"/>
                <a:gd name="T88" fmla="*/ 353 w 1249"/>
                <a:gd name="T89" fmla="*/ 911 h 1267"/>
                <a:gd name="T90" fmla="*/ 404 w 1249"/>
                <a:gd name="T91" fmla="*/ 886 h 1267"/>
                <a:gd name="T92" fmla="*/ 443 w 1249"/>
                <a:gd name="T93" fmla="*/ 848 h 1267"/>
                <a:gd name="T94" fmla="*/ 460 w 1249"/>
                <a:gd name="T95" fmla="*/ 789 h 1267"/>
                <a:gd name="T96" fmla="*/ 440 w 1249"/>
                <a:gd name="T97" fmla="*/ 716 h 1267"/>
                <a:gd name="T98" fmla="*/ 404 w 1249"/>
                <a:gd name="T99" fmla="*/ 652 h 1267"/>
                <a:gd name="T100" fmla="*/ 383 w 1249"/>
                <a:gd name="T101" fmla="*/ 594 h 1267"/>
                <a:gd name="T102" fmla="*/ 378 w 1249"/>
                <a:gd name="T103" fmla="*/ 568 h 1267"/>
                <a:gd name="T104" fmla="*/ 360 w 1249"/>
                <a:gd name="T105" fmla="*/ 558 h 1267"/>
                <a:gd name="T106" fmla="*/ 324 w 1249"/>
                <a:gd name="T107" fmla="*/ 526 h 1267"/>
                <a:gd name="T108" fmla="*/ 293 w 1249"/>
                <a:gd name="T109" fmla="*/ 474 h 1267"/>
                <a:gd name="T110" fmla="*/ 291 w 1249"/>
                <a:gd name="T111" fmla="*/ 410 h 1267"/>
                <a:gd name="T112" fmla="*/ 306 w 1249"/>
                <a:gd name="T113" fmla="*/ 374 h 1267"/>
                <a:gd name="T114" fmla="*/ 313 w 1249"/>
                <a:gd name="T115" fmla="*/ 294 h 1267"/>
                <a:gd name="T116" fmla="*/ 337 w 1249"/>
                <a:gd name="T117" fmla="*/ 178 h 1267"/>
                <a:gd name="T118" fmla="*/ 404 w 1249"/>
                <a:gd name="T119" fmla="*/ 86 h 1267"/>
                <a:gd name="T120" fmla="*/ 503 w 1249"/>
                <a:gd name="T121" fmla="*/ 23 h 1267"/>
                <a:gd name="T122" fmla="*/ 624 w 1249"/>
                <a:gd name="T123" fmla="*/ 0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49" h="1267">
                  <a:moveTo>
                    <a:pt x="624" y="0"/>
                  </a:moveTo>
                  <a:lnTo>
                    <a:pt x="666" y="2"/>
                  </a:lnTo>
                  <a:lnTo>
                    <a:pt x="706" y="11"/>
                  </a:lnTo>
                  <a:lnTo>
                    <a:pt x="744" y="23"/>
                  </a:lnTo>
                  <a:lnTo>
                    <a:pt x="781" y="40"/>
                  </a:lnTo>
                  <a:lnTo>
                    <a:pt x="813" y="61"/>
                  </a:lnTo>
                  <a:lnTo>
                    <a:pt x="844" y="86"/>
                  </a:lnTo>
                  <a:lnTo>
                    <a:pt x="870" y="114"/>
                  </a:lnTo>
                  <a:lnTo>
                    <a:pt x="893" y="145"/>
                  </a:lnTo>
                  <a:lnTo>
                    <a:pt x="911" y="178"/>
                  </a:lnTo>
                  <a:lnTo>
                    <a:pt x="924" y="215"/>
                  </a:lnTo>
                  <a:lnTo>
                    <a:pt x="933" y="253"/>
                  </a:lnTo>
                  <a:lnTo>
                    <a:pt x="936" y="294"/>
                  </a:lnTo>
                  <a:lnTo>
                    <a:pt x="936" y="367"/>
                  </a:lnTo>
                  <a:lnTo>
                    <a:pt x="938" y="369"/>
                  </a:lnTo>
                  <a:lnTo>
                    <a:pt x="942" y="374"/>
                  </a:lnTo>
                  <a:lnTo>
                    <a:pt x="947" y="382"/>
                  </a:lnTo>
                  <a:lnTo>
                    <a:pt x="952" y="395"/>
                  </a:lnTo>
                  <a:lnTo>
                    <a:pt x="958" y="410"/>
                  </a:lnTo>
                  <a:lnTo>
                    <a:pt x="960" y="429"/>
                  </a:lnTo>
                  <a:lnTo>
                    <a:pt x="960" y="453"/>
                  </a:lnTo>
                  <a:lnTo>
                    <a:pt x="955" y="474"/>
                  </a:lnTo>
                  <a:lnTo>
                    <a:pt x="947" y="493"/>
                  </a:lnTo>
                  <a:lnTo>
                    <a:pt x="937" y="511"/>
                  </a:lnTo>
                  <a:lnTo>
                    <a:pt x="924" y="526"/>
                  </a:lnTo>
                  <a:lnTo>
                    <a:pt x="912" y="539"/>
                  </a:lnTo>
                  <a:lnTo>
                    <a:pt x="899" y="549"/>
                  </a:lnTo>
                  <a:lnTo>
                    <a:pt x="889" y="558"/>
                  </a:lnTo>
                  <a:lnTo>
                    <a:pt x="879" y="563"/>
                  </a:lnTo>
                  <a:lnTo>
                    <a:pt x="873" y="567"/>
                  </a:lnTo>
                  <a:lnTo>
                    <a:pt x="871" y="568"/>
                  </a:lnTo>
                  <a:lnTo>
                    <a:pt x="871" y="571"/>
                  </a:lnTo>
                  <a:lnTo>
                    <a:pt x="869" y="581"/>
                  </a:lnTo>
                  <a:lnTo>
                    <a:pt x="864" y="594"/>
                  </a:lnTo>
                  <a:lnTo>
                    <a:pt x="859" y="611"/>
                  </a:lnTo>
                  <a:lnTo>
                    <a:pt x="853" y="631"/>
                  </a:lnTo>
                  <a:lnTo>
                    <a:pt x="845" y="652"/>
                  </a:lnTo>
                  <a:lnTo>
                    <a:pt x="834" y="674"/>
                  </a:lnTo>
                  <a:lnTo>
                    <a:pt x="822" y="696"/>
                  </a:lnTo>
                  <a:lnTo>
                    <a:pt x="807" y="716"/>
                  </a:lnTo>
                  <a:lnTo>
                    <a:pt x="790" y="734"/>
                  </a:lnTo>
                  <a:lnTo>
                    <a:pt x="787" y="763"/>
                  </a:lnTo>
                  <a:lnTo>
                    <a:pt x="788" y="789"/>
                  </a:lnTo>
                  <a:lnTo>
                    <a:pt x="791" y="812"/>
                  </a:lnTo>
                  <a:lnTo>
                    <a:pt x="797" y="831"/>
                  </a:lnTo>
                  <a:lnTo>
                    <a:pt x="806" y="848"/>
                  </a:lnTo>
                  <a:lnTo>
                    <a:pt x="816" y="864"/>
                  </a:lnTo>
                  <a:lnTo>
                    <a:pt x="830" y="876"/>
                  </a:lnTo>
                  <a:lnTo>
                    <a:pt x="845" y="886"/>
                  </a:lnTo>
                  <a:lnTo>
                    <a:pt x="860" y="896"/>
                  </a:lnTo>
                  <a:lnTo>
                    <a:pt x="877" y="904"/>
                  </a:lnTo>
                  <a:lnTo>
                    <a:pt x="895" y="911"/>
                  </a:lnTo>
                  <a:lnTo>
                    <a:pt x="914" y="918"/>
                  </a:lnTo>
                  <a:lnTo>
                    <a:pt x="933" y="923"/>
                  </a:lnTo>
                  <a:lnTo>
                    <a:pt x="950" y="929"/>
                  </a:lnTo>
                  <a:lnTo>
                    <a:pt x="969" y="934"/>
                  </a:lnTo>
                  <a:lnTo>
                    <a:pt x="996" y="944"/>
                  </a:lnTo>
                  <a:lnTo>
                    <a:pt x="1024" y="951"/>
                  </a:lnTo>
                  <a:lnTo>
                    <a:pt x="1050" y="959"/>
                  </a:lnTo>
                  <a:lnTo>
                    <a:pt x="1075" y="967"/>
                  </a:lnTo>
                  <a:lnTo>
                    <a:pt x="1099" y="975"/>
                  </a:lnTo>
                  <a:lnTo>
                    <a:pt x="1122" y="983"/>
                  </a:lnTo>
                  <a:lnTo>
                    <a:pt x="1144" y="994"/>
                  </a:lnTo>
                  <a:lnTo>
                    <a:pt x="1164" y="1005"/>
                  </a:lnTo>
                  <a:lnTo>
                    <a:pt x="1183" y="1017"/>
                  </a:lnTo>
                  <a:lnTo>
                    <a:pt x="1198" y="1033"/>
                  </a:lnTo>
                  <a:lnTo>
                    <a:pt x="1213" y="1051"/>
                  </a:lnTo>
                  <a:lnTo>
                    <a:pt x="1226" y="1071"/>
                  </a:lnTo>
                  <a:lnTo>
                    <a:pt x="1235" y="1093"/>
                  </a:lnTo>
                  <a:lnTo>
                    <a:pt x="1242" y="1120"/>
                  </a:lnTo>
                  <a:lnTo>
                    <a:pt x="1247" y="1150"/>
                  </a:lnTo>
                  <a:lnTo>
                    <a:pt x="1249" y="1184"/>
                  </a:lnTo>
                  <a:lnTo>
                    <a:pt x="1245" y="1193"/>
                  </a:lnTo>
                  <a:lnTo>
                    <a:pt x="1234" y="1203"/>
                  </a:lnTo>
                  <a:lnTo>
                    <a:pt x="1217" y="1211"/>
                  </a:lnTo>
                  <a:lnTo>
                    <a:pt x="1193" y="1219"/>
                  </a:lnTo>
                  <a:lnTo>
                    <a:pt x="1163" y="1228"/>
                  </a:lnTo>
                  <a:lnTo>
                    <a:pt x="1126" y="1235"/>
                  </a:lnTo>
                  <a:lnTo>
                    <a:pt x="1083" y="1242"/>
                  </a:lnTo>
                  <a:lnTo>
                    <a:pt x="1034" y="1248"/>
                  </a:lnTo>
                  <a:lnTo>
                    <a:pt x="981" y="1254"/>
                  </a:lnTo>
                  <a:lnTo>
                    <a:pt x="921" y="1259"/>
                  </a:lnTo>
                  <a:lnTo>
                    <a:pt x="856" y="1263"/>
                  </a:lnTo>
                  <a:lnTo>
                    <a:pt x="786" y="1265"/>
                  </a:lnTo>
                  <a:lnTo>
                    <a:pt x="711" y="1267"/>
                  </a:lnTo>
                  <a:lnTo>
                    <a:pt x="669" y="997"/>
                  </a:lnTo>
                  <a:lnTo>
                    <a:pt x="690" y="962"/>
                  </a:lnTo>
                  <a:lnTo>
                    <a:pt x="692" y="958"/>
                  </a:lnTo>
                  <a:lnTo>
                    <a:pt x="692" y="954"/>
                  </a:lnTo>
                  <a:lnTo>
                    <a:pt x="691" y="950"/>
                  </a:lnTo>
                  <a:lnTo>
                    <a:pt x="689" y="947"/>
                  </a:lnTo>
                  <a:lnTo>
                    <a:pt x="633" y="887"/>
                  </a:lnTo>
                  <a:lnTo>
                    <a:pt x="627" y="884"/>
                  </a:lnTo>
                  <a:lnTo>
                    <a:pt x="621" y="884"/>
                  </a:lnTo>
                  <a:lnTo>
                    <a:pt x="614" y="887"/>
                  </a:lnTo>
                  <a:lnTo>
                    <a:pt x="559" y="947"/>
                  </a:lnTo>
                  <a:lnTo>
                    <a:pt x="557" y="950"/>
                  </a:lnTo>
                  <a:lnTo>
                    <a:pt x="556" y="954"/>
                  </a:lnTo>
                  <a:lnTo>
                    <a:pt x="556" y="958"/>
                  </a:lnTo>
                  <a:lnTo>
                    <a:pt x="558" y="962"/>
                  </a:lnTo>
                  <a:lnTo>
                    <a:pt x="580" y="997"/>
                  </a:lnTo>
                  <a:lnTo>
                    <a:pt x="537" y="1267"/>
                  </a:lnTo>
                  <a:lnTo>
                    <a:pt x="461" y="1265"/>
                  </a:lnTo>
                  <a:lnTo>
                    <a:pt x="391" y="1263"/>
                  </a:lnTo>
                  <a:lnTo>
                    <a:pt x="327" y="1259"/>
                  </a:lnTo>
                  <a:lnTo>
                    <a:pt x="268" y="1254"/>
                  </a:lnTo>
                  <a:lnTo>
                    <a:pt x="213" y="1248"/>
                  </a:lnTo>
                  <a:lnTo>
                    <a:pt x="164" y="1242"/>
                  </a:lnTo>
                  <a:lnTo>
                    <a:pt x="122" y="1235"/>
                  </a:lnTo>
                  <a:lnTo>
                    <a:pt x="86" y="1228"/>
                  </a:lnTo>
                  <a:lnTo>
                    <a:pt x="55" y="1219"/>
                  </a:lnTo>
                  <a:lnTo>
                    <a:pt x="31" y="1211"/>
                  </a:lnTo>
                  <a:lnTo>
                    <a:pt x="13" y="1203"/>
                  </a:lnTo>
                  <a:lnTo>
                    <a:pt x="3" y="1193"/>
                  </a:lnTo>
                  <a:lnTo>
                    <a:pt x="0" y="1184"/>
                  </a:lnTo>
                  <a:lnTo>
                    <a:pt x="1" y="1150"/>
                  </a:lnTo>
                  <a:lnTo>
                    <a:pt x="6" y="1120"/>
                  </a:lnTo>
                  <a:lnTo>
                    <a:pt x="12" y="1093"/>
                  </a:lnTo>
                  <a:lnTo>
                    <a:pt x="23" y="1071"/>
                  </a:lnTo>
                  <a:lnTo>
                    <a:pt x="34" y="1051"/>
                  </a:lnTo>
                  <a:lnTo>
                    <a:pt x="49" y="1033"/>
                  </a:lnTo>
                  <a:lnTo>
                    <a:pt x="66" y="1017"/>
                  </a:lnTo>
                  <a:lnTo>
                    <a:pt x="84" y="1005"/>
                  </a:lnTo>
                  <a:lnTo>
                    <a:pt x="104" y="994"/>
                  </a:lnTo>
                  <a:lnTo>
                    <a:pt x="125" y="983"/>
                  </a:lnTo>
                  <a:lnTo>
                    <a:pt x="148" y="975"/>
                  </a:lnTo>
                  <a:lnTo>
                    <a:pt x="173" y="967"/>
                  </a:lnTo>
                  <a:lnTo>
                    <a:pt x="199" y="959"/>
                  </a:lnTo>
                  <a:lnTo>
                    <a:pt x="225" y="951"/>
                  </a:lnTo>
                  <a:lnTo>
                    <a:pt x="251" y="944"/>
                  </a:lnTo>
                  <a:lnTo>
                    <a:pt x="279" y="934"/>
                  </a:lnTo>
                  <a:lnTo>
                    <a:pt x="297" y="929"/>
                  </a:lnTo>
                  <a:lnTo>
                    <a:pt x="316" y="923"/>
                  </a:lnTo>
                  <a:lnTo>
                    <a:pt x="335" y="918"/>
                  </a:lnTo>
                  <a:lnTo>
                    <a:pt x="353" y="911"/>
                  </a:lnTo>
                  <a:lnTo>
                    <a:pt x="370" y="904"/>
                  </a:lnTo>
                  <a:lnTo>
                    <a:pt x="388" y="896"/>
                  </a:lnTo>
                  <a:lnTo>
                    <a:pt x="404" y="886"/>
                  </a:lnTo>
                  <a:lnTo>
                    <a:pt x="418" y="876"/>
                  </a:lnTo>
                  <a:lnTo>
                    <a:pt x="431" y="864"/>
                  </a:lnTo>
                  <a:lnTo>
                    <a:pt x="443" y="848"/>
                  </a:lnTo>
                  <a:lnTo>
                    <a:pt x="451" y="831"/>
                  </a:lnTo>
                  <a:lnTo>
                    <a:pt x="457" y="812"/>
                  </a:lnTo>
                  <a:lnTo>
                    <a:pt x="460" y="789"/>
                  </a:lnTo>
                  <a:lnTo>
                    <a:pt x="460" y="763"/>
                  </a:lnTo>
                  <a:lnTo>
                    <a:pt x="458" y="734"/>
                  </a:lnTo>
                  <a:lnTo>
                    <a:pt x="440" y="716"/>
                  </a:lnTo>
                  <a:lnTo>
                    <a:pt x="427" y="696"/>
                  </a:lnTo>
                  <a:lnTo>
                    <a:pt x="414" y="674"/>
                  </a:lnTo>
                  <a:lnTo>
                    <a:pt x="404" y="652"/>
                  </a:lnTo>
                  <a:lnTo>
                    <a:pt x="395" y="631"/>
                  </a:lnTo>
                  <a:lnTo>
                    <a:pt x="388" y="611"/>
                  </a:lnTo>
                  <a:lnTo>
                    <a:pt x="383" y="594"/>
                  </a:lnTo>
                  <a:lnTo>
                    <a:pt x="380" y="581"/>
                  </a:lnTo>
                  <a:lnTo>
                    <a:pt x="378" y="571"/>
                  </a:lnTo>
                  <a:lnTo>
                    <a:pt x="378" y="568"/>
                  </a:lnTo>
                  <a:lnTo>
                    <a:pt x="374" y="567"/>
                  </a:lnTo>
                  <a:lnTo>
                    <a:pt x="369" y="563"/>
                  </a:lnTo>
                  <a:lnTo>
                    <a:pt x="360" y="558"/>
                  </a:lnTo>
                  <a:lnTo>
                    <a:pt x="348" y="549"/>
                  </a:lnTo>
                  <a:lnTo>
                    <a:pt x="337" y="539"/>
                  </a:lnTo>
                  <a:lnTo>
                    <a:pt x="324" y="526"/>
                  </a:lnTo>
                  <a:lnTo>
                    <a:pt x="312" y="511"/>
                  </a:lnTo>
                  <a:lnTo>
                    <a:pt x="301" y="493"/>
                  </a:lnTo>
                  <a:lnTo>
                    <a:pt x="293" y="474"/>
                  </a:lnTo>
                  <a:lnTo>
                    <a:pt x="289" y="453"/>
                  </a:lnTo>
                  <a:lnTo>
                    <a:pt x="288" y="429"/>
                  </a:lnTo>
                  <a:lnTo>
                    <a:pt x="291" y="410"/>
                  </a:lnTo>
                  <a:lnTo>
                    <a:pt x="295" y="395"/>
                  </a:lnTo>
                  <a:lnTo>
                    <a:pt x="301" y="382"/>
                  </a:lnTo>
                  <a:lnTo>
                    <a:pt x="306" y="374"/>
                  </a:lnTo>
                  <a:lnTo>
                    <a:pt x="311" y="369"/>
                  </a:lnTo>
                  <a:lnTo>
                    <a:pt x="313" y="367"/>
                  </a:lnTo>
                  <a:lnTo>
                    <a:pt x="313" y="294"/>
                  </a:lnTo>
                  <a:lnTo>
                    <a:pt x="315" y="253"/>
                  </a:lnTo>
                  <a:lnTo>
                    <a:pt x="323" y="215"/>
                  </a:lnTo>
                  <a:lnTo>
                    <a:pt x="337" y="178"/>
                  </a:lnTo>
                  <a:lnTo>
                    <a:pt x="356" y="145"/>
                  </a:lnTo>
                  <a:lnTo>
                    <a:pt x="378" y="114"/>
                  </a:lnTo>
                  <a:lnTo>
                    <a:pt x="404" y="86"/>
                  </a:lnTo>
                  <a:lnTo>
                    <a:pt x="434" y="61"/>
                  </a:lnTo>
                  <a:lnTo>
                    <a:pt x="468" y="40"/>
                  </a:lnTo>
                  <a:lnTo>
                    <a:pt x="503" y="23"/>
                  </a:lnTo>
                  <a:lnTo>
                    <a:pt x="542" y="11"/>
                  </a:lnTo>
                  <a:lnTo>
                    <a:pt x="582" y="2"/>
                  </a:lnTo>
                  <a:lnTo>
                    <a:pt x="6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8" name="Freeform 403">
              <a:extLst>
                <a:ext uri="{FF2B5EF4-FFF2-40B4-BE49-F238E27FC236}">
                  <a16:creationId xmlns:a16="http://schemas.microsoft.com/office/drawing/2014/main" id="{C7F682D5-96F2-440D-9123-E5FD3BA0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250" y="4144963"/>
              <a:ext cx="120650" cy="122238"/>
            </a:xfrm>
            <a:custGeom>
              <a:avLst/>
              <a:gdLst>
                <a:gd name="T0" fmla="*/ 482 w 833"/>
                <a:gd name="T1" fmla="*/ 11 h 845"/>
                <a:gd name="T2" fmla="*/ 563 w 833"/>
                <a:gd name="T3" fmla="*/ 57 h 845"/>
                <a:gd name="T4" fmla="*/ 613 w 833"/>
                <a:gd name="T5" fmla="*/ 133 h 845"/>
                <a:gd name="T6" fmla="*/ 624 w 833"/>
                <a:gd name="T7" fmla="*/ 245 h 845"/>
                <a:gd name="T8" fmla="*/ 633 w 833"/>
                <a:gd name="T9" fmla="*/ 259 h 845"/>
                <a:gd name="T10" fmla="*/ 640 w 833"/>
                <a:gd name="T11" fmla="*/ 302 h 845"/>
                <a:gd name="T12" fmla="*/ 619 w 833"/>
                <a:gd name="T13" fmla="*/ 349 h 845"/>
                <a:gd name="T14" fmla="*/ 589 w 833"/>
                <a:gd name="T15" fmla="*/ 373 h 845"/>
                <a:gd name="T16" fmla="*/ 581 w 833"/>
                <a:gd name="T17" fmla="*/ 382 h 845"/>
                <a:gd name="T18" fmla="*/ 570 w 833"/>
                <a:gd name="T19" fmla="*/ 420 h 845"/>
                <a:gd name="T20" fmla="*/ 541 w 833"/>
                <a:gd name="T21" fmla="*/ 474 h 845"/>
                <a:gd name="T22" fmla="*/ 527 w 833"/>
                <a:gd name="T23" fmla="*/ 534 h 845"/>
                <a:gd name="T24" fmla="*/ 548 w 833"/>
                <a:gd name="T25" fmla="*/ 577 h 845"/>
                <a:gd name="T26" fmla="*/ 585 w 833"/>
                <a:gd name="T27" fmla="*/ 603 h 845"/>
                <a:gd name="T28" fmla="*/ 631 w 833"/>
                <a:gd name="T29" fmla="*/ 619 h 845"/>
                <a:gd name="T30" fmla="*/ 691 w 833"/>
                <a:gd name="T31" fmla="*/ 637 h 845"/>
                <a:gd name="T32" fmla="*/ 751 w 833"/>
                <a:gd name="T33" fmla="*/ 656 h 845"/>
                <a:gd name="T34" fmla="*/ 798 w 833"/>
                <a:gd name="T35" fmla="*/ 687 h 845"/>
                <a:gd name="T36" fmla="*/ 827 w 833"/>
                <a:gd name="T37" fmla="*/ 739 h 845"/>
                <a:gd name="T38" fmla="*/ 829 w 833"/>
                <a:gd name="T39" fmla="*/ 798 h 845"/>
                <a:gd name="T40" fmla="*/ 772 w 833"/>
                <a:gd name="T41" fmla="*/ 820 h 845"/>
                <a:gd name="T42" fmla="*/ 650 w 833"/>
                <a:gd name="T43" fmla="*/ 836 h 845"/>
                <a:gd name="T44" fmla="*/ 474 w 833"/>
                <a:gd name="T45" fmla="*/ 845 h 845"/>
                <a:gd name="T46" fmla="*/ 462 w 833"/>
                <a:gd name="T47" fmla="*/ 639 h 845"/>
                <a:gd name="T48" fmla="*/ 460 w 833"/>
                <a:gd name="T49" fmla="*/ 631 h 845"/>
                <a:gd name="T50" fmla="*/ 418 w 833"/>
                <a:gd name="T51" fmla="*/ 590 h 845"/>
                <a:gd name="T52" fmla="*/ 410 w 833"/>
                <a:gd name="T53" fmla="*/ 592 h 845"/>
                <a:gd name="T54" fmla="*/ 372 w 833"/>
                <a:gd name="T55" fmla="*/ 637 h 845"/>
                <a:gd name="T56" fmla="*/ 386 w 833"/>
                <a:gd name="T57" fmla="*/ 665 h 845"/>
                <a:gd name="T58" fmla="*/ 236 w 833"/>
                <a:gd name="T59" fmla="*/ 840 h 845"/>
                <a:gd name="T60" fmla="*/ 96 w 833"/>
                <a:gd name="T61" fmla="*/ 826 h 845"/>
                <a:gd name="T62" fmla="*/ 16 w 833"/>
                <a:gd name="T63" fmla="*/ 805 h 845"/>
                <a:gd name="T64" fmla="*/ 2 w 833"/>
                <a:gd name="T65" fmla="*/ 762 h 845"/>
                <a:gd name="T66" fmla="*/ 23 w 833"/>
                <a:gd name="T67" fmla="*/ 701 h 845"/>
                <a:gd name="T68" fmla="*/ 65 w 833"/>
                <a:gd name="T69" fmla="*/ 665 h 845"/>
                <a:gd name="T70" fmla="*/ 121 w 833"/>
                <a:gd name="T71" fmla="*/ 643 h 845"/>
                <a:gd name="T72" fmla="*/ 186 w 833"/>
                <a:gd name="T73" fmla="*/ 623 h 845"/>
                <a:gd name="T74" fmla="*/ 232 w 833"/>
                <a:gd name="T75" fmla="*/ 609 h 845"/>
                <a:gd name="T76" fmla="*/ 274 w 833"/>
                <a:gd name="T77" fmla="*/ 588 h 845"/>
                <a:gd name="T78" fmla="*/ 303 w 833"/>
                <a:gd name="T79" fmla="*/ 551 h 845"/>
                <a:gd name="T80" fmla="*/ 306 w 833"/>
                <a:gd name="T81" fmla="*/ 489 h 845"/>
                <a:gd name="T82" fmla="*/ 271 w 833"/>
                <a:gd name="T83" fmla="*/ 439 h 845"/>
                <a:gd name="T84" fmla="*/ 254 w 833"/>
                <a:gd name="T85" fmla="*/ 391 h 845"/>
                <a:gd name="T86" fmla="*/ 249 w 833"/>
                <a:gd name="T87" fmla="*/ 378 h 845"/>
                <a:gd name="T88" fmla="*/ 225 w 833"/>
                <a:gd name="T89" fmla="*/ 359 h 845"/>
                <a:gd name="T90" fmla="*/ 197 w 833"/>
                <a:gd name="T91" fmla="*/ 319 h 845"/>
                <a:gd name="T92" fmla="*/ 195 w 833"/>
                <a:gd name="T93" fmla="*/ 269 h 845"/>
                <a:gd name="T94" fmla="*/ 207 w 833"/>
                <a:gd name="T95" fmla="*/ 247 h 845"/>
                <a:gd name="T96" fmla="*/ 211 w 833"/>
                <a:gd name="T97" fmla="*/ 163 h 845"/>
                <a:gd name="T98" fmla="*/ 249 w 833"/>
                <a:gd name="T99" fmla="*/ 80 h 845"/>
                <a:gd name="T100" fmla="*/ 321 w 833"/>
                <a:gd name="T101" fmla="*/ 22 h 845"/>
                <a:gd name="T102" fmla="*/ 417 w 833"/>
                <a:gd name="T103" fmla="*/ 0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33" h="845">
                  <a:moveTo>
                    <a:pt x="417" y="0"/>
                  </a:moveTo>
                  <a:lnTo>
                    <a:pt x="450" y="3"/>
                  </a:lnTo>
                  <a:lnTo>
                    <a:pt x="482" y="11"/>
                  </a:lnTo>
                  <a:lnTo>
                    <a:pt x="512" y="22"/>
                  </a:lnTo>
                  <a:lnTo>
                    <a:pt x="539" y="38"/>
                  </a:lnTo>
                  <a:lnTo>
                    <a:pt x="563" y="57"/>
                  </a:lnTo>
                  <a:lnTo>
                    <a:pt x="584" y="80"/>
                  </a:lnTo>
                  <a:lnTo>
                    <a:pt x="601" y="105"/>
                  </a:lnTo>
                  <a:lnTo>
                    <a:pt x="613" y="133"/>
                  </a:lnTo>
                  <a:lnTo>
                    <a:pt x="622" y="163"/>
                  </a:lnTo>
                  <a:lnTo>
                    <a:pt x="624" y="196"/>
                  </a:lnTo>
                  <a:lnTo>
                    <a:pt x="624" y="245"/>
                  </a:lnTo>
                  <a:lnTo>
                    <a:pt x="626" y="247"/>
                  </a:lnTo>
                  <a:lnTo>
                    <a:pt x="629" y="251"/>
                  </a:lnTo>
                  <a:lnTo>
                    <a:pt x="633" y="259"/>
                  </a:lnTo>
                  <a:lnTo>
                    <a:pt x="638" y="269"/>
                  </a:lnTo>
                  <a:lnTo>
                    <a:pt x="641" y="284"/>
                  </a:lnTo>
                  <a:lnTo>
                    <a:pt x="640" y="302"/>
                  </a:lnTo>
                  <a:lnTo>
                    <a:pt x="635" y="319"/>
                  </a:lnTo>
                  <a:lnTo>
                    <a:pt x="628" y="335"/>
                  </a:lnTo>
                  <a:lnTo>
                    <a:pt x="619" y="349"/>
                  </a:lnTo>
                  <a:lnTo>
                    <a:pt x="608" y="359"/>
                  </a:lnTo>
                  <a:lnTo>
                    <a:pt x="599" y="368"/>
                  </a:lnTo>
                  <a:lnTo>
                    <a:pt x="589" y="373"/>
                  </a:lnTo>
                  <a:lnTo>
                    <a:pt x="583" y="378"/>
                  </a:lnTo>
                  <a:lnTo>
                    <a:pt x="581" y="379"/>
                  </a:lnTo>
                  <a:lnTo>
                    <a:pt x="581" y="382"/>
                  </a:lnTo>
                  <a:lnTo>
                    <a:pt x="579" y="391"/>
                  </a:lnTo>
                  <a:lnTo>
                    <a:pt x="575" y="405"/>
                  </a:lnTo>
                  <a:lnTo>
                    <a:pt x="570" y="420"/>
                  </a:lnTo>
                  <a:lnTo>
                    <a:pt x="562" y="439"/>
                  </a:lnTo>
                  <a:lnTo>
                    <a:pt x="553" y="457"/>
                  </a:lnTo>
                  <a:lnTo>
                    <a:pt x="541" y="474"/>
                  </a:lnTo>
                  <a:lnTo>
                    <a:pt x="528" y="489"/>
                  </a:lnTo>
                  <a:lnTo>
                    <a:pt x="526" y="513"/>
                  </a:lnTo>
                  <a:lnTo>
                    <a:pt x="527" y="534"/>
                  </a:lnTo>
                  <a:lnTo>
                    <a:pt x="531" y="551"/>
                  </a:lnTo>
                  <a:lnTo>
                    <a:pt x="538" y="566"/>
                  </a:lnTo>
                  <a:lnTo>
                    <a:pt x="548" y="577"/>
                  </a:lnTo>
                  <a:lnTo>
                    <a:pt x="558" y="588"/>
                  </a:lnTo>
                  <a:lnTo>
                    <a:pt x="572" y="596"/>
                  </a:lnTo>
                  <a:lnTo>
                    <a:pt x="585" y="603"/>
                  </a:lnTo>
                  <a:lnTo>
                    <a:pt x="600" y="609"/>
                  </a:lnTo>
                  <a:lnTo>
                    <a:pt x="616" y="614"/>
                  </a:lnTo>
                  <a:lnTo>
                    <a:pt x="631" y="619"/>
                  </a:lnTo>
                  <a:lnTo>
                    <a:pt x="647" y="623"/>
                  </a:lnTo>
                  <a:lnTo>
                    <a:pt x="669" y="630"/>
                  </a:lnTo>
                  <a:lnTo>
                    <a:pt x="691" y="637"/>
                  </a:lnTo>
                  <a:lnTo>
                    <a:pt x="712" y="643"/>
                  </a:lnTo>
                  <a:lnTo>
                    <a:pt x="732" y="649"/>
                  </a:lnTo>
                  <a:lnTo>
                    <a:pt x="751" y="656"/>
                  </a:lnTo>
                  <a:lnTo>
                    <a:pt x="768" y="665"/>
                  </a:lnTo>
                  <a:lnTo>
                    <a:pt x="784" y="675"/>
                  </a:lnTo>
                  <a:lnTo>
                    <a:pt x="798" y="687"/>
                  </a:lnTo>
                  <a:lnTo>
                    <a:pt x="810" y="701"/>
                  </a:lnTo>
                  <a:lnTo>
                    <a:pt x="820" y="718"/>
                  </a:lnTo>
                  <a:lnTo>
                    <a:pt x="827" y="739"/>
                  </a:lnTo>
                  <a:lnTo>
                    <a:pt x="831" y="762"/>
                  </a:lnTo>
                  <a:lnTo>
                    <a:pt x="833" y="789"/>
                  </a:lnTo>
                  <a:lnTo>
                    <a:pt x="829" y="798"/>
                  </a:lnTo>
                  <a:lnTo>
                    <a:pt x="817" y="805"/>
                  </a:lnTo>
                  <a:lnTo>
                    <a:pt x="798" y="812"/>
                  </a:lnTo>
                  <a:lnTo>
                    <a:pt x="772" y="820"/>
                  </a:lnTo>
                  <a:lnTo>
                    <a:pt x="737" y="826"/>
                  </a:lnTo>
                  <a:lnTo>
                    <a:pt x="697" y="831"/>
                  </a:lnTo>
                  <a:lnTo>
                    <a:pt x="650" y="836"/>
                  </a:lnTo>
                  <a:lnTo>
                    <a:pt x="598" y="840"/>
                  </a:lnTo>
                  <a:lnTo>
                    <a:pt x="539" y="844"/>
                  </a:lnTo>
                  <a:lnTo>
                    <a:pt x="474" y="845"/>
                  </a:lnTo>
                  <a:lnTo>
                    <a:pt x="446" y="665"/>
                  </a:lnTo>
                  <a:lnTo>
                    <a:pt x="461" y="642"/>
                  </a:lnTo>
                  <a:lnTo>
                    <a:pt x="462" y="639"/>
                  </a:lnTo>
                  <a:lnTo>
                    <a:pt x="462" y="637"/>
                  </a:lnTo>
                  <a:lnTo>
                    <a:pt x="462" y="633"/>
                  </a:lnTo>
                  <a:lnTo>
                    <a:pt x="460" y="631"/>
                  </a:lnTo>
                  <a:lnTo>
                    <a:pt x="423" y="592"/>
                  </a:lnTo>
                  <a:lnTo>
                    <a:pt x="421" y="590"/>
                  </a:lnTo>
                  <a:lnTo>
                    <a:pt x="418" y="590"/>
                  </a:lnTo>
                  <a:lnTo>
                    <a:pt x="416" y="590"/>
                  </a:lnTo>
                  <a:lnTo>
                    <a:pt x="412" y="590"/>
                  </a:lnTo>
                  <a:lnTo>
                    <a:pt x="410" y="592"/>
                  </a:lnTo>
                  <a:lnTo>
                    <a:pt x="374" y="631"/>
                  </a:lnTo>
                  <a:lnTo>
                    <a:pt x="372" y="633"/>
                  </a:lnTo>
                  <a:lnTo>
                    <a:pt x="372" y="637"/>
                  </a:lnTo>
                  <a:lnTo>
                    <a:pt x="372" y="639"/>
                  </a:lnTo>
                  <a:lnTo>
                    <a:pt x="373" y="642"/>
                  </a:lnTo>
                  <a:lnTo>
                    <a:pt x="386" y="665"/>
                  </a:lnTo>
                  <a:lnTo>
                    <a:pt x="358" y="845"/>
                  </a:lnTo>
                  <a:lnTo>
                    <a:pt x="294" y="844"/>
                  </a:lnTo>
                  <a:lnTo>
                    <a:pt x="236" y="840"/>
                  </a:lnTo>
                  <a:lnTo>
                    <a:pt x="183" y="836"/>
                  </a:lnTo>
                  <a:lnTo>
                    <a:pt x="136" y="831"/>
                  </a:lnTo>
                  <a:lnTo>
                    <a:pt x="96" y="826"/>
                  </a:lnTo>
                  <a:lnTo>
                    <a:pt x="62" y="820"/>
                  </a:lnTo>
                  <a:lnTo>
                    <a:pt x="36" y="812"/>
                  </a:lnTo>
                  <a:lnTo>
                    <a:pt x="16" y="805"/>
                  </a:lnTo>
                  <a:lnTo>
                    <a:pt x="4" y="798"/>
                  </a:lnTo>
                  <a:lnTo>
                    <a:pt x="0" y="789"/>
                  </a:lnTo>
                  <a:lnTo>
                    <a:pt x="2" y="762"/>
                  </a:lnTo>
                  <a:lnTo>
                    <a:pt x="6" y="739"/>
                  </a:lnTo>
                  <a:lnTo>
                    <a:pt x="14" y="718"/>
                  </a:lnTo>
                  <a:lnTo>
                    <a:pt x="23" y="701"/>
                  </a:lnTo>
                  <a:lnTo>
                    <a:pt x="35" y="687"/>
                  </a:lnTo>
                  <a:lnTo>
                    <a:pt x="49" y="675"/>
                  </a:lnTo>
                  <a:lnTo>
                    <a:pt x="65" y="665"/>
                  </a:lnTo>
                  <a:lnTo>
                    <a:pt x="83" y="656"/>
                  </a:lnTo>
                  <a:lnTo>
                    <a:pt x="102" y="649"/>
                  </a:lnTo>
                  <a:lnTo>
                    <a:pt x="121" y="643"/>
                  </a:lnTo>
                  <a:lnTo>
                    <a:pt x="142" y="637"/>
                  </a:lnTo>
                  <a:lnTo>
                    <a:pt x="164" y="630"/>
                  </a:lnTo>
                  <a:lnTo>
                    <a:pt x="186" y="623"/>
                  </a:lnTo>
                  <a:lnTo>
                    <a:pt x="202" y="619"/>
                  </a:lnTo>
                  <a:lnTo>
                    <a:pt x="218" y="614"/>
                  </a:lnTo>
                  <a:lnTo>
                    <a:pt x="232" y="609"/>
                  </a:lnTo>
                  <a:lnTo>
                    <a:pt x="248" y="603"/>
                  </a:lnTo>
                  <a:lnTo>
                    <a:pt x="262" y="596"/>
                  </a:lnTo>
                  <a:lnTo>
                    <a:pt x="274" y="588"/>
                  </a:lnTo>
                  <a:lnTo>
                    <a:pt x="286" y="578"/>
                  </a:lnTo>
                  <a:lnTo>
                    <a:pt x="295" y="566"/>
                  </a:lnTo>
                  <a:lnTo>
                    <a:pt x="303" y="551"/>
                  </a:lnTo>
                  <a:lnTo>
                    <a:pt x="307" y="534"/>
                  </a:lnTo>
                  <a:lnTo>
                    <a:pt x="308" y="514"/>
                  </a:lnTo>
                  <a:lnTo>
                    <a:pt x="306" y="489"/>
                  </a:lnTo>
                  <a:lnTo>
                    <a:pt x="292" y="474"/>
                  </a:lnTo>
                  <a:lnTo>
                    <a:pt x="281" y="457"/>
                  </a:lnTo>
                  <a:lnTo>
                    <a:pt x="271" y="439"/>
                  </a:lnTo>
                  <a:lnTo>
                    <a:pt x="264" y="420"/>
                  </a:lnTo>
                  <a:lnTo>
                    <a:pt x="259" y="405"/>
                  </a:lnTo>
                  <a:lnTo>
                    <a:pt x="254" y="391"/>
                  </a:lnTo>
                  <a:lnTo>
                    <a:pt x="252" y="382"/>
                  </a:lnTo>
                  <a:lnTo>
                    <a:pt x="252" y="379"/>
                  </a:lnTo>
                  <a:lnTo>
                    <a:pt x="249" y="378"/>
                  </a:lnTo>
                  <a:lnTo>
                    <a:pt x="244" y="373"/>
                  </a:lnTo>
                  <a:lnTo>
                    <a:pt x="234" y="368"/>
                  </a:lnTo>
                  <a:lnTo>
                    <a:pt x="225" y="359"/>
                  </a:lnTo>
                  <a:lnTo>
                    <a:pt x="215" y="349"/>
                  </a:lnTo>
                  <a:lnTo>
                    <a:pt x="205" y="335"/>
                  </a:lnTo>
                  <a:lnTo>
                    <a:pt x="197" y="319"/>
                  </a:lnTo>
                  <a:lnTo>
                    <a:pt x="193" y="302"/>
                  </a:lnTo>
                  <a:lnTo>
                    <a:pt x="193" y="284"/>
                  </a:lnTo>
                  <a:lnTo>
                    <a:pt x="195" y="269"/>
                  </a:lnTo>
                  <a:lnTo>
                    <a:pt x="199" y="259"/>
                  </a:lnTo>
                  <a:lnTo>
                    <a:pt x="204" y="251"/>
                  </a:lnTo>
                  <a:lnTo>
                    <a:pt x="207" y="247"/>
                  </a:lnTo>
                  <a:lnTo>
                    <a:pt x="209" y="245"/>
                  </a:lnTo>
                  <a:lnTo>
                    <a:pt x="209" y="196"/>
                  </a:lnTo>
                  <a:lnTo>
                    <a:pt x="211" y="163"/>
                  </a:lnTo>
                  <a:lnTo>
                    <a:pt x="220" y="133"/>
                  </a:lnTo>
                  <a:lnTo>
                    <a:pt x="232" y="105"/>
                  </a:lnTo>
                  <a:lnTo>
                    <a:pt x="249" y="80"/>
                  </a:lnTo>
                  <a:lnTo>
                    <a:pt x="270" y="57"/>
                  </a:lnTo>
                  <a:lnTo>
                    <a:pt x="294" y="38"/>
                  </a:lnTo>
                  <a:lnTo>
                    <a:pt x="321" y="22"/>
                  </a:lnTo>
                  <a:lnTo>
                    <a:pt x="352" y="11"/>
                  </a:lnTo>
                  <a:lnTo>
                    <a:pt x="383" y="3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9" name="Freeform 404">
              <a:extLst>
                <a:ext uri="{FF2B5EF4-FFF2-40B4-BE49-F238E27FC236}">
                  <a16:creationId xmlns:a16="http://schemas.microsoft.com/office/drawing/2014/main" id="{74C936DC-09CF-4820-A92B-13C8728C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638" y="4144963"/>
              <a:ext cx="120650" cy="122238"/>
            </a:xfrm>
            <a:custGeom>
              <a:avLst/>
              <a:gdLst>
                <a:gd name="T0" fmla="*/ 482 w 833"/>
                <a:gd name="T1" fmla="*/ 11 h 845"/>
                <a:gd name="T2" fmla="*/ 563 w 833"/>
                <a:gd name="T3" fmla="*/ 57 h 845"/>
                <a:gd name="T4" fmla="*/ 614 w 833"/>
                <a:gd name="T5" fmla="*/ 133 h 845"/>
                <a:gd name="T6" fmla="*/ 625 w 833"/>
                <a:gd name="T7" fmla="*/ 245 h 845"/>
                <a:gd name="T8" fmla="*/ 634 w 833"/>
                <a:gd name="T9" fmla="*/ 259 h 845"/>
                <a:gd name="T10" fmla="*/ 641 w 833"/>
                <a:gd name="T11" fmla="*/ 302 h 845"/>
                <a:gd name="T12" fmla="*/ 619 w 833"/>
                <a:gd name="T13" fmla="*/ 349 h 845"/>
                <a:gd name="T14" fmla="*/ 589 w 833"/>
                <a:gd name="T15" fmla="*/ 373 h 845"/>
                <a:gd name="T16" fmla="*/ 581 w 833"/>
                <a:gd name="T17" fmla="*/ 382 h 845"/>
                <a:gd name="T18" fmla="*/ 570 w 833"/>
                <a:gd name="T19" fmla="*/ 420 h 845"/>
                <a:gd name="T20" fmla="*/ 541 w 833"/>
                <a:gd name="T21" fmla="*/ 474 h 845"/>
                <a:gd name="T22" fmla="*/ 527 w 833"/>
                <a:gd name="T23" fmla="*/ 534 h 845"/>
                <a:gd name="T24" fmla="*/ 548 w 833"/>
                <a:gd name="T25" fmla="*/ 577 h 845"/>
                <a:gd name="T26" fmla="*/ 585 w 833"/>
                <a:gd name="T27" fmla="*/ 603 h 845"/>
                <a:gd name="T28" fmla="*/ 631 w 833"/>
                <a:gd name="T29" fmla="*/ 619 h 845"/>
                <a:gd name="T30" fmla="*/ 691 w 833"/>
                <a:gd name="T31" fmla="*/ 637 h 845"/>
                <a:gd name="T32" fmla="*/ 751 w 833"/>
                <a:gd name="T33" fmla="*/ 656 h 845"/>
                <a:gd name="T34" fmla="*/ 799 w 833"/>
                <a:gd name="T35" fmla="*/ 687 h 845"/>
                <a:gd name="T36" fmla="*/ 827 w 833"/>
                <a:gd name="T37" fmla="*/ 739 h 845"/>
                <a:gd name="T38" fmla="*/ 829 w 833"/>
                <a:gd name="T39" fmla="*/ 798 h 845"/>
                <a:gd name="T40" fmla="*/ 772 w 833"/>
                <a:gd name="T41" fmla="*/ 820 h 845"/>
                <a:gd name="T42" fmla="*/ 650 w 833"/>
                <a:gd name="T43" fmla="*/ 836 h 845"/>
                <a:gd name="T44" fmla="*/ 474 w 833"/>
                <a:gd name="T45" fmla="*/ 845 h 845"/>
                <a:gd name="T46" fmla="*/ 462 w 833"/>
                <a:gd name="T47" fmla="*/ 640 h 845"/>
                <a:gd name="T48" fmla="*/ 460 w 833"/>
                <a:gd name="T49" fmla="*/ 631 h 845"/>
                <a:gd name="T50" fmla="*/ 418 w 833"/>
                <a:gd name="T51" fmla="*/ 590 h 845"/>
                <a:gd name="T52" fmla="*/ 410 w 833"/>
                <a:gd name="T53" fmla="*/ 592 h 845"/>
                <a:gd name="T54" fmla="*/ 372 w 833"/>
                <a:gd name="T55" fmla="*/ 637 h 845"/>
                <a:gd name="T56" fmla="*/ 386 w 833"/>
                <a:gd name="T57" fmla="*/ 665 h 845"/>
                <a:gd name="T58" fmla="*/ 236 w 833"/>
                <a:gd name="T59" fmla="*/ 840 h 845"/>
                <a:gd name="T60" fmla="*/ 95 w 833"/>
                <a:gd name="T61" fmla="*/ 826 h 845"/>
                <a:gd name="T62" fmla="*/ 16 w 833"/>
                <a:gd name="T63" fmla="*/ 805 h 845"/>
                <a:gd name="T64" fmla="*/ 2 w 833"/>
                <a:gd name="T65" fmla="*/ 762 h 845"/>
                <a:gd name="T66" fmla="*/ 23 w 833"/>
                <a:gd name="T67" fmla="*/ 701 h 845"/>
                <a:gd name="T68" fmla="*/ 65 w 833"/>
                <a:gd name="T69" fmla="*/ 665 h 845"/>
                <a:gd name="T70" fmla="*/ 121 w 833"/>
                <a:gd name="T71" fmla="*/ 643 h 845"/>
                <a:gd name="T72" fmla="*/ 186 w 833"/>
                <a:gd name="T73" fmla="*/ 623 h 845"/>
                <a:gd name="T74" fmla="*/ 232 w 833"/>
                <a:gd name="T75" fmla="*/ 609 h 845"/>
                <a:gd name="T76" fmla="*/ 274 w 833"/>
                <a:gd name="T77" fmla="*/ 588 h 845"/>
                <a:gd name="T78" fmla="*/ 303 w 833"/>
                <a:gd name="T79" fmla="*/ 551 h 845"/>
                <a:gd name="T80" fmla="*/ 306 w 833"/>
                <a:gd name="T81" fmla="*/ 489 h 845"/>
                <a:gd name="T82" fmla="*/ 271 w 833"/>
                <a:gd name="T83" fmla="*/ 439 h 845"/>
                <a:gd name="T84" fmla="*/ 254 w 833"/>
                <a:gd name="T85" fmla="*/ 391 h 845"/>
                <a:gd name="T86" fmla="*/ 250 w 833"/>
                <a:gd name="T87" fmla="*/ 378 h 845"/>
                <a:gd name="T88" fmla="*/ 225 w 833"/>
                <a:gd name="T89" fmla="*/ 359 h 845"/>
                <a:gd name="T90" fmla="*/ 197 w 833"/>
                <a:gd name="T91" fmla="*/ 319 h 845"/>
                <a:gd name="T92" fmla="*/ 195 w 833"/>
                <a:gd name="T93" fmla="*/ 269 h 845"/>
                <a:gd name="T94" fmla="*/ 207 w 833"/>
                <a:gd name="T95" fmla="*/ 247 h 845"/>
                <a:gd name="T96" fmla="*/ 211 w 833"/>
                <a:gd name="T97" fmla="*/ 163 h 845"/>
                <a:gd name="T98" fmla="*/ 249 w 833"/>
                <a:gd name="T99" fmla="*/ 80 h 845"/>
                <a:gd name="T100" fmla="*/ 321 w 833"/>
                <a:gd name="T101" fmla="*/ 22 h 845"/>
                <a:gd name="T102" fmla="*/ 417 w 833"/>
                <a:gd name="T103" fmla="*/ 0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33" h="845">
                  <a:moveTo>
                    <a:pt x="417" y="0"/>
                  </a:moveTo>
                  <a:lnTo>
                    <a:pt x="450" y="3"/>
                  </a:lnTo>
                  <a:lnTo>
                    <a:pt x="482" y="11"/>
                  </a:lnTo>
                  <a:lnTo>
                    <a:pt x="512" y="22"/>
                  </a:lnTo>
                  <a:lnTo>
                    <a:pt x="539" y="38"/>
                  </a:lnTo>
                  <a:lnTo>
                    <a:pt x="563" y="57"/>
                  </a:lnTo>
                  <a:lnTo>
                    <a:pt x="584" y="80"/>
                  </a:lnTo>
                  <a:lnTo>
                    <a:pt x="601" y="105"/>
                  </a:lnTo>
                  <a:lnTo>
                    <a:pt x="614" y="133"/>
                  </a:lnTo>
                  <a:lnTo>
                    <a:pt x="622" y="163"/>
                  </a:lnTo>
                  <a:lnTo>
                    <a:pt x="625" y="196"/>
                  </a:lnTo>
                  <a:lnTo>
                    <a:pt x="625" y="245"/>
                  </a:lnTo>
                  <a:lnTo>
                    <a:pt x="626" y="247"/>
                  </a:lnTo>
                  <a:lnTo>
                    <a:pt x="629" y="251"/>
                  </a:lnTo>
                  <a:lnTo>
                    <a:pt x="634" y="259"/>
                  </a:lnTo>
                  <a:lnTo>
                    <a:pt x="639" y="269"/>
                  </a:lnTo>
                  <a:lnTo>
                    <a:pt x="641" y="284"/>
                  </a:lnTo>
                  <a:lnTo>
                    <a:pt x="641" y="302"/>
                  </a:lnTo>
                  <a:lnTo>
                    <a:pt x="637" y="319"/>
                  </a:lnTo>
                  <a:lnTo>
                    <a:pt x="628" y="335"/>
                  </a:lnTo>
                  <a:lnTo>
                    <a:pt x="619" y="349"/>
                  </a:lnTo>
                  <a:lnTo>
                    <a:pt x="608" y="359"/>
                  </a:lnTo>
                  <a:lnTo>
                    <a:pt x="599" y="368"/>
                  </a:lnTo>
                  <a:lnTo>
                    <a:pt x="589" y="373"/>
                  </a:lnTo>
                  <a:lnTo>
                    <a:pt x="584" y="378"/>
                  </a:lnTo>
                  <a:lnTo>
                    <a:pt x="581" y="379"/>
                  </a:lnTo>
                  <a:lnTo>
                    <a:pt x="581" y="382"/>
                  </a:lnTo>
                  <a:lnTo>
                    <a:pt x="579" y="391"/>
                  </a:lnTo>
                  <a:lnTo>
                    <a:pt x="575" y="405"/>
                  </a:lnTo>
                  <a:lnTo>
                    <a:pt x="570" y="420"/>
                  </a:lnTo>
                  <a:lnTo>
                    <a:pt x="562" y="439"/>
                  </a:lnTo>
                  <a:lnTo>
                    <a:pt x="553" y="457"/>
                  </a:lnTo>
                  <a:lnTo>
                    <a:pt x="541" y="474"/>
                  </a:lnTo>
                  <a:lnTo>
                    <a:pt x="528" y="489"/>
                  </a:lnTo>
                  <a:lnTo>
                    <a:pt x="526" y="513"/>
                  </a:lnTo>
                  <a:lnTo>
                    <a:pt x="527" y="534"/>
                  </a:lnTo>
                  <a:lnTo>
                    <a:pt x="531" y="551"/>
                  </a:lnTo>
                  <a:lnTo>
                    <a:pt x="538" y="566"/>
                  </a:lnTo>
                  <a:lnTo>
                    <a:pt x="548" y="577"/>
                  </a:lnTo>
                  <a:lnTo>
                    <a:pt x="559" y="588"/>
                  </a:lnTo>
                  <a:lnTo>
                    <a:pt x="572" y="596"/>
                  </a:lnTo>
                  <a:lnTo>
                    <a:pt x="585" y="603"/>
                  </a:lnTo>
                  <a:lnTo>
                    <a:pt x="601" y="609"/>
                  </a:lnTo>
                  <a:lnTo>
                    <a:pt x="616" y="614"/>
                  </a:lnTo>
                  <a:lnTo>
                    <a:pt x="631" y="619"/>
                  </a:lnTo>
                  <a:lnTo>
                    <a:pt x="647" y="623"/>
                  </a:lnTo>
                  <a:lnTo>
                    <a:pt x="669" y="630"/>
                  </a:lnTo>
                  <a:lnTo>
                    <a:pt x="691" y="637"/>
                  </a:lnTo>
                  <a:lnTo>
                    <a:pt x="712" y="643"/>
                  </a:lnTo>
                  <a:lnTo>
                    <a:pt x="732" y="649"/>
                  </a:lnTo>
                  <a:lnTo>
                    <a:pt x="751" y="656"/>
                  </a:lnTo>
                  <a:lnTo>
                    <a:pt x="768" y="665"/>
                  </a:lnTo>
                  <a:lnTo>
                    <a:pt x="784" y="675"/>
                  </a:lnTo>
                  <a:lnTo>
                    <a:pt x="799" y="687"/>
                  </a:lnTo>
                  <a:lnTo>
                    <a:pt x="810" y="701"/>
                  </a:lnTo>
                  <a:lnTo>
                    <a:pt x="820" y="718"/>
                  </a:lnTo>
                  <a:lnTo>
                    <a:pt x="827" y="739"/>
                  </a:lnTo>
                  <a:lnTo>
                    <a:pt x="831" y="762"/>
                  </a:lnTo>
                  <a:lnTo>
                    <a:pt x="833" y="789"/>
                  </a:lnTo>
                  <a:lnTo>
                    <a:pt x="829" y="798"/>
                  </a:lnTo>
                  <a:lnTo>
                    <a:pt x="818" y="805"/>
                  </a:lnTo>
                  <a:lnTo>
                    <a:pt x="798" y="812"/>
                  </a:lnTo>
                  <a:lnTo>
                    <a:pt x="772" y="820"/>
                  </a:lnTo>
                  <a:lnTo>
                    <a:pt x="738" y="826"/>
                  </a:lnTo>
                  <a:lnTo>
                    <a:pt x="697" y="831"/>
                  </a:lnTo>
                  <a:lnTo>
                    <a:pt x="650" y="836"/>
                  </a:lnTo>
                  <a:lnTo>
                    <a:pt x="598" y="840"/>
                  </a:lnTo>
                  <a:lnTo>
                    <a:pt x="539" y="844"/>
                  </a:lnTo>
                  <a:lnTo>
                    <a:pt x="474" y="845"/>
                  </a:lnTo>
                  <a:lnTo>
                    <a:pt x="446" y="665"/>
                  </a:lnTo>
                  <a:lnTo>
                    <a:pt x="461" y="642"/>
                  </a:lnTo>
                  <a:lnTo>
                    <a:pt x="462" y="640"/>
                  </a:lnTo>
                  <a:lnTo>
                    <a:pt x="462" y="637"/>
                  </a:lnTo>
                  <a:lnTo>
                    <a:pt x="462" y="633"/>
                  </a:lnTo>
                  <a:lnTo>
                    <a:pt x="460" y="631"/>
                  </a:lnTo>
                  <a:lnTo>
                    <a:pt x="423" y="592"/>
                  </a:lnTo>
                  <a:lnTo>
                    <a:pt x="421" y="590"/>
                  </a:lnTo>
                  <a:lnTo>
                    <a:pt x="418" y="590"/>
                  </a:lnTo>
                  <a:lnTo>
                    <a:pt x="416" y="590"/>
                  </a:lnTo>
                  <a:lnTo>
                    <a:pt x="412" y="590"/>
                  </a:lnTo>
                  <a:lnTo>
                    <a:pt x="410" y="592"/>
                  </a:lnTo>
                  <a:lnTo>
                    <a:pt x="374" y="631"/>
                  </a:lnTo>
                  <a:lnTo>
                    <a:pt x="372" y="633"/>
                  </a:lnTo>
                  <a:lnTo>
                    <a:pt x="372" y="637"/>
                  </a:lnTo>
                  <a:lnTo>
                    <a:pt x="372" y="640"/>
                  </a:lnTo>
                  <a:lnTo>
                    <a:pt x="373" y="642"/>
                  </a:lnTo>
                  <a:lnTo>
                    <a:pt x="386" y="665"/>
                  </a:lnTo>
                  <a:lnTo>
                    <a:pt x="358" y="845"/>
                  </a:lnTo>
                  <a:lnTo>
                    <a:pt x="294" y="844"/>
                  </a:lnTo>
                  <a:lnTo>
                    <a:pt x="236" y="840"/>
                  </a:lnTo>
                  <a:lnTo>
                    <a:pt x="183" y="836"/>
                  </a:lnTo>
                  <a:lnTo>
                    <a:pt x="136" y="831"/>
                  </a:lnTo>
                  <a:lnTo>
                    <a:pt x="95" y="826"/>
                  </a:lnTo>
                  <a:lnTo>
                    <a:pt x="62" y="820"/>
                  </a:lnTo>
                  <a:lnTo>
                    <a:pt x="36" y="812"/>
                  </a:lnTo>
                  <a:lnTo>
                    <a:pt x="16" y="805"/>
                  </a:lnTo>
                  <a:lnTo>
                    <a:pt x="4" y="798"/>
                  </a:lnTo>
                  <a:lnTo>
                    <a:pt x="0" y="789"/>
                  </a:lnTo>
                  <a:lnTo>
                    <a:pt x="2" y="762"/>
                  </a:lnTo>
                  <a:lnTo>
                    <a:pt x="6" y="739"/>
                  </a:lnTo>
                  <a:lnTo>
                    <a:pt x="14" y="718"/>
                  </a:lnTo>
                  <a:lnTo>
                    <a:pt x="23" y="701"/>
                  </a:lnTo>
                  <a:lnTo>
                    <a:pt x="35" y="687"/>
                  </a:lnTo>
                  <a:lnTo>
                    <a:pt x="49" y="675"/>
                  </a:lnTo>
                  <a:lnTo>
                    <a:pt x="65" y="665"/>
                  </a:lnTo>
                  <a:lnTo>
                    <a:pt x="82" y="656"/>
                  </a:lnTo>
                  <a:lnTo>
                    <a:pt x="100" y="649"/>
                  </a:lnTo>
                  <a:lnTo>
                    <a:pt x="121" y="643"/>
                  </a:lnTo>
                  <a:lnTo>
                    <a:pt x="142" y="637"/>
                  </a:lnTo>
                  <a:lnTo>
                    <a:pt x="164" y="630"/>
                  </a:lnTo>
                  <a:lnTo>
                    <a:pt x="186" y="623"/>
                  </a:lnTo>
                  <a:lnTo>
                    <a:pt x="202" y="619"/>
                  </a:lnTo>
                  <a:lnTo>
                    <a:pt x="218" y="614"/>
                  </a:lnTo>
                  <a:lnTo>
                    <a:pt x="232" y="609"/>
                  </a:lnTo>
                  <a:lnTo>
                    <a:pt x="248" y="603"/>
                  </a:lnTo>
                  <a:lnTo>
                    <a:pt x="262" y="596"/>
                  </a:lnTo>
                  <a:lnTo>
                    <a:pt x="274" y="588"/>
                  </a:lnTo>
                  <a:lnTo>
                    <a:pt x="286" y="578"/>
                  </a:lnTo>
                  <a:lnTo>
                    <a:pt x="295" y="566"/>
                  </a:lnTo>
                  <a:lnTo>
                    <a:pt x="303" y="551"/>
                  </a:lnTo>
                  <a:lnTo>
                    <a:pt x="307" y="534"/>
                  </a:lnTo>
                  <a:lnTo>
                    <a:pt x="308" y="514"/>
                  </a:lnTo>
                  <a:lnTo>
                    <a:pt x="306" y="489"/>
                  </a:lnTo>
                  <a:lnTo>
                    <a:pt x="292" y="474"/>
                  </a:lnTo>
                  <a:lnTo>
                    <a:pt x="281" y="457"/>
                  </a:lnTo>
                  <a:lnTo>
                    <a:pt x="271" y="439"/>
                  </a:lnTo>
                  <a:lnTo>
                    <a:pt x="264" y="420"/>
                  </a:lnTo>
                  <a:lnTo>
                    <a:pt x="259" y="405"/>
                  </a:lnTo>
                  <a:lnTo>
                    <a:pt x="254" y="391"/>
                  </a:lnTo>
                  <a:lnTo>
                    <a:pt x="252" y="382"/>
                  </a:lnTo>
                  <a:lnTo>
                    <a:pt x="252" y="379"/>
                  </a:lnTo>
                  <a:lnTo>
                    <a:pt x="250" y="378"/>
                  </a:lnTo>
                  <a:lnTo>
                    <a:pt x="244" y="373"/>
                  </a:lnTo>
                  <a:lnTo>
                    <a:pt x="235" y="368"/>
                  </a:lnTo>
                  <a:lnTo>
                    <a:pt x="225" y="359"/>
                  </a:lnTo>
                  <a:lnTo>
                    <a:pt x="215" y="349"/>
                  </a:lnTo>
                  <a:lnTo>
                    <a:pt x="205" y="335"/>
                  </a:lnTo>
                  <a:lnTo>
                    <a:pt x="197" y="319"/>
                  </a:lnTo>
                  <a:lnTo>
                    <a:pt x="193" y="302"/>
                  </a:lnTo>
                  <a:lnTo>
                    <a:pt x="193" y="284"/>
                  </a:lnTo>
                  <a:lnTo>
                    <a:pt x="195" y="269"/>
                  </a:lnTo>
                  <a:lnTo>
                    <a:pt x="199" y="259"/>
                  </a:lnTo>
                  <a:lnTo>
                    <a:pt x="204" y="251"/>
                  </a:lnTo>
                  <a:lnTo>
                    <a:pt x="207" y="247"/>
                  </a:lnTo>
                  <a:lnTo>
                    <a:pt x="208" y="245"/>
                  </a:lnTo>
                  <a:lnTo>
                    <a:pt x="208" y="196"/>
                  </a:lnTo>
                  <a:lnTo>
                    <a:pt x="211" y="163"/>
                  </a:lnTo>
                  <a:lnTo>
                    <a:pt x="220" y="133"/>
                  </a:lnTo>
                  <a:lnTo>
                    <a:pt x="232" y="105"/>
                  </a:lnTo>
                  <a:lnTo>
                    <a:pt x="249" y="80"/>
                  </a:lnTo>
                  <a:lnTo>
                    <a:pt x="270" y="57"/>
                  </a:lnTo>
                  <a:lnTo>
                    <a:pt x="294" y="38"/>
                  </a:lnTo>
                  <a:lnTo>
                    <a:pt x="321" y="22"/>
                  </a:lnTo>
                  <a:lnTo>
                    <a:pt x="352" y="11"/>
                  </a:lnTo>
                  <a:lnTo>
                    <a:pt x="383" y="3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0" name="Freeform 405">
              <a:extLst>
                <a:ext uri="{FF2B5EF4-FFF2-40B4-BE49-F238E27FC236}">
                  <a16:creationId xmlns:a16="http://schemas.microsoft.com/office/drawing/2014/main" id="{AE7B7EC2-A56F-46FE-9B0F-90626C12F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4144963"/>
              <a:ext cx="120650" cy="122238"/>
            </a:xfrm>
            <a:custGeom>
              <a:avLst/>
              <a:gdLst>
                <a:gd name="T0" fmla="*/ 482 w 833"/>
                <a:gd name="T1" fmla="*/ 11 h 845"/>
                <a:gd name="T2" fmla="*/ 563 w 833"/>
                <a:gd name="T3" fmla="*/ 57 h 845"/>
                <a:gd name="T4" fmla="*/ 614 w 833"/>
                <a:gd name="T5" fmla="*/ 133 h 845"/>
                <a:gd name="T6" fmla="*/ 625 w 833"/>
                <a:gd name="T7" fmla="*/ 245 h 845"/>
                <a:gd name="T8" fmla="*/ 634 w 833"/>
                <a:gd name="T9" fmla="*/ 259 h 845"/>
                <a:gd name="T10" fmla="*/ 641 w 833"/>
                <a:gd name="T11" fmla="*/ 302 h 845"/>
                <a:gd name="T12" fmla="*/ 619 w 833"/>
                <a:gd name="T13" fmla="*/ 349 h 845"/>
                <a:gd name="T14" fmla="*/ 589 w 833"/>
                <a:gd name="T15" fmla="*/ 373 h 845"/>
                <a:gd name="T16" fmla="*/ 581 w 833"/>
                <a:gd name="T17" fmla="*/ 382 h 845"/>
                <a:gd name="T18" fmla="*/ 570 w 833"/>
                <a:gd name="T19" fmla="*/ 420 h 845"/>
                <a:gd name="T20" fmla="*/ 541 w 833"/>
                <a:gd name="T21" fmla="*/ 474 h 845"/>
                <a:gd name="T22" fmla="*/ 527 w 833"/>
                <a:gd name="T23" fmla="*/ 534 h 845"/>
                <a:gd name="T24" fmla="*/ 548 w 833"/>
                <a:gd name="T25" fmla="*/ 578 h 845"/>
                <a:gd name="T26" fmla="*/ 585 w 833"/>
                <a:gd name="T27" fmla="*/ 603 h 845"/>
                <a:gd name="T28" fmla="*/ 631 w 833"/>
                <a:gd name="T29" fmla="*/ 619 h 845"/>
                <a:gd name="T30" fmla="*/ 691 w 833"/>
                <a:gd name="T31" fmla="*/ 637 h 845"/>
                <a:gd name="T32" fmla="*/ 752 w 833"/>
                <a:gd name="T33" fmla="*/ 656 h 845"/>
                <a:gd name="T34" fmla="*/ 799 w 833"/>
                <a:gd name="T35" fmla="*/ 687 h 845"/>
                <a:gd name="T36" fmla="*/ 827 w 833"/>
                <a:gd name="T37" fmla="*/ 739 h 845"/>
                <a:gd name="T38" fmla="*/ 829 w 833"/>
                <a:gd name="T39" fmla="*/ 798 h 845"/>
                <a:gd name="T40" fmla="*/ 772 w 833"/>
                <a:gd name="T41" fmla="*/ 820 h 845"/>
                <a:gd name="T42" fmla="*/ 650 w 833"/>
                <a:gd name="T43" fmla="*/ 836 h 845"/>
                <a:gd name="T44" fmla="*/ 475 w 833"/>
                <a:gd name="T45" fmla="*/ 845 h 845"/>
                <a:gd name="T46" fmla="*/ 462 w 833"/>
                <a:gd name="T47" fmla="*/ 640 h 845"/>
                <a:gd name="T48" fmla="*/ 460 w 833"/>
                <a:gd name="T49" fmla="*/ 631 h 845"/>
                <a:gd name="T50" fmla="*/ 417 w 833"/>
                <a:gd name="T51" fmla="*/ 589 h 845"/>
                <a:gd name="T52" fmla="*/ 374 w 833"/>
                <a:gd name="T53" fmla="*/ 631 h 845"/>
                <a:gd name="T54" fmla="*/ 372 w 833"/>
                <a:gd name="T55" fmla="*/ 640 h 845"/>
                <a:gd name="T56" fmla="*/ 358 w 833"/>
                <a:gd name="T57" fmla="*/ 845 h 845"/>
                <a:gd name="T58" fmla="*/ 183 w 833"/>
                <a:gd name="T59" fmla="*/ 836 h 845"/>
                <a:gd name="T60" fmla="*/ 62 w 833"/>
                <a:gd name="T61" fmla="*/ 820 h 845"/>
                <a:gd name="T62" fmla="*/ 4 w 833"/>
                <a:gd name="T63" fmla="*/ 798 h 845"/>
                <a:gd name="T64" fmla="*/ 6 w 833"/>
                <a:gd name="T65" fmla="*/ 739 h 845"/>
                <a:gd name="T66" fmla="*/ 36 w 833"/>
                <a:gd name="T67" fmla="*/ 687 h 845"/>
                <a:gd name="T68" fmla="*/ 83 w 833"/>
                <a:gd name="T69" fmla="*/ 656 h 845"/>
                <a:gd name="T70" fmla="*/ 142 w 833"/>
                <a:gd name="T71" fmla="*/ 637 h 845"/>
                <a:gd name="T72" fmla="*/ 202 w 833"/>
                <a:gd name="T73" fmla="*/ 619 h 845"/>
                <a:gd name="T74" fmla="*/ 248 w 833"/>
                <a:gd name="T75" fmla="*/ 603 h 845"/>
                <a:gd name="T76" fmla="*/ 286 w 833"/>
                <a:gd name="T77" fmla="*/ 578 h 845"/>
                <a:gd name="T78" fmla="*/ 307 w 833"/>
                <a:gd name="T79" fmla="*/ 534 h 845"/>
                <a:gd name="T80" fmla="*/ 292 w 833"/>
                <a:gd name="T81" fmla="*/ 474 h 845"/>
                <a:gd name="T82" fmla="*/ 264 w 833"/>
                <a:gd name="T83" fmla="*/ 420 h 845"/>
                <a:gd name="T84" fmla="*/ 252 w 833"/>
                <a:gd name="T85" fmla="*/ 382 h 845"/>
                <a:gd name="T86" fmla="*/ 244 w 833"/>
                <a:gd name="T87" fmla="*/ 373 h 845"/>
                <a:gd name="T88" fmla="*/ 215 w 833"/>
                <a:gd name="T89" fmla="*/ 349 h 845"/>
                <a:gd name="T90" fmla="*/ 194 w 833"/>
                <a:gd name="T91" fmla="*/ 302 h 845"/>
                <a:gd name="T92" fmla="*/ 199 w 833"/>
                <a:gd name="T93" fmla="*/ 259 h 845"/>
                <a:gd name="T94" fmla="*/ 209 w 833"/>
                <a:gd name="T95" fmla="*/ 245 h 845"/>
                <a:gd name="T96" fmla="*/ 220 w 833"/>
                <a:gd name="T97" fmla="*/ 133 h 845"/>
                <a:gd name="T98" fmla="*/ 270 w 833"/>
                <a:gd name="T99" fmla="*/ 57 h 845"/>
                <a:gd name="T100" fmla="*/ 352 w 833"/>
                <a:gd name="T101" fmla="*/ 11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33" h="845">
                  <a:moveTo>
                    <a:pt x="417" y="0"/>
                  </a:moveTo>
                  <a:lnTo>
                    <a:pt x="450" y="3"/>
                  </a:lnTo>
                  <a:lnTo>
                    <a:pt x="482" y="11"/>
                  </a:lnTo>
                  <a:lnTo>
                    <a:pt x="512" y="22"/>
                  </a:lnTo>
                  <a:lnTo>
                    <a:pt x="539" y="38"/>
                  </a:lnTo>
                  <a:lnTo>
                    <a:pt x="563" y="57"/>
                  </a:lnTo>
                  <a:lnTo>
                    <a:pt x="584" y="80"/>
                  </a:lnTo>
                  <a:lnTo>
                    <a:pt x="601" y="105"/>
                  </a:lnTo>
                  <a:lnTo>
                    <a:pt x="614" y="133"/>
                  </a:lnTo>
                  <a:lnTo>
                    <a:pt x="622" y="163"/>
                  </a:lnTo>
                  <a:lnTo>
                    <a:pt x="625" y="196"/>
                  </a:lnTo>
                  <a:lnTo>
                    <a:pt x="625" y="245"/>
                  </a:lnTo>
                  <a:lnTo>
                    <a:pt x="626" y="247"/>
                  </a:lnTo>
                  <a:lnTo>
                    <a:pt x="629" y="251"/>
                  </a:lnTo>
                  <a:lnTo>
                    <a:pt x="634" y="259"/>
                  </a:lnTo>
                  <a:lnTo>
                    <a:pt x="639" y="269"/>
                  </a:lnTo>
                  <a:lnTo>
                    <a:pt x="641" y="284"/>
                  </a:lnTo>
                  <a:lnTo>
                    <a:pt x="641" y="302"/>
                  </a:lnTo>
                  <a:lnTo>
                    <a:pt x="637" y="319"/>
                  </a:lnTo>
                  <a:lnTo>
                    <a:pt x="629" y="335"/>
                  </a:lnTo>
                  <a:lnTo>
                    <a:pt x="619" y="349"/>
                  </a:lnTo>
                  <a:lnTo>
                    <a:pt x="608" y="359"/>
                  </a:lnTo>
                  <a:lnTo>
                    <a:pt x="599" y="368"/>
                  </a:lnTo>
                  <a:lnTo>
                    <a:pt x="589" y="373"/>
                  </a:lnTo>
                  <a:lnTo>
                    <a:pt x="584" y="378"/>
                  </a:lnTo>
                  <a:lnTo>
                    <a:pt x="581" y="379"/>
                  </a:lnTo>
                  <a:lnTo>
                    <a:pt x="581" y="382"/>
                  </a:lnTo>
                  <a:lnTo>
                    <a:pt x="579" y="391"/>
                  </a:lnTo>
                  <a:lnTo>
                    <a:pt x="575" y="405"/>
                  </a:lnTo>
                  <a:lnTo>
                    <a:pt x="570" y="420"/>
                  </a:lnTo>
                  <a:lnTo>
                    <a:pt x="562" y="439"/>
                  </a:lnTo>
                  <a:lnTo>
                    <a:pt x="553" y="457"/>
                  </a:lnTo>
                  <a:lnTo>
                    <a:pt x="541" y="474"/>
                  </a:lnTo>
                  <a:lnTo>
                    <a:pt x="528" y="489"/>
                  </a:lnTo>
                  <a:lnTo>
                    <a:pt x="526" y="514"/>
                  </a:lnTo>
                  <a:lnTo>
                    <a:pt x="527" y="534"/>
                  </a:lnTo>
                  <a:lnTo>
                    <a:pt x="531" y="551"/>
                  </a:lnTo>
                  <a:lnTo>
                    <a:pt x="538" y="566"/>
                  </a:lnTo>
                  <a:lnTo>
                    <a:pt x="548" y="578"/>
                  </a:lnTo>
                  <a:lnTo>
                    <a:pt x="559" y="588"/>
                  </a:lnTo>
                  <a:lnTo>
                    <a:pt x="572" y="596"/>
                  </a:lnTo>
                  <a:lnTo>
                    <a:pt x="585" y="603"/>
                  </a:lnTo>
                  <a:lnTo>
                    <a:pt x="601" y="609"/>
                  </a:lnTo>
                  <a:lnTo>
                    <a:pt x="617" y="614"/>
                  </a:lnTo>
                  <a:lnTo>
                    <a:pt x="631" y="619"/>
                  </a:lnTo>
                  <a:lnTo>
                    <a:pt x="647" y="623"/>
                  </a:lnTo>
                  <a:lnTo>
                    <a:pt x="670" y="630"/>
                  </a:lnTo>
                  <a:lnTo>
                    <a:pt x="691" y="637"/>
                  </a:lnTo>
                  <a:lnTo>
                    <a:pt x="712" y="643"/>
                  </a:lnTo>
                  <a:lnTo>
                    <a:pt x="733" y="649"/>
                  </a:lnTo>
                  <a:lnTo>
                    <a:pt x="752" y="656"/>
                  </a:lnTo>
                  <a:lnTo>
                    <a:pt x="768" y="665"/>
                  </a:lnTo>
                  <a:lnTo>
                    <a:pt x="784" y="675"/>
                  </a:lnTo>
                  <a:lnTo>
                    <a:pt x="799" y="687"/>
                  </a:lnTo>
                  <a:lnTo>
                    <a:pt x="810" y="701"/>
                  </a:lnTo>
                  <a:lnTo>
                    <a:pt x="820" y="718"/>
                  </a:lnTo>
                  <a:lnTo>
                    <a:pt x="827" y="739"/>
                  </a:lnTo>
                  <a:lnTo>
                    <a:pt x="831" y="762"/>
                  </a:lnTo>
                  <a:lnTo>
                    <a:pt x="833" y="789"/>
                  </a:lnTo>
                  <a:lnTo>
                    <a:pt x="829" y="798"/>
                  </a:lnTo>
                  <a:lnTo>
                    <a:pt x="818" y="805"/>
                  </a:lnTo>
                  <a:lnTo>
                    <a:pt x="798" y="812"/>
                  </a:lnTo>
                  <a:lnTo>
                    <a:pt x="772" y="820"/>
                  </a:lnTo>
                  <a:lnTo>
                    <a:pt x="737" y="826"/>
                  </a:lnTo>
                  <a:lnTo>
                    <a:pt x="697" y="831"/>
                  </a:lnTo>
                  <a:lnTo>
                    <a:pt x="650" y="836"/>
                  </a:lnTo>
                  <a:lnTo>
                    <a:pt x="598" y="840"/>
                  </a:lnTo>
                  <a:lnTo>
                    <a:pt x="539" y="844"/>
                  </a:lnTo>
                  <a:lnTo>
                    <a:pt x="475" y="845"/>
                  </a:lnTo>
                  <a:lnTo>
                    <a:pt x="446" y="665"/>
                  </a:lnTo>
                  <a:lnTo>
                    <a:pt x="461" y="642"/>
                  </a:lnTo>
                  <a:lnTo>
                    <a:pt x="462" y="640"/>
                  </a:lnTo>
                  <a:lnTo>
                    <a:pt x="462" y="637"/>
                  </a:lnTo>
                  <a:lnTo>
                    <a:pt x="462" y="635"/>
                  </a:lnTo>
                  <a:lnTo>
                    <a:pt x="460" y="631"/>
                  </a:lnTo>
                  <a:lnTo>
                    <a:pt x="423" y="592"/>
                  </a:lnTo>
                  <a:lnTo>
                    <a:pt x="420" y="590"/>
                  </a:lnTo>
                  <a:lnTo>
                    <a:pt x="417" y="589"/>
                  </a:lnTo>
                  <a:lnTo>
                    <a:pt x="414" y="590"/>
                  </a:lnTo>
                  <a:lnTo>
                    <a:pt x="410" y="592"/>
                  </a:lnTo>
                  <a:lnTo>
                    <a:pt x="374" y="631"/>
                  </a:lnTo>
                  <a:lnTo>
                    <a:pt x="372" y="635"/>
                  </a:lnTo>
                  <a:lnTo>
                    <a:pt x="372" y="637"/>
                  </a:lnTo>
                  <a:lnTo>
                    <a:pt x="372" y="640"/>
                  </a:lnTo>
                  <a:lnTo>
                    <a:pt x="373" y="642"/>
                  </a:lnTo>
                  <a:lnTo>
                    <a:pt x="387" y="665"/>
                  </a:lnTo>
                  <a:lnTo>
                    <a:pt x="358" y="845"/>
                  </a:lnTo>
                  <a:lnTo>
                    <a:pt x="294" y="844"/>
                  </a:lnTo>
                  <a:lnTo>
                    <a:pt x="236" y="840"/>
                  </a:lnTo>
                  <a:lnTo>
                    <a:pt x="183" y="836"/>
                  </a:lnTo>
                  <a:lnTo>
                    <a:pt x="136" y="831"/>
                  </a:lnTo>
                  <a:lnTo>
                    <a:pt x="95" y="826"/>
                  </a:lnTo>
                  <a:lnTo>
                    <a:pt x="62" y="820"/>
                  </a:lnTo>
                  <a:lnTo>
                    <a:pt x="36" y="812"/>
                  </a:lnTo>
                  <a:lnTo>
                    <a:pt x="16" y="805"/>
                  </a:lnTo>
                  <a:lnTo>
                    <a:pt x="4" y="798"/>
                  </a:lnTo>
                  <a:lnTo>
                    <a:pt x="0" y="789"/>
                  </a:lnTo>
                  <a:lnTo>
                    <a:pt x="2" y="762"/>
                  </a:lnTo>
                  <a:lnTo>
                    <a:pt x="6" y="739"/>
                  </a:lnTo>
                  <a:lnTo>
                    <a:pt x="14" y="718"/>
                  </a:lnTo>
                  <a:lnTo>
                    <a:pt x="23" y="701"/>
                  </a:lnTo>
                  <a:lnTo>
                    <a:pt x="36" y="687"/>
                  </a:lnTo>
                  <a:lnTo>
                    <a:pt x="49" y="675"/>
                  </a:lnTo>
                  <a:lnTo>
                    <a:pt x="65" y="665"/>
                  </a:lnTo>
                  <a:lnTo>
                    <a:pt x="83" y="656"/>
                  </a:lnTo>
                  <a:lnTo>
                    <a:pt x="102" y="649"/>
                  </a:lnTo>
                  <a:lnTo>
                    <a:pt x="121" y="643"/>
                  </a:lnTo>
                  <a:lnTo>
                    <a:pt x="142" y="637"/>
                  </a:lnTo>
                  <a:lnTo>
                    <a:pt x="164" y="630"/>
                  </a:lnTo>
                  <a:lnTo>
                    <a:pt x="186" y="623"/>
                  </a:lnTo>
                  <a:lnTo>
                    <a:pt x="202" y="619"/>
                  </a:lnTo>
                  <a:lnTo>
                    <a:pt x="218" y="614"/>
                  </a:lnTo>
                  <a:lnTo>
                    <a:pt x="233" y="609"/>
                  </a:lnTo>
                  <a:lnTo>
                    <a:pt x="248" y="603"/>
                  </a:lnTo>
                  <a:lnTo>
                    <a:pt x="262" y="596"/>
                  </a:lnTo>
                  <a:lnTo>
                    <a:pt x="275" y="588"/>
                  </a:lnTo>
                  <a:lnTo>
                    <a:pt x="286" y="578"/>
                  </a:lnTo>
                  <a:lnTo>
                    <a:pt x="295" y="566"/>
                  </a:lnTo>
                  <a:lnTo>
                    <a:pt x="303" y="551"/>
                  </a:lnTo>
                  <a:lnTo>
                    <a:pt x="307" y="534"/>
                  </a:lnTo>
                  <a:lnTo>
                    <a:pt x="308" y="514"/>
                  </a:lnTo>
                  <a:lnTo>
                    <a:pt x="306" y="489"/>
                  </a:lnTo>
                  <a:lnTo>
                    <a:pt x="292" y="474"/>
                  </a:lnTo>
                  <a:lnTo>
                    <a:pt x="281" y="457"/>
                  </a:lnTo>
                  <a:lnTo>
                    <a:pt x="271" y="439"/>
                  </a:lnTo>
                  <a:lnTo>
                    <a:pt x="264" y="420"/>
                  </a:lnTo>
                  <a:lnTo>
                    <a:pt x="259" y="405"/>
                  </a:lnTo>
                  <a:lnTo>
                    <a:pt x="254" y="391"/>
                  </a:lnTo>
                  <a:lnTo>
                    <a:pt x="252" y="382"/>
                  </a:lnTo>
                  <a:lnTo>
                    <a:pt x="252" y="379"/>
                  </a:lnTo>
                  <a:lnTo>
                    <a:pt x="249" y="378"/>
                  </a:lnTo>
                  <a:lnTo>
                    <a:pt x="244" y="373"/>
                  </a:lnTo>
                  <a:lnTo>
                    <a:pt x="235" y="368"/>
                  </a:lnTo>
                  <a:lnTo>
                    <a:pt x="225" y="359"/>
                  </a:lnTo>
                  <a:lnTo>
                    <a:pt x="215" y="349"/>
                  </a:lnTo>
                  <a:lnTo>
                    <a:pt x="205" y="335"/>
                  </a:lnTo>
                  <a:lnTo>
                    <a:pt x="198" y="319"/>
                  </a:lnTo>
                  <a:lnTo>
                    <a:pt x="194" y="302"/>
                  </a:lnTo>
                  <a:lnTo>
                    <a:pt x="193" y="284"/>
                  </a:lnTo>
                  <a:lnTo>
                    <a:pt x="196" y="269"/>
                  </a:lnTo>
                  <a:lnTo>
                    <a:pt x="199" y="259"/>
                  </a:lnTo>
                  <a:lnTo>
                    <a:pt x="204" y="251"/>
                  </a:lnTo>
                  <a:lnTo>
                    <a:pt x="207" y="247"/>
                  </a:lnTo>
                  <a:lnTo>
                    <a:pt x="209" y="245"/>
                  </a:lnTo>
                  <a:lnTo>
                    <a:pt x="209" y="196"/>
                  </a:lnTo>
                  <a:lnTo>
                    <a:pt x="212" y="163"/>
                  </a:lnTo>
                  <a:lnTo>
                    <a:pt x="220" y="133"/>
                  </a:lnTo>
                  <a:lnTo>
                    <a:pt x="232" y="105"/>
                  </a:lnTo>
                  <a:lnTo>
                    <a:pt x="249" y="80"/>
                  </a:lnTo>
                  <a:lnTo>
                    <a:pt x="270" y="57"/>
                  </a:lnTo>
                  <a:lnTo>
                    <a:pt x="294" y="38"/>
                  </a:lnTo>
                  <a:lnTo>
                    <a:pt x="321" y="22"/>
                  </a:lnTo>
                  <a:lnTo>
                    <a:pt x="352" y="11"/>
                  </a:lnTo>
                  <a:lnTo>
                    <a:pt x="383" y="3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1" name="Freeform 406">
              <a:extLst>
                <a:ext uri="{FF2B5EF4-FFF2-40B4-BE49-F238E27FC236}">
                  <a16:creationId xmlns:a16="http://schemas.microsoft.com/office/drawing/2014/main" id="{1FC3833C-7DAD-4B1F-8BF0-B895E666D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875" y="3992563"/>
              <a:ext cx="384175" cy="131763"/>
            </a:xfrm>
            <a:custGeom>
              <a:avLst/>
              <a:gdLst>
                <a:gd name="T0" fmla="*/ 1354 w 2664"/>
                <a:gd name="T1" fmla="*/ 4 h 910"/>
                <a:gd name="T2" fmla="*/ 1390 w 2664"/>
                <a:gd name="T3" fmla="*/ 24 h 910"/>
                <a:gd name="T4" fmla="*/ 1412 w 2664"/>
                <a:gd name="T5" fmla="*/ 61 h 910"/>
                <a:gd name="T6" fmla="*/ 1414 w 2664"/>
                <a:gd name="T7" fmla="*/ 331 h 910"/>
                <a:gd name="T8" fmla="*/ 2603 w 2664"/>
                <a:gd name="T9" fmla="*/ 334 h 910"/>
                <a:gd name="T10" fmla="*/ 2639 w 2664"/>
                <a:gd name="T11" fmla="*/ 355 h 910"/>
                <a:gd name="T12" fmla="*/ 2661 w 2664"/>
                <a:gd name="T13" fmla="*/ 393 h 910"/>
                <a:gd name="T14" fmla="*/ 2664 w 2664"/>
                <a:gd name="T15" fmla="*/ 827 h 910"/>
                <a:gd name="T16" fmla="*/ 2653 w 2664"/>
                <a:gd name="T17" fmla="*/ 870 h 910"/>
                <a:gd name="T18" fmla="*/ 2623 w 2664"/>
                <a:gd name="T19" fmla="*/ 899 h 910"/>
                <a:gd name="T20" fmla="*/ 2581 w 2664"/>
                <a:gd name="T21" fmla="*/ 910 h 910"/>
                <a:gd name="T22" fmla="*/ 2539 w 2664"/>
                <a:gd name="T23" fmla="*/ 899 h 910"/>
                <a:gd name="T24" fmla="*/ 2508 w 2664"/>
                <a:gd name="T25" fmla="*/ 870 h 910"/>
                <a:gd name="T26" fmla="*/ 2498 w 2664"/>
                <a:gd name="T27" fmla="*/ 827 h 910"/>
                <a:gd name="T28" fmla="*/ 1414 w 2664"/>
                <a:gd name="T29" fmla="*/ 497 h 910"/>
                <a:gd name="T30" fmla="*/ 1412 w 2664"/>
                <a:gd name="T31" fmla="*/ 850 h 910"/>
                <a:gd name="T32" fmla="*/ 1390 w 2664"/>
                <a:gd name="T33" fmla="*/ 887 h 910"/>
                <a:gd name="T34" fmla="*/ 1354 w 2664"/>
                <a:gd name="T35" fmla="*/ 907 h 910"/>
                <a:gd name="T36" fmla="*/ 1310 w 2664"/>
                <a:gd name="T37" fmla="*/ 907 h 910"/>
                <a:gd name="T38" fmla="*/ 1273 w 2664"/>
                <a:gd name="T39" fmla="*/ 887 h 910"/>
                <a:gd name="T40" fmla="*/ 1251 w 2664"/>
                <a:gd name="T41" fmla="*/ 850 h 910"/>
                <a:gd name="T42" fmla="*/ 1248 w 2664"/>
                <a:gd name="T43" fmla="*/ 497 h 910"/>
                <a:gd name="T44" fmla="*/ 166 w 2664"/>
                <a:gd name="T45" fmla="*/ 827 h 910"/>
                <a:gd name="T46" fmla="*/ 155 w 2664"/>
                <a:gd name="T47" fmla="*/ 870 h 910"/>
                <a:gd name="T48" fmla="*/ 125 w 2664"/>
                <a:gd name="T49" fmla="*/ 899 h 910"/>
                <a:gd name="T50" fmla="*/ 83 w 2664"/>
                <a:gd name="T51" fmla="*/ 910 h 910"/>
                <a:gd name="T52" fmla="*/ 41 w 2664"/>
                <a:gd name="T53" fmla="*/ 899 h 910"/>
                <a:gd name="T54" fmla="*/ 10 w 2664"/>
                <a:gd name="T55" fmla="*/ 870 h 910"/>
                <a:gd name="T56" fmla="*/ 0 w 2664"/>
                <a:gd name="T57" fmla="*/ 827 h 910"/>
                <a:gd name="T58" fmla="*/ 2 w 2664"/>
                <a:gd name="T59" fmla="*/ 393 h 910"/>
                <a:gd name="T60" fmla="*/ 24 w 2664"/>
                <a:gd name="T61" fmla="*/ 355 h 910"/>
                <a:gd name="T62" fmla="*/ 61 w 2664"/>
                <a:gd name="T63" fmla="*/ 334 h 910"/>
                <a:gd name="T64" fmla="*/ 1248 w 2664"/>
                <a:gd name="T65" fmla="*/ 331 h 910"/>
                <a:gd name="T66" fmla="*/ 1251 w 2664"/>
                <a:gd name="T67" fmla="*/ 61 h 910"/>
                <a:gd name="T68" fmla="*/ 1273 w 2664"/>
                <a:gd name="T69" fmla="*/ 24 h 910"/>
                <a:gd name="T70" fmla="*/ 1310 w 2664"/>
                <a:gd name="T71" fmla="*/ 4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64" h="910">
                  <a:moveTo>
                    <a:pt x="1332" y="0"/>
                  </a:moveTo>
                  <a:lnTo>
                    <a:pt x="1354" y="4"/>
                  </a:lnTo>
                  <a:lnTo>
                    <a:pt x="1374" y="12"/>
                  </a:lnTo>
                  <a:lnTo>
                    <a:pt x="1390" y="24"/>
                  </a:lnTo>
                  <a:lnTo>
                    <a:pt x="1404" y="41"/>
                  </a:lnTo>
                  <a:lnTo>
                    <a:pt x="1412" y="61"/>
                  </a:lnTo>
                  <a:lnTo>
                    <a:pt x="1414" y="83"/>
                  </a:lnTo>
                  <a:lnTo>
                    <a:pt x="1414" y="331"/>
                  </a:lnTo>
                  <a:lnTo>
                    <a:pt x="2581" y="331"/>
                  </a:lnTo>
                  <a:lnTo>
                    <a:pt x="2603" y="334"/>
                  </a:lnTo>
                  <a:lnTo>
                    <a:pt x="2623" y="343"/>
                  </a:lnTo>
                  <a:lnTo>
                    <a:pt x="2639" y="355"/>
                  </a:lnTo>
                  <a:lnTo>
                    <a:pt x="2653" y="373"/>
                  </a:lnTo>
                  <a:lnTo>
                    <a:pt x="2661" y="393"/>
                  </a:lnTo>
                  <a:lnTo>
                    <a:pt x="2664" y="414"/>
                  </a:lnTo>
                  <a:lnTo>
                    <a:pt x="2664" y="827"/>
                  </a:lnTo>
                  <a:lnTo>
                    <a:pt x="2661" y="850"/>
                  </a:lnTo>
                  <a:lnTo>
                    <a:pt x="2653" y="870"/>
                  </a:lnTo>
                  <a:lnTo>
                    <a:pt x="2639" y="887"/>
                  </a:lnTo>
                  <a:lnTo>
                    <a:pt x="2623" y="899"/>
                  </a:lnTo>
                  <a:lnTo>
                    <a:pt x="2603" y="907"/>
                  </a:lnTo>
                  <a:lnTo>
                    <a:pt x="2581" y="910"/>
                  </a:lnTo>
                  <a:lnTo>
                    <a:pt x="2559" y="907"/>
                  </a:lnTo>
                  <a:lnTo>
                    <a:pt x="2539" y="899"/>
                  </a:lnTo>
                  <a:lnTo>
                    <a:pt x="2522" y="887"/>
                  </a:lnTo>
                  <a:lnTo>
                    <a:pt x="2508" y="870"/>
                  </a:lnTo>
                  <a:lnTo>
                    <a:pt x="2501" y="850"/>
                  </a:lnTo>
                  <a:lnTo>
                    <a:pt x="2498" y="827"/>
                  </a:lnTo>
                  <a:lnTo>
                    <a:pt x="2498" y="497"/>
                  </a:lnTo>
                  <a:lnTo>
                    <a:pt x="1414" y="497"/>
                  </a:lnTo>
                  <a:lnTo>
                    <a:pt x="1414" y="827"/>
                  </a:lnTo>
                  <a:lnTo>
                    <a:pt x="1412" y="850"/>
                  </a:lnTo>
                  <a:lnTo>
                    <a:pt x="1404" y="870"/>
                  </a:lnTo>
                  <a:lnTo>
                    <a:pt x="1390" y="887"/>
                  </a:lnTo>
                  <a:lnTo>
                    <a:pt x="1374" y="899"/>
                  </a:lnTo>
                  <a:lnTo>
                    <a:pt x="1354" y="907"/>
                  </a:lnTo>
                  <a:lnTo>
                    <a:pt x="1332" y="910"/>
                  </a:lnTo>
                  <a:lnTo>
                    <a:pt x="1310" y="907"/>
                  </a:lnTo>
                  <a:lnTo>
                    <a:pt x="1290" y="899"/>
                  </a:lnTo>
                  <a:lnTo>
                    <a:pt x="1273" y="887"/>
                  </a:lnTo>
                  <a:lnTo>
                    <a:pt x="1259" y="870"/>
                  </a:lnTo>
                  <a:lnTo>
                    <a:pt x="1251" y="850"/>
                  </a:lnTo>
                  <a:lnTo>
                    <a:pt x="1248" y="827"/>
                  </a:lnTo>
                  <a:lnTo>
                    <a:pt x="1248" y="497"/>
                  </a:lnTo>
                  <a:lnTo>
                    <a:pt x="166" y="497"/>
                  </a:lnTo>
                  <a:lnTo>
                    <a:pt x="166" y="827"/>
                  </a:lnTo>
                  <a:lnTo>
                    <a:pt x="163" y="850"/>
                  </a:lnTo>
                  <a:lnTo>
                    <a:pt x="155" y="870"/>
                  </a:lnTo>
                  <a:lnTo>
                    <a:pt x="141" y="887"/>
                  </a:lnTo>
                  <a:lnTo>
                    <a:pt x="125" y="899"/>
                  </a:lnTo>
                  <a:lnTo>
                    <a:pt x="105" y="907"/>
                  </a:lnTo>
                  <a:lnTo>
                    <a:pt x="83" y="910"/>
                  </a:lnTo>
                  <a:lnTo>
                    <a:pt x="61" y="907"/>
                  </a:lnTo>
                  <a:lnTo>
                    <a:pt x="41" y="899"/>
                  </a:lnTo>
                  <a:lnTo>
                    <a:pt x="24" y="887"/>
                  </a:lnTo>
                  <a:lnTo>
                    <a:pt x="10" y="870"/>
                  </a:lnTo>
                  <a:lnTo>
                    <a:pt x="2" y="850"/>
                  </a:lnTo>
                  <a:lnTo>
                    <a:pt x="0" y="827"/>
                  </a:lnTo>
                  <a:lnTo>
                    <a:pt x="0" y="414"/>
                  </a:lnTo>
                  <a:lnTo>
                    <a:pt x="2" y="393"/>
                  </a:lnTo>
                  <a:lnTo>
                    <a:pt x="10" y="373"/>
                  </a:lnTo>
                  <a:lnTo>
                    <a:pt x="24" y="355"/>
                  </a:lnTo>
                  <a:lnTo>
                    <a:pt x="41" y="343"/>
                  </a:lnTo>
                  <a:lnTo>
                    <a:pt x="61" y="334"/>
                  </a:lnTo>
                  <a:lnTo>
                    <a:pt x="83" y="331"/>
                  </a:lnTo>
                  <a:lnTo>
                    <a:pt x="1248" y="331"/>
                  </a:lnTo>
                  <a:lnTo>
                    <a:pt x="1248" y="83"/>
                  </a:lnTo>
                  <a:lnTo>
                    <a:pt x="1251" y="61"/>
                  </a:lnTo>
                  <a:lnTo>
                    <a:pt x="1259" y="41"/>
                  </a:lnTo>
                  <a:lnTo>
                    <a:pt x="1273" y="24"/>
                  </a:lnTo>
                  <a:lnTo>
                    <a:pt x="1290" y="12"/>
                  </a:lnTo>
                  <a:lnTo>
                    <a:pt x="1310" y="4"/>
                  </a:lnTo>
                  <a:lnTo>
                    <a:pt x="13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5E4C7F65-ED78-4873-B9EB-0C1E5F958729}"/>
              </a:ext>
            </a:extLst>
          </p:cNvPr>
          <p:cNvGrpSpPr/>
          <p:nvPr/>
        </p:nvGrpSpPr>
        <p:grpSpPr>
          <a:xfrm flipH="1">
            <a:off x="8499928" y="1653184"/>
            <a:ext cx="259155" cy="327753"/>
            <a:chOff x="11249025" y="3276601"/>
            <a:chExt cx="377825" cy="47783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3" name="Freeform 203">
              <a:extLst>
                <a:ext uri="{FF2B5EF4-FFF2-40B4-BE49-F238E27FC236}">
                  <a16:creationId xmlns:a16="http://schemas.microsoft.com/office/drawing/2014/main" id="{77D2CFBC-3C9C-412B-8B55-CFCC17163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9025" y="3332163"/>
              <a:ext cx="377825" cy="422275"/>
            </a:xfrm>
            <a:custGeom>
              <a:avLst/>
              <a:gdLst>
                <a:gd name="T0" fmla="*/ 154 w 2616"/>
                <a:gd name="T1" fmla="*/ 0 h 2924"/>
                <a:gd name="T2" fmla="*/ 770 w 2616"/>
                <a:gd name="T3" fmla="*/ 0 h 2924"/>
                <a:gd name="T4" fmla="*/ 770 w 2616"/>
                <a:gd name="T5" fmla="*/ 308 h 2924"/>
                <a:gd name="T6" fmla="*/ 308 w 2616"/>
                <a:gd name="T7" fmla="*/ 308 h 2924"/>
                <a:gd name="T8" fmla="*/ 308 w 2616"/>
                <a:gd name="T9" fmla="*/ 2616 h 2924"/>
                <a:gd name="T10" fmla="*/ 2309 w 2616"/>
                <a:gd name="T11" fmla="*/ 2616 h 2924"/>
                <a:gd name="T12" fmla="*/ 2309 w 2616"/>
                <a:gd name="T13" fmla="*/ 308 h 2924"/>
                <a:gd name="T14" fmla="*/ 1847 w 2616"/>
                <a:gd name="T15" fmla="*/ 308 h 2924"/>
                <a:gd name="T16" fmla="*/ 1847 w 2616"/>
                <a:gd name="T17" fmla="*/ 0 h 2924"/>
                <a:gd name="T18" fmla="*/ 2462 w 2616"/>
                <a:gd name="T19" fmla="*/ 0 h 2924"/>
                <a:gd name="T20" fmla="*/ 2493 w 2616"/>
                <a:gd name="T21" fmla="*/ 3 h 2924"/>
                <a:gd name="T22" fmla="*/ 2522 w 2616"/>
                <a:gd name="T23" fmla="*/ 12 h 2924"/>
                <a:gd name="T24" fmla="*/ 2548 w 2616"/>
                <a:gd name="T25" fmla="*/ 26 h 2924"/>
                <a:gd name="T26" fmla="*/ 2571 w 2616"/>
                <a:gd name="T27" fmla="*/ 45 h 2924"/>
                <a:gd name="T28" fmla="*/ 2590 w 2616"/>
                <a:gd name="T29" fmla="*/ 68 h 2924"/>
                <a:gd name="T30" fmla="*/ 2605 w 2616"/>
                <a:gd name="T31" fmla="*/ 94 h 2924"/>
                <a:gd name="T32" fmla="*/ 2613 w 2616"/>
                <a:gd name="T33" fmla="*/ 123 h 2924"/>
                <a:gd name="T34" fmla="*/ 2616 w 2616"/>
                <a:gd name="T35" fmla="*/ 154 h 2924"/>
                <a:gd name="T36" fmla="*/ 2616 w 2616"/>
                <a:gd name="T37" fmla="*/ 2770 h 2924"/>
                <a:gd name="T38" fmla="*/ 2613 w 2616"/>
                <a:gd name="T39" fmla="*/ 2801 h 2924"/>
                <a:gd name="T40" fmla="*/ 2605 w 2616"/>
                <a:gd name="T41" fmla="*/ 2830 h 2924"/>
                <a:gd name="T42" fmla="*/ 2590 w 2616"/>
                <a:gd name="T43" fmla="*/ 2856 h 2924"/>
                <a:gd name="T44" fmla="*/ 2571 w 2616"/>
                <a:gd name="T45" fmla="*/ 2879 h 2924"/>
                <a:gd name="T46" fmla="*/ 2548 w 2616"/>
                <a:gd name="T47" fmla="*/ 2898 h 2924"/>
                <a:gd name="T48" fmla="*/ 2522 w 2616"/>
                <a:gd name="T49" fmla="*/ 2912 h 2924"/>
                <a:gd name="T50" fmla="*/ 2493 w 2616"/>
                <a:gd name="T51" fmla="*/ 2920 h 2924"/>
                <a:gd name="T52" fmla="*/ 2462 w 2616"/>
                <a:gd name="T53" fmla="*/ 2924 h 2924"/>
                <a:gd name="T54" fmla="*/ 154 w 2616"/>
                <a:gd name="T55" fmla="*/ 2924 h 2924"/>
                <a:gd name="T56" fmla="*/ 123 w 2616"/>
                <a:gd name="T57" fmla="*/ 2920 h 2924"/>
                <a:gd name="T58" fmla="*/ 94 w 2616"/>
                <a:gd name="T59" fmla="*/ 2912 h 2924"/>
                <a:gd name="T60" fmla="*/ 68 w 2616"/>
                <a:gd name="T61" fmla="*/ 2898 h 2924"/>
                <a:gd name="T62" fmla="*/ 45 w 2616"/>
                <a:gd name="T63" fmla="*/ 2879 h 2924"/>
                <a:gd name="T64" fmla="*/ 26 w 2616"/>
                <a:gd name="T65" fmla="*/ 2856 h 2924"/>
                <a:gd name="T66" fmla="*/ 11 w 2616"/>
                <a:gd name="T67" fmla="*/ 2830 h 2924"/>
                <a:gd name="T68" fmla="*/ 3 w 2616"/>
                <a:gd name="T69" fmla="*/ 2801 h 2924"/>
                <a:gd name="T70" fmla="*/ 0 w 2616"/>
                <a:gd name="T71" fmla="*/ 2770 h 2924"/>
                <a:gd name="T72" fmla="*/ 0 w 2616"/>
                <a:gd name="T73" fmla="*/ 154 h 2924"/>
                <a:gd name="T74" fmla="*/ 3 w 2616"/>
                <a:gd name="T75" fmla="*/ 123 h 2924"/>
                <a:gd name="T76" fmla="*/ 11 w 2616"/>
                <a:gd name="T77" fmla="*/ 94 h 2924"/>
                <a:gd name="T78" fmla="*/ 26 w 2616"/>
                <a:gd name="T79" fmla="*/ 68 h 2924"/>
                <a:gd name="T80" fmla="*/ 45 w 2616"/>
                <a:gd name="T81" fmla="*/ 45 h 2924"/>
                <a:gd name="T82" fmla="*/ 68 w 2616"/>
                <a:gd name="T83" fmla="*/ 26 h 2924"/>
                <a:gd name="T84" fmla="*/ 94 w 2616"/>
                <a:gd name="T85" fmla="*/ 12 h 2924"/>
                <a:gd name="T86" fmla="*/ 123 w 2616"/>
                <a:gd name="T87" fmla="*/ 3 h 2924"/>
                <a:gd name="T88" fmla="*/ 154 w 2616"/>
                <a:gd name="T89" fmla="*/ 0 h 2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616" h="2924">
                  <a:moveTo>
                    <a:pt x="154" y="0"/>
                  </a:moveTo>
                  <a:lnTo>
                    <a:pt x="770" y="0"/>
                  </a:lnTo>
                  <a:lnTo>
                    <a:pt x="770" y="308"/>
                  </a:lnTo>
                  <a:lnTo>
                    <a:pt x="308" y="308"/>
                  </a:lnTo>
                  <a:lnTo>
                    <a:pt x="308" y="2616"/>
                  </a:lnTo>
                  <a:lnTo>
                    <a:pt x="2309" y="2616"/>
                  </a:lnTo>
                  <a:lnTo>
                    <a:pt x="2309" y="308"/>
                  </a:lnTo>
                  <a:lnTo>
                    <a:pt x="1847" y="308"/>
                  </a:lnTo>
                  <a:lnTo>
                    <a:pt x="1847" y="0"/>
                  </a:lnTo>
                  <a:lnTo>
                    <a:pt x="2462" y="0"/>
                  </a:lnTo>
                  <a:lnTo>
                    <a:pt x="2493" y="3"/>
                  </a:lnTo>
                  <a:lnTo>
                    <a:pt x="2522" y="12"/>
                  </a:lnTo>
                  <a:lnTo>
                    <a:pt x="2548" y="26"/>
                  </a:lnTo>
                  <a:lnTo>
                    <a:pt x="2571" y="45"/>
                  </a:lnTo>
                  <a:lnTo>
                    <a:pt x="2590" y="68"/>
                  </a:lnTo>
                  <a:lnTo>
                    <a:pt x="2605" y="94"/>
                  </a:lnTo>
                  <a:lnTo>
                    <a:pt x="2613" y="123"/>
                  </a:lnTo>
                  <a:lnTo>
                    <a:pt x="2616" y="154"/>
                  </a:lnTo>
                  <a:lnTo>
                    <a:pt x="2616" y="2770"/>
                  </a:lnTo>
                  <a:lnTo>
                    <a:pt x="2613" y="2801"/>
                  </a:lnTo>
                  <a:lnTo>
                    <a:pt x="2605" y="2830"/>
                  </a:lnTo>
                  <a:lnTo>
                    <a:pt x="2590" y="2856"/>
                  </a:lnTo>
                  <a:lnTo>
                    <a:pt x="2571" y="2879"/>
                  </a:lnTo>
                  <a:lnTo>
                    <a:pt x="2548" y="2898"/>
                  </a:lnTo>
                  <a:lnTo>
                    <a:pt x="2522" y="2912"/>
                  </a:lnTo>
                  <a:lnTo>
                    <a:pt x="2493" y="2920"/>
                  </a:lnTo>
                  <a:lnTo>
                    <a:pt x="2462" y="2924"/>
                  </a:lnTo>
                  <a:lnTo>
                    <a:pt x="154" y="2924"/>
                  </a:lnTo>
                  <a:lnTo>
                    <a:pt x="123" y="2920"/>
                  </a:lnTo>
                  <a:lnTo>
                    <a:pt x="94" y="2912"/>
                  </a:lnTo>
                  <a:lnTo>
                    <a:pt x="68" y="2898"/>
                  </a:lnTo>
                  <a:lnTo>
                    <a:pt x="45" y="2879"/>
                  </a:lnTo>
                  <a:lnTo>
                    <a:pt x="26" y="2856"/>
                  </a:lnTo>
                  <a:lnTo>
                    <a:pt x="11" y="2830"/>
                  </a:lnTo>
                  <a:lnTo>
                    <a:pt x="3" y="2801"/>
                  </a:lnTo>
                  <a:lnTo>
                    <a:pt x="0" y="2770"/>
                  </a:lnTo>
                  <a:lnTo>
                    <a:pt x="0" y="154"/>
                  </a:lnTo>
                  <a:lnTo>
                    <a:pt x="3" y="123"/>
                  </a:lnTo>
                  <a:lnTo>
                    <a:pt x="11" y="94"/>
                  </a:lnTo>
                  <a:lnTo>
                    <a:pt x="26" y="68"/>
                  </a:lnTo>
                  <a:lnTo>
                    <a:pt x="45" y="45"/>
                  </a:lnTo>
                  <a:lnTo>
                    <a:pt x="68" y="26"/>
                  </a:lnTo>
                  <a:lnTo>
                    <a:pt x="94" y="12"/>
                  </a:lnTo>
                  <a:lnTo>
                    <a:pt x="123" y="3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4" name="Freeform 204">
              <a:extLst>
                <a:ext uri="{FF2B5EF4-FFF2-40B4-BE49-F238E27FC236}">
                  <a16:creationId xmlns:a16="http://schemas.microsoft.com/office/drawing/2014/main" id="{D1DFAC84-39E3-4D55-AF72-8A45BFBB3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82375" y="3276601"/>
              <a:ext cx="111125" cy="155575"/>
            </a:xfrm>
            <a:custGeom>
              <a:avLst/>
              <a:gdLst>
                <a:gd name="T0" fmla="*/ 154 w 769"/>
                <a:gd name="T1" fmla="*/ 877 h 1078"/>
                <a:gd name="T2" fmla="*/ 198 w 769"/>
                <a:gd name="T3" fmla="*/ 895 h 1078"/>
                <a:gd name="T4" fmla="*/ 262 w 769"/>
                <a:gd name="T5" fmla="*/ 911 h 1078"/>
                <a:gd name="T6" fmla="*/ 340 w 769"/>
                <a:gd name="T7" fmla="*/ 922 h 1078"/>
                <a:gd name="T8" fmla="*/ 429 w 769"/>
                <a:gd name="T9" fmla="*/ 922 h 1078"/>
                <a:gd name="T10" fmla="*/ 507 w 769"/>
                <a:gd name="T11" fmla="*/ 911 h 1078"/>
                <a:gd name="T12" fmla="*/ 570 w 769"/>
                <a:gd name="T13" fmla="*/ 895 h 1078"/>
                <a:gd name="T14" fmla="*/ 615 w 769"/>
                <a:gd name="T15" fmla="*/ 877 h 1078"/>
                <a:gd name="T16" fmla="*/ 154 w 769"/>
                <a:gd name="T17" fmla="*/ 154 h 1078"/>
                <a:gd name="T18" fmla="*/ 692 w 769"/>
                <a:gd name="T19" fmla="*/ 0 h 1078"/>
                <a:gd name="T20" fmla="*/ 731 w 769"/>
                <a:gd name="T21" fmla="*/ 11 h 1078"/>
                <a:gd name="T22" fmla="*/ 759 w 769"/>
                <a:gd name="T23" fmla="*/ 38 h 1078"/>
                <a:gd name="T24" fmla="*/ 769 w 769"/>
                <a:gd name="T25" fmla="*/ 77 h 1078"/>
                <a:gd name="T26" fmla="*/ 766 w 769"/>
                <a:gd name="T27" fmla="*/ 943 h 1078"/>
                <a:gd name="T28" fmla="*/ 750 w 769"/>
                <a:gd name="T29" fmla="*/ 975 h 1078"/>
                <a:gd name="T30" fmla="*/ 731 w 769"/>
                <a:gd name="T31" fmla="*/ 989 h 1078"/>
                <a:gd name="T32" fmla="*/ 711 w 769"/>
                <a:gd name="T33" fmla="*/ 1001 h 1078"/>
                <a:gd name="T34" fmla="*/ 675 w 769"/>
                <a:gd name="T35" fmla="*/ 1019 h 1078"/>
                <a:gd name="T36" fmla="*/ 623 w 769"/>
                <a:gd name="T37" fmla="*/ 1039 h 1078"/>
                <a:gd name="T38" fmla="*/ 556 w 769"/>
                <a:gd name="T39" fmla="*/ 1058 h 1078"/>
                <a:gd name="T40" fmla="*/ 477 w 769"/>
                <a:gd name="T41" fmla="*/ 1072 h 1078"/>
                <a:gd name="T42" fmla="*/ 385 w 769"/>
                <a:gd name="T43" fmla="*/ 1078 h 1078"/>
                <a:gd name="T44" fmla="*/ 292 w 769"/>
                <a:gd name="T45" fmla="*/ 1072 h 1078"/>
                <a:gd name="T46" fmla="*/ 212 w 769"/>
                <a:gd name="T47" fmla="*/ 1058 h 1078"/>
                <a:gd name="T48" fmla="*/ 145 w 769"/>
                <a:gd name="T49" fmla="*/ 1039 h 1078"/>
                <a:gd name="T50" fmla="*/ 93 w 769"/>
                <a:gd name="T51" fmla="*/ 1019 h 1078"/>
                <a:gd name="T52" fmla="*/ 57 w 769"/>
                <a:gd name="T53" fmla="*/ 1001 h 1078"/>
                <a:gd name="T54" fmla="*/ 37 w 769"/>
                <a:gd name="T55" fmla="*/ 989 h 1078"/>
                <a:gd name="T56" fmla="*/ 19 w 769"/>
                <a:gd name="T57" fmla="*/ 975 h 1078"/>
                <a:gd name="T58" fmla="*/ 2 w 769"/>
                <a:gd name="T59" fmla="*/ 943 h 1078"/>
                <a:gd name="T60" fmla="*/ 0 w 769"/>
                <a:gd name="T61" fmla="*/ 77 h 1078"/>
                <a:gd name="T62" fmla="*/ 10 w 769"/>
                <a:gd name="T63" fmla="*/ 38 h 1078"/>
                <a:gd name="T64" fmla="*/ 37 w 769"/>
                <a:gd name="T65" fmla="*/ 11 h 1078"/>
                <a:gd name="T66" fmla="*/ 77 w 769"/>
                <a:gd name="T67" fmla="*/ 0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69" h="1078">
                  <a:moveTo>
                    <a:pt x="154" y="154"/>
                  </a:moveTo>
                  <a:lnTo>
                    <a:pt x="154" y="877"/>
                  </a:lnTo>
                  <a:lnTo>
                    <a:pt x="173" y="885"/>
                  </a:lnTo>
                  <a:lnTo>
                    <a:pt x="198" y="895"/>
                  </a:lnTo>
                  <a:lnTo>
                    <a:pt x="229" y="903"/>
                  </a:lnTo>
                  <a:lnTo>
                    <a:pt x="262" y="911"/>
                  </a:lnTo>
                  <a:lnTo>
                    <a:pt x="299" y="918"/>
                  </a:lnTo>
                  <a:lnTo>
                    <a:pt x="340" y="922"/>
                  </a:lnTo>
                  <a:lnTo>
                    <a:pt x="385" y="924"/>
                  </a:lnTo>
                  <a:lnTo>
                    <a:pt x="429" y="922"/>
                  </a:lnTo>
                  <a:lnTo>
                    <a:pt x="470" y="918"/>
                  </a:lnTo>
                  <a:lnTo>
                    <a:pt x="507" y="911"/>
                  </a:lnTo>
                  <a:lnTo>
                    <a:pt x="541" y="903"/>
                  </a:lnTo>
                  <a:lnTo>
                    <a:pt x="570" y="895"/>
                  </a:lnTo>
                  <a:lnTo>
                    <a:pt x="595" y="885"/>
                  </a:lnTo>
                  <a:lnTo>
                    <a:pt x="615" y="877"/>
                  </a:lnTo>
                  <a:lnTo>
                    <a:pt x="615" y="154"/>
                  </a:lnTo>
                  <a:lnTo>
                    <a:pt x="154" y="154"/>
                  </a:lnTo>
                  <a:close/>
                  <a:moveTo>
                    <a:pt x="77" y="0"/>
                  </a:moveTo>
                  <a:lnTo>
                    <a:pt x="692" y="0"/>
                  </a:lnTo>
                  <a:lnTo>
                    <a:pt x="712" y="2"/>
                  </a:lnTo>
                  <a:lnTo>
                    <a:pt x="731" y="11"/>
                  </a:lnTo>
                  <a:lnTo>
                    <a:pt x="747" y="22"/>
                  </a:lnTo>
                  <a:lnTo>
                    <a:pt x="759" y="38"/>
                  </a:lnTo>
                  <a:lnTo>
                    <a:pt x="766" y="57"/>
                  </a:lnTo>
                  <a:lnTo>
                    <a:pt x="769" y="77"/>
                  </a:lnTo>
                  <a:lnTo>
                    <a:pt x="769" y="924"/>
                  </a:lnTo>
                  <a:lnTo>
                    <a:pt x="766" y="943"/>
                  </a:lnTo>
                  <a:lnTo>
                    <a:pt x="760" y="960"/>
                  </a:lnTo>
                  <a:lnTo>
                    <a:pt x="750" y="975"/>
                  </a:lnTo>
                  <a:lnTo>
                    <a:pt x="735" y="987"/>
                  </a:lnTo>
                  <a:lnTo>
                    <a:pt x="731" y="989"/>
                  </a:lnTo>
                  <a:lnTo>
                    <a:pt x="724" y="995"/>
                  </a:lnTo>
                  <a:lnTo>
                    <a:pt x="711" y="1001"/>
                  </a:lnTo>
                  <a:lnTo>
                    <a:pt x="695" y="1009"/>
                  </a:lnTo>
                  <a:lnTo>
                    <a:pt x="675" y="1019"/>
                  </a:lnTo>
                  <a:lnTo>
                    <a:pt x="651" y="1029"/>
                  </a:lnTo>
                  <a:lnTo>
                    <a:pt x="623" y="1039"/>
                  </a:lnTo>
                  <a:lnTo>
                    <a:pt x="592" y="1049"/>
                  </a:lnTo>
                  <a:lnTo>
                    <a:pt x="556" y="1058"/>
                  </a:lnTo>
                  <a:lnTo>
                    <a:pt x="519" y="1065"/>
                  </a:lnTo>
                  <a:lnTo>
                    <a:pt x="477" y="1072"/>
                  </a:lnTo>
                  <a:lnTo>
                    <a:pt x="432" y="1076"/>
                  </a:lnTo>
                  <a:lnTo>
                    <a:pt x="385" y="1078"/>
                  </a:lnTo>
                  <a:lnTo>
                    <a:pt x="337" y="1076"/>
                  </a:lnTo>
                  <a:lnTo>
                    <a:pt x="292" y="1072"/>
                  </a:lnTo>
                  <a:lnTo>
                    <a:pt x="250" y="1065"/>
                  </a:lnTo>
                  <a:lnTo>
                    <a:pt x="212" y="1058"/>
                  </a:lnTo>
                  <a:lnTo>
                    <a:pt x="177" y="1049"/>
                  </a:lnTo>
                  <a:lnTo>
                    <a:pt x="145" y="1039"/>
                  </a:lnTo>
                  <a:lnTo>
                    <a:pt x="117" y="1029"/>
                  </a:lnTo>
                  <a:lnTo>
                    <a:pt x="93" y="1019"/>
                  </a:lnTo>
                  <a:lnTo>
                    <a:pt x="74" y="1009"/>
                  </a:lnTo>
                  <a:lnTo>
                    <a:pt x="57" y="1001"/>
                  </a:lnTo>
                  <a:lnTo>
                    <a:pt x="45" y="995"/>
                  </a:lnTo>
                  <a:lnTo>
                    <a:pt x="37" y="989"/>
                  </a:lnTo>
                  <a:lnTo>
                    <a:pt x="34" y="987"/>
                  </a:lnTo>
                  <a:lnTo>
                    <a:pt x="19" y="975"/>
                  </a:lnTo>
                  <a:lnTo>
                    <a:pt x="8" y="960"/>
                  </a:lnTo>
                  <a:lnTo>
                    <a:pt x="2" y="943"/>
                  </a:lnTo>
                  <a:lnTo>
                    <a:pt x="0" y="924"/>
                  </a:lnTo>
                  <a:lnTo>
                    <a:pt x="0" y="77"/>
                  </a:lnTo>
                  <a:lnTo>
                    <a:pt x="2" y="57"/>
                  </a:lnTo>
                  <a:lnTo>
                    <a:pt x="10" y="38"/>
                  </a:lnTo>
                  <a:lnTo>
                    <a:pt x="22" y="22"/>
                  </a:lnTo>
                  <a:lnTo>
                    <a:pt x="37" y="11"/>
                  </a:lnTo>
                  <a:lnTo>
                    <a:pt x="56" y="2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5" name="Freeform 205">
              <a:extLst>
                <a:ext uri="{FF2B5EF4-FFF2-40B4-BE49-F238E27FC236}">
                  <a16:creationId xmlns:a16="http://schemas.microsoft.com/office/drawing/2014/main" id="{CC2DF903-EECF-4C03-B6AC-FF3E6BFAF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3163" y="3478213"/>
              <a:ext cx="209550" cy="212725"/>
            </a:xfrm>
            <a:custGeom>
              <a:avLst/>
              <a:gdLst>
                <a:gd name="T0" fmla="*/ 852 w 1444"/>
                <a:gd name="T1" fmla="*/ 23 h 1476"/>
                <a:gd name="T2" fmla="*/ 991 w 1444"/>
                <a:gd name="T3" fmla="*/ 113 h 1476"/>
                <a:gd name="T4" fmla="*/ 1071 w 1444"/>
                <a:gd name="T5" fmla="*/ 256 h 1476"/>
                <a:gd name="T6" fmla="*/ 1085 w 1444"/>
                <a:gd name="T7" fmla="*/ 429 h 1476"/>
                <a:gd name="T8" fmla="*/ 1105 w 1444"/>
                <a:gd name="T9" fmla="*/ 465 h 1476"/>
                <a:gd name="T10" fmla="*/ 1104 w 1444"/>
                <a:gd name="T11" fmla="*/ 551 h 1476"/>
                <a:gd name="T12" fmla="*/ 1055 w 1444"/>
                <a:gd name="T13" fmla="*/ 627 h 1476"/>
                <a:gd name="T14" fmla="*/ 1011 w 1444"/>
                <a:gd name="T15" fmla="*/ 659 h 1476"/>
                <a:gd name="T16" fmla="*/ 1002 w 1444"/>
                <a:gd name="T17" fmla="*/ 686 h 1476"/>
                <a:gd name="T18" fmla="*/ 973 w 1444"/>
                <a:gd name="T19" fmla="*/ 769 h 1476"/>
                <a:gd name="T20" fmla="*/ 915 w 1444"/>
                <a:gd name="T21" fmla="*/ 854 h 1476"/>
                <a:gd name="T22" fmla="*/ 920 w 1444"/>
                <a:gd name="T23" fmla="*/ 962 h 1476"/>
                <a:gd name="T24" fmla="*/ 968 w 1444"/>
                <a:gd name="T25" fmla="*/ 1027 h 1476"/>
                <a:gd name="T26" fmla="*/ 1041 w 1444"/>
                <a:gd name="T27" fmla="*/ 1063 h 1476"/>
                <a:gd name="T28" fmla="*/ 1121 w 1444"/>
                <a:gd name="T29" fmla="*/ 1089 h 1476"/>
                <a:gd name="T30" fmla="*/ 1237 w 1444"/>
                <a:gd name="T31" fmla="*/ 1123 h 1476"/>
                <a:gd name="T32" fmla="*/ 1336 w 1444"/>
                <a:gd name="T33" fmla="*/ 1164 h 1476"/>
                <a:gd name="T34" fmla="*/ 1408 w 1444"/>
                <a:gd name="T35" fmla="*/ 1229 h 1476"/>
                <a:gd name="T36" fmla="*/ 1443 w 1444"/>
                <a:gd name="T37" fmla="*/ 1342 h 1476"/>
                <a:gd name="T38" fmla="*/ 1413 w 1444"/>
                <a:gd name="T39" fmla="*/ 1408 h 1476"/>
                <a:gd name="T40" fmla="*/ 1279 w 1444"/>
                <a:gd name="T41" fmla="*/ 1443 h 1476"/>
                <a:gd name="T42" fmla="*/ 1050 w 1444"/>
                <a:gd name="T43" fmla="*/ 1466 h 1476"/>
                <a:gd name="T44" fmla="*/ 774 w 1444"/>
                <a:gd name="T45" fmla="*/ 1160 h 1476"/>
                <a:gd name="T46" fmla="*/ 797 w 1444"/>
                <a:gd name="T47" fmla="*/ 1102 h 1476"/>
                <a:gd name="T48" fmla="*/ 711 w 1444"/>
                <a:gd name="T49" fmla="*/ 1033 h 1476"/>
                <a:gd name="T50" fmla="*/ 646 w 1444"/>
                <a:gd name="T51" fmla="*/ 1120 h 1476"/>
                <a:gd name="T52" fmla="*/ 465 w 1444"/>
                <a:gd name="T53" fmla="*/ 1471 h 1476"/>
                <a:gd name="T54" fmla="*/ 214 w 1444"/>
                <a:gd name="T55" fmla="*/ 1450 h 1476"/>
                <a:gd name="T56" fmla="*/ 55 w 1444"/>
                <a:gd name="T57" fmla="*/ 1418 h 1476"/>
                <a:gd name="T58" fmla="*/ 0 w 1444"/>
                <a:gd name="T59" fmla="*/ 1379 h 1476"/>
                <a:gd name="T60" fmla="*/ 23 w 1444"/>
                <a:gd name="T61" fmla="*/ 1252 h 1476"/>
                <a:gd name="T62" fmla="*/ 87 w 1444"/>
                <a:gd name="T63" fmla="*/ 1177 h 1476"/>
                <a:gd name="T64" fmla="*/ 181 w 1444"/>
                <a:gd name="T65" fmla="*/ 1133 h 1476"/>
                <a:gd name="T66" fmla="*/ 293 w 1444"/>
                <a:gd name="T67" fmla="*/ 1098 h 1476"/>
                <a:gd name="T68" fmla="*/ 382 w 1444"/>
                <a:gd name="T69" fmla="*/ 1069 h 1476"/>
                <a:gd name="T70" fmla="*/ 459 w 1444"/>
                <a:gd name="T71" fmla="*/ 1037 h 1476"/>
                <a:gd name="T72" fmla="*/ 515 w 1444"/>
                <a:gd name="T73" fmla="*/ 982 h 1476"/>
                <a:gd name="T74" fmla="*/ 533 w 1444"/>
                <a:gd name="T75" fmla="*/ 886 h 1476"/>
                <a:gd name="T76" fmla="*/ 482 w 1444"/>
                <a:gd name="T77" fmla="*/ 791 h 1476"/>
                <a:gd name="T78" fmla="*/ 447 w 1444"/>
                <a:gd name="T79" fmla="*/ 703 h 1476"/>
                <a:gd name="T80" fmla="*/ 435 w 1444"/>
                <a:gd name="T81" fmla="*/ 661 h 1476"/>
                <a:gd name="T82" fmla="*/ 403 w 1444"/>
                <a:gd name="T83" fmla="*/ 640 h 1476"/>
                <a:gd name="T84" fmla="*/ 348 w 1444"/>
                <a:gd name="T85" fmla="*/ 574 h 1476"/>
                <a:gd name="T86" fmla="*/ 335 w 1444"/>
                <a:gd name="T87" fmla="*/ 483 h 1476"/>
                <a:gd name="T88" fmla="*/ 356 w 1444"/>
                <a:gd name="T89" fmla="*/ 434 h 1476"/>
                <a:gd name="T90" fmla="*/ 364 w 1444"/>
                <a:gd name="T91" fmla="*/ 297 h 1476"/>
                <a:gd name="T92" fmla="*/ 426 w 1444"/>
                <a:gd name="T93" fmla="*/ 145 h 1476"/>
                <a:gd name="T94" fmla="*/ 553 w 1444"/>
                <a:gd name="T95" fmla="*/ 40 h 1476"/>
                <a:gd name="T96" fmla="*/ 722 w 1444"/>
                <a:gd name="T97" fmla="*/ 0 h 1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44" h="1476">
                  <a:moveTo>
                    <a:pt x="722" y="0"/>
                  </a:moveTo>
                  <a:lnTo>
                    <a:pt x="767" y="2"/>
                  </a:lnTo>
                  <a:lnTo>
                    <a:pt x="810" y="10"/>
                  </a:lnTo>
                  <a:lnTo>
                    <a:pt x="852" y="23"/>
                  </a:lnTo>
                  <a:lnTo>
                    <a:pt x="891" y="40"/>
                  </a:lnTo>
                  <a:lnTo>
                    <a:pt x="927" y="60"/>
                  </a:lnTo>
                  <a:lnTo>
                    <a:pt x="961" y="85"/>
                  </a:lnTo>
                  <a:lnTo>
                    <a:pt x="991" y="113"/>
                  </a:lnTo>
                  <a:lnTo>
                    <a:pt x="1017" y="145"/>
                  </a:lnTo>
                  <a:lnTo>
                    <a:pt x="1040" y="180"/>
                  </a:lnTo>
                  <a:lnTo>
                    <a:pt x="1059" y="216"/>
                  </a:lnTo>
                  <a:lnTo>
                    <a:pt x="1071" y="256"/>
                  </a:lnTo>
                  <a:lnTo>
                    <a:pt x="1079" y="297"/>
                  </a:lnTo>
                  <a:lnTo>
                    <a:pt x="1082" y="341"/>
                  </a:lnTo>
                  <a:lnTo>
                    <a:pt x="1082" y="427"/>
                  </a:lnTo>
                  <a:lnTo>
                    <a:pt x="1085" y="429"/>
                  </a:lnTo>
                  <a:lnTo>
                    <a:pt x="1088" y="434"/>
                  </a:lnTo>
                  <a:lnTo>
                    <a:pt x="1094" y="441"/>
                  </a:lnTo>
                  <a:lnTo>
                    <a:pt x="1099" y="451"/>
                  </a:lnTo>
                  <a:lnTo>
                    <a:pt x="1105" y="465"/>
                  </a:lnTo>
                  <a:lnTo>
                    <a:pt x="1110" y="483"/>
                  </a:lnTo>
                  <a:lnTo>
                    <a:pt x="1112" y="502"/>
                  </a:lnTo>
                  <a:lnTo>
                    <a:pt x="1111" y="526"/>
                  </a:lnTo>
                  <a:lnTo>
                    <a:pt x="1104" y="551"/>
                  </a:lnTo>
                  <a:lnTo>
                    <a:pt x="1096" y="574"/>
                  </a:lnTo>
                  <a:lnTo>
                    <a:pt x="1084" y="595"/>
                  </a:lnTo>
                  <a:lnTo>
                    <a:pt x="1070" y="612"/>
                  </a:lnTo>
                  <a:lnTo>
                    <a:pt x="1055" y="627"/>
                  </a:lnTo>
                  <a:lnTo>
                    <a:pt x="1041" y="640"/>
                  </a:lnTo>
                  <a:lnTo>
                    <a:pt x="1027" y="649"/>
                  </a:lnTo>
                  <a:lnTo>
                    <a:pt x="1017" y="655"/>
                  </a:lnTo>
                  <a:lnTo>
                    <a:pt x="1011" y="659"/>
                  </a:lnTo>
                  <a:lnTo>
                    <a:pt x="1008" y="661"/>
                  </a:lnTo>
                  <a:lnTo>
                    <a:pt x="1007" y="665"/>
                  </a:lnTo>
                  <a:lnTo>
                    <a:pt x="1005" y="673"/>
                  </a:lnTo>
                  <a:lnTo>
                    <a:pt x="1002" y="686"/>
                  </a:lnTo>
                  <a:lnTo>
                    <a:pt x="997" y="703"/>
                  </a:lnTo>
                  <a:lnTo>
                    <a:pt x="991" y="723"/>
                  </a:lnTo>
                  <a:lnTo>
                    <a:pt x="983" y="746"/>
                  </a:lnTo>
                  <a:lnTo>
                    <a:pt x="973" y="769"/>
                  </a:lnTo>
                  <a:lnTo>
                    <a:pt x="962" y="791"/>
                  </a:lnTo>
                  <a:lnTo>
                    <a:pt x="948" y="814"/>
                  </a:lnTo>
                  <a:lnTo>
                    <a:pt x="933" y="835"/>
                  </a:lnTo>
                  <a:lnTo>
                    <a:pt x="915" y="854"/>
                  </a:lnTo>
                  <a:lnTo>
                    <a:pt x="911" y="886"/>
                  </a:lnTo>
                  <a:lnTo>
                    <a:pt x="911" y="915"/>
                  </a:lnTo>
                  <a:lnTo>
                    <a:pt x="914" y="940"/>
                  </a:lnTo>
                  <a:lnTo>
                    <a:pt x="920" y="962"/>
                  </a:lnTo>
                  <a:lnTo>
                    <a:pt x="930" y="982"/>
                  </a:lnTo>
                  <a:lnTo>
                    <a:pt x="940" y="998"/>
                  </a:lnTo>
                  <a:lnTo>
                    <a:pt x="953" y="1013"/>
                  </a:lnTo>
                  <a:lnTo>
                    <a:pt x="968" y="1027"/>
                  </a:lnTo>
                  <a:lnTo>
                    <a:pt x="985" y="1037"/>
                  </a:lnTo>
                  <a:lnTo>
                    <a:pt x="1002" y="1047"/>
                  </a:lnTo>
                  <a:lnTo>
                    <a:pt x="1021" y="1056"/>
                  </a:lnTo>
                  <a:lnTo>
                    <a:pt x="1041" y="1063"/>
                  </a:lnTo>
                  <a:lnTo>
                    <a:pt x="1061" y="1069"/>
                  </a:lnTo>
                  <a:lnTo>
                    <a:pt x="1081" y="1075"/>
                  </a:lnTo>
                  <a:lnTo>
                    <a:pt x="1101" y="1082"/>
                  </a:lnTo>
                  <a:lnTo>
                    <a:pt x="1121" y="1089"/>
                  </a:lnTo>
                  <a:lnTo>
                    <a:pt x="1151" y="1098"/>
                  </a:lnTo>
                  <a:lnTo>
                    <a:pt x="1180" y="1107"/>
                  </a:lnTo>
                  <a:lnTo>
                    <a:pt x="1209" y="1115"/>
                  </a:lnTo>
                  <a:lnTo>
                    <a:pt x="1237" y="1123"/>
                  </a:lnTo>
                  <a:lnTo>
                    <a:pt x="1263" y="1133"/>
                  </a:lnTo>
                  <a:lnTo>
                    <a:pt x="1289" y="1142"/>
                  </a:lnTo>
                  <a:lnTo>
                    <a:pt x="1313" y="1152"/>
                  </a:lnTo>
                  <a:lnTo>
                    <a:pt x="1336" y="1164"/>
                  </a:lnTo>
                  <a:lnTo>
                    <a:pt x="1357" y="1177"/>
                  </a:lnTo>
                  <a:lnTo>
                    <a:pt x="1376" y="1192"/>
                  </a:lnTo>
                  <a:lnTo>
                    <a:pt x="1393" y="1210"/>
                  </a:lnTo>
                  <a:lnTo>
                    <a:pt x="1408" y="1229"/>
                  </a:lnTo>
                  <a:lnTo>
                    <a:pt x="1421" y="1252"/>
                  </a:lnTo>
                  <a:lnTo>
                    <a:pt x="1431" y="1278"/>
                  </a:lnTo>
                  <a:lnTo>
                    <a:pt x="1438" y="1308"/>
                  </a:lnTo>
                  <a:lnTo>
                    <a:pt x="1443" y="1342"/>
                  </a:lnTo>
                  <a:lnTo>
                    <a:pt x="1444" y="1379"/>
                  </a:lnTo>
                  <a:lnTo>
                    <a:pt x="1441" y="1388"/>
                  </a:lnTo>
                  <a:lnTo>
                    <a:pt x="1431" y="1399"/>
                  </a:lnTo>
                  <a:lnTo>
                    <a:pt x="1413" y="1408"/>
                  </a:lnTo>
                  <a:lnTo>
                    <a:pt x="1389" y="1418"/>
                  </a:lnTo>
                  <a:lnTo>
                    <a:pt x="1358" y="1426"/>
                  </a:lnTo>
                  <a:lnTo>
                    <a:pt x="1322" y="1434"/>
                  </a:lnTo>
                  <a:lnTo>
                    <a:pt x="1279" y="1443"/>
                  </a:lnTo>
                  <a:lnTo>
                    <a:pt x="1230" y="1450"/>
                  </a:lnTo>
                  <a:lnTo>
                    <a:pt x="1176" y="1456"/>
                  </a:lnTo>
                  <a:lnTo>
                    <a:pt x="1116" y="1462"/>
                  </a:lnTo>
                  <a:lnTo>
                    <a:pt x="1050" y="1466"/>
                  </a:lnTo>
                  <a:lnTo>
                    <a:pt x="979" y="1471"/>
                  </a:lnTo>
                  <a:lnTo>
                    <a:pt x="904" y="1474"/>
                  </a:lnTo>
                  <a:lnTo>
                    <a:pt x="822" y="1476"/>
                  </a:lnTo>
                  <a:lnTo>
                    <a:pt x="774" y="1160"/>
                  </a:lnTo>
                  <a:lnTo>
                    <a:pt x="798" y="1120"/>
                  </a:lnTo>
                  <a:lnTo>
                    <a:pt x="801" y="1115"/>
                  </a:lnTo>
                  <a:lnTo>
                    <a:pt x="801" y="1109"/>
                  </a:lnTo>
                  <a:lnTo>
                    <a:pt x="797" y="1102"/>
                  </a:lnTo>
                  <a:lnTo>
                    <a:pt x="733" y="1033"/>
                  </a:lnTo>
                  <a:lnTo>
                    <a:pt x="726" y="1030"/>
                  </a:lnTo>
                  <a:lnTo>
                    <a:pt x="718" y="1030"/>
                  </a:lnTo>
                  <a:lnTo>
                    <a:pt x="711" y="1033"/>
                  </a:lnTo>
                  <a:lnTo>
                    <a:pt x="647" y="1102"/>
                  </a:lnTo>
                  <a:lnTo>
                    <a:pt x="644" y="1109"/>
                  </a:lnTo>
                  <a:lnTo>
                    <a:pt x="644" y="1115"/>
                  </a:lnTo>
                  <a:lnTo>
                    <a:pt x="646" y="1120"/>
                  </a:lnTo>
                  <a:lnTo>
                    <a:pt x="671" y="1160"/>
                  </a:lnTo>
                  <a:lnTo>
                    <a:pt x="622" y="1476"/>
                  </a:lnTo>
                  <a:lnTo>
                    <a:pt x="541" y="1474"/>
                  </a:lnTo>
                  <a:lnTo>
                    <a:pt x="465" y="1471"/>
                  </a:lnTo>
                  <a:lnTo>
                    <a:pt x="394" y="1466"/>
                  </a:lnTo>
                  <a:lnTo>
                    <a:pt x="328" y="1462"/>
                  </a:lnTo>
                  <a:lnTo>
                    <a:pt x="268" y="1456"/>
                  </a:lnTo>
                  <a:lnTo>
                    <a:pt x="214" y="1450"/>
                  </a:lnTo>
                  <a:lnTo>
                    <a:pt x="165" y="1443"/>
                  </a:lnTo>
                  <a:lnTo>
                    <a:pt x="122" y="1434"/>
                  </a:lnTo>
                  <a:lnTo>
                    <a:pt x="85" y="1426"/>
                  </a:lnTo>
                  <a:lnTo>
                    <a:pt x="55" y="1418"/>
                  </a:lnTo>
                  <a:lnTo>
                    <a:pt x="31" y="1408"/>
                  </a:lnTo>
                  <a:lnTo>
                    <a:pt x="13" y="1399"/>
                  </a:lnTo>
                  <a:lnTo>
                    <a:pt x="3" y="1388"/>
                  </a:lnTo>
                  <a:lnTo>
                    <a:pt x="0" y="1379"/>
                  </a:lnTo>
                  <a:lnTo>
                    <a:pt x="1" y="1342"/>
                  </a:lnTo>
                  <a:lnTo>
                    <a:pt x="6" y="1308"/>
                  </a:lnTo>
                  <a:lnTo>
                    <a:pt x="13" y="1278"/>
                  </a:lnTo>
                  <a:lnTo>
                    <a:pt x="23" y="1252"/>
                  </a:lnTo>
                  <a:lnTo>
                    <a:pt x="35" y="1229"/>
                  </a:lnTo>
                  <a:lnTo>
                    <a:pt x="51" y="1210"/>
                  </a:lnTo>
                  <a:lnTo>
                    <a:pt x="67" y="1192"/>
                  </a:lnTo>
                  <a:lnTo>
                    <a:pt x="87" y="1177"/>
                  </a:lnTo>
                  <a:lnTo>
                    <a:pt x="108" y="1164"/>
                  </a:lnTo>
                  <a:lnTo>
                    <a:pt x="131" y="1152"/>
                  </a:lnTo>
                  <a:lnTo>
                    <a:pt x="155" y="1142"/>
                  </a:lnTo>
                  <a:lnTo>
                    <a:pt x="181" y="1133"/>
                  </a:lnTo>
                  <a:lnTo>
                    <a:pt x="207" y="1123"/>
                  </a:lnTo>
                  <a:lnTo>
                    <a:pt x="235" y="1115"/>
                  </a:lnTo>
                  <a:lnTo>
                    <a:pt x="264" y="1107"/>
                  </a:lnTo>
                  <a:lnTo>
                    <a:pt x="293" y="1098"/>
                  </a:lnTo>
                  <a:lnTo>
                    <a:pt x="322" y="1089"/>
                  </a:lnTo>
                  <a:lnTo>
                    <a:pt x="342" y="1082"/>
                  </a:lnTo>
                  <a:lnTo>
                    <a:pt x="363" y="1075"/>
                  </a:lnTo>
                  <a:lnTo>
                    <a:pt x="382" y="1069"/>
                  </a:lnTo>
                  <a:lnTo>
                    <a:pt x="403" y="1063"/>
                  </a:lnTo>
                  <a:lnTo>
                    <a:pt x="423" y="1056"/>
                  </a:lnTo>
                  <a:lnTo>
                    <a:pt x="442" y="1047"/>
                  </a:lnTo>
                  <a:lnTo>
                    <a:pt x="459" y="1037"/>
                  </a:lnTo>
                  <a:lnTo>
                    <a:pt x="476" y="1027"/>
                  </a:lnTo>
                  <a:lnTo>
                    <a:pt x="491" y="1013"/>
                  </a:lnTo>
                  <a:lnTo>
                    <a:pt x="504" y="998"/>
                  </a:lnTo>
                  <a:lnTo>
                    <a:pt x="515" y="982"/>
                  </a:lnTo>
                  <a:lnTo>
                    <a:pt x="524" y="962"/>
                  </a:lnTo>
                  <a:lnTo>
                    <a:pt x="530" y="940"/>
                  </a:lnTo>
                  <a:lnTo>
                    <a:pt x="533" y="915"/>
                  </a:lnTo>
                  <a:lnTo>
                    <a:pt x="533" y="886"/>
                  </a:lnTo>
                  <a:lnTo>
                    <a:pt x="529" y="854"/>
                  </a:lnTo>
                  <a:lnTo>
                    <a:pt x="511" y="835"/>
                  </a:lnTo>
                  <a:lnTo>
                    <a:pt x="496" y="814"/>
                  </a:lnTo>
                  <a:lnTo>
                    <a:pt x="482" y="791"/>
                  </a:lnTo>
                  <a:lnTo>
                    <a:pt x="471" y="769"/>
                  </a:lnTo>
                  <a:lnTo>
                    <a:pt x="461" y="746"/>
                  </a:lnTo>
                  <a:lnTo>
                    <a:pt x="453" y="723"/>
                  </a:lnTo>
                  <a:lnTo>
                    <a:pt x="447" y="703"/>
                  </a:lnTo>
                  <a:lnTo>
                    <a:pt x="442" y="686"/>
                  </a:lnTo>
                  <a:lnTo>
                    <a:pt x="439" y="673"/>
                  </a:lnTo>
                  <a:lnTo>
                    <a:pt x="437" y="665"/>
                  </a:lnTo>
                  <a:lnTo>
                    <a:pt x="435" y="661"/>
                  </a:lnTo>
                  <a:lnTo>
                    <a:pt x="433" y="659"/>
                  </a:lnTo>
                  <a:lnTo>
                    <a:pt x="426" y="655"/>
                  </a:lnTo>
                  <a:lnTo>
                    <a:pt x="416" y="649"/>
                  </a:lnTo>
                  <a:lnTo>
                    <a:pt x="403" y="640"/>
                  </a:lnTo>
                  <a:lnTo>
                    <a:pt x="389" y="627"/>
                  </a:lnTo>
                  <a:lnTo>
                    <a:pt x="374" y="612"/>
                  </a:lnTo>
                  <a:lnTo>
                    <a:pt x="361" y="595"/>
                  </a:lnTo>
                  <a:lnTo>
                    <a:pt x="348" y="574"/>
                  </a:lnTo>
                  <a:lnTo>
                    <a:pt x="339" y="551"/>
                  </a:lnTo>
                  <a:lnTo>
                    <a:pt x="334" y="526"/>
                  </a:lnTo>
                  <a:lnTo>
                    <a:pt x="332" y="502"/>
                  </a:lnTo>
                  <a:lnTo>
                    <a:pt x="335" y="483"/>
                  </a:lnTo>
                  <a:lnTo>
                    <a:pt x="339" y="465"/>
                  </a:lnTo>
                  <a:lnTo>
                    <a:pt x="345" y="451"/>
                  </a:lnTo>
                  <a:lnTo>
                    <a:pt x="350" y="441"/>
                  </a:lnTo>
                  <a:lnTo>
                    <a:pt x="356" y="434"/>
                  </a:lnTo>
                  <a:lnTo>
                    <a:pt x="360" y="429"/>
                  </a:lnTo>
                  <a:lnTo>
                    <a:pt x="362" y="427"/>
                  </a:lnTo>
                  <a:lnTo>
                    <a:pt x="362" y="341"/>
                  </a:lnTo>
                  <a:lnTo>
                    <a:pt x="364" y="297"/>
                  </a:lnTo>
                  <a:lnTo>
                    <a:pt x="372" y="256"/>
                  </a:lnTo>
                  <a:lnTo>
                    <a:pt x="386" y="216"/>
                  </a:lnTo>
                  <a:lnTo>
                    <a:pt x="404" y="180"/>
                  </a:lnTo>
                  <a:lnTo>
                    <a:pt x="426" y="145"/>
                  </a:lnTo>
                  <a:lnTo>
                    <a:pt x="453" y="113"/>
                  </a:lnTo>
                  <a:lnTo>
                    <a:pt x="483" y="85"/>
                  </a:lnTo>
                  <a:lnTo>
                    <a:pt x="517" y="60"/>
                  </a:lnTo>
                  <a:lnTo>
                    <a:pt x="553" y="40"/>
                  </a:lnTo>
                  <a:lnTo>
                    <a:pt x="593" y="23"/>
                  </a:lnTo>
                  <a:lnTo>
                    <a:pt x="634" y="10"/>
                  </a:lnTo>
                  <a:lnTo>
                    <a:pt x="677" y="2"/>
                  </a:lnTo>
                  <a:lnTo>
                    <a:pt x="7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6" name="Freeform 206">
              <a:extLst>
                <a:ext uri="{FF2B5EF4-FFF2-40B4-BE49-F238E27FC236}">
                  <a16:creationId xmlns:a16="http://schemas.microsoft.com/office/drawing/2014/main" id="{8E9737D6-C6B2-4A3A-A879-2B2F10B0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0475" y="3303588"/>
              <a:ext cx="34925" cy="34925"/>
            </a:xfrm>
            <a:custGeom>
              <a:avLst/>
              <a:gdLst>
                <a:gd name="T0" fmla="*/ 123 w 244"/>
                <a:gd name="T1" fmla="*/ 0 h 246"/>
                <a:gd name="T2" fmla="*/ 151 w 244"/>
                <a:gd name="T3" fmla="*/ 4 h 246"/>
                <a:gd name="T4" fmla="*/ 177 w 244"/>
                <a:gd name="T5" fmla="*/ 13 h 246"/>
                <a:gd name="T6" fmla="*/ 198 w 244"/>
                <a:gd name="T7" fmla="*/ 28 h 246"/>
                <a:gd name="T8" fmla="*/ 218 w 244"/>
                <a:gd name="T9" fmla="*/ 46 h 246"/>
                <a:gd name="T10" fmla="*/ 233 w 244"/>
                <a:gd name="T11" fmla="*/ 69 h 246"/>
                <a:gd name="T12" fmla="*/ 241 w 244"/>
                <a:gd name="T13" fmla="*/ 95 h 246"/>
                <a:gd name="T14" fmla="*/ 244 w 244"/>
                <a:gd name="T15" fmla="*/ 123 h 246"/>
                <a:gd name="T16" fmla="*/ 242 w 244"/>
                <a:gd name="T17" fmla="*/ 147 h 246"/>
                <a:gd name="T18" fmla="*/ 235 w 244"/>
                <a:gd name="T19" fmla="*/ 171 h 246"/>
                <a:gd name="T20" fmla="*/ 223 w 244"/>
                <a:gd name="T21" fmla="*/ 192 h 246"/>
                <a:gd name="T22" fmla="*/ 209 w 244"/>
                <a:gd name="T23" fmla="*/ 210 h 246"/>
                <a:gd name="T24" fmla="*/ 191 w 244"/>
                <a:gd name="T25" fmla="*/ 224 h 246"/>
                <a:gd name="T26" fmla="*/ 170 w 244"/>
                <a:gd name="T27" fmla="*/ 236 h 246"/>
                <a:gd name="T28" fmla="*/ 148 w 244"/>
                <a:gd name="T29" fmla="*/ 243 h 246"/>
                <a:gd name="T30" fmla="*/ 123 w 244"/>
                <a:gd name="T31" fmla="*/ 246 h 246"/>
                <a:gd name="T32" fmla="*/ 94 w 244"/>
                <a:gd name="T33" fmla="*/ 242 h 246"/>
                <a:gd name="T34" fmla="*/ 68 w 244"/>
                <a:gd name="T35" fmla="*/ 233 h 246"/>
                <a:gd name="T36" fmla="*/ 46 w 244"/>
                <a:gd name="T37" fmla="*/ 219 h 246"/>
                <a:gd name="T38" fmla="*/ 27 w 244"/>
                <a:gd name="T39" fmla="*/ 199 h 246"/>
                <a:gd name="T40" fmla="*/ 12 w 244"/>
                <a:gd name="T41" fmla="*/ 176 h 246"/>
                <a:gd name="T42" fmla="*/ 3 w 244"/>
                <a:gd name="T43" fmla="*/ 151 h 246"/>
                <a:gd name="T44" fmla="*/ 0 w 244"/>
                <a:gd name="T45" fmla="*/ 123 h 246"/>
                <a:gd name="T46" fmla="*/ 2 w 244"/>
                <a:gd name="T47" fmla="*/ 98 h 246"/>
                <a:gd name="T48" fmla="*/ 9 w 244"/>
                <a:gd name="T49" fmla="*/ 75 h 246"/>
                <a:gd name="T50" fmla="*/ 21 w 244"/>
                <a:gd name="T51" fmla="*/ 55 h 246"/>
                <a:gd name="T52" fmla="*/ 35 w 244"/>
                <a:gd name="T53" fmla="*/ 36 h 246"/>
                <a:gd name="T54" fmla="*/ 54 w 244"/>
                <a:gd name="T55" fmla="*/ 21 h 246"/>
                <a:gd name="T56" fmla="*/ 75 w 244"/>
                <a:gd name="T57" fmla="*/ 10 h 246"/>
                <a:gd name="T58" fmla="*/ 98 w 244"/>
                <a:gd name="T59" fmla="*/ 3 h 246"/>
                <a:gd name="T60" fmla="*/ 123 w 244"/>
                <a:gd name="T61" fmla="*/ 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44" h="246">
                  <a:moveTo>
                    <a:pt x="123" y="0"/>
                  </a:moveTo>
                  <a:lnTo>
                    <a:pt x="151" y="4"/>
                  </a:lnTo>
                  <a:lnTo>
                    <a:pt x="177" y="13"/>
                  </a:lnTo>
                  <a:lnTo>
                    <a:pt x="198" y="28"/>
                  </a:lnTo>
                  <a:lnTo>
                    <a:pt x="218" y="46"/>
                  </a:lnTo>
                  <a:lnTo>
                    <a:pt x="233" y="69"/>
                  </a:lnTo>
                  <a:lnTo>
                    <a:pt x="241" y="95"/>
                  </a:lnTo>
                  <a:lnTo>
                    <a:pt x="244" y="123"/>
                  </a:lnTo>
                  <a:lnTo>
                    <a:pt x="242" y="147"/>
                  </a:lnTo>
                  <a:lnTo>
                    <a:pt x="235" y="171"/>
                  </a:lnTo>
                  <a:lnTo>
                    <a:pt x="223" y="192"/>
                  </a:lnTo>
                  <a:lnTo>
                    <a:pt x="209" y="210"/>
                  </a:lnTo>
                  <a:lnTo>
                    <a:pt x="191" y="224"/>
                  </a:lnTo>
                  <a:lnTo>
                    <a:pt x="170" y="236"/>
                  </a:lnTo>
                  <a:lnTo>
                    <a:pt x="148" y="243"/>
                  </a:lnTo>
                  <a:lnTo>
                    <a:pt x="123" y="246"/>
                  </a:lnTo>
                  <a:lnTo>
                    <a:pt x="94" y="242"/>
                  </a:lnTo>
                  <a:lnTo>
                    <a:pt x="68" y="233"/>
                  </a:lnTo>
                  <a:lnTo>
                    <a:pt x="46" y="219"/>
                  </a:lnTo>
                  <a:lnTo>
                    <a:pt x="27" y="199"/>
                  </a:lnTo>
                  <a:lnTo>
                    <a:pt x="12" y="176"/>
                  </a:lnTo>
                  <a:lnTo>
                    <a:pt x="3" y="151"/>
                  </a:lnTo>
                  <a:lnTo>
                    <a:pt x="0" y="123"/>
                  </a:lnTo>
                  <a:lnTo>
                    <a:pt x="2" y="98"/>
                  </a:lnTo>
                  <a:lnTo>
                    <a:pt x="9" y="75"/>
                  </a:lnTo>
                  <a:lnTo>
                    <a:pt x="21" y="55"/>
                  </a:lnTo>
                  <a:lnTo>
                    <a:pt x="35" y="36"/>
                  </a:lnTo>
                  <a:lnTo>
                    <a:pt x="54" y="21"/>
                  </a:lnTo>
                  <a:lnTo>
                    <a:pt x="75" y="10"/>
                  </a:lnTo>
                  <a:lnTo>
                    <a:pt x="98" y="3"/>
                  </a:lnTo>
                  <a:lnTo>
                    <a:pt x="1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1F893D8-0FB6-4182-A736-D16CC0560504}"/>
              </a:ext>
            </a:extLst>
          </p:cNvPr>
          <p:cNvGrpSpPr/>
          <p:nvPr/>
        </p:nvGrpSpPr>
        <p:grpSpPr>
          <a:xfrm flipH="1">
            <a:off x="11396135" y="1653181"/>
            <a:ext cx="328843" cy="327755"/>
            <a:chOff x="6521450" y="4037013"/>
            <a:chExt cx="479425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8" name="Freeform 311">
              <a:extLst>
                <a:ext uri="{FF2B5EF4-FFF2-40B4-BE49-F238E27FC236}">
                  <a16:creationId xmlns:a16="http://schemas.microsoft.com/office/drawing/2014/main" id="{FAC7E8DF-BF8E-4070-A635-380271E62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4000" y="4122738"/>
              <a:ext cx="206375" cy="42863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9" name="Freeform 312">
              <a:extLst>
                <a:ext uri="{FF2B5EF4-FFF2-40B4-BE49-F238E27FC236}">
                  <a16:creationId xmlns:a16="http://schemas.microsoft.com/office/drawing/2014/main" id="{0D261BC2-E175-473D-8807-05A93FAC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4000" y="4203700"/>
              <a:ext cx="206375" cy="42863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0" name="Freeform 313">
              <a:extLst>
                <a:ext uri="{FF2B5EF4-FFF2-40B4-BE49-F238E27FC236}">
                  <a16:creationId xmlns:a16="http://schemas.microsoft.com/office/drawing/2014/main" id="{E59E8AE6-D9D2-4114-8043-13F2C38B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4000" y="4284663"/>
              <a:ext cx="125413" cy="44450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1" name="Freeform 314">
              <a:extLst>
                <a:ext uri="{FF2B5EF4-FFF2-40B4-BE49-F238E27FC236}">
                  <a16:creationId xmlns:a16="http://schemas.microsoft.com/office/drawing/2014/main" id="{E760AAA9-166C-45B4-97F4-535531FF7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450" y="4037013"/>
              <a:ext cx="371475" cy="477838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2" name="Freeform 315">
              <a:extLst>
                <a:ext uri="{FF2B5EF4-FFF2-40B4-BE49-F238E27FC236}">
                  <a16:creationId xmlns:a16="http://schemas.microsoft.com/office/drawing/2014/main" id="{A4A68CA6-ABE6-44CC-B633-82D10BD32F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2275" y="4090988"/>
              <a:ext cx="228600" cy="341313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3" name="Freeform 316">
              <a:extLst>
                <a:ext uri="{FF2B5EF4-FFF2-40B4-BE49-F238E27FC236}">
                  <a16:creationId xmlns:a16="http://schemas.microsoft.com/office/drawing/2014/main" id="{A9F7C59C-4B63-4A8B-A3A4-667D32434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1300" y="4365625"/>
              <a:ext cx="166688" cy="84138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8615524-6C2C-4457-807F-B5D8A7BA87B8}"/>
              </a:ext>
            </a:extLst>
          </p:cNvPr>
          <p:cNvGrpSpPr/>
          <p:nvPr/>
        </p:nvGrpSpPr>
        <p:grpSpPr>
          <a:xfrm flipH="1">
            <a:off x="10654392" y="1713615"/>
            <a:ext cx="329931" cy="206888"/>
            <a:chOff x="5732463" y="4032250"/>
            <a:chExt cx="481013" cy="3016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65" name="Freeform 333">
              <a:extLst>
                <a:ext uri="{FF2B5EF4-FFF2-40B4-BE49-F238E27FC236}">
                  <a16:creationId xmlns:a16="http://schemas.microsoft.com/office/drawing/2014/main" id="{071C93AF-F6D8-41E4-8311-992602126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1213" y="4186238"/>
              <a:ext cx="260350" cy="47625"/>
            </a:xfrm>
            <a:custGeom>
              <a:avLst/>
              <a:gdLst>
                <a:gd name="T0" fmla="*/ 1808 w 1808"/>
                <a:gd name="T1" fmla="*/ 0 h 331"/>
                <a:gd name="T2" fmla="*/ 1808 w 1808"/>
                <a:gd name="T3" fmla="*/ 254 h 331"/>
                <a:gd name="T4" fmla="*/ 1805 w 1808"/>
                <a:gd name="T5" fmla="*/ 275 h 331"/>
                <a:gd name="T6" fmla="*/ 1797 w 1808"/>
                <a:gd name="T7" fmla="*/ 293 h 331"/>
                <a:gd name="T8" fmla="*/ 1785 w 1808"/>
                <a:gd name="T9" fmla="*/ 309 h 331"/>
                <a:gd name="T10" fmla="*/ 1768 w 1808"/>
                <a:gd name="T11" fmla="*/ 321 h 331"/>
                <a:gd name="T12" fmla="*/ 1750 w 1808"/>
                <a:gd name="T13" fmla="*/ 329 h 331"/>
                <a:gd name="T14" fmla="*/ 1729 w 1808"/>
                <a:gd name="T15" fmla="*/ 331 h 331"/>
                <a:gd name="T16" fmla="*/ 0 w 1808"/>
                <a:gd name="T17" fmla="*/ 331 h 331"/>
                <a:gd name="T18" fmla="*/ 0 w 1808"/>
                <a:gd name="T19" fmla="*/ 296 h 331"/>
                <a:gd name="T20" fmla="*/ 1808 w 1808"/>
                <a:gd name="T21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08" h="331">
                  <a:moveTo>
                    <a:pt x="1808" y="0"/>
                  </a:moveTo>
                  <a:lnTo>
                    <a:pt x="1808" y="254"/>
                  </a:lnTo>
                  <a:lnTo>
                    <a:pt x="1805" y="275"/>
                  </a:lnTo>
                  <a:lnTo>
                    <a:pt x="1797" y="293"/>
                  </a:lnTo>
                  <a:lnTo>
                    <a:pt x="1785" y="309"/>
                  </a:lnTo>
                  <a:lnTo>
                    <a:pt x="1768" y="321"/>
                  </a:lnTo>
                  <a:lnTo>
                    <a:pt x="1750" y="329"/>
                  </a:lnTo>
                  <a:lnTo>
                    <a:pt x="1729" y="331"/>
                  </a:lnTo>
                  <a:lnTo>
                    <a:pt x="0" y="331"/>
                  </a:lnTo>
                  <a:lnTo>
                    <a:pt x="0" y="296"/>
                  </a:lnTo>
                  <a:lnTo>
                    <a:pt x="18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6" name="Freeform 334">
              <a:extLst>
                <a:ext uri="{FF2B5EF4-FFF2-40B4-BE49-F238E27FC236}">
                  <a16:creationId xmlns:a16="http://schemas.microsoft.com/office/drawing/2014/main" id="{44BCF213-F499-4FC6-8D8E-A3F333142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2463" y="4278313"/>
              <a:ext cx="476250" cy="55563"/>
            </a:xfrm>
            <a:custGeom>
              <a:avLst/>
              <a:gdLst>
                <a:gd name="T0" fmla="*/ 1015 w 3300"/>
                <a:gd name="T1" fmla="*/ 0 h 388"/>
                <a:gd name="T2" fmla="*/ 2987 w 3300"/>
                <a:gd name="T3" fmla="*/ 0 h 388"/>
                <a:gd name="T4" fmla="*/ 3006 w 3300"/>
                <a:gd name="T5" fmla="*/ 3 h 388"/>
                <a:gd name="T6" fmla="*/ 3025 w 3300"/>
                <a:gd name="T7" fmla="*/ 12 h 388"/>
                <a:gd name="T8" fmla="*/ 3042 w 3300"/>
                <a:gd name="T9" fmla="*/ 24 h 388"/>
                <a:gd name="T10" fmla="*/ 3277 w 3300"/>
                <a:gd name="T11" fmla="*/ 255 h 388"/>
                <a:gd name="T12" fmla="*/ 3288 w 3300"/>
                <a:gd name="T13" fmla="*/ 270 h 388"/>
                <a:gd name="T14" fmla="*/ 3297 w 3300"/>
                <a:gd name="T15" fmla="*/ 286 h 388"/>
                <a:gd name="T16" fmla="*/ 3300 w 3300"/>
                <a:gd name="T17" fmla="*/ 303 h 388"/>
                <a:gd name="T18" fmla="*/ 3300 w 3300"/>
                <a:gd name="T19" fmla="*/ 322 h 388"/>
                <a:gd name="T20" fmla="*/ 3295 w 3300"/>
                <a:gd name="T21" fmla="*/ 340 h 388"/>
                <a:gd name="T22" fmla="*/ 3285 w 3300"/>
                <a:gd name="T23" fmla="*/ 356 h 388"/>
                <a:gd name="T24" fmla="*/ 3273 w 3300"/>
                <a:gd name="T25" fmla="*/ 369 h 388"/>
                <a:gd name="T26" fmla="*/ 3258 w 3300"/>
                <a:gd name="T27" fmla="*/ 379 h 388"/>
                <a:gd name="T28" fmla="*/ 3241 w 3300"/>
                <a:gd name="T29" fmla="*/ 386 h 388"/>
                <a:gd name="T30" fmla="*/ 3222 w 3300"/>
                <a:gd name="T31" fmla="*/ 388 h 388"/>
                <a:gd name="T32" fmla="*/ 79 w 3300"/>
                <a:gd name="T33" fmla="*/ 388 h 388"/>
                <a:gd name="T34" fmla="*/ 58 w 3300"/>
                <a:gd name="T35" fmla="*/ 385 h 388"/>
                <a:gd name="T36" fmla="*/ 39 w 3300"/>
                <a:gd name="T37" fmla="*/ 377 h 388"/>
                <a:gd name="T38" fmla="*/ 23 w 3300"/>
                <a:gd name="T39" fmla="*/ 365 h 388"/>
                <a:gd name="T40" fmla="*/ 11 w 3300"/>
                <a:gd name="T41" fmla="*/ 350 h 388"/>
                <a:gd name="T42" fmla="*/ 3 w 3300"/>
                <a:gd name="T43" fmla="*/ 331 h 388"/>
                <a:gd name="T44" fmla="*/ 0 w 3300"/>
                <a:gd name="T45" fmla="*/ 310 h 388"/>
                <a:gd name="T46" fmla="*/ 0 w 3300"/>
                <a:gd name="T47" fmla="*/ 99 h 388"/>
                <a:gd name="T48" fmla="*/ 41 w 3300"/>
                <a:gd name="T49" fmla="*/ 141 h 388"/>
                <a:gd name="T50" fmla="*/ 85 w 3300"/>
                <a:gd name="T51" fmla="*/ 178 h 388"/>
                <a:gd name="T52" fmla="*/ 132 w 3300"/>
                <a:gd name="T53" fmla="*/ 211 h 388"/>
                <a:gd name="T54" fmla="*/ 183 w 3300"/>
                <a:gd name="T55" fmla="*/ 240 h 388"/>
                <a:gd name="T56" fmla="*/ 236 w 3300"/>
                <a:gd name="T57" fmla="*/ 264 h 388"/>
                <a:gd name="T58" fmla="*/ 292 w 3300"/>
                <a:gd name="T59" fmla="*/ 284 h 388"/>
                <a:gd name="T60" fmla="*/ 350 w 3300"/>
                <a:gd name="T61" fmla="*/ 298 h 388"/>
                <a:gd name="T62" fmla="*/ 410 w 3300"/>
                <a:gd name="T63" fmla="*/ 307 h 388"/>
                <a:gd name="T64" fmla="*/ 471 w 3300"/>
                <a:gd name="T65" fmla="*/ 310 h 388"/>
                <a:gd name="T66" fmla="*/ 534 w 3300"/>
                <a:gd name="T67" fmla="*/ 307 h 388"/>
                <a:gd name="T68" fmla="*/ 595 w 3300"/>
                <a:gd name="T69" fmla="*/ 298 h 388"/>
                <a:gd name="T70" fmla="*/ 654 w 3300"/>
                <a:gd name="T71" fmla="*/ 283 h 388"/>
                <a:gd name="T72" fmla="*/ 710 w 3300"/>
                <a:gd name="T73" fmla="*/ 264 h 388"/>
                <a:gd name="T74" fmla="*/ 764 w 3300"/>
                <a:gd name="T75" fmla="*/ 239 h 388"/>
                <a:gd name="T76" fmla="*/ 815 w 3300"/>
                <a:gd name="T77" fmla="*/ 209 h 388"/>
                <a:gd name="T78" fmla="*/ 862 w 3300"/>
                <a:gd name="T79" fmla="*/ 175 h 388"/>
                <a:gd name="T80" fmla="*/ 907 w 3300"/>
                <a:gd name="T81" fmla="*/ 137 h 388"/>
                <a:gd name="T82" fmla="*/ 947 w 3300"/>
                <a:gd name="T83" fmla="*/ 95 h 388"/>
                <a:gd name="T84" fmla="*/ 983 w 3300"/>
                <a:gd name="T85" fmla="*/ 50 h 388"/>
                <a:gd name="T86" fmla="*/ 1015 w 3300"/>
                <a:gd name="T87" fmla="*/ 0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300" h="388">
                  <a:moveTo>
                    <a:pt x="1015" y="0"/>
                  </a:moveTo>
                  <a:lnTo>
                    <a:pt x="2987" y="0"/>
                  </a:lnTo>
                  <a:lnTo>
                    <a:pt x="3006" y="3"/>
                  </a:lnTo>
                  <a:lnTo>
                    <a:pt x="3025" y="12"/>
                  </a:lnTo>
                  <a:lnTo>
                    <a:pt x="3042" y="24"/>
                  </a:lnTo>
                  <a:lnTo>
                    <a:pt x="3277" y="255"/>
                  </a:lnTo>
                  <a:lnTo>
                    <a:pt x="3288" y="270"/>
                  </a:lnTo>
                  <a:lnTo>
                    <a:pt x="3297" y="286"/>
                  </a:lnTo>
                  <a:lnTo>
                    <a:pt x="3300" y="303"/>
                  </a:lnTo>
                  <a:lnTo>
                    <a:pt x="3300" y="322"/>
                  </a:lnTo>
                  <a:lnTo>
                    <a:pt x="3295" y="340"/>
                  </a:lnTo>
                  <a:lnTo>
                    <a:pt x="3285" y="356"/>
                  </a:lnTo>
                  <a:lnTo>
                    <a:pt x="3273" y="369"/>
                  </a:lnTo>
                  <a:lnTo>
                    <a:pt x="3258" y="379"/>
                  </a:lnTo>
                  <a:lnTo>
                    <a:pt x="3241" y="386"/>
                  </a:lnTo>
                  <a:lnTo>
                    <a:pt x="3222" y="388"/>
                  </a:lnTo>
                  <a:lnTo>
                    <a:pt x="79" y="388"/>
                  </a:lnTo>
                  <a:lnTo>
                    <a:pt x="58" y="385"/>
                  </a:lnTo>
                  <a:lnTo>
                    <a:pt x="39" y="377"/>
                  </a:lnTo>
                  <a:lnTo>
                    <a:pt x="23" y="365"/>
                  </a:lnTo>
                  <a:lnTo>
                    <a:pt x="11" y="350"/>
                  </a:lnTo>
                  <a:lnTo>
                    <a:pt x="3" y="331"/>
                  </a:lnTo>
                  <a:lnTo>
                    <a:pt x="0" y="310"/>
                  </a:lnTo>
                  <a:lnTo>
                    <a:pt x="0" y="99"/>
                  </a:lnTo>
                  <a:lnTo>
                    <a:pt x="41" y="141"/>
                  </a:lnTo>
                  <a:lnTo>
                    <a:pt x="85" y="178"/>
                  </a:lnTo>
                  <a:lnTo>
                    <a:pt x="132" y="211"/>
                  </a:lnTo>
                  <a:lnTo>
                    <a:pt x="183" y="240"/>
                  </a:lnTo>
                  <a:lnTo>
                    <a:pt x="236" y="264"/>
                  </a:lnTo>
                  <a:lnTo>
                    <a:pt x="292" y="284"/>
                  </a:lnTo>
                  <a:lnTo>
                    <a:pt x="350" y="298"/>
                  </a:lnTo>
                  <a:lnTo>
                    <a:pt x="410" y="307"/>
                  </a:lnTo>
                  <a:lnTo>
                    <a:pt x="471" y="310"/>
                  </a:lnTo>
                  <a:lnTo>
                    <a:pt x="534" y="307"/>
                  </a:lnTo>
                  <a:lnTo>
                    <a:pt x="595" y="298"/>
                  </a:lnTo>
                  <a:lnTo>
                    <a:pt x="654" y="283"/>
                  </a:lnTo>
                  <a:lnTo>
                    <a:pt x="710" y="264"/>
                  </a:lnTo>
                  <a:lnTo>
                    <a:pt x="764" y="239"/>
                  </a:lnTo>
                  <a:lnTo>
                    <a:pt x="815" y="209"/>
                  </a:lnTo>
                  <a:lnTo>
                    <a:pt x="862" y="175"/>
                  </a:lnTo>
                  <a:lnTo>
                    <a:pt x="907" y="137"/>
                  </a:lnTo>
                  <a:lnTo>
                    <a:pt x="947" y="95"/>
                  </a:lnTo>
                  <a:lnTo>
                    <a:pt x="983" y="50"/>
                  </a:lnTo>
                  <a:lnTo>
                    <a:pt x="10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7" name="Freeform 335">
              <a:extLst>
                <a:ext uri="{FF2B5EF4-FFF2-40B4-BE49-F238E27FC236}">
                  <a16:creationId xmlns:a16="http://schemas.microsoft.com/office/drawing/2014/main" id="{CFD703CF-F0A4-4573-8E0F-ED7133AE44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2463" y="4032250"/>
              <a:ext cx="481013" cy="268288"/>
            </a:xfrm>
            <a:custGeom>
              <a:avLst/>
              <a:gdLst>
                <a:gd name="T0" fmla="*/ 417 w 3330"/>
                <a:gd name="T1" fmla="*/ 1246 h 1854"/>
                <a:gd name="T2" fmla="*/ 351 w 3330"/>
                <a:gd name="T3" fmla="*/ 1291 h 1854"/>
                <a:gd name="T4" fmla="*/ 317 w 3330"/>
                <a:gd name="T5" fmla="*/ 1363 h 1854"/>
                <a:gd name="T6" fmla="*/ 324 w 3330"/>
                <a:gd name="T7" fmla="*/ 1445 h 1854"/>
                <a:gd name="T8" fmla="*/ 370 w 3330"/>
                <a:gd name="T9" fmla="*/ 1509 h 1854"/>
                <a:gd name="T10" fmla="*/ 444 w 3330"/>
                <a:gd name="T11" fmla="*/ 1543 h 1854"/>
                <a:gd name="T12" fmla="*/ 532 w 3330"/>
                <a:gd name="T13" fmla="*/ 1533 h 1854"/>
                <a:gd name="T14" fmla="*/ 602 w 3330"/>
                <a:gd name="T15" fmla="*/ 1478 h 1854"/>
                <a:gd name="T16" fmla="*/ 628 w 3330"/>
                <a:gd name="T17" fmla="*/ 1390 h 1854"/>
                <a:gd name="T18" fmla="*/ 602 w 3330"/>
                <a:gd name="T19" fmla="*/ 1304 h 1854"/>
                <a:gd name="T20" fmla="*/ 532 w 3330"/>
                <a:gd name="T21" fmla="*/ 1248 h 1854"/>
                <a:gd name="T22" fmla="*/ 2671 w 3330"/>
                <a:gd name="T23" fmla="*/ 0 h 1854"/>
                <a:gd name="T24" fmla="*/ 2868 w 3330"/>
                <a:gd name="T25" fmla="*/ 16 h 1854"/>
                <a:gd name="T26" fmla="*/ 3032 w 3330"/>
                <a:gd name="T27" fmla="*/ 66 h 1854"/>
                <a:gd name="T28" fmla="*/ 3162 w 3330"/>
                <a:gd name="T29" fmla="*/ 148 h 1854"/>
                <a:gd name="T30" fmla="*/ 3256 w 3330"/>
                <a:gd name="T31" fmla="*/ 261 h 1854"/>
                <a:gd name="T32" fmla="*/ 3309 w 3330"/>
                <a:gd name="T33" fmla="*/ 386 h 1854"/>
                <a:gd name="T34" fmla="*/ 3329 w 3330"/>
                <a:gd name="T35" fmla="*/ 513 h 1854"/>
                <a:gd name="T36" fmla="*/ 3327 w 3330"/>
                <a:gd name="T37" fmla="*/ 628 h 1854"/>
                <a:gd name="T38" fmla="*/ 3315 w 3330"/>
                <a:gd name="T39" fmla="*/ 720 h 1854"/>
                <a:gd name="T40" fmla="*/ 3301 w 3330"/>
                <a:gd name="T41" fmla="*/ 781 h 1854"/>
                <a:gd name="T42" fmla="*/ 3290 w 3330"/>
                <a:gd name="T43" fmla="*/ 812 h 1854"/>
                <a:gd name="T44" fmla="*/ 3252 w 3330"/>
                <a:gd name="T45" fmla="*/ 844 h 1854"/>
                <a:gd name="T46" fmla="*/ 942 w 3330"/>
                <a:gd name="T47" fmla="*/ 1390 h 1854"/>
                <a:gd name="T48" fmla="*/ 915 w 3330"/>
                <a:gd name="T49" fmla="*/ 1547 h 1854"/>
                <a:gd name="T50" fmla="*/ 839 w 3330"/>
                <a:gd name="T51" fmla="*/ 1680 h 1854"/>
                <a:gd name="T52" fmla="*/ 724 w 3330"/>
                <a:gd name="T53" fmla="*/ 1782 h 1854"/>
                <a:gd name="T54" fmla="*/ 579 w 3330"/>
                <a:gd name="T55" fmla="*/ 1842 h 1854"/>
                <a:gd name="T56" fmla="*/ 416 w 3330"/>
                <a:gd name="T57" fmla="*/ 1851 h 1854"/>
                <a:gd name="T58" fmla="*/ 264 w 3330"/>
                <a:gd name="T59" fmla="*/ 1807 h 1854"/>
                <a:gd name="T60" fmla="*/ 139 w 3330"/>
                <a:gd name="T61" fmla="*/ 1719 h 1854"/>
                <a:gd name="T62" fmla="*/ 48 w 3330"/>
                <a:gd name="T63" fmla="*/ 1594 h 1854"/>
                <a:gd name="T64" fmla="*/ 3 w 3330"/>
                <a:gd name="T65" fmla="*/ 1445 h 1854"/>
                <a:gd name="T66" fmla="*/ 2 w 3330"/>
                <a:gd name="T67" fmla="*/ 987 h 1854"/>
                <a:gd name="T68" fmla="*/ 28 w 3330"/>
                <a:gd name="T69" fmla="*/ 945 h 1854"/>
                <a:gd name="T70" fmla="*/ 63 w 3330"/>
                <a:gd name="T71" fmla="*/ 925 h 1854"/>
                <a:gd name="T72" fmla="*/ 130 w 3330"/>
                <a:gd name="T73" fmla="*/ 892 h 1854"/>
                <a:gd name="T74" fmla="*/ 236 w 3330"/>
                <a:gd name="T75" fmla="*/ 841 h 1854"/>
                <a:gd name="T76" fmla="*/ 374 w 3330"/>
                <a:gd name="T77" fmla="*/ 773 h 1854"/>
                <a:gd name="T78" fmla="*/ 543 w 3330"/>
                <a:gd name="T79" fmla="*/ 695 h 1854"/>
                <a:gd name="T80" fmla="*/ 733 w 3330"/>
                <a:gd name="T81" fmla="*/ 608 h 1854"/>
                <a:gd name="T82" fmla="*/ 944 w 3330"/>
                <a:gd name="T83" fmla="*/ 516 h 1854"/>
                <a:gd name="T84" fmla="*/ 1166 w 3330"/>
                <a:gd name="T85" fmla="*/ 422 h 1854"/>
                <a:gd name="T86" fmla="*/ 1397 w 3330"/>
                <a:gd name="T87" fmla="*/ 330 h 1854"/>
                <a:gd name="T88" fmla="*/ 1632 w 3330"/>
                <a:gd name="T89" fmla="*/ 243 h 1854"/>
                <a:gd name="T90" fmla="*/ 1864 w 3330"/>
                <a:gd name="T91" fmla="*/ 165 h 1854"/>
                <a:gd name="T92" fmla="*/ 2089 w 3330"/>
                <a:gd name="T93" fmla="*/ 97 h 1854"/>
                <a:gd name="T94" fmla="*/ 2302 w 3330"/>
                <a:gd name="T95" fmla="*/ 45 h 1854"/>
                <a:gd name="T96" fmla="*/ 2498 w 3330"/>
                <a:gd name="T97" fmla="*/ 12 h 1854"/>
                <a:gd name="T98" fmla="*/ 2671 w 3330"/>
                <a:gd name="T99" fmla="*/ 0 h 1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30" h="1854">
                  <a:moveTo>
                    <a:pt x="471" y="1236"/>
                  </a:moveTo>
                  <a:lnTo>
                    <a:pt x="444" y="1239"/>
                  </a:lnTo>
                  <a:lnTo>
                    <a:pt x="417" y="1246"/>
                  </a:lnTo>
                  <a:lnTo>
                    <a:pt x="393" y="1257"/>
                  </a:lnTo>
                  <a:lnTo>
                    <a:pt x="370" y="1273"/>
                  </a:lnTo>
                  <a:lnTo>
                    <a:pt x="351" y="1291"/>
                  </a:lnTo>
                  <a:lnTo>
                    <a:pt x="336" y="1313"/>
                  </a:lnTo>
                  <a:lnTo>
                    <a:pt x="324" y="1337"/>
                  </a:lnTo>
                  <a:lnTo>
                    <a:pt x="317" y="1363"/>
                  </a:lnTo>
                  <a:lnTo>
                    <a:pt x="314" y="1390"/>
                  </a:lnTo>
                  <a:lnTo>
                    <a:pt x="317" y="1419"/>
                  </a:lnTo>
                  <a:lnTo>
                    <a:pt x="324" y="1445"/>
                  </a:lnTo>
                  <a:lnTo>
                    <a:pt x="336" y="1469"/>
                  </a:lnTo>
                  <a:lnTo>
                    <a:pt x="351" y="1491"/>
                  </a:lnTo>
                  <a:lnTo>
                    <a:pt x="370" y="1509"/>
                  </a:lnTo>
                  <a:lnTo>
                    <a:pt x="393" y="1524"/>
                  </a:lnTo>
                  <a:lnTo>
                    <a:pt x="417" y="1536"/>
                  </a:lnTo>
                  <a:lnTo>
                    <a:pt x="444" y="1543"/>
                  </a:lnTo>
                  <a:lnTo>
                    <a:pt x="471" y="1545"/>
                  </a:lnTo>
                  <a:lnTo>
                    <a:pt x="503" y="1542"/>
                  </a:lnTo>
                  <a:lnTo>
                    <a:pt x="532" y="1533"/>
                  </a:lnTo>
                  <a:lnTo>
                    <a:pt x="560" y="1519"/>
                  </a:lnTo>
                  <a:lnTo>
                    <a:pt x="582" y="1500"/>
                  </a:lnTo>
                  <a:lnTo>
                    <a:pt x="602" y="1478"/>
                  </a:lnTo>
                  <a:lnTo>
                    <a:pt x="616" y="1451"/>
                  </a:lnTo>
                  <a:lnTo>
                    <a:pt x="625" y="1422"/>
                  </a:lnTo>
                  <a:lnTo>
                    <a:pt x="628" y="1390"/>
                  </a:lnTo>
                  <a:lnTo>
                    <a:pt x="625" y="1359"/>
                  </a:lnTo>
                  <a:lnTo>
                    <a:pt x="616" y="1330"/>
                  </a:lnTo>
                  <a:lnTo>
                    <a:pt x="602" y="1304"/>
                  </a:lnTo>
                  <a:lnTo>
                    <a:pt x="582" y="1281"/>
                  </a:lnTo>
                  <a:lnTo>
                    <a:pt x="560" y="1263"/>
                  </a:lnTo>
                  <a:lnTo>
                    <a:pt x="532" y="1248"/>
                  </a:lnTo>
                  <a:lnTo>
                    <a:pt x="503" y="1239"/>
                  </a:lnTo>
                  <a:lnTo>
                    <a:pt x="471" y="1236"/>
                  </a:lnTo>
                  <a:close/>
                  <a:moveTo>
                    <a:pt x="2671" y="0"/>
                  </a:moveTo>
                  <a:lnTo>
                    <a:pt x="2741" y="1"/>
                  </a:lnTo>
                  <a:lnTo>
                    <a:pt x="2807" y="7"/>
                  </a:lnTo>
                  <a:lnTo>
                    <a:pt x="2868" y="16"/>
                  </a:lnTo>
                  <a:lnTo>
                    <a:pt x="2926" y="29"/>
                  </a:lnTo>
                  <a:lnTo>
                    <a:pt x="2981" y="45"/>
                  </a:lnTo>
                  <a:lnTo>
                    <a:pt x="3032" y="66"/>
                  </a:lnTo>
                  <a:lnTo>
                    <a:pt x="3079" y="89"/>
                  </a:lnTo>
                  <a:lnTo>
                    <a:pt x="3122" y="117"/>
                  </a:lnTo>
                  <a:lnTo>
                    <a:pt x="3162" y="148"/>
                  </a:lnTo>
                  <a:lnTo>
                    <a:pt x="3198" y="183"/>
                  </a:lnTo>
                  <a:lnTo>
                    <a:pt x="3229" y="221"/>
                  </a:lnTo>
                  <a:lnTo>
                    <a:pt x="3256" y="261"/>
                  </a:lnTo>
                  <a:lnTo>
                    <a:pt x="3277" y="302"/>
                  </a:lnTo>
                  <a:lnTo>
                    <a:pt x="3295" y="344"/>
                  </a:lnTo>
                  <a:lnTo>
                    <a:pt x="3309" y="386"/>
                  </a:lnTo>
                  <a:lnTo>
                    <a:pt x="3318" y="429"/>
                  </a:lnTo>
                  <a:lnTo>
                    <a:pt x="3325" y="472"/>
                  </a:lnTo>
                  <a:lnTo>
                    <a:pt x="3329" y="513"/>
                  </a:lnTo>
                  <a:lnTo>
                    <a:pt x="3330" y="553"/>
                  </a:lnTo>
                  <a:lnTo>
                    <a:pt x="3330" y="591"/>
                  </a:lnTo>
                  <a:lnTo>
                    <a:pt x="3327" y="628"/>
                  </a:lnTo>
                  <a:lnTo>
                    <a:pt x="3324" y="662"/>
                  </a:lnTo>
                  <a:lnTo>
                    <a:pt x="3320" y="693"/>
                  </a:lnTo>
                  <a:lnTo>
                    <a:pt x="3315" y="720"/>
                  </a:lnTo>
                  <a:lnTo>
                    <a:pt x="3310" y="744"/>
                  </a:lnTo>
                  <a:lnTo>
                    <a:pt x="3305" y="764"/>
                  </a:lnTo>
                  <a:lnTo>
                    <a:pt x="3301" y="781"/>
                  </a:lnTo>
                  <a:lnTo>
                    <a:pt x="3298" y="791"/>
                  </a:lnTo>
                  <a:lnTo>
                    <a:pt x="3297" y="796"/>
                  </a:lnTo>
                  <a:lnTo>
                    <a:pt x="3290" y="812"/>
                  </a:lnTo>
                  <a:lnTo>
                    <a:pt x="3279" y="825"/>
                  </a:lnTo>
                  <a:lnTo>
                    <a:pt x="3266" y="836"/>
                  </a:lnTo>
                  <a:lnTo>
                    <a:pt x="3252" y="844"/>
                  </a:lnTo>
                  <a:lnTo>
                    <a:pt x="3234" y="849"/>
                  </a:lnTo>
                  <a:lnTo>
                    <a:pt x="942" y="1225"/>
                  </a:lnTo>
                  <a:lnTo>
                    <a:pt x="942" y="1390"/>
                  </a:lnTo>
                  <a:lnTo>
                    <a:pt x="939" y="1445"/>
                  </a:lnTo>
                  <a:lnTo>
                    <a:pt x="930" y="1497"/>
                  </a:lnTo>
                  <a:lnTo>
                    <a:pt x="915" y="1547"/>
                  </a:lnTo>
                  <a:lnTo>
                    <a:pt x="895" y="1594"/>
                  </a:lnTo>
                  <a:lnTo>
                    <a:pt x="869" y="1639"/>
                  </a:lnTo>
                  <a:lnTo>
                    <a:pt x="839" y="1680"/>
                  </a:lnTo>
                  <a:lnTo>
                    <a:pt x="805" y="1719"/>
                  </a:lnTo>
                  <a:lnTo>
                    <a:pt x="766" y="1753"/>
                  </a:lnTo>
                  <a:lnTo>
                    <a:pt x="724" y="1782"/>
                  </a:lnTo>
                  <a:lnTo>
                    <a:pt x="678" y="1807"/>
                  </a:lnTo>
                  <a:lnTo>
                    <a:pt x="630" y="1827"/>
                  </a:lnTo>
                  <a:lnTo>
                    <a:pt x="579" y="1842"/>
                  </a:lnTo>
                  <a:lnTo>
                    <a:pt x="526" y="1851"/>
                  </a:lnTo>
                  <a:lnTo>
                    <a:pt x="471" y="1854"/>
                  </a:lnTo>
                  <a:lnTo>
                    <a:pt x="416" y="1851"/>
                  </a:lnTo>
                  <a:lnTo>
                    <a:pt x="363" y="1842"/>
                  </a:lnTo>
                  <a:lnTo>
                    <a:pt x="313" y="1827"/>
                  </a:lnTo>
                  <a:lnTo>
                    <a:pt x="264" y="1807"/>
                  </a:lnTo>
                  <a:lnTo>
                    <a:pt x="219" y="1782"/>
                  </a:lnTo>
                  <a:lnTo>
                    <a:pt x="176" y="1753"/>
                  </a:lnTo>
                  <a:lnTo>
                    <a:pt x="139" y="1719"/>
                  </a:lnTo>
                  <a:lnTo>
                    <a:pt x="104" y="1680"/>
                  </a:lnTo>
                  <a:lnTo>
                    <a:pt x="73" y="1639"/>
                  </a:lnTo>
                  <a:lnTo>
                    <a:pt x="48" y="1594"/>
                  </a:lnTo>
                  <a:lnTo>
                    <a:pt x="28" y="1547"/>
                  </a:lnTo>
                  <a:lnTo>
                    <a:pt x="12" y="1497"/>
                  </a:lnTo>
                  <a:lnTo>
                    <a:pt x="3" y="1445"/>
                  </a:lnTo>
                  <a:lnTo>
                    <a:pt x="0" y="1390"/>
                  </a:lnTo>
                  <a:lnTo>
                    <a:pt x="0" y="1004"/>
                  </a:lnTo>
                  <a:lnTo>
                    <a:pt x="2" y="987"/>
                  </a:lnTo>
                  <a:lnTo>
                    <a:pt x="7" y="971"/>
                  </a:lnTo>
                  <a:lnTo>
                    <a:pt x="16" y="957"/>
                  </a:lnTo>
                  <a:lnTo>
                    <a:pt x="28" y="945"/>
                  </a:lnTo>
                  <a:lnTo>
                    <a:pt x="43" y="936"/>
                  </a:lnTo>
                  <a:lnTo>
                    <a:pt x="50" y="932"/>
                  </a:lnTo>
                  <a:lnTo>
                    <a:pt x="63" y="925"/>
                  </a:lnTo>
                  <a:lnTo>
                    <a:pt x="81" y="917"/>
                  </a:lnTo>
                  <a:lnTo>
                    <a:pt x="103" y="905"/>
                  </a:lnTo>
                  <a:lnTo>
                    <a:pt x="130" y="892"/>
                  </a:lnTo>
                  <a:lnTo>
                    <a:pt x="161" y="877"/>
                  </a:lnTo>
                  <a:lnTo>
                    <a:pt x="196" y="860"/>
                  </a:lnTo>
                  <a:lnTo>
                    <a:pt x="236" y="841"/>
                  </a:lnTo>
                  <a:lnTo>
                    <a:pt x="278" y="820"/>
                  </a:lnTo>
                  <a:lnTo>
                    <a:pt x="324" y="798"/>
                  </a:lnTo>
                  <a:lnTo>
                    <a:pt x="374" y="773"/>
                  </a:lnTo>
                  <a:lnTo>
                    <a:pt x="427" y="748"/>
                  </a:lnTo>
                  <a:lnTo>
                    <a:pt x="483" y="722"/>
                  </a:lnTo>
                  <a:lnTo>
                    <a:pt x="543" y="695"/>
                  </a:lnTo>
                  <a:lnTo>
                    <a:pt x="604" y="666"/>
                  </a:lnTo>
                  <a:lnTo>
                    <a:pt x="667" y="637"/>
                  </a:lnTo>
                  <a:lnTo>
                    <a:pt x="733" y="608"/>
                  </a:lnTo>
                  <a:lnTo>
                    <a:pt x="802" y="578"/>
                  </a:lnTo>
                  <a:lnTo>
                    <a:pt x="871" y="547"/>
                  </a:lnTo>
                  <a:lnTo>
                    <a:pt x="944" y="516"/>
                  </a:lnTo>
                  <a:lnTo>
                    <a:pt x="1016" y="485"/>
                  </a:lnTo>
                  <a:lnTo>
                    <a:pt x="1090" y="453"/>
                  </a:lnTo>
                  <a:lnTo>
                    <a:pt x="1166" y="422"/>
                  </a:lnTo>
                  <a:lnTo>
                    <a:pt x="1242" y="391"/>
                  </a:lnTo>
                  <a:lnTo>
                    <a:pt x="1320" y="360"/>
                  </a:lnTo>
                  <a:lnTo>
                    <a:pt x="1397" y="330"/>
                  </a:lnTo>
                  <a:lnTo>
                    <a:pt x="1475" y="300"/>
                  </a:lnTo>
                  <a:lnTo>
                    <a:pt x="1553" y="271"/>
                  </a:lnTo>
                  <a:lnTo>
                    <a:pt x="1632" y="243"/>
                  </a:lnTo>
                  <a:lnTo>
                    <a:pt x="1710" y="216"/>
                  </a:lnTo>
                  <a:lnTo>
                    <a:pt x="1787" y="190"/>
                  </a:lnTo>
                  <a:lnTo>
                    <a:pt x="1864" y="165"/>
                  </a:lnTo>
                  <a:lnTo>
                    <a:pt x="1940" y="140"/>
                  </a:lnTo>
                  <a:lnTo>
                    <a:pt x="2016" y="118"/>
                  </a:lnTo>
                  <a:lnTo>
                    <a:pt x="2089" y="97"/>
                  </a:lnTo>
                  <a:lnTo>
                    <a:pt x="2161" y="78"/>
                  </a:lnTo>
                  <a:lnTo>
                    <a:pt x="2233" y="61"/>
                  </a:lnTo>
                  <a:lnTo>
                    <a:pt x="2302" y="45"/>
                  </a:lnTo>
                  <a:lnTo>
                    <a:pt x="2369" y="32"/>
                  </a:lnTo>
                  <a:lnTo>
                    <a:pt x="2435" y="21"/>
                  </a:lnTo>
                  <a:lnTo>
                    <a:pt x="2498" y="12"/>
                  </a:lnTo>
                  <a:lnTo>
                    <a:pt x="2558" y="5"/>
                  </a:lnTo>
                  <a:lnTo>
                    <a:pt x="2616" y="1"/>
                  </a:lnTo>
                  <a:lnTo>
                    <a:pt x="26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9A3F342-9A0C-44C5-8FA4-FC5DFB36724E}"/>
              </a:ext>
            </a:extLst>
          </p:cNvPr>
          <p:cNvGrpSpPr/>
          <p:nvPr/>
        </p:nvGrpSpPr>
        <p:grpSpPr>
          <a:xfrm flipH="1">
            <a:off x="9912645" y="1665704"/>
            <a:ext cx="329932" cy="302709"/>
            <a:chOff x="4252913" y="3970338"/>
            <a:chExt cx="481013" cy="4413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69" name="Freeform 411">
              <a:extLst>
                <a:ext uri="{FF2B5EF4-FFF2-40B4-BE49-F238E27FC236}">
                  <a16:creationId xmlns:a16="http://schemas.microsoft.com/office/drawing/2014/main" id="{78E53254-4838-4A18-A8D7-2B660F7ED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913" y="3970338"/>
              <a:ext cx="481013" cy="441325"/>
            </a:xfrm>
            <a:custGeom>
              <a:avLst/>
              <a:gdLst>
                <a:gd name="T0" fmla="*/ 1827 w 3330"/>
                <a:gd name="T1" fmla="*/ 27 h 3059"/>
                <a:gd name="T2" fmla="*/ 2182 w 3330"/>
                <a:gd name="T3" fmla="*/ 140 h 3059"/>
                <a:gd name="T4" fmla="*/ 2494 w 3330"/>
                <a:gd name="T5" fmla="*/ 331 h 3059"/>
                <a:gd name="T6" fmla="*/ 2751 w 3330"/>
                <a:gd name="T7" fmla="*/ 587 h 3059"/>
                <a:gd name="T8" fmla="*/ 2942 w 3330"/>
                <a:gd name="T9" fmla="*/ 898 h 3059"/>
                <a:gd name="T10" fmla="*/ 3053 w 3330"/>
                <a:gd name="T11" fmla="*/ 1252 h 3059"/>
                <a:gd name="T12" fmla="*/ 3305 w 3330"/>
                <a:gd name="T13" fmla="*/ 1267 h 3059"/>
                <a:gd name="T14" fmla="*/ 3330 w 3330"/>
                <a:gd name="T15" fmla="*/ 1330 h 3059"/>
                <a:gd name="T16" fmla="*/ 2953 w 3330"/>
                <a:gd name="T17" fmla="*/ 1793 h 3059"/>
                <a:gd name="T18" fmla="*/ 2896 w 3330"/>
                <a:gd name="T19" fmla="*/ 1806 h 3059"/>
                <a:gd name="T20" fmla="*/ 2507 w 3330"/>
                <a:gd name="T21" fmla="*/ 1365 h 3059"/>
                <a:gd name="T22" fmla="*/ 2492 w 3330"/>
                <a:gd name="T23" fmla="*/ 1307 h 3059"/>
                <a:gd name="T24" fmla="*/ 2530 w 3330"/>
                <a:gd name="T25" fmla="*/ 1258 h 3059"/>
                <a:gd name="T26" fmla="*/ 2745 w 3330"/>
                <a:gd name="T27" fmla="*/ 1169 h 3059"/>
                <a:gd name="T28" fmla="*/ 2605 w 3330"/>
                <a:gd name="T29" fmla="*/ 865 h 3059"/>
                <a:gd name="T30" fmla="*/ 2393 w 3330"/>
                <a:gd name="T31" fmla="*/ 610 h 3059"/>
                <a:gd name="T32" fmla="*/ 2121 w 3330"/>
                <a:gd name="T33" fmla="*/ 420 h 3059"/>
                <a:gd name="T34" fmla="*/ 1801 w 3330"/>
                <a:gd name="T35" fmla="*/ 305 h 3059"/>
                <a:gd name="T36" fmla="*/ 1449 w 3330"/>
                <a:gd name="T37" fmla="*/ 281 h 3059"/>
                <a:gd name="T38" fmla="*/ 1110 w 3330"/>
                <a:gd name="T39" fmla="*/ 353 h 3059"/>
                <a:gd name="T40" fmla="*/ 810 w 3330"/>
                <a:gd name="T41" fmla="*/ 510 h 3059"/>
                <a:gd name="T42" fmla="*/ 564 w 3330"/>
                <a:gd name="T43" fmla="*/ 738 h 3059"/>
                <a:gd name="T44" fmla="*/ 388 w 3330"/>
                <a:gd name="T45" fmla="*/ 1023 h 3059"/>
                <a:gd name="T46" fmla="*/ 293 w 3330"/>
                <a:gd name="T47" fmla="*/ 1352 h 3059"/>
                <a:gd name="T48" fmla="*/ 293 w 3330"/>
                <a:gd name="T49" fmla="*/ 1706 h 3059"/>
                <a:gd name="T50" fmla="*/ 388 w 3330"/>
                <a:gd name="T51" fmla="*/ 2035 h 3059"/>
                <a:gd name="T52" fmla="*/ 564 w 3330"/>
                <a:gd name="T53" fmla="*/ 2321 h 3059"/>
                <a:gd name="T54" fmla="*/ 810 w 3330"/>
                <a:gd name="T55" fmla="*/ 2549 h 3059"/>
                <a:gd name="T56" fmla="*/ 1110 w 3330"/>
                <a:gd name="T57" fmla="*/ 2706 h 3059"/>
                <a:gd name="T58" fmla="*/ 1449 w 3330"/>
                <a:gd name="T59" fmla="*/ 2778 h 3059"/>
                <a:gd name="T60" fmla="*/ 1787 w 3330"/>
                <a:gd name="T61" fmla="*/ 2757 h 3059"/>
                <a:gd name="T62" fmla="*/ 2097 w 3330"/>
                <a:gd name="T63" fmla="*/ 2651 h 3059"/>
                <a:gd name="T64" fmla="*/ 2368 w 3330"/>
                <a:gd name="T65" fmla="*/ 2471 h 3059"/>
                <a:gd name="T66" fmla="*/ 2587 w 3330"/>
                <a:gd name="T67" fmla="*/ 2226 h 3059"/>
                <a:gd name="T68" fmla="*/ 2683 w 3330"/>
                <a:gd name="T69" fmla="*/ 2104 h 3059"/>
                <a:gd name="T70" fmla="*/ 2775 w 3330"/>
                <a:gd name="T71" fmla="*/ 2088 h 3059"/>
                <a:gd name="T72" fmla="*/ 2860 w 3330"/>
                <a:gd name="T73" fmla="*/ 2137 h 3059"/>
                <a:gd name="T74" fmla="*/ 2892 w 3330"/>
                <a:gd name="T75" fmla="*/ 2225 h 3059"/>
                <a:gd name="T76" fmla="*/ 2825 w 3330"/>
                <a:gd name="T77" fmla="*/ 2372 h 3059"/>
                <a:gd name="T78" fmla="*/ 2594 w 3330"/>
                <a:gd name="T79" fmla="*/ 2644 h 3059"/>
                <a:gd name="T80" fmla="*/ 2308 w 3330"/>
                <a:gd name="T81" fmla="*/ 2854 h 3059"/>
                <a:gd name="T82" fmla="*/ 1983 w 3330"/>
                <a:gd name="T83" fmla="*/ 2994 h 3059"/>
                <a:gd name="T84" fmla="*/ 1630 w 3330"/>
                <a:gd name="T85" fmla="*/ 3057 h 3059"/>
                <a:gd name="T86" fmla="*/ 1241 w 3330"/>
                <a:gd name="T87" fmla="*/ 3030 h 3059"/>
                <a:gd name="T88" fmla="*/ 875 w 3330"/>
                <a:gd name="T89" fmla="*/ 2910 h 3059"/>
                <a:gd name="T90" fmla="*/ 556 w 3330"/>
                <a:gd name="T91" fmla="*/ 2706 h 3059"/>
                <a:gd name="T92" fmla="*/ 298 w 3330"/>
                <a:gd name="T93" fmla="*/ 2433 h 3059"/>
                <a:gd name="T94" fmla="*/ 112 w 3330"/>
                <a:gd name="T95" fmla="*/ 2102 h 3059"/>
                <a:gd name="T96" fmla="*/ 13 w 3330"/>
                <a:gd name="T97" fmla="*/ 1728 h 3059"/>
                <a:gd name="T98" fmla="*/ 13 w 3330"/>
                <a:gd name="T99" fmla="*/ 1330 h 3059"/>
                <a:gd name="T100" fmla="*/ 112 w 3330"/>
                <a:gd name="T101" fmla="*/ 957 h 3059"/>
                <a:gd name="T102" fmla="*/ 298 w 3330"/>
                <a:gd name="T103" fmla="*/ 627 h 3059"/>
                <a:gd name="T104" fmla="*/ 556 w 3330"/>
                <a:gd name="T105" fmla="*/ 353 h 3059"/>
                <a:gd name="T106" fmla="*/ 875 w 3330"/>
                <a:gd name="T107" fmla="*/ 149 h 3059"/>
                <a:gd name="T108" fmla="*/ 1241 w 3330"/>
                <a:gd name="T109" fmla="*/ 29 h 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30" h="3059">
                  <a:moveTo>
                    <a:pt x="1539" y="0"/>
                  </a:moveTo>
                  <a:lnTo>
                    <a:pt x="1637" y="3"/>
                  </a:lnTo>
                  <a:lnTo>
                    <a:pt x="1733" y="11"/>
                  </a:lnTo>
                  <a:lnTo>
                    <a:pt x="1827" y="27"/>
                  </a:lnTo>
                  <a:lnTo>
                    <a:pt x="1920" y="47"/>
                  </a:lnTo>
                  <a:lnTo>
                    <a:pt x="2009" y="72"/>
                  </a:lnTo>
                  <a:lnTo>
                    <a:pt x="2097" y="104"/>
                  </a:lnTo>
                  <a:lnTo>
                    <a:pt x="2182" y="140"/>
                  </a:lnTo>
                  <a:lnTo>
                    <a:pt x="2264" y="181"/>
                  </a:lnTo>
                  <a:lnTo>
                    <a:pt x="2344" y="226"/>
                  </a:lnTo>
                  <a:lnTo>
                    <a:pt x="2420" y="276"/>
                  </a:lnTo>
                  <a:lnTo>
                    <a:pt x="2494" y="331"/>
                  </a:lnTo>
                  <a:lnTo>
                    <a:pt x="2564" y="388"/>
                  </a:lnTo>
                  <a:lnTo>
                    <a:pt x="2630" y="451"/>
                  </a:lnTo>
                  <a:lnTo>
                    <a:pt x="2693" y="517"/>
                  </a:lnTo>
                  <a:lnTo>
                    <a:pt x="2751" y="587"/>
                  </a:lnTo>
                  <a:lnTo>
                    <a:pt x="2805" y="660"/>
                  </a:lnTo>
                  <a:lnTo>
                    <a:pt x="2855" y="736"/>
                  </a:lnTo>
                  <a:lnTo>
                    <a:pt x="2901" y="816"/>
                  </a:lnTo>
                  <a:lnTo>
                    <a:pt x="2942" y="898"/>
                  </a:lnTo>
                  <a:lnTo>
                    <a:pt x="2977" y="983"/>
                  </a:lnTo>
                  <a:lnTo>
                    <a:pt x="3008" y="1070"/>
                  </a:lnTo>
                  <a:lnTo>
                    <a:pt x="3033" y="1160"/>
                  </a:lnTo>
                  <a:lnTo>
                    <a:pt x="3053" y="1252"/>
                  </a:lnTo>
                  <a:lnTo>
                    <a:pt x="3261" y="1252"/>
                  </a:lnTo>
                  <a:lnTo>
                    <a:pt x="3276" y="1254"/>
                  </a:lnTo>
                  <a:lnTo>
                    <a:pt x="3292" y="1259"/>
                  </a:lnTo>
                  <a:lnTo>
                    <a:pt x="3305" y="1267"/>
                  </a:lnTo>
                  <a:lnTo>
                    <a:pt x="3316" y="1278"/>
                  </a:lnTo>
                  <a:lnTo>
                    <a:pt x="3324" y="1291"/>
                  </a:lnTo>
                  <a:lnTo>
                    <a:pt x="3330" y="1311"/>
                  </a:lnTo>
                  <a:lnTo>
                    <a:pt x="3330" y="1330"/>
                  </a:lnTo>
                  <a:lnTo>
                    <a:pt x="3325" y="1348"/>
                  </a:lnTo>
                  <a:lnTo>
                    <a:pt x="3314" y="1365"/>
                  </a:lnTo>
                  <a:lnTo>
                    <a:pt x="2964" y="1783"/>
                  </a:lnTo>
                  <a:lnTo>
                    <a:pt x="2953" y="1793"/>
                  </a:lnTo>
                  <a:lnTo>
                    <a:pt x="2941" y="1801"/>
                  </a:lnTo>
                  <a:lnTo>
                    <a:pt x="2926" y="1806"/>
                  </a:lnTo>
                  <a:lnTo>
                    <a:pt x="2911" y="1807"/>
                  </a:lnTo>
                  <a:lnTo>
                    <a:pt x="2896" y="1806"/>
                  </a:lnTo>
                  <a:lnTo>
                    <a:pt x="2880" y="1801"/>
                  </a:lnTo>
                  <a:lnTo>
                    <a:pt x="2868" y="1793"/>
                  </a:lnTo>
                  <a:lnTo>
                    <a:pt x="2857" y="1783"/>
                  </a:lnTo>
                  <a:lnTo>
                    <a:pt x="2507" y="1365"/>
                  </a:lnTo>
                  <a:lnTo>
                    <a:pt x="2498" y="1352"/>
                  </a:lnTo>
                  <a:lnTo>
                    <a:pt x="2493" y="1337"/>
                  </a:lnTo>
                  <a:lnTo>
                    <a:pt x="2491" y="1322"/>
                  </a:lnTo>
                  <a:lnTo>
                    <a:pt x="2492" y="1307"/>
                  </a:lnTo>
                  <a:lnTo>
                    <a:pt x="2498" y="1291"/>
                  </a:lnTo>
                  <a:lnTo>
                    <a:pt x="2506" y="1278"/>
                  </a:lnTo>
                  <a:lnTo>
                    <a:pt x="2517" y="1267"/>
                  </a:lnTo>
                  <a:lnTo>
                    <a:pt x="2530" y="1258"/>
                  </a:lnTo>
                  <a:lnTo>
                    <a:pt x="2545" y="1253"/>
                  </a:lnTo>
                  <a:lnTo>
                    <a:pt x="2561" y="1251"/>
                  </a:lnTo>
                  <a:lnTo>
                    <a:pt x="2766" y="1251"/>
                  </a:lnTo>
                  <a:lnTo>
                    <a:pt x="2745" y="1169"/>
                  </a:lnTo>
                  <a:lnTo>
                    <a:pt x="2717" y="1089"/>
                  </a:lnTo>
                  <a:lnTo>
                    <a:pt x="2685" y="1012"/>
                  </a:lnTo>
                  <a:lnTo>
                    <a:pt x="2648" y="937"/>
                  </a:lnTo>
                  <a:lnTo>
                    <a:pt x="2605" y="865"/>
                  </a:lnTo>
                  <a:lnTo>
                    <a:pt x="2558" y="796"/>
                  </a:lnTo>
                  <a:lnTo>
                    <a:pt x="2507" y="730"/>
                  </a:lnTo>
                  <a:lnTo>
                    <a:pt x="2452" y="668"/>
                  </a:lnTo>
                  <a:lnTo>
                    <a:pt x="2393" y="610"/>
                  </a:lnTo>
                  <a:lnTo>
                    <a:pt x="2330" y="556"/>
                  </a:lnTo>
                  <a:lnTo>
                    <a:pt x="2263" y="506"/>
                  </a:lnTo>
                  <a:lnTo>
                    <a:pt x="2193" y="460"/>
                  </a:lnTo>
                  <a:lnTo>
                    <a:pt x="2121" y="420"/>
                  </a:lnTo>
                  <a:lnTo>
                    <a:pt x="2044" y="383"/>
                  </a:lnTo>
                  <a:lnTo>
                    <a:pt x="1966" y="352"/>
                  </a:lnTo>
                  <a:lnTo>
                    <a:pt x="1885" y="326"/>
                  </a:lnTo>
                  <a:lnTo>
                    <a:pt x="1801" y="305"/>
                  </a:lnTo>
                  <a:lnTo>
                    <a:pt x="1716" y="290"/>
                  </a:lnTo>
                  <a:lnTo>
                    <a:pt x="1628" y="281"/>
                  </a:lnTo>
                  <a:lnTo>
                    <a:pt x="1539" y="278"/>
                  </a:lnTo>
                  <a:lnTo>
                    <a:pt x="1449" y="281"/>
                  </a:lnTo>
                  <a:lnTo>
                    <a:pt x="1362" y="290"/>
                  </a:lnTo>
                  <a:lnTo>
                    <a:pt x="1275" y="305"/>
                  </a:lnTo>
                  <a:lnTo>
                    <a:pt x="1191" y="327"/>
                  </a:lnTo>
                  <a:lnTo>
                    <a:pt x="1110" y="353"/>
                  </a:lnTo>
                  <a:lnTo>
                    <a:pt x="1030" y="385"/>
                  </a:lnTo>
                  <a:lnTo>
                    <a:pt x="954" y="422"/>
                  </a:lnTo>
                  <a:lnTo>
                    <a:pt x="880" y="463"/>
                  </a:lnTo>
                  <a:lnTo>
                    <a:pt x="810" y="510"/>
                  </a:lnTo>
                  <a:lnTo>
                    <a:pt x="743" y="561"/>
                  </a:lnTo>
                  <a:lnTo>
                    <a:pt x="679" y="615"/>
                  </a:lnTo>
                  <a:lnTo>
                    <a:pt x="620" y="675"/>
                  </a:lnTo>
                  <a:lnTo>
                    <a:pt x="564" y="738"/>
                  </a:lnTo>
                  <a:lnTo>
                    <a:pt x="513" y="804"/>
                  </a:lnTo>
                  <a:lnTo>
                    <a:pt x="467" y="874"/>
                  </a:lnTo>
                  <a:lnTo>
                    <a:pt x="424" y="947"/>
                  </a:lnTo>
                  <a:lnTo>
                    <a:pt x="388" y="1023"/>
                  </a:lnTo>
                  <a:lnTo>
                    <a:pt x="356" y="1102"/>
                  </a:lnTo>
                  <a:lnTo>
                    <a:pt x="328" y="1183"/>
                  </a:lnTo>
                  <a:lnTo>
                    <a:pt x="308" y="1267"/>
                  </a:lnTo>
                  <a:lnTo>
                    <a:pt x="293" y="1352"/>
                  </a:lnTo>
                  <a:lnTo>
                    <a:pt x="284" y="1440"/>
                  </a:lnTo>
                  <a:lnTo>
                    <a:pt x="279" y="1530"/>
                  </a:lnTo>
                  <a:lnTo>
                    <a:pt x="284" y="1619"/>
                  </a:lnTo>
                  <a:lnTo>
                    <a:pt x="293" y="1706"/>
                  </a:lnTo>
                  <a:lnTo>
                    <a:pt x="308" y="1792"/>
                  </a:lnTo>
                  <a:lnTo>
                    <a:pt x="328" y="1875"/>
                  </a:lnTo>
                  <a:lnTo>
                    <a:pt x="356" y="1957"/>
                  </a:lnTo>
                  <a:lnTo>
                    <a:pt x="388" y="2035"/>
                  </a:lnTo>
                  <a:lnTo>
                    <a:pt x="424" y="2111"/>
                  </a:lnTo>
                  <a:lnTo>
                    <a:pt x="467" y="2184"/>
                  </a:lnTo>
                  <a:lnTo>
                    <a:pt x="513" y="2254"/>
                  </a:lnTo>
                  <a:lnTo>
                    <a:pt x="564" y="2321"/>
                  </a:lnTo>
                  <a:lnTo>
                    <a:pt x="620" y="2384"/>
                  </a:lnTo>
                  <a:lnTo>
                    <a:pt x="679" y="2444"/>
                  </a:lnTo>
                  <a:lnTo>
                    <a:pt x="743" y="2498"/>
                  </a:lnTo>
                  <a:lnTo>
                    <a:pt x="810" y="2549"/>
                  </a:lnTo>
                  <a:lnTo>
                    <a:pt x="880" y="2596"/>
                  </a:lnTo>
                  <a:lnTo>
                    <a:pt x="954" y="2637"/>
                  </a:lnTo>
                  <a:lnTo>
                    <a:pt x="1030" y="2674"/>
                  </a:lnTo>
                  <a:lnTo>
                    <a:pt x="1110" y="2706"/>
                  </a:lnTo>
                  <a:lnTo>
                    <a:pt x="1191" y="2733"/>
                  </a:lnTo>
                  <a:lnTo>
                    <a:pt x="1275" y="2754"/>
                  </a:lnTo>
                  <a:lnTo>
                    <a:pt x="1362" y="2769"/>
                  </a:lnTo>
                  <a:lnTo>
                    <a:pt x="1449" y="2778"/>
                  </a:lnTo>
                  <a:lnTo>
                    <a:pt x="1539" y="2781"/>
                  </a:lnTo>
                  <a:lnTo>
                    <a:pt x="1623" y="2778"/>
                  </a:lnTo>
                  <a:lnTo>
                    <a:pt x="1705" y="2770"/>
                  </a:lnTo>
                  <a:lnTo>
                    <a:pt x="1787" y="2757"/>
                  </a:lnTo>
                  <a:lnTo>
                    <a:pt x="1868" y="2738"/>
                  </a:lnTo>
                  <a:lnTo>
                    <a:pt x="1946" y="2713"/>
                  </a:lnTo>
                  <a:lnTo>
                    <a:pt x="2023" y="2685"/>
                  </a:lnTo>
                  <a:lnTo>
                    <a:pt x="2097" y="2651"/>
                  </a:lnTo>
                  <a:lnTo>
                    <a:pt x="2169" y="2613"/>
                  </a:lnTo>
                  <a:lnTo>
                    <a:pt x="2238" y="2570"/>
                  </a:lnTo>
                  <a:lnTo>
                    <a:pt x="2305" y="2523"/>
                  </a:lnTo>
                  <a:lnTo>
                    <a:pt x="2368" y="2471"/>
                  </a:lnTo>
                  <a:lnTo>
                    <a:pt x="2429" y="2416"/>
                  </a:lnTo>
                  <a:lnTo>
                    <a:pt x="2485" y="2357"/>
                  </a:lnTo>
                  <a:lnTo>
                    <a:pt x="2538" y="2293"/>
                  </a:lnTo>
                  <a:lnTo>
                    <a:pt x="2587" y="2226"/>
                  </a:lnTo>
                  <a:lnTo>
                    <a:pt x="2631" y="2156"/>
                  </a:lnTo>
                  <a:lnTo>
                    <a:pt x="2645" y="2135"/>
                  </a:lnTo>
                  <a:lnTo>
                    <a:pt x="2662" y="2117"/>
                  </a:lnTo>
                  <a:lnTo>
                    <a:pt x="2683" y="2104"/>
                  </a:lnTo>
                  <a:lnTo>
                    <a:pt x="2704" y="2094"/>
                  </a:lnTo>
                  <a:lnTo>
                    <a:pt x="2727" y="2088"/>
                  </a:lnTo>
                  <a:lnTo>
                    <a:pt x="2751" y="2086"/>
                  </a:lnTo>
                  <a:lnTo>
                    <a:pt x="2775" y="2088"/>
                  </a:lnTo>
                  <a:lnTo>
                    <a:pt x="2799" y="2094"/>
                  </a:lnTo>
                  <a:lnTo>
                    <a:pt x="2821" y="2104"/>
                  </a:lnTo>
                  <a:lnTo>
                    <a:pt x="2843" y="2119"/>
                  </a:lnTo>
                  <a:lnTo>
                    <a:pt x="2860" y="2137"/>
                  </a:lnTo>
                  <a:lnTo>
                    <a:pt x="2873" y="2156"/>
                  </a:lnTo>
                  <a:lnTo>
                    <a:pt x="2884" y="2178"/>
                  </a:lnTo>
                  <a:lnTo>
                    <a:pt x="2890" y="2200"/>
                  </a:lnTo>
                  <a:lnTo>
                    <a:pt x="2892" y="2225"/>
                  </a:lnTo>
                  <a:lnTo>
                    <a:pt x="2890" y="2248"/>
                  </a:lnTo>
                  <a:lnTo>
                    <a:pt x="2884" y="2272"/>
                  </a:lnTo>
                  <a:lnTo>
                    <a:pt x="2873" y="2295"/>
                  </a:lnTo>
                  <a:lnTo>
                    <a:pt x="2825" y="2372"/>
                  </a:lnTo>
                  <a:lnTo>
                    <a:pt x="2773" y="2445"/>
                  </a:lnTo>
                  <a:lnTo>
                    <a:pt x="2717" y="2515"/>
                  </a:lnTo>
                  <a:lnTo>
                    <a:pt x="2657" y="2582"/>
                  </a:lnTo>
                  <a:lnTo>
                    <a:pt x="2594" y="2644"/>
                  </a:lnTo>
                  <a:lnTo>
                    <a:pt x="2527" y="2702"/>
                  </a:lnTo>
                  <a:lnTo>
                    <a:pt x="2457" y="2757"/>
                  </a:lnTo>
                  <a:lnTo>
                    <a:pt x="2384" y="2807"/>
                  </a:lnTo>
                  <a:lnTo>
                    <a:pt x="2308" y="2854"/>
                  </a:lnTo>
                  <a:lnTo>
                    <a:pt x="2231" y="2896"/>
                  </a:lnTo>
                  <a:lnTo>
                    <a:pt x="2150" y="2933"/>
                  </a:lnTo>
                  <a:lnTo>
                    <a:pt x="2068" y="2966"/>
                  </a:lnTo>
                  <a:lnTo>
                    <a:pt x="1983" y="2994"/>
                  </a:lnTo>
                  <a:lnTo>
                    <a:pt x="1897" y="3017"/>
                  </a:lnTo>
                  <a:lnTo>
                    <a:pt x="1809" y="3036"/>
                  </a:lnTo>
                  <a:lnTo>
                    <a:pt x="1721" y="3049"/>
                  </a:lnTo>
                  <a:lnTo>
                    <a:pt x="1630" y="3057"/>
                  </a:lnTo>
                  <a:lnTo>
                    <a:pt x="1539" y="3059"/>
                  </a:lnTo>
                  <a:lnTo>
                    <a:pt x="1438" y="3056"/>
                  </a:lnTo>
                  <a:lnTo>
                    <a:pt x="1339" y="3047"/>
                  </a:lnTo>
                  <a:lnTo>
                    <a:pt x="1241" y="3030"/>
                  </a:lnTo>
                  <a:lnTo>
                    <a:pt x="1146" y="3009"/>
                  </a:lnTo>
                  <a:lnTo>
                    <a:pt x="1054" y="2981"/>
                  </a:lnTo>
                  <a:lnTo>
                    <a:pt x="963" y="2948"/>
                  </a:lnTo>
                  <a:lnTo>
                    <a:pt x="875" y="2910"/>
                  </a:lnTo>
                  <a:lnTo>
                    <a:pt x="791" y="2865"/>
                  </a:lnTo>
                  <a:lnTo>
                    <a:pt x="709" y="2817"/>
                  </a:lnTo>
                  <a:lnTo>
                    <a:pt x="631" y="2764"/>
                  </a:lnTo>
                  <a:lnTo>
                    <a:pt x="556" y="2706"/>
                  </a:lnTo>
                  <a:lnTo>
                    <a:pt x="486" y="2643"/>
                  </a:lnTo>
                  <a:lnTo>
                    <a:pt x="418" y="2576"/>
                  </a:lnTo>
                  <a:lnTo>
                    <a:pt x="356" y="2507"/>
                  </a:lnTo>
                  <a:lnTo>
                    <a:pt x="298" y="2433"/>
                  </a:lnTo>
                  <a:lnTo>
                    <a:pt x="244" y="2354"/>
                  </a:lnTo>
                  <a:lnTo>
                    <a:pt x="195" y="2273"/>
                  </a:lnTo>
                  <a:lnTo>
                    <a:pt x="151" y="2189"/>
                  </a:lnTo>
                  <a:lnTo>
                    <a:pt x="112" y="2102"/>
                  </a:lnTo>
                  <a:lnTo>
                    <a:pt x="79" y="2012"/>
                  </a:lnTo>
                  <a:lnTo>
                    <a:pt x="51" y="1920"/>
                  </a:lnTo>
                  <a:lnTo>
                    <a:pt x="29" y="1825"/>
                  </a:lnTo>
                  <a:lnTo>
                    <a:pt x="13" y="1728"/>
                  </a:lnTo>
                  <a:lnTo>
                    <a:pt x="3" y="1630"/>
                  </a:lnTo>
                  <a:lnTo>
                    <a:pt x="0" y="1530"/>
                  </a:lnTo>
                  <a:lnTo>
                    <a:pt x="3" y="1429"/>
                  </a:lnTo>
                  <a:lnTo>
                    <a:pt x="13" y="1330"/>
                  </a:lnTo>
                  <a:lnTo>
                    <a:pt x="29" y="1234"/>
                  </a:lnTo>
                  <a:lnTo>
                    <a:pt x="51" y="1138"/>
                  </a:lnTo>
                  <a:lnTo>
                    <a:pt x="79" y="1046"/>
                  </a:lnTo>
                  <a:lnTo>
                    <a:pt x="112" y="957"/>
                  </a:lnTo>
                  <a:lnTo>
                    <a:pt x="151" y="870"/>
                  </a:lnTo>
                  <a:lnTo>
                    <a:pt x="195" y="786"/>
                  </a:lnTo>
                  <a:lnTo>
                    <a:pt x="244" y="705"/>
                  </a:lnTo>
                  <a:lnTo>
                    <a:pt x="298" y="627"/>
                  </a:lnTo>
                  <a:lnTo>
                    <a:pt x="356" y="553"/>
                  </a:lnTo>
                  <a:lnTo>
                    <a:pt x="418" y="482"/>
                  </a:lnTo>
                  <a:lnTo>
                    <a:pt x="486" y="416"/>
                  </a:lnTo>
                  <a:lnTo>
                    <a:pt x="556" y="353"/>
                  </a:lnTo>
                  <a:lnTo>
                    <a:pt x="631" y="295"/>
                  </a:lnTo>
                  <a:lnTo>
                    <a:pt x="709" y="241"/>
                  </a:lnTo>
                  <a:lnTo>
                    <a:pt x="791" y="193"/>
                  </a:lnTo>
                  <a:lnTo>
                    <a:pt x="875" y="149"/>
                  </a:lnTo>
                  <a:lnTo>
                    <a:pt x="963" y="111"/>
                  </a:lnTo>
                  <a:lnTo>
                    <a:pt x="1054" y="78"/>
                  </a:lnTo>
                  <a:lnTo>
                    <a:pt x="1146" y="50"/>
                  </a:lnTo>
                  <a:lnTo>
                    <a:pt x="1241" y="29"/>
                  </a:lnTo>
                  <a:lnTo>
                    <a:pt x="1339" y="12"/>
                  </a:lnTo>
                  <a:lnTo>
                    <a:pt x="1438" y="3"/>
                  </a:lnTo>
                  <a:lnTo>
                    <a:pt x="15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0" name="Freeform 412">
              <a:extLst>
                <a:ext uri="{FF2B5EF4-FFF2-40B4-BE49-F238E27FC236}">
                  <a16:creationId xmlns:a16="http://schemas.microsoft.com/office/drawing/2014/main" id="{DECEECE6-1C7C-487C-8984-CC74BC362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40238" y="4021138"/>
              <a:ext cx="150813" cy="244475"/>
            </a:xfrm>
            <a:custGeom>
              <a:avLst/>
              <a:gdLst>
                <a:gd name="T0" fmla="*/ 222 w 1046"/>
                <a:gd name="T1" fmla="*/ 1080 h 1699"/>
                <a:gd name="T2" fmla="*/ 180 w 1046"/>
                <a:gd name="T3" fmla="*/ 1100 h 1699"/>
                <a:gd name="T4" fmla="*/ 151 w 1046"/>
                <a:gd name="T5" fmla="*/ 1136 h 1699"/>
                <a:gd name="T6" fmla="*/ 140 w 1046"/>
                <a:gd name="T7" fmla="*/ 1182 h 1699"/>
                <a:gd name="T8" fmla="*/ 151 w 1046"/>
                <a:gd name="T9" fmla="*/ 1227 h 1699"/>
                <a:gd name="T10" fmla="*/ 180 w 1046"/>
                <a:gd name="T11" fmla="*/ 1263 h 1699"/>
                <a:gd name="T12" fmla="*/ 222 w 1046"/>
                <a:gd name="T13" fmla="*/ 1283 h 1699"/>
                <a:gd name="T14" fmla="*/ 270 w 1046"/>
                <a:gd name="T15" fmla="*/ 1283 h 1699"/>
                <a:gd name="T16" fmla="*/ 311 w 1046"/>
                <a:gd name="T17" fmla="*/ 1263 h 1699"/>
                <a:gd name="T18" fmla="*/ 340 w 1046"/>
                <a:gd name="T19" fmla="*/ 1227 h 1699"/>
                <a:gd name="T20" fmla="*/ 350 w 1046"/>
                <a:gd name="T21" fmla="*/ 1182 h 1699"/>
                <a:gd name="T22" fmla="*/ 340 w 1046"/>
                <a:gd name="T23" fmla="*/ 1136 h 1699"/>
                <a:gd name="T24" fmla="*/ 311 w 1046"/>
                <a:gd name="T25" fmla="*/ 1100 h 1699"/>
                <a:gd name="T26" fmla="*/ 270 w 1046"/>
                <a:gd name="T27" fmla="*/ 1080 h 1699"/>
                <a:gd name="T28" fmla="*/ 245 w 1046"/>
                <a:gd name="T29" fmla="*/ 0 h 1699"/>
                <a:gd name="T30" fmla="*/ 300 w 1046"/>
                <a:gd name="T31" fmla="*/ 10 h 1699"/>
                <a:gd name="T32" fmla="*/ 344 w 1046"/>
                <a:gd name="T33" fmla="*/ 40 h 1699"/>
                <a:gd name="T34" fmla="*/ 375 w 1046"/>
                <a:gd name="T35" fmla="*/ 85 h 1699"/>
                <a:gd name="T36" fmla="*/ 386 w 1046"/>
                <a:gd name="T37" fmla="*/ 139 h 1699"/>
                <a:gd name="T38" fmla="*/ 412 w 1046"/>
                <a:gd name="T39" fmla="*/ 1004 h 1699"/>
                <a:gd name="T40" fmla="*/ 456 w 1046"/>
                <a:gd name="T41" fmla="*/ 1059 h 1699"/>
                <a:gd name="T42" fmla="*/ 483 w 1046"/>
                <a:gd name="T43" fmla="*/ 1125 h 1699"/>
                <a:gd name="T44" fmla="*/ 976 w 1046"/>
                <a:gd name="T45" fmla="*/ 1440 h 1699"/>
                <a:gd name="T46" fmla="*/ 1013 w 1046"/>
                <a:gd name="T47" fmla="*/ 1471 h 1699"/>
                <a:gd name="T48" fmla="*/ 1038 w 1046"/>
                <a:gd name="T49" fmla="*/ 1513 h 1699"/>
                <a:gd name="T50" fmla="*/ 1046 w 1046"/>
                <a:gd name="T51" fmla="*/ 1560 h 1699"/>
                <a:gd name="T52" fmla="*/ 1038 w 1046"/>
                <a:gd name="T53" fmla="*/ 1607 h 1699"/>
                <a:gd name="T54" fmla="*/ 1012 w 1046"/>
                <a:gd name="T55" fmla="*/ 1651 h 1699"/>
                <a:gd name="T56" fmla="*/ 974 w 1046"/>
                <a:gd name="T57" fmla="*/ 1681 h 1699"/>
                <a:gd name="T58" fmla="*/ 930 w 1046"/>
                <a:gd name="T59" fmla="*/ 1697 h 1699"/>
                <a:gd name="T60" fmla="*/ 882 w 1046"/>
                <a:gd name="T61" fmla="*/ 1697 h 1699"/>
                <a:gd name="T62" fmla="*/ 836 w 1046"/>
                <a:gd name="T63" fmla="*/ 1680 h 1699"/>
                <a:gd name="T64" fmla="*/ 317 w 1046"/>
                <a:gd name="T65" fmla="*/ 1414 h 1699"/>
                <a:gd name="T66" fmla="*/ 246 w 1046"/>
                <a:gd name="T67" fmla="*/ 1425 h 1699"/>
                <a:gd name="T68" fmla="*/ 169 w 1046"/>
                <a:gd name="T69" fmla="*/ 1413 h 1699"/>
                <a:gd name="T70" fmla="*/ 101 w 1046"/>
                <a:gd name="T71" fmla="*/ 1378 h 1699"/>
                <a:gd name="T72" fmla="*/ 48 w 1046"/>
                <a:gd name="T73" fmla="*/ 1325 h 1699"/>
                <a:gd name="T74" fmla="*/ 14 w 1046"/>
                <a:gd name="T75" fmla="*/ 1259 h 1699"/>
                <a:gd name="T76" fmla="*/ 0 w 1046"/>
                <a:gd name="T77" fmla="*/ 1182 h 1699"/>
                <a:gd name="T78" fmla="*/ 11 w 1046"/>
                <a:gd name="T79" fmla="*/ 1114 h 1699"/>
                <a:gd name="T80" fmla="*/ 38 w 1046"/>
                <a:gd name="T81" fmla="*/ 1053 h 1699"/>
                <a:gd name="T82" fmla="*/ 80 w 1046"/>
                <a:gd name="T83" fmla="*/ 1003 h 1699"/>
                <a:gd name="T84" fmla="*/ 105 w 1046"/>
                <a:gd name="T85" fmla="*/ 139 h 1699"/>
                <a:gd name="T86" fmla="*/ 117 w 1046"/>
                <a:gd name="T87" fmla="*/ 84 h 1699"/>
                <a:gd name="T88" fmla="*/ 146 w 1046"/>
                <a:gd name="T89" fmla="*/ 40 h 1699"/>
                <a:gd name="T90" fmla="*/ 191 w 1046"/>
                <a:gd name="T91" fmla="*/ 10 h 1699"/>
                <a:gd name="T92" fmla="*/ 245 w 1046"/>
                <a:gd name="T93" fmla="*/ 0 h 1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46" h="1699">
                  <a:moveTo>
                    <a:pt x="245" y="1077"/>
                  </a:moveTo>
                  <a:lnTo>
                    <a:pt x="222" y="1080"/>
                  </a:lnTo>
                  <a:lnTo>
                    <a:pt x="199" y="1088"/>
                  </a:lnTo>
                  <a:lnTo>
                    <a:pt x="180" y="1100"/>
                  </a:lnTo>
                  <a:lnTo>
                    <a:pt x="164" y="1117"/>
                  </a:lnTo>
                  <a:lnTo>
                    <a:pt x="151" y="1136"/>
                  </a:lnTo>
                  <a:lnTo>
                    <a:pt x="143" y="1157"/>
                  </a:lnTo>
                  <a:lnTo>
                    <a:pt x="140" y="1182"/>
                  </a:lnTo>
                  <a:lnTo>
                    <a:pt x="143" y="1205"/>
                  </a:lnTo>
                  <a:lnTo>
                    <a:pt x="151" y="1227"/>
                  </a:lnTo>
                  <a:lnTo>
                    <a:pt x="164" y="1246"/>
                  </a:lnTo>
                  <a:lnTo>
                    <a:pt x="180" y="1263"/>
                  </a:lnTo>
                  <a:lnTo>
                    <a:pt x="199" y="1276"/>
                  </a:lnTo>
                  <a:lnTo>
                    <a:pt x="222" y="1283"/>
                  </a:lnTo>
                  <a:lnTo>
                    <a:pt x="245" y="1286"/>
                  </a:lnTo>
                  <a:lnTo>
                    <a:pt x="270" y="1283"/>
                  </a:lnTo>
                  <a:lnTo>
                    <a:pt x="292" y="1276"/>
                  </a:lnTo>
                  <a:lnTo>
                    <a:pt x="311" y="1263"/>
                  </a:lnTo>
                  <a:lnTo>
                    <a:pt x="328" y="1246"/>
                  </a:lnTo>
                  <a:lnTo>
                    <a:pt x="340" y="1227"/>
                  </a:lnTo>
                  <a:lnTo>
                    <a:pt x="348" y="1205"/>
                  </a:lnTo>
                  <a:lnTo>
                    <a:pt x="350" y="1182"/>
                  </a:lnTo>
                  <a:lnTo>
                    <a:pt x="348" y="1157"/>
                  </a:lnTo>
                  <a:lnTo>
                    <a:pt x="340" y="1136"/>
                  </a:lnTo>
                  <a:lnTo>
                    <a:pt x="328" y="1117"/>
                  </a:lnTo>
                  <a:lnTo>
                    <a:pt x="311" y="1100"/>
                  </a:lnTo>
                  <a:lnTo>
                    <a:pt x="292" y="1088"/>
                  </a:lnTo>
                  <a:lnTo>
                    <a:pt x="270" y="1080"/>
                  </a:lnTo>
                  <a:lnTo>
                    <a:pt x="245" y="1077"/>
                  </a:lnTo>
                  <a:close/>
                  <a:moveTo>
                    <a:pt x="245" y="0"/>
                  </a:moveTo>
                  <a:lnTo>
                    <a:pt x="274" y="2"/>
                  </a:lnTo>
                  <a:lnTo>
                    <a:pt x="300" y="10"/>
                  </a:lnTo>
                  <a:lnTo>
                    <a:pt x="324" y="23"/>
                  </a:lnTo>
                  <a:lnTo>
                    <a:pt x="344" y="40"/>
                  </a:lnTo>
                  <a:lnTo>
                    <a:pt x="361" y="61"/>
                  </a:lnTo>
                  <a:lnTo>
                    <a:pt x="375" y="85"/>
                  </a:lnTo>
                  <a:lnTo>
                    <a:pt x="383" y="110"/>
                  </a:lnTo>
                  <a:lnTo>
                    <a:pt x="386" y="139"/>
                  </a:lnTo>
                  <a:lnTo>
                    <a:pt x="386" y="982"/>
                  </a:lnTo>
                  <a:lnTo>
                    <a:pt x="412" y="1004"/>
                  </a:lnTo>
                  <a:lnTo>
                    <a:pt x="436" y="1030"/>
                  </a:lnTo>
                  <a:lnTo>
                    <a:pt x="456" y="1059"/>
                  </a:lnTo>
                  <a:lnTo>
                    <a:pt x="472" y="1090"/>
                  </a:lnTo>
                  <a:lnTo>
                    <a:pt x="483" y="1125"/>
                  </a:lnTo>
                  <a:lnTo>
                    <a:pt x="488" y="1160"/>
                  </a:lnTo>
                  <a:lnTo>
                    <a:pt x="976" y="1440"/>
                  </a:lnTo>
                  <a:lnTo>
                    <a:pt x="997" y="1454"/>
                  </a:lnTo>
                  <a:lnTo>
                    <a:pt x="1013" y="1471"/>
                  </a:lnTo>
                  <a:lnTo>
                    <a:pt x="1028" y="1492"/>
                  </a:lnTo>
                  <a:lnTo>
                    <a:pt x="1038" y="1513"/>
                  </a:lnTo>
                  <a:lnTo>
                    <a:pt x="1044" y="1536"/>
                  </a:lnTo>
                  <a:lnTo>
                    <a:pt x="1046" y="1560"/>
                  </a:lnTo>
                  <a:lnTo>
                    <a:pt x="1044" y="1584"/>
                  </a:lnTo>
                  <a:lnTo>
                    <a:pt x="1038" y="1607"/>
                  </a:lnTo>
                  <a:lnTo>
                    <a:pt x="1028" y="1629"/>
                  </a:lnTo>
                  <a:lnTo>
                    <a:pt x="1012" y="1651"/>
                  </a:lnTo>
                  <a:lnTo>
                    <a:pt x="995" y="1668"/>
                  </a:lnTo>
                  <a:lnTo>
                    <a:pt x="974" y="1681"/>
                  </a:lnTo>
                  <a:lnTo>
                    <a:pt x="953" y="1691"/>
                  </a:lnTo>
                  <a:lnTo>
                    <a:pt x="930" y="1697"/>
                  </a:lnTo>
                  <a:lnTo>
                    <a:pt x="905" y="1699"/>
                  </a:lnTo>
                  <a:lnTo>
                    <a:pt x="882" y="1697"/>
                  </a:lnTo>
                  <a:lnTo>
                    <a:pt x="858" y="1691"/>
                  </a:lnTo>
                  <a:lnTo>
                    <a:pt x="836" y="1680"/>
                  </a:lnTo>
                  <a:lnTo>
                    <a:pt x="349" y="1401"/>
                  </a:lnTo>
                  <a:lnTo>
                    <a:pt x="317" y="1414"/>
                  </a:lnTo>
                  <a:lnTo>
                    <a:pt x="282" y="1422"/>
                  </a:lnTo>
                  <a:lnTo>
                    <a:pt x="246" y="1425"/>
                  </a:lnTo>
                  <a:lnTo>
                    <a:pt x="206" y="1422"/>
                  </a:lnTo>
                  <a:lnTo>
                    <a:pt x="169" y="1413"/>
                  </a:lnTo>
                  <a:lnTo>
                    <a:pt x="133" y="1397"/>
                  </a:lnTo>
                  <a:lnTo>
                    <a:pt x="101" y="1378"/>
                  </a:lnTo>
                  <a:lnTo>
                    <a:pt x="73" y="1354"/>
                  </a:lnTo>
                  <a:lnTo>
                    <a:pt x="48" y="1325"/>
                  </a:lnTo>
                  <a:lnTo>
                    <a:pt x="28" y="1293"/>
                  </a:lnTo>
                  <a:lnTo>
                    <a:pt x="14" y="1259"/>
                  </a:lnTo>
                  <a:lnTo>
                    <a:pt x="4" y="1221"/>
                  </a:lnTo>
                  <a:lnTo>
                    <a:pt x="0" y="1182"/>
                  </a:lnTo>
                  <a:lnTo>
                    <a:pt x="3" y="1147"/>
                  </a:lnTo>
                  <a:lnTo>
                    <a:pt x="11" y="1114"/>
                  </a:lnTo>
                  <a:lnTo>
                    <a:pt x="22" y="1082"/>
                  </a:lnTo>
                  <a:lnTo>
                    <a:pt x="38" y="1053"/>
                  </a:lnTo>
                  <a:lnTo>
                    <a:pt x="58" y="1027"/>
                  </a:lnTo>
                  <a:lnTo>
                    <a:pt x="80" y="1003"/>
                  </a:lnTo>
                  <a:lnTo>
                    <a:pt x="105" y="982"/>
                  </a:lnTo>
                  <a:lnTo>
                    <a:pt x="105" y="139"/>
                  </a:lnTo>
                  <a:lnTo>
                    <a:pt x="109" y="110"/>
                  </a:lnTo>
                  <a:lnTo>
                    <a:pt x="117" y="84"/>
                  </a:lnTo>
                  <a:lnTo>
                    <a:pt x="130" y="61"/>
                  </a:lnTo>
                  <a:lnTo>
                    <a:pt x="146" y="40"/>
                  </a:lnTo>
                  <a:lnTo>
                    <a:pt x="168" y="23"/>
                  </a:lnTo>
                  <a:lnTo>
                    <a:pt x="191" y="10"/>
                  </a:lnTo>
                  <a:lnTo>
                    <a:pt x="218" y="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02B1B3-D9C3-4485-8907-000369F04C19}"/>
              </a:ext>
            </a:extLst>
          </p:cNvPr>
          <p:cNvGrpSpPr/>
          <p:nvPr/>
        </p:nvGrpSpPr>
        <p:grpSpPr>
          <a:xfrm flipH="1">
            <a:off x="6979246" y="2696477"/>
            <a:ext cx="329932" cy="327755"/>
            <a:chOff x="7148513" y="403701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2" name="Freeform 298">
              <a:extLst>
                <a:ext uri="{FF2B5EF4-FFF2-40B4-BE49-F238E27FC236}">
                  <a16:creationId xmlns:a16="http://schemas.microsoft.com/office/drawing/2014/main" id="{4A19A433-824C-4129-A73E-89520F90E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8513" y="4110038"/>
              <a:ext cx="406400" cy="404813"/>
            </a:xfrm>
            <a:custGeom>
              <a:avLst/>
              <a:gdLst>
                <a:gd name="T0" fmla="*/ 910 w 2818"/>
                <a:gd name="T1" fmla="*/ 10 h 2801"/>
                <a:gd name="T2" fmla="*/ 1156 w 2818"/>
                <a:gd name="T3" fmla="*/ 65 h 2801"/>
                <a:gd name="T4" fmla="*/ 1408 w 2818"/>
                <a:gd name="T5" fmla="*/ 164 h 2801"/>
                <a:gd name="T6" fmla="*/ 1660 w 2818"/>
                <a:gd name="T7" fmla="*/ 305 h 2801"/>
                <a:gd name="T8" fmla="*/ 1667 w 2818"/>
                <a:gd name="T9" fmla="*/ 440 h 2801"/>
                <a:gd name="T10" fmla="*/ 1530 w 2818"/>
                <a:gd name="T11" fmla="*/ 624 h 2801"/>
                <a:gd name="T12" fmla="*/ 1309 w 2818"/>
                <a:gd name="T13" fmla="*/ 493 h 2801"/>
                <a:gd name="T14" fmla="*/ 1092 w 2818"/>
                <a:gd name="T15" fmla="*/ 400 h 2801"/>
                <a:gd name="T16" fmla="*/ 884 w 2818"/>
                <a:gd name="T17" fmla="*/ 348 h 2801"/>
                <a:gd name="T18" fmla="*/ 697 w 2818"/>
                <a:gd name="T19" fmla="*/ 340 h 2801"/>
                <a:gd name="T20" fmla="*/ 554 w 2818"/>
                <a:gd name="T21" fmla="*/ 372 h 2801"/>
                <a:gd name="T22" fmla="*/ 445 w 2818"/>
                <a:gd name="T23" fmla="*/ 444 h 2801"/>
                <a:gd name="T24" fmla="*/ 377 w 2818"/>
                <a:gd name="T25" fmla="*/ 547 h 2801"/>
                <a:gd name="T26" fmla="*/ 344 w 2818"/>
                <a:gd name="T27" fmla="*/ 684 h 2801"/>
                <a:gd name="T28" fmla="*/ 348 w 2818"/>
                <a:gd name="T29" fmla="*/ 849 h 2801"/>
                <a:gd name="T30" fmla="*/ 388 w 2818"/>
                <a:gd name="T31" fmla="*/ 1035 h 2801"/>
                <a:gd name="T32" fmla="*/ 465 w 2818"/>
                <a:gd name="T33" fmla="*/ 1236 h 2801"/>
                <a:gd name="T34" fmla="*/ 580 w 2818"/>
                <a:gd name="T35" fmla="*/ 1449 h 2801"/>
                <a:gd name="T36" fmla="*/ 734 w 2818"/>
                <a:gd name="T37" fmla="*/ 1665 h 2801"/>
                <a:gd name="T38" fmla="*/ 927 w 2818"/>
                <a:gd name="T39" fmla="*/ 1879 h 2801"/>
                <a:gd name="T40" fmla="*/ 1138 w 2818"/>
                <a:gd name="T41" fmla="*/ 2066 h 2801"/>
                <a:gd name="T42" fmla="*/ 1357 w 2818"/>
                <a:gd name="T43" fmla="*/ 2222 h 2801"/>
                <a:gd name="T44" fmla="*/ 1578 w 2818"/>
                <a:gd name="T45" fmla="*/ 2342 h 2801"/>
                <a:gd name="T46" fmla="*/ 1795 w 2818"/>
                <a:gd name="T47" fmla="*/ 2422 h 2801"/>
                <a:gd name="T48" fmla="*/ 2000 w 2818"/>
                <a:gd name="T49" fmla="*/ 2461 h 2801"/>
                <a:gd name="T50" fmla="*/ 2171 w 2818"/>
                <a:gd name="T51" fmla="*/ 2454 h 2801"/>
                <a:gd name="T52" fmla="*/ 2303 w 2818"/>
                <a:gd name="T53" fmla="*/ 2409 h 2801"/>
                <a:gd name="T54" fmla="*/ 2399 w 2818"/>
                <a:gd name="T55" fmla="*/ 2326 h 2801"/>
                <a:gd name="T56" fmla="*/ 2455 w 2818"/>
                <a:gd name="T57" fmla="*/ 2214 h 2801"/>
                <a:gd name="T58" fmla="*/ 2477 w 2818"/>
                <a:gd name="T59" fmla="*/ 2073 h 2801"/>
                <a:gd name="T60" fmla="*/ 2465 w 2818"/>
                <a:gd name="T61" fmla="*/ 1906 h 2801"/>
                <a:gd name="T62" fmla="*/ 2410 w 2818"/>
                <a:gd name="T63" fmla="*/ 1701 h 2801"/>
                <a:gd name="T64" fmla="*/ 2294 w 2818"/>
                <a:gd name="T65" fmla="*/ 1449 h 2801"/>
                <a:gd name="T66" fmla="*/ 2252 w 2818"/>
                <a:gd name="T67" fmla="*/ 1241 h 2801"/>
                <a:gd name="T68" fmla="*/ 2436 w 2818"/>
                <a:gd name="T69" fmla="*/ 1087 h 2801"/>
                <a:gd name="T70" fmla="*/ 2568 w 2818"/>
                <a:gd name="T71" fmla="*/ 1244 h 2801"/>
                <a:gd name="T72" fmla="*/ 2701 w 2818"/>
                <a:gd name="T73" fmla="*/ 1513 h 2801"/>
                <a:gd name="T74" fmla="*/ 2785 w 2818"/>
                <a:gd name="T75" fmla="*/ 1772 h 2801"/>
                <a:gd name="T76" fmla="*/ 2817 w 2818"/>
                <a:gd name="T77" fmla="*/ 2001 h 2801"/>
                <a:gd name="T78" fmla="*/ 2807 w 2818"/>
                <a:gd name="T79" fmla="*/ 2209 h 2801"/>
                <a:gd name="T80" fmla="*/ 2751 w 2818"/>
                <a:gd name="T81" fmla="*/ 2393 h 2801"/>
                <a:gd name="T82" fmla="*/ 2654 w 2818"/>
                <a:gd name="T83" fmla="*/ 2550 h 2801"/>
                <a:gd name="T84" fmla="*/ 2525 w 2818"/>
                <a:gd name="T85" fmla="*/ 2669 h 2801"/>
                <a:gd name="T86" fmla="*/ 2371 w 2818"/>
                <a:gd name="T87" fmla="*/ 2749 h 2801"/>
                <a:gd name="T88" fmla="*/ 2194 w 2818"/>
                <a:gd name="T89" fmla="*/ 2792 h 2801"/>
                <a:gd name="T90" fmla="*/ 1982 w 2818"/>
                <a:gd name="T91" fmla="*/ 2799 h 2801"/>
                <a:gd name="T92" fmla="*/ 1727 w 2818"/>
                <a:gd name="T93" fmla="*/ 2755 h 2801"/>
                <a:gd name="T94" fmla="*/ 1464 w 2818"/>
                <a:gd name="T95" fmla="*/ 2661 h 2801"/>
                <a:gd name="T96" fmla="*/ 1198 w 2818"/>
                <a:gd name="T97" fmla="*/ 2522 h 2801"/>
                <a:gd name="T98" fmla="*/ 936 w 2818"/>
                <a:gd name="T99" fmla="*/ 2340 h 2801"/>
                <a:gd name="T100" fmla="*/ 686 w 2818"/>
                <a:gd name="T101" fmla="*/ 2118 h 2801"/>
                <a:gd name="T102" fmla="*/ 486 w 2818"/>
                <a:gd name="T103" fmla="*/ 1897 h 2801"/>
                <a:gd name="T104" fmla="*/ 317 w 2818"/>
                <a:gd name="T105" fmla="*/ 1669 h 2801"/>
                <a:gd name="T106" fmla="*/ 184 w 2818"/>
                <a:gd name="T107" fmla="*/ 1438 h 2801"/>
                <a:gd name="T108" fmla="*/ 86 w 2818"/>
                <a:gd name="T109" fmla="*/ 1209 h 2801"/>
                <a:gd name="T110" fmla="*/ 24 w 2818"/>
                <a:gd name="T111" fmla="*/ 987 h 2801"/>
                <a:gd name="T112" fmla="*/ 0 w 2818"/>
                <a:gd name="T113" fmla="*/ 776 h 2801"/>
                <a:gd name="T114" fmla="*/ 14 w 2818"/>
                <a:gd name="T115" fmla="*/ 579 h 2801"/>
                <a:gd name="T116" fmla="*/ 68 w 2818"/>
                <a:gd name="T117" fmla="*/ 401 h 2801"/>
                <a:gd name="T118" fmla="*/ 163 w 2818"/>
                <a:gd name="T119" fmla="*/ 249 h 2801"/>
                <a:gd name="T120" fmla="*/ 292 w 2818"/>
                <a:gd name="T121" fmla="*/ 132 h 2801"/>
                <a:gd name="T122" fmla="*/ 445 w 2818"/>
                <a:gd name="T123" fmla="*/ 52 h 2801"/>
                <a:gd name="T124" fmla="*/ 623 w 2818"/>
                <a:gd name="T125" fmla="*/ 8 h 2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18" h="2801">
                  <a:moveTo>
                    <a:pt x="753" y="0"/>
                  </a:moveTo>
                  <a:lnTo>
                    <a:pt x="830" y="2"/>
                  </a:lnTo>
                  <a:lnTo>
                    <a:pt x="910" y="10"/>
                  </a:lnTo>
                  <a:lnTo>
                    <a:pt x="991" y="24"/>
                  </a:lnTo>
                  <a:lnTo>
                    <a:pt x="1073" y="41"/>
                  </a:lnTo>
                  <a:lnTo>
                    <a:pt x="1156" y="65"/>
                  </a:lnTo>
                  <a:lnTo>
                    <a:pt x="1240" y="93"/>
                  </a:lnTo>
                  <a:lnTo>
                    <a:pt x="1323" y="127"/>
                  </a:lnTo>
                  <a:lnTo>
                    <a:pt x="1408" y="164"/>
                  </a:lnTo>
                  <a:lnTo>
                    <a:pt x="1492" y="207"/>
                  </a:lnTo>
                  <a:lnTo>
                    <a:pt x="1577" y="254"/>
                  </a:lnTo>
                  <a:lnTo>
                    <a:pt x="1660" y="305"/>
                  </a:lnTo>
                  <a:lnTo>
                    <a:pt x="1744" y="360"/>
                  </a:lnTo>
                  <a:lnTo>
                    <a:pt x="1724" y="379"/>
                  </a:lnTo>
                  <a:lnTo>
                    <a:pt x="1667" y="440"/>
                  </a:lnTo>
                  <a:lnTo>
                    <a:pt x="1615" y="500"/>
                  </a:lnTo>
                  <a:lnTo>
                    <a:pt x="1570" y="563"/>
                  </a:lnTo>
                  <a:lnTo>
                    <a:pt x="1530" y="624"/>
                  </a:lnTo>
                  <a:lnTo>
                    <a:pt x="1456" y="576"/>
                  </a:lnTo>
                  <a:lnTo>
                    <a:pt x="1383" y="532"/>
                  </a:lnTo>
                  <a:lnTo>
                    <a:pt x="1309" y="493"/>
                  </a:lnTo>
                  <a:lnTo>
                    <a:pt x="1236" y="457"/>
                  </a:lnTo>
                  <a:lnTo>
                    <a:pt x="1163" y="426"/>
                  </a:lnTo>
                  <a:lnTo>
                    <a:pt x="1092" y="400"/>
                  </a:lnTo>
                  <a:lnTo>
                    <a:pt x="1021" y="378"/>
                  </a:lnTo>
                  <a:lnTo>
                    <a:pt x="952" y="361"/>
                  </a:lnTo>
                  <a:lnTo>
                    <a:pt x="884" y="348"/>
                  </a:lnTo>
                  <a:lnTo>
                    <a:pt x="817" y="340"/>
                  </a:lnTo>
                  <a:lnTo>
                    <a:pt x="753" y="338"/>
                  </a:lnTo>
                  <a:lnTo>
                    <a:pt x="697" y="340"/>
                  </a:lnTo>
                  <a:lnTo>
                    <a:pt x="646" y="346"/>
                  </a:lnTo>
                  <a:lnTo>
                    <a:pt x="598" y="358"/>
                  </a:lnTo>
                  <a:lnTo>
                    <a:pt x="554" y="372"/>
                  </a:lnTo>
                  <a:lnTo>
                    <a:pt x="514" y="392"/>
                  </a:lnTo>
                  <a:lnTo>
                    <a:pt x="477" y="416"/>
                  </a:lnTo>
                  <a:lnTo>
                    <a:pt x="445" y="444"/>
                  </a:lnTo>
                  <a:lnTo>
                    <a:pt x="419" y="474"/>
                  </a:lnTo>
                  <a:lnTo>
                    <a:pt x="396" y="508"/>
                  </a:lnTo>
                  <a:lnTo>
                    <a:pt x="377" y="547"/>
                  </a:lnTo>
                  <a:lnTo>
                    <a:pt x="362" y="590"/>
                  </a:lnTo>
                  <a:lnTo>
                    <a:pt x="352" y="635"/>
                  </a:lnTo>
                  <a:lnTo>
                    <a:pt x="344" y="684"/>
                  </a:lnTo>
                  <a:lnTo>
                    <a:pt x="341" y="736"/>
                  </a:lnTo>
                  <a:lnTo>
                    <a:pt x="343" y="791"/>
                  </a:lnTo>
                  <a:lnTo>
                    <a:pt x="348" y="849"/>
                  </a:lnTo>
                  <a:lnTo>
                    <a:pt x="357" y="908"/>
                  </a:lnTo>
                  <a:lnTo>
                    <a:pt x="371" y="970"/>
                  </a:lnTo>
                  <a:lnTo>
                    <a:pt x="388" y="1035"/>
                  </a:lnTo>
                  <a:lnTo>
                    <a:pt x="409" y="1100"/>
                  </a:lnTo>
                  <a:lnTo>
                    <a:pt x="436" y="1168"/>
                  </a:lnTo>
                  <a:lnTo>
                    <a:pt x="465" y="1236"/>
                  </a:lnTo>
                  <a:lnTo>
                    <a:pt x="499" y="1306"/>
                  </a:lnTo>
                  <a:lnTo>
                    <a:pt x="538" y="1377"/>
                  </a:lnTo>
                  <a:lnTo>
                    <a:pt x="580" y="1449"/>
                  </a:lnTo>
                  <a:lnTo>
                    <a:pt x="627" y="1520"/>
                  </a:lnTo>
                  <a:lnTo>
                    <a:pt x="678" y="1592"/>
                  </a:lnTo>
                  <a:lnTo>
                    <a:pt x="734" y="1665"/>
                  </a:lnTo>
                  <a:lnTo>
                    <a:pt x="794" y="1737"/>
                  </a:lnTo>
                  <a:lnTo>
                    <a:pt x="859" y="1807"/>
                  </a:lnTo>
                  <a:lnTo>
                    <a:pt x="927" y="1879"/>
                  </a:lnTo>
                  <a:lnTo>
                    <a:pt x="996" y="1945"/>
                  </a:lnTo>
                  <a:lnTo>
                    <a:pt x="1066" y="2007"/>
                  </a:lnTo>
                  <a:lnTo>
                    <a:pt x="1138" y="2066"/>
                  </a:lnTo>
                  <a:lnTo>
                    <a:pt x="1210" y="2123"/>
                  </a:lnTo>
                  <a:lnTo>
                    <a:pt x="1284" y="2173"/>
                  </a:lnTo>
                  <a:lnTo>
                    <a:pt x="1357" y="2222"/>
                  </a:lnTo>
                  <a:lnTo>
                    <a:pt x="1431" y="2266"/>
                  </a:lnTo>
                  <a:lnTo>
                    <a:pt x="1504" y="2306"/>
                  </a:lnTo>
                  <a:lnTo>
                    <a:pt x="1578" y="2342"/>
                  </a:lnTo>
                  <a:lnTo>
                    <a:pt x="1651" y="2373"/>
                  </a:lnTo>
                  <a:lnTo>
                    <a:pt x="1723" y="2400"/>
                  </a:lnTo>
                  <a:lnTo>
                    <a:pt x="1795" y="2422"/>
                  </a:lnTo>
                  <a:lnTo>
                    <a:pt x="1865" y="2440"/>
                  </a:lnTo>
                  <a:lnTo>
                    <a:pt x="1933" y="2452"/>
                  </a:lnTo>
                  <a:lnTo>
                    <a:pt x="2000" y="2461"/>
                  </a:lnTo>
                  <a:lnTo>
                    <a:pt x="2065" y="2463"/>
                  </a:lnTo>
                  <a:lnTo>
                    <a:pt x="2119" y="2461"/>
                  </a:lnTo>
                  <a:lnTo>
                    <a:pt x="2171" y="2454"/>
                  </a:lnTo>
                  <a:lnTo>
                    <a:pt x="2220" y="2443"/>
                  </a:lnTo>
                  <a:lnTo>
                    <a:pt x="2264" y="2428"/>
                  </a:lnTo>
                  <a:lnTo>
                    <a:pt x="2303" y="2409"/>
                  </a:lnTo>
                  <a:lnTo>
                    <a:pt x="2340" y="2385"/>
                  </a:lnTo>
                  <a:lnTo>
                    <a:pt x="2371" y="2357"/>
                  </a:lnTo>
                  <a:lnTo>
                    <a:pt x="2399" y="2326"/>
                  </a:lnTo>
                  <a:lnTo>
                    <a:pt x="2421" y="2293"/>
                  </a:lnTo>
                  <a:lnTo>
                    <a:pt x="2439" y="2256"/>
                  </a:lnTo>
                  <a:lnTo>
                    <a:pt x="2455" y="2214"/>
                  </a:lnTo>
                  <a:lnTo>
                    <a:pt x="2467" y="2170"/>
                  </a:lnTo>
                  <a:lnTo>
                    <a:pt x="2474" y="2123"/>
                  </a:lnTo>
                  <a:lnTo>
                    <a:pt x="2477" y="2073"/>
                  </a:lnTo>
                  <a:lnTo>
                    <a:pt x="2477" y="2020"/>
                  </a:lnTo>
                  <a:lnTo>
                    <a:pt x="2473" y="1964"/>
                  </a:lnTo>
                  <a:lnTo>
                    <a:pt x="2465" y="1906"/>
                  </a:lnTo>
                  <a:lnTo>
                    <a:pt x="2453" y="1847"/>
                  </a:lnTo>
                  <a:lnTo>
                    <a:pt x="2436" y="1785"/>
                  </a:lnTo>
                  <a:lnTo>
                    <a:pt x="2410" y="1701"/>
                  </a:lnTo>
                  <a:lnTo>
                    <a:pt x="2377" y="1618"/>
                  </a:lnTo>
                  <a:lnTo>
                    <a:pt x="2338" y="1533"/>
                  </a:lnTo>
                  <a:lnTo>
                    <a:pt x="2294" y="1449"/>
                  </a:lnTo>
                  <a:lnTo>
                    <a:pt x="2245" y="1364"/>
                  </a:lnTo>
                  <a:lnTo>
                    <a:pt x="2190" y="1280"/>
                  </a:lnTo>
                  <a:lnTo>
                    <a:pt x="2252" y="1241"/>
                  </a:lnTo>
                  <a:lnTo>
                    <a:pt x="2314" y="1195"/>
                  </a:lnTo>
                  <a:lnTo>
                    <a:pt x="2376" y="1144"/>
                  </a:lnTo>
                  <a:lnTo>
                    <a:pt x="2436" y="1087"/>
                  </a:lnTo>
                  <a:lnTo>
                    <a:pt x="2455" y="1068"/>
                  </a:lnTo>
                  <a:lnTo>
                    <a:pt x="2514" y="1155"/>
                  </a:lnTo>
                  <a:lnTo>
                    <a:pt x="2568" y="1244"/>
                  </a:lnTo>
                  <a:lnTo>
                    <a:pt x="2617" y="1333"/>
                  </a:lnTo>
                  <a:lnTo>
                    <a:pt x="2662" y="1424"/>
                  </a:lnTo>
                  <a:lnTo>
                    <a:pt x="2701" y="1513"/>
                  </a:lnTo>
                  <a:lnTo>
                    <a:pt x="2736" y="1603"/>
                  </a:lnTo>
                  <a:lnTo>
                    <a:pt x="2764" y="1692"/>
                  </a:lnTo>
                  <a:lnTo>
                    <a:pt x="2785" y="1772"/>
                  </a:lnTo>
                  <a:lnTo>
                    <a:pt x="2801" y="1850"/>
                  </a:lnTo>
                  <a:lnTo>
                    <a:pt x="2812" y="1927"/>
                  </a:lnTo>
                  <a:lnTo>
                    <a:pt x="2817" y="2001"/>
                  </a:lnTo>
                  <a:lnTo>
                    <a:pt x="2818" y="2073"/>
                  </a:lnTo>
                  <a:lnTo>
                    <a:pt x="2815" y="2142"/>
                  </a:lnTo>
                  <a:lnTo>
                    <a:pt x="2807" y="2209"/>
                  </a:lnTo>
                  <a:lnTo>
                    <a:pt x="2793" y="2273"/>
                  </a:lnTo>
                  <a:lnTo>
                    <a:pt x="2774" y="2335"/>
                  </a:lnTo>
                  <a:lnTo>
                    <a:pt x="2751" y="2393"/>
                  </a:lnTo>
                  <a:lnTo>
                    <a:pt x="2724" y="2449"/>
                  </a:lnTo>
                  <a:lnTo>
                    <a:pt x="2692" y="2501"/>
                  </a:lnTo>
                  <a:lnTo>
                    <a:pt x="2654" y="2550"/>
                  </a:lnTo>
                  <a:lnTo>
                    <a:pt x="2612" y="2596"/>
                  </a:lnTo>
                  <a:lnTo>
                    <a:pt x="2570" y="2634"/>
                  </a:lnTo>
                  <a:lnTo>
                    <a:pt x="2525" y="2669"/>
                  </a:lnTo>
                  <a:lnTo>
                    <a:pt x="2477" y="2700"/>
                  </a:lnTo>
                  <a:lnTo>
                    <a:pt x="2426" y="2726"/>
                  </a:lnTo>
                  <a:lnTo>
                    <a:pt x="2371" y="2749"/>
                  </a:lnTo>
                  <a:lnTo>
                    <a:pt x="2315" y="2767"/>
                  </a:lnTo>
                  <a:lnTo>
                    <a:pt x="2256" y="2782"/>
                  </a:lnTo>
                  <a:lnTo>
                    <a:pt x="2194" y="2792"/>
                  </a:lnTo>
                  <a:lnTo>
                    <a:pt x="2131" y="2799"/>
                  </a:lnTo>
                  <a:lnTo>
                    <a:pt x="2065" y="2801"/>
                  </a:lnTo>
                  <a:lnTo>
                    <a:pt x="1982" y="2799"/>
                  </a:lnTo>
                  <a:lnTo>
                    <a:pt x="1898" y="2789"/>
                  </a:lnTo>
                  <a:lnTo>
                    <a:pt x="1813" y="2775"/>
                  </a:lnTo>
                  <a:lnTo>
                    <a:pt x="1727" y="2755"/>
                  </a:lnTo>
                  <a:lnTo>
                    <a:pt x="1640" y="2729"/>
                  </a:lnTo>
                  <a:lnTo>
                    <a:pt x="1552" y="2698"/>
                  </a:lnTo>
                  <a:lnTo>
                    <a:pt x="1464" y="2661"/>
                  </a:lnTo>
                  <a:lnTo>
                    <a:pt x="1375" y="2620"/>
                  </a:lnTo>
                  <a:lnTo>
                    <a:pt x="1286" y="2574"/>
                  </a:lnTo>
                  <a:lnTo>
                    <a:pt x="1198" y="2522"/>
                  </a:lnTo>
                  <a:lnTo>
                    <a:pt x="1110" y="2466"/>
                  </a:lnTo>
                  <a:lnTo>
                    <a:pt x="1022" y="2405"/>
                  </a:lnTo>
                  <a:lnTo>
                    <a:pt x="936" y="2340"/>
                  </a:lnTo>
                  <a:lnTo>
                    <a:pt x="851" y="2270"/>
                  </a:lnTo>
                  <a:lnTo>
                    <a:pt x="767" y="2196"/>
                  </a:lnTo>
                  <a:lnTo>
                    <a:pt x="686" y="2118"/>
                  </a:lnTo>
                  <a:lnTo>
                    <a:pt x="616" y="2046"/>
                  </a:lnTo>
                  <a:lnTo>
                    <a:pt x="549" y="1972"/>
                  </a:lnTo>
                  <a:lnTo>
                    <a:pt x="486" y="1897"/>
                  </a:lnTo>
                  <a:lnTo>
                    <a:pt x="426" y="1822"/>
                  </a:lnTo>
                  <a:lnTo>
                    <a:pt x="370" y="1746"/>
                  </a:lnTo>
                  <a:lnTo>
                    <a:pt x="317" y="1669"/>
                  </a:lnTo>
                  <a:lnTo>
                    <a:pt x="269" y="1592"/>
                  </a:lnTo>
                  <a:lnTo>
                    <a:pt x="225" y="1515"/>
                  </a:lnTo>
                  <a:lnTo>
                    <a:pt x="184" y="1438"/>
                  </a:lnTo>
                  <a:lnTo>
                    <a:pt x="148" y="1362"/>
                  </a:lnTo>
                  <a:lnTo>
                    <a:pt x="114" y="1285"/>
                  </a:lnTo>
                  <a:lnTo>
                    <a:pt x="86" y="1209"/>
                  </a:lnTo>
                  <a:lnTo>
                    <a:pt x="61" y="1135"/>
                  </a:lnTo>
                  <a:lnTo>
                    <a:pt x="41" y="1061"/>
                  </a:lnTo>
                  <a:lnTo>
                    <a:pt x="24" y="987"/>
                  </a:lnTo>
                  <a:lnTo>
                    <a:pt x="12" y="915"/>
                  </a:lnTo>
                  <a:lnTo>
                    <a:pt x="3" y="844"/>
                  </a:lnTo>
                  <a:lnTo>
                    <a:pt x="0" y="776"/>
                  </a:lnTo>
                  <a:lnTo>
                    <a:pt x="0" y="708"/>
                  </a:lnTo>
                  <a:lnTo>
                    <a:pt x="5" y="643"/>
                  </a:lnTo>
                  <a:lnTo>
                    <a:pt x="14" y="579"/>
                  </a:lnTo>
                  <a:lnTo>
                    <a:pt x="27" y="518"/>
                  </a:lnTo>
                  <a:lnTo>
                    <a:pt x="46" y="459"/>
                  </a:lnTo>
                  <a:lnTo>
                    <a:pt x="68" y="401"/>
                  </a:lnTo>
                  <a:lnTo>
                    <a:pt x="95" y="348"/>
                  </a:lnTo>
                  <a:lnTo>
                    <a:pt x="127" y="297"/>
                  </a:lnTo>
                  <a:lnTo>
                    <a:pt x="163" y="249"/>
                  </a:lnTo>
                  <a:lnTo>
                    <a:pt x="204" y="205"/>
                  </a:lnTo>
                  <a:lnTo>
                    <a:pt x="247" y="166"/>
                  </a:lnTo>
                  <a:lnTo>
                    <a:pt x="292" y="132"/>
                  </a:lnTo>
                  <a:lnTo>
                    <a:pt x="340" y="101"/>
                  </a:lnTo>
                  <a:lnTo>
                    <a:pt x="392" y="75"/>
                  </a:lnTo>
                  <a:lnTo>
                    <a:pt x="445" y="52"/>
                  </a:lnTo>
                  <a:lnTo>
                    <a:pt x="501" y="33"/>
                  </a:lnTo>
                  <a:lnTo>
                    <a:pt x="561" y="19"/>
                  </a:lnTo>
                  <a:lnTo>
                    <a:pt x="623" y="8"/>
                  </a:lnTo>
                  <a:lnTo>
                    <a:pt x="687" y="2"/>
                  </a:lnTo>
                  <a:lnTo>
                    <a:pt x="7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3" name="Freeform 299">
              <a:extLst>
                <a:ext uri="{FF2B5EF4-FFF2-40B4-BE49-F238E27FC236}">
                  <a16:creationId xmlns:a16="http://schemas.microsoft.com/office/drawing/2014/main" id="{7A3D1888-6D65-4739-8B75-6E60CA070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1701" y="4195763"/>
              <a:ext cx="217488" cy="215900"/>
            </a:xfrm>
            <a:custGeom>
              <a:avLst/>
              <a:gdLst>
                <a:gd name="T0" fmla="*/ 370 w 1504"/>
                <a:gd name="T1" fmla="*/ 2 h 1493"/>
                <a:gd name="T2" fmla="*/ 469 w 1504"/>
                <a:gd name="T3" fmla="*/ 22 h 1493"/>
                <a:gd name="T4" fmla="*/ 576 w 1504"/>
                <a:gd name="T5" fmla="*/ 60 h 1493"/>
                <a:gd name="T6" fmla="*/ 688 w 1504"/>
                <a:gd name="T7" fmla="*/ 115 h 1493"/>
                <a:gd name="T8" fmla="*/ 717 w 1504"/>
                <a:gd name="T9" fmla="*/ 206 h 1493"/>
                <a:gd name="T10" fmla="*/ 674 w 1504"/>
                <a:gd name="T11" fmla="*/ 315 h 1493"/>
                <a:gd name="T12" fmla="*/ 644 w 1504"/>
                <a:gd name="T13" fmla="*/ 413 h 1493"/>
                <a:gd name="T14" fmla="*/ 624 w 1504"/>
                <a:gd name="T15" fmla="*/ 497 h 1493"/>
                <a:gd name="T16" fmla="*/ 614 w 1504"/>
                <a:gd name="T17" fmla="*/ 562 h 1493"/>
                <a:gd name="T18" fmla="*/ 608 w 1504"/>
                <a:gd name="T19" fmla="*/ 606 h 1493"/>
                <a:gd name="T20" fmla="*/ 606 w 1504"/>
                <a:gd name="T21" fmla="*/ 626 h 1493"/>
                <a:gd name="T22" fmla="*/ 614 w 1504"/>
                <a:gd name="T23" fmla="*/ 695 h 1493"/>
                <a:gd name="T24" fmla="*/ 639 w 1504"/>
                <a:gd name="T25" fmla="*/ 761 h 1493"/>
                <a:gd name="T26" fmla="*/ 682 w 1504"/>
                <a:gd name="T27" fmla="*/ 816 h 1493"/>
                <a:gd name="T28" fmla="*/ 737 w 1504"/>
                <a:gd name="T29" fmla="*/ 859 h 1493"/>
                <a:gd name="T30" fmla="*/ 802 w 1504"/>
                <a:gd name="T31" fmla="*/ 884 h 1493"/>
                <a:gd name="T32" fmla="*/ 872 w 1504"/>
                <a:gd name="T33" fmla="*/ 890 h 1493"/>
                <a:gd name="T34" fmla="*/ 892 w 1504"/>
                <a:gd name="T35" fmla="*/ 889 h 1493"/>
                <a:gd name="T36" fmla="*/ 937 w 1504"/>
                <a:gd name="T37" fmla="*/ 884 h 1493"/>
                <a:gd name="T38" fmla="*/ 1003 w 1504"/>
                <a:gd name="T39" fmla="*/ 872 h 1493"/>
                <a:gd name="T40" fmla="*/ 1088 w 1504"/>
                <a:gd name="T41" fmla="*/ 853 h 1493"/>
                <a:gd name="T42" fmla="*/ 1186 w 1504"/>
                <a:gd name="T43" fmla="*/ 823 h 1493"/>
                <a:gd name="T44" fmla="*/ 1296 w 1504"/>
                <a:gd name="T45" fmla="*/ 780 h 1493"/>
                <a:gd name="T46" fmla="*/ 1386 w 1504"/>
                <a:gd name="T47" fmla="*/ 807 h 1493"/>
                <a:gd name="T48" fmla="*/ 1440 w 1504"/>
                <a:gd name="T49" fmla="*/ 911 h 1493"/>
                <a:gd name="T50" fmla="*/ 1477 w 1504"/>
                <a:gd name="T51" fmla="*/ 1011 h 1493"/>
                <a:gd name="T52" fmla="*/ 1497 w 1504"/>
                <a:gd name="T53" fmla="*/ 1098 h 1493"/>
                <a:gd name="T54" fmla="*/ 1504 w 1504"/>
                <a:gd name="T55" fmla="*/ 1175 h 1493"/>
                <a:gd name="T56" fmla="*/ 1497 w 1504"/>
                <a:gd name="T57" fmla="*/ 1240 h 1493"/>
                <a:gd name="T58" fmla="*/ 1483 w 1504"/>
                <a:gd name="T59" fmla="*/ 1295 h 1493"/>
                <a:gd name="T60" fmla="*/ 1463 w 1504"/>
                <a:gd name="T61" fmla="*/ 1340 h 1493"/>
                <a:gd name="T62" fmla="*/ 1439 w 1504"/>
                <a:gd name="T63" fmla="*/ 1377 h 1493"/>
                <a:gd name="T64" fmla="*/ 1414 w 1504"/>
                <a:gd name="T65" fmla="*/ 1405 h 1493"/>
                <a:gd name="T66" fmla="*/ 1382 w 1504"/>
                <a:gd name="T67" fmla="*/ 1432 h 1493"/>
                <a:gd name="T68" fmla="*/ 1339 w 1504"/>
                <a:gd name="T69" fmla="*/ 1458 h 1493"/>
                <a:gd name="T70" fmla="*/ 1285 w 1504"/>
                <a:gd name="T71" fmla="*/ 1479 h 1493"/>
                <a:gd name="T72" fmla="*/ 1219 w 1504"/>
                <a:gd name="T73" fmla="*/ 1491 h 1493"/>
                <a:gd name="T74" fmla="*/ 1134 w 1504"/>
                <a:gd name="T75" fmla="*/ 1491 h 1493"/>
                <a:gd name="T76" fmla="*/ 1036 w 1504"/>
                <a:gd name="T77" fmla="*/ 1471 h 1493"/>
                <a:gd name="T78" fmla="*/ 930 w 1504"/>
                <a:gd name="T79" fmla="*/ 1435 h 1493"/>
                <a:gd name="T80" fmla="*/ 819 w 1504"/>
                <a:gd name="T81" fmla="*/ 1381 h 1493"/>
                <a:gd name="T82" fmla="*/ 706 w 1504"/>
                <a:gd name="T83" fmla="*/ 1311 h 1493"/>
                <a:gd name="T84" fmla="*/ 591 w 1504"/>
                <a:gd name="T85" fmla="*/ 1227 h 1493"/>
                <a:gd name="T86" fmla="*/ 477 w 1504"/>
                <a:gd name="T87" fmla="*/ 1129 h 1493"/>
                <a:gd name="T88" fmla="*/ 362 w 1504"/>
                <a:gd name="T89" fmla="*/ 1015 h 1493"/>
                <a:gd name="T90" fmla="*/ 257 w 1504"/>
                <a:gd name="T91" fmla="*/ 892 h 1493"/>
                <a:gd name="T92" fmla="*/ 166 w 1504"/>
                <a:gd name="T93" fmla="*/ 766 h 1493"/>
                <a:gd name="T94" fmla="*/ 93 w 1504"/>
                <a:gd name="T95" fmla="*/ 642 h 1493"/>
                <a:gd name="T96" fmla="*/ 43 w 1504"/>
                <a:gd name="T97" fmla="*/ 531 h 1493"/>
                <a:gd name="T98" fmla="*/ 15 w 1504"/>
                <a:gd name="T99" fmla="*/ 437 h 1493"/>
                <a:gd name="T100" fmla="*/ 1 w 1504"/>
                <a:gd name="T101" fmla="*/ 355 h 1493"/>
                <a:gd name="T102" fmla="*/ 2 w 1504"/>
                <a:gd name="T103" fmla="*/ 285 h 1493"/>
                <a:gd name="T104" fmla="*/ 13 w 1504"/>
                <a:gd name="T105" fmla="*/ 224 h 1493"/>
                <a:gd name="T106" fmla="*/ 31 w 1504"/>
                <a:gd name="T107" fmla="*/ 173 h 1493"/>
                <a:gd name="T108" fmla="*/ 53 w 1504"/>
                <a:gd name="T109" fmla="*/ 133 h 1493"/>
                <a:gd name="T110" fmla="*/ 78 w 1504"/>
                <a:gd name="T111" fmla="*/ 102 h 1493"/>
                <a:gd name="T112" fmla="*/ 105 w 1504"/>
                <a:gd name="T113" fmla="*/ 75 h 1493"/>
                <a:gd name="T114" fmla="*/ 142 w 1504"/>
                <a:gd name="T115" fmla="*/ 48 h 1493"/>
                <a:gd name="T116" fmla="*/ 190 w 1504"/>
                <a:gd name="T117" fmla="*/ 24 h 1493"/>
                <a:gd name="T118" fmla="*/ 250 w 1504"/>
                <a:gd name="T119" fmla="*/ 6 h 1493"/>
                <a:gd name="T120" fmla="*/ 323 w 1504"/>
                <a:gd name="T121" fmla="*/ 0 h 1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04" h="1493">
                  <a:moveTo>
                    <a:pt x="323" y="0"/>
                  </a:moveTo>
                  <a:lnTo>
                    <a:pt x="370" y="2"/>
                  </a:lnTo>
                  <a:lnTo>
                    <a:pt x="418" y="10"/>
                  </a:lnTo>
                  <a:lnTo>
                    <a:pt x="469" y="22"/>
                  </a:lnTo>
                  <a:lnTo>
                    <a:pt x="522" y="39"/>
                  </a:lnTo>
                  <a:lnTo>
                    <a:pt x="576" y="60"/>
                  </a:lnTo>
                  <a:lnTo>
                    <a:pt x="631" y="86"/>
                  </a:lnTo>
                  <a:lnTo>
                    <a:pt x="688" y="115"/>
                  </a:lnTo>
                  <a:lnTo>
                    <a:pt x="745" y="148"/>
                  </a:lnTo>
                  <a:lnTo>
                    <a:pt x="717" y="206"/>
                  </a:lnTo>
                  <a:lnTo>
                    <a:pt x="694" y="262"/>
                  </a:lnTo>
                  <a:lnTo>
                    <a:pt x="674" y="315"/>
                  </a:lnTo>
                  <a:lnTo>
                    <a:pt x="658" y="366"/>
                  </a:lnTo>
                  <a:lnTo>
                    <a:pt x="644" y="413"/>
                  </a:lnTo>
                  <a:lnTo>
                    <a:pt x="634" y="456"/>
                  </a:lnTo>
                  <a:lnTo>
                    <a:pt x="624" y="497"/>
                  </a:lnTo>
                  <a:lnTo>
                    <a:pt x="618" y="531"/>
                  </a:lnTo>
                  <a:lnTo>
                    <a:pt x="614" y="562"/>
                  </a:lnTo>
                  <a:lnTo>
                    <a:pt x="611" y="587"/>
                  </a:lnTo>
                  <a:lnTo>
                    <a:pt x="608" y="606"/>
                  </a:lnTo>
                  <a:lnTo>
                    <a:pt x="607" y="620"/>
                  </a:lnTo>
                  <a:lnTo>
                    <a:pt x="606" y="626"/>
                  </a:lnTo>
                  <a:lnTo>
                    <a:pt x="607" y="661"/>
                  </a:lnTo>
                  <a:lnTo>
                    <a:pt x="614" y="695"/>
                  </a:lnTo>
                  <a:lnTo>
                    <a:pt x="624" y="729"/>
                  </a:lnTo>
                  <a:lnTo>
                    <a:pt x="639" y="761"/>
                  </a:lnTo>
                  <a:lnTo>
                    <a:pt x="658" y="790"/>
                  </a:lnTo>
                  <a:lnTo>
                    <a:pt x="682" y="816"/>
                  </a:lnTo>
                  <a:lnTo>
                    <a:pt x="708" y="839"/>
                  </a:lnTo>
                  <a:lnTo>
                    <a:pt x="737" y="859"/>
                  </a:lnTo>
                  <a:lnTo>
                    <a:pt x="769" y="873"/>
                  </a:lnTo>
                  <a:lnTo>
                    <a:pt x="802" y="884"/>
                  </a:lnTo>
                  <a:lnTo>
                    <a:pt x="838" y="890"/>
                  </a:lnTo>
                  <a:lnTo>
                    <a:pt x="872" y="890"/>
                  </a:lnTo>
                  <a:lnTo>
                    <a:pt x="880" y="890"/>
                  </a:lnTo>
                  <a:lnTo>
                    <a:pt x="892" y="889"/>
                  </a:lnTo>
                  <a:lnTo>
                    <a:pt x="912" y="887"/>
                  </a:lnTo>
                  <a:lnTo>
                    <a:pt x="937" y="884"/>
                  </a:lnTo>
                  <a:lnTo>
                    <a:pt x="968" y="880"/>
                  </a:lnTo>
                  <a:lnTo>
                    <a:pt x="1003" y="872"/>
                  </a:lnTo>
                  <a:lnTo>
                    <a:pt x="1044" y="864"/>
                  </a:lnTo>
                  <a:lnTo>
                    <a:pt x="1088" y="853"/>
                  </a:lnTo>
                  <a:lnTo>
                    <a:pt x="1136" y="839"/>
                  </a:lnTo>
                  <a:lnTo>
                    <a:pt x="1186" y="823"/>
                  </a:lnTo>
                  <a:lnTo>
                    <a:pt x="1241" y="804"/>
                  </a:lnTo>
                  <a:lnTo>
                    <a:pt x="1296" y="780"/>
                  </a:lnTo>
                  <a:lnTo>
                    <a:pt x="1355" y="753"/>
                  </a:lnTo>
                  <a:lnTo>
                    <a:pt x="1386" y="807"/>
                  </a:lnTo>
                  <a:lnTo>
                    <a:pt x="1415" y="859"/>
                  </a:lnTo>
                  <a:lnTo>
                    <a:pt x="1440" y="911"/>
                  </a:lnTo>
                  <a:lnTo>
                    <a:pt x="1461" y="962"/>
                  </a:lnTo>
                  <a:lnTo>
                    <a:pt x="1477" y="1011"/>
                  </a:lnTo>
                  <a:lnTo>
                    <a:pt x="1489" y="1056"/>
                  </a:lnTo>
                  <a:lnTo>
                    <a:pt x="1497" y="1098"/>
                  </a:lnTo>
                  <a:lnTo>
                    <a:pt x="1502" y="1137"/>
                  </a:lnTo>
                  <a:lnTo>
                    <a:pt x="1504" y="1175"/>
                  </a:lnTo>
                  <a:lnTo>
                    <a:pt x="1502" y="1208"/>
                  </a:lnTo>
                  <a:lnTo>
                    <a:pt x="1497" y="1240"/>
                  </a:lnTo>
                  <a:lnTo>
                    <a:pt x="1491" y="1269"/>
                  </a:lnTo>
                  <a:lnTo>
                    <a:pt x="1483" y="1295"/>
                  </a:lnTo>
                  <a:lnTo>
                    <a:pt x="1473" y="1318"/>
                  </a:lnTo>
                  <a:lnTo>
                    <a:pt x="1463" y="1340"/>
                  </a:lnTo>
                  <a:lnTo>
                    <a:pt x="1450" y="1360"/>
                  </a:lnTo>
                  <a:lnTo>
                    <a:pt x="1439" y="1377"/>
                  </a:lnTo>
                  <a:lnTo>
                    <a:pt x="1426" y="1391"/>
                  </a:lnTo>
                  <a:lnTo>
                    <a:pt x="1414" y="1405"/>
                  </a:lnTo>
                  <a:lnTo>
                    <a:pt x="1399" y="1418"/>
                  </a:lnTo>
                  <a:lnTo>
                    <a:pt x="1382" y="1432"/>
                  </a:lnTo>
                  <a:lnTo>
                    <a:pt x="1361" y="1445"/>
                  </a:lnTo>
                  <a:lnTo>
                    <a:pt x="1339" y="1458"/>
                  </a:lnTo>
                  <a:lnTo>
                    <a:pt x="1313" y="1469"/>
                  </a:lnTo>
                  <a:lnTo>
                    <a:pt x="1285" y="1479"/>
                  </a:lnTo>
                  <a:lnTo>
                    <a:pt x="1253" y="1487"/>
                  </a:lnTo>
                  <a:lnTo>
                    <a:pt x="1219" y="1491"/>
                  </a:lnTo>
                  <a:lnTo>
                    <a:pt x="1180" y="1493"/>
                  </a:lnTo>
                  <a:lnTo>
                    <a:pt x="1134" y="1491"/>
                  </a:lnTo>
                  <a:lnTo>
                    <a:pt x="1086" y="1484"/>
                  </a:lnTo>
                  <a:lnTo>
                    <a:pt x="1036" y="1471"/>
                  </a:lnTo>
                  <a:lnTo>
                    <a:pt x="983" y="1456"/>
                  </a:lnTo>
                  <a:lnTo>
                    <a:pt x="930" y="1435"/>
                  </a:lnTo>
                  <a:lnTo>
                    <a:pt x="875" y="1410"/>
                  </a:lnTo>
                  <a:lnTo>
                    <a:pt x="819" y="1381"/>
                  </a:lnTo>
                  <a:lnTo>
                    <a:pt x="762" y="1348"/>
                  </a:lnTo>
                  <a:lnTo>
                    <a:pt x="706" y="1311"/>
                  </a:lnTo>
                  <a:lnTo>
                    <a:pt x="648" y="1271"/>
                  </a:lnTo>
                  <a:lnTo>
                    <a:pt x="591" y="1227"/>
                  </a:lnTo>
                  <a:lnTo>
                    <a:pt x="533" y="1180"/>
                  </a:lnTo>
                  <a:lnTo>
                    <a:pt x="477" y="1129"/>
                  </a:lnTo>
                  <a:lnTo>
                    <a:pt x="421" y="1075"/>
                  </a:lnTo>
                  <a:lnTo>
                    <a:pt x="362" y="1015"/>
                  </a:lnTo>
                  <a:lnTo>
                    <a:pt x="308" y="954"/>
                  </a:lnTo>
                  <a:lnTo>
                    <a:pt x="257" y="892"/>
                  </a:lnTo>
                  <a:lnTo>
                    <a:pt x="210" y="830"/>
                  </a:lnTo>
                  <a:lnTo>
                    <a:pt x="166" y="766"/>
                  </a:lnTo>
                  <a:lnTo>
                    <a:pt x="127" y="705"/>
                  </a:lnTo>
                  <a:lnTo>
                    <a:pt x="93" y="642"/>
                  </a:lnTo>
                  <a:lnTo>
                    <a:pt x="64" y="582"/>
                  </a:lnTo>
                  <a:lnTo>
                    <a:pt x="43" y="531"/>
                  </a:lnTo>
                  <a:lnTo>
                    <a:pt x="26" y="482"/>
                  </a:lnTo>
                  <a:lnTo>
                    <a:pt x="15" y="437"/>
                  </a:lnTo>
                  <a:lnTo>
                    <a:pt x="6" y="395"/>
                  </a:lnTo>
                  <a:lnTo>
                    <a:pt x="1" y="355"/>
                  </a:lnTo>
                  <a:lnTo>
                    <a:pt x="0" y="318"/>
                  </a:lnTo>
                  <a:lnTo>
                    <a:pt x="2" y="285"/>
                  </a:lnTo>
                  <a:lnTo>
                    <a:pt x="6" y="252"/>
                  </a:lnTo>
                  <a:lnTo>
                    <a:pt x="13" y="224"/>
                  </a:lnTo>
                  <a:lnTo>
                    <a:pt x="21" y="197"/>
                  </a:lnTo>
                  <a:lnTo>
                    <a:pt x="31" y="173"/>
                  </a:lnTo>
                  <a:lnTo>
                    <a:pt x="41" y="153"/>
                  </a:lnTo>
                  <a:lnTo>
                    <a:pt x="53" y="133"/>
                  </a:lnTo>
                  <a:lnTo>
                    <a:pt x="65" y="116"/>
                  </a:lnTo>
                  <a:lnTo>
                    <a:pt x="78" y="102"/>
                  </a:lnTo>
                  <a:lnTo>
                    <a:pt x="89" y="88"/>
                  </a:lnTo>
                  <a:lnTo>
                    <a:pt x="105" y="75"/>
                  </a:lnTo>
                  <a:lnTo>
                    <a:pt x="122" y="61"/>
                  </a:lnTo>
                  <a:lnTo>
                    <a:pt x="142" y="48"/>
                  </a:lnTo>
                  <a:lnTo>
                    <a:pt x="165" y="35"/>
                  </a:lnTo>
                  <a:lnTo>
                    <a:pt x="190" y="24"/>
                  </a:lnTo>
                  <a:lnTo>
                    <a:pt x="219" y="14"/>
                  </a:lnTo>
                  <a:lnTo>
                    <a:pt x="250" y="6"/>
                  </a:lnTo>
                  <a:lnTo>
                    <a:pt x="285" y="2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4" name="Freeform 300">
              <a:extLst>
                <a:ext uri="{FF2B5EF4-FFF2-40B4-BE49-F238E27FC236}">
                  <a16:creationId xmlns:a16="http://schemas.microsoft.com/office/drawing/2014/main" id="{4D70FB70-E270-4227-BC56-59088B2BE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4413" y="4037013"/>
              <a:ext cx="265113" cy="263525"/>
            </a:xfrm>
            <a:custGeom>
              <a:avLst/>
              <a:gdLst>
                <a:gd name="T0" fmla="*/ 1289 w 1835"/>
                <a:gd name="T1" fmla="*/ 2 h 1823"/>
                <a:gd name="T2" fmla="*/ 1327 w 1835"/>
                <a:gd name="T3" fmla="*/ 23 h 1823"/>
                <a:gd name="T4" fmla="*/ 1350 w 1835"/>
                <a:gd name="T5" fmla="*/ 60 h 1823"/>
                <a:gd name="T6" fmla="*/ 1776 w 1835"/>
                <a:gd name="T7" fmla="*/ 482 h 1823"/>
                <a:gd name="T8" fmla="*/ 1812 w 1835"/>
                <a:gd name="T9" fmla="*/ 505 h 1823"/>
                <a:gd name="T10" fmla="*/ 1833 w 1835"/>
                <a:gd name="T11" fmla="*/ 543 h 1823"/>
                <a:gd name="T12" fmla="*/ 1832 w 1835"/>
                <a:gd name="T13" fmla="*/ 586 h 1823"/>
                <a:gd name="T14" fmla="*/ 1810 w 1835"/>
                <a:gd name="T15" fmla="*/ 622 h 1823"/>
                <a:gd name="T16" fmla="*/ 1498 w 1835"/>
                <a:gd name="T17" fmla="*/ 929 h 1823"/>
                <a:gd name="T18" fmla="*/ 1459 w 1835"/>
                <a:gd name="T19" fmla="*/ 942 h 1823"/>
                <a:gd name="T20" fmla="*/ 1253 w 1835"/>
                <a:gd name="T21" fmla="*/ 903 h 1823"/>
                <a:gd name="T22" fmla="*/ 1194 w 1835"/>
                <a:gd name="T23" fmla="*/ 1011 h 1823"/>
                <a:gd name="T24" fmla="*/ 1118 w 1835"/>
                <a:gd name="T25" fmla="*/ 1126 h 1823"/>
                <a:gd name="T26" fmla="*/ 1030 w 1835"/>
                <a:gd name="T27" fmla="*/ 1243 h 1823"/>
                <a:gd name="T28" fmla="*/ 930 w 1835"/>
                <a:gd name="T29" fmla="*/ 1362 h 1823"/>
                <a:gd name="T30" fmla="*/ 823 w 1835"/>
                <a:gd name="T31" fmla="*/ 1475 h 1823"/>
                <a:gd name="T32" fmla="*/ 705 w 1835"/>
                <a:gd name="T33" fmla="*/ 1578 h 1823"/>
                <a:gd name="T34" fmla="*/ 585 w 1835"/>
                <a:gd name="T35" fmla="*/ 1659 h 1823"/>
                <a:gd name="T36" fmla="*/ 470 w 1835"/>
                <a:gd name="T37" fmla="*/ 1719 h 1823"/>
                <a:gd name="T38" fmla="*/ 363 w 1835"/>
                <a:gd name="T39" fmla="*/ 1763 h 1823"/>
                <a:gd name="T40" fmla="*/ 268 w 1835"/>
                <a:gd name="T41" fmla="*/ 1792 h 1823"/>
                <a:gd name="T42" fmla="*/ 187 w 1835"/>
                <a:gd name="T43" fmla="*/ 1810 h 1823"/>
                <a:gd name="T44" fmla="*/ 130 w 1835"/>
                <a:gd name="T45" fmla="*/ 1819 h 1823"/>
                <a:gd name="T46" fmla="*/ 95 w 1835"/>
                <a:gd name="T47" fmla="*/ 1823 h 1823"/>
                <a:gd name="T48" fmla="*/ 71 w 1835"/>
                <a:gd name="T49" fmla="*/ 1822 h 1823"/>
                <a:gd name="T50" fmla="*/ 39 w 1835"/>
                <a:gd name="T51" fmla="*/ 1810 h 1823"/>
                <a:gd name="T52" fmla="*/ 14 w 1835"/>
                <a:gd name="T53" fmla="*/ 1785 h 1823"/>
                <a:gd name="T54" fmla="*/ 1 w 1835"/>
                <a:gd name="T55" fmla="*/ 1753 h 1823"/>
                <a:gd name="T56" fmla="*/ 0 w 1835"/>
                <a:gd name="T57" fmla="*/ 1729 h 1823"/>
                <a:gd name="T58" fmla="*/ 3 w 1835"/>
                <a:gd name="T59" fmla="*/ 1695 h 1823"/>
                <a:gd name="T60" fmla="*/ 13 w 1835"/>
                <a:gd name="T61" fmla="*/ 1636 h 1823"/>
                <a:gd name="T62" fmla="*/ 30 w 1835"/>
                <a:gd name="T63" fmla="*/ 1557 h 1823"/>
                <a:gd name="T64" fmla="*/ 61 w 1835"/>
                <a:gd name="T65" fmla="*/ 1463 h 1823"/>
                <a:gd name="T66" fmla="*/ 105 w 1835"/>
                <a:gd name="T67" fmla="*/ 1357 h 1823"/>
                <a:gd name="T68" fmla="*/ 165 w 1835"/>
                <a:gd name="T69" fmla="*/ 1242 h 1823"/>
                <a:gd name="T70" fmla="*/ 247 w 1835"/>
                <a:gd name="T71" fmla="*/ 1124 h 1823"/>
                <a:gd name="T72" fmla="*/ 351 w 1835"/>
                <a:gd name="T73" fmla="*/ 1007 h 1823"/>
                <a:gd name="T74" fmla="*/ 465 w 1835"/>
                <a:gd name="T75" fmla="*/ 899 h 1823"/>
                <a:gd name="T76" fmla="*/ 583 w 1835"/>
                <a:gd name="T77" fmla="*/ 800 h 1823"/>
                <a:gd name="T78" fmla="*/ 703 w 1835"/>
                <a:gd name="T79" fmla="*/ 712 h 1823"/>
                <a:gd name="T80" fmla="*/ 818 w 1835"/>
                <a:gd name="T81" fmla="*/ 637 h 1823"/>
                <a:gd name="T82" fmla="*/ 927 w 1835"/>
                <a:gd name="T83" fmla="*/ 579 h 1823"/>
                <a:gd name="T84" fmla="*/ 888 w 1835"/>
                <a:gd name="T85" fmla="*/ 374 h 1823"/>
                <a:gd name="T86" fmla="*/ 900 w 1835"/>
                <a:gd name="T87" fmla="*/ 335 h 1823"/>
                <a:gd name="T88" fmla="*/ 1208 w 1835"/>
                <a:gd name="T89" fmla="*/ 25 h 1823"/>
                <a:gd name="T90" fmla="*/ 1246 w 1835"/>
                <a:gd name="T91" fmla="*/ 3 h 1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35" h="1823">
                  <a:moveTo>
                    <a:pt x="1267" y="0"/>
                  </a:moveTo>
                  <a:lnTo>
                    <a:pt x="1289" y="2"/>
                  </a:lnTo>
                  <a:lnTo>
                    <a:pt x="1310" y="11"/>
                  </a:lnTo>
                  <a:lnTo>
                    <a:pt x="1327" y="23"/>
                  </a:lnTo>
                  <a:lnTo>
                    <a:pt x="1341" y="40"/>
                  </a:lnTo>
                  <a:lnTo>
                    <a:pt x="1350" y="60"/>
                  </a:lnTo>
                  <a:lnTo>
                    <a:pt x="1451" y="381"/>
                  </a:lnTo>
                  <a:lnTo>
                    <a:pt x="1776" y="482"/>
                  </a:lnTo>
                  <a:lnTo>
                    <a:pt x="1796" y="491"/>
                  </a:lnTo>
                  <a:lnTo>
                    <a:pt x="1812" y="505"/>
                  </a:lnTo>
                  <a:lnTo>
                    <a:pt x="1825" y="522"/>
                  </a:lnTo>
                  <a:lnTo>
                    <a:pt x="1833" y="543"/>
                  </a:lnTo>
                  <a:lnTo>
                    <a:pt x="1835" y="565"/>
                  </a:lnTo>
                  <a:lnTo>
                    <a:pt x="1832" y="586"/>
                  </a:lnTo>
                  <a:lnTo>
                    <a:pt x="1824" y="606"/>
                  </a:lnTo>
                  <a:lnTo>
                    <a:pt x="1810" y="622"/>
                  </a:lnTo>
                  <a:lnTo>
                    <a:pt x="1515" y="917"/>
                  </a:lnTo>
                  <a:lnTo>
                    <a:pt x="1498" y="929"/>
                  </a:lnTo>
                  <a:lnTo>
                    <a:pt x="1479" y="937"/>
                  </a:lnTo>
                  <a:lnTo>
                    <a:pt x="1459" y="942"/>
                  </a:lnTo>
                  <a:lnTo>
                    <a:pt x="1439" y="939"/>
                  </a:lnTo>
                  <a:lnTo>
                    <a:pt x="1253" y="903"/>
                  </a:lnTo>
                  <a:lnTo>
                    <a:pt x="1226" y="956"/>
                  </a:lnTo>
                  <a:lnTo>
                    <a:pt x="1194" y="1011"/>
                  </a:lnTo>
                  <a:lnTo>
                    <a:pt x="1158" y="1067"/>
                  </a:lnTo>
                  <a:lnTo>
                    <a:pt x="1118" y="1126"/>
                  </a:lnTo>
                  <a:lnTo>
                    <a:pt x="1075" y="1184"/>
                  </a:lnTo>
                  <a:lnTo>
                    <a:pt x="1030" y="1243"/>
                  </a:lnTo>
                  <a:lnTo>
                    <a:pt x="981" y="1302"/>
                  </a:lnTo>
                  <a:lnTo>
                    <a:pt x="930" y="1362"/>
                  </a:lnTo>
                  <a:lnTo>
                    <a:pt x="877" y="1419"/>
                  </a:lnTo>
                  <a:lnTo>
                    <a:pt x="823" y="1475"/>
                  </a:lnTo>
                  <a:lnTo>
                    <a:pt x="763" y="1529"/>
                  </a:lnTo>
                  <a:lnTo>
                    <a:pt x="705" y="1578"/>
                  </a:lnTo>
                  <a:lnTo>
                    <a:pt x="645" y="1622"/>
                  </a:lnTo>
                  <a:lnTo>
                    <a:pt x="585" y="1659"/>
                  </a:lnTo>
                  <a:lnTo>
                    <a:pt x="528" y="1691"/>
                  </a:lnTo>
                  <a:lnTo>
                    <a:pt x="470" y="1719"/>
                  </a:lnTo>
                  <a:lnTo>
                    <a:pt x="416" y="1743"/>
                  </a:lnTo>
                  <a:lnTo>
                    <a:pt x="363" y="1763"/>
                  </a:lnTo>
                  <a:lnTo>
                    <a:pt x="314" y="1780"/>
                  </a:lnTo>
                  <a:lnTo>
                    <a:pt x="268" y="1792"/>
                  </a:lnTo>
                  <a:lnTo>
                    <a:pt x="226" y="1803"/>
                  </a:lnTo>
                  <a:lnTo>
                    <a:pt x="187" y="1810"/>
                  </a:lnTo>
                  <a:lnTo>
                    <a:pt x="156" y="1816"/>
                  </a:lnTo>
                  <a:lnTo>
                    <a:pt x="130" y="1819"/>
                  </a:lnTo>
                  <a:lnTo>
                    <a:pt x="109" y="1821"/>
                  </a:lnTo>
                  <a:lnTo>
                    <a:pt x="95" y="1823"/>
                  </a:lnTo>
                  <a:lnTo>
                    <a:pt x="88" y="1823"/>
                  </a:lnTo>
                  <a:lnTo>
                    <a:pt x="71" y="1822"/>
                  </a:lnTo>
                  <a:lnTo>
                    <a:pt x="54" y="1817"/>
                  </a:lnTo>
                  <a:lnTo>
                    <a:pt x="39" y="1810"/>
                  </a:lnTo>
                  <a:lnTo>
                    <a:pt x="25" y="1799"/>
                  </a:lnTo>
                  <a:lnTo>
                    <a:pt x="14" y="1785"/>
                  </a:lnTo>
                  <a:lnTo>
                    <a:pt x="5" y="1769"/>
                  </a:lnTo>
                  <a:lnTo>
                    <a:pt x="1" y="1753"/>
                  </a:lnTo>
                  <a:lnTo>
                    <a:pt x="0" y="1735"/>
                  </a:lnTo>
                  <a:lnTo>
                    <a:pt x="0" y="1729"/>
                  </a:lnTo>
                  <a:lnTo>
                    <a:pt x="1" y="1715"/>
                  </a:lnTo>
                  <a:lnTo>
                    <a:pt x="3" y="1695"/>
                  </a:lnTo>
                  <a:lnTo>
                    <a:pt x="7" y="1669"/>
                  </a:lnTo>
                  <a:lnTo>
                    <a:pt x="13" y="1636"/>
                  </a:lnTo>
                  <a:lnTo>
                    <a:pt x="21" y="1599"/>
                  </a:lnTo>
                  <a:lnTo>
                    <a:pt x="30" y="1557"/>
                  </a:lnTo>
                  <a:lnTo>
                    <a:pt x="44" y="1511"/>
                  </a:lnTo>
                  <a:lnTo>
                    <a:pt x="61" y="1463"/>
                  </a:lnTo>
                  <a:lnTo>
                    <a:pt x="81" y="1411"/>
                  </a:lnTo>
                  <a:lnTo>
                    <a:pt x="105" y="1357"/>
                  </a:lnTo>
                  <a:lnTo>
                    <a:pt x="133" y="1299"/>
                  </a:lnTo>
                  <a:lnTo>
                    <a:pt x="165" y="1242"/>
                  </a:lnTo>
                  <a:lnTo>
                    <a:pt x="203" y="1183"/>
                  </a:lnTo>
                  <a:lnTo>
                    <a:pt x="247" y="1124"/>
                  </a:lnTo>
                  <a:lnTo>
                    <a:pt x="295" y="1065"/>
                  </a:lnTo>
                  <a:lnTo>
                    <a:pt x="351" y="1007"/>
                  </a:lnTo>
                  <a:lnTo>
                    <a:pt x="407" y="952"/>
                  </a:lnTo>
                  <a:lnTo>
                    <a:pt x="465" y="899"/>
                  </a:lnTo>
                  <a:lnTo>
                    <a:pt x="525" y="849"/>
                  </a:lnTo>
                  <a:lnTo>
                    <a:pt x="583" y="800"/>
                  </a:lnTo>
                  <a:lnTo>
                    <a:pt x="643" y="754"/>
                  </a:lnTo>
                  <a:lnTo>
                    <a:pt x="703" y="712"/>
                  </a:lnTo>
                  <a:lnTo>
                    <a:pt x="761" y="673"/>
                  </a:lnTo>
                  <a:lnTo>
                    <a:pt x="818" y="637"/>
                  </a:lnTo>
                  <a:lnTo>
                    <a:pt x="873" y="606"/>
                  </a:lnTo>
                  <a:lnTo>
                    <a:pt x="927" y="579"/>
                  </a:lnTo>
                  <a:lnTo>
                    <a:pt x="890" y="395"/>
                  </a:lnTo>
                  <a:lnTo>
                    <a:pt x="888" y="374"/>
                  </a:lnTo>
                  <a:lnTo>
                    <a:pt x="892" y="354"/>
                  </a:lnTo>
                  <a:lnTo>
                    <a:pt x="900" y="335"/>
                  </a:lnTo>
                  <a:lnTo>
                    <a:pt x="913" y="319"/>
                  </a:lnTo>
                  <a:lnTo>
                    <a:pt x="1208" y="25"/>
                  </a:lnTo>
                  <a:lnTo>
                    <a:pt x="1226" y="12"/>
                  </a:lnTo>
                  <a:lnTo>
                    <a:pt x="1246" y="3"/>
                  </a:lnTo>
                  <a:lnTo>
                    <a:pt x="1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54ADCF2D-CD98-439A-8F9A-C38919C21649}"/>
              </a:ext>
            </a:extLst>
          </p:cNvPr>
          <p:cNvGrpSpPr/>
          <p:nvPr/>
        </p:nvGrpSpPr>
        <p:grpSpPr>
          <a:xfrm flipH="1">
            <a:off x="7725599" y="2696477"/>
            <a:ext cx="325576" cy="327755"/>
            <a:chOff x="10528300" y="3267076"/>
            <a:chExt cx="47466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6" name="Freeform 211">
              <a:extLst>
                <a:ext uri="{FF2B5EF4-FFF2-40B4-BE49-F238E27FC236}">
                  <a16:creationId xmlns:a16="http://schemas.microsoft.com/office/drawing/2014/main" id="{84C83D23-2DF8-42C8-9A97-8A2CCBF3B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1525" y="3349626"/>
              <a:ext cx="14288" cy="25400"/>
            </a:xfrm>
            <a:custGeom>
              <a:avLst/>
              <a:gdLst>
                <a:gd name="T0" fmla="*/ 0 w 107"/>
                <a:gd name="T1" fmla="*/ 0 h 172"/>
                <a:gd name="T2" fmla="*/ 16 w 107"/>
                <a:gd name="T3" fmla="*/ 5 h 172"/>
                <a:gd name="T4" fmla="*/ 33 w 107"/>
                <a:gd name="T5" fmla="*/ 9 h 172"/>
                <a:gd name="T6" fmla="*/ 48 w 107"/>
                <a:gd name="T7" fmla="*/ 14 h 172"/>
                <a:gd name="T8" fmla="*/ 64 w 107"/>
                <a:gd name="T9" fmla="*/ 21 h 172"/>
                <a:gd name="T10" fmla="*/ 78 w 107"/>
                <a:gd name="T11" fmla="*/ 30 h 172"/>
                <a:gd name="T12" fmla="*/ 90 w 107"/>
                <a:gd name="T13" fmla="*/ 41 h 172"/>
                <a:gd name="T14" fmla="*/ 99 w 107"/>
                <a:gd name="T15" fmla="*/ 53 h 172"/>
                <a:gd name="T16" fmla="*/ 105 w 107"/>
                <a:gd name="T17" fmla="*/ 69 h 172"/>
                <a:gd name="T18" fmla="*/ 107 w 107"/>
                <a:gd name="T19" fmla="*/ 87 h 172"/>
                <a:gd name="T20" fmla="*/ 105 w 107"/>
                <a:gd name="T21" fmla="*/ 106 h 172"/>
                <a:gd name="T22" fmla="*/ 98 w 107"/>
                <a:gd name="T23" fmla="*/ 124 h 172"/>
                <a:gd name="T24" fmla="*/ 87 w 107"/>
                <a:gd name="T25" fmla="*/ 138 h 172"/>
                <a:gd name="T26" fmla="*/ 74 w 107"/>
                <a:gd name="T27" fmla="*/ 149 h 172"/>
                <a:gd name="T28" fmla="*/ 57 w 107"/>
                <a:gd name="T29" fmla="*/ 158 h 172"/>
                <a:gd name="T30" fmla="*/ 39 w 107"/>
                <a:gd name="T31" fmla="*/ 165 h 172"/>
                <a:gd name="T32" fmla="*/ 19 w 107"/>
                <a:gd name="T33" fmla="*/ 169 h 172"/>
                <a:gd name="T34" fmla="*/ 0 w 107"/>
                <a:gd name="T35" fmla="*/ 172 h 172"/>
                <a:gd name="T36" fmla="*/ 0 w 107"/>
                <a:gd name="T3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" h="172">
                  <a:moveTo>
                    <a:pt x="0" y="0"/>
                  </a:moveTo>
                  <a:lnTo>
                    <a:pt x="16" y="5"/>
                  </a:lnTo>
                  <a:lnTo>
                    <a:pt x="33" y="9"/>
                  </a:lnTo>
                  <a:lnTo>
                    <a:pt x="48" y="14"/>
                  </a:lnTo>
                  <a:lnTo>
                    <a:pt x="64" y="21"/>
                  </a:lnTo>
                  <a:lnTo>
                    <a:pt x="78" y="30"/>
                  </a:lnTo>
                  <a:lnTo>
                    <a:pt x="90" y="41"/>
                  </a:lnTo>
                  <a:lnTo>
                    <a:pt x="99" y="53"/>
                  </a:lnTo>
                  <a:lnTo>
                    <a:pt x="105" y="69"/>
                  </a:lnTo>
                  <a:lnTo>
                    <a:pt x="107" y="87"/>
                  </a:lnTo>
                  <a:lnTo>
                    <a:pt x="105" y="106"/>
                  </a:lnTo>
                  <a:lnTo>
                    <a:pt x="98" y="124"/>
                  </a:lnTo>
                  <a:lnTo>
                    <a:pt x="87" y="138"/>
                  </a:lnTo>
                  <a:lnTo>
                    <a:pt x="74" y="149"/>
                  </a:lnTo>
                  <a:lnTo>
                    <a:pt x="57" y="158"/>
                  </a:lnTo>
                  <a:lnTo>
                    <a:pt x="39" y="165"/>
                  </a:lnTo>
                  <a:lnTo>
                    <a:pt x="19" y="169"/>
                  </a:lnTo>
                  <a:lnTo>
                    <a:pt x="0" y="1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7" name="Freeform 212">
              <a:extLst>
                <a:ext uri="{FF2B5EF4-FFF2-40B4-BE49-F238E27FC236}">
                  <a16:creationId xmlns:a16="http://schemas.microsoft.com/office/drawing/2014/main" id="{FC5BE7D8-9211-4226-9A58-3BFEE5B33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309938"/>
              <a:ext cx="14288" cy="22225"/>
            </a:xfrm>
            <a:custGeom>
              <a:avLst/>
              <a:gdLst>
                <a:gd name="T0" fmla="*/ 98 w 98"/>
                <a:gd name="T1" fmla="*/ 0 h 155"/>
                <a:gd name="T2" fmla="*/ 98 w 98"/>
                <a:gd name="T3" fmla="*/ 155 h 155"/>
                <a:gd name="T4" fmla="*/ 72 w 98"/>
                <a:gd name="T5" fmla="*/ 148 h 155"/>
                <a:gd name="T6" fmla="*/ 50 w 98"/>
                <a:gd name="T7" fmla="*/ 140 h 155"/>
                <a:gd name="T8" fmla="*/ 32 w 98"/>
                <a:gd name="T9" fmla="*/ 131 h 155"/>
                <a:gd name="T10" fmla="*/ 18 w 98"/>
                <a:gd name="T11" fmla="*/ 119 h 155"/>
                <a:gd name="T12" fmla="*/ 8 w 98"/>
                <a:gd name="T13" fmla="*/ 106 h 155"/>
                <a:gd name="T14" fmla="*/ 2 w 98"/>
                <a:gd name="T15" fmla="*/ 91 h 155"/>
                <a:gd name="T16" fmla="*/ 0 w 98"/>
                <a:gd name="T17" fmla="*/ 74 h 155"/>
                <a:gd name="T18" fmla="*/ 3 w 98"/>
                <a:gd name="T19" fmla="*/ 58 h 155"/>
                <a:gd name="T20" fmla="*/ 9 w 98"/>
                <a:gd name="T21" fmla="*/ 42 h 155"/>
                <a:gd name="T22" fmla="*/ 19 w 98"/>
                <a:gd name="T23" fmla="*/ 29 h 155"/>
                <a:gd name="T24" fmla="*/ 34 w 98"/>
                <a:gd name="T25" fmla="*/ 17 h 155"/>
                <a:gd name="T26" fmla="*/ 53 w 98"/>
                <a:gd name="T27" fmla="*/ 9 h 155"/>
                <a:gd name="T28" fmla="*/ 74 w 98"/>
                <a:gd name="T29" fmla="*/ 3 h 155"/>
                <a:gd name="T30" fmla="*/ 98 w 98"/>
                <a:gd name="T31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" h="155">
                  <a:moveTo>
                    <a:pt x="98" y="0"/>
                  </a:moveTo>
                  <a:lnTo>
                    <a:pt x="98" y="155"/>
                  </a:lnTo>
                  <a:lnTo>
                    <a:pt x="72" y="148"/>
                  </a:lnTo>
                  <a:lnTo>
                    <a:pt x="50" y="140"/>
                  </a:lnTo>
                  <a:lnTo>
                    <a:pt x="32" y="131"/>
                  </a:lnTo>
                  <a:lnTo>
                    <a:pt x="18" y="119"/>
                  </a:lnTo>
                  <a:lnTo>
                    <a:pt x="8" y="106"/>
                  </a:lnTo>
                  <a:lnTo>
                    <a:pt x="2" y="91"/>
                  </a:lnTo>
                  <a:lnTo>
                    <a:pt x="0" y="74"/>
                  </a:lnTo>
                  <a:lnTo>
                    <a:pt x="3" y="58"/>
                  </a:lnTo>
                  <a:lnTo>
                    <a:pt x="9" y="42"/>
                  </a:lnTo>
                  <a:lnTo>
                    <a:pt x="19" y="29"/>
                  </a:lnTo>
                  <a:lnTo>
                    <a:pt x="34" y="17"/>
                  </a:lnTo>
                  <a:lnTo>
                    <a:pt x="53" y="9"/>
                  </a:lnTo>
                  <a:lnTo>
                    <a:pt x="74" y="3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8" name="Freeform 213">
              <a:extLst>
                <a:ext uri="{FF2B5EF4-FFF2-40B4-BE49-F238E27FC236}">
                  <a16:creationId xmlns:a16="http://schemas.microsoft.com/office/drawing/2014/main" id="{03EC1D58-2AEC-4E35-B181-DB06CA7B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0563" y="3267076"/>
              <a:ext cx="152400" cy="150813"/>
            </a:xfrm>
            <a:custGeom>
              <a:avLst/>
              <a:gdLst>
                <a:gd name="T0" fmla="*/ 505 w 1054"/>
                <a:gd name="T1" fmla="*/ 149 h 1047"/>
                <a:gd name="T2" fmla="*/ 445 w 1054"/>
                <a:gd name="T3" fmla="*/ 214 h 1047"/>
                <a:gd name="T4" fmla="*/ 348 w 1054"/>
                <a:gd name="T5" fmla="*/ 263 h 1047"/>
                <a:gd name="T6" fmla="*/ 298 w 1054"/>
                <a:gd name="T7" fmla="*/ 357 h 1047"/>
                <a:gd name="T8" fmla="*/ 315 w 1054"/>
                <a:gd name="T9" fmla="*/ 464 h 1047"/>
                <a:gd name="T10" fmla="*/ 401 w 1054"/>
                <a:gd name="T11" fmla="*/ 534 h 1047"/>
                <a:gd name="T12" fmla="*/ 503 w 1054"/>
                <a:gd name="T13" fmla="*/ 745 h 1047"/>
                <a:gd name="T14" fmla="*/ 430 w 1054"/>
                <a:gd name="T15" fmla="*/ 722 h 1047"/>
                <a:gd name="T16" fmla="*/ 401 w 1054"/>
                <a:gd name="T17" fmla="*/ 679 h 1047"/>
                <a:gd name="T18" fmla="*/ 384 w 1054"/>
                <a:gd name="T19" fmla="*/ 638 h 1047"/>
                <a:gd name="T20" fmla="*/ 336 w 1054"/>
                <a:gd name="T21" fmla="*/ 619 h 1047"/>
                <a:gd name="T22" fmla="*/ 289 w 1054"/>
                <a:gd name="T23" fmla="*/ 644 h 1047"/>
                <a:gd name="T24" fmla="*/ 289 w 1054"/>
                <a:gd name="T25" fmla="*/ 713 h 1047"/>
                <a:gd name="T26" fmla="*/ 348 w 1054"/>
                <a:gd name="T27" fmla="*/ 786 h 1047"/>
                <a:gd name="T28" fmla="*/ 464 w 1054"/>
                <a:gd name="T29" fmla="*/ 830 h 1047"/>
                <a:gd name="T30" fmla="*/ 510 w 1054"/>
                <a:gd name="T31" fmla="*/ 907 h 1047"/>
                <a:gd name="T32" fmla="*/ 548 w 1054"/>
                <a:gd name="T33" fmla="*/ 907 h 1047"/>
                <a:gd name="T34" fmla="*/ 589 w 1054"/>
                <a:gd name="T35" fmla="*/ 829 h 1047"/>
                <a:gd name="T36" fmla="*/ 702 w 1054"/>
                <a:gd name="T37" fmla="*/ 790 h 1047"/>
                <a:gd name="T38" fmla="*/ 764 w 1054"/>
                <a:gd name="T39" fmla="*/ 708 h 1047"/>
                <a:gd name="T40" fmla="*/ 765 w 1054"/>
                <a:gd name="T41" fmla="*/ 595 h 1047"/>
                <a:gd name="T42" fmla="*/ 715 w 1054"/>
                <a:gd name="T43" fmla="*/ 520 h 1047"/>
                <a:gd name="T44" fmla="*/ 632 w 1054"/>
                <a:gd name="T45" fmla="*/ 479 h 1047"/>
                <a:gd name="T46" fmla="*/ 555 w 1054"/>
                <a:gd name="T47" fmla="*/ 295 h 1047"/>
                <a:gd name="T48" fmla="*/ 624 w 1054"/>
                <a:gd name="T49" fmla="*/ 320 h 1047"/>
                <a:gd name="T50" fmla="*/ 664 w 1054"/>
                <a:gd name="T51" fmla="*/ 365 h 1047"/>
                <a:gd name="T52" fmla="*/ 707 w 1054"/>
                <a:gd name="T53" fmla="*/ 389 h 1047"/>
                <a:gd name="T54" fmla="*/ 755 w 1054"/>
                <a:gd name="T55" fmla="*/ 364 h 1047"/>
                <a:gd name="T56" fmla="*/ 752 w 1054"/>
                <a:gd name="T57" fmla="*/ 297 h 1047"/>
                <a:gd name="T58" fmla="*/ 684 w 1054"/>
                <a:gd name="T59" fmla="*/ 240 h 1047"/>
                <a:gd name="T60" fmla="*/ 594 w 1054"/>
                <a:gd name="T61" fmla="*/ 210 h 1047"/>
                <a:gd name="T62" fmla="*/ 553 w 1054"/>
                <a:gd name="T63" fmla="*/ 149 h 1047"/>
                <a:gd name="T64" fmla="*/ 527 w 1054"/>
                <a:gd name="T65" fmla="*/ 0 h 1047"/>
                <a:gd name="T66" fmla="*/ 693 w 1054"/>
                <a:gd name="T67" fmla="*/ 26 h 1047"/>
                <a:gd name="T68" fmla="*/ 880 w 1054"/>
                <a:gd name="T69" fmla="*/ 136 h 1047"/>
                <a:gd name="T70" fmla="*/ 1006 w 1054"/>
                <a:gd name="T71" fmla="*/ 307 h 1047"/>
                <a:gd name="T72" fmla="*/ 1054 w 1054"/>
                <a:gd name="T73" fmla="*/ 523 h 1047"/>
                <a:gd name="T74" fmla="*/ 1006 w 1054"/>
                <a:gd name="T75" fmla="*/ 740 h 1047"/>
                <a:gd name="T76" fmla="*/ 880 w 1054"/>
                <a:gd name="T77" fmla="*/ 911 h 1047"/>
                <a:gd name="T78" fmla="*/ 693 w 1054"/>
                <a:gd name="T79" fmla="*/ 1021 h 1047"/>
                <a:gd name="T80" fmla="*/ 469 w 1054"/>
                <a:gd name="T81" fmla="*/ 1043 h 1047"/>
                <a:gd name="T82" fmla="*/ 261 w 1054"/>
                <a:gd name="T83" fmla="*/ 975 h 1047"/>
                <a:gd name="T84" fmla="*/ 102 w 1054"/>
                <a:gd name="T85" fmla="*/ 832 h 1047"/>
                <a:gd name="T86" fmla="*/ 12 w 1054"/>
                <a:gd name="T87" fmla="*/ 636 h 1047"/>
                <a:gd name="T88" fmla="*/ 12 w 1054"/>
                <a:gd name="T89" fmla="*/ 411 h 1047"/>
                <a:gd name="T90" fmla="*/ 102 w 1054"/>
                <a:gd name="T91" fmla="*/ 215 h 1047"/>
                <a:gd name="T92" fmla="*/ 261 w 1054"/>
                <a:gd name="T93" fmla="*/ 72 h 1047"/>
                <a:gd name="T94" fmla="*/ 469 w 1054"/>
                <a:gd name="T95" fmla="*/ 3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54" h="1047">
                  <a:moveTo>
                    <a:pt x="529" y="131"/>
                  </a:moveTo>
                  <a:lnTo>
                    <a:pt x="519" y="133"/>
                  </a:lnTo>
                  <a:lnTo>
                    <a:pt x="510" y="140"/>
                  </a:lnTo>
                  <a:lnTo>
                    <a:pt x="505" y="149"/>
                  </a:lnTo>
                  <a:lnTo>
                    <a:pt x="503" y="161"/>
                  </a:lnTo>
                  <a:lnTo>
                    <a:pt x="503" y="206"/>
                  </a:lnTo>
                  <a:lnTo>
                    <a:pt x="474" y="208"/>
                  </a:lnTo>
                  <a:lnTo>
                    <a:pt x="445" y="214"/>
                  </a:lnTo>
                  <a:lnTo>
                    <a:pt x="418" y="222"/>
                  </a:lnTo>
                  <a:lnTo>
                    <a:pt x="392" y="233"/>
                  </a:lnTo>
                  <a:lnTo>
                    <a:pt x="369" y="247"/>
                  </a:lnTo>
                  <a:lnTo>
                    <a:pt x="348" y="263"/>
                  </a:lnTo>
                  <a:lnTo>
                    <a:pt x="330" y="282"/>
                  </a:lnTo>
                  <a:lnTo>
                    <a:pt x="315" y="305"/>
                  </a:lnTo>
                  <a:lnTo>
                    <a:pt x="305" y="330"/>
                  </a:lnTo>
                  <a:lnTo>
                    <a:pt x="298" y="357"/>
                  </a:lnTo>
                  <a:lnTo>
                    <a:pt x="296" y="388"/>
                  </a:lnTo>
                  <a:lnTo>
                    <a:pt x="298" y="415"/>
                  </a:lnTo>
                  <a:lnTo>
                    <a:pt x="305" y="441"/>
                  </a:lnTo>
                  <a:lnTo>
                    <a:pt x="315" y="464"/>
                  </a:lnTo>
                  <a:lnTo>
                    <a:pt x="331" y="485"/>
                  </a:lnTo>
                  <a:lnTo>
                    <a:pt x="351" y="504"/>
                  </a:lnTo>
                  <a:lnTo>
                    <a:pt x="374" y="519"/>
                  </a:lnTo>
                  <a:lnTo>
                    <a:pt x="401" y="534"/>
                  </a:lnTo>
                  <a:lnTo>
                    <a:pt x="432" y="545"/>
                  </a:lnTo>
                  <a:lnTo>
                    <a:pt x="465" y="556"/>
                  </a:lnTo>
                  <a:lnTo>
                    <a:pt x="503" y="564"/>
                  </a:lnTo>
                  <a:lnTo>
                    <a:pt x="503" y="745"/>
                  </a:lnTo>
                  <a:lnTo>
                    <a:pt x="478" y="742"/>
                  </a:lnTo>
                  <a:lnTo>
                    <a:pt x="458" y="738"/>
                  </a:lnTo>
                  <a:lnTo>
                    <a:pt x="442" y="730"/>
                  </a:lnTo>
                  <a:lnTo>
                    <a:pt x="430" y="722"/>
                  </a:lnTo>
                  <a:lnTo>
                    <a:pt x="419" y="713"/>
                  </a:lnTo>
                  <a:lnTo>
                    <a:pt x="412" y="702"/>
                  </a:lnTo>
                  <a:lnTo>
                    <a:pt x="407" y="691"/>
                  </a:lnTo>
                  <a:lnTo>
                    <a:pt x="401" y="679"/>
                  </a:lnTo>
                  <a:lnTo>
                    <a:pt x="398" y="668"/>
                  </a:lnTo>
                  <a:lnTo>
                    <a:pt x="394" y="658"/>
                  </a:lnTo>
                  <a:lnTo>
                    <a:pt x="389" y="647"/>
                  </a:lnTo>
                  <a:lnTo>
                    <a:pt x="384" y="638"/>
                  </a:lnTo>
                  <a:lnTo>
                    <a:pt x="375" y="631"/>
                  </a:lnTo>
                  <a:lnTo>
                    <a:pt x="366" y="624"/>
                  </a:lnTo>
                  <a:lnTo>
                    <a:pt x="352" y="620"/>
                  </a:lnTo>
                  <a:lnTo>
                    <a:pt x="336" y="619"/>
                  </a:lnTo>
                  <a:lnTo>
                    <a:pt x="321" y="621"/>
                  </a:lnTo>
                  <a:lnTo>
                    <a:pt x="307" y="625"/>
                  </a:lnTo>
                  <a:lnTo>
                    <a:pt x="297" y="634"/>
                  </a:lnTo>
                  <a:lnTo>
                    <a:pt x="289" y="644"/>
                  </a:lnTo>
                  <a:lnTo>
                    <a:pt x="284" y="658"/>
                  </a:lnTo>
                  <a:lnTo>
                    <a:pt x="282" y="674"/>
                  </a:lnTo>
                  <a:lnTo>
                    <a:pt x="284" y="693"/>
                  </a:lnTo>
                  <a:lnTo>
                    <a:pt x="289" y="713"/>
                  </a:lnTo>
                  <a:lnTo>
                    <a:pt x="299" y="731"/>
                  </a:lnTo>
                  <a:lnTo>
                    <a:pt x="311" y="751"/>
                  </a:lnTo>
                  <a:lnTo>
                    <a:pt x="328" y="769"/>
                  </a:lnTo>
                  <a:lnTo>
                    <a:pt x="348" y="786"/>
                  </a:lnTo>
                  <a:lnTo>
                    <a:pt x="371" y="801"/>
                  </a:lnTo>
                  <a:lnTo>
                    <a:pt x="399" y="814"/>
                  </a:lnTo>
                  <a:lnTo>
                    <a:pt x="430" y="823"/>
                  </a:lnTo>
                  <a:lnTo>
                    <a:pt x="464" y="830"/>
                  </a:lnTo>
                  <a:lnTo>
                    <a:pt x="503" y="833"/>
                  </a:lnTo>
                  <a:lnTo>
                    <a:pt x="503" y="886"/>
                  </a:lnTo>
                  <a:lnTo>
                    <a:pt x="505" y="898"/>
                  </a:lnTo>
                  <a:lnTo>
                    <a:pt x="510" y="907"/>
                  </a:lnTo>
                  <a:lnTo>
                    <a:pt x="519" y="913"/>
                  </a:lnTo>
                  <a:lnTo>
                    <a:pt x="529" y="917"/>
                  </a:lnTo>
                  <a:lnTo>
                    <a:pt x="540" y="913"/>
                  </a:lnTo>
                  <a:lnTo>
                    <a:pt x="548" y="907"/>
                  </a:lnTo>
                  <a:lnTo>
                    <a:pt x="553" y="898"/>
                  </a:lnTo>
                  <a:lnTo>
                    <a:pt x="555" y="886"/>
                  </a:lnTo>
                  <a:lnTo>
                    <a:pt x="555" y="833"/>
                  </a:lnTo>
                  <a:lnTo>
                    <a:pt x="589" y="829"/>
                  </a:lnTo>
                  <a:lnTo>
                    <a:pt x="621" y="824"/>
                  </a:lnTo>
                  <a:lnTo>
                    <a:pt x="650" y="815"/>
                  </a:lnTo>
                  <a:lnTo>
                    <a:pt x="678" y="804"/>
                  </a:lnTo>
                  <a:lnTo>
                    <a:pt x="702" y="790"/>
                  </a:lnTo>
                  <a:lnTo>
                    <a:pt x="722" y="774"/>
                  </a:lnTo>
                  <a:lnTo>
                    <a:pt x="739" y="754"/>
                  </a:lnTo>
                  <a:lnTo>
                    <a:pt x="753" y="733"/>
                  </a:lnTo>
                  <a:lnTo>
                    <a:pt x="764" y="708"/>
                  </a:lnTo>
                  <a:lnTo>
                    <a:pt x="770" y="681"/>
                  </a:lnTo>
                  <a:lnTo>
                    <a:pt x="772" y="650"/>
                  </a:lnTo>
                  <a:lnTo>
                    <a:pt x="770" y="621"/>
                  </a:lnTo>
                  <a:lnTo>
                    <a:pt x="765" y="595"/>
                  </a:lnTo>
                  <a:lnTo>
                    <a:pt x="756" y="573"/>
                  </a:lnTo>
                  <a:lnTo>
                    <a:pt x="746" y="553"/>
                  </a:lnTo>
                  <a:lnTo>
                    <a:pt x="732" y="536"/>
                  </a:lnTo>
                  <a:lnTo>
                    <a:pt x="715" y="520"/>
                  </a:lnTo>
                  <a:lnTo>
                    <a:pt x="698" y="508"/>
                  </a:lnTo>
                  <a:lnTo>
                    <a:pt x="677" y="496"/>
                  </a:lnTo>
                  <a:lnTo>
                    <a:pt x="655" y="487"/>
                  </a:lnTo>
                  <a:lnTo>
                    <a:pt x="632" y="479"/>
                  </a:lnTo>
                  <a:lnTo>
                    <a:pt x="607" y="471"/>
                  </a:lnTo>
                  <a:lnTo>
                    <a:pt x="581" y="465"/>
                  </a:lnTo>
                  <a:lnTo>
                    <a:pt x="555" y="459"/>
                  </a:lnTo>
                  <a:lnTo>
                    <a:pt x="555" y="295"/>
                  </a:lnTo>
                  <a:lnTo>
                    <a:pt x="577" y="297"/>
                  </a:lnTo>
                  <a:lnTo>
                    <a:pt x="596" y="302"/>
                  </a:lnTo>
                  <a:lnTo>
                    <a:pt x="612" y="310"/>
                  </a:lnTo>
                  <a:lnTo>
                    <a:pt x="624" y="320"/>
                  </a:lnTo>
                  <a:lnTo>
                    <a:pt x="636" y="331"/>
                  </a:lnTo>
                  <a:lnTo>
                    <a:pt x="646" y="343"/>
                  </a:lnTo>
                  <a:lnTo>
                    <a:pt x="656" y="354"/>
                  </a:lnTo>
                  <a:lnTo>
                    <a:pt x="664" y="365"/>
                  </a:lnTo>
                  <a:lnTo>
                    <a:pt x="674" y="375"/>
                  </a:lnTo>
                  <a:lnTo>
                    <a:pt x="683" y="382"/>
                  </a:lnTo>
                  <a:lnTo>
                    <a:pt x="694" y="387"/>
                  </a:lnTo>
                  <a:lnTo>
                    <a:pt x="707" y="389"/>
                  </a:lnTo>
                  <a:lnTo>
                    <a:pt x="722" y="387"/>
                  </a:lnTo>
                  <a:lnTo>
                    <a:pt x="735" y="383"/>
                  </a:lnTo>
                  <a:lnTo>
                    <a:pt x="746" y="375"/>
                  </a:lnTo>
                  <a:lnTo>
                    <a:pt x="755" y="364"/>
                  </a:lnTo>
                  <a:lnTo>
                    <a:pt x="760" y="351"/>
                  </a:lnTo>
                  <a:lnTo>
                    <a:pt x="763" y="335"/>
                  </a:lnTo>
                  <a:lnTo>
                    <a:pt x="759" y="315"/>
                  </a:lnTo>
                  <a:lnTo>
                    <a:pt x="752" y="297"/>
                  </a:lnTo>
                  <a:lnTo>
                    <a:pt x="739" y="280"/>
                  </a:lnTo>
                  <a:lnTo>
                    <a:pt x="724" y="265"/>
                  </a:lnTo>
                  <a:lnTo>
                    <a:pt x="705" y="251"/>
                  </a:lnTo>
                  <a:lnTo>
                    <a:pt x="684" y="240"/>
                  </a:lnTo>
                  <a:lnTo>
                    <a:pt x="662" y="230"/>
                  </a:lnTo>
                  <a:lnTo>
                    <a:pt x="639" y="222"/>
                  </a:lnTo>
                  <a:lnTo>
                    <a:pt x="616" y="216"/>
                  </a:lnTo>
                  <a:lnTo>
                    <a:pt x="594" y="210"/>
                  </a:lnTo>
                  <a:lnTo>
                    <a:pt x="573" y="207"/>
                  </a:lnTo>
                  <a:lnTo>
                    <a:pt x="555" y="206"/>
                  </a:lnTo>
                  <a:lnTo>
                    <a:pt x="555" y="161"/>
                  </a:lnTo>
                  <a:lnTo>
                    <a:pt x="553" y="149"/>
                  </a:lnTo>
                  <a:lnTo>
                    <a:pt x="548" y="140"/>
                  </a:lnTo>
                  <a:lnTo>
                    <a:pt x="540" y="133"/>
                  </a:lnTo>
                  <a:lnTo>
                    <a:pt x="529" y="131"/>
                  </a:lnTo>
                  <a:close/>
                  <a:moveTo>
                    <a:pt x="527" y="0"/>
                  </a:moveTo>
                  <a:lnTo>
                    <a:pt x="527" y="0"/>
                  </a:lnTo>
                  <a:lnTo>
                    <a:pt x="585" y="3"/>
                  </a:lnTo>
                  <a:lnTo>
                    <a:pt x="640" y="12"/>
                  </a:lnTo>
                  <a:lnTo>
                    <a:pt x="693" y="26"/>
                  </a:lnTo>
                  <a:lnTo>
                    <a:pt x="745" y="47"/>
                  </a:lnTo>
                  <a:lnTo>
                    <a:pt x="793" y="72"/>
                  </a:lnTo>
                  <a:lnTo>
                    <a:pt x="838" y="101"/>
                  </a:lnTo>
                  <a:lnTo>
                    <a:pt x="880" y="136"/>
                  </a:lnTo>
                  <a:lnTo>
                    <a:pt x="919" y="173"/>
                  </a:lnTo>
                  <a:lnTo>
                    <a:pt x="952" y="215"/>
                  </a:lnTo>
                  <a:lnTo>
                    <a:pt x="982" y="259"/>
                  </a:lnTo>
                  <a:lnTo>
                    <a:pt x="1006" y="307"/>
                  </a:lnTo>
                  <a:lnTo>
                    <a:pt x="1027" y="358"/>
                  </a:lnTo>
                  <a:lnTo>
                    <a:pt x="1042" y="411"/>
                  </a:lnTo>
                  <a:lnTo>
                    <a:pt x="1050" y="466"/>
                  </a:lnTo>
                  <a:lnTo>
                    <a:pt x="1054" y="523"/>
                  </a:lnTo>
                  <a:lnTo>
                    <a:pt x="1050" y="581"/>
                  </a:lnTo>
                  <a:lnTo>
                    <a:pt x="1042" y="636"/>
                  </a:lnTo>
                  <a:lnTo>
                    <a:pt x="1027" y="689"/>
                  </a:lnTo>
                  <a:lnTo>
                    <a:pt x="1006" y="740"/>
                  </a:lnTo>
                  <a:lnTo>
                    <a:pt x="982" y="788"/>
                  </a:lnTo>
                  <a:lnTo>
                    <a:pt x="952" y="832"/>
                  </a:lnTo>
                  <a:lnTo>
                    <a:pt x="919" y="874"/>
                  </a:lnTo>
                  <a:lnTo>
                    <a:pt x="880" y="911"/>
                  </a:lnTo>
                  <a:lnTo>
                    <a:pt x="838" y="946"/>
                  </a:lnTo>
                  <a:lnTo>
                    <a:pt x="793" y="975"/>
                  </a:lnTo>
                  <a:lnTo>
                    <a:pt x="745" y="1000"/>
                  </a:lnTo>
                  <a:lnTo>
                    <a:pt x="693" y="1021"/>
                  </a:lnTo>
                  <a:lnTo>
                    <a:pt x="640" y="1035"/>
                  </a:lnTo>
                  <a:lnTo>
                    <a:pt x="585" y="1043"/>
                  </a:lnTo>
                  <a:lnTo>
                    <a:pt x="527" y="1047"/>
                  </a:lnTo>
                  <a:lnTo>
                    <a:pt x="469" y="1043"/>
                  </a:lnTo>
                  <a:lnTo>
                    <a:pt x="414" y="1035"/>
                  </a:lnTo>
                  <a:lnTo>
                    <a:pt x="360" y="1021"/>
                  </a:lnTo>
                  <a:lnTo>
                    <a:pt x="309" y="1000"/>
                  </a:lnTo>
                  <a:lnTo>
                    <a:pt x="261" y="975"/>
                  </a:lnTo>
                  <a:lnTo>
                    <a:pt x="216" y="946"/>
                  </a:lnTo>
                  <a:lnTo>
                    <a:pt x="174" y="911"/>
                  </a:lnTo>
                  <a:lnTo>
                    <a:pt x="136" y="874"/>
                  </a:lnTo>
                  <a:lnTo>
                    <a:pt x="102" y="832"/>
                  </a:lnTo>
                  <a:lnTo>
                    <a:pt x="73" y="788"/>
                  </a:lnTo>
                  <a:lnTo>
                    <a:pt x="47" y="740"/>
                  </a:lnTo>
                  <a:lnTo>
                    <a:pt x="28" y="689"/>
                  </a:lnTo>
                  <a:lnTo>
                    <a:pt x="12" y="636"/>
                  </a:lnTo>
                  <a:lnTo>
                    <a:pt x="3" y="581"/>
                  </a:lnTo>
                  <a:lnTo>
                    <a:pt x="0" y="523"/>
                  </a:lnTo>
                  <a:lnTo>
                    <a:pt x="3" y="466"/>
                  </a:lnTo>
                  <a:lnTo>
                    <a:pt x="12" y="411"/>
                  </a:lnTo>
                  <a:lnTo>
                    <a:pt x="28" y="358"/>
                  </a:lnTo>
                  <a:lnTo>
                    <a:pt x="47" y="307"/>
                  </a:lnTo>
                  <a:lnTo>
                    <a:pt x="73" y="259"/>
                  </a:lnTo>
                  <a:lnTo>
                    <a:pt x="102" y="215"/>
                  </a:lnTo>
                  <a:lnTo>
                    <a:pt x="136" y="173"/>
                  </a:lnTo>
                  <a:lnTo>
                    <a:pt x="174" y="136"/>
                  </a:lnTo>
                  <a:lnTo>
                    <a:pt x="216" y="101"/>
                  </a:lnTo>
                  <a:lnTo>
                    <a:pt x="261" y="72"/>
                  </a:lnTo>
                  <a:lnTo>
                    <a:pt x="309" y="47"/>
                  </a:lnTo>
                  <a:lnTo>
                    <a:pt x="360" y="26"/>
                  </a:lnTo>
                  <a:lnTo>
                    <a:pt x="414" y="12"/>
                  </a:lnTo>
                  <a:lnTo>
                    <a:pt x="469" y="3"/>
                  </a:lnTo>
                  <a:lnTo>
                    <a:pt x="5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9" name="Freeform 214">
              <a:extLst>
                <a:ext uri="{FF2B5EF4-FFF2-40B4-BE49-F238E27FC236}">
                  <a16:creationId xmlns:a16="http://schemas.microsoft.com/office/drawing/2014/main" id="{902E3A0E-21BB-47ED-85DE-86658B49A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33063" y="3603626"/>
              <a:ext cx="109538" cy="141288"/>
            </a:xfrm>
            <a:custGeom>
              <a:avLst/>
              <a:gdLst>
                <a:gd name="T0" fmla="*/ 150 w 757"/>
                <a:gd name="T1" fmla="*/ 0 h 978"/>
                <a:gd name="T2" fmla="*/ 605 w 757"/>
                <a:gd name="T3" fmla="*/ 0 h 978"/>
                <a:gd name="T4" fmla="*/ 636 w 757"/>
                <a:gd name="T5" fmla="*/ 3 h 978"/>
                <a:gd name="T6" fmla="*/ 664 w 757"/>
                <a:gd name="T7" fmla="*/ 12 h 978"/>
                <a:gd name="T8" fmla="*/ 690 w 757"/>
                <a:gd name="T9" fmla="*/ 26 h 978"/>
                <a:gd name="T10" fmla="*/ 713 w 757"/>
                <a:gd name="T11" fmla="*/ 45 h 978"/>
                <a:gd name="T12" fmla="*/ 730 w 757"/>
                <a:gd name="T13" fmla="*/ 67 h 978"/>
                <a:gd name="T14" fmla="*/ 745 w 757"/>
                <a:gd name="T15" fmla="*/ 93 h 978"/>
                <a:gd name="T16" fmla="*/ 753 w 757"/>
                <a:gd name="T17" fmla="*/ 121 h 978"/>
                <a:gd name="T18" fmla="*/ 757 w 757"/>
                <a:gd name="T19" fmla="*/ 151 h 978"/>
                <a:gd name="T20" fmla="*/ 757 w 757"/>
                <a:gd name="T21" fmla="*/ 828 h 978"/>
                <a:gd name="T22" fmla="*/ 753 w 757"/>
                <a:gd name="T23" fmla="*/ 858 h 978"/>
                <a:gd name="T24" fmla="*/ 745 w 757"/>
                <a:gd name="T25" fmla="*/ 886 h 978"/>
                <a:gd name="T26" fmla="*/ 730 w 757"/>
                <a:gd name="T27" fmla="*/ 912 h 978"/>
                <a:gd name="T28" fmla="*/ 713 w 757"/>
                <a:gd name="T29" fmla="*/ 934 h 978"/>
                <a:gd name="T30" fmla="*/ 690 w 757"/>
                <a:gd name="T31" fmla="*/ 953 h 978"/>
                <a:gd name="T32" fmla="*/ 664 w 757"/>
                <a:gd name="T33" fmla="*/ 966 h 978"/>
                <a:gd name="T34" fmla="*/ 636 w 757"/>
                <a:gd name="T35" fmla="*/ 976 h 978"/>
                <a:gd name="T36" fmla="*/ 605 w 757"/>
                <a:gd name="T37" fmla="*/ 978 h 978"/>
                <a:gd name="T38" fmla="*/ 150 w 757"/>
                <a:gd name="T39" fmla="*/ 978 h 978"/>
                <a:gd name="T40" fmla="*/ 120 w 757"/>
                <a:gd name="T41" fmla="*/ 976 h 978"/>
                <a:gd name="T42" fmla="*/ 92 w 757"/>
                <a:gd name="T43" fmla="*/ 966 h 978"/>
                <a:gd name="T44" fmla="*/ 67 w 757"/>
                <a:gd name="T45" fmla="*/ 953 h 978"/>
                <a:gd name="T46" fmla="*/ 44 w 757"/>
                <a:gd name="T47" fmla="*/ 934 h 978"/>
                <a:gd name="T48" fmla="*/ 26 w 757"/>
                <a:gd name="T49" fmla="*/ 912 h 978"/>
                <a:gd name="T50" fmla="*/ 11 w 757"/>
                <a:gd name="T51" fmla="*/ 886 h 978"/>
                <a:gd name="T52" fmla="*/ 3 w 757"/>
                <a:gd name="T53" fmla="*/ 858 h 978"/>
                <a:gd name="T54" fmla="*/ 0 w 757"/>
                <a:gd name="T55" fmla="*/ 828 h 978"/>
                <a:gd name="T56" fmla="*/ 0 w 757"/>
                <a:gd name="T57" fmla="*/ 151 h 978"/>
                <a:gd name="T58" fmla="*/ 3 w 757"/>
                <a:gd name="T59" fmla="*/ 121 h 978"/>
                <a:gd name="T60" fmla="*/ 11 w 757"/>
                <a:gd name="T61" fmla="*/ 93 h 978"/>
                <a:gd name="T62" fmla="*/ 26 w 757"/>
                <a:gd name="T63" fmla="*/ 67 h 978"/>
                <a:gd name="T64" fmla="*/ 44 w 757"/>
                <a:gd name="T65" fmla="*/ 45 h 978"/>
                <a:gd name="T66" fmla="*/ 67 w 757"/>
                <a:gd name="T67" fmla="*/ 26 h 978"/>
                <a:gd name="T68" fmla="*/ 92 w 757"/>
                <a:gd name="T69" fmla="*/ 12 h 978"/>
                <a:gd name="T70" fmla="*/ 120 w 757"/>
                <a:gd name="T71" fmla="*/ 3 h 978"/>
                <a:gd name="T72" fmla="*/ 150 w 757"/>
                <a:gd name="T73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7" h="978">
                  <a:moveTo>
                    <a:pt x="150" y="0"/>
                  </a:moveTo>
                  <a:lnTo>
                    <a:pt x="605" y="0"/>
                  </a:lnTo>
                  <a:lnTo>
                    <a:pt x="636" y="3"/>
                  </a:lnTo>
                  <a:lnTo>
                    <a:pt x="664" y="12"/>
                  </a:lnTo>
                  <a:lnTo>
                    <a:pt x="690" y="26"/>
                  </a:lnTo>
                  <a:lnTo>
                    <a:pt x="713" y="45"/>
                  </a:lnTo>
                  <a:lnTo>
                    <a:pt x="730" y="67"/>
                  </a:lnTo>
                  <a:lnTo>
                    <a:pt x="745" y="93"/>
                  </a:lnTo>
                  <a:lnTo>
                    <a:pt x="753" y="121"/>
                  </a:lnTo>
                  <a:lnTo>
                    <a:pt x="757" y="151"/>
                  </a:lnTo>
                  <a:lnTo>
                    <a:pt x="757" y="828"/>
                  </a:lnTo>
                  <a:lnTo>
                    <a:pt x="753" y="858"/>
                  </a:lnTo>
                  <a:lnTo>
                    <a:pt x="745" y="886"/>
                  </a:lnTo>
                  <a:lnTo>
                    <a:pt x="730" y="912"/>
                  </a:lnTo>
                  <a:lnTo>
                    <a:pt x="713" y="934"/>
                  </a:lnTo>
                  <a:lnTo>
                    <a:pt x="690" y="953"/>
                  </a:lnTo>
                  <a:lnTo>
                    <a:pt x="664" y="966"/>
                  </a:lnTo>
                  <a:lnTo>
                    <a:pt x="636" y="976"/>
                  </a:lnTo>
                  <a:lnTo>
                    <a:pt x="605" y="978"/>
                  </a:lnTo>
                  <a:lnTo>
                    <a:pt x="150" y="978"/>
                  </a:lnTo>
                  <a:lnTo>
                    <a:pt x="120" y="976"/>
                  </a:lnTo>
                  <a:lnTo>
                    <a:pt x="92" y="966"/>
                  </a:lnTo>
                  <a:lnTo>
                    <a:pt x="67" y="953"/>
                  </a:lnTo>
                  <a:lnTo>
                    <a:pt x="44" y="934"/>
                  </a:lnTo>
                  <a:lnTo>
                    <a:pt x="26" y="912"/>
                  </a:lnTo>
                  <a:lnTo>
                    <a:pt x="11" y="886"/>
                  </a:lnTo>
                  <a:lnTo>
                    <a:pt x="3" y="858"/>
                  </a:lnTo>
                  <a:lnTo>
                    <a:pt x="0" y="828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1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7" y="26"/>
                  </a:lnTo>
                  <a:lnTo>
                    <a:pt x="92" y="12"/>
                  </a:lnTo>
                  <a:lnTo>
                    <a:pt x="120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0" name="Freeform 215">
              <a:extLst>
                <a:ext uri="{FF2B5EF4-FFF2-40B4-BE49-F238E27FC236}">
                  <a16:creationId xmlns:a16="http://schemas.microsoft.com/office/drawing/2014/main" id="{960C4350-FE30-4216-9A48-E1939F1B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925" y="3527426"/>
              <a:ext cx="109538" cy="217488"/>
            </a:xfrm>
            <a:custGeom>
              <a:avLst/>
              <a:gdLst>
                <a:gd name="T0" fmla="*/ 152 w 757"/>
                <a:gd name="T1" fmla="*/ 0 h 1504"/>
                <a:gd name="T2" fmla="*/ 606 w 757"/>
                <a:gd name="T3" fmla="*/ 0 h 1504"/>
                <a:gd name="T4" fmla="*/ 637 w 757"/>
                <a:gd name="T5" fmla="*/ 3 h 1504"/>
                <a:gd name="T6" fmla="*/ 665 w 757"/>
                <a:gd name="T7" fmla="*/ 11 h 1504"/>
                <a:gd name="T8" fmla="*/ 691 w 757"/>
                <a:gd name="T9" fmla="*/ 26 h 1504"/>
                <a:gd name="T10" fmla="*/ 713 w 757"/>
                <a:gd name="T11" fmla="*/ 43 h 1504"/>
                <a:gd name="T12" fmla="*/ 732 w 757"/>
                <a:gd name="T13" fmla="*/ 66 h 1504"/>
                <a:gd name="T14" fmla="*/ 746 w 757"/>
                <a:gd name="T15" fmla="*/ 91 h 1504"/>
                <a:gd name="T16" fmla="*/ 754 w 757"/>
                <a:gd name="T17" fmla="*/ 120 h 1504"/>
                <a:gd name="T18" fmla="*/ 757 w 757"/>
                <a:gd name="T19" fmla="*/ 151 h 1504"/>
                <a:gd name="T20" fmla="*/ 757 w 757"/>
                <a:gd name="T21" fmla="*/ 1354 h 1504"/>
                <a:gd name="T22" fmla="*/ 754 w 757"/>
                <a:gd name="T23" fmla="*/ 1384 h 1504"/>
                <a:gd name="T24" fmla="*/ 746 w 757"/>
                <a:gd name="T25" fmla="*/ 1412 h 1504"/>
                <a:gd name="T26" fmla="*/ 732 w 757"/>
                <a:gd name="T27" fmla="*/ 1438 h 1504"/>
                <a:gd name="T28" fmla="*/ 713 w 757"/>
                <a:gd name="T29" fmla="*/ 1460 h 1504"/>
                <a:gd name="T30" fmla="*/ 691 w 757"/>
                <a:gd name="T31" fmla="*/ 1479 h 1504"/>
                <a:gd name="T32" fmla="*/ 665 w 757"/>
                <a:gd name="T33" fmla="*/ 1492 h 1504"/>
                <a:gd name="T34" fmla="*/ 637 w 757"/>
                <a:gd name="T35" fmla="*/ 1502 h 1504"/>
                <a:gd name="T36" fmla="*/ 606 w 757"/>
                <a:gd name="T37" fmla="*/ 1504 h 1504"/>
                <a:gd name="T38" fmla="*/ 152 w 757"/>
                <a:gd name="T39" fmla="*/ 1504 h 1504"/>
                <a:gd name="T40" fmla="*/ 122 w 757"/>
                <a:gd name="T41" fmla="*/ 1502 h 1504"/>
                <a:gd name="T42" fmla="*/ 92 w 757"/>
                <a:gd name="T43" fmla="*/ 1492 h 1504"/>
                <a:gd name="T44" fmla="*/ 67 w 757"/>
                <a:gd name="T45" fmla="*/ 1479 h 1504"/>
                <a:gd name="T46" fmla="*/ 45 w 757"/>
                <a:gd name="T47" fmla="*/ 1460 h 1504"/>
                <a:gd name="T48" fmla="*/ 26 w 757"/>
                <a:gd name="T49" fmla="*/ 1438 h 1504"/>
                <a:gd name="T50" fmla="*/ 13 w 757"/>
                <a:gd name="T51" fmla="*/ 1412 h 1504"/>
                <a:gd name="T52" fmla="*/ 3 w 757"/>
                <a:gd name="T53" fmla="*/ 1384 h 1504"/>
                <a:gd name="T54" fmla="*/ 0 w 757"/>
                <a:gd name="T55" fmla="*/ 1354 h 1504"/>
                <a:gd name="T56" fmla="*/ 0 w 757"/>
                <a:gd name="T57" fmla="*/ 151 h 1504"/>
                <a:gd name="T58" fmla="*/ 3 w 757"/>
                <a:gd name="T59" fmla="*/ 120 h 1504"/>
                <a:gd name="T60" fmla="*/ 13 w 757"/>
                <a:gd name="T61" fmla="*/ 91 h 1504"/>
                <a:gd name="T62" fmla="*/ 26 w 757"/>
                <a:gd name="T63" fmla="*/ 66 h 1504"/>
                <a:gd name="T64" fmla="*/ 45 w 757"/>
                <a:gd name="T65" fmla="*/ 43 h 1504"/>
                <a:gd name="T66" fmla="*/ 67 w 757"/>
                <a:gd name="T67" fmla="*/ 26 h 1504"/>
                <a:gd name="T68" fmla="*/ 92 w 757"/>
                <a:gd name="T69" fmla="*/ 11 h 1504"/>
                <a:gd name="T70" fmla="*/ 122 w 757"/>
                <a:gd name="T71" fmla="*/ 3 h 1504"/>
                <a:gd name="T72" fmla="*/ 152 w 757"/>
                <a:gd name="T73" fmla="*/ 0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7" h="1504">
                  <a:moveTo>
                    <a:pt x="152" y="0"/>
                  </a:moveTo>
                  <a:lnTo>
                    <a:pt x="606" y="0"/>
                  </a:lnTo>
                  <a:lnTo>
                    <a:pt x="637" y="3"/>
                  </a:lnTo>
                  <a:lnTo>
                    <a:pt x="665" y="11"/>
                  </a:lnTo>
                  <a:lnTo>
                    <a:pt x="691" y="26"/>
                  </a:lnTo>
                  <a:lnTo>
                    <a:pt x="713" y="43"/>
                  </a:lnTo>
                  <a:lnTo>
                    <a:pt x="732" y="66"/>
                  </a:lnTo>
                  <a:lnTo>
                    <a:pt x="746" y="91"/>
                  </a:lnTo>
                  <a:lnTo>
                    <a:pt x="754" y="120"/>
                  </a:lnTo>
                  <a:lnTo>
                    <a:pt x="757" y="151"/>
                  </a:lnTo>
                  <a:lnTo>
                    <a:pt x="757" y="1354"/>
                  </a:lnTo>
                  <a:lnTo>
                    <a:pt x="754" y="1384"/>
                  </a:lnTo>
                  <a:lnTo>
                    <a:pt x="746" y="1412"/>
                  </a:lnTo>
                  <a:lnTo>
                    <a:pt x="732" y="1438"/>
                  </a:lnTo>
                  <a:lnTo>
                    <a:pt x="713" y="1460"/>
                  </a:lnTo>
                  <a:lnTo>
                    <a:pt x="691" y="1479"/>
                  </a:lnTo>
                  <a:lnTo>
                    <a:pt x="665" y="1492"/>
                  </a:lnTo>
                  <a:lnTo>
                    <a:pt x="637" y="1502"/>
                  </a:lnTo>
                  <a:lnTo>
                    <a:pt x="606" y="1504"/>
                  </a:lnTo>
                  <a:lnTo>
                    <a:pt x="152" y="1504"/>
                  </a:lnTo>
                  <a:lnTo>
                    <a:pt x="122" y="1502"/>
                  </a:lnTo>
                  <a:lnTo>
                    <a:pt x="92" y="1492"/>
                  </a:lnTo>
                  <a:lnTo>
                    <a:pt x="67" y="1479"/>
                  </a:lnTo>
                  <a:lnTo>
                    <a:pt x="45" y="1460"/>
                  </a:lnTo>
                  <a:lnTo>
                    <a:pt x="26" y="1438"/>
                  </a:lnTo>
                  <a:lnTo>
                    <a:pt x="13" y="1412"/>
                  </a:lnTo>
                  <a:lnTo>
                    <a:pt x="3" y="1384"/>
                  </a:lnTo>
                  <a:lnTo>
                    <a:pt x="0" y="1354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3" y="91"/>
                  </a:lnTo>
                  <a:lnTo>
                    <a:pt x="26" y="66"/>
                  </a:lnTo>
                  <a:lnTo>
                    <a:pt x="45" y="43"/>
                  </a:lnTo>
                  <a:lnTo>
                    <a:pt x="67" y="26"/>
                  </a:lnTo>
                  <a:lnTo>
                    <a:pt x="92" y="11"/>
                  </a:lnTo>
                  <a:lnTo>
                    <a:pt x="122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1" name="Freeform 216">
              <a:extLst>
                <a:ext uri="{FF2B5EF4-FFF2-40B4-BE49-F238E27FC236}">
                  <a16:creationId xmlns:a16="http://schemas.microsoft.com/office/drawing/2014/main" id="{003A40AD-05F5-4995-A7E3-004909FFD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2788" y="3441701"/>
              <a:ext cx="109538" cy="303213"/>
            </a:xfrm>
            <a:custGeom>
              <a:avLst/>
              <a:gdLst>
                <a:gd name="T0" fmla="*/ 151 w 757"/>
                <a:gd name="T1" fmla="*/ 0 h 2105"/>
                <a:gd name="T2" fmla="*/ 605 w 757"/>
                <a:gd name="T3" fmla="*/ 0 h 2105"/>
                <a:gd name="T4" fmla="*/ 636 w 757"/>
                <a:gd name="T5" fmla="*/ 3 h 2105"/>
                <a:gd name="T6" fmla="*/ 664 w 757"/>
                <a:gd name="T7" fmla="*/ 11 h 2105"/>
                <a:gd name="T8" fmla="*/ 690 w 757"/>
                <a:gd name="T9" fmla="*/ 25 h 2105"/>
                <a:gd name="T10" fmla="*/ 712 w 757"/>
                <a:gd name="T11" fmla="*/ 43 h 2105"/>
                <a:gd name="T12" fmla="*/ 731 w 757"/>
                <a:gd name="T13" fmla="*/ 65 h 2105"/>
                <a:gd name="T14" fmla="*/ 744 w 757"/>
                <a:gd name="T15" fmla="*/ 91 h 2105"/>
                <a:gd name="T16" fmla="*/ 754 w 757"/>
                <a:gd name="T17" fmla="*/ 119 h 2105"/>
                <a:gd name="T18" fmla="*/ 757 w 757"/>
                <a:gd name="T19" fmla="*/ 149 h 2105"/>
                <a:gd name="T20" fmla="*/ 757 w 757"/>
                <a:gd name="T21" fmla="*/ 1955 h 2105"/>
                <a:gd name="T22" fmla="*/ 754 w 757"/>
                <a:gd name="T23" fmla="*/ 1985 h 2105"/>
                <a:gd name="T24" fmla="*/ 744 w 757"/>
                <a:gd name="T25" fmla="*/ 2013 h 2105"/>
                <a:gd name="T26" fmla="*/ 731 w 757"/>
                <a:gd name="T27" fmla="*/ 2039 h 2105"/>
                <a:gd name="T28" fmla="*/ 712 w 757"/>
                <a:gd name="T29" fmla="*/ 2061 h 2105"/>
                <a:gd name="T30" fmla="*/ 690 w 757"/>
                <a:gd name="T31" fmla="*/ 2080 h 2105"/>
                <a:gd name="T32" fmla="*/ 664 w 757"/>
                <a:gd name="T33" fmla="*/ 2093 h 2105"/>
                <a:gd name="T34" fmla="*/ 636 w 757"/>
                <a:gd name="T35" fmla="*/ 2103 h 2105"/>
                <a:gd name="T36" fmla="*/ 605 w 757"/>
                <a:gd name="T37" fmla="*/ 2105 h 2105"/>
                <a:gd name="T38" fmla="*/ 151 w 757"/>
                <a:gd name="T39" fmla="*/ 2105 h 2105"/>
                <a:gd name="T40" fmla="*/ 120 w 757"/>
                <a:gd name="T41" fmla="*/ 2103 h 2105"/>
                <a:gd name="T42" fmla="*/ 92 w 757"/>
                <a:gd name="T43" fmla="*/ 2093 h 2105"/>
                <a:gd name="T44" fmla="*/ 66 w 757"/>
                <a:gd name="T45" fmla="*/ 2080 h 2105"/>
                <a:gd name="T46" fmla="*/ 44 w 757"/>
                <a:gd name="T47" fmla="*/ 2061 h 2105"/>
                <a:gd name="T48" fmla="*/ 25 w 757"/>
                <a:gd name="T49" fmla="*/ 2039 h 2105"/>
                <a:gd name="T50" fmla="*/ 12 w 757"/>
                <a:gd name="T51" fmla="*/ 2013 h 2105"/>
                <a:gd name="T52" fmla="*/ 3 w 757"/>
                <a:gd name="T53" fmla="*/ 1985 h 2105"/>
                <a:gd name="T54" fmla="*/ 0 w 757"/>
                <a:gd name="T55" fmla="*/ 1955 h 2105"/>
                <a:gd name="T56" fmla="*/ 0 w 757"/>
                <a:gd name="T57" fmla="*/ 149 h 2105"/>
                <a:gd name="T58" fmla="*/ 3 w 757"/>
                <a:gd name="T59" fmla="*/ 119 h 2105"/>
                <a:gd name="T60" fmla="*/ 12 w 757"/>
                <a:gd name="T61" fmla="*/ 91 h 2105"/>
                <a:gd name="T62" fmla="*/ 25 w 757"/>
                <a:gd name="T63" fmla="*/ 65 h 2105"/>
                <a:gd name="T64" fmla="*/ 44 w 757"/>
                <a:gd name="T65" fmla="*/ 43 h 2105"/>
                <a:gd name="T66" fmla="*/ 66 w 757"/>
                <a:gd name="T67" fmla="*/ 25 h 2105"/>
                <a:gd name="T68" fmla="*/ 92 w 757"/>
                <a:gd name="T69" fmla="*/ 11 h 2105"/>
                <a:gd name="T70" fmla="*/ 120 w 757"/>
                <a:gd name="T71" fmla="*/ 3 h 2105"/>
                <a:gd name="T72" fmla="*/ 151 w 757"/>
                <a:gd name="T73" fmla="*/ 0 h 2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57" h="2105">
                  <a:moveTo>
                    <a:pt x="151" y="0"/>
                  </a:moveTo>
                  <a:lnTo>
                    <a:pt x="605" y="0"/>
                  </a:lnTo>
                  <a:lnTo>
                    <a:pt x="636" y="3"/>
                  </a:lnTo>
                  <a:lnTo>
                    <a:pt x="664" y="11"/>
                  </a:lnTo>
                  <a:lnTo>
                    <a:pt x="690" y="25"/>
                  </a:lnTo>
                  <a:lnTo>
                    <a:pt x="712" y="43"/>
                  </a:lnTo>
                  <a:lnTo>
                    <a:pt x="731" y="65"/>
                  </a:lnTo>
                  <a:lnTo>
                    <a:pt x="744" y="91"/>
                  </a:lnTo>
                  <a:lnTo>
                    <a:pt x="754" y="119"/>
                  </a:lnTo>
                  <a:lnTo>
                    <a:pt x="757" y="149"/>
                  </a:lnTo>
                  <a:lnTo>
                    <a:pt x="757" y="1955"/>
                  </a:lnTo>
                  <a:lnTo>
                    <a:pt x="754" y="1985"/>
                  </a:lnTo>
                  <a:lnTo>
                    <a:pt x="744" y="2013"/>
                  </a:lnTo>
                  <a:lnTo>
                    <a:pt x="731" y="2039"/>
                  </a:lnTo>
                  <a:lnTo>
                    <a:pt x="712" y="2061"/>
                  </a:lnTo>
                  <a:lnTo>
                    <a:pt x="690" y="2080"/>
                  </a:lnTo>
                  <a:lnTo>
                    <a:pt x="664" y="2093"/>
                  </a:lnTo>
                  <a:lnTo>
                    <a:pt x="636" y="2103"/>
                  </a:lnTo>
                  <a:lnTo>
                    <a:pt x="605" y="2105"/>
                  </a:lnTo>
                  <a:lnTo>
                    <a:pt x="151" y="2105"/>
                  </a:lnTo>
                  <a:lnTo>
                    <a:pt x="120" y="2103"/>
                  </a:lnTo>
                  <a:lnTo>
                    <a:pt x="92" y="2093"/>
                  </a:lnTo>
                  <a:lnTo>
                    <a:pt x="66" y="2080"/>
                  </a:lnTo>
                  <a:lnTo>
                    <a:pt x="44" y="2061"/>
                  </a:lnTo>
                  <a:lnTo>
                    <a:pt x="25" y="2039"/>
                  </a:lnTo>
                  <a:lnTo>
                    <a:pt x="12" y="2013"/>
                  </a:lnTo>
                  <a:lnTo>
                    <a:pt x="3" y="1985"/>
                  </a:lnTo>
                  <a:lnTo>
                    <a:pt x="0" y="1955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2" y="91"/>
                  </a:lnTo>
                  <a:lnTo>
                    <a:pt x="25" y="65"/>
                  </a:lnTo>
                  <a:lnTo>
                    <a:pt x="44" y="43"/>
                  </a:lnTo>
                  <a:lnTo>
                    <a:pt x="66" y="25"/>
                  </a:lnTo>
                  <a:lnTo>
                    <a:pt x="92" y="11"/>
                  </a:lnTo>
                  <a:lnTo>
                    <a:pt x="120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2" name="Freeform 217">
              <a:extLst>
                <a:ext uri="{FF2B5EF4-FFF2-40B4-BE49-F238E27FC236}">
                  <a16:creationId xmlns:a16="http://schemas.microsoft.com/office/drawing/2014/main" id="{85D020A5-1D0C-47FF-A151-0DE180A6B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8300" y="3367088"/>
              <a:ext cx="309563" cy="182563"/>
            </a:xfrm>
            <a:custGeom>
              <a:avLst/>
              <a:gdLst>
                <a:gd name="T0" fmla="*/ 1690 w 2143"/>
                <a:gd name="T1" fmla="*/ 0 h 1263"/>
                <a:gd name="T2" fmla="*/ 1708 w 2143"/>
                <a:gd name="T3" fmla="*/ 1 h 1263"/>
                <a:gd name="T4" fmla="*/ 2083 w 2143"/>
                <a:gd name="T5" fmla="*/ 80 h 1263"/>
                <a:gd name="T6" fmla="*/ 2099 w 2143"/>
                <a:gd name="T7" fmla="*/ 85 h 1263"/>
                <a:gd name="T8" fmla="*/ 2114 w 2143"/>
                <a:gd name="T9" fmla="*/ 93 h 1263"/>
                <a:gd name="T10" fmla="*/ 2125 w 2143"/>
                <a:gd name="T11" fmla="*/ 104 h 1263"/>
                <a:gd name="T12" fmla="*/ 2135 w 2143"/>
                <a:gd name="T13" fmla="*/ 118 h 1263"/>
                <a:gd name="T14" fmla="*/ 2142 w 2143"/>
                <a:gd name="T15" fmla="*/ 138 h 1263"/>
                <a:gd name="T16" fmla="*/ 2143 w 2143"/>
                <a:gd name="T17" fmla="*/ 160 h 1263"/>
                <a:gd name="T18" fmla="*/ 2138 w 2143"/>
                <a:gd name="T19" fmla="*/ 182 h 1263"/>
                <a:gd name="T20" fmla="*/ 1992 w 2143"/>
                <a:gd name="T21" fmla="*/ 535 h 1263"/>
                <a:gd name="T22" fmla="*/ 1985 w 2143"/>
                <a:gd name="T23" fmla="*/ 550 h 1263"/>
                <a:gd name="T24" fmla="*/ 1973 w 2143"/>
                <a:gd name="T25" fmla="*/ 563 h 1263"/>
                <a:gd name="T26" fmla="*/ 1959 w 2143"/>
                <a:gd name="T27" fmla="*/ 572 h 1263"/>
                <a:gd name="T28" fmla="*/ 1943 w 2143"/>
                <a:gd name="T29" fmla="*/ 578 h 1263"/>
                <a:gd name="T30" fmla="*/ 1926 w 2143"/>
                <a:gd name="T31" fmla="*/ 581 h 1263"/>
                <a:gd name="T32" fmla="*/ 1922 w 2143"/>
                <a:gd name="T33" fmla="*/ 581 h 1263"/>
                <a:gd name="T34" fmla="*/ 1902 w 2143"/>
                <a:gd name="T35" fmla="*/ 578 h 1263"/>
                <a:gd name="T36" fmla="*/ 1883 w 2143"/>
                <a:gd name="T37" fmla="*/ 571 h 1263"/>
                <a:gd name="T38" fmla="*/ 1868 w 2143"/>
                <a:gd name="T39" fmla="*/ 558 h 1263"/>
                <a:gd name="T40" fmla="*/ 1856 w 2143"/>
                <a:gd name="T41" fmla="*/ 542 h 1263"/>
                <a:gd name="T42" fmla="*/ 1780 w 2143"/>
                <a:gd name="T43" fmla="*/ 398 h 1263"/>
                <a:gd name="T44" fmla="*/ 111 w 2143"/>
                <a:gd name="T45" fmla="*/ 1254 h 1263"/>
                <a:gd name="T46" fmla="*/ 93 w 2143"/>
                <a:gd name="T47" fmla="*/ 1260 h 1263"/>
                <a:gd name="T48" fmla="*/ 76 w 2143"/>
                <a:gd name="T49" fmla="*/ 1263 h 1263"/>
                <a:gd name="T50" fmla="*/ 60 w 2143"/>
                <a:gd name="T51" fmla="*/ 1260 h 1263"/>
                <a:gd name="T52" fmla="*/ 44 w 2143"/>
                <a:gd name="T53" fmla="*/ 1255 h 1263"/>
                <a:gd name="T54" fmla="*/ 30 w 2143"/>
                <a:gd name="T55" fmla="*/ 1247 h 1263"/>
                <a:gd name="T56" fmla="*/ 18 w 2143"/>
                <a:gd name="T57" fmla="*/ 1236 h 1263"/>
                <a:gd name="T58" fmla="*/ 8 w 2143"/>
                <a:gd name="T59" fmla="*/ 1221 h 1263"/>
                <a:gd name="T60" fmla="*/ 2 w 2143"/>
                <a:gd name="T61" fmla="*/ 1202 h 1263"/>
                <a:gd name="T62" fmla="*/ 0 w 2143"/>
                <a:gd name="T63" fmla="*/ 1184 h 1263"/>
                <a:gd name="T64" fmla="*/ 4 w 2143"/>
                <a:gd name="T65" fmla="*/ 1164 h 1263"/>
                <a:gd name="T66" fmla="*/ 13 w 2143"/>
                <a:gd name="T67" fmla="*/ 1147 h 1263"/>
                <a:gd name="T68" fmla="*/ 24 w 2143"/>
                <a:gd name="T69" fmla="*/ 1132 h 1263"/>
                <a:gd name="T70" fmla="*/ 41 w 2143"/>
                <a:gd name="T71" fmla="*/ 1120 h 1263"/>
                <a:gd name="T72" fmla="*/ 1709 w 2143"/>
                <a:gd name="T73" fmla="*/ 266 h 1263"/>
                <a:gd name="T74" fmla="*/ 1625 w 2143"/>
                <a:gd name="T75" fmla="*/ 110 h 1263"/>
                <a:gd name="T76" fmla="*/ 1619 w 2143"/>
                <a:gd name="T77" fmla="*/ 95 h 1263"/>
                <a:gd name="T78" fmla="*/ 1616 w 2143"/>
                <a:gd name="T79" fmla="*/ 78 h 1263"/>
                <a:gd name="T80" fmla="*/ 1618 w 2143"/>
                <a:gd name="T81" fmla="*/ 61 h 1263"/>
                <a:gd name="T82" fmla="*/ 1623 w 2143"/>
                <a:gd name="T83" fmla="*/ 45 h 1263"/>
                <a:gd name="T84" fmla="*/ 1631 w 2143"/>
                <a:gd name="T85" fmla="*/ 30 h 1263"/>
                <a:gd name="T86" fmla="*/ 1643 w 2143"/>
                <a:gd name="T87" fmla="*/ 18 h 1263"/>
                <a:gd name="T88" fmla="*/ 1657 w 2143"/>
                <a:gd name="T89" fmla="*/ 8 h 1263"/>
                <a:gd name="T90" fmla="*/ 1673 w 2143"/>
                <a:gd name="T91" fmla="*/ 2 h 1263"/>
                <a:gd name="T92" fmla="*/ 1690 w 2143"/>
                <a:gd name="T93" fmla="*/ 0 h 1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43" h="1263">
                  <a:moveTo>
                    <a:pt x="1690" y="0"/>
                  </a:moveTo>
                  <a:lnTo>
                    <a:pt x="1708" y="1"/>
                  </a:lnTo>
                  <a:lnTo>
                    <a:pt x="2083" y="80"/>
                  </a:lnTo>
                  <a:lnTo>
                    <a:pt x="2099" y="85"/>
                  </a:lnTo>
                  <a:lnTo>
                    <a:pt x="2114" y="93"/>
                  </a:lnTo>
                  <a:lnTo>
                    <a:pt x="2125" y="104"/>
                  </a:lnTo>
                  <a:lnTo>
                    <a:pt x="2135" y="118"/>
                  </a:lnTo>
                  <a:lnTo>
                    <a:pt x="2142" y="138"/>
                  </a:lnTo>
                  <a:lnTo>
                    <a:pt x="2143" y="160"/>
                  </a:lnTo>
                  <a:lnTo>
                    <a:pt x="2138" y="182"/>
                  </a:lnTo>
                  <a:lnTo>
                    <a:pt x="1992" y="535"/>
                  </a:lnTo>
                  <a:lnTo>
                    <a:pt x="1985" y="550"/>
                  </a:lnTo>
                  <a:lnTo>
                    <a:pt x="1973" y="563"/>
                  </a:lnTo>
                  <a:lnTo>
                    <a:pt x="1959" y="572"/>
                  </a:lnTo>
                  <a:lnTo>
                    <a:pt x="1943" y="578"/>
                  </a:lnTo>
                  <a:lnTo>
                    <a:pt x="1926" y="581"/>
                  </a:lnTo>
                  <a:lnTo>
                    <a:pt x="1922" y="581"/>
                  </a:lnTo>
                  <a:lnTo>
                    <a:pt x="1902" y="578"/>
                  </a:lnTo>
                  <a:lnTo>
                    <a:pt x="1883" y="571"/>
                  </a:lnTo>
                  <a:lnTo>
                    <a:pt x="1868" y="558"/>
                  </a:lnTo>
                  <a:lnTo>
                    <a:pt x="1856" y="542"/>
                  </a:lnTo>
                  <a:lnTo>
                    <a:pt x="1780" y="398"/>
                  </a:lnTo>
                  <a:lnTo>
                    <a:pt x="111" y="1254"/>
                  </a:lnTo>
                  <a:lnTo>
                    <a:pt x="93" y="1260"/>
                  </a:lnTo>
                  <a:lnTo>
                    <a:pt x="76" y="1263"/>
                  </a:lnTo>
                  <a:lnTo>
                    <a:pt x="60" y="1260"/>
                  </a:lnTo>
                  <a:lnTo>
                    <a:pt x="44" y="1255"/>
                  </a:lnTo>
                  <a:lnTo>
                    <a:pt x="30" y="1247"/>
                  </a:lnTo>
                  <a:lnTo>
                    <a:pt x="18" y="1236"/>
                  </a:lnTo>
                  <a:lnTo>
                    <a:pt x="8" y="1221"/>
                  </a:lnTo>
                  <a:lnTo>
                    <a:pt x="2" y="1202"/>
                  </a:lnTo>
                  <a:lnTo>
                    <a:pt x="0" y="1184"/>
                  </a:lnTo>
                  <a:lnTo>
                    <a:pt x="4" y="1164"/>
                  </a:lnTo>
                  <a:lnTo>
                    <a:pt x="13" y="1147"/>
                  </a:lnTo>
                  <a:lnTo>
                    <a:pt x="24" y="1132"/>
                  </a:lnTo>
                  <a:lnTo>
                    <a:pt x="41" y="1120"/>
                  </a:lnTo>
                  <a:lnTo>
                    <a:pt x="1709" y="266"/>
                  </a:lnTo>
                  <a:lnTo>
                    <a:pt x="1625" y="110"/>
                  </a:lnTo>
                  <a:lnTo>
                    <a:pt x="1619" y="95"/>
                  </a:lnTo>
                  <a:lnTo>
                    <a:pt x="1616" y="78"/>
                  </a:lnTo>
                  <a:lnTo>
                    <a:pt x="1618" y="61"/>
                  </a:lnTo>
                  <a:lnTo>
                    <a:pt x="1623" y="45"/>
                  </a:lnTo>
                  <a:lnTo>
                    <a:pt x="1631" y="30"/>
                  </a:lnTo>
                  <a:lnTo>
                    <a:pt x="1643" y="18"/>
                  </a:lnTo>
                  <a:lnTo>
                    <a:pt x="1657" y="8"/>
                  </a:lnTo>
                  <a:lnTo>
                    <a:pt x="1673" y="2"/>
                  </a:lnTo>
                  <a:lnTo>
                    <a:pt x="16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B0837C0-3044-4F9C-98F4-16F2B8E5DC2F}"/>
              </a:ext>
            </a:extLst>
          </p:cNvPr>
          <p:cNvGrpSpPr/>
          <p:nvPr/>
        </p:nvGrpSpPr>
        <p:grpSpPr>
          <a:xfrm flipH="1">
            <a:off x="6232891" y="2696477"/>
            <a:ext cx="329932" cy="327755"/>
            <a:chOff x="9899650" y="335756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4" name="Freeform 228">
              <a:extLst>
                <a:ext uri="{FF2B5EF4-FFF2-40B4-BE49-F238E27FC236}">
                  <a16:creationId xmlns:a16="http://schemas.microsoft.com/office/drawing/2014/main" id="{40112103-F2FC-4057-B180-B8C66BA92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9650" y="3357563"/>
              <a:ext cx="481013" cy="287338"/>
            </a:xfrm>
            <a:custGeom>
              <a:avLst/>
              <a:gdLst>
                <a:gd name="T0" fmla="*/ 3180 w 3331"/>
                <a:gd name="T1" fmla="*/ 0 h 1992"/>
                <a:gd name="T2" fmla="*/ 3238 w 3331"/>
                <a:gd name="T3" fmla="*/ 12 h 1992"/>
                <a:gd name="T4" fmla="*/ 3286 w 3331"/>
                <a:gd name="T5" fmla="*/ 44 h 1992"/>
                <a:gd name="T6" fmla="*/ 3320 w 3331"/>
                <a:gd name="T7" fmla="*/ 92 h 1992"/>
                <a:gd name="T8" fmla="*/ 3331 w 3331"/>
                <a:gd name="T9" fmla="*/ 150 h 1992"/>
                <a:gd name="T10" fmla="*/ 3052 w 3331"/>
                <a:gd name="T11" fmla="*/ 859 h 1992"/>
                <a:gd name="T12" fmla="*/ 3028 w 3331"/>
                <a:gd name="T13" fmla="*/ 301 h 1992"/>
                <a:gd name="T14" fmla="*/ 2310 w 3331"/>
                <a:gd name="T15" fmla="*/ 752 h 1992"/>
                <a:gd name="T16" fmla="*/ 2594 w 3331"/>
                <a:gd name="T17" fmla="*/ 755 h 1992"/>
                <a:gd name="T18" fmla="*/ 2628 w 3331"/>
                <a:gd name="T19" fmla="*/ 774 h 1992"/>
                <a:gd name="T20" fmla="*/ 2647 w 3331"/>
                <a:gd name="T21" fmla="*/ 807 h 1992"/>
                <a:gd name="T22" fmla="*/ 2647 w 3331"/>
                <a:gd name="T23" fmla="*/ 847 h 1992"/>
                <a:gd name="T24" fmla="*/ 2628 w 3331"/>
                <a:gd name="T25" fmla="*/ 880 h 1992"/>
                <a:gd name="T26" fmla="*/ 2594 w 3331"/>
                <a:gd name="T27" fmla="*/ 900 h 1992"/>
                <a:gd name="T28" fmla="*/ 1893 w 3331"/>
                <a:gd name="T29" fmla="*/ 903 h 1992"/>
                <a:gd name="T30" fmla="*/ 1854 w 3331"/>
                <a:gd name="T31" fmla="*/ 893 h 1992"/>
                <a:gd name="T32" fmla="*/ 1827 w 3331"/>
                <a:gd name="T33" fmla="*/ 866 h 1992"/>
                <a:gd name="T34" fmla="*/ 1817 w 3331"/>
                <a:gd name="T35" fmla="*/ 827 h 1992"/>
                <a:gd name="T36" fmla="*/ 1827 w 3331"/>
                <a:gd name="T37" fmla="*/ 790 h 1992"/>
                <a:gd name="T38" fmla="*/ 1854 w 3331"/>
                <a:gd name="T39" fmla="*/ 763 h 1992"/>
                <a:gd name="T40" fmla="*/ 1893 w 3331"/>
                <a:gd name="T41" fmla="*/ 752 h 1992"/>
                <a:gd name="T42" fmla="*/ 2158 w 3331"/>
                <a:gd name="T43" fmla="*/ 301 h 1992"/>
                <a:gd name="T44" fmla="*/ 1438 w 3331"/>
                <a:gd name="T45" fmla="*/ 978 h 1992"/>
                <a:gd name="T46" fmla="*/ 1428 w 3331"/>
                <a:gd name="T47" fmla="*/ 1015 h 1992"/>
                <a:gd name="T48" fmla="*/ 1401 w 3331"/>
                <a:gd name="T49" fmla="*/ 1042 h 1992"/>
                <a:gd name="T50" fmla="*/ 1363 w 3331"/>
                <a:gd name="T51" fmla="*/ 1053 h 1992"/>
                <a:gd name="T52" fmla="*/ 1324 w 3331"/>
                <a:gd name="T53" fmla="*/ 1042 h 1992"/>
                <a:gd name="T54" fmla="*/ 1297 w 3331"/>
                <a:gd name="T55" fmla="*/ 1015 h 1992"/>
                <a:gd name="T56" fmla="*/ 1288 w 3331"/>
                <a:gd name="T57" fmla="*/ 978 h 1992"/>
                <a:gd name="T58" fmla="*/ 304 w 3331"/>
                <a:gd name="T59" fmla="*/ 301 h 1992"/>
                <a:gd name="T60" fmla="*/ 909 w 3331"/>
                <a:gd name="T61" fmla="*/ 752 h 1992"/>
                <a:gd name="T62" fmla="*/ 946 w 3331"/>
                <a:gd name="T63" fmla="*/ 763 h 1992"/>
                <a:gd name="T64" fmla="*/ 974 w 3331"/>
                <a:gd name="T65" fmla="*/ 790 h 1992"/>
                <a:gd name="T66" fmla="*/ 984 w 3331"/>
                <a:gd name="T67" fmla="*/ 827 h 1992"/>
                <a:gd name="T68" fmla="*/ 1288 w 3331"/>
                <a:gd name="T69" fmla="*/ 1279 h 1992"/>
                <a:gd name="T70" fmla="*/ 1325 w 3331"/>
                <a:gd name="T71" fmla="*/ 1289 h 1992"/>
                <a:gd name="T72" fmla="*/ 1353 w 3331"/>
                <a:gd name="T73" fmla="*/ 1316 h 1992"/>
                <a:gd name="T74" fmla="*/ 1363 w 3331"/>
                <a:gd name="T75" fmla="*/ 1354 h 1992"/>
                <a:gd name="T76" fmla="*/ 1353 w 3331"/>
                <a:gd name="T77" fmla="*/ 1392 h 1992"/>
                <a:gd name="T78" fmla="*/ 1325 w 3331"/>
                <a:gd name="T79" fmla="*/ 1419 h 1992"/>
                <a:gd name="T80" fmla="*/ 1288 w 3331"/>
                <a:gd name="T81" fmla="*/ 1429 h 1992"/>
                <a:gd name="T82" fmla="*/ 889 w 3331"/>
                <a:gd name="T83" fmla="*/ 1426 h 1992"/>
                <a:gd name="T84" fmla="*/ 855 w 3331"/>
                <a:gd name="T85" fmla="*/ 1407 h 1992"/>
                <a:gd name="T86" fmla="*/ 835 w 3331"/>
                <a:gd name="T87" fmla="*/ 1374 h 1992"/>
                <a:gd name="T88" fmla="*/ 833 w 3331"/>
                <a:gd name="T89" fmla="*/ 903 h 1992"/>
                <a:gd name="T90" fmla="*/ 304 w 3331"/>
                <a:gd name="T91" fmla="*/ 1730 h 1992"/>
                <a:gd name="T92" fmla="*/ 777 w 3331"/>
                <a:gd name="T93" fmla="*/ 1733 h 1992"/>
                <a:gd name="T94" fmla="*/ 810 w 3331"/>
                <a:gd name="T95" fmla="*/ 1752 h 1992"/>
                <a:gd name="T96" fmla="*/ 830 w 3331"/>
                <a:gd name="T97" fmla="*/ 1785 h 1992"/>
                <a:gd name="T98" fmla="*/ 830 w 3331"/>
                <a:gd name="T99" fmla="*/ 1825 h 1992"/>
                <a:gd name="T100" fmla="*/ 810 w 3331"/>
                <a:gd name="T101" fmla="*/ 1858 h 1992"/>
                <a:gd name="T102" fmla="*/ 778 w 3331"/>
                <a:gd name="T103" fmla="*/ 1878 h 1992"/>
                <a:gd name="T104" fmla="*/ 304 w 3331"/>
                <a:gd name="T105" fmla="*/ 1881 h 1992"/>
                <a:gd name="T106" fmla="*/ 141 w 3331"/>
                <a:gd name="T107" fmla="*/ 1956 h 1992"/>
                <a:gd name="T108" fmla="*/ 68 w 3331"/>
                <a:gd name="T109" fmla="*/ 1965 h 1992"/>
                <a:gd name="T110" fmla="*/ 0 w 3331"/>
                <a:gd name="T111" fmla="*/ 1992 h 1992"/>
                <a:gd name="T112" fmla="*/ 3 w 3331"/>
                <a:gd name="T113" fmla="*/ 120 h 1992"/>
                <a:gd name="T114" fmla="*/ 26 w 3331"/>
                <a:gd name="T115" fmla="*/ 67 h 1992"/>
                <a:gd name="T116" fmla="*/ 67 w 3331"/>
                <a:gd name="T117" fmla="*/ 26 h 1992"/>
                <a:gd name="T118" fmla="*/ 121 w 3331"/>
                <a:gd name="T119" fmla="*/ 3 h 1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31" h="1992">
                  <a:moveTo>
                    <a:pt x="152" y="0"/>
                  </a:moveTo>
                  <a:lnTo>
                    <a:pt x="3180" y="0"/>
                  </a:lnTo>
                  <a:lnTo>
                    <a:pt x="3210" y="3"/>
                  </a:lnTo>
                  <a:lnTo>
                    <a:pt x="3238" y="12"/>
                  </a:lnTo>
                  <a:lnTo>
                    <a:pt x="3264" y="26"/>
                  </a:lnTo>
                  <a:lnTo>
                    <a:pt x="3286" y="44"/>
                  </a:lnTo>
                  <a:lnTo>
                    <a:pt x="3305" y="67"/>
                  </a:lnTo>
                  <a:lnTo>
                    <a:pt x="3320" y="92"/>
                  </a:lnTo>
                  <a:lnTo>
                    <a:pt x="3328" y="120"/>
                  </a:lnTo>
                  <a:lnTo>
                    <a:pt x="3331" y="150"/>
                  </a:lnTo>
                  <a:lnTo>
                    <a:pt x="3331" y="1045"/>
                  </a:lnTo>
                  <a:lnTo>
                    <a:pt x="3052" y="859"/>
                  </a:lnTo>
                  <a:lnTo>
                    <a:pt x="3028" y="846"/>
                  </a:lnTo>
                  <a:lnTo>
                    <a:pt x="3028" y="301"/>
                  </a:lnTo>
                  <a:lnTo>
                    <a:pt x="2310" y="301"/>
                  </a:lnTo>
                  <a:lnTo>
                    <a:pt x="2310" y="752"/>
                  </a:lnTo>
                  <a:lnTo>
                    <a:pt x="2574" y="752"/>
                  </a:lnTo>
                  <a:lnTo>
                    <a:pt x="2594" y="755"/>
                  </a:lnTo>
                  <a:lnTo>
                    <a:pt x="2612" y="763"/>
                  </a:lnTo>
                  <a:lnTo>
                    <a:pt x="2628" y="774"/>
                  </a:lnTo>
                  <a:lnTo>
                    <a:pt x="2639" y="790"/>
                  </a:lnTo>
                  <a:lnTo>
                    <a:pt x="2647" y="807"/>
                  </a:lnTo>
                  <a:lnTo>
                    <a:pt x="2650" y="827"/>
                  </a:lnTo>
                  <a:lnTo>
                    <a:pt x="2647" y="847"/>
                  </a:lnTo>
                  <a:lnTo>
                    <a:pt x="2639" y="866"/>
                  </a:lnTo>
                  <a:lnTo>
                    <a:pt x="2628" y="880"/>
                  </a:lnTo>
                  <a:lnTo>
                    <a:pt x="2612" y="893"/>
                  </a:lnTo>
                  <a:lnTo>
                    <a:pt x="2594" y="900"/>
                  </a:lnTo>
                  <a:lnTo>
                    <a:pt x="2574" y="903"/>
                  </a:lnTo>
                  <a:lnTo>
                    <a:pt x="1893" y="903"/>
                  </a:lnTo>
                  <a:lnTo>
                    <a:pt x="1873" y="900"/>
                  </a:lnTo>
                  <a:lnTo>
                    <a:pt x="1854" y="893"/>
                  </a:lnTo>
                  <a:lnTo>
                    <a:pt x="1839" y="880"/>
                  </a:lnTo>
                  <a:lnTo>
                    <a:pt x="1827" y="866"/>
                  </a:lnTo>
                  <a:lnTo>
                    <a:pt x="1820" y="847"/>
                  </a:lnTo>
                  <a:lnTo>
                    <a:pt x="1817" y="827"/>
                  </a:lnTo>
                  <a:lnTo>
                    <a:pt x="1820" y="807"/>
                  </a:lnTo>
                  <a:lnTo>
                    <a:pt x="1827" y="790"/>
                  </a:lnTo>
                  <a:lnTo>
                    <a:pt x="1839" y="774"/>
                  </a:lnTo>
                  <a:lnTo>
                    <a:pt x="1854" y="763"/>
                  </a:lnTo>
                  <a:lnTo>
                    <a:pt x="1873" y="755"/>
                  </a:lnTo>
                  <a:lnTo>
                    <a:pt x="1893" y="752"/>
                  </a:lnTo>
                  <a:lnTo>
                    <a:pt x="2158" y="752"/>
                  </a:lnTo>
                  <a:lnTo>
                    <a:pt x="2158" y="301"/>
                  </a:lnTo>
                  <a:lnTo>
                    <a:pt x="1438" y="301"/>
                  </a:lnTo>
                  <a:lnTo>
                    <a:pt x="1438" y="978"/>
                  </a:lnTo>
                  <a:lnTo>
                    <a:pt x="1435" y="998"/>
                  </a:lnTo>
                  <a:lnTo>
                    <a:pt x="1428" y="1015"/>
                  </a:lnTo>
                  <a:lnTo>
                    <a:pt x="1416" y="1031"/>
                  </a:lnTo>
                  <a:lnTo>
                    <a:pt x="1401" y="1042"/>
                  </a:lnTo>
                  <a:lnTo>
                    <a:pt x="1383" y="1051"/>
                  </a:lnTo>
                  <a:lnTo>
                    <a:pt x="1363" y="1053"/>
                  </a:lnTo>
                  <a:lnTo>
                    <a:pt x="1343" y="1051"/>
                  </a:lnTo>
                  <a:lnTo>
                    <a:pt x="1324" y="1042"/>
                  </a:lnTo>
                  <a:lnTo>
                    <a:pt x="1310" y="1031"/>
                  </a:lnTo>
                  <a:lnTo>
                    <a:pt x="1297" y="1015"/>
                  </a:lnTo>
                  <a:lnTo>
                    <a:pt x="1290" y="998"/>
                  </a:lnTo>
                  <a:lnTo>
                    <a:pt x="1288" y="978"/>
                  </a:lnTo>
                  <a:lnTo>
                    <a:pt x="1288" y="301"/>
                  </a:lnTo>
                  <a:lnTo>
                    <a:pt x="304" y="301"/>
                  </a:lnTo>
                  <a:lnTo>
                    <a:pt x="304" y="752"/>
                  </a:lnTo>
                  <a:lnTo>
                    <a:pt x="909" y="752"/>
                  </a:lnTo>
                  <a:lnTo>
                    <a:pt x="929" y="755"/>
                  </a:lnTo>
                  <a:lnTo>
                    <a:pt x="946" y="763"/>
                  </a:lnTo>
                  <a:lnTo>
                    <a:pt x="962" y="774"/>
                  </a:lnTo>
                  <a:lnTo>
                    <a:pt x="974" y="790"/>
                  </a:lnTo>
                  <a:lnTo>
                    <a:pt x="982" y="807"/>
                  </a:lnTo>
                  <a:lnTo>
                    <a:pt x="984" y="827"/>
                  </a:lnTo>
                  <a:lnTo>
                    <a:pt x="984" y="1279"/>
                  </a:lnTo>
                  <a:lnTo>
                    <a:pt x="1288" y="1279"/>
                  </a:lnTo>
                  <a:lnTo>
                    <a:pt x="1308" y="1282"/>
                  </a:lnTo>
                  <a:lnTo>
                    <a:pt x="1325" y="1289"/>
                  </a:lnTo>
                  <a:lnTo>
                    <a:pt x="1341" y="1300"/>
                  </a:lnTo>
                  <a:lnTo>
                    <a:pt x="1353" y="1316"/>
                  </a:lnTo>
                  <a:lnTo>
                    <a:pt x="1360" y="1334"/>
                  </a:lnTo>
                  <a:lnTo>
                    <a:pt x="1363" y="1354"/>
                  </a:lnTo>
                  <a:lnTo>
                    <a:pt x="1360" y="1374"/>
                  </a:lnTo>
                  <a:lnTo>
                    <a:pt x="1353" y="1392"/>
                  </a:lnTo>
                  <a:lnTo>
                    <a:pt x="1341" y="1407"/>
                  </a:lnTo>
                  <a:lnTo>
                    <a:pt x="1325" y="1419"/>
                  </a:lnTo>
                  <a:lnTo>
                    <a:pt x="1308" y="1426"/>
                  </a:lnTo>
                  <a:lnTo>
                    <a:pt x="1288" y="1429"/>
                  </a:lnTo>
                  <a:lnTo>
                    <a:pt x="909" y="1429"/>
                  </a:lnTo>
                  <a:lnTo>
                    <a:pt x="889" y="1426"/>
                  </a:lnTo>
                  <a:lnTo>
                    <a:pt x="870" y="1419"/>
                  </a:lnTo>
                  <a:lnTo>
                    <a:pt x="855" y="1407"/>
                  </a:lnTo>
                  <a:lnTo>
                    <a:pt x="843" y="1392"/>
                  </a:lnTo>
                  <a:lnTo>
                    <a:pt x="835" y="1374"/>
                  </a:lnTo>
                  <a:lnTo>
                    <a:pt x="833" y="1354"/>
                  </a:lnTo>
                  <a:lnTo>
                    <a:pt x="833" y="903"/>
                  </a:lnTo>
                  <a:lnTo>
                    <a:pt x="304" y="903"/>
                  </a:lnTo>
                  <a:lnTo>
                    <a:pt x="304" y="1730"/>
                  </a:lnTo>
                  <a:lnTo>
                    <a:pt x="757" y="1730"/>
                  </a:lnTo>
                  <a:lnTo>
                    <a:pt x="777" y="1733"/>
                  </a:lnTo>
                  <a:lnTo>
                    <a:pt x="796" y="1740"/>
                  </a:lnTo>
                  <a:lnTo>
                    <a:pt x="810" y="1752"/>
                  </a:lnTo>
                  <a:lnTo>
                    <a:pt x="823" y="1767"/>
                  </a:lnTo>
                  <a:lnTo>
                    <a:pt x="830" y="1785"/>
                  </a:lnTo>
                  <a:lnTo>
                    <a:pt x="833" y="1805"/>
                  </a:lnTo>
                  <a:lnTo>
                    <a:pt x="830" y="1825"/>
                  </a:lnTo>
                  <a:lnTo>
                    <a:pt x="823" y="1843"/>
                  </a:lnTo>
                  <a:lnTo>
                    <a:pt x="810" y="1858"/>
                  </a:lnTo>
                  <a:lnTo>
                    <a:pt x="796" y="1870"/>
                  </a:lnTo>
                  <a:lnTo>
                    <a:pt x="778" y="1878"/>
                  </a:lnTo>
                  <a:lnTo>
                    <a:pt x="757" y="1881"/>
                  </a:lnTo>
                  <a:lnTo>
                    <a:pt x="304" y="1881"/>
                  </a:lnTo>
                  <a:lnTo>
                    <a:pt x="304" y="1956"/>
                  </a:lnTo>
                  <a:lnTo>
                    <a:pt x="141" y="1956"/>
                  </a:lnTo>
                  <a:lnTo>
                    <a:pt x="104" y="1958"/>
                  </a:lnTo>
                  <a:lnTo>
                    <a:pt x="68" y="1965"/>
                  </a:lnTo>
                  <a:lnTo>
                    <a:pt x="33" y="1976"/>
                  </a:lnTo>
                  <a:lnTo>
                    <a:pt x="0" y="1992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 dirty="0"/>
            </a:p>
          </p:txBody>
        </p:sp>
        <p:sp>
          <p:nvSpPr>
            <p:cNvPr id="185" name="Freeform 229">
              <a:extLst>
                <a:ext uri="{FF2B5EF4-FFF2-40B4-BE49-F238E27FC236}">
                  <a16:creationId xmlns:a16="http://schemas.microsoft.com/office/drawing/2014/main" id="{A7E73E91-DDC3-41F2-8827-3C47ACFB5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9650" y="3576638"/>
              <a:ext cx="481013" cy="258763"/>
            </a:xfrm>
            <a:custGeom>
              <a:avLst/>
              <a:gdLst>
                <a:gd name="T0" fmla="*/ 3331 w 3331"/>
                <a:gd name="T1" fmla="*/ 1645 h 1795"/>
                <a:gd name="T2" fmla="*/ 3320 w 3331"/>
                <a:gd name="T3" fmla="*/ 1703 h 1795"/>
                <a:gd name="T4" fmla="*/ 3287 w 3331"/>
                <a:gd name="T5" fmla="*/ 1751 h 1795"/>
                <a:gd name="T6" fmla="*/ 3239 w 3331"/>
                <a:gd name="T7" fmla="*/ 1783 h 1795"/>
                <a:gd name="T8" fmla="*/ 3180 w 3331"/>
                <a:gd name="T9" fmla="*/ 1795 h 1795"/>
                <a:gd name="T10" fmla="*/ 121 w 3331"/>
                <a:gd name="T11" fmla="*/ 1791 h 1795"/>
                <a:gd name="T12" fmla="*/ 67 w 3331"/>
                <a:gd name="T13" fmla="*/ 1770 h 1795"/>
                <a:gd name="T14" fmla="*/ 26 w 3331"/>
                <a:gd name="T15" fmla="*/ 1729 h 1795"/>
                <a:gd name="T16" fmla="*/ 3 w 3331"/>
                <a:gd name="T17" fmla="*/ 1675 h 1795"/>
                <a:gd name="T18" fmla="*/ 0 w 3331"/>
                <a:gd name="T19" fmla="*/ 1006 h 1795"/>
                <a:gd name="T20" fmla="*/ 68 w 3331"/>
                <a:gd name="T21" fmla="*/ 1033 h 1795"/>
                <a:gd name="T22" fmla="*/ 141 w 3331"/>
                <a:gd name="T23" fmla="*/ 1043 h 1795"/>
                <a:gd name="T24" fmla="*/ 304 w 3331"/>
                <a:gd name="T25" fmla="*/ 1494 h 1795"/>
                <a:gd name="T26" fmla="*/ 1666 w 3331"/>
                <a:gd name="T27" fmla="*/ 1268 h 1795"/>
                <a:gd name="T28" fmla="*/ 964 w 3331"/>
                <a:gd name="T29" fmla="*/ 1266 h 1795"/>
                <a:gd name="T30" fmla="*/ 931 w 3331"/>
                <a:gd name="T31" fmla="*/ 1247 h 1795"/>
                <a:gd name="T32" fmla="*/ 912 w 3331"/>
                <a:gd name="T33" fmla="*/ 1213 h 1795"/>
                <a:gd name="T34" fmla="*/ 912 w 3331"/>
                <a:gd name="T35" fmla="*/ 1174 h 1795"/>
                <a:gd name="T36" fmla="*/ 931 w 3331"/>
                <a:gd name="T37" fmla="*/ 1140 h 1795"/>
                <a:gd name="T38" fmla="*/ 964 w 3331"/>
                <a:gd name="T39" fmla="*/ 1121 h 1795"/>
                <a:gd name="T40" fmla="*/ 1666 w 3331"/>
                <a:gd name="T41" fmla="*/ 1119 h 1795"/>
                <a:gd name="T42" fmla="*/ 1669 w 3331"/>
                <a:gd name="T43" fmla="*/ 797 h 1795"/>
                <a:gd name="T44" fmla="*/ 1688 w 3331"/>
                <a:gd name="T45" fmla="*/ 764 h 1795"/>
                <a:gd name="T46" fmla="*/ 1721 w 3331"/>
                <a:gd name="T47" fmla="*/ 745 h 1795"/>
                <a:gd name="T48" fmla="*/ 2045 w 3331"/>
                <a:gd name="T49" fmla="*/ 742 h 1795"/>
                <a:gd name="T50" fmla="*/ 2082 w 3331"/>
                <a:gd name="T51" fmla="*/ 753 h 1795"/>
                <a:gd name="T52" fmla="*/ 2110 w 3331"/>
                <a:gd name="T53" fmla="*/ 780 h 1795"/>
                <a:gd name="T54" fmla="*/ 2120 w 3331"/>
                <a:gd name="T55" fmla="*/ 818 h 1795"/>
                <a:gd name="T56" fmla="*/ 2110 w 3331"/>
                <a:gd name="T57" fmla="*/ 855 h 1795"/>
                <a:gd name="T58" fmla="*/ 2082 w 3331"/>
                <a:gd name="T59" fmla="*/ 883 h 1795"/>
                <a:gd name="T60" fmla="*/ 2045 w 3331"/>
                <a:gd name="T61" fmla="*/ 893 h 1795"/>
                <a:gd name="T62" fmla="*/ 1817 w 3331"/>
                <a:gd name="T63" fmla="*/ 1494 h 1795"/>
                <a:gd name="T64" fmla="*/ 3029 w 3331"/>
                <a:gd name="T65" fmla="*/ 667 h 1795"/>
                <a:gd name="T66" fmla="*/ 2498 w 3331"/>
                <a:gd name="T67" fmla="*/ 1119 h 1795"/>
                <a:gd name="T68" fmla="*/ 2489 w 3331"/>
                <a:gd name="T69" fmla="*/ 1156 h 1795"/>
                <a:gd name="T70" fmla="*/ 2461 w 3331"/>
                <a:gd name="T71" fmla="*/ 1183 h 1795"/>
                <a:gd name="T72" fmla="*/ 2423 w 3331"/>
                <a:gd name="T73" fmla="*/ 1193 h 1795"/>
                <a:gd name="T74" fmla="*/ 2385 w 3331"/>
                <a:gd name="T75" fmla="*/ 1183 h 1795"/>
                <a:gd name="T76" fmla="*/ 2358 w 3331"/>
                <a:gd name="T77" fmla="*/ 1156 h 1795"/>
                <a:gd name="T78" fmla="*/ 2347 w 3331"/>
                <a:gd name="T79" fmla="*/ 1119 h 1795"/>
                <a:gd name="T80" fmla="*/ 2350 w 3331"/>
                <a:gd name="T81" fmla="*/ 196 h 1795"/>
                <a:gd name="T82" fmla="*/ 2369 w 3331"/>
                <a:gd name="T83" fmla="*/ 163 h 1795"/>
                <a:gd name="T84" fmla="*/ 2403 w 3331"/>
                <a:gd name="T85" fmla="*/ 143 h 1795"/>
                <a:gd name="T86" fmla="*/ 2443 w 3331"/>
                <a:gd name="T87" fmla="*/ 143 h 1795"/>
                <a:gd name="T88" fmla="*/ 2476 w 3331"/>
                <a:gd name="T89" fmla="*/ 163 h 1795"/>
                <a:gd name="T90" fmla="*/ 2496 w 3331"/>
                <a:gd name="T91" fmla="*/ 196 h 1795"/>
                <a:gd name="T92" fmla="*/ 2498 w 3331"/>
                <a:gd name="T93" fmla="*/ 516 h 1795"/>
                <a:gd name="T94" fmla="*/ 3029 w 3331"/>
                <a:gd name="T95" fmla="*/ 197 h 1795"/>
                <a:gd name="T96" fmla="*/ 3331 w 3331"/>
                <a:gd name="T97" fmla="*/ 0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31" h="1795">
                  <a:moveTo>
                    <a:pt x="3331" y="0"/>
                  </a:moveTo>
                  <a:lnTo>
                    <a:pt x="3331" y="1645"/>
                  </a:lnTo>
                  <a:lnTo>
                    <a:pt x="3328" y="1675"/>
                  </a:lnTo>
                  <a:lnTo>
                    <a:pt x="3320" y="1703"/>
                  </a:lnTo>
                  <a:lnTo>
                    <a:pt x="3305" y="1729"/>
                  </a:lnTo>
                  <a:lnTo>
                    <a:pt x="3287" y="1751"/>
                  </a:lnTo>
                  <a:lnTo>
                    <a:pt x="3264" y="1770"/>
                  </a:lnTo>
                  <a:lnTo>
                    <a:pt x="3239" y="1783"/>
                  </a:lnTo>
                  <a:lnTo>
                    <a:pt x="3210" y="1791"/>
                  </a:lnTo>
                  <a:lnTo>
                    <a:pt x="3180" y="1795"/>
                  </a:lnTo>
                  <a:lnTo>
                    <a:pt x="152" y="1795"/>
                  </a:lnTo>
                  <a:lnTo>
                    <a:pt x="121" y="1791"/>
                  </a:lnTo>
                  <a:lnTo>
                    <a:pt x="93" y="1783"/>
                  </a:lnTo>
                  <a:lnTo>
                    <a:pt x="67" y="1770"/>
                  </a:lnTo>
                  <a:lnTo>
                    <a:pt x="45" y="1751"/>
                  </a:lnTo>
                  <a:lnTo>
                    <a:pt x="26" y="1729"/>
                  </a:lnTo>
                  <a:lnTo>
                    <a:pt x="13" y="1703"/>
                  </a:lnTo>
                  <a:lnTo>
                    <a:pt x="3" y="1675"/>
                  </a:lnTo>
                  <a:lnTo>
                    <a:pt x="0" y="1645"/>
                  </a:lnTo>
                  <a:lnTo>
                    <a:pt x="0" y="1006"/>
                  </a:lnTo>
                  <a:lnTo>
                    <a:pt x="33" y="1022"/>
                  </a:lnTo>
                  <a:lnTo>
                    <a:pt x="68" y="1033"/>
                  </a:lnTo>
                  <a:lnTo>
                    <a:pt x="104" y="1041"/>
                  </a:lnTo>
                  <a:lnTo>
                    <a:pt x="141" y="1043"/>
                  </a:lnTo>
                  <a:lnTo>
                    <a:pt x="304" y="1043"/>
                  </a:lnTo>
                  <a:lnTo>
                    <a:pt x="304" y="1494"/>
                  </a:lnTo>
                  <a:lnTo>
                    <a:pt x="1666" y="1494"/>
                  </a:lnTo>
                  <a:lnTo>
                    <a:pt x="1666" y="1268"/>
                  </a:lnTo>
                  <a:lnTo>
                    <a:pt x="984" y="1268"/>
                  </a:lnTo>
                  <a:lnTo>
                    <a:pt x="964" y="1266"/>
                  </a:lnTo>
                  <a:lnTo>
                    <a:pt x="946" y="1258"/>
                  </a:lnTo>
                  <a:lnTo>
                    <a:pt x="931" y="1247"/>
                  </a:lnTo>
                  <a:lnTo>
                    <a:pt x="919" y="1231"/>
                  </a:lnTo>
                  <a:lnTo>
                    <a:pt x="912" y="1213"/>
                  </a:lnTo>
                  <a:lnTo>
                    <a:pt x="909" y="1193"/>
                  </a:lnTo>
                  <a:lnTo>
                    <a:pt x="912" y="1174"/>
                  </a:lnTo>
                  <a:lnTo>
                    <a:pt x="919" y="1156"/>
                  </a:lnTo>
                  <a:lnTo>
                    <a:pt x="931" y="1140"/>
                  </a:lnTo>
                  <a:lnTo>
                    <a:pt x="946" y="1129"/>
                  </a:lnTo>
                  <a:lnTo>
                    <a:pt x="964" y="1121"/>
                  </a:lnTo>
                  <a:lnTo>
                    <a:pt x="984" y="1119"/>
                  </a:lnTo>
                  <a:lnTo>
                    <a:pt x="1666" y="1119"/>
                  </a:lnTo>
                  <a:lnTo>
                    <a:pt x="1666" y="818"/>
                  </a:lnTo>
                  <a:lnTo>
                    <a:pt x="1669" y="797"/>
                  </a:lnTo>
                  <a:lnTo>
                    <a:pt x="1676" y="780"/>
                  </a:lnTo>
                  <a:lnTo>
                    <a:pt x="1688" y="764"/>
                  </a:lnTo>
                  <a:lnTo>
                    <a:pt x="1703" y="753"/>
                  </a:lnTo>
                  <a:lnTo>
                    <a:pt x="1721" y="745"/>
                  </a:lnTo>
                  <a:lnTo>
                    <a:pt x="1742" y="742"/>
                  </a:lnTo>
                  <a:lnTo>
                    <a:pt x="2045" y="742"/>
                  </a:lnTo>
                  <a:lnTo>
                    <a:pt x="2065" y="745"/>
                  </a:lnTo>
                  <a:lnTo>
                    <a:pt x="2082" y="753"/>
                  </a:lnTo>
                  <a:lnTo>
                    <a:pt x="2098" y="764"/>
                  </a:lnTo>
                  <a:lnTo>
                    <a:pt x="2110" y="780"/>
                  </a:lnTo>
                  <a:lnTo>
                    <a:pt x="2117" y="797"/>
                  </a:lnTo>
                  <a:lnTo>
                    <a:pt x="2120" y="818"/>
                  </a:lnTo>
                  <a:lnTo>
                    <a:pt x="2117" y="838"/>
                  </a:lnTo>
                  <a:lnTo>
                    <a:pt x="2110" y="855"/>
                  </a:lnTo>
                  <a:lnTo>
                    <a:pt x="2098" y="871"/>
                  </a:lnTo>
                  <a:lnTo>
                    <a:pt x="2082" y="883"/>
                  </a:lnTo>
                  <a:lnTo>
                    <a:pt x="2065" y="890"/>
                  </a:lnTo>
                  <a:lnTo>
                    <a:pt x="2045" y="893"/>
                  </a:lnTo>
                  <a:lnTo>
                    <a:pt x="1817" y="893"/>
                  </a:lnTo>
                  <a:lnTo>
                    <a:pt x="1817" y="1494"/>
                  </a:lnTo>
                  <a:lnTo>
                    <a:pt x="3029" y="1494"/>
                  </a:lnTo>
                  <a:lnTo>
                    <a:pt x="3029" y="667"/>
                  </a:lnTo>
                  <a:lnTo>
                    <a:pt x="2498" y="667"/>
                  </a:lnTo>
                  <a:lnTo>
                    <a:pt x="2498" y="1119"/>
                  </a:lnTo>
                  <a:lnTo>
                    <a:pt x="2496" y="1138"/>
                  </a:lnTo>
                  <a:lnTo>
                    <a:pt x="2489" y="1156"/>
                  </a:lnTo>
                  <a:lnTo>
                    <a:pt x="2476" y="1172"/>
                  </a:lnTo>
                  <a:lnTo>
                    <a:pt x="2461" y="1183"/>
                  </a:lnTo>
                  <a:lnTo>
                    <a:pt x="2443" y="1191"/>
                  </a:lnTo>
                  <a:lnTo>
                    <a:pt x="2423" y="1193"/>
                  </a:lnTo>
                  <a:lnTo>
                    <a:pt x="2403" y="1191"/>
                  </a:lnTo>
                  <a:lnTo>
                    <a:pt x="2385" y="1183"/>
                  </a:lnTo>
                  <a:lnTo>
                    <a:pt x="2369" y="1172"/>
                  </a:lnTo>
                  <a:lnTo>
                    <a:pt x="2358" y="1156"/>
                  </a:lnTo>
                  <a:lnTo>
                    <a:pt x="2350" y="1138"/>
                  </a:lnTo>
                  <a:lnTo>
                    <a:pt x="2347" y="1119"/>
                  </a:lnTo>
                  <a:lnTo>
                    <a:pt x="2347" y="216"/>
                  </a:lnTo>
                  <a:lnTo>
                    <a:pt x="2350" y="196"/>
                  </a:lnTo>
                  <a:lnTo>
                    <a:pt x="2358" y="178"/>
                  </a:lnTo>
                  <a:lnTo>
                    <a:pt x="2369" y="163"/>
                  </a:lnTo>
                  <a:lnTo>
                    <a:pt x="2385" y="151"/>
                  </a:lnTo>
                  <a:lnTo>
                    <a:pt x="2403" y="143"/>
                  </a:lnTo>
                  <a:lnTo>
                    <a:pt x="2423" y="141"/>
                  </a:lnTo>
                  <a:lnTo>
                    <a:pt x="2443" y="143"/>
                  </a:lnTo>
                  <a:lnTo>
                    <a:pt x="2461" y="151"/>
                  </a:lnTo>
                  <a:lnTo>
                    <a:pt x="2476" y="163"/>
                  </a:lnTo>
                  <a:lnTo>
                    <a:pt x="2488" y="178"/>
                  </a:lnTo>
                  <a:lnTo>
                    <a:pt x="2496" y="196"/>
                  </a:lnTo>
                  <a:lnTo>
                    <a:pt x="2498" y="216"/>
                  </a:lnTo>
                  <a:lnTo>
                    <a:pt x="2498" y="516"/>
                  </a:lnTo>
                  <a:lnTo>
                    <a:pt x="3029" y="516"/>
                  </a:lnTo>
                  <a:lnTo>
                    <a:pt x="3029" y="197"/>
                  </a:lnTo>
                  <a:lnTo>
                    <a:pt x="3052" y="185"/>
                  </a:lnTo>
                  <a:lnTo>
                    <a:pt x="33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6" name="Freeform 230">
              <a:extLst>
                <a:ext uri="{FF2B5EF4-FFF2-40B4-BE49-F238E27FC236}">
                  <a16:creationId xmlns:a16="http://schemas.microsoft.com/office/drawing/2014/main" id="{46E84103-7CA2-4145-A784-DE18DE7FE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9650" y="3497263"/>
              <a:ext cx="481013" cy="207963"/>
            </a:xfrm>
            <a:custGeom>
              <a:avLst/>
              <a:gdLst>
                <a:gd name="T0" fmla="*/ 2933 w 3331"/>
                <a:gd name="T1" fmla="*/ 2 h 1442"/>
                <a:gd name="T2" fmla="*/ 2978 w 3331"/>
                <a:gd name="T3" fmla="*/ 19 h 1442"/>
                <a:gd name="T4" fmla="*/ 3298 w 3331"/>
                <a:gd name="T5" fmla="*/ 234 h 1442"/>
                <a:gd name="T6" fmla="*/ 3323 w 3331"/>
                <a:gd name="T7" fmla="*/ 270 h 1442"/>
                <a:gd name="T8" fmla="*/ 3331 w 3331"/>
                <a:gd name="T9" fmla="*/ 314 h 1442"/>
                <a:gd name="T10" fmla="*/ 3323 w 3331"/>
                <a:gd name="T11" fmla="*/ 357 h 1442"/>
                <a:gd name="T12" fmla="*/ 3298 w 3331"/>
                <a:gd name="T13" fmla="*/ 394 h 1442"/>
                <a:gd name="T14" fmla="*/ 2978 w 3331"/>
                <a:gd name="T15" fmla="*/ 608 h 1442"/>
                <a:gd name="T16" fmla="*/ 2937 w 3331"/>
                <a:gd name="T17" fmla="*/ 626 h 1442"/>
                <a:gd name="T18" fmla="*/ 2897 w 3331"/>
                <a:gd name="T19" fmla="*/ 626 h 1442"/>
                <a:gd name="T20" fmla="*/ 2861 w 3331"/>
                <a:gd name="T21" fmla="*/ 614 h 1442"/>
                <a:gd name="T22" fmla="*/ 2825 w 3331"/>
                <a:gd name="T23" fmla="*/ 582 h 1442"/>
                <a:gd name="T24" fmla="*/ 2804 w 3331"/>
                <a:gd name="T25" fmla="*/ 538 h 1442"/>
                <a:gd name="T26" fmla="*/ 2802 w 3331"/>
                <a:gd name="T27" fmla="*/ 464 h 1442"/>
                <a:gd name="T28" fmla="*/ 2054 w 3331"/>
                <a:gd name="T29" fmla="*/ 916 h 1442"/>
                <a:gd name="T30" fmla="*/ 2043 w 3331"/>
                <a:gd name="T31" fmla="*/ 974 h 1442"/>
                <a:gd name="T32" fmla="*/ 2010 w 3331"/>
                <a:gd name="T33" fmla="*/ 1022 h 1442"/>
                <a:gd name="T34" fmla="*/ 1962 w 3331"/>
                <a:gd name="T35" fmla="*/ 1054 h 1442"/>
                <a:gd name="T36" fmla="*/ 1903 w 3331"/>
                <a:gd name="T37" fmla="*/ 1065 h 1442"/>
                <a:gd name="T38" fmla="*/ 1449 w 3331"/>
                <a:gd name="T39" fmla="*/ 1291 h 1442"/>
                <a:gd name="T40" fmla="*/ 1437 w 3331"/>
                <a:gd name="T41" fmla="*/ 1349 h 1442"/>
                <a:gd name="T42" fmla="*/ 1405 w 3331"/>
                <a:gd name="T43" fmla="*/ 1397 h 1442"/>
                <a:gd name="T44" fmla="*/ 1357 w 3331"/>
                <a:gd name="T45" fmla="*/ 1429 h 1442"/>
                <a:gd name="T46" fmla="*/ 1297 w 3331"/>
                <a:gd name="T47" fmla="*/ 1442 h 1442"/>
                <a:gd name="T48" fmla="*/ 121 w 3331"/>
                <a:gd name="T49" fmla="*/ 1439 h 1442"/>
                <a:gd name="T50" fmla="*/ 67 w 3331"/>
                <a:gd name="T51" fmla="*/ 1416 h 1442"/>
                <a:gd name="T52" fmla="*/ 26 w 3331"/>
                <a:gd name="T53" fmla="*/ 1375 h 1442"/>
                <a:gd name="T54" fmla="*/ 3 w 3331"/>
                <a:gd name="T55" fmla="*/ 1321 h 1442"/>
                <a:gd name="T56" fmla="*/ 3 w 3331"/>
                <a:gd name="T57" fmla="*/ 1261 h 1442"/>
                <a:gd name="T58" fmla="*/ 26 w 3331"/>
                <a:gd name="T59" fmla="*/ 1207 h 1442"/>
                <a:gd name="T60" fmla="*/ 67 w 3331"/>
                <a:gd name="T61" fmla="*/ 1166 h 1442"/>
                <a:gd name="T62" fmla="*/ 121 w 3331"/>
                <a:gd name="T63" fmla="*/ 1143 h 1442"/>
                <a:gd name="T64" fmla="*/ 1146 w 3331"/>
                <a:gd name="T65" fmla="*/ 1140 h 1442"/>
                <a:gd name="T66" fmla="*/ 1150 w 3331"/>
                <a:gd name="T67" fmla="*/ 886 h 1442"/>
                <a:gd name="T68" fmla="*/ 1172 w 3331"/>
                <a:gd name="T69" fmla="*/ 831 h 1442"/>
                <a:gd name="T70" fmla="*/ 1212 w 3331"/>
                <a:gd name="T71" fmla="*/ 791 h 1442"/>
                <a:gd name="T72" fmla="*/ 1267 w 3331"/>
                <a:gd name="T73" fmla="*/ 768 h 1442"/>
                <a:gd name="T74" fmla="*/ 1752 w 3331"/>
                <a:gd name="T75" fmla="*/ 765 h 1442"/>
                <a:gd name="T76" fmla="*/ 1755 w 3331"/>
                <a:gd name="T77" fmla="*/ 283 h 1442"/>
                <a:gd name="T78" fmla="*/ 1778 w 3331"/>
                <a:gd name="T79" fmla="*/ 229 h 1442"/>
                <a:gd name="T80" fmla="*/ 1819 w 3331"/>
                <a:gd name="T81" fmla="*/ 189 h 1442"/>
                <a:gd name="T82" fmla="*/ 1873 w 3331"/>
                <a:gd name="T83" fmla="*/ 167 h 1442"/>
                <a:gd name="T84" fmla="*/ 2802 w 3331"/>
                <a:gd name="T85" fmla="*/ 164 h 1442"/>
                <a:gd name="T86" fmla="*/ 2804 w 3331"/>
                <a:gd name="T87" fmla="*/ 89 h 1442"/>
                <a:gd name="T88" fmla="*/ 2825 w 3331"/>
                <a:gd name="T89" fmla="*/ 45 h 1442"/>
                <a:gd name="T90" fmla="*/ 2861 w 3331"/>
                <a:gd name="T91" fmla="*/ 14 h 1442"/>
                <a:gd name="T92" fmla="*/ 2908 w 3331"/>
                <a:gd name="T93" fmla="*/ 0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31" h="1442">
                  <a:moveTo>
                    <a:pt x="2908" y="0"/>
                  </a:moveTo>
                  <a:lnTo>
                    <a:pt x="2933" y="2"/>
                  </a:lnTo>
                  <a:lnTo>
                    <a:pt x="2956" y="8"/>
                  </a:lnTo>
                  <a:lnTo>
                    <a:pt x="2978" y="19"/>
                  </a:lnTo>
                  <a:lnTo>
                    <a:pt x="3280" y="220"/>
                  </a:lnTo>
                  <a:lnTo>
                    <a:pt x="3298" y="234"/>
                  </a:lnTo>
                  <a:lnTo>
                    <a:pt x="3313" y="251"/>
                  </a:lnTo>
                  <a:lnTo>
                    <a:pt x="3323" y="270"/>
                  </a:lnTo>
                  <a:lnTo>
                    <a:pt x="3329" y="292"/>
                  </a:lnTo>
                  <a:lnTo>
                    <a:pt x="3331" y="314"/>
                  </a:lnTo>
                  <a:lnTo>
                    <a:pt x="3329" y="336"/>
                  </a:lnTo>
                  <a:lnTo>
                    <a:pt x="3323" y="357"/>
                  </a:lnTo>
                  <a:lnTo>
                    <a:pt x="3313" y="376"/>
                  </a:lnTo>
                  <a:lnTo>
                    <a:pt x="3298" y="394"/>
                  </a:lnTo>
                  <a:lnTo>
                    <a:pt x="3281" y="407"/>
                  </a:lnTo>
                  <a:lnTo>
                    <a:pt x="2978" y="608"/>
                  </a:lnTo>
                  <a:lnTo>
                    <a:pt x="2958" y="618"/>
                  </a:lnTo>
                  <a:lnTo>
                    <a:pt x="2937" y="626"/>
                  </a:lnTo>
                  <a:lnTo>
                    <a:pt x="2915" y="628"/>
                  </a:lnTo>
                  <a:lnTo>
                    <a:pt x="2897" y="626"/>
                  </a:lnTo>
                  <a:lnTo>
                    <a:pt x="2878" y="621"/>
                  </a:lnTo>
                  <a:lnTo>
                    <a:pt x="2861" y="614"/>
                  </a:lnTo>
                  <a:lnTo>
                    <a:pt x="2840" y="600"/>
                  </a:lnTo>
                  <a:lnTo>
                    <a:pt x="2825" y="582"/>
                  </a:lnTo>
                  <a:lnTo>
                    <a:pt x="2812" y="561"/>
                  </a:lnTo>
                  <a:lnTo>
                    <a:pt x="2804" y="538"/>
                  </a:lnTo>
                  <a:lnTo>
                    <a:pt x="2802" y="514"/>
                  </a:lnTo>
                  <a:lnTo>
                    <a:pt x="2802" y="464"/>
                  </a:lnTo>
                  <a:lnTo>
                    <a:pt x="2054" y="464"/>
                  </a:lnTo>
                  <a:lnTo>
                    <a:pt x="2054" y="916"/>
                  </a:lnTo>
                  <a:lnTo>
                    <a:pt x="2051" y="946"/>
                  </a:lnTo>
                  <a:lnTo>
                    <a:pt x="2043" y="974"/>
                  </a:lnTo>
                  <a:lnTo>
                    <a:pt x="2029" y="999"/>
                  </a:lnTo>
                  <a:lnTo>
                    <a:pt x="2010" y="1022"/>
                  </a:lnTo>
                  <a:lnTo>
                    <a:pt x="1988" y="1039"/>
                  </a:lnTo>
                  <a:lnTo>
                    <a:pt x="1962" y="1054"/>
                  </a:lnTo>
                  <a:lnTo>
                    <a:pt x="1934" y="1062"/>
                  </a:lnTo>
                  <a:lnTo>
                    <a:pt x="1903" y="1065"/>
                  </a:lnTo>
                  <a:lnTo>
                    <a:pt x="1449" y="1065"/>
                  </a:lnTo>
                  <a:lnTo>
                    <a:pt x="1449" y="1291"/>
                  </a:lnTo>
                  <a:lnTo>
                    <a:pt x="1446" y="1321"/>
                  </a:lnTo>
                  <a:lnTo>
                    <a:pt x="1437" y="1349"/>
                  </a:lnTo>
                  <a:lnTo>
                    <a:pt x="1423" y="1375"/>
                  </a:lnTo>
                  <a:lnTo>
                    <a:pt x="1405" y="1397"/>
                  </a:lnTo>
                  <a:lnTo>
                    <a:pt x="1382" y="1416"/>
                  </a:lnTo>
                  <a:lnTo>
                    <a:pt x="1357" y="1429"/>
                  </a:lnTo>
                  <a:lnTo>
                    <a:pt x="1328" y="1439"/>
                  </a:lnTo>
                  <a:lnTo>
                    <a:pt x="1297" y="1442"/>
                  </a:lnTo>
                  <a:lnTo>
                    <a:pt x="152" y="1442"/>
                  </a:lnTo>
                  <a:lnTo>
                    <a:pt x="121" y="1439"/>
                  </a:lnTo>
                  <a:lnTo>
                    <a:pt x="93" y="1429"/>
                  </a:lnTo>
                  <a:lnTo>
                    <a:pt x="67" y="1416"/>
                  </a:lnTo>
                  <a:lnTo>
                    <a:pt x="45" y="1397"/>
                  </a:lnTo>
                  <a:lnTo>
                    <a:pt x="26" y="1375"/>
                  </a:lnTo>
                  <a:lnTo>
                    <a:pt x="13" y="1349"/>
                  </a:lnTo>
                  <a:lnTo>
                    <a:pt x="3" y="1321"/>
                  </a:lnTo>
                  <a:lnTo>
                    <a:pt x="0" y="1291"/>
                  </a:lnTo>
                  <a:lnTo>
                    <a:pt x="3" y="1261"/>
                  </a:lnTo>
                  <a:lnTo>
                    <a:pt x="13" y="1233"/>
                  </a:lnTo>
                  <a:lnTo>
                    <a:pt x="26" y="1207"/>
                  </a:lnTo>
                  <a:lnTo>
                    <a:pt x="45" y="1185"/>
                  </a:lnTo>
                  <a:lnTo>
                    <a:pt x="67" y="1166"/>
                  </a:lnTo>
                  <a:lnTo>
                    <a:pt x="93" y="1153"/>
                  </a:lnTo>
                  <a:lnTo>
                    <a:pt x="121" y="1143"/>
                  </a:lnTo>
                  <a:lnTo>
                    <a:pt x="152" y="1140"/>
                  </a:lnTo>
                  <a:lnTo>
                    <a:pt x="1146" y="1140"/>
                  </a:lnTo>
                  <a:lnTo>
                    <a:pt x="1146" y="916"/>
                  </a:lnTo>
                  <a:lnTo>
                    <a:pt x="1150" y="886"/>
                  </a:lnTo>
                  <a:lnTo>
                    <a:pt x="1158" y="856"/>
                  </a:lnTo>
                  <a:lnTo>
                    <a:pt x="1172" y="831"/>
                  </a:lnTo>
                  <a:lnTo>
                    <a:pt x="1190" y="809"/>
                  </a:lnTo>
                  <a:lnTo>
                    <a:pt x="1212" y="791"/>
                  </a:lnTo>
                  <a:lnTo>
                    <a:pt x="1239" y="777"/>
                  </a:lnTo>
                  <a:lnTo>
                    <a:pt x="1267" y="768"/>
                  </a:lnTo>
                  <a:lnTo>
                    <a:pt x="1297" y="765"/>
                  </a:lnTo>
                  <a:lnTo>
                    <a:pt x="1752" y="765"/>
                  </a:lnTo>
                  <a:lnTo>
                    <a:pt x="1752" y="314"/>
                  </a:lnTo>
                  <a:lnTo>
                    <a:pt x="1755" y="283"/>
                  </a:lnTo>
                  <a:lnTo>
                    <a:pt x="1764" y="255"/>
                  </a:lnTo>
                  <a:lnTo>
                    <a:pt x="1778" y="229"/>
                  </a:lnTo>
                  <a:lnTo>
                    <a:pt x="1796" y="207"/>
                  </a:lnTo>
                  <a:lnTo>
                    <a:pt x="1819" y="189"/>
                  </a:lnTo>
                  <a:lnTo>
                    <a:pt x="1844" y="175"/>
                  </a:lnTo>
                  <a:lnTo>
                    <a:pt x="1873" y="167"/>
                  </a:lnTo>
                  <a:lnTo>
                    <a:pt x="1903" y="164"/>
                  </a:lnTo>
                  <a:lnTo>
                    <a:pt x="2802" y="164"/>
                  </a:lnTo>
                  <a:lnTo>
                    <a:pt x="2802" y="113"/>
                  </a:lnTo>
                  <a:lnTo>
                    <a:pt x="2804" y="89"/>
                  </a:lnTo>
                  <a:lnTo>
                    <a:pt x="2812" y="66"/>
                  </a:lnTo>
                  <a:lnTo>
                    <a:pt x="2825" y="45"/>
                  </a:lnTo>
                  <a:lnTo>
                    <a:pt x="2840" y="28"/>
                  </a:lnTo>
                  <a:lnTo>
                    <a:pt x="2861" y="14"/>
                  </a:lnTo>
                  <a:lnTo>
                    <a:pt x="2884" y="5"/>
                  </a:lnTo>
                  <a:lnTo>
                    <a:pt x="29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98476B63-D513-410D-B8FD-D1FEA3F238EA}"/>
              </a:ext>
            </a:extLst>
          </p:cNvPr>
          <p:cNvGrpSpPr/>
          <p:nvPr/>
        </p:nvGrpSpPr>
        <p:grpSpPr>
          <a:xfrm flipH="1">
            <a:off x="5486538" y="2696477"/>
            <a:ext cx="329932" cy="327755"/>
            <a:chOff x="9132888" y="3376613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8" name="Freeform 258">
              <a:extLst>
                <a:ext uri="{FF2B5EF4-FFF2-40B4-BE49-F238E27FC236}">
                  <a16:creationId xmlns:a16="http://schemas.microsoft.com/office/drawing/2014/main" id="{EDA9D56E-916E-4E58-9DAA-1E91346486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32888" y="3376613"/>
              <a:ext cx="481013" cy="477838"/>
            </a:xfrm>
            <a:custGeom>
              <a:avLst/>
              <a:gdLst>
                <a:gd name="T0" fmla="*/ 1245 w 3330"/>
                <a:gd name="T1" fmla="*/ 324 h 3310"/>
                <a:gd name="T2" fmla="*/ 957 w 3330"/>
                <a:gd name="T3" fmla="*/ 421 h 3310"/>
                <a:gd name="T4" fmla="*/ 702 w 3330"/>
                <a:gd name="T5" fmla="*/ 589 h 3310"/>
                <a:gd name="T6" fmla="*/ 496 w 3330"/>
                <a:gd name="T7" fmla="*/ 825 h 3310"/>
                <a:gd name="T8" fmla="*/ 362 w 3330"/>
                <a:gd name="T9" fmla="*/ 1099 h 3310"/>
                <a:gd name="T10" fmla="*/ 306 w 3330"/>
                <a:gd name="T11" fmla="*/ 1392 h 3310"/>
                <a:gd name="T12" fmla="*/ 325 w 3330"/>
                <a:gd name="T13" fmla="*/ 1689 h 3310"/>
                <a:gd name="T14" fmla="*/ 420 w 3330"/>
                <a:gd name="T15" fmla="*/ 1974 h 3310"/>
                <a:gd name="T16" fmla="*/ 591 w 3330"/>
                <a:gd name="T17" fmla="*/ 2232 h 3310"/>
                <a:gd name="T18" fmla="*/ 825 w 3330"/>
                <a:gd name="T19" fmla="*/ 2437 h 3310"/>
                <a:gd name="T20" fmla="*/ 1098 w 3330"/>
                <a:gd name="T21" fmla="*/ 2570 h 3310"/>
                <a:gd name="T22" fmla="*/ 1398 w 3330"/>
                <a:gd name="T23" fmla="*/ 2629 h 3310"/>
                <a:gd name="T24" fmla="*/ 1707 w 3330"/>
                <a:gd name="T25" fmla="*/ 2610 h 3310"/>
                <a:gd name="T26" fmla="*/ 1994 w 3330"/>
                <a:gd name="T27" fmla="*/ 2513 h 3310"/>
                <a:gd name="T28" fmla="*/ 2249 w 3330"/>
                <a:gd name="T29" fmla="*/ 2343 h 3310"/>
                <a:gd name="T30" fmla="*/ 2453 w 3330"/>
                <a:gd name="T31" fmla="*/ 2113 h 3310"/>
                <a:gd name="T32" fmla="*/ 2587 w 3330"/>
                <a:gd name="T33" fmla="*/ 1842 h 3310"/>
                <a:gd name="T34" fmla="*/ 2647 w 3330"/>
                <a:gd name="T35" fmla="*/ 1544 h 3310"/>
                <a:gd name="T36" fmla="*/ 2627 w 3330"/>
                <a:gd name="T37" fmla="*/ 1237 h 3310"/>
                <a:gd name="T38" fmla="*/ 2529 w 3330"/>
                <a:gd name="T39" fmla="*/ 952 h 3310"/>
                <a:gd name="T40" fmla="*/ 2359 w 3330"/>
                <a:gd name="T41" fmla="*/ 699 h 3310"/>
                <a:gd name="T42" fmla="*/ 2126 w 3330"/>
                <a:gd name="T43" fmla="*/ 496 h 3310"/>
                <a:gd name="T44" fmla="*/ 1854 w 3330"/>
                <a:gd name="T45" fmla="*/ 362 h 3310"/>
                <a:gd name="T46" fmla="*/ 1554 w 3330"/>
                <a:gd name="T47" fmla="*/ 303 h 3310"/>
                <a:gd name="T48" fmla="*/ 1566 w 3330"/>
                <a:gd name="T49" fmla="*/ 2 h 3310"/>
                <a:gd name="T50" fmla="*/ 1916 w 3330"/>
                <a:gd name="T51" fmla="*/ 66 h 3310"/>
                <a:gd name="T52" fmla="*/ 2238 w 3330"/>
                <a:gd name="T53" fmla="*/ 210 h 3310"/>
                <a:gd name="T54" fmla="*/ 2520 w 3330"/>
                <a:gd name="T55" fmla="*/ 430 h 3310"/>
                <a:gd name="T56" fmla="*/ 2741 w 3330"/>
                <a:gd name="T57" fmla="*/ 710 h 3310"/>
                <a:gd name="T58" fmla="*/ 2885 w 3330"/>
                <a:gd name="T59" fmla="*/ 1029 h 3310"/>
                <a:gd name="T60" fmla="*/ 2949 w 3330"/>
                <a:gd name="T61" fmla="*/ 1376 h 3310"/>
                <a:gd name="T62" fmla="*/ 2928 w 3330"/>
                <a:gd name="T63" fmla="*/ 1732 h 3310"/>
                <a:gd name="T64" fmla="*/ 2823 w 3330"/>
                <a:gd name="T65" fmla="*/ 2066 h 3310"/>
                <a:gd name="T66" fmla="*/ 2640 w 3330"/>
                <a:gd name="T67" fmla="*/ 2365 h 3310"/>
                <a:gd name="T68" fmla="*/ 2707 w 3330"/>
                <a:gd name="T69" fmla="*/ 2508 h 3310"/>
                <a:gd name="T70" fmla="*/ 3286 w 3330"/>
                <a:gd name="T71" fmla="*/ 3053 h 3310"/>
                <a:gd name="T72" fmla="*/ 3330 w 3330"/>
                <a:gd name="T73" fmla="*/ 3145 h 3310"/>
                <a:gd name="T74" fmla="*/ 3303 w 3330"/>
                <a:gd name="T75" fmla="*/ 3244 h 3310"/>
                <a:gd name="T76" fmla="*/ 3225 w 3330"/>
                <a:gd name="T77" fmla="*/ 3302 h 3310"/>
                <a:gd name="T78" fmla="*/ 3134 w 3330"/>
                <a:gd name="T79" fmla="*/ 3302 h 3310"/>
                <a:gd name="T80" fmla="*/ 2564 w 3330"/>
                <a:gd name="T81" fmla="*/ 2759 h 3310"/>
                <a:gd name="T82" fmla="*/ 2520 w 3330"/>
                <a:gd name="T83" fmla="*/ 2664 h 3310"/>
                <a:gd name="T84" fmla="*/ 2309 w 3330"/>
                <a:gd name="T85" fmla="*/ 2676 h 3310"/>
                <a:gd name="T86" fmla="*/ 1998 w 3330"/>
                <a:gd name="T87" fmla="*/ 2839 h 3310"/>
                <a:gd name="T88" fmla="*/ 1655 w 3330"/>
                <a:gd name="T89" fmla="*/ 2923 h 3310"/>
                <a:gd name="T90" fmla="*/ 1296 w 3330"/>
                <a:gd name="T91" fmla="*/ 2923 h 3310"/>
                <a:gd name="T92" fmla="*/ 952 w 3330"/>
                <a:gd name="T93" fmla="*/ 2839 h 3310"/>
                <a:gd name="T94" fmla="*/ 639 w 3330"/>
                <a:gd name="T95" fmla="*/ 2675 h 3310"/>
                <a:gd name="T96" fmla="*/ 368 w 3330"/>
                <a:gd name="T97" fmla="*/ 2436 h 3310"/>
                <a:gd name="T98" fmla="*/ 164 w 3330"/>
                <a:gd name="T99" fmla="*/ 2139 h 3310"/>
                <a:gd name="T100" fmla="*/ 41 w 3330"/>
                <a:gd name="T101" fmla="*/ 1811 h 3310"/>
                <a:gd name="T102" fmla="*/ 0 w 3330"/>
                <a:gd name="T103" fmla="*/ 1467 h 3310"/>
                <a:gd name="T104" fmla="*/ 41 w 3330"/>
                <a:gd name="T105" fmla="*/ 1123 h 3310"/>
                <a:gd name="T106" fmla="*/ 164 w 3330"/>
                <a:gd name="T107" fmla="*/ 794 h 3310"/>
                <a:gd name="T108" fmla="*/ 368 w 3330"/>
                <a:gd name="T109" fmla="*/ 497 h 3310"/>
                <a:gd name="T110" fmla="*/ 639 w 3330"/>
                <a:gd name="T111" fmla="*/ 258 h 3310"/>
                <a:gd name="T112" fmla="*/ 952 w 3330"/>
                <a:gd name="T113" fmla="*/ 95 h 3310"/>
                <a:gd name="T114" fmla="*/ 1296 w 3330"/>
                <a:gd name="T115" fmla="*/ 11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30" h="3310">
                  <a:moveTo>
                    <a:pt x="1476" y="301"/>
                  </a:moveTo>
                  <a:lnTo>
                    <a:pt x="1398" y="303"/>
                  </a:lnTo>
                  <a:lnTo>
                    <a:pt x="1321" y="311"/>
                  </a:lnTo>
                  <a:lnTo>
                    <a:pt x="1245" y="324"/>
                  </a:lnTo>
                  <a:lnTo>
                    <a:pt x="1170" y="340"/>
                  </a:lnTo>
                  <a:lnTo>
                    <a:pt x="1098" y="362"/>
                  </a:lnTo>
                  <a:lnTo>
                    <a:pt x="1027" y="389"/>
                  </a:lnTo>
                  <a:lnTo>
                    <a:pt x="957" y="421"/>
                  </a:lnTo>
                  <a:lnTo>
                    <a:pt x="890" y="456"/>
                  </a:lnTo>
                  <a:lnTo>
                    <a:pt x="825" y="496"/>
                  </a:lnTo>
                  <a:lnTo>
                    <a:pt x="763" y="541"/>
                  </a:lnTo>
                  <a:lnTo>
                    <a:pt x="702" y="589"/>
                  </a:lnTo>
                  <a:lnTo>
                    <a:pt x="646" y="642"/>
                  </a:lnTo>
                  <a:lnTo>
                    <a:pt x="591" y="700"/>
                  </a:lnTo>
                  <a:lnTo>
                    <a:pt x="541" y="762"/>
                  </a:lnTo>
                  <a:lnTo>
                    <a:pt x="496" y="825"/>
                  </a:lnTo>
                  <a:lnTo>
                    <a:pt x="455" y="891"/>
                  </a:lnTo>
                  <a:lnTo>
                    <a:pt x="420" y="958"/>
                  </a:lnTo>
                  <a:lnTo>
                    <a:pt x="388" y="1028"/>
                  </a:lnTo>
                  <a:lnTo>
                    <a:pt x="362" y="1099"/>
                  </a:lnTo>
                  <a:lnTo>
                    <a:pt x="341" y="1170"/>
                  </a:lnTo>
                  <a:lnTo>
                    <a:pt x="325" y="1244"/>
                  </a:lnTo>
                  <a:lnTo>
                    <a:pt x="312" y="1318"/>
                  </a:lnTo>
                  <a:lnTo>
                    <a:pt x="306" y="1392"/>
                  </a:lnTo>
                  <a:lnTo>
                    <a:pt x="303" y="1467"/>
                  </a:lnTo>
                  <a:lnTo>
                    <a:pt x="306" y="1541"/>
                  </a:lnTo>
                  <a:lnTo>
                    <a:pt x="312" y="1615"/>
                  </a:lnTo>
                  <a:lnTo>
                    <a:pt x="325" y="1689"/>
                  </a:lnTo>
                  <a:lnTo>
                    <a:pt x="341" y="1762"/>
                  </a:lnTo>
                  <a:lnTo>
                    <a:pt x="362" y="1835"/>
                  </a:lnTo>
                  <a:lnTo>
                    <a:pt x="388" y="1906"/>
                  </a:lnTo>
                  <a:lnTo>
                    <a:pt x="420" y="1974"/>
                  </a:lnTo>
                  <a:lnTo>
                    <a:pt x="455" y="2043"/>
                  </a:lnTo>
                  <a:lnTo>
                    <a:pt x="496" y="2108"/>
                  </a:lnTo>
                  <a:lnTo>
                    <a:pt x="541" y="2172"/>
                  </a:lnTo>
                  <a:lnTo>
                    <a:pt x="591" y="2232"/>
                  </a:lnTo>
                  <a:lnTo>
                    <a:pt x="646" y="2290"/>
                  </a:lnTo>
                  <a:lnTo>
                    <a:pt x="702" y="2343"/>
                  </a:lnTo>
                  <a:lnTo>
                    <a:pt x="763" y="2392"/>
                  </a:lnTo>
                  <a:lnTo>
                    <a:pt x="825" y="2437"/>
                  </a:lnTo>
                  <a:lnTo>
                    <a:pt x="890" y="2478"/>
                  </a:lnTo>
                  <a:lnTo>
                    <a:pt x="957" y="2513"/>
                  </a:lnTo>
                  <a:lnTo>
                    <a:pt x="1027" y="2544"/>
                  </a:lnTo>
                  <a:lnTo>
                    <a:pt x="1098" y="2570"/>
                  </a:lnTo>
                  <a:lnTo>
                    <a:pt x="1170" y="2593"/>
                  </a:lnTo>
                  <a:lnTo>
                    <a:pt x="1245" y="2610"/>
                  </a:lnTo>
                  <a:lnTo>
                    <a:pt x="1321" y="2622"/>
                  </a:lnTo>
                  <a:lnTo>
                    <a:pt x="1398" y="2629"/>
                  </a:lnTo>
                  <a:lnTo>
                    <a:pt x="1476" y="2633"/>
                  </a:lnTo>
                  <a:lnTo>
                    <a:pt x="1554" y="2629"/>
                  </a:lnTo>
                  <a:lnTo>
                    <a:pt x="1631" y="2622"/>
                  </a:lnTo>
                  <a:lnTo>
                    <a:pt x="1707" y="2610"/>
                  </a:lnTo>
                  <a:lnTo>
                    <a:pt x="1781" y="2593"/>
                  </a:lnTo>
                  <a:lnTo>
                    <a:pt x="1854" y="2570"/>
                  </a:lnTo>
                  <a:lnTo>
                    <a:pt x="1925" y="2544"/>
                  </a:lnTo>
                  <a:lnTo>
                    <a:pt x="1994" y="2513"/>
                  </a:lnTo>
                  <a:lnTo>
                    <a:pt x="2061" y="2477"/>
                  </a:lnTo>
                  <a:lnTo>
                    <a:pt x="2126" y="2437"/>
                  </a:lnTo>
                  <a:lnTo>
                    <a:pt x="2189" y="2392"/>
                  </a:lnTo>
                  <a:lnTo>
                    <a:pt x="2249" y="2343"/>
                  </a:lnTo>
                  <a:lnTo>
                    <a:pt x="2305" y="2290"/>
                  </a:lnTo>
                  <a:lnTo>
                    <a:pt x="2359" y="2234"/>
                  </a:lnTo>
                  <a:lnTo>
                    <a:pt x="2408" y="2175"/>
                  </a:lnTo>
                  <a:lnTo>
                    <a:pt x="2453" y="2113"/>
                  </a:lnTo>
                  <a:lnTo>
                    <a:pt x="2493" y="2048"/>
                  </a:lnTo>
                  <a:lnTo>
                    <a:pt x="2529" y="1982"/>
                  </a:lnTo>
                  <a:lnTo>
                    <a:pt x="2561" y="1913"/>
                  </a:lnTo>
                  <a:lnTo>
                    <a:pt x="2587" y="1842"/>
                  </a:lnTo>
                  <a:lnTo>
                    <a:pt x="2609" y="1769"/>
                  </a:lnTo>
                  <a:lnTo>
                    <a:pt x="2627" y="1696"/>
                  </a:lnTo>
                  <a:lnTo>
                    <a:pt x="2639" y="1621"/>
                  </a:lnTo>
                  <a:lnTo>
                    <a:pt x="2647" y="1544"/>
                  </a:lnTo>
                  <a:lnTo>
                    <a:pt x="2649" y="1467"/>
                  </a:lnTo>
                  <a:lnTo>
                    <a:pt x="2647" y="1389"/>
                  </a:lnTo>
                  <a:lnTo>
                    <a:pt x="2639" y="1313"/>
                  </a:lnTo>
                  <a:lnTo>
                    <a:pt x="2627" y="1237"/>
                  </a:lnTo>
                  <a:lnTo>
                    <a:pt x="2609" y="1163"/>
                  </a:lnTo>
                  <a:lnTo>
                    <a:pt x="2587" y="1091"/>
                  </a:lnTo>
                  <a:lnTo>
                    <a:pt x="2561" y="1021"/>
                  </a:lnTo>
                  <a:lnTo>
                    <a:pt x="2529" y="952"/>
                  </a:lnTo>
                  <a:lnTo>
                    <a:pt x="2493" y="884"/>
                  </a:lnTo>
                  <a:lnTo>
                    <a:pt x="2453" y="820"/>
                  </a:lnTo>
                  <a:lnTo>
                    <a:pt x="2408" y="759"/>
                  </a:lnTo>
                  <a:lnTo>
                    <a:pt x="2359" y="699"/>
                  </a:lnTo>
                  <a:lnTo>
                    <a:pt x="2305" y="642"/>
                  </a:lnTo>
                  <a:lnTo>
                    <a:pt x="2249" y="589"/>
                  </a:lnTo>
                  <a:lnTo>
                    <a:pt x="2189" y="541"/>
                  </a:lnTo>
                  <a:lnTo>
                    <a:pt x="2126" y="496"/>
                  </a:lnTo>
                  <a:lnTo>
                    <a:pt x="2061" y="456"/>
                  </a:lnTo>
                  <a:lnTo>
                    <a:pt x="1994" y="421"/>
                  </a:lnTo>
                  <a:lnTo>
                    <a:pt x="1925" y="389"/>
                  </a:lnTo>
                  <a:lnTo>
                    <a:pt x="1854" y="362"/>
                  </a:lnTo>
                  <a:lnTo>
                    <a:pt x="1781" y="340"/>
                  </a:lnTo>
                  <a:lnTo>
                    <a:pt x="1707" y="324"/>
                  </a:lnTo>
                  <a:lnTo>
                    <a:pt x="1631" y="311"/>
                  </a:lnTo>
                  <a:lnTo>
                    <a:pt x="1554" y="303"/>
                  </a:lnTo>
                  <a:lnTo>
                    <a:pt x="1476" y="301"/>
                  </a:lnTo>
                  <a:close/>
                  <a:moveTo>
                    <a:pt x="1476" y="0"/>
                  </a:moveTo>
                  <a:lnTo>
                    <a:pt x="1476" y="0"/>
                  </a:lnTo>
                  <a:lnTo>
                    <a:pt x="1566" y="2"/>
                  </a:lnTo>
                  <a:lnTo>
                    <a:pt x="1656" y="11"/>
                  </a:lnTo>
                  <a:lnTo>
                    <a:pt x="1744" y="24"/>
                  </a:lnTo>
                  <a:lnTo>
                    <a:pt x="1831" y="43"/>
                  </a:lnTo>
                  <a:lnTo>
                    <a:pt x="1916" y="66"/>
                  </a:lnTo>
                  <a:lnTo>
                    <a:pt x="2000" y="95"/>
                  </a:lnTo>
                  <a:lnTo>
                    <a:pt x="2081" y="128"/>
                  </a:lnTo>
                  <a:lnTo>
                    <a:pt x="2161" y="167"/>
                  </a:lnTo>
                  <a:lnTo>
                    <a:pt x="2238" y="210"/>
                  </a:lnTo>
                  <a:lnTo>
                    <a:pt x="2313" y="258"/>
                  </a:lnTo>
                  <a:lnTo>
                    <a:pt x="2385" y="311"/>
                  </a:lnTo>
                  <a:lnTo>
                    <a:pt x="2454" y="369"/>
                  </a:lnTo>
                  <a:lnTo>
                    <a:pt x="2520" y="430"/>
                  </a:lnTo>
                  <a:lnTo>
                    <a:pt x="2582" y="495"/>
                  </a:lnTo>
                  <a:lnTo>
                    <a:pt x="2639" y="564"/>
                  </a:lnTo>
                  <a:lnTo>
                    <a:pt x="2693" y="636"/>
                  </a:lnTo>
                  <a:lnTo>
                    <a:pt x="2741" y="710"/>
                  </a:lnTo>
                  <a:lnTo>
                    <a:pt x="2784" y="787"/>
                  </a:lnTo>
                  <a:lnTo>
                    <a:pt x="2823" y="865"/>
                  </a:lnTo>
                  <a:lnTo>
                    <a:pt x="2857" y="946"/>
                  </a:lnTo>
                  <a:lnTo>
                    <a:pt x="2885" y="1029"/>
                  </a:lnTo>
                  <a:lnTo>
                    <a:pt x="2909" y="1114"/>
                  </a:lnTo>
                  <a:lnTo>
                    <a:pt x="2928" y="1201"/>
                  </a:lnTo>
                  <a:lnTo>
                    <a:pt x="2941" y="1288"/>
                  </a:lnTo>
                  <a:lnTo>
                    <a:pt x="2949" y="1376"/>
                  </a:lnTo>
                  <a:lnTo>
                    <a:pt x="2952" y="1467"/>
                  </a:lnTo>
                  <a:lnTo>
                    <a:pt x="2949" y="1556"/>
                  </a:lnTo>
                  <a:lnTo>
                    <a:pt x="2941" y="1645"/>
                  </a:lnTo>
                  <a:lnTo>
                    <a:pt x="2928" y="1732"/>
                  </a:lnTo>
                  <a:lnTo>
                    <a:pt x="2909" y="1818"/>
                  </a:lnTo>
                  <a:lnTo>
                    <a:pt x="2885" y="1903"/>
                  </a:lnTo>
                  <a:lnTo>
                    <a:pt x="2857" y="1985"/>
                  </a:lnTo>
                  <a:lnTo>
                    <a:pt x="2823" y="2066"/>
                  </a:lnTo>
                  <a:lnTo>
                    <a:pt x="2785" y="2144"/>
                  </a:lnTo>
                  <a:lnTo>
                    <a:pt x="2741" y="2220"/>
                  </a:lnTo>
                  <a:lnTo>
                    <a:pt x="2693" y="2294"/>
                  </a:lnTo>
                  <a:lnTo>
                    <a:pt x="2640" y="2365"/>
                  </a:lnTo>
                  <a:lnTo>
                    <a:pt x="2583" y="2434"/>
                  </a:lnTo>
                  <a:lnTo>
                    <a:pt x="2654" y="2505"/>
                  </a:lnTo>
                  <a:lnTo>
                    <a:pt x="2681" y="2504"/>
                  </a:lnTo>
                  <a:lnTo>
                    <a:pt x="2707" y="2508"/>
                  </a:lnTo>
                  <a:lnTo>
                    <a:pt x="2733" y="2516"/>
                  </a:lnTo>
                  <a:lnTo>
                    <a:pt x="2756" y="2530"/>
                  </a:lnTo>
                  <a:lnTo>
                    <a:pt x="2778" y="2547"/>
                  </a:lnTo>
                  <a:lnTo>
                    <a:pt x="3286" y="3053"/>
                  </a:lnTo>
                  <a:lnTo>
                    <a:pt x="3303" y="3074"/>
                  </a:lnTo>
                  <a:lnTo>
                    <a:pt x="3317" y="3096"/>
                  </a:lnTo>
                  <a:lnTo>
                    <a:pt x="3325" y="3120"/>
                  </a:lnTo>
                  <a:lnTo>
                    <a:pt x="3330" y="3145"/>
                  </a:lnTo>
                  <a:lnTo>
                    <a:pt x="3330" y="3171"/>
                  </a:lnTo>
                  <a:lnTo>
                    <a:pt x="3325" y="3196"/>
                  </a:lnTo>
                  <a:lnTo>
                    <a:pt x="3317" y="3221"/>
                  </a:lnTo>
                  <a:lnTo>
                    <a:pt x="3303" y="3244"/>
                  </a:lnTo>
                  <a:lnTo>
                    <a:pt x="3286" y="3265"/>
                  </a:lnTo>
                  <a:lnTo>
                    <a:pt x="3268" y="3281"/>
                  </a:lnTo>
                  <a:lnTo>
                    <a:pt x="3247" y="3293"/>
                  </a:lnTo>
                  <a:lnTo>
                    <a:pt x="3225" y="3302"/>
                  </a:lnTo>
                  <a:lnTo>
                    <a:pt x="3203" y="3308"/>
                  </a:lnTo>
                  <a:lnTo>
                    <a:pt x="3180" y="3310"/>
                  </a:lnTo>
                  <a:lnTo>
                    <a:pt x="3156" y="3308"/>
                  </a:lnTo>
                  <a:lnTo>
                    <a:pt x="3134" y="3302"/>
                  </a:lnTo>
                  <a:lnTo>
                    <a:pt x="3112" y="3293"/>
                  </a:lnTo>
                  <a:lnTo>
                    <a:pt x="3091" y="3281"/>
                  </a:lnTo>
                  <a:lnTo>
                    <a:pt x="3072" y="3265"/>
                  </a:lnTo>
                  <a:lnTo>
                    <a:pt x="2564" y="2759"/>
                  </a:lnTo>
                  <a:lnTo>
                    <a:pt x="2545" y="2739"/>
                  </a:lnTo>
                  <a:lnTo>
                    <a:pt x="2533" y="2715"/>
                  </a:lnTo>
                  <a:lnTo>
                    <a:pt x="2524" y="2690"/>
                  </a:lnTo>
                  <a:lnTo>
                    <a:pt x="2520" y="2664"/>
                  </a:lnTo>
                  <a:lnTo>
                    <a:pt x="2521" y="2638"/>
                  </a:lnTo>
                  <a:lnTo>
                    <a:pt x="2450" y="2567"/>
                  </a:lnTo>
                  <a:lnTo>
                    <a:pt x="2381" y="2623"/>
                  </a:lnTo>
                  <a:lnTo>
                    <a:pt x="2309" y="2676"/>
                  </a:lnTo>
                  <a:lnTo>
                    <a:pt x="2234" y="2723"/>
                  </a:lnTo>
                  <a:lnTo>
                    <a:pt x="2158" y="2767"/>
                  </a:lnTo>
                  <a:lnTo>
                    <a:pt x="2078" y="2805"/>
                  </a:lnTo>
                  <a:lnTo>
                    <a:pt x="1998" y="2839"/>
                  </a:lnTo>
                  <a:lnTo>
                    <a:pt x="1914" y="2867"/>
                  </a:lnTo>
                  <a:lnTo>
                    <a:pt x="1829" y="2891"/>
                  </a:lnTo>
                  <a:lnTo>
                    <a:pt x="1743" y="2909"/>
                  </a:lnTo>
                  <a:lnTo>
                    <a:pt x="1655" y="2923"/>
                  </a:lnTo>
                  <a:lnTo>
                    <a:pt x="1566" y="2930"/>
                  </a:lnTo>
                  <a:lnTo>
                    <a:pt x="1476" y="2933"/>
                  </a:lnTo>
                  <a:lnTo>
                    <a:pt x="1385" y="2930"/>
                  </a:lnTo>
                  <a:lnTo>
                    <a:pt x="1296" y="2923"/>
                  </a:lnTo>
                  <a:lnTo>
                    <a:pt x="1207" y="2909"/>
                  </a:lnTo>
                  <a:lnTo>
                    <a:pt x="1120" y="2891"/>
                  </a:lnTo>
                  <a:lnTo>
                    <a:pt x="1035" y="2867"/>
                  </a:lnTo>
                  <a:lnTo>
                    <a:pt x="952" y="2839"/>
                  </a:lnTo>
                  <a:lnTo>
                    <a:pt x="870" y="2804"/>
                  </a:lnTo>
                  <a:lnTo>
                    <a:pt x="790" y="2767"/>
                  </a:lnTo>
                  <a:lnTo>
                    <a:pt x="714" y="2723"/>
                  </a:lnTo>
                  <a:lnTo>
                    <a:pt x="639" y="2675"/>
                  </a:lnTo>
                  <a:lnTo>
                    <a:pt x="567" y="2622"/>
                  </a:lnTo>
                  <a:lnTo>
                    <a:pt x="498" y="2565"/>
                  </a:lnTo>
                  <a:lnTo>
                    <a:pt x="432" y="2504"/>
                  </a:lnTo>
                  <a:lnTo>
                    <a:pt x="368" y="2436"/>
                  </a:lnTo>
                  <a:lnTo>
                    <a:pt x="310" y="2365"/>
                  </a:lnTo>
                  <a:lnTo>
                    <a:pt x="255" y="2293"/>
                  </a:lnTo>
                  <a:lnTo>
                    <a:pt x="207" y="2217"/>
                  </a:lnTo>
                  <a:lnTo>
                    <a:pt x="164" y="2139"/>
                  </a:lnTo>
                  <a:lnTo>
                    <a:pt x="126" y="2060"/>
                  </a:lnTo>
                  <a:lnTo>
                    <a:pt x="92" y="1977"/>
                  </a:lnTo>
                  <a:lnTo>
                    <a:pt x="64" y="1895"/>
                  </a:lnTo>
                  <a:lnTo>
                    <a:pt x="41" y="1811"/>
                  </a:lnTo>
                  <a:lnTo>
                    <a:pt x="23" y="1726"/>
                  </a:lnTo>
                  <a:lnTo>
                    <a:pt x="10" y="1639"/>
                  </a:lnTo>
                  <a:lnTo>
                    <a:pt x="3" y="1553"/>
                  </a:lnTo>
                  <a:lnTo>
                    <a:pt x="0" y="1467"/>
                  </a:lnTo>
                  <a:lnTo>
                    <a:pt x="3" y="1380"/>
                  </a:lnTo>
                  <a:lnTo>
                    <a:pt x="10" y="1294"/>
                  </a:lnTo>
                  <a:lnTo>
                    <a:pt x="23" y="1208"/>
                  </a:lnTo>
                  <a:lnTo>
                    <a:pt x="41" y="1123"/>
                  </a:lnTo>
                  <a:lnTo>
                    <a:pt x="64" y="1038"/>
                  </a:lnTo>
                  <a:lnTo>
                    <a:pt x="92" y="955"/>
                  </a:lnTo>
                  <a:lnTo>
                    <a:pt x="126" y="874"/>
                  </a:lnTo>
                  <a:lnTo>
                    <a:pt x="164" y="794"/>
                  </a:lnTo>
                  <a:lnTo>
                    <a:pt x="207" y="717"/>
                  </a:lnTo>
                  <a:lnTo>
                    <a:pt x="255" y="641"/>
                  </a:lnTo>
                  <a:lnTo>
                    <a:pt x="310" y="568"/>
                  </a:lnTo>
                  <a:lnTo>
                    <a:pt x="368" y="497"/>
                  </a:lnTo>
                  <a:lnTo>
                    <a:pt x="432" y="430"/>
                  </a:lnTo>
                  <a:lnTo>
                    <a:pt x="498" y="369"/>
                  </a:lnTo>
                  <a:lnTo>
                    <a:pt x="567" y="311"/>
                  </a:lnTo>
                  <a:lnTo>
                    <a:pt x="639" y="258"/>
                  </a:lnTo>
                  <a:lnTo>
                    <a:pt x="714" y="210"/>
                  </a:lnTo>
                  <a:lnTo>
                    <a:pt x="790" y="167"/>
                  </a:lnTo>
                  <a:lnTo>
                    <a:pt x="870" y="128"/>
                  </a:lnTo>
                  <a:lnTo>
                    <a:pt x="952" y="95"/>
                  </a:lnTo>
                  <a:lnTo>
                    <a:pt x="1035" y="66"/>
                  </a:lnTo>
                  <a:lnTo>
                    <a:pt x="1120" y="43"/>
                  </a:lnTo>
                  <a:lnTo>
                    <a:pt x="1207" y="24"/>
                  </a:lnTo>
                  <a:lnTo>
                    <a:pt x="1296" y="11"/>
                  </a:lnTo>
                  <a:lnTo>
                    <a:pt x="1385" y="2"/>
                  </a:lnTo>
                  <a:lnTo>
                    <a:pt x="14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9" name="Freeform 259">
              <a:extLst>
                <a:ext uri="{FF2B5EF4-FFF2-40B4-BE49-F238E27FC236}">
                  <a16:creationId xmlns:a16="http://schemas.microsoft.com/office/drawing/2014/main" id="{CB8E4B48-A3CD-4B66-9AAB-D1C2277BA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3388" y="3578225"/>
              <a:ext cx="153988" cy="130175"/>
            </a:xfrm>
            <a:custGeom>
              <a:avLst/>
              <a:gdLst>
                <a:gd name="T0" fmla="*/ 531 w 1060"/>
                <a:gd name="T1" fmla="*/ 0 h 902"/>
                <a:gd name="T2" fmla="*/ 548 w 1060"/>
                <a:gd name="T3" fmla="*/ 2 h 902"/>
                <a:gd name="T4" fmla="*/ 565 w 1060"/>
                <a:gd name="T5" fmla="*/ 7 h 902"/>
                <a:gd name="T6" fmla="*/ 579 w 1060"/>
                <a:gd name="T7" fmla="*/ 17 h 902"/>
                <a:gd name="T8" fmla="*/ 1033 w 1060"/>
                <a:gd name="T9" fmla="*/ 393 h 902"/>
                <a:gd name="T10" fmla="*/ 1044 w 1060"/>
                <a:gd name="T11" fmla="*/ 404 h 902"/>
                <a:gd name="T12" fmla="*/ 1053 w 1060"/>
                <a:gd name="T13" fmla="*/ 419 h 902"/>
                <a:gd name="T14" fmla="*/ 1059 w 1060"/>
                <a:gd name="T15" fmla="*/ 435 h 902"/>
                <a:gd name="T16" fmla="*/ 1060 w 1060"/>
                <a:gd name="T17" fmla="*/ 451 h 902"/>
                <a:gd name="T18" fmla="*/ 1059 w 1060"/>
                <a:gd name="T19" fmla="*/ 467 h 902"/>
                <a:gd name="T20" fmla="*/ 1053 w 1060"/>
                <a:gd name="T21" fmla="*/ 482 h 902"/>
                <a:gd name="T22" fmla="*/ 1044 w 1060"/>
                <a:gd name="T23" fmla="*/ 497 h 902"/>
                <a:gd name="T24" fmla="*/ 1033 w 1060"/>
                <a:gd name="T25" fmla="*/ 508 h 902"/>
                <a:gd name="T26" fmla="*/ 579 w 1060"/>
                <a:gd name="T27" fmla="*/ 884 h 902"/>
                <a:gd name="T28" fmla="*/ 564 w 1060"/>
                <a:gd name="T29" fmla="*/ 894 h 902"/>
                <a:gd name="T30" fmla="*/ 548 w 1060"/>
                <a:gd name="T31" fmla="*/ 899 h 902"/>
                <a:gd name="T32" fmla="*/ 530 w 1060"/>
                <a:gd name="T33" fmla="*/ 902 h 902"/>
                <a:gd name="T34" fmla="*/ 514 w 1060"/>
                <a:gd name="T35" fmla="*/ 899 h 902"/>
                <a:gd name="T36" fmla="*/ 499 w 1060"/>
                <a:gd name="T37" fmla="*/ 894 h 902"/>
                <a:gd name="T38" fmla="*/ 483 w 1060"/>
                <a:gd name="T39" fmla="*/ 885 h 902"/>
                <a:gd name="T40" fmla="*/ 472 w 1060"/>
                <a:gd name="T41" fmla="*/ 873 h 902"/>
                <a:gd name="T42" fmla="*/ 462 w 1060"/>
                <a:gd name="T43" fmla="*/ 859 h 902"/>
                <a:gd name="T44" fmla="*/ 457 w 1060"/>
                <a:gd name="T45" fmla="*/ 843 h 902"/>
                <a:gd name="T46" fmla="*/ 455 w 1060"/>
                <a:gd name="T47" fmla="*/ 827 h 902"/>
                <a:gd name="T48" fmla="*/ 455 w 1060"/>
                <a:gd name="T49" fmla="*/ 668 h 902"/>
                <a:gd name="T50" fmla="*/ 76 w 1060"/>
                <a:gd name="T51" fmla="*/ 668 h 902"/>
                <a:gd name="T52" fmla="*/ 56 w 1060"/>
                <a:gd name="T53" fmla="*/ 664 h 902"/>
                <a:gd name="T54" fmla="*/ 38 w 1060"/>
                <a:gd name="T55" fmla="*/ 657 h 902"/>
                <a:gd name="T56" fmla="*/ 22 w 1060"/>
                <a:gd name="T57" fmla="*/ 646 h 902"/>
                <a:gd name="T58" fmla="*/ 11 w 1060"/>
                <a:gd name="T59" fmla="*/ 630 h 902"/>
                <a:gd name="T60" fmla="*/ 2 w 1060"/>
                <a:gd name="T61" fmla="*/ 612 h 902"/>
                <a:gd name="T62" fmla="*/ 0 w 1060"/>
                <a:gd name="T63" fmla="*/ 592 h 902"/>
                <a:gd name="T64" fmla="*/ 0 w 1060"/>
                <a:gd name="T65" fmla="*/ 309 h 902"/>
                <a:gd name="T66" fmla="*/ 2 w 1060"/>
                <a:gd name="T67" fmla="*/ 288 h 902"/>
                <a:gd name="T68" fmla="*/ 11 w 1060"/>
                <a:gd name="T69" fmla="*/ 271 h 902"/>
                <a:gd name="T70" fmla="*/ 22 w 1060"/>
                <a:gd name="T71" fmla="*/ 256 h 902"/>
                <a:gd name="T72" fmla="*/ 38 w 1060"/>
                <a:gd name="T73" fmla="*/ 244 h 902"/>
                <a:gd name="T74" fmla="*/ 56 w 1060"/>
                <a:gd name="T75" fmla="*/ 236 h 902"/>
                <a:gd name="T76" fmla="*/ 76 w 1060"/>
                <a:gd name="T77" fmla="*/ 234 h 902"/>
                <a:gd name="T78" fmla="*/ 455 w 1060"/>
                <a:gd name="T79" fmla="*/ 234 h 902"/>
                <a:gd name="T80" fmla="*/ 455 w 1060"/>
                <a:gd name="T81" fmla="*/ 75 h 902"/>
                <a:gd name="T82" fmla="*/ 457 w 1060"/>
                <a:gd name="T83" fmla="*/ 57 h 902"/>
                <a:gd name="T84" fmla="*/ 462 w 1060"/>
                <a:gd name="T85" fmla="*/ 41 h 902"/>
                <a:gd name="T86" fmla="*/ 472 w 1060"/>
                <a:gd name="T87" fmla="*/ 28 h 902"/>
                <a:gd name="T88" fmla="*/ 483 w 1060"/>
                <a:gd name="T89" fmla="*/ 15 h 902"/>
                <a:gd name="T90" fmla="*/ 499 w 1060"/>
                <a:gd name="T91" fmla="*/ 6 h 902"/>
                <a:gd name="T92" fmla="*/ 514 w 1060"/>
                <a:gd name="T93" fmla="*/ 1 h 902"/>
                <a:gd name="T94" fmla="*/ 531 w 1060"/>
                <a:gd name="T95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0" h="902">
                  <a:moveTo>
                    <a:pt x="531" y="0"/>
                  </a:moveTo>
                  <a:lnTo>
                    <a:pt x="548" y="2"/>
                  </a:lnTo>
                  <a:lnTo>
                    <a:pt x="565" y="7"/>
                  </a:lnTo>
                  <a:lnTo>
                    <a:pt x="579" y="17"/>
                  </a:lnTo>
                  <a:lnTo>
                    <a:pt x="1033" y="393"/>
                  </a:lnTo>
                  <a:lnTo>
                    <a:pt x="1044" y="404"/>
                  </a:lnTo>
                  <a:lnTo>
                    <a:pt x="1053" y="419"/>
                  </a:lnTo>
                  <a:lnTo>
                    <a:pt x="1059" y="435"/>
                  </a:lnTo>
                  <a:lnTo>
                    <a:pt x="1060" y="451"/>
                  </a:lnTo>
                  <a:lnTo>
                    <a:pt x="1059" y="467"/>
                  </a:lnTo>
                  <a:lnTo>
                    <a:pt x="1053" y="482"/>
                  </a:lnTo>
                  <a:lnTo>
                    <a:pt x="1044" y="497"/>
                  </a:lnTo>
                  <a:lnTo>
                    <a:pt x="1033" y="508"/>
                  </a:lnTo>
                  <a:lnTo>
                    <a:pt x="579" y="884"/>
                  </a:lnTo>
                  <a:lnTo>
                    <a:pt x="564" y="894"/>
                  </a:lnTo>
                  <a:lnTo>
                    <a:pt x="548" y="899"/>
                  </a:lnTo>
                  <a:lnTo>
                    <a:pt x="530" y="902"/>
                  </a:lnTo>
                  <a:lnTo>
                    <a:pt x="514" y="899"/>
                  </a:lnTo>
                  <a:lnTo>
                    <a:pt x="499" y="894"/>
                  </a:lnTo>
                  <a:lnTo>
                    <a:pt x="483" y="885"/>
                  </a:lnTo>
                  <a:lnTo>
                    <a:pt x="472" y="873"/>
                  </a:lnTo>
                  <a:lnTo>
                    <a:pt x="462" y="859"/>
                  </a:lnTo>
                  <a:lnTo>
                    <a:pt x="457" y="843"/>
                  </a:lnTo>
                  <a:lnTo>
                    <a:pt x="455" y="827"/>
                  </a:lnTo>
                  <a:lnTo>
                    <a:pt x="455" y="668"/>
                  </a:lnTo>
                  <a:lnTo>
                    <a:pt x="76" y="668"/>
                  </a:lnTo>
                  <a:lnTo>
                    <a:pt x="56" y="664"/>
                  </a:lnTo>
                  <a:lnTo>
                    <a:pt x="38" y="657"/>
                  </a:lnTo>
                  <a:lnTo>
                    <a:pt x="22" y="646"/>
                  </a:lnTo>
                  <a:lnTo>
                    <a:pt x="11" y="630"/>
                  </a:lnTo>
                  <a:lnTo>
                    <a:pt x="2" y="612"/>
                  </a:lnTo>
                  <a:lnTo>
                    <a:pt x="0" y="592"/>
                  </a:lnTo>
                  <a:lnTo>
                    <a:pt x="0" y="309"/>
                  </a:lnTo>
                  <a:lnTo>
                    <a:pt x="2" y="288"/>
                  </a:lnTo>
                  <a:lnTo>
                    <a:pt x="11" y="271"/>
                  </a:lnTo>
                  <a:lnTo>
                    <a:pt x="22" y="256"/>
                  </a:lnTo>
                  <a:lnTo>
                    <a:pt x="38" y="244"/>
                  </a:lnTo>
                  <a:lnTo>
                    <a:pt x="56" y="236"/>
                  </a:lnTo>
                  <a:lnTo>
                    <a:pt x="76" y="234"/>
                  </a:lnTo>
                  <a:lnTo>
                    <a:pt x="455" y="234"/>
                  </a:lnTo>
                  <a:lnTo>
                    <a:pt x="455" y="75"/>
                  </a:lnTo>
                  <a:lnTo>
                    <a:pt x="457" y="57"/>
                  </a:lnTo>
                  <a:lnTo>
                    <a:pt x="462" y="41"/>
                  </a:lnTo>
                  <a:lnTo>
                    <a:pt x="472" y="28"/>
                  </a:lnTo>
                  <a:lnTo>
                    <a:pt x="483" y="15"/>
                  </a:lnTo>
                  <a:lnTo>
                    <a:pt x="499" y="6"/>
                  </a:lnTo>
                  <a:lnTo>
                    <a:pt x="514" y="1"/>
                  </a:lnTo>
                  <a:lnTo>
                    <a:pt x="5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0" name="Freeform 260">
              <a:extLst>
                <a:ext uri="{FF2B5EF4-FFF2-40B4-BE49-F238E27FC236}">
                  <a16:creationId xmlns:a16="http://schemas.microsoft.com/office/drawing/2014/main" id="{6F00E0CD-230C-48D1-82A3-A895D0F19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3851" y="3468688"/>
              <a:ext cx="153988" cy="130175"/>
            </a:xfrm>
            <a:custGeom>
              <a:avLst/>
              <a:gdLst>
                <a:gd name="T0" fmla="*/ 529 w 1060"/>
                <a:gd name="T1" fmla="*/ 0 h 902"/>
                <a:gd name="T2" fmla="*/ 546 w 1060"/>
                <a:gd name="T3" fmla="*/ 1 h 902"/>
                <a:gd name="T4" fmla="*/ 563 w 1060"/>
                <a:gd name="T5" fmla="*/ 6 h 902"/>
                <a:gd name="T6" fmla="*/ 577 w 1060"/>
                <a:gd name="T7" fmla="*/ 16 h 902"/>
                <a:gd name="T8" fmla="*/ 589 w 1060"/>
                <a:gd name="T9" fmla="*/ 28 h 902"/>
                <a:gd name="T10" fmla="*/ 598 w 1060"/>
                <a:gd name="T11" fmla="*/ 42 h 902"/>
                <a:gd name="T12" fmla="*/ 605 w 1060"/>
                <a:gd name="T13" fmla="*/ 58 h 902"/>
                <a:gd name="T14" fmla="*/ 606 w 1060"/>
                <a:gd name="T15" fmla="*/ 75 h 902"/>
                <a:gd name="T16" fmla="*/ 606 w 1060"/>
                <a:gd name="T17" fmla="*/ 234 h 902"/>
                <a:gd name="T18" fmla="*/ 985 w 1060"/>
                <a:gd name="T19" fmla="*/ 234 h 902"/>
                <a:gd name="T20" fmla="*/ 1004 w 1060"/>
                <a:gd name="T21" fmla="*/ 236 h 902"/>
                <a:gd name="T22" fmla="*/ 1022 w 1060"/>
                <a:gd name="T23" fmla="*/ 244 h 902"/>
                <a:gd name="T24" fmla="*/ 1038 w 1060"/>
                <a:gd name="T25" fmla="*/ 256 h 902"/>
                <a:gd name="T26" fmla="*/ 1049 w 1060"/>
                <a:gd name="T27" fmla="*/ 271 h 902"/>
                <a:gd name="T28" fmla="*/ 1058 w 1060"/>
                <a:gd name="T29" fmla="*/ 289 h 902"/>
                <a:gd name="T30" fmla="*/ 1060 w 1060"/>
                <a:gd name="T31" fmla="*/ 309 h 902"/>
                <a:gd name="T32" fmla="*/ 1060 w 1060"/>
                <a:gd name="T33" fmla="*/ 592 h 902"/>
                <a:gd name="T34" fmla="*/ 1058 w 1060"/>
                <a:gd name="T35" fmla="*/ 613 h 902"/>
                <a:gd name="T36" fmla="*/ 1049 w 1060"/>
                <a:gd name="T37" fmla="*/ 630 h 902"/>
                <a:gd name="T38" fmla="*/ 1038 w 1060"/>
                <a:gd name="T39" fmla="*/ 646 h 902"/>
                <a:gd name="T40" fmla="*/ 1022 w 1060"/>
                <a:gd name="T41" fmla="*/ 657 h 902"/>
                <a:gd name="T42" fmla="*/ 1004 w 1060"/>
                <a:gd name="T43" fmla="*/ 665 h 902"/>
                <a:gd name="T44" fmla="*/ 985 w 1060"/>
                <a:gd name="T45" fmla="*/ 668 h 902"/>
                <a:gd name="T46" fmla="*/ 606 w 1060"/>
                <a:gd name="T47" fmla="*/ 668 h 902"/>
                <a:gd name="T48" fmla="*/ 606 w 1060"/>
                <a:gd name="T49" fmla="*/ 827 h 902"/>
                <a:gd name="T50" fmla="*/ 605 w 1060"/>
                <a:gd name="T51" fmla="*/ 843 h 902"/>
                <a:gd name="T52" fmla="*/ 598 w 1060"/>
                <a:gd name="T53" fmla="*/ 860 h 902"/>
                <a:gd name="T54" fmla="*/ 589 w 1060"/>
                <a:gd name="T55" fmla="*/ 874 h 902"/>
                <a:gd name="T56" fmla="*/ 577 w 1060"/>
                <a:gd name="T57" fmla="*/ 886 h 902"/>
                <a:gd name="T58" fmla="*/ 563 w 1060"/>
                <a:gd name="T59" fmla="*/ 894 h 902"/>
                <a:gd name="T60" fmla="*/ 547 w 1060"/>
                <a:gd name="T61" fmla="*/ 901 h 902"/>
                <a:gd name="T62" fmla="*/ 530 w 1060"/>
                <a:gd name="T63" fmla="*/ 902 h 902"/>
                <a:gd name="T64" fmla="*/ 513 w 1060"/>
                <a:gd name="T65" fmla="*/ 900 h 902"/>
                <a:gd name="T66" fmla="*/ 497 w 1060"/>
                <a:gd name="T67" fmla="*/ 894 h 902"/>
                <a:gd name="T68" fmla="*/ 482 w 1060"/>
                <a:gd name="T69" fmla="*/ 884 h 902"/>
                <a:gd name="T70" fmla="*/ 28 w 1060"/>
                <a:gd name="T71" fmla="*/ 509 h 902"/>
                <a:gd name="T72" fmla="*/ 16 w 1060"/>
                <a:gd name="T73" fmla="*/ 496 h 902"/>
                <a:gd name="T74" fmla="*/ 8 w 1060"/>
                <a:gd name="T75" fmla="*/ 483 h 902"/>
                <a:gd name="T76" fmla="*/ 3 w 1060"/>
                <a:gd name="T77" fmla="*/ 467 h 902"/>
                <a:gd name="T78" fmla="*/ 0 w 1060"/>
                <a:gd name="T79" fmla="*/ 450 h 902"/>
                <a:gd name="T80" fmla="*/ 3 w 1060"/>
                <a:gd name="T81" fmla="*/ 435 h 902"/>
                <a:gd name="T82" fmla="*/ 8 w 1060"/>
                <a:gd name="T83" fmla="*/ 419 h 902"/>
                <a:gd name="T84" fmla="*/ 16 w 1060"/>
                <a:gd name="T85" fmla="*/ 405 h 902"/>
                <a:gd name="T86" fmla="*/ 28 w 1060"/>
                <a:gd name="T87" fmla="*/ 393 h 902"/>
                <a:gd name="T88" fmla="*/ 482 w 1060"/>
                <a:gd name="T89" fmla="*/ 17 h 902"/>
                <a:gd name="T90" fmla="*/ 497 w 1060"/>
                <a:gd name="T91" fmla="*/ 7 h 902"/>
                <a:gd name="T92" fmla="*/ 512 w 1060"/>
                <a:gd name="T93" fmla="*/ 2 h 902"/>
                <a:gd name="T94" fmla="*/ 529 w 1060"/>
                <a:gd name="T95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0" h="902">
                  <a:moveTo>
                    <a:pt x="529" y="0"/>
                  </a:moveTo>
                  <a:lnTo>
                    <a:pt x="546" y="1"/>
                  </a:lnTo>
                  <a:lnTo>
                    <a:pt x="563" y="6"/>
                  </a:lnTo>
                  <a:lnTo>
                    <a:pt x="577" y="16"/>
                  </a:lnTo>
                  <a:lnTo>
                    <a:pt x="589" y="28"/>
                  </a:lnTo>
                  <a:lnTo>
                    <a:pt x="598" y="42"/>
                  </a:lnTo>
                  <a:lnTo>
                    <a:pt x="605" y="58"/>
                  </a:lnTo>
                  <a:lnTo>
                    <a:pt x="606" y="75"/>
                  </a:lnTo>
                  <a:lnTo>
                    <a:pt x="606" y="234"/>
                  </a:lnTo>
                  <a:lnTo>
                    <a:pt x="985" y="234"/>
                  </a:lnTo>
                  <a:lnTo>
                    <a:pt x="1004" y="236"/>
                  </a:lnTo>
                  <a:lnTo>
                    <a:pt x="1022" y="244"/>
                  </a:lnTo>
                  <a:lnTo>
                    <a:pt x="1038" y="256"/>
                  </a:lnTo>
                  <a:lnTo>
                    <a:pt x="1049" y="271"/>
                  </a:lnTo>
                  <a:lnTo>
                    <a:pt x="1058" y="289"/>
                  </a:lnTo>
                  <a:lnTo>
                    <a:pt x="1060" y="309"/>
                  </a:lnTo>
                  <a:lnTo>
                    <a:pt x="1060" y="592"/>
                  </a:lnTo>
                  <a:lnTo>
                    <a:pt x="1058" y="613"/>
                  </a:lnTo>
                  <a:lnTo>
                    <a:pt x="1049" y="630"/>
                  </a:lnTo>
                  <a:lnTo>
                    <a:pt x="1038" y="646"/>
                  </a:lnTo>
                  <a:lnTo>
                    <a:pt x="1022" y="657"/>
                  </a:lnTo>
                  <a:lnTo>
                    <a:pt x="1004" y="665"/>
                  </a:lnTo>
                  <a:lnTo>
                    <a:pt x="985" y="668"/>
                  </a:lnTo>
                  <a:lnTo>
                    <a:pt x="606" y="668"/>
                  </a:lnTo>
                  <a:lnTo>
                    <a:pt x="606" y="827"/>
                  </a:lnTo>
                  <a:lnTo>
                    <a:pt x="605" y="843"/>
                  </a:lnTo>
                  <a:lnTo>
                    <a:pt x="598" y="860"/>
                  </a:lnTo>
                  <a:lnTo>
                    <a:pt x="589" y="874"/>
                  </a:lnTo>
                  <a:lnTo>
                    <a:pt x="577" y="886"/>
                  </a:lnTo>
                  <a:lnTo>
                    <a:pt x="563" y="894"/>
                  </a:lnTo>
                  <a:lnTo>
                    <a:pt x="547" y="901"/>
                  </a:lnTo>
                  <a:lnTo>
                    <a:pt x="530" y="902"/>
                  </a:lnTo>
                  <a:lnTo>
                    <a:pt x="513" y="900"/>
                  </a:lnTo>
                  <a:lnTo>
                    <a:pt x="497" y="894"/>
                  </a:lnTo>
                  <a:lnTo>
                    <a:pt x="482" y="884"/>
                  </a:lnTo>
                  <a:lnTo>
                    <a:pt x="28" y="509"/>
                  </a:lnTo>
                  <a:lnTo>
                    <a:pt x="16" y="496"/>
                  </a:lnTo>
                  <a:lnTo>
                    <a:pt x="8" y="483"/>
                  </a:lnTo>
                  <a:lnTo>
                    <a:pt x="3" y="467"/>
                  </a:lnTo>
                  <a:lnTo>
                    <a:pt x="0" y="450"/>
                  </a:lnTo>
                  <a:lnTo>
                    <a:pt x="3" y="435"/>
                  </a:lnTo>
                  <a:lnTo>
                    <a:pt x="8" y="419"/>
                  </a:lnTo>
                  <a:lnTo>
                    <a:pt x="16" y="405"/>
                  </a:lnTo>
                  <a:lnTo>
                    <a:pt x="28" y="393"/>
                  </a:lnTo>
                  <a:lnTo>
                    <a:pt x="482" y="17"/>
                  </a:lnTo>
                  <a:lnTo>
                    <a:pt x="497" y="7"/>
                  </a:lnTo>
                  <a:lnTo>
                    <a:pt x="512" y="2"/>
                  </a:lnTo>
                  <a:lnTo>
                    <a:pt x="5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BEB5198-E467-4C1F-A62D-095923C42B3E}"/>
              </a:ext>
            </a:extLst>
          </p:cNvPr>
          <p:cNvGrpSpPr/>
          <p:nvPr/>
        </p:nvGrpSpPr>
        <p:grpSpPr>
          <a:xfrm flipH="1">
            <a:off x="4740185" y="2749833"/>
            <a:ext cx="329931" cy="221043"/>
            <a:chOff x="8397875" y="3457576"/>
            <a:chExt cx="481013" cy="3222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92" name="Freeform 265">
              <a:extLst>
                <a:ext uri="{FF2B5EF4-FFF2-40B4-BE49-F238E27FC236}">
                  <a16:creationId xmlns:a16="http://schemas.microsoft.com/office/drawing/2014/main" id="{824C6470-E229-4A5A-83AC-299CA44AF8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7875" y="3482976"/>
              <a:ext cx="379413" cy="296863"/>
            </a:xfrm>
            <a:custGeom>
              <a:avLst/>
              <a:gdLst>
                <a:gd name="T0" fmla="*/ 603 w 2624"/>
                <a:gd name="T1" fmla="*/ 1681 h 2057"/>
                <a:gd name="T2" fmla="*/ 630 w 2624"/>
                <a:gd name="T3" fmla="*/ 1748 h 2057"/>
                <a:gd name="T4" fmla="*/ 675 w 2624"/>
                <a:gd name="T5" fmla="*/ 1805 h 2057"/>
                <a:gd name="T6" fmla="*/ 732 w 2624"/>
                <a:gd name="T7" fmla="*/ 1850 h 2057"/>
                <a:gd name="T8" fmla="*/ 800 w 2624"/>
                <a:gd name="T9" fmla="*/ 1878 h 2057"/>
                <a:gd name="T10" fmla="*/ 875 w 2624"/>
                <a:gd name="T11" fmla="*/ 1889 h 2057"/>
                <a:gd name="T12" fmla="*/ 949 w 2624"/>
                <a:gd name="T13" fmla="*/ 1879 h 2057"/>
                <a:gd name="T14" fmla="*/ 1016 w 2624"/>
                <a:gd name="T15" fmla="*/ 1851 h 2057"/>
                <a:gd name="T16" fmla="*/ 1075 w 2624"/>
                <a:gd name="T17" fmla="*/ 1806 h 2057"/>
                <a:gd name="T18" fmla="*/ 1116 w 2624"/>
                <a:gd name="T19" fmla="*/ 1755 h 2057"/>
                <a:gd name="T20" fmla="*/ 1143 w 2624"/>
                <a:gd name="T21" fmla="*/ 1697 h 2057"/>
                <a:gd name="T22" fmla="*/ 1999 w 2624"/>
                <a:gd name="T23" fmla="*/ 498 h 2057"/>
                <a:gd name="T24" fmla="*/ 2216 w 2624"/>
                <a:gd name="T25" fmla="*/ 1303 h 2057"/>
                <a:gd name="T26" fmla="*/ 2072 w 2624"/>
                <a:gd name="T27" fmla="*/ 0 h 2057"/>
                <a:gd name="T28" fmla="*/ 2130 w 2624"/>
                <a:gd name="T29" fmla="*/ 6 h 2057"/>
                <a:gd name="T30" fmla="*/ 2182 w 2624"/>
                <a:gd name="T31" fmla="*/ 30 h 2057"/>
                <a:gd name="T32" fmla="*/ 2223 w 2624"/>
                <a:gd name="T33" fmla="*/ 70 h 2057"/>
                <a:gd name="T34" fmla="*/ 2248 w 2624"/>
                <a:gd name="T35" fmla="*/ 124 h 2057"/>
                <a:gd name="T36" fmla="*/ 2598 w 2624"/>
                <a:gd name="T37" fmla="*/ 1421 h 2057"/>
                <a:gd name="T38" fmla="*/ 2624 w 2624"/>
                <a:gd name="T39" fmla="*/ 1533 h 2057"/>
                <a:gd name="T40" fmla="*/ 2619 w 2624"/>
                <a:gd name="T41" fmla="*/ 1591 h 2057"/>
                <a:gd name="T42" fmla="*/ 2595 w 2624"/>
                <a:gd name="T43" fmla="*/ 1642 h 2057"/>
                <a:gd name="T44" fmla="*/ 2554 w 2624"/>
                <a:gd name="T45" fmla="*/ 1683 h 2057"/>
                <a:gd name="T46" fmla="*/ 2500 w 2624"/>
                <a:gd name="T47" fmla="*/ 1708 h 2057"/>
                <a:gd name="T48" fmla="*/ 2439 w 2624"/>
                <a:gd name="T49" fmla="*/ 1712 h 2057"/>
                <a:gd name="T50" fmla="*/ 2382 w 2624"/>
                <a:gd name="T51" fmla="*/ 1695 h 2057"/>
                <a:gd name="T52" fmla="*/ 2334 w 2624"/>
                <a:gd name="T53" fmla="*/ 1659 h 2057"/>
                <a:gd name="T54" fmla="*/ 1322 w 2624"/>
                <a:gd name="T55" fmla="*/ 1662 h 2057"/>
                <a:gd name="T56" fmla="*/ 1304 w 2624"/>
                <a:gd name="T57" fmla="*/ 1745 h 2057"/>
                <a:gd name="T58" fmla="*/ 1271 w 2624"/>
                <a:gd name="T59" fmla="*/ 1822 h 2057"/>
                <a:gd name="T60" fmla="*/ 1224 w 2624"/>
                <a:gd name="T61" fmla="*/ 1893 h 2057"/>
                <a:gd name="T62" fmla="*/ 1159 w 2624"/>
                <a:gd name="T63" fmla="*/ 1956 h 2057"/>
                <a:gd name="T64" fmla="*/ 1080 w 2624"/>
                <a:gd name="T65" fmla="*/ 2008 h 2057"/>
                <a:gd name="T66" fmla="*/ 992 w 2624"/>
                <a:gd name="T67" fmla="*/ 2042 h 2057"/>
                <a:gd name="T68" fmla="*/ 915 w 2624"/>
                <a:gd name="T69" fmla="*/ 2055 h 2057"/>
                <a:gd name="T70" fmla="*/ 824 w 2624"/>
                <a:gd name="T71" fmla="*/ 2054 h 2057"/>
                <a:gd name="T72" fmla="*/ 728 w 2624"/>
                <a:gd name="T73" fmla="*/ 2032 h 2057"/>
                <a:gd name="T74" fmla="*/ 641 w 2624"/>
                <a:gd name="T75" fmla="*/ 1991 h 2057"/>
                <a:gd name="T76" fmla="*/ 565 w 2624"/>
                <a:gd name="T77" fmla="*/ 1934 h 2057"/>
                <a:gd name="T78" fmla="*/ 503 w 2624"/>
                <a:gd name="T79" fmla="*/ 1862 h 2057"/>
                <a:gd name="T80" fmla="*/ 457 w 2624"/>
                <a:gd name="T81" fmla="*/ 1778 h 2057"/>
                <a:gd name="T82" fmla="*/ 429 w 2624"/>
                <a:gd name="T83" fmla="*/ 1685 h 2057"/>
                <a:gd name="T84" fmla="*/ 289 w 2624"/>
                <a:gd name="T85" fmla="*/ 1704 h 2057"/>
                <a:gd name="T86" fmla="*/ 268 w 2624"/>
                <a:gd name="T87" fmla="*/ 1730 h 2057"/>
                <a:gd name="T88" fmla="*/ 238 w 2624"/>
                <a:gd name="T89" fmla="*/ 1746 h 2057"/>
                <a:gd name="T90" fmla="*/ 199 w 2624"/>
                <a:gd name="T91" fmla="*/ 1747 h 2057"/>
                <a:gd name="T92" fmla="*/ 165 w 2624"/>
                <a:gd name="T93" fmla="*/ 1732 h 2057"/>
                <a:gd name="T94" fmla="*/ 141 w 2624"/>
                <a:gd name="T95" fmla="*/ 1704 h 2057"/>
                <a:gd name="T96" fmla="*/ 101 w 2624"/>
                <a:gd name="T97" fmla="*/ 1564 h 2057"/>
                <a:gd name="T98" fmla="*/ 3 w 2624"/>
                <a:gd name="T99" fmla="*/ 1200 h 2057"/>
                <a:gd name="T100" fmla="*/ 0 w 2624"/>
                <a:gd name="T101" fmla="*/ 1180 h 2057"/>
                <a:gd name="T102" fmla="*/ 7 w 2624"/>
                <a:gd name="T103" fmla="*/ 1145 h 2057"/>
                <a:gd name="T104" fmla="*/ 29 w 2624"/>
                <a:gd name="T105" fmla="*/ 1115 h 2057"/>
                <a:gd name="T106" fmla="*/ 62 w 2624"/>
                <a:gd name="T107" fmla="*/ 1097 h 2057"/>
                <a:gd name="T108" fmla="*/ 105 w 2624"/>
                <a:gd name="T109" fmla="*/ 1098 h 2057"/>
                <a:gd name="T110" fmla="*/ 141 w 2624"/>
                <a:gd name="T111" fmla="*/ 1118 h 2057"/>
                <a:gd name="T112" fmla="*/ 1921 w 2624"/>
                <a:gd name="T113" fmla="*/ 134 h 2057"/>
                <a:gd name="T114" fmla="*/ 1939 w 2624"/>
                <a:gd name="T115" fmla="*/ 85 h 2057"/>
                <a:gd name="T116" fmla="*/ 1971 w 2624"/>
                <a:gd name="T117" fmla="*/ 45 h 2057"/>
                <a:gd name="T118" fmla="*/ 2016 w 2624"/>
                <a:gd name="T119" fmla="*/ 15 h 2057"/>
                <a:gd name="T120" fmla="*/ 2072 w 2624"/>
                <a:gd name="T121" fmla="*/ 0 h 20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624" h="2057">
                  <a:moveTo>
                    <a:pt x="1152" y="1666"/>
                  </a:moveTo>
                  <a:lnTo>
                    <a:pt x="603" y="1681"/>
                  </a:lnTo>
                  <a:lnTo>
                    <a:pt x="614" y="1715"/>
                  </a:lnTo>
                  <a:lnTo>
                    <a:pt x="630" y="1748"/>
                  </a:lnTo>
                  <a:lnTo>
                    <a:pt x="651" y="1778"/>
                  </a:lnTo>
                  <a:lnTo>
                    <a:pt x="675" y="1805"/>
                  </a:lnTo>
                  <a:lnTo>
                    <a:pt x="702" y="1830"/>
                  </a:lnTo>
                  <a:lnTo>
                    <a:pt x="732" y="1850"/>
                  </a:lnTo>
                  <a:lnTo>
                    <a:pt x="765" y="1866"/>
                  </a:lnTo>
                  <a:lnTo>
                    <a:pt x="800" y="1878"/>
                  </a:lnTo>
                  <a:lnTo>
                    <a:pt x="836" y="1886"/>
                  </a:lnTo>
                  <a:lnTo>
                    <a:pt x="875" y="1889"/>
                  </a:lnTo>
                  <a:lnTo>
                    <a:pt x="912" y="1887"/>
                  </a:lnTo>
                  <a:lnTo>
                    <a:pt x="949" y="1879"/>
                  </a:lnTo>
                  <a:lnTo>
                    <a:pt x="983" y="1867"/>
                  </a:lnTo>
                  <a:lnTo>
                    <a:pt x="1016" y="1851"/>
                  </a:lnTo>
                  <a:lnTo>
                    <a:pt x="1047" y="1831"/>
                  </a:lnTo>
                  <a:lnTo>
                    <a:pt x="1075" y="1806"/>
                  </a:lnTo>
                  <a:lnTo>
                    <a:pt x="1098" y="1781"/>
                  </a:lnTo>
                  <a:lnTo>
                    <a:pt x="1116" y="1755"/>
                  </a:lnTo>
                  <a:lnTo>
                    <a:pt x="1131" y="1726"/>
                  </a:lnTo>
                  <a:lnTo>
                    <a:pt x="1143" y="1697"/>
                  </a:lnTo>
                  <a:lnTo>
                    <a:pt x="1152" y="1666"/>
                  </a:lnTo>
                  <a:close/>
                  <a:moveTo>
                    <a:pt x="1999" y="498"/>
                  </a:moveTo>
                  <a:lnTo>
                    <a:pt x="420" y="1349"/>
                  </a:lnTo>
                  <a:lnTo>
                    <a:pt x="2216" y="1303"/>
                  </a:lnTo>
                  <a:lnTo>
                    <a:pt x="1999" y="498"/>
                  </a:lnTo>
                  <a:close/>
                  <a:moveTo>
                    <a:pt x="2072" y="0"/>
                  </a:moveTo>
                  <a:lnTo>
                    <a:pt x="2101" y="0"/>
                  </a:lnTo>
                  <a:lnTo>
                    <a:pt x="2130" y="6"/>
                  </a:lnTo>
                  <a:lnTo>
                    <a:pt x="2156" y="15"/>
                  </a:lnTo>
                  <a:lnTo>
                    <a:pt x="2182" y="30"/>
                  </a:lnTo>
                  <a:lnTo>
                    <a:pt x="2203" y="49"/>
                  </a:lnTo>
                  <a:lnTo>
                    <a:pt x="2223" y="70"/>
                  </a:lnTo>
                  <a:lnTo>
                    <a:pt x="2238" y="95"/>
                  </a:lnTo>
                  <a:lnTo>
                    <a:pt x="2248" y="124"/>
                  </a:lnTo>
                  <a:lnTo>
                    <a:pt x="2271" y="205"/>
                  </a:lnTo>
                  <a:lnTo>
                    <a:pt x="2598" y="1421"/>
                  </a:lnTo>
                  <a:lnTo>
                    <a:pt x="2619" y="1502"/>
                  </a:lnTo>
                  <a:lnTo>
                    <a:pt x="2624" y="1533"/>
                  </a:lnTo>
                  <a:lnTo>
                    <a:pt x="2624" y="1562"/>
                  </a:lnTo>
                  <a:lnTo>
                    <a:pt x="2619" y="1591"/>
                  </a:lnTo>
                  <a:lnTo>
                    <a:pt x="2609" y="1617"/>
                  </a:lnTo>
                  <a:lnTo>
                    <a:pt x="2595" y="1642"/>
                  </a:lnTo>
                  <a:lnTo>
                    <a:pt x="2577" y="1664"/>
                  </a:lnTo>
                  <a:lnTo>
                    <a:pt x="2554" y="1683"/>
                  </a:lnTo>
                  <a:lnTo>
                    <a:pt x="2529" y="1698"/>
                  </a:lnTo>
                  <a:lnTo>
                    <a:pt x="2500" y="1708"/>
                  </a:lnTo>
                  <a:lnTo>
                    <a:pt x="2469" y="1713"/>
                  </a:lnTo>
                  <a:lnTo>
                    <a:pt x="2439" y="1712"/>
                  </a:lnTo>
                  <a:lnTo>
                    <a:pt x="2409" y="1706"/>
                  </a:lnTo>
                  <a:lnTo>
                    <a:pt x="2382" y="1695"/>
                  </a:lnTo>
                  <a:lnTo>
                    <a:pt x="2356" y="1680"/>
                  </a:lnTo>
                  <a:lnTo>
                    <a:pt x="2334" y="1659"/>
                  </a:lnTo>
                  <a:lnTo>
                    <a:pt x="2314" y="1636"/>
                  </a:lnTo>
                  <a:lnTo>
                    <a:pt x="1322" y="1662"/>
                  </a:lnTo>
                  <a:lnTo>
                    <a:pt x="1315" y="1703"/>
                  </a:lnTo>
                  <a:lnTo>
                    <a:pt x="1304" y="1745"/>
                  </a:lnTo>
                  <a:lnTo>
                    <a:pt x="1289" y="1784"/>
                  </a:lnTo>
                  <a:lnTo>
                    <a:pt x="1271" y="1822"/>
                  </a:lnTo>
                  <a:lnTo>
                    <a:pt x="1250" y="1858"/>
                  </a:lnTo>
                  <a:lnTo>
                    <a:pt x="1224" y="1893"/>
                  </a:lnTo>
                  <a:lnTo>
                    <a:pt x="1194" y="1925"/>
                  </a:lnTo>
                  <a:lnTo>
                    <a:pt x="1159" y="1956"/>
                  </a:lnTo>
                  <a:lnTo>
                    <a:pt x="1121" y="1984"/>
                  </a:lnTo>
                  <a:lnTo>
                    <a:pt x="1080" y="2008"/>
                  </a:lnTo>
                  <a:lnTo>
                    <a:pt x="1037" y="2026"/>
                  </a:lnTo>
                  <a:lnTo>
                    <a:pt x="992" y="2042"/>
                  </a:lnTo>
                  <a:lnTo>
                    <a:pt x="954" y="2050"/>
                  </a:lnTo>
                  <a:lnTo>
                    <a:pt x="915" y="2055"/>
                  </a:lnTo>
                  <a:lnTo>
                    <a:pt x="875" y="2057"/>
                  </a:lnTo>
                  <a:lnTo>
                    <a:pt x="824" y="2054"/>
                  </a:lnTo>
                  <a:lnTo>
                    <a:pt x="775" y="2046"/>
                  </a:lnTo>
                  <a:lnTo>
                    <a:pt x="728" y="2032"/>
                  </a:lnTo>
                  <a:lnTo>
                    <a:pt x="683" y="2014"/>
                  </a:lnTo>
                  <a:lnTo>
                    <a:pt x="641" y="1991"/>
                  </a:lnTo>
                  <a:lnTo>
                    <a:pt x="602" y="1965"/>
                  </a:lnTo>
                  <a:lnTo>
                    <a:pt x="565" y="1934"/>
                  </a:lnTo>
                  <a:lnTo>
                    <a:pt x="532" y="1900"/>
                  </a:lnTo>
                  <a:lnTo>
                    <a:pt x="503" y="1862"/>
                  </a:lnTo>
                  <a:lnTo>
                    <a:pt x="477" y="1822"/>
                  </a:lnTo>
                  <a:lnTo>
                    <a:pt x="457" y="1778"/>
                  </a:lnTo>
                  <a:lnTo>
                    <a:pt x="441" y="1732"/>
                  </a:lnTo>
                  <a:lnTo>
                    <a:pt x="429" y="1685"/>
                  </a:lnTo>
                  <a:lnTo>
                    <a:pt x="295" y="1689"/>
                  </a:lnTo>
                  <a:lnTo>
                    <a:pt x="289" y="1704"/>
                  </a:lnTo>
                  <a:lnTo>
                    <a:pt x="279" y="1718"/>
                  </a:lnTo>
                  <a:lnTo>
                    <a:pt x="268" y="1730"/>
                  </a:lnTo>
                  <a:lnTo>
                    <a:pt x="254" y="1740"/>
                  </a:lnTo>
                  <a:lnTo>
                    <a:pt x="238" y="1746"/>
                  </a:lnTo>
                  <a:lnTo>
                    <a:pt x="218" y="1749"/>
                  </a:lnTo>
                  <a:lnTo>
                    <a:pt x="199" y="1747"/>
                  </a:lnTo>
                  <a:lnTo>
                    <a:pt x="182" y="1742"/>
                  </a:lnTo>
                  <a:lnTo>
                    <a:pt x="165" y="1732"/>
                  </a:lnTo>
                  <a:lnTo>
                    <a:pt x="152" y="1720"/>
                  </a:lnTo>
                  <a:lnTo>
                    <a:pt x="141" y="1704"/>
                  </a:lnTo>
                  <a:lnTo>
                    <a:pt x="134" y="1687"/>
                  </a:lnTo>
                  <a:lnTo>
                    <a:pt x="101" y="1564"/>
                  </a:lnTo>
                  <a:lnTo>
                    <a:pt x="36" y="1322"/>
                  </a:lnTo>
                  <a:lnTo>
                    <a:pt x="3" y="1200"/>
                  </a:lnTo>
                  <a:lnTo>
                    <a:pt x="0" y="1181"/>
                  </a:lnTo>
                  <a:lnTo>
                    <a:pt x="0" y="1180"/>
                  </a:lnTo>
                  <a:lnTo>
                    <a:pt x="1" y="1162"/>
                  </a:lnTo>
                  <a:lnTo>
                    <a:pt x="7" y="1145"/>
                  </a:lnTo>
                  <a:lnTo>
                    <a:pt x="16" y="1128"/>
                  </a:lnTo>
                  <a:lnTo>
                    <a:pt x="29" y="1115"/>
                  </a:lnTo>
                  <a:lnTo>
                    <a:pt x="45" y="1104"/>
                  </a:lnTo>
                  <a:lnTo>
                    <a:pt x="62" y="1097"/>
                  </a:lnTo>
                  <a:lnTo>
                    <a:pt x="85" y="1095"/>
                  </a:lnTo>
                  <a:lnTo>
                    <a:pt x="105" y="1098"/>
                  </a:lnTo>
                  <a:lnTo>
                    <a:pt x="124" y="1106"/>
                  </a:lnTo>
                  <a:lnTo>
                    <a:pt x="141" y="1118"/>
                  </a:lnTo>
                  <a:lnTo>
                    <a:pt x="1917" y="160"/>
                  </a:lnTo>
                  <a:lnTo>
                    <a:pt x="1921" y="134"/>
                  </a:lnTo>
                  <a:lnTo>
                    <a:pt x="1928" y="109"/>
                  </a:lnTo>
                  <a:lnTo>
                    <a:pt x="1939" y="85"/>
                  </a:lnTo>
                  <a:lnTo>
                    <a:pt x="1953" y="64"/>
                  </a:lnTo>
                  <a:lnTo>
                    <a:pt x="1971" y="45"/>
                  </a:lnTo>
                  <a:lnTo>
                    <a:pt x="1992" y="29"/>
                  </a:lnTo>
                  <a:lnTo>
                    <a:pt x="2016" y="15"/>
                  </a:lnTo>
                  <a:lnTo>
                    <a:pt x="2041" y="5"/>
                  </a:lnTo>
                  <a:lnTo>
                    <a:pt x="20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3" name="Freeform 266">
              <a:extLst>
                <a:ext uri="{FF2B5EF4-FFF2-40B4-BE49-F238E27FC236}">
                  <a16:creationId xmlns:a16="http://schemas.microsoft.com/office/drawing/2014/main" id="{8EE1FD0E-374E-4289-A4B0-CA127043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3163" y="3557588"/>
              <a:ext cx="84138" cy="39688"/>
            </a:xfrm>
            <a:custGeom>
              <a:avLst/>
              <a:gdLst>
                <a:gd name="T0" fmla="*/ 489 w 577"/>
                <a:gd name="T1" fmla="*/ 0 h 277"/>
                <a:gd name="T2" fmla="*/ 509 w 577"/>
                <a:gd name="T3" fmla="*/ 2 h 277"/>
                <a:gd name="T4" fmla="*/ 526 w 577"/>
                <a:gd name="T5" fmla="*/ 7 h 277"/>
                <a:gd name="T6" fmla="*/ 542 w 577"/>
                <a:gd name="T7" fmla="*/ 16 h 277"/>
                <a:gd name="T8" fmla="*/ 556 w 577"/>
                <a:gd name="T9" fmla="*/ 29 h 277"/>
                <a:gd name="T10" fmla="*/ 567 w 577"/>
                <a:gd name="T11" fmla="*/ 45 h 277"/>
                <a:gd name="T12" fmla="*/ 574 w 577"/>
                <a:gd name="T13" fmla="*/ 63 h 277"/>
                <a:gd name="T14" fmla="*/ 577 w 577"/>
                <a:gd name="T15" fmla="*/ 81 h 277"/>
                <a:gd name="T16" fmla="*/ 575 w 577"/>
                <a:gd name="T17" fmla="*/ 100 h 277"/>
                <a:gd name="T18" fmla="*/ 570 w 577"/>
                <a:gd name="T19" fmla="*/ 118 h 277"/>
                <a:gd name="T20" fmla="*/ 561 w 577"/>
                <a:gd name="T21" fmla="*/ 134 h 277"/>
                <a:gd name="T22" fmla="*/ 548 w 577"/>
                <a:gd name="T23" fmla="*/ 147 h 277"/>
                <a:gd name="T24" fmla="*/ 532 w 577"/>
                <a:gd name="T25" fmla="*/ 158 h 277"/>
                <a:gd name="T26" fmla="*/ 514 w 577"/>
                <a:gd name="T27" fmla="*/ 165 h 277"/>
                <a:gd name="T28" fmla="*/ 106 w 577"/>
                <a:gd name="T29" fmla="*/ 274 h 277"/>
                <a:gd name="T30" fmla="*/ 87 w 577"/>
                <a:gd name="T31" fmla="*/ 277 h 277"/>
                <a:gd name="T32" fmla="*/ 68 w 577"/>
                <a:gd name="T33" fmla="*/ 275 h 277"/>
                <a:gd name="T34" fmla="*/ 51 w 577"/>
                <a:gd name="T35" fmla="*/ 270 h 277"/>
                <a:gd name="T36" fmla="*/ 34 w 577"/>
                <a:gd name="T37" fmla="*/ 261 h 277"/>
                <a:gd name="T38" fmla="*/ 21 w 577"/>
                <a:gd name="T39" fmla="*/ 248 h 277"/>
                <a:gd name="T40" fmla="*/ 10 w 577"/>
                <a:gd name="T41" fmla="*/ 232 h 277"/>
                <a:gd name="T42" fmla="*/ 3 w 577"/>
                <a:gd name="T43" fmla="*/ 214 h 277"/>
                <a:gd name="T44" fmla="*/ 0 w 577"/>
                <a:gd name="T45" fmla="*/ 196 h 277"/>
                <a:gd name="T46" fmla="*/ 2 w 577"/>
                <a:gd name="T47" fmla="*/ 176 h 277"/>
                <a:gd name="T48" fmla="*/ 7 w 577"/>
                <a:gd name="T49" fmla="*/ 159 h 277"/>
                <a:gd name="T50" fmla="*/ 16 w 577"/>
                <a:gd name="T51" fmla="*/ 143 h 277"/>
                <a:gd name="T52" fmla="*/ 29 w 577"/>
                <a:gd name="T53" fmla="*/ 130 h 277"/>
                <a:gd name="T54" fmla="*/ 45 w 577"/>
                <a:gd name="T55" fmla="*/ 119 h 277"/>
                <a:gd name="T56" fmla="*/ 63 w 577"/>
                <a:gd name="T57" fmla="*/ 112 h 277"/>
                <a:gd name="T58" fmla="*/ 470 w 577"/>
                <a:gd name="T59" fmla="*/ 3 h 277"/>
                <a:gd name="T60" fmla="*/ 489 w 577"/>
                <a:gd name="T61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7" h="277">
                  <a:moveTo>
                    <a:pt x="489" y="0"/>
                  </a:moveTo>
                  <a:lnTo>
                    <a:pt x="509" y="2"/>
                  </a:lnTo>
                  <a:lnTo>
                    <a:pt x="526" y="7"/>
                  </a:lnTo>
                  <a:lnTo>
                    <a:pt x="542" y="16"/>
                  </a:lnTo>
                  <a:lnTo>
                    <a:pt x="556" y="29"/>
                  </a:lnTo>
                  <a:lnTo>
                    <a:pt x="567" y="45"/>
                  </a:lnTo>
                  <a:lnTo>
                    <a:pt x="574" y="63"/>
                  </a:lnTo>
                  <a:lnTo>
                    <a:pt x="577" y="81"/>
                  </a:lnTo>
                  <a:lnTo>
                    <a:pt x="575" y="100"/>
                  </a:lnTo>
                  <a:lnTo>
                    <a:pt x="570" y="118"/>
                  </a:lnTo>
                  <a:lnTo>
                    <a:pt x="561" y="134"/>
                  </a:lnTo>
                  <a:lnTo>
                    <a:pt x="548" y="147"/>
                  </a:lnTo>
                  <a:lnTo>
                    <a:pt x="532" y="158"/>
                  </a:lnTo>
                  <a:lnTo>
                    <a:pt x="514" y="165"/>
                  </a:lnTo>
                  <a:lnTo>
                    <a:pt x="106" y="274"/>
                  </a:lnTo>
                  <a:lnTo>
                    <a:pt x="87" y="277"/>
                  </a:lnTo>
                  <a:lnTo>
                    <a:pt x="68" y="275"/>
                  </a:lnTo>
                  <a:lnTo>
                    <a:pt x="51" y="270"/>
                  </a:lnTo>
                  <a:lnTo>
                    <a:pt x="34" y="261"/>
                  </a:lnTo>
                  <a:lnTo>
                    <a:pt x="21" y="248"/>
                  </a:lnTo>
                  <a:lnTo>
                    <a:pt x="10" y="232"/>
                  </a:lnTo>
                  <a:lnTo>
                    <a:pt x="3" y="214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7" y="159"/>
                  </a:lnTo>
                  <a:lnTo>
                    <a:pt x="16" y="143"/>
                  </a:lnTo>
                  <a:lnTo>
                    <a:pt x="29" y="130"/>
                  </a:lnTo>
                  <a:lnTo>
                    <a:pt x="45" y="119"/>
                  </a:lnTo>
                  <a:lnTo>
                    <a:pt x="63" y="112"/>
                  </a:lnTo>
                  <a:lnTo>
                    <a:pt x="470" y="3"/>
                  </a:lnTo>
                  <a:lnTo>
                    <a:pt x="4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4" name="Freeform 267">
              <a:extLst>
                <a:ext uri="{FF2B5EF4-FFF2-40B4-BE49-F238E27FC236}">
                  <a16:creationId xmlns:a16="http://schemas.microsoft.com/office/drawing/2014/main" id="{520314C5-9BCF-498B-B2F6-FAFC279F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750" y="3657601"/>
              <a:ext cx="84138" cy="39688"/>
            </a:xfrm>
            <a:custGeom>
              <a:avLst/>
              <a:gdLst>
                <a:gd name="T0" fmla="*/ 87 w 576"/>
                <a:gd name="T1" fmla="*/ 0 h 277"/>
                <a:gd name="T2" fmla="*/ 106 w 576"/>
                <a:gd name="T3" fmla="*/ 3 h 277"/>
                <a:gd name="T4" fmla="*/ 514 w 576"/>
                <a:gd name="T5" fmla="*/ 112 h 277"/>
                <a:gd name="T6" fmla="*/ 532 w 576"/>
                <a:gd name="T7" fmla="*/ 119 h 277"/>
                <a:gd name="T8" fmla="*/ 548 w 576"/>
                <a:gd name="T9" fmla="*/ 129 h 277"/>
                <a:gd name="T10" fmla="*/ 560 w 576"/>
                <a:gd name="T11" fmla="*/ 143 h 277"/>
                <a:gd name="T12" fmla="*/ 569 w 576"/>
                <a:gd name="T13" fmla="*/ 159 h 277"/>
                <a:gd name="T14" fmla="*/ 575 w 576"/>
                <a:gd name="T15" fmla="*/ 177 h 277"/>
                <a:gd name="T16" fmla="*/ 576 w 576"/>
                <a:gd name="T17" fmla="*/ 195 h 277"/>
                <a:gd name="T18" fmla="*/ 573 w 576"/>
                <a:gd name="T19" fmla="*/ 214 h 277"/>
                <a:gd name="T20" fmla="*/ 567 w 576"/>
                <a:gd name="T21" fmla="*/ 232 h 277"/>
                <a:gd name="T22" fmla="*/ 557 w 576"/>
                <a:gd name="T23" fmla="*/ 246 h 277"/>
                <a:gd name="T24" fmla="*/ 545 w 576"/>
                <a:gd name="T25" fmla="*/ 258 h 277"/>
                <a:gd name="T26" fmla="*/ 530 w 576"/>
                <a:gd name="T27" fmla="*/ 268 h 277"/>
                <a:gd name="T28" fmla="*/ 514 w 576"/>
                <a:gd name="T29" fmla="*/ 274 h 277"/>
                <a:gd name="T30" fmla="*/ 493 w 576"/>
                <a:gd name="T31" fmla="*/ 277 h 277"/>
                <a:gd name="T32" fmla="*/ 470 w 576"/>
                <a:gd name="T33" fmla="*/ 274 h 277"/>
                <a:gd name="T34" fmla="*/ 62 w 576"/>
                <a:gd name="T35" fmla="*/ 165 h 277"/>
                <a:gd name="T36" fmla="*/ 44 w 576"/>
                <a:gd name="T37" fmla="*/ 158 h 277"/>
                <a:gd name="T38" fmla="*/ 29 w 576"/>
                <a:gd name="T39" fmla="*/ 147 h 277"/>
                <a:gd name="T40" fmla="*/ 16 w 576"/>
                <a:gd name="T41" fmla="*/ 134 h 277"/>
                <a:gd name="T42" fmla="*/ 7 w 576"/>
                <a:gd name="T43" fmla="*/ 118 h 277"/>
                <a:gd name="T44" fmla="*/ 1 w 576"/>
                <a:gd name="T45" fmla="*/ 100 h 277"/>
                <a:gd name="T46" fmla="*/ 0 w 576"/>
                <a:gd name="T47" fmla="*/ 81 h 277"/>
                <a:gd name="T48" fmla="*/ 3 w 576"/>
                <a:gd name="T49" fmla="*/ 62 h 277"/>
                <a:gd name="T50" fmla="*/ 10 w 576"/>
                <a:gd name="T51" fmla="*/ 44 h 277"/>
                <a:gd name="T52" fmla="*/ 20 w 576"/>
                <a:gd name="T53" fmla="*/ 29 h 277"/>
                <a:gd name="T54" fmla="*/ 35 w 576"/>
                <a:gd name="T55" fmla="*/ 17 h 277"/>
                <a:gd name="T56" fmla="*/ 50 w 576"/>
                <a:gd name="T57" fmla="*/ 7 h 277"/>
                <a:gd name="T58" fmla="*/ 68 w 576"/>
                <a:gd name="T59" fmla="*/ 1 h 277"/>
                <a:gd name="T60" fmla="*/ 87 w 576"/>
                <a:gd name="T61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6" h="277">
                  <a:moveTo>
                    <a:pt x="87" y="0"/>
                  </a:moveTo>
                  <a:lnTo>
                    <a:pt x="106" y="3"/>
                  </a:lnTo>
                  <a:lnTo>
                    <a:pt x="514" y="112"/>
                  </a:lnTo>
                  <a:lnTo>
                    <a:pt x="532" y="119"/>
                  </a:lnTo>
                  <a:lnTo>
                    <a:pt x="548" y="129"/>
                  </a:lnTo>
                  <a:lnTo>
                    <a:pt x="560" y="143"/>
                  </a:lnTo>
                  <a:lnTo>
                    <a:pt x="569" y="159"/>
                  </a:lnTo>
                  <a:lnTo>
                    <a:pt x="575" y="177"/>
                  </a:lnTo>
                  <a:lnTo>
                    <a:pt x="576" y="195"/>
                  </a:lnTo>
                  <a:lnTo>
                    <a:pt x="573" y="214"/>
                  </a:lnTo>
                  <a:lnTo>
                    <a:pt x="567" y="232"/>
                  </a:lnTo>
                  <a:lnTo>
                    <a:pt x="557" y="246"/>
                  </a:lnTo>
                  <a:lnTo>
                    <a:pt x="545" y="258"/>
                  </a:lnTo>
                  <a:lnTo>
                    <a:pt x="530" y="268"/>
                  </a:lnTo>
                  <a:lnTo>
                    <a:pt x="514" y="274"/>
                  </a:lnTo>
                  <a:lnTo>
                    <a:pt x="493" y="277"/>
                  </a:lnTo>
                  <a:lnTo>
                    <a:pt x="470" y="274"/>
                  </a:lnTo>
                  <a:lnTo>
                    <a:pt x="62" y="165"/>
                  </a:lnTo>
                  <a:lnTo>
                    <a:pt x="44" y="158"/>
                  </a:lnTo>
                  <a:lnTo>
                    <a:pt x="29" y="147"/>
                  </a:lnTo>
                  <a:lnTo>
                    <a:pt x="16" y="134"/>
                  </a:lnTo>
                  <a:lnTo>
                    <a:pt x="7" y="118"/>
                  </a:lnTo>
                  <a:lnTo>
                    <a:pt x="1" y="100"/>
                  </a:lnTo>
                  <a:lnTo>
                    <a:pt x="0" y="81"/>
                  </a:lnTo>
                  <a:lnTo>
                    <a:pt x="3" y="62"/>
                  </a:lnTo>
                  <a:lnTo>
                    <a:pt x="10" y="44"/>
                  </a:lnTo>
                  <a:lnTo>
                    <a:pt x="20" y="29"/>
                  </a:lnTo>
                  <a:lnTo>
                    <a:pt x="35" y="17"/>
                  </a:lnTo>
                  <a:lnTo>
                    <a:pt x="50" y="7"/>
                  </a:lnTo>
                  <a:lnTo>
                    <a:pt x="68" y="1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5" name="Freeform 268">
              <a:extLst>
                <a:ext uri="{FF2B5EF4-FFF2-40B4-BE49-F238E27FC236}">
                  <a16:creationId xmlns:a16="http://schemas.microsoft.com/office/drawing/2014/main" id="{A37F1650-680B-465A-A842-6F137DF19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3475" y="3457576"/>
              <a:ext cx="66675" cy="66675"/>
            </a:xfrm>
            <a:custGeom>
              <a:avLst/>
              <a:gdLst>
                <a:gd name="T0" fmla="*/ 374 w 466"/>
                <a:gd name="T1" fmla="*/ 0 h 464"/>
                <a:gd name="T2" fmla="*/ 392 w 466"/>
                <a:gd name="T3" fmla="*/ 0 h 464"/>
                <a:gd name="T4" fmla="*/ 410 w 466"/>
                <a:gd name="T5" fmla="*/ 4 h 464"/>
                <a:gd name="T6" fmla="*/ 427 w 466"/>
                <a:gd name="T7" fmla="*/ 12 h 464"/>
                <a:gd name="T8" fmla="*/ 442 w 466"/>
                <a:gd name="T9" fmla="*/ 24 h 464"/>
                <a:gd name="T10" fmla="*/ 454 w 466"/>
                <a:gd name="T11" fmla="*/ 39 h 464"/>
                <a:gd name="T12" fmla="*/ 462 w 466"/>
                <a:gd name="T13" fmla="*/ 56 h 464"/>
                <a:gd name="T14" fmla="*/ 466 w 466"/>
                <a:gd name="T15" fmla="*/ 74 h 464"/>
                <a:gd name="T16" fmla="*/ 466 w 466"/>
                <a:gd name="T17" fmla="*/ 92 h 464"/>
                <a:gd name="T18" fmla="*/ 462 w 466"/>
                <a:gd name="T19" fmla="*/ 110 h 464"/>
                <a:gd name="T20" fmla="*/ 454 w 466"/>
                <a:gd name="T21" fmla="*/ 127 h 464"/>
                <a:gd name="T22" fmla="*/ 442 w 466"/>
                <a:gd name="T23" fmla="*/ 143 h 464"/>
                <a:gd name="T24" fmla="*/ 144 w 466"/>
                <a:gd name="T25" fmla="*/ 440 h 464"/>
                <a:gd name="T26" fmla="*/ 132 w 466"/>
                <a:gd name="T27" fmla="*/ 449 h 464"/>
                <a:gd name="T28" fmla="*/ 120 w 466"/>
                <a:gd name="T29" fmla="*/ 456 h 464"/>
                <a:gd name="T30" fmla="*/ 106 w 466"/>
                <a:gd name="T31" fmla="*/ 461 h 464"/>
                <a:gd name="T32" fmla="*/ 89 w 466"/>
                <a:gd name="T33" fmla="*/ 464 h 464"/>
                <a:gd name="T34" fmla="*/ 72 w 466"/>
                <a:gd name="T35" fmla="*/ 463 h 464"/>
                <a:gd name="T36" fmla="*/ 54 w 466"/>
                <a:gd name="T37" fmla="*/ 459 h 464"/>
                <a:gd name="T38" fmla="*/ 39 w 466"/>
                <a:gd name="T39" fmla="*/ 451 h 464"/>
                <a:gd name="T40" fmla="*/ 25 w 466"/>
                <a:gd name="T41" fmla="*/ 440 h 464"/>
                <a:gd name="T42" fmla="*/ 12 w 466"/>
                <a:gd name="T43" fmla="*/ 424 h 464"/>
                <a:gd name="T44" fmla="*/ 4 w 466"/>
                <a:gd name="T45" fmla="*/ 407 h 464"/>
                <a:gd name="T46" fmla="*/ 0 w 466"/>
                <a:gd name="T47" fmla="*/ 389 h 464"/>
                <a:gd name="T48" fmla="*/ 0 w 466"/>
                <a:gd name="T49" fmla="*/ 371 h 464"/>
                <a:gd name="T50" fmla="*/ 4 w 466"/>
                <a:gd name="T51" fmla="*/ 352 h 464"/>
                <a:gd name="T52" fmla="*/ 12 w 466"/>
                <a:gd name="T53" fmla="*/ 336 h 464"/>
                <a:gd name="T54" fmla="*/ 25 w 466"/>
                <a:gd name="T55" fmla="*/ 321 h 464"/>
                <a:gd name="T56" fmla="*/ 323 w 466"/>
                <a:gd name="T57" fmla="*/ 24 h 464"/>
                <a:gd name="T58" fmla="*/ 338 w 466"/>
                <a:gd name="T59" fmla="*/ 12 h 464"/>
                <a:gd name="T60" fmla="*/ 355 w 466"/>
                <a:gd name="T61" fmla="*/ 4 h 464"/>
                <a:gd name="T62" fmla="*/ 374 w 466"/>
                <a:gd name="T63" fmla="*/ 0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66" h="464">
                  <a:moveTo>
                    <a:pt x="374" y="0"/>
                  </a:moveTo>
                  <a:lnTo>
                    <a:pt x="392" y="0"/>
                  </a:lnTo>
                  <a:lnTo>
                    <a:pt x="410" y="4"/>
                  </a:lnTo>
                  <a:lnTo>
                    <a:pt x="427" y="12"/>
                  </a:lnTo>
                  <a:lnTo>
                    <a:pt x="442" y="24"/>
                  </a:lnTo>
                  <a:lnTo>
                    <a:pt x="454" y="39"/>
                  </a:lnTo>
                  <a:lnTo>
                    <a:pt x="462" y="56"/>
                  </a:lnTo>
                  <a:lnTo>
                    <a:pt x="466" y="74"/>
                  </a:lnTo>
                  <a:lnTo>
                    <a:pt x="466" y="92"/>
                  </a:lnTo>
                  <a:lnTo>
                    <a:pt x="462" y="110"/>
                  </a:lnTo>
                  <a:lnTo>
                    <a:pt x="454" y="127"/>
                  </a:lnTo>
                  <a:lnTo>
                    <a:pt x="442" y="143"/>
                  </a:lnTo>
                  <a:lnTo>
                    <a:pt x="144" y="440"/>
                  </a:lnTo>
                  <a:lnTo>
                    <a:pt x="132" y="449"/>
                  </a:lnTo>
                  <a:lnTo>
                    <a:pt x="120" y="456"/>
                  </a:lnTo>
                  <a:lnTo>
                    <a:pt x="106" y="461"/>
                  </a:lnTo>
                  <a:lnTo>
                    <a:pt x="89" y="464"/>
                  </a:lnTo>
                  <a:lnTo>
                    <a:pt x="72" y="463"/>
                  </a:lnTo>
                  <a:lnTo>
                    <a:pt x="54" y="459"/>
                  </a:lnTo>
                  <a:lnTo>
                    <a:pt x="39" y="451"/>
                  </a:lnTo>
                  <a:lnTo>
                    <a:pt x="25" y="440"/>
                  </a:lnTo>
                  <a:lnTo>
                    <a:pt x="12" y="424"/>
                  </a:lnTo>
                  <a:lnTo>
                    <a:pt x="4" y="407"/>
                  </a:lnTo>
                  <a:lnTo>
                    <a:pt x="0" y="389"/>
                  </a:lnTo>
                  <a:lnTo>
                    <a:pt x="0" y="371"/>
                  </a:lnTo>
                  <a:lnTo>
                    <a:pt x="4" y="352"/>
                  </a:lnTo>
                  <a:lnTo>
                    <a:pt x="12" y="336"/>
                  </a:lnTo>
                  <a:lnTo>
                    <a:pt x="25" y="321"/>
                  </a:lnTo>
                  <a:lnTo>
                    <a:pt x="323" y="24"/>
                  </a:lnTo>
                  <a:lnTo>
                    <a:pt x="338" y="12"/>
                  </a:lnTo>
                  <a:lnTo>
                    <a:pt x="355" y="4"/>
                  </a:lnTo>
                  <a:lnTo>
                    <a:pt x="3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C52D8C0-EDE8-419B-A368-3F3CEBB0EACC}"/>
              </a:ext>
            </a:extLst>
          </p:cNvPr>
          <p:cNvGrpSpPr/>
          <p:nvPr/>
        </p:nvGrpSpPr>
        <p:grpSpPr>
          <a:xfrm flipH="1">
            <a:off x="4061342" y="2696480"/>
            <a:ext cx="262421" cy="327753"/>
            <a:chOff x="7758113" y="3414713"/>
            <a:chExt cx="382588" cy="47783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97" name="Freeform 291">
              <a:extLst>
                <a:ext uri="{FF2B5EF4-FFF2-40B4-BE49-F238E27FC236}">
                  <a16:creationId xmlns:a16="http://schemas.microsoft.com/office/drawing/2014/main" id="{2BEBBCE9-8C3B-41C6-A443-CA9812E08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8113" y="3414713"/>
              <a:ext cx="179388" cy="217488"/>
            </a:xfrm>
            <a:custGeom>
              <a:avLst/>
              <a:gdLst>
                <a:gd name="T0" fmla="*/ 741 w 1240"/>
                <a:gd name="T1" fmla="*/ 0 h 1507"/>
                <a:gd name="T2" fmla="*/ 767 w 1240"/>
                <a:gd name="T3" fmla="*/ 2 h 1507"/>
                <a:gd name="T4" fmla="*/ 791 w 1240"/>
                <a:gd name="T5" fmla="*/ 10 h 1507"/>
                <a:gd name="T6" fmla="*/ 814 w 1240"/>
                <a:gd name="T7" fmla="*/ 21 h 1507"/>
                <a:gd name="T8" fmla="*/ 836 w 1240"/>
                <a:gd name="T9" fmla="*/ 37 h 1507"/>
                <a:gd name="T10" fmla="*/ 854 w 1240"/>
                <a:gd name="T11" fmla="*/ 55 h 1507"/>
                <a:gd name="T12" fmla="*/ 869 w 1240"/>
                <a:gd name="T13" fmla="*/ 78 h 1507"/>
                <a:gd name="T14" fmla="*/ 1240 w 1240"/>
                <a:gd name="T15" fmla="*/ 773 h 1507"/>
                <a:gd name="T16" fmla="*/ 930 w 1240"/>
                <a:gd name="T17" fmla="*/ 1354 h 1507"/>
                <a:gd name="T18" fmla="*/ 904 w 1240"/>
                <a:gd name="T19" fmla="*/ 1378 h 1507"/>
                <a:gd name="T20" fmla="*/ 880 w 1240"/>
                <a:gd name="T21" fmla="*/ 1405 h 1507"/>
                <a:gd name="T22" fmla="*/ 859 w 1240"/>
                <a:gd name="T23" fmla="*/ 1436 h 1507"/>
                <a:gd name="T24" fmla="*/ 823 w 1240"/>
                <a:gd name="T25" fmla="*/ 1499 h 1507"/>
                <a:gd name="T26" fmla="*/ 750 w 1240"/>
                <a:gd name="T27" fmla="*/ 1500 h 1507"/>
                <a:gd name="T28" fmla="*/ 717 w 1240"/>
                <a:gd name="T29" fmla="*/ 1502 h 1507"/>
                <a:gd name="T30" fmla="*/ 685 w 1240"/>
                <a:gd name="T31" fmla="*/ 1507 h 1507"/>
                <a:gd name="T32" fmla="*/ 23 w 1240"/>
                <a:gd name="T33" fmla="*/ 450 h 1507"/>
                <a:gd name="T34" fmla="*/ 10 w 1240"/>
                <a:gd name="T35" fmla="*/ 427 h 1507"/>
                <a:gd name="T36" fmla="*/ 2 w 1240"/>
                <a:gd name="T37" fmla="*/ 402 h 1507"/>
                <a:gd name="T38" fmla="*/ 0 w 1240"/>
                <a:gd name="T39" fmla="*/ 376 h 1507"/>
                <a:gd name="T40" fmla="*/ 1 w 1240"/>
                <a:gd name="T41" fmla="*/ 350 h 1507"/>
                <a:gd name="T42" fmla="*/ 7 w 1240"/>
                <a:gd name="T43" fmla="*/ 324 h 1507"/>
                <a:gd name="T44" fmla="*/ 18 w 1240"/>
                <a:gd name="T45" fmla="*/ 300 h 1507"/>
                <a:gd name="T46" fmla="*/ 32 w 1240"/>
                <a:gd name="T47" fmla="*/ 278 h 1507"/>
                <a:gd name="T48" fmla="*/ 51 w 1240"/>
                <a:gd name="T49" fmla="*/ 259 h 1507"/>
                <a:gd name="T50" fmla="*/ 71 w 1240"/>
                <a:gd name="T51" fmla="*/ 244 h 1507"/>
                <a:gd name="T52" fmla="*/ 95 w 1240"/>
                <a:gd name="T53" fmla="*/ 232 h 1507"/>
                <a:gd name="T54" fmla="*/ 688 w 1240"/>
                <a:gd name="T55" fmla="*/ 10 h 1507"/>
                <a:gd name="T56" fmla="*/ 714 w 1240"/>
                <a:gd name="T57" fmla="*/ 2 h 1507"/>
                <a:gd name="T58" fmla="*/ 741 w 1240"/>
                <a:gd name="T59" fmla="*/ 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0" h="1507">
                  <a:moveTo>
                    <a:pt x="741" y="0"/>
                  </a:moveTo>
                  <a:lnTo>
                    <a:pt x="767" y="2"/>
                  </a:lnTo>
                  <a:lnTo>
                    <a:pt x="791" y="10"/>
                  </a:lnTo>
                  <a:lnTo>
                    <a:pt x="814" y="21"/>
                  </a:lnTo>
                  <a:lnTo>
                    <a:pt x="836" y="37"/>
                  </a:lnTo>
                  <a:lnTo>
                    <a:pt x="854" y="55"/>
                  </a:lnTo>
                  <a:lnTo>
                    <a:pt x="869" y="78"/>
                  </a:lnTo>
                  <a:lnTo>
                    <a:pt x="1240" y="773"/>
                  </a:lnTo>
                  <a:lnTo>
                    <a:pt x="930" y="1354"/>
                  </a:lnTo>
                  <a:lnTo>
                    <a:pt x="904" y="1378"/>
                  </a:lnTo>
                  <a:lnTo>
                    <a:pt x="880" y="1405"/>
                  </a:lnTo>
                  <a:lnTo>
                    <a:pt x="859" y="1436"/>
                  </a:lnTo>
                  <a:lnTo>
                    <a:pt x="823" y="1499"/>
                  </a:lnTo>
                  <a:lnTo>
                    <a:pt x="750" y="1500"/>
                  </a:lnTo>
                  <a:lnTo>
                    <a:pt x="717" y="1502"/>
                  </a:lnTo>
                  <a:lnTo>
                    <a:pt x="685" y="1507"/>
                  </a:lnTo>
                  <a:lnTo>
                    <a:pt x="23" y="450"/>
                  </a:lnTo>
                  <a:lnTo>
                    <a:pt x="10" y="427"/>
                  </a:lnTo>
                  <a:lnTo>
                    <a:pt x="2" y="402"/>
                  </a:lnTo>
                  <a:lnTo>
                    <a:pt x="0" y="376"/>
                  </a:lnTo>
                  <a:lnTo>
                    <a:pt x="1" y="350"/>
                  </a:lnTo>
                  <a:lnTo>
                    <a:pt x="7" y="324"/>
                  </a:lnTo>
                  <a:lnTo>
                    <a:pt x="18" y="300"/>
                  </a:lnTo>
                  <a:lnTo>
                    <a:pt x="32" y="278"/>
                  </a:lnTo>
                  <a:lnTo>
                    <a:pt x="51" y="259"/>
                  </a:lnTo>
                  <a:lnTo>
                    <a:pt x="71" y="244"/>
                  </a:lnTo>
                  <a:lnTo>
                    <a:pt x="95" y="232"/>
                  </a:lnTo>
                  <a:lnTo>
                    <a:pt x="688" y="10"/>
                  </a:lnTo>
                  <a:lnTo>
                    <a:pt x="714" y="2"/>
                  </a:lnTo>
                  <a:lnTo>
                    <a:pt x="7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8" name="Freeform 292">
              <a:extLst>
                <a:ext uri="{FF2B5EF4-FFF2-40B4-BE49-F238E27FC236}">
                  <a16:creationId xmlns:a16="http://schemas.microsoft.com/office/drawing/2014/main" id="{4392F7BF-6607-4028-A6BC-2B90A8824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1626" y="3414713"/>
              <a:ext cx="219075" cy="217488"/>
            </a:xfrm>
            <a:custGeom>
              <a:avLst/>
              <a:gdLst>
                <a:gd name="T0" fmla="*/ 774 w 1515"/>
                <a:gd name="T1" fmla="*/ 0 h 1507"/>
                <a:gd name="T2" fmla="*/ 800 w 1515"/>
                <a:gd name="T3" fmla="*/ 2 h 1507"/>
                <a:gd name="T4" fmla="*/ 827 w 1515"/>
                <a:gd name="T5" fmla="*/ 10 h 1507"/>
                <a:gd name="T6" fmla="*/ 1419 w 1515"/>
                <a:gd name="T7" fmla="*/ 232 h 1507"/>
                <a:gd name="T8" fmla="*/ 1443 w 1515"/>
                <a:gd name="T9" fmla="*/ 244 h 1507"/>
                <a:gd name="T10" fmla="*/ 1465 w 1515"/>
                <a:gd name="T11" fmla="*/ 258 h 1507"/>
                <a:gd name="T12" fmla="*/ 1482 w 1515"/>
                <a:gd name="T13" fmla="*/ 277 h 1507"/>
                <a:gd name="T14" fmla="*/ 1497 w 1515"/>
                <a:gd name="T15" fmla="*/ 299 h 1507"/>
                <a:gd name="T16" fmla="*/ 1507 w 1515"/>
                <a:gd name="T17" fmla="*/ 324 h 1507"/>
                <a:gd name="T18" fmla="*/ 1513 w 1515"/>
                <a:gd name="T19" fmla="*/ 350 h 1507"/>
                <a:gd name="T20" fmla="*/ 1515 w 1515"/>
                <a:gd name="T21" fmla="*/ 376 h 1507"/>
                <a:gd name="T22" fmla="*/ 1512 w 1515"/>
                <a:gd name="T23" fmla="*/ 402 h 1507"/>
                <a:gd name="T24" fmla="*/ 1504 w 1515"/>
                <a:gd name="T25" fmla="*/ 427 h 1507"/>
                <a:gd name="T26" fmla="*/ 1493 w 1515"/>
                <a:gd name="T27" fmla="*/ 450 h 1507"/>
                <a:gd name="T28" fmla="*/ 829 w 1515"/>
                <a:gd name="T29" fmla="*/ 1507 h 1507"/>
                <a:gd name="T30" fmla="*/ 797 w 1515"/>
                <a:gd name="T31" fmla="*/ 1502 h 1507"/>
                <a:gd name="T32" fmla="*/ 765 w 1515"/>
                <a:gd name="T33" fmla="*/ 1500 h 1507"/>
                <a:gd name="T34" fmla="*/ 692 w 1515"/>
                <a:gd name="T35" fmla="*/ 1499 h 1507"/>
                <a:gd name="T36" fmla="*/ 655 w 1515"/>
                <a:gd name="T37" fmla="*/ 1436 h 1507"/>
                <a:gd name="T38" fmla="*/ 633 w 1515"/>
                <a:gd name="T39" fmla="*/ 1403 h 1507"/>
                <a:gd name="T40" fmla="*/ 607 w 1515"/>
                <a:gd name="T41" fmla="*/ 1374 h 1507"/>
                <a:gd name="T42" fmla="*/ 578 w 1515"/>
                <a:gd name="T43" fmla="*/ 1349 h 1507"/>
                <a:gd name="T44" fmla="*/ 548 w 1515"/>
                <a:gd name="T45" fmla="*/ 1327 h 1507"/>
                <a:gd name="T46" fmla="*/ 513 w 1515"/>
                <a:gd name="T47" fmla="*/ 1311 h 1507"/>
                <a:gd name="T48" fmla="*/ 477 w 1515"/>
                <a:gd name="T49" fmla="*/ 1298 h 1507"/>
                <a:gd name="T50" fmla="*/ 439 w 1515"/>
                <a:gd name="T51" fmla="*/ 1291 h 1507"/>
                <a:gd name="T52" fmla="*/ 400 w 1515"/>
                <a:gd name="T53" fmla="*/ 1288 h 1507"/>
                <a:gd name="T54" fmla="*/ 363 w 1515"/>
                <a:gd name="T55" fmla="*/ 1291 h 1507"/>
                <a:gd name="T56" fmla="*/ 325 w 1515"/>
                <a:gd name="T57" fmla="*/ 1298 h 1507"/>
                <a:gd name="T58" fmla="*/ 289 w 1515"/>
                <a:gd name="T59" fmla="*/ 1311 h 1507"/>
                <a:gd name="T60" fmla="*/ 255 w 1515"/>
                <a:gd name="T61" fmla="*/ 1327 h 1507"/>
                <a:gd name="T62" fmla="*/ 192 w 1515"/>
                <a:gd name="T63" fmla="*/ 1364 h 1507"/>
                <a:gd name="T64" fmla="*/ 128 w 1515"/>
                <a:gd name="T65" fmla="*/ 1327 h 1507"/>
                <a:gd name="T66" fmla="*/ 98 w 1515"/>
                <a:gd name="T67" fmla="*/ 1312 h 1507"/>
                <a:gd name="T68" fmla="*/ 66 w 1515"/>
                <a:gd name="T69" fmla="*/ 1300 h 1507"/>
                <a:gd name="T70" fmla="*/ 33 w 1515"/>
                <a:gd name="T71" fmla="*/ 1293 h 1507"/>
                <a:gd name="T72" fmla="*/ 0 w 1515"/>
                <a:gd name="T73" fmla="*/ 1289 h 1507"/>
                <a:gd name="T74" fmla="*/ 647 w 1515"/>
                <a:gd name="T75" fmla="*/ 78 h 1507"/>
                <a:gd name="T76" fmla="*/ 661 w 1515"/>
                <a:gd name="T77" fmla="*/ 55 h 1507"/>
                <a:gd name="T78" fmla="*/ 680 w 1515"/>
                <a:gd name="T79" fmla="*/ 37 h 1507"/>
                <a:gd name="T80" fmla="*/ 700 w 1515"/>
                <a:gd name="T81" fmla="*/ 21 h 1507"/>
                <a:gd name="T82" fmla="*/ 724 w 1515"/>
                <a:gd name="T83" fmla="*/ 10 h 1507"/>
                <a:gd name="T84" fmla="*/ 749 w 1515"/>
                <a:gd name="T85" fmla="*/ 2 h 1507"/>
                <a:gd name="T86" fmla="*/ 774 w 1515"/>
                <a:gd name="T87" fmla="*/ 0 h 1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15" h="1507">
                  <a:moveTo>
                    <a:pt x="774" y="0"/>
                  </a:moveTo>
                  <a:lnTo>
                    <a:pt x="800" y="2"/>
                  </a:lnTo>
                  <a:lnTo>
                    <a:pt x="827" y="10"/>
                  </a:lnTo>
                  <a:lnTo>
                    <a:pt x="1419" y="232"/>
                  </a:lnTo>
                  <a:lnTo>
                    <a:pt x="1443" y="244"/>
                  </a:lnTo>
                  <a:lnTo>
                    <a:pt x="1465" y="258"/>
                  </a:lnTo>
                  <a:lnTo>
                    <a:pt x="1482" y="277"/>
                  </a:lnTo>
                  <a:lnTo>
                    <a:pt x="1497" y="299"/>
                  </a:lnTo>
                  <a:lnTo>
                    <a:pt x="1507" y="324"/>
                  </a:lnTo>
                  <a:lnTo>
                    <a:pt x="1513" y="350"/>
                  </a:lnTo>
                  <a:lnTo>
                    <a:pt x="1515" y="376"/>
                  </a:lnTo>
                  <a:lnTo>
                    <a:pt x="1512" y="402"/>
                  </a:lnTo>
                  <a:lnTo>
                    <a:pt x="1504" y="427"/>
                  </a:lnTo>
                  <a:lnTo>
                    <a:pt x="1493" y="450"/>
                  </a:lnTo>
                  <a:lnTo>
                    <a:pt x="829" y="1507"/>
                  </a:lnTo>
                  <a:lnTo>
                    <a:pt x="797" y="1502"/>
                  </a:lnTo>
                  <a:lnTo>
                    <a:pt x="765" y="1500"/>
                  </a:lnTo>
                  <a:lnTo>
                    <a:pt x="692" y="1499"/>
                  </a:lnTo>
                  <a:lnTo>
                    <a:pt x="655" y="1436"/>
                  </a:lnTo>
                  <a:lnTo>
                    <a:pt x="633" y="1403"/>
                  </a:lnTo>
                  <a:lnTo>
                    <a:pt x="607" y="1374"/>
                  </a:lnTo>
                  <a:lnTo>
                    <a:pt x="578" y="1349"/>
                  </a:lnTo>
                  <a:lnTo>
                    <a:pt x="548" y="1327"/>
                  </a:lnTo>
                  <a:lnTo>
                    <a:pt x="513" y="1311"/>
                  </a:lnTo>
                  <a:lnTo>
                    <a:pt x="477" y="1298"/>
                  </a:lnTo>
                  <a:lnTo>
                    <a:pt x="439" y="1291"/>
                  </a:lnTo>
                  <a:lnTo>
                    <a:pt x="400" y="1288"/>
                  </a:lnTo>
                  <a:lnTo>
                    <a:pt x="363" y="1291"/>
                  </a:lnTo>
                  <a:lnTo>
                    <a:pt x="325" y="1298"/>
                  </a:lnTo>
                  <a:lnTo>
                    <a:pt x="289" y="1311"/>
                  </a:lnTo>
                  <a:lnTo>
                    <a:pt x="255" y="1327"/>
                  </a:lnTo>
                  <a:lnTo>
                    <a:pt x="192" y="1364"/>
                  </a:lnTo>
                  <a:lnTo>
                    <a:pt x="128" y="1327"/>
                  </a:lnTo>
                  <a:lnTo>
                    <a:pt x="98" y="1312"/>
                  </a:lnTo>
                  <a:lnTo>
                    <a:pt x="66" y="1300"/>
                  </a:lnTo>
                  <a:lnTo>
                    <a:pt x="33" y="1293"/>
                  </a:lnTo>
                  <a:lnTo>
                    <a:pt x="0" y="1289"/>
                  </a:lnTo>
                  <a:lnTo>
                    <a:pt x="647" y="78"/>
                  </a:lnTo>
                  <a:lnTo>
                    <a:pt x="661" y="55"/>
                  </a:lnTo>
                  <a:lnTo>
                    <a:pt x="680" y="37"/>
                  </a:lnTo>
                  <a:lnTo>
                    <a:pt x="700" y="21"/>
                  </a:lnTo>
                  <a:lnTo>
                    <a:pt x="724" y="10"/>
                  </a:lnTo>
                  <a:lnTo>
                    <a:pt x="749" y="2"/>
                  </a:lnTo>
                  <a:lnTo>
                    <a:pt x="7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9" name="Freeform 293">
              <a:extLst>
                <a:ext uri="{FF2B5EF4-FFF2-40B4-BE49-F238E27FC236}">
                  <a16:creationId xmlns:a16="http://schemas.microsoft.com/office/drawing/2014/main" id="{F21EDF22-FFC7-45FA-9CEA-91CD32A9A9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5263" y="3622675"/>
              <a:ext cx="268288" cy="269875"/>
            </a:xfrm>
            <a:custGeom>
              <a:avLst/>
              <a:gdLst>
                <a:gd name="T0" fmla="*/ 896 w 1858"/>
                <a:gd name="T1" fmla="*/ 325 h 1873"/>
                <a:gd name="T2" fmla="*/ 864 w 1858"/>
                <a:gd name="T3" fmla="*/ 365 h 1873"/>
                <a:gd name="T4" fmla="*/ 393 w 1858"/>
                <a:gd name="T5" fmla="*/ 700 h 1873"/>
                <a:gd name="T6" fmla="*/ 352 w 1858"/>
                <a:gd name="T7" fmla="*/ 729 h 1873"/>
                <a:gd name="T8" fmla="*/ 342 w 1858"/>
                <a:gd name="T9" fmla="*/ 780 h 1873"/>
                <a:gd name="T10" fmla="*/ 369 w 1858"/>
                <a:gd name="T11" fmla="*/ 823 h 1873"/>
                <a:gd name="T12" fmla="*/ 540 w 1858"/>
                <a:gd name="T13" fmla="*/ 1378 h 1873"/>
                <a:gd name="T14" fmla="*/ 555 w 1858"/>
                <a:gd name="T15" fmla="*/ 1426 h 1873"/>
                <a:gd name="T16" fmla="*/ 599 w 1858"/>
                <a:gd name="T17" fmla="*/ 1451 h 1873"/>
                <a:gd name="T18" fmla="*/ 649 w 1858"/>
                <a:gd name="T19" fmla="*/ 1438 h 1873"/>
                <a:gd name="T20" fmla="*/ 1223 w 1858"/>
                <a:gd name="T21" fmla="*/ 1446 h 1873"/>
                <a:gd name="T22" fmla="*/ 1264 w 1858"/>
                <a:gd name="T23" fmla="*/ 1450 h 1873"/>
                <a:gd name="T24" fmla="*/ 1304 w 1858"/>
                <a:gd name="T25" fmla="*/ 1426 h 1873"/>
                <a:gd name="T26" fmla="*/ 1320 w 1858"/>
                <a:gd name="T27" fmla="*/ 1378 h 1873"/>
                <a:gd name="T28" fmla="*/ 1489 w 1858"/>
                <a:gd name="T29" fmla="*/ 823 h 1873"/>
                <a:gd name="T30" fmla="*/ 1517 w 1858"/>
                <a:gd name="T31" fmla="*/ 780 h 1873"/>
                <a:gd name="T32" fmla="*/ 1506 w 1858"/>
                <a:gd name="T33" fmla="*/ 729 h 1873"/>
                <a:gd name="T34" fmla="*/ 1466 w 1858"/>
                <a:gd name="T35" fmla="*/ 700 h 1873"/>
                <a:gd name="T36" fmla="*/ 996 w 1858"/>
                <a:gd name="T37" fmla="*/ 365 h 1873"/>
                <a:gd name="T38" fmla="*/ 963 w 1858"/>
                <a:gd name="T39" fmla="*/ 325 h 1873"/>
                <a:gd name="T40" fmla="*/ 719 w 1858"/>
                <a:gd name="T41" fmla="*/ 0 h 1873"/>
                <a:gd name="T42" fmla="*/ 792 w 1858"/>
                <a:gd name="T43" fmla="*/ 19 h 1873"/>
                <a:gd name="T44" fmla="*/ 1090 w 1858"/>
                <a:gd name="T45" fmla="*/ 8 h 1873"/>
                <a:gd name="T46" fmla="*/ 1165 w 1858"/>
                <a:gd name="T47" fmla="*/ 2 h 1873"/>
                <a:gd name="T48" fmla="*/ 1232 w 1858"/>
                <a:gd name="T49" fmla="*/ 33 h 1873"/>
                <a:gd name="T50" fmla="*/ 1345 w 1858"/>
                <a:gd name="T51" fmla="*/ 210 h 1873"/>
                <a:gd name="T52" fmla="*/ 1559 w 1858"/>
                <a:gd name="T53" fmla="*/ 222 h 1873"/>
                <a:gd name="T54" fmla="*/ 1623 w 1858"/>
                <a:gd name="T55" fmla="*/ 276 h 1873"/>
                <a:gd name="T56" fmla="*/ 1649 w 1858"/>
                <a:gd name="T57" fmla="*/ 358 h 1873"/>
                <a:gd name="T58" fmla="*/ 1806 w 1858"/>
                <a:gd name="T59" fmla="*/ 612 h 1873"/>
                <a:gd name="T60" fmla="*/ 1849 w 1858"/>
                <a:gd name="T61" fmla="*/ 675 h 1873"/>
                <a:gd name="T62" fmla="*/ 1856 w 1858"/>
                <a:gd name="T63" fmla="*/ 749 h 1873"/>
                <a:gd name="T64" fmla="*/ 1760 w 1858"/>
                <a:gd name="T65" fmla="*/ 936 h 1873"/>
                <a:gd name="T66" fmla="*/ 1856 w 1858"/>
                <a:gd name="T67" fmla="*/ 1123 h 1873"/>
                <a:gd name="T68" fmla="*/ 1849 w 1858"/>
                <a:gd name="T69" fmla="*/ 1198 h 1873"/>
                <a:gd name="T70" fmla="*/ 1806 w 1858"/>
                <a:gd name="T71" fmla="*/ 1260 h 1873"/>
                <a:gd name="T72" fmla="*/ 1649 w 1858"/>
                <a:gd name="T73" fmla="*/ 1513 h 1873"/>
                <a:gd name="T74" fmla="*/ 1623 w 1858"/>
                <a:gd name="T75" fmla="*/ 1596 h 1873"/>
                <a:gd name="T76" fmla="*/ 1559 w 1858"/>
                <a:gd name="T77" fmla="*/ 1649 h 1873"/>
                <a:gd name="T78" fmla="*/ 1345 w 1858"/>
                <a:gd name="T79" fmla="*/ 1662 h 1873"/>
                <a:gd name="T80" fmla="*/ 1232 w 1858"/>
                <a:gd name="T81" fmla="*/ 1838 h 1873"/>
                <a:gd name="T82" fmla="*/ 1164 w 1858"/>
                <a:gd name="T83" fmla="*/ 1870 h 1873"/>
                <a:gd name="T84" fmla="*/ 1090 w 1858"/>
                <a:gd name="T85" fmla="*/ 1863 h 1873"/>
                <a:gd name="T86" fmla="*/ 792 w 1858"/>
                <a:gd name="T87" fmla="*/ 1853 h 1873"/>
                <a:gd name="T88" fmla="*/ 719 w 1858"/>
                <a:gd name="T89" fmla="*/ 1872 h 1873"/>
                <a:gd name="T90" fmla="*/ 647 w 1858"/>
                <a:gd name="T91" fmla="*/ 1853 h 1873"/>
                <a:gd name="T92" fmla="*/ 593 w 1858"/>
                <a:gd name="T93" fmla="*/ 1799 h 1873"/>
                <a:gd name="T94" fmla="*/ 327 w 1858"/>
                <a:gd name="T95" fmla="*/ 1657 h 1873"/>
                <a:gd name="T96" fmla="*/ 253 w 1858"/>
                <a:gd name="T97" fmla="*/ 1618 h 1873"/>
                <a:gd name="T98" fmla="*/ 214 w 1858"/>
                <a:gd name="T99" fmla="*/ 1543 h 1873"/>
                <a:gd name="T100" fmla="*/ 73 w 1858"/>
                <a:gd name="T101" fmla="*/ 1275 h 1873"/>
                <a:gd name="T102" fmla="*/ 20 w 1858"/>
                <a:gd name="T103" fmla="*/ 1221 h 1873"/>
                <a:gd name="T104" fmla="*/ 0 w 1858"/>
                <a:gd name="T105" fmla="*/ 1148 h 1873"/>
                <a:gd name="T106" fmla="*/ 20 w 1858"/>
                <a:gd name="T107" fmla="*/ 1073 h 1873"/>
                <a:gd name="T108" fmla="*/ 9 w 1858"/>
                <a:gd name="T109" fmla="*/ 774 h 1873"/>
                <a:gd name="T110" fmla="*/ 3 w 1858"/>
                <a:gd name="T111" fmla="*/ 698 h 1873"/>
                <a:gd name="T112" fmla="*/ 34 w 1858"/>
                <a:gd name="T113" fmla="*/ 631 h 1873"/>
                <a:gd name="T114" fmla="*/ 210 w 1858"/>
                <a:gd name="T115" fmla="*/ 516 h 1873"/>
                <a:gd name="T116" fmla="*/ 222 w 1858"/>
                <a:gd name="T117" fmla="*/ 301 h 1873"/>
                <a:gd name="T118" fmla="*/ 275 w 1858"/>
                <a:gd name="T119" fmla="*/ 237 h 1873"/>
                <a:gd name="T120" fmla="*/ 357 w 1858"/>
                <a:gd name="T121" fmla="*/ 211 h 1873"/>
                <a:gd name="T122" fmla="*/ 608 w 1858"/>
                <a:gd name="T123" fmla="*/ 52 h 1873"/>
                <a:gd name="T124" fmla="*/ 670 w 1858"/>
                <a:gd name="T125" fmla="*/ 8 h 18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58" h="1873">
                  <a:moveTo>
                    <a:pt x="930" y="317"/>
                  </a:moveTo>
                  <a:lnTo>
                    <a:pt x="912" y="319"/>
                  </a:lnTo>
                  <a:lnTo>
                    <a:pt x="896" y="325"/>
                  </a:lnTo>
                  <a:lnTo>
                    <a:pt x="882" y="336"/>
                  </a:lnTo>
                  <a:lnTo>
                    <a:pt x="871" y="349"/>
                  </a:lnTo>
                  <a:lnTo>
                    <a:pt x="864" y="365"/>
                  </a:lnTo>
                  <a:lnTo>
                    <a:pt x="756" y="696"/>
                  </a:lnTo>
                  <a:lnTo>
                    <a:pt x="411" y="696"/>
                  </a:lnTo>
                  <a:lnTo>
                    <a:pt x="393" y="700"/>
                  </a:lnTo>
                  <a:lnTo>
                    <a:pt x="377" y="706"/>
                  </a:lnTo>
                  <a:lnTo>
                    <a:pt x="363" y="716"/>
                  </a:lnTo>
                  <a:lnTo>
                    <a:pt x="352" y="729"/>
                  </a:lnTo>
                  <a:lnTo>
                    <a:pt x="345" y="745"/>
                  </a:lnTo>
                  <a:lnTo>
                    <a:pt x="341" y="763"/>
                  </a:lnTo>
                  <a:lnTo>
                    <a:pt x="342" y="780"/>
                  </a:lnTo>
                  <a:lnTo>
                    <a:pt x="348" y="796"/>
                  </a:lnTo>
                  <a:lnTo>
                    <a:pt x="356" y="811"/>
                  </a:lnTo>
                  <a:lnTo>
                    <a:pt x="369" y="823"/>
                  </a:lnTo>
                  <a:lnTo>
                    <a:pt x="650" y="1028"/>
                  </a:lnTo>
                  <a:lnTo>
                    <a:pt x="543" y="1360"/>
                  </a:lnTo>
                  <a:lnTo>
                    <a:pt x="540" y="1378"/>
                  </a:lnTo>
                  <a:lnTo>
                    <a:pt x="541" y="1395"/>
                  </a:lnTo>
                  <a:lnTo>
                    <a:pt x="546" y="1412"/>
                  </a:lnTo>
                  <a:lnTo>
                    <a:pt x="555" y="1426"/>
                  </a:lnTo>
                  <a:lnTo>
                    <a:pt x="567" y="1438"/>
                  </a:lnTo>
                  <a:lnTo>
                    <a:pt x="583" y="1447"/>
                  </a:lnTo>
                  <a:lnTo>
                    <a:pt x="599" y="1451"/>
                  </a:lnTo>
                  <a:lnTo>
                    <a:pt x="617" y="1451"/>
                  </a:lnTo>
                  <a:lnTo>
                    <a:pt x="634" y="1447"/>
                  </a:lnTo>
                  <a:lnTo>
                    <a:pt x="649" y="1438"/>
                  </a:lnTo>
                  <a:lnTo>
                    <a:pt x="930" y="1233"/>
                  </a:lnTo>
                  <a:lnTo>
                    <a:pt x="1209" y="1438"/>
                  </a:lnTo>
                  <a:lnTo>
                    <a:pt x="1223" y="1446"/>
                  </a:lnTo>
                  <a:lnTo>
                    <a:pt x="1236" y="1450"/>
                  </a:lnTo>
                  <a:lnTo>
                    <a:pt x="1250" y="1451"/>
                  </a:lnTo>
                  <a:lnTo>
                    <a:pt x="1264" y="1450"/>
                  </a:lnTo>
                  <a:lnTo>
                    <a:pt x="1278" y="1446"/>
                  </a:lnTo>
                  <a:lnTo>
                    <a:pt x="1291" y="1438"/>
                  </a:lnTo>
                  <a:lnTo>
                    <a:pt x="1304" y="1426"/>
                  </a:lnTo>
                  <a:lnTo>
                    <a:pt x="1313" y="1412"/>
                  </a:lnTo>
                  <a:lnTo>
                    <a:pt x="1319" y="1395"/>
                  </a:lnTo>
                  <a:lnTo>
                    <a:pt x="1320" y="1378"/>
                  </a:lnTo>
                  <a:lnTo>
                    <a:pt x="1315" y="1360"/>
                  </a:lnTo>
                  <a:lnTo>
                    <a:pt x="1209" y="1028"/>
                  </a:lnTo>
                  <a:lnTo>
                    <a:pt x="1489" y="823"/>
                  </a:lnTo>
                  <a:lnTo>
                    <a:pt x="1502" y="811"/>
                  </a:lnTo>
                  <a:lnTo>
                    <a:pt x="1511" y="796"/>
                  </a:lnTo>
                  <a:lnTo>
                    <a:pt x="1517" y="780"/>
                  </a:lnTo>
                  <a:lnTo>
                    <a:pt x="1518" y="763"/>
                  </a:lnTo>
                  <a:lnTo>
                    <a:pt x="1515" y="745"/>
                  </a:lnTo>
                  <a:lnTo>
                    <a:pt x="1506" y="729"/>
                  </a:lnTo>
                  <a:lnTo>
                    <a:pt x="1496" y="716"/>
                  </a:lnTo>
                  <a:lnTo>
                    <a:pt x="1482" y="706"/>
                  </a:lnTo>
                  <a:lnTo>
                    <a:pt x="1466" y="700"/>
                  </a:lnTo>
                  <a:lnTo>
                    <a:pt x="1449" y="696"/>
                  </a:lnTo>
                  <a:lnTo>
                    <a:pt x="1102" y="696"/>
                  </a:lnTo>
                  <a:lnTo>
                    <a:pt x="996" y="365"/>
                  </a:lnTo>
                  <a:lnTo>
                    <a:pt x="987" y="349"/>
                  </a:lnTo>
                  <a:lnTo>
                    <a:pt x="977" y="336"/>
                  </a:lnTo>
                  <a:lnTo>
                    <a:pt x="963" y="325"/>
                  </a:lnTo>
                  <a:lnTo>
                    <a:pt x="947" y="319"/>
                  </a:lnTo>
                  <a:lnTo>
                    <a:pt x="930" y="317"/>
                  </a:lnTo>
                  <a:close/>
                  <a:moveTo>
                    <a:pt x="719" y="0"/>
                  </a:moveTo>
                  <a:lnTo>
                    <a:pt x="744" y="2"/>
                  </a:lnTo>
                  <a:lnTo>
                    <a:pt x="769" y="8"/>
                  </a:lnTo>
                  <a:lnTo>
                    <a:pt x="792" y="19"/>
                  </a:lnTo>
                  <a:lnTo>
                    <a:pt x="930" y="97"/>
                  </a:lnTo>
                  <a:lnTo>
                    <a:pt x="1066" y="19"/>
                  </a:lnTo>
                  <a:lnTo>
                    <a:pt x="1090" y="8"/>
                  </a:lnTo>
                  <a:lnTo>
                    <a:pt x="1114" y="2"/>
                  </a:lnTo>
                  <a:lnTo>
                    <a:pt x="1140" y="0"/>
                  </a:lnTo>
                  <a:lnTo>
                    <a:pt x="1165" y="2"/>
                  </a:lnTo>
                  <a:lnTo>
                    <a:pt x="1189" y="8"/>
                  </a:lnTo>
                  <a:lnTo>
                    <a:pt x="1211" y="19"/>
                  </a:lnTo>
                  <a:lnTo>
                    <a:pt x="1232" y="33"/>
                  </a:lnTo>
                  <a:lnTo>
                    <a:pt x="1250" y="52"/>
                  </a:lnTo>
                  <a:lnTo>
                    <a:pt x="1266" y="73"/>
                  </a:lnTo>
                  <a:lnTo>
                    <a:pt x="1345" y="210"/>
                  </a:lnTo>
                  <a:lnTo>
                    <a:pt x="1502" y="211"/>
                  </a:lnTo>
                  <a:lnTo>
                    <a:pt x="1531" y="214"/>
                  </a:lnTo>
                  <a:lnTo>
                    <a:pt x="1559" y="222"/>
                  </a:lnTo>
                  <a:lnTo>
                    <a:pt x="1584" y="237"/>
                  </a:lnTo>
                  <a:lnTo>
                    <a:pt x="1605" y="254"/>
                  </a:lnTo>
                  <a:lnTo>
                    <a:pt x="1623" y="276"/>
                  </a:lnTo>
                  <a:lnTo>
                    <a:pt x="1636" y="301"/>
                  </a:lnTo>
                  <a:lnTo>
                    <a:pt x="1646" y="328"/>
                  </a:lnTo>
                  <a:lnTo>
                    <a:pt x="1649" y="358"/>
                  </a:lnTo>
                  <a:lnTo>
                    <a:pt x="1650" y="516"/>
                  </a:lnTo>
                  <a:lnTo>
                    <a:pt x="1785" y="597"/>
                  </a:lnTo>
                  <a:lnTo>
                    <a:pt x="1806" y="612"/>
                  </a:lnTo>
                  <a:lnTo>
                    <a:pt x="1824" y="630"/>
                  </a:lnTo>
                  <a:lnTo>
                    <a:pt x="1838" y="652"/>
                  </a:lnTo>
                  <a:lnTo>
                    <a:pt x="1849" y="675"/>
                  </a:lnTo>
                  <a:lnTo>
                    <a:pt x="1856" y="698"/>
                  </a:lnTo>
                  <a:lnTo>
                    <a:pt x="1858" y="723"/>
                  </a:lnTo>
                  <a:lnTo>
                    <a:pt x="1856" y="749"/>
                  </a:lnTo>
                  <a:lnTo>
                    <a:pt x="1850" y="774"/>
                  </a:lnTo>
                  <a:lnTo>
                    <a:pt x="1838" y="798"/>
                  </a:lnTo>
                  <a:lnTo>
                    <a:pt x="1760" y="936"/>
                  </a:lnTo>
                  <a:lnTo>
                    <a:pt x="1838" y="1073"/>
                  </a:lnTo>
                  <a:lnTo>
                    <a:pt x="1850" y="1098"/>
                  </a:lnTo>
                  <a:lnTo>
                    <a:pt x="1856" y="1123"/>
                  </a:lnTo>
                  <a:lnTo>
                    <a:pt x="1858" y="1148"/>
                  </a:lnTo>
                  <a:lnTo>
                    <a:pt x="1856" y="1173"/>
                  </a:lnTo>
                  <a:lnTo>
                    <a:pt x="1849" y="1198"/>
                  </a:lnTo>
                  <a:lnTo>
                    <a:pt x="1838" y="1221"/>
                  </a:lnTo>
                  <a:lnTo>
                    <a:pt x="1824" y="1241"/>
                  </a:lnTo>
                  <a:lnTo>
                    <a:pt x="1806" y="1260"/>
                  </a:lnTo>
                  <a:lnTo>
                    <a:pt x="1785" y="1275"/>
                  </a:lnTo>
                  <a:lnTo>
                    <a:pt x="1650" y="1355"/>
                  </a:lnTo>
                  <a:lnTo>
                    <a:pt x="1649" y="1513"/>
                  </a:lnTo>
                  <a:lnTo>
                    <a:pt x="1646" y="1543"/>
                  </a:lnTo>
                  <a:lnTo>
                    <a:pt x="1636" y="1571"/>
                  </a:lnTo>
                  <a:lnTo>
                    <a:pt x="1623" y="1596"/>
                  </a:lnTo>
                  <a:lnTo>
                    <a:pt x="1605" y="1618"/>
                  </a:lnTo>
                  <a:lnTo>
                    <a:pt x="1584" y="1636"/>
                  </a:lnTo>
                  <a:lnTo>
                    <a:pt x="1559" y="1649"/>
                  </a:lnTo>
                  <a:lnTo>
                    <a:pt x="1531" y="1657"/>
                  </a:lnTo>
                  <a:lnTo>
                    <a:pt x="1502" y="1660"/>
                  </a:lnTo>
                  <a:lnTo>
                    <a:pt x="1345" y="1662"/>
                  </a:lnTo>
                  <a:lnTo>
                    <a:pt x="1266" y="1799"/>
                  </a:lnTo>
                  <a:lnTo>
                    <a:pt x="1250" y="1821"/>
                  </a:lnTo>
                  <a:lnTo>
                    <a:pt x="1232" y="1838"/>
                  </a:lnTo>
                  <a:lnTo>
                    <a:pt x="1211" y="1853"/>
                  </a:lnTo>
                  <a:lnTo>
                    <a:pt x="1188" y="1863"/>
                  </a:lnTo>
                  <a:lnTo>
                    <a:pt x="1164" y="1870"/>
                  </a:lnTo>
                  <a:lnTo>
                    <a:pt x="1138" y="1873"/>
                  </a:lnTo>
                  <a:lnTo>
                    <a:pt x="1113" y="1870"/>
                  </a:lnTo>
                  <a:lnTo>
                    <a:pt x="1090" y="1863"/>
                  </a:lnTo>
                  <a:lnTo>
                    <a:pt x="1066" y="1853"/>
                  </a:lnTo>
                  <a:lnTo>
                    <a:pt x="930" y="1774"/>
                  </a:lnTo>
                  <a:lnTo>
                    <a:pt x="792" y="1853"/>
                  </a:lnTo>
                  <a:lnTo>
                    <a:pt x="769" y="1863"/>
                  </a:lnTo>
                  <a:lnTo>
                    <a:pt x="744" y="1871"/>
                  </a:lnTo>
                  <a:lnTo>
                    <a:pt x="719" y="1872"/>
                  </a:lnTo>
                  <a:lnTo>
                    <a:pt x="694" y="1870"/>
                  </a:lnTo>
                  <a:lnTo>
                    <a:pt x="670" y="1863"/>
                  </a:lnTo>
                  <a:lnTo>
                    <a:pt x="647" y="1853"/>
                  </a:lnTo>
                  <a:lnTo>
                    <a:pt x="626" y="1838"/>
                  </a:lnTo>
                  <a:lnTo>
                    <a:pt x="608" y="1821"/>
                  </a:lnTo>
                  <a:lnTo>
                    <a:pt x="593" y="1799"/>
                  </a:lnTo>
                  <a:lnTo>
                    <a:pt x="514" y="1662"/>
                  </a:lnTo>
                  <a:lnTo>
                    <a:pt x="357" y="1660"/>
                  </a:lnTo>
                  <a:lnTo>
                    <a:pt x="327" y="1657"/>
                  </a:lnTo>
                  <a:lnTo>
                    <a:pt x="299" y="1649"/>
                  </a:lnTo>
                  <a:lnTo>
                    <a:pt x="275" y="1636"/>
                  </a:lnTo>
                  <a:lnTo>
                    <a:pt x="253" y="1618"/>
                  </a:lnTo>
                  <a:lnTo>
                    <a:pt x="235" y="1596"/>
                  </a:lnTo>
                  <a:lnTo>
                    <a:pt x="222" y="1571"/>
                  </a:lnTo>
                  <a:lnTo>
                    <a:pt x="214" y="1543"/>
                  </a:lnTo>
                  <a:lnTo>
                    <a:pt x="211" y="1513"/>
                  </a:lnTo>
                  <a:lnTo>
                    <a:pt x="210" y="1355"/>
                  </a:lnTo>
                  <a:lnTo>
                    <a:pt x="73" y="1275"/>
                  </a:lnTo>
                  <a:lnTo>
                    <a:pt x="52" y="1260"/>
                  </a:lnTo>
                  <a:lnTo>
                    <a:pt x="34" y="1241"/>
                  </a:lnTo>
                  <a:lnTo>
                    <a:pt x="20" y="1221"/>
                  </a:lnTo>
                  <a:lnTo>
                    <a:pt x="9" y="1197"/>
                  </a:lnTo>
                  <a:lnTo>
                    <a:pt x="3" y="1173"/>
                  </a:lnTo>
                  <a:lnTo>
                    <a:pt x="0" y="1148"/>
                  </a:lnTo>
                  <a:lnTo>
                    <a:pt x="2" y="1123"/>
                  </a:lnTo>
                  <a:lnTo>
                    <a:pt x="9" y="1098"/>
                  </a:lnTo>
                  <a:lnTo>
                    <a:pt x="20" y="1073"/>
                  </a:lnTo>
                  <a:lnTo>
                    <a:pt x="98" y="936"/>
                  </a:lnTo>
                  <a:lnTo>
                    <a:pt x="20" y="798"/>
                  </a:lnTo>
                  <a:lnTo>
                    <a:pt x="9" y="774"/>
                  </a:lnTo>
                  <a:lnTo>
                    <a:pt x="2" y="749"/>
                  </a:lnTo>
                  <a:lnTo>
                    <a:pt x="0" y="723"/>
                  </a:lnTo>
                  <a:lnTo>
                    <a:pt x="3" y="698"/>
                  </a:lnTo>
                  <a:lnTo>
                    <a:pt x="9" y="675"/>
                  </a:lnTo>
                  <a:lnTo>
                    <a:pt x="20" y="652"/>
                  </a:lnTo>
                  <a:lnTo>
                    <a:pt x="34" y="631"/>
                  </a:lnTo>
                  <a:lnTo>
                    <a:pt x="52" y="612"/>
                  </a:lnTo>
                  <a:lnTo>
                    <a:pt x="73" y="597"/>
                  </a:lnTo>
                  <a:lnTo>
                    <a:pt x="210" y="516"/>
                  </a:lnTo>
                  <a:lnTo>
                    <a:pt x="211" y="358"/>
                  </a:lnTo>
                  <a:lnTo>
                    <a:pt x="214" y="328"/>
                  </a:lnTo>
                  <a:lnTo>
                    <a:pt x="222" y="301"/>
                  </a:lnTo>
                  <a:lnTo>
                    <a:pt x="235" y="276"/>
                  </a:lnTo>
                  <a:lnTo>
                    <a:pt x="253" y="254"/>
                  </a:lnTo>
                  <a:lnTo>
                    <a:pt x="275" y="237"/>
                  </a:lnTo>
                  <a:lnTo>
                    <a:pt x="299" y="223"/>
                  </a:lnTo>
                  <a:lnTo>
                    <a:pt x="327" y="214"/>
                  </a:lnTo>
                  <a:lnTo>
                    <a:pt x="357" y="211"/>
                  </a:lnTo>
                  <a:lnTo>
                    <a:pt x="514" y="210"/>
                  </a:lnTo>
                  <a:lnTo>
                    <a:pt x="593" y="73"/>
                  </a:lnTo>
                  <a:lnTo>
                    <a:pt x="608" y="52"/>
                  </a:lnTo>
                  <a:lnTo>
                    <a:pt x="626" y="33"/>
                  </a:lnTo>
                  <a:lnTo>
                    <a:pt x="647" y="19"/>
                  </a:lnTo>
                  <a:lnTo>
                    <a:pt x="670" y="8"/>
                  </a:lnTo>
                  <a:lnTo>
                    <a:pt x="694" y="2"/>
                  </a:lnTo>
                  <a:lnTo>
                    <a:pt x="7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4E06A8E-DF0C-4771-A446-D8A6509691AE}"/>
              </a:ext>
            </a:extLst>
          </p:cNvPr>
          <p:cNvGrpSpPr/>
          <p:nvPr/>
        </p:nvGrpSpPr>
        <p:grpSpPr>
          <a:xfrm flipH="1">
            <a:off x="3431499" y="2696477"/>
            <a:ext cx="213421" cy="327755"/>
            <a:chOff x="7275513" y="3357563"/>
            <a:chExt cx="311150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1" name="Freeform 305">
              <a:extLst>
                <a:ext uri="{FF2B5EF4-FFF2-40B4-BE49-F238E27FC236}">
                  <a16:creationId xmlns:a16="http://schemas.microsoft.com/office/drawing/2014/main" id="{54E33D67-7793-4440-BC75-B1F15B9BF3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5513" y="3357563"/>
              <a:ext cx="311150" cy="412750"/>
            </a:xfrm>
            <a:custGeom>
              <a:avLst/>
              <a:gdLst>
                <a:gd name="T0" fmla="*/ 916 w 2159"/>
                <a:gd name="T1" fmla="*/ 329 h 2862"/>
                <a:gd name="T2" fmla="*/ 738 w 2159"/>
                <a:gd name="T3" fmla="*/ 444 h 2862"/>
                <a:gd name="T4" fmla="*/ 624 w 2159"/>
                <a:gd name="T5" fmla="*/ 625 h 2862"/>
                <a:gd name="T6" fmla="*/ 599 w 2159"/>
                <a:gd name="T7" fmla="*/ 847 h 2862"/>
                <a:gd name="T8" fmla="*/ 671 w 2159"/>
                <a:gd name="T9" fmla="*/ 1052 h 2862"/>
                <a:gd name="T10" fmla="*/ 821 w 2159"/>
                <a:gd name="T11" fmla="*/ 1203 h 2862"/>
                <a:gd name="T12" fmla="*/ 1024 w 2159"/>
                <a:gd name="T13" fmla="*/ 1275 h 2862"/>
                <a:gd name="T14" fmla="*/ 1243 w 2159"/>
                <a:gd name="T15" fmla="*/ 1250 h 2862"/>
                <a:gd name="T16" fmla="*/ 1422 w 2159"/>
                <a:gd name="T17" fmla="*/ 1135 h 2862"/>
                <a:gd name="T18" fmla="*/ 1535 w 2159"/>
                <a:gd name="T19" fmla="*/ 954 h 2862"/>
                <a:gd name="T20" fmla="*/ 1561 w 2159"/>
                <a:gd name="T21" fmla="*/ 733 h 2862"/>
                <a:gd name="T22" fmla="*/ 1488 w 2159"/>
                <a:gd name="T23" fmla="*/ 528 h 2862"/>
                <a:gd name="T24" fmla="*/ 1340 w 2159"/>
                <a:gd name="T25" fmla="*/ 377 h 2862"/>
                <a:gd name="T26" fmla="*/ 1136 w 2159"/>
                <a:gd name="T27" fmla="*/ 304 h 2862"/>
                <a:gd name="T28" fmla="*/ 1151 w 2159"/>
                <a:gd name="T29" fmla="*/ 3 h 2862"/>
                <a:gd name="T30" fmla="*/ 1415 w 2159"/>
                <a:gd name="T31" fmla="*/ 76 h 2862"/>
                <a:gd name="T32" fmla="*/ 1632 w 2159"/>
                <a:gd name="T33" fmla="*/ 231 h 2862"/>
                <a:gd name="T34" fmla="*/ 1787 w 2159"/>
                <a:gd name="T35" fmla="*/ 452 h 2862"/>
                <a:gd name="T36" fmla="*/ 1859 w 2159"/>
                <a:gd name="T37" fmla="*/ 718 h 2862"/>
                <a:gd name="T38" fmla="*/ 1835 w 2159"/>
                <a:gd name="T39" fmla="*/ 996 h 2862"/>
                <a:gd name="T40" fmla="*/ 1724 w 2159"/>
                <a:gd name="T41" fmla="*/ 1237 h 2862"/>
                <a:gd name="T42" fmla="*/ 1542 w 2159"/>
                <a:gd name="T43" fmla="*/ 1425 h 2862"/>
                <a:gd name="T44" fmla="*/ 1524 w 2159"/>
                <a:gd name="T45" fmla="*/ 1528 h 2862"/>
                <a:gd name="T46" fmla="*/ 1510 w 2159"/>
                <a:gd name="T47" fmla="*/ 1617 h 2862"/>
                <a:gd name="T48" fmla="*/ 1524 w 2159"/>
                <a:gd name="T49" fmla="*/ 1706 h 2862"/>
                <a:gd name="T50" fmla="*/ 1466 w 2159"/>
                <a:gd name="T51" fmla="*/ 1790 h 2862"/>
                <a:gd name="T52" fmla="*/ 1490 w 2159"/>
                <a:gd name="T53" fmla="*/ 1995 h 2862"/>
                <a:gd name="T54" fmla="*/ 1743 w 2159"/>
                <a:gd name="T55" fmla="*/ 2067 h 2862"/>
                <a:gd name="T56" fmla="*/ 1926 w 2159"/>
                <a:gd name="T57" fmla="*/ 2161 h 2862"/>
                <a:gd name="T58" fmla="*/ 2047 w 2159"/>
                <a:gd name="T59" fmla="*/ 2265 h 2862"/>
                <a:gd name="T60" fmla="*/ 2119 w 2159"/>
                <a:gd name="T61" fmla="*/ 2365 h 2862"/>
                <a:gd name="T62" fmla="*/ 2153 w 2159"/>
                <a:gd name="T63" fmla="*/ 2446 h 2862"/>
                <a:gd name="T64" fmla="*/ 2159 w 2159"/>
                <a:gd name="T65" fmla="*/ 2713 h 2862"/>
                <a:gd name="T66" fmla="*/ 2116 w 2159"/>
                <a:gd name="T67" fmla="*/ 2819 h 2862"/>
                <a:gd name="T68" fmla="*/ 2011 w 2159"/>
                <a:gd name="T69" fmla="*/ 2862 h 2862"/>
                <a:gd name="T70" fmla="*/ 66 w 2159"/>
                <a:gd name="T71" fmla="*/ 2836 h 2862"/>
                <a:gd name="T72" fmla="*/ 3 w 2159"/>
                <a:gd name="T73" fmla="*/ 2743 h 2862"/>
                <a:gd name="T74" fmla="*/ 3 w 2159"/>
                <a:gd name="T75" fmla="*/ 2462 h 2862"/>
                <a:gd name="T76" fmla="*/ 29 w 2159"/>
                <a:gd name="T77" fmla="*/ 2388 h 2862"/>
                <a:gd name="T78" fmla="*/ 90 w 2159"/>
                <a:gd name="T79" fmla="*/ 2291 h 2862"/>
                <a:gd name="T80" fmla="*/ 198 w 2159"/>
                <a:gd name="T81" fmla="*/ 2187 h 2862"/>
                <a:gd name="T82" fmla="*/ 363 w 2159"/>
                <a:gd name="T83" fmla="*/ 2089 h 2862"/>
                <a:gd name="T84" fmla="*/ 598 w 2159"/>
                <a:gd name="T85" fmla="*/ 2010 h 2862"/>
                <a:gd name="T86" fmla="*/ 718 w 2159"/>
                <a:gd name="T87" fmla="*/ 1807 h 2862"/>
                <a:gd name="T88" fmla="*/ 644 w 2159"/>
                <a:gd name="T89" fmla="*/ 1730 h 2862"/>
                <a:gd name="T90" fmla="*/ 642 w 2159"/>
                <a:gd name="T91" fmla="*/ 1636 h 2862"/>
                <a:gd name="T92" fmla="*/ 633 w 2159"/>
                <a:gd name="T93" fmla="*/ 1554 h 2862"/>
                <a:gd name="T94" fmla="*/ 672 w 2159"/>
                <a:gd name="T95" fmla="*/ 1463 h 2862"/>
                <a:gd name="T96" fmla="*/ 476 w 2159"/>
                <a:gd name="T97" fmla="*/ 1289 h 2862"/>
                <a:gd name="T98" fmla="*/ 345 w 2159"/>
                <a:gd name="T99" fmla="*/ 1060 h 2862"/>
                <a:gd name="T100" fmla="*/ 299 w 2159"/>
                <a:gd name="T101" fmla="*/ 790 h 2862"/>
                <a:gd name="T102" fmla="*/ 347 w 2159"/>
                <a:gd name="T103" fmla="*/ 514 h 2862"/>
                <a:gd name="T104" fmla="*/ 482 w 2159"/>
                <a:gd name="T105" fmla="*/ 281 h 2862"/>
                <a:gd name="T106" fmla="*/ 686 w 2159"/>
                <a:gd name="T107" fmla="*/ 109 h 2862"/>
                <a:gd name="T108" fmla="*/ 939 w 2159"/>
                <a:gd name="T109" fmla="*/ 13 h 2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59" h="2862">
                  <a:moveTo>
                    <a:pt x="1080" y="301"/>
                  </a:moveTo>
                  <a:lnTo>
                    <a:pt x="1024" y="304"/>
                  </a:lnTo>
                  <a:lnTo>
                    <a:pt x="969" y="313"/>
                  </a:lnTo>
                  <a:lnTo>
                    <a:pt x="916" y="329"/>
                  </a:lnTo>
                  <a:lnTo>
                    <a:pt x="867" y="351"/>
                  </a:lnTo>
                  <a:lnTo>
                    <a:pt x="821" y="377"/>
                  </a:lnTo>
                  <a:lnTo>
                    <a:pt x="777" y="408"/>
                  </a:lnTo>
                  <a:lnTo>
                    <a:pt x="738" y="444"/>
                  </a:lnTo>
                  <a:lnTo>
                    <a:pt x="702" y="484"/>
                  </a:lnTo>
                  <a:lnTo>
                    <a:pt x="671" y="528"/>
                  </a:lnTo>
                  <a:lnTo>
                    <a:pt x="646" y="574"/>
                  </a:lnTo>
                  <a:lnTo>
                    <a:pt x="624" y="625"/>
                  </a:lnTo>
                  <a:lnTo>
                    <a:pt x="609" y="677"/>
                  </a:lnTo>
                  <a:lnTo>
                    <a:pt x="599" y="733"/>
                  </a:lnTo>
                  <a:lnTo>
                    <a:pt x="596" y="790"/>
                  </a:lnTo>
                  <a:lnTo>
                    <a:pt x="599" y="847"/>
                  </a:lnTo>
                  <a:lnTo>
                    <a:pt x="609" y="902"/>
                  </a:lnTo>
                  <a:lnTo>
                    <a:pt x="624" y="954"/>
                  </a:lnTo>
                  <a:lnTo>
                    <a:pt x="646" y="1005"/>
                  </a:lnTo>
                  <a:lnTo>
                    <a:pt x="671" y="1052"/>
                  </a:lnTo>
                  <a:lnTo>
                    <a:pt x="702" y="1095"/>
                  </a:lnTo>
                  <a:lnTo>
                    <a:pt x="738" y="1135"/>
                  </a:lnTo>
                  <a:lnTo>
                    <a:pt x="777" y="1171"/>
                  </a:lnTo>
                  <a:lnTo>
                    <a:pt x="821" y="1203"/>
                  </a:lnTo>
                  <a:lnTo>
                    <a:pt x="867" y="1229"/>
                  </a:lnTo>
                  <a:lnTo>
                    <a:pt x="916" y="1250"/>
                  </a:lnTo>
                  <a:lnTo>
                    <a:pt x="969" y="1266"/>
                  </a:lnTo>
                  <a:lnTo>
                    <a:pt x="1024" y="1275"/>
                  </a:lnTo>
                  <a:lnTo>
                    <a:pt x="1080" y="1279"/>
                  </a:lnTo>
                  <a:lnTo>
                    <a:pt x="1136" y="1275"/>
                  </a:lnTo>
                  <a:lnTo>
                    <a:pt x="1190" y="1266"/>
                  </a:lnTo>
                  <a:lnTo>
                    <a:pt x="1243" y="1250"/>
                  </a:lnTo>
                  <a:lnTo>
                    <a:pt x="1292" y="1229"/>
                  </a:lnTo>
                  <a:lnTo>
                    <a:pt x="1340" y="1203"/>
                  </a:lnTo>
                  <a:lnTo>
                    <a:pt x="1383" y="1171"/>
                  </a:lnTo>
                  <a:lnTo>
                    <a:pt x="1422" y="1135"/>
                  </a:lnTo>
                  <a:lnTo>
                    <a:pt x="1457" y="1095"/>
                  </a:lnTo>
                  <a:lnTo>
                    <a:pt x="1488" y="1052"/>
                  </a:lnTo>
                  <a:lnTo>
                    <a:pt x="1515" y="1005"/>
                  </a:lnTo>
                  <a:lnTo>
                    <a:pt x="1535" y="954"/>
                  </a:lnTo>
                  <a:lnTo>
                    <a:pt x="1551" y="902"/>
                  </a:lnTo>
                  <a:lnTo>
                    <a:pt x="1561" y="847"/>
                  </a:lnTo>
                  <a:lnTo>
                    <a:pt x="1564" y="790"/>
                  </a:lnTo>
                  <a:lnTo>
                    <a:pt x="1561" y="733"/>
                  </a:lnTo>
                  <a:lnTo>
                    <a:pt x="1551" y="677"/>
                  </a:lnTo>
                  <a:lnTo>
                    <a:pt x="1535" y="625"/>
                  </a:lnTo>
                  <a:lnTo>
                    <a:pt x="1515" y="574"/>
                  </a:lnTo>
                  <a:lnTo>
                    <a:pt x="1488" y="528"/>
                  </a:lnTo>
                  <a:lnTo>
                    <a:pt x="1457" y="484"/>
                  </a:lnTo>
                  <a:lnTo>
                    <a:pt x="1422" y="444"/>
                  </a:lnTo>
                  <a:lnTo>
                    <a:pt x="1383" y="408"/>
                  </a:lnTo>
                  <a:lnTo>
                    <a:pt x="1340" y="377"/>
                  </a:lnTo>
                  <a:lnTo>
                    <a:pt x="1292" y="351"/>
                  </a:lnTo>
                  <a:lnTo>
                    <a:pt x="1243" y="329"/>
                  </a:lnTo>
                  <a:lnTo>
                    <a:pt x="1190" y="313"/>
                  </a:lnTo>
                  <a:lnTo>
                    <a:pt x="1136" y="304"/>
                  </a:lnTo>
                  <a:lnTo>
                    <a:pt x="1080" y="301"/>
                  </a:lnTo>
                  <a:close/>
                  <a:moveTo>
                    <a:pt x="1080" y="0"/>
                  </a:moveTo>
                  <a:lnTo>
                    <a:pt x="1080" y="0"/>
                  </a:lnTo>
                  <a:lnTo>
                    <a:pt x="1151" y="3"/>
                  </a:lnTo>
                  <a:lnTo>
                    <a:pt x="1220" y="13"/>
                  </a:lnTo>
                  <a:lnTo>
                    <a:pt x="1287" y="28"/>
                  </a:lnTo>
                  <a:lnTo>
                    <a:pt x="1352" y="49"/>
                  </a:lnTo>
                  <a:lnTo>
                    <a:pt x="1415" y="76"/>
                  </a:lnTo>
                  <a:lnTo>
                    <a:pt x="1475" y="109"/>
                  </a:lnTo>
                  <a:lnTo>
                    <a:pt x="1530" y="145"/>
                  </a:lnTo>
                  <a:lnTo>
                    <a:pt x="1584" y="187"/>
                  </a:lnTo>
                  <a:lnTo>
                    <a:pt x="1632" y="231"/>
                  </a:lnTo>
                  <a:lnTo>
                    <a:pt x="1677" y="281"/>
                  </a:lnTo>
                  <a:lnTo>
                    <a:pt x="1719" y="334"/>
                  </a:lnTo>
                  <a:lnTo>
                    <a:pt x="1755" y="391"/>
                  </a:lnTo>
                  <a:lnTo>
                    <a:pt x="1787" y="452"/>
                  </a:lnTo>
                  <a:lnTo>
                    <a:pt x="1812" y="514"/>
                  </a:lnTo>
                  <a:lnTo>
                    <a:pt x="1834" y="580"/>
                  </a:lnTo>
                  <a:lnTo>
                    <a:pt x="1849" y="648"/>
                  </a:lnTo>
                  <a:lnTo>
                    <a:pt x="1859" y="718"/>
                  </a:lnTo>
                  <a:lnTo>
                    <a:pt x="1862" y="790"/>
                  </a:lnTo>
                  <a:lnTo>
                    <a:pt x="1859" y="860"/>
                  </a:lnTo>
                  <a:lnTo>
                    <a:pt x="1849" y="929"/>
                  </a:lnTo>
                  <a:lnTo>
                    <a:pt x="1835" y="996"/>
                  </a:lnTo>
                  <a:lnTo>
                    <a:pt x="1814" y="1059"/>
                  </a:lnTo>
                  <a:lnTo>
                    <a:pt x="1789" y="1121"/>
                  </a:lnTo>
                  <a:lnTo>
                    <a:pt x="1759" y="1181"/>
                  </a:lnTo>
                  <a:lnTo>
                    <a:pt x="1724" y="1237"/>
                  </a:lnTo>
                  <a:lnTo>
                    <a:pt x="1684" y="1289"/>
                  </a:lnTo>
                  <a:lnTo>
                    <a:pt x="1640" y="1339"/>
                  </a:lnTo>
                  <a:lnTo>
                    <a:pt x="1593" y="1384"/>
                  </a:lnTo>
                  <a:lnTo>
                    <a:pt x="1542" y="1425"/>
                  </a:lnTo>
                  <a:lnTo>
                    <a:pt x="1487" y="1462"/>
                  </a:lnTo>
                  <a:lnTo>
                    <a:pt x="1504" y="1482"/>
                  </a:lnTo>
                  <a:lnTo>
                    <a:pt x="1517" y="1504"/>
                  </a:lnTo>
                  <a:lnTo>
                    <a:pt x="1524" y="1528"/>
                  </a:lnTo>
                  <a:lnTo>
                    <a:pt x="1527" y="1554"/>
                  </a:lnTo>
                  <a:lnTo>
                    <a:pt x="1525" y="1577"/>
                  </a:lnTo>
                  <a:lnTo>
                    <a:pt x="1519" y="1598"/>
                  </a:lnTo>
                  <a:lnTo>
                    <a:pt x="1510" y="1617"/>
                  </a:lnTo>
                  <a:lnTo>
                    <a:pt x="1519" y="1636"/>
                  </a:lnTo>
                  <a:lnTo>
                    <a:pt x="1525" y="1657"/>
                  </a:lnTo>
                  <a:lnTo>
                    <a:pt x="1527" y="1680"/>
                  </a:lnTo>
                  <a:lnTo>
                    <a:pt x="1524" y="1706"/>
                  </a:lnTo>
                  <a:lnTo>
                    <a:pt x="1517" y="1730"/>
                  </a:lnTo>
                  <a:lnTo>
                    <a:pt x="1503" y="1752"/>
                  </a:lnTo>
                  <a:lnTo>
                    <a:pt x="1487" y="1771"/>
                  </a:lnTo>
                  <a:lnTo>
                    <a:pt x="1466" y="1790"/>
                  </a:lnTo>
                  <a:lnTo>
                    <a:pt x="1442" y="1807"/>
                  </a:lnTo>
                  <a:lnTo>
                    <a:pt x="1415" y="1821"/>
                  </a:lnTo>
                  <a:lnTo>
                    <a:pt x="1415" y="1983"/>
                  </a:lnTo>
                  <a:lnTo>
                    <a:pt x="1490" y="1995"/>
                  </a:lnTo>
                  <a:lnTo>
                    <a:pt x="1561" y="2010"/>
                  </a:lnTo>
                  <a:lnTo>
                    <a:pt x="1627" y="2027"/>
                  </a:lnTo>
                  <a:lnTo>
                    <a:pt x="1688" y="2046"/>
                  </a:lnTo>
                  <a:lnTo>
                    <a:pt x="1743" y="2067"/>
                  </a:lnTo>
                  <a:lnTo>
                    <a:pt x="1796" y="2089"/>
                  </a:lnTo>
                  <a:lnTo>
                    <a:pt x="1843" y="2112"/>
                  </a:lnTo>
                  <a:lnTo>
                    <a:pt x="1887" y="2137"/>
                  </a:lnTo>
                  <a:lnTo>
                    <a:pt x="1926" y="2161"/>
                  </a:lnTo>
                  <a:lnTo>
                    <a:pt x="1962" y="2187"/>
                  </a:lnTo>
                  <a:lnTo>
                    <a:pt x="1994" y="2213"/>
                  </a:lnTo>
                  <a:lnTo>
                    <a:pt x="2022" y="2239"/>
                  </a:lnTo>
                  <a:lnTo>
                    <a:pt x="2047" y="2265"/>
                  </a:lnTo>
                  <a:lnTo>
                    <a:pt x="2070" y="2291"/>
                  </a:lnTo>
                  <a:lnTo>
                    <a:pt x="2089" y="2317"/>
                  </a:lnTo>
                  <a:lnTo>
                    <a:pt x="2106" y="2341"/>
                  </a:lnTo>
                  <a:lnTo>
                    <a:pt x="2119" y="2365"/>
                  </a:lnTo>
                  <a:lnTo>
                    <a:pt x="2132" y="2388"/>
                  </a:lnTo>
                  <a:lnTo>
                    <a:pt x="2141" y="2409"/>
                  </a:lnTo>
                  <a:lnTo>
                    <a:pt x="2148" y="2429"/>
                  </a:lnTo>
                  <a:lnTo>
                    <a:pt x="2153" y="2446"/>
                  </a:lnTo>
                  <a:lnTo>
                    <a:pt x="2157" y="2462"/>
                  </a:lnTo>
                  <a:lnTo>
                    <a:pt x="2159" y="2476"/>
                  </a:lnTo>
                  <a:lnTo>
                    <a:pt x="2159" y="2486"/>
                  </a:lnTo>
                  <a:lnTo>
                    <a:pt x="2159" y="2713"/>
                  </a:lnTo>
                  <a:lnTo>
                    <a:pt x="2156" y="2743"/>
                  </a:lnTo>
                  <a:lnTo>
                    <a:pt x="2148" y="2771"/>
                  </a:lnTo>
                  <a:lnTo>
                    <a:pt x="2134" y="2796"/>
                  </a:lnTo>
                  <a:lnTo>
                    <a:pt x="2116" y="2819"/>
                  </a:lnTo>
                  <a:lnTo>
                    <a:pt x="2094" y="2836"/>
                  </a:lnTo>
                  <a:lnTo>
                    <a:pt x="2069" y="2851"/>
                  </a:lnTo>
                  <a:lnTo>
                    <a:pt x="2041" y="2859"/>
                  </a:lnTo>
                  <a:lnTo>
                    <a:pt x="2011" y="2862"/>
                  </a:lnTo>
                  <a:lnTo>
                    <a:pt x="149" y="2862"/>
                  </a:lnTo>
                  <a:lnTo>
                    <a:pt x="119" y="2859"/>
                  </a:lnTo>
                  <a:lnTo>
                    <a:pt x="92" y="2851"/>
                  </a:lnTo>
                  <a:lnTo>
                    <a:pt x="66" y="2836"/>
                  </a:lnTo>
                  <a:lnTo>
                    <a:pt x="44" y="2819"/>
                  </a:lnTo>
                  <a:lnTo>
                    <a:pt x="26" y="2796"/>
                  </a:lnTo>
                  <a:lnTo>
                    <a:pt x="12" y="2771"/>
                  </a:lnTo>
                  <a:lnTo>
                    <a:pt x="3" y="2743"/>
                  </a:lnTo>
                  <a:lnTo>
                    <a:pt x="0" y="2713"/>
                  </a:lnTo>
                  <a:lnTo>
                    <a:pt x="0" y="2486"/>
                  </a:lnTo>
                  <a:lnTo>
                    <a:pt x="1" y="2476"/>
                  </a:lnTo>
                  <a:lnTo>
                    <a:pt x="3" y="2462"/>
                  </a:lnTo>
                  <a:lnTo>
                    <a:pt x="6" y="2446"/>
                  </a:lnTo>
                  <a:lnTo>
                    <a:pt x="12" y="2429"/>
                  </a:lnTo>
                  <a:lnTo>
                    <a:pt x="20" y="2409"/>
                  </a:lnTo>
                  <a:lnTo>
                    <a:pt x="29" y="2388"/>
                  </a:lnTo>
                  <a:lnTo>
                    <a:pt x="40" y="2365"/>
                  </a:lnTo>
                  <a:lnTo>
                    <a:pt x="54" y="2341"/>
                  </a:lnTo>
                  <a:lnTo>
                    <a:pt x="70" y="2317"/>
                  </a:lnTo>
                  <a:lnTo>
                    <a:pt x="90" y="2291"/>
                  </a:lnTo>
                  <a:lnTo>
                    <a:pt x="112" y="2265"/>
                  </a:lnTo>
                  <a:lnTo>
                    <a:pt x="137" y="2239"/>
                  </a:lnTo>
                  <a:lnTo>
                    <a:pt x="166" y="2213"/>
                  </a:lnTo>
                  <a:lnTo>
                    <a:pt x="198" y="2187"/>
                  </a:lnTo>
                  <a:lnTo>
                    <a:pt x="234" y="2161"/>
                  </a:lnTo>
                  <a:lnTo>
                    <a:pt x="273" y="2137"/>
                  </a:lnTo>
                  <a:lnTo>
                    <a:pt x="316" y="2112"/>
                  </a:lnTo>
                  <a:lnTo>
                    <a:pt x="363" y="2089"/>
                  </a:lnTo>
                  <a:lnTo>
                    <a:pt x="416" y="2067"/>
                  </a:lnTo>
                  <a:lnTo>
                    <a:pt x="472" y="2046"/>
                  </a:lnTo>
                  <a:lnTo>
                    <a:pt x="532" y="2027"/>
                  </a:lnTo>
                  <a:lnTo>
                    <a:pt x="598" y="2010"/>
                  </a:lnTo>
                  <a:lnTo>
                    <a:pt x="669" y="1995"/>
                  </a:lnTo>
                  <a:lnTo>
                    <a:pt x="746" y="1983"/>
                  </a:lnTo>
                  <a:lnTo>
                    <a:pt x="746" y="1821"/>
                  </a:lnTo>
                  <a:lnTo>
                    <a:pt x="718" y="1807"/>
                  </a:lnTo>
                  <a:lnTo>
                    <a:pt x="693" y="1790"/>
                  </a:lnTo>
                  <a:lnTo>
                    <a:pt x="672" y="1773"/>
                  </a:lnTo>
                  <a:lnTo>
                    <a:pt x="656" y="1752"/>
                  </a:lnTo>
                  <a:lnTo>
                    <a:pt x="644" y="1730"/>
                  </a:lnTo>
                  <a:lnTo>
                    <a:pt x="635" y="1706"/>
                  </a:lnTo>
                  <a:lnTo>
                    <a:pt x="633" y="1680"/>
                  </a:lnTo>
                  <a:lnTo>
                    <a:pt x="635" y="1657"/>
                  </a:lnTo>
                  <a:lnTo>
                    <a:pt x="642" y="1636"/>
                  </a:lnTo>
                  <a:lnTo>
                    <a:pt x="651" y="1618"/>
                  </a:lnTo>
                  <a:lnTo>
                    <a:pt x="642" y="1598"/>
                  </a:lnTo>
                  <a:lnTo>
                    <a:pt x="635" y="1577"/>
                  </a:lnTo>
                  <a:lnTo>
                    <a:pt x="633" y="1554"/>
                  </a:lnTo>
                  <a:lnTo>
                    <a:pt x="635" y="1528"/>
                  </a:lnTo>
                  <a:lnTo>
                    <a:pt x="644" y="1504"/>
                  </a:lnTo>
                  <a:lnTo>
                    <a:pt x="656" y="1482"/>
                  </a:lnTo>
                  <a:lnTo>
                    <a:pt x="672" y="1463"/>
                  </a:lnTo>
                  <a:lnTo>
                    <a:pt x="618" y="1425"/>
                  </a:lnTo>
                  <a:lnTo>
                    <a:pt x="567" y="1384"/>
                  </a:lnTo>
                  <a:lnTo>
                    <a:pt x="519" y="1339"/>
                  </a:lnTo>
                  <a:lnTo>
                    <a:pt x="476" y="1289"/>
                  </a:lnTo>
                  <a:lnTo>
                    <a:pt x="437" y="1237"/>
                  </a:lnTo>
                  <a:lnTo>
                    <a:pt x="402" y="1181"/>
                  </a:lnTo>
                  <a:lnTo>
                    <a:pt x="371" y="1121"/>
                  </a:lnTo>
                  <a:lnTo>
                    <a:pt x="345" y="1060"/>
                  </a:lnTo>
                  <a:lnTo>
                    <a:pt x="325" y="996"/>
                  </a:lnTo>
                  <a:lnTo>
                    <a:pt x="310" y="929"/>
                  </a:lnTo>
                  <a:lnTo>
                    <a:pt x="302" y="860"/>
                  </a:lnTo>
                  <a:lnTo>
                    <a:pt x="299" y="790"/>
                  </a:lnTo>
                  <a:lnTo>
                    <a:pt x="302" y="718"/>
                  </a:lnTo>
                  <a:lnTo>
                    <a:pt x="311" y="648"/>
                  </a:lnTo>
                  <a:lnTo>
                    <a:pt x="326" y="580"/>
                  </a:lnTo>
                  <a:lnTo>
                    <a:pt x="347" y="514"/>
                  </a:lnTo>
                  <a:lnTo>
                    <a:pt x="374" y="452"/>
                  </a:lnTo>
                  <a:lnTo>
                    <a:pt x="405" y="391"/>
                  </a:lnTo>
                  <a:lnTo>
                    <a:pt x="442" y="334"/>
                  </a:lnTo>
                  <a:lnTo>
                    <a:pt x="482" y="281"/>
                  </a:lnTo>
                  <a:lnTo>
                    <a:pt x="527" y="231"/>
                  </a:lnTo>
                  <a:lnTo>
                    <a:pt x="577" y="187"/>
                  </a:lnTo>
                  <a:lnTo>
                    <a:pt x="629" y="145"/>
                  </a:lnTo>
                  <a:lnTo>
                    <a:pt x="686" y="109"/>
                  </a:lnTo>
                  <a:lnTo>
                    <a:pt x="746" y="76"/>
                  </a:lnTo>
                  <a:lnTo>
                    <a:pt x="807" y="49"/>
                  </a:lnTo>
                  <a:lnTo>
                    <a:pt x="872" y="28"/>
                  </a:lnTo>
                  <a:lnTo>
                    <a:pt x="939" y="13"/>
                  </a:lnTo>
                  <a:lnTo>
                    <a:pt x="1009" y="3"/>
                  </a:lnTo>
                  <a:lnTo>
                    <a:pt x="10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2" name="Freeform 306">
              <a:extLst>
                <a:ext uri="{FF2B5EF4-FFF2-40B4-BE49-F238E27FC236}">
                  <a16:creationId xmlns:a16="http://schemas.microsoft.com/office/drawing/2014/main" id="{6A7DA9A4-B505-452E-8EBA-CFC4A62BC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8213" y="3792538"/>
              <a:ext cx="285750" cy="42863"/>
            </a:xfrm>
            <a:custGeom>
              <a:avLst/>
              <a:gdLst>
                <a:gd name="T0" fmla="*/ 148 w 1973"/>
                <a:gd name="T1" fmla="*/ 0 h 301"/>
                <a:gd name="T2" fmla="*/ 1823 w 1973"/>
                <a:gd name="T3" fmla="*/ 0 h 301"/>
                <a:gd name="T4" fmla="*/ 1853 w 1973"/>
                <a:gd name="T5" fmla="*/ 3 h 301"/>
                <a:gd name="T6" fmla="*/ 1881 w 1973"/>
                <a:gd name="T7" fmla="*/ 13 h 301"/>
                <a:gd name="T8" fmla="*/ 1907 w 1973"/>
                <a:gd name="T9" fmla="*/ 26 h 301"/>
                <a:gd name="T10" fmla="*/ 1928 w 1973"/>
                <a:gd name="T11" fmla="*/ 44 h 301"/>
                <a:gd name="T12" fmla="*/ 1947 w 1973"/>
                <a:gd name="T13" fmla="*/ 67 h 301"/>
                <a:gd name="T14" fmla="*/ 1960 w 1973"/>
                <a:gd name="T15" fmla="*/ 92 h 301"/>
                <a:gd name="T16" fmla="*/ 1970 w 1973"/>
                <a:gd name="T17" fmla="*/ 121 h 301"/>
                <a:gd name="T18" fmla="*/ 1973 w 1973"/>
                <a:gd name="T19" fmla="*/ 151 h 301"/>
                <a:gd name="T20" fmla="*/ 1970 w 1973"/>
                <a:gd name="T21" fmla="*/ 181 h 301"/>
                <a:gd name="T22" fmla="*/ 1960 w 1973"/>
                <a:gd name="T23" fmla="*/ 209 h 301"/>
                <a:gd name="T24" fmla="*/ 1947 w 1973"/>
                <a:gd name="T25" fmla="*/ 235 h 301"/>
                <a:gd name="T26" fmla="*/ 1928 w 1973"/>
                <a:gd name="T27" fmla="*/ 257 h 301"/>
                <a:gd name="T28" fmla="*/ 1907 w 1973"/>
                <a:gd name="T29" fmla="*/ 276 h 301"/>
                <a:gd name="T30" fmla="*/ 1881 w 1973"/>
                <a:gd name="T31" fmla="*/ 289 h 301"/>
                <a:gd name="T32" fmla="*/ 1853 w 1973"/>
                <a:gd name="T33" fmla="*/ 299 h 301"/>
                <a:gd name="T34" fmla="*/ 1823 w 1973"/>
                <a:gd name="T35" fmla="*/ 301 h 301"/>
                <a:gd name="T36" fmla="*/ 148 w 1973"/>
                <a:gd name="T37" fmla="*/ 301 h 301"/>
                <a:gd name="T38" fmla="*/ 118 w 1973"/>
                <a:gd name="T39" fmla="*/ 299 h 301"/>
                <a:gd name="T40" fmla="*/ 90 w 1973"/>
                <a:gd name="T41" fmla="*/ 289 h 301"/>
                <a:gd name="T42" fmla="*/ 65 w 1973"/>
                <a:gd name="T43" fmla="*/ 276 h 301"/>
                <a:gd name="T44" fmla="*/ 43 w 1973"/>
                <a:gd name="T45" fmla="*/ 257 h 301"/>
                <a:gd name="T46" fmla="*/ 24 w 1973"/>
                <a:gd name="T47" fmla="*/ 235 h 301"/>
                <a:gd name="T48" fmla="*/ 11 w 1973"/>
                <a:gd name="T49" fmla="*/ 209 h 301"/>
                <a:gd name="T50" fmla="*/ 2 w 1973"/>
                <a:gd name="T51" fmla="*/ 181 h 301"/>
                <a:gd name="T52" fmla="*/ 0 w 1973"/>
                <a:gd name="T53" fmla="*/ 151 h 301"/>
                <a:gd name="T54" fmla="*/ 2 w 1973"/>
                <a:gd name="T55" fmla="*/ 121 h 301"/>
                <a:gd name="T56" fmla="*/ 11 w 1973"/>
                <a:gd name="T57" fmla="*/ 92 h 301"/>
                <a:gd name="T58" fmla="*/ 24 w 1973"/>
                <a:gd name="T59" fmla="*/ 67 h 301"/>
                <a:gd name="T60" fmla="*/ 43 w 1973"/>
                <a:gd name="T61" fmla="*/ 44 h 301"/>
                <a:gd name="T62" fmla="*/ 65 w 1973"/>
                <a:gd name="T63" fmla="*/ 26 h 301"/>
                <a:gd name="T64" fmla="*/ 90 w 1973"/>
                <a:gd name="T65" fmla="*/ 13 h 301"/>
                <a:gd name="T66" fmla="*/ 118 w 1973"/>
                <a:gd name="T67" fmla="*/ 3 h 301"/>
                <a:gd name="T68" fmla="*/ 148 w 1973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73" h="301">
                  <a:moveTo>
                    <a:pt x="148" y="0"/>
                  </a:moveTo>
                  <a:lnTo>
                    <a:pt x="1823" y="0"/>
                  </a:lnTo>
                  <a:lnTo>
                    <a:pt x="1853" y="3"/>
                  </a:lnTo>
                  <a:lnTo>
                    <a:pt x="1881" y="13"/>
                  </a:lnTo>
                  <a:lnTo>
                    <a:pt x="1907" y="26"/>
                  </a:lnTo>
                  <a:lnTo>
                    <a:pt x="1928" y="44"/>
                  </a:lnTo>
                  <a:lnTo>
                    <a:pt x="1947" y="67"/>
                  </a:lnTo>
                  <a:lnTo>
                    <a:pt x="1960" y="92"/>
                  </a:lnTo>
                  <a:lnTo>
                    <a:pt x="1970" y="121"/>
                  </a:lnTo>
                  <a:lnTo>
                    <a:pt x="1973" y="151"/>
                  </a:lnTo>
                  <a:lnTo>
                    <a:pt x="1970" y="181"/>
                  </a:lnTo>
                  <a:lnTo>
                    <a:pt x="1960" y="209"/>
                  </a:lnTo>
                  <a:lnTo>
                    <a:pt x="1947" y="235"/>
                  </a:lnTo>
                  <a:lnTo>
                    <a:pt x="1928" y="257"/>
                  </a:lnTo>
                  <a:lnTo>
                    <a:pt x="1907" y="276"/>
                  </a:lnTo>
                  <a:lnTo>
                    <a:pt x="1881" y="289"/>
                  </a:lnTo>
                  <a:lnTo>
                    <a:pt x="1853" y="299"/>
                  </a:lnTo>
                  <a:lnTo>
                    <a:pt x="1823" y="301"/>
                  </a:lnTo>
                  <a:lnTo>
                    <a:pt x="148" y="301"/>
                  </a:lnTo>
                  <a:lnTo>
                    <a:pt x="118" y="299"/>
                  </a:lnTo>
                  <a:lnTo>
                    <a:pt x="90" y="289"/>
                  </a:lnTo>
                  <a:lnTo>
                    <a:pt x="65" y="276"/>
                  </a:lnTo>
                  <a:lnTo>
                    <a:pt x="43" y="257"/>
                  </a:lnTo>
                  <a:lnTo>
                    <a:pt x="24" y="235"/>
                  </a:lnTo>
                  <a:lnTo>
                    <a:pt x="11" y="209"/>
                  </a:lnTo>
                  <a:lnTo>
                    <a:pt x="2" y="181"/>
                  </a:lnTo>
                  <a:lnTo>
                    <a:pt x="0" y="151"/>
                  </a:lnTo>
                  <a:lnTo>
                    <a:pt x="2" y="121"/>
                  </a:lnTo>
                  <a:lnTo>
                    <a:pt x="11" y="92"/>
                  </a:lnTo>
                  <a:lnTo>
                    <a:pt x="24" y="67"/>
                  </a:lnTo>
                  <a:lnTo>
                    <a:pt x="43" y="44"/>
                  </a:lnTo>
                  <a:lnTo>
                    <a:pt x="65" y="26"/>
                  </a:lnTo>
                  <a:lnTo>
                    <a:pt x="90" y="13"/>
                  </a:lnTo>
                  <a:lnTo>
                    <a:pt x="118" y="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49983E2-CB4C-44EA-9919-36DFBBC6EE63}"/>
              </a:ext>
            </a:extLst>
          </p:cNvPr>
          <p:cNvGrpSpPr/>
          <p:nvPr/>
        </p:nvGrpSpPr>
        <p:grpSpPr>
          <a:xfrm flipH="1">
            <a:off x="2740719" y="2717833"/>
            <a:ext cx="329932" cy="325575"/>
            <a:chOff x="6521450" y="3279776"/>
            <a:chExt cx="481013" cy="47466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4" name="Freeform 321">
              <a:extLst>
                <a:ext uri="{FF2B5EF4-FFF2-40B4-BE49-F238E27FC236}">
                  <a16:creationId xmlns:a16="http://schemas.microsoft.com/office/drawing/2014/main" id="{28E6FC24-79E8-442E-A45C-1F0439DEE9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08800" y="3513138"/>
              <a:ext cx="93663" cy="241300"/>
            </a:xfrm>
            <a:custGeom>
              <a:avLst/>
              <a:gdLst>
                <a:gd name="T0" fmla="*/ 234 w 641"/>
                <a:gd name="T1" fmla="*/ 1281 h 1669"/>
                <a:gd name="T2" fmla="*/ 187 w 641"/>
                <a:gd name="T3" fmla="*/ 1299 h 1669"/>
                <a:gd name="T4" fmla="*/ 149 w 641"/>
                <a:gd name="T5" fmla="*/ 1337 h 1669"/>
                <a:gd name="T6" fmla="*/ 130 w 641"/>
                <a:gd name="T7" fmla="*/ 1384 h 1669"/>
                <a:gd name="T8" fmla="*/ 130 w 641"/>
                <a:gd name="T9" fmla="*/ 1434 h 1669"/>
                <a:gd name="T10" fmla="*/ 149 w 641"/>
                <a:gd name="T11" fmla="*/ 1480 h 1669"/>
                <a:gd name="T12" fmla="*/ 187 w 641"/>
                <a:gd name="T13" fmla="*/ 1518 h 1669"/>
                <a:gd name="T14" fmla="*/ 234 w 641"/>
                <a:gd name="T15" fmla="*/ 1538 h 1669"/>
                <a:gd name="T16" fmla="*/ 284 w 641"/>
                <a:gd name="T17" fmla="*/ 1538 h 1669"/>
                <a:gd name="T18" fmla="*/ 332 w 641"/>
                <a:gd name="T19" fmla="*/ 1518 h 1669"/>
                <a:gd name="T20" fmla="*/ 369 w 641"/>
                <a:gd name="T21" fmla="*/ 1480 h 1669"/>
                <a:gd name="T22" fmla="*/ 389 w 641"/>
                <a:gd name="T23" fmla="*/ 1434 h 1669"/>
                <a:gd name="T24" fmla="*/ 389 w 641"/>
                <a:gd name="T25" fmla="*/ 1384 h 1669"/>
                <a:gd name="T26" fmla="*/ 369 w 641"/>
                <a:gd name="T27" fmla="*/ 1337 h 1669"/>
                <a:gd name="T28" fmla="*/ 332 w 641"/>
                <a:gd name="T29" fmla="*/ 1299 h 1669"/>
                <a:gd name="T30" fmla="*/ 284 w 641"/>
                <a:gd name="T31" fmla="*/ 1281 h 1669"/>
                <a:gd name="T32" fmla="*/ 160 w 641"/>
                <a:gd name="T33" fmla="*/ 0 h 1669"/>
                <a:gd name="T34" fmla="*/ 513 w 641"/>
                <a:gd name="T35" fmla="*/ 4 h 1669"/>
                <a:gd name="T36" fmla="*/ 570 w 641"/>
                <a:gd name="T37" fmla="*/ 28 h 1669"/>
                <a:gd name="T38" fmla="*/ 614 w 641"/>
                <a:gd name="T39" fmla="*/ 70 h 1669"/>
                <a:gd name="T40" fmla="*/ 638 w 641"/>
                <a:gd name="T41" fmla="*/ 127 h 1669"/>
                <a:gd name="T42" fmla="*/ 641 w 641"/>
                <a:gd name="T43" fmla="*/ 1508 h 1669"/>
                <a:gd name="T44" fmla="*/ 629 w 641"/>
                <a:gd name="T45" fmla="*/ 1571 h 1669"/>
                <a:gd name="T46" fmla="*/ 594 w 641"/>
                <a:gd name="T47" fmla="*/ 1622 h 1669"/>
                <a:gd name="T48" fmla="*/ 543 w 641"/>
                <a:gd name="T49" fmla="*/ 1655 h 1669"/>
                <a:gd name="T50" fmla="*/ 480 w 641"/>
                <a:gd name="T51" fmla="*/ 1669 h 1669"/>
                <a:gd name="T52" fmla="*/ 127 w 641"/>
                <a:gd name="T53" fmla="*/ 1664 h 1669"/>
                <a:gd name="T54" fmla="*/ 70 w 641"/>
                <a:gd name="T55" fmla="*/ 1641 h 1669"/>
                <a:gd name="T56" fmla="*/ 27 w 641"/>
                <a:gd name="T57" fmla="*/ 1598 h 1669"/>
                <a:gd name="T58" fmla="*/ 3 w 641"/>
                <a:gd name="T59" fmla="*/ 1541 h 1669"/>
                <a:gd name="T60" fmla="*/ 0 w 641"/>
                <a:gd name="T61" fmla="*/ 160 h 1669"/>
                <a:gd name="T62" fmla="*/ 12 w 641"/>
                <a:gd name="T63" fmla="*/ 97 h 1669"/>
                <a:gd name="T64" fmla="*/ 46 w 641"/>
                <a:gd name="T65" fmla="*/ 46 h 1669"/>
                <a:gd name="T66" fmla="*/ 97 w 641"/>
                <a:gd name="T67" fmla="*/ 13 h 1669"/>
                <a:gd name="T68" fmla="*/ 160 w 641"/>
                <a:gd name="T69" fmla="*/ 0 h 1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41" h="1669">
                  <a:moveTo>
                    <a:pt x="259" y="1278"/>
                  </a:moveTo>
                  <a:lnTo>
                    <a:pt x="234" y="1281"/>
                  </a:lnTo>
                  <a:lnTo>
                    <a:pt x="210" y="1288"/>
                  </a:lnTo>
                  <a:lnTo>
                    <a:pt x="187" y="1299"/>
                  </a:lnTo>
                  <a:lnTo>
                    <a:pt x="166" y="1316"/>
                  </a:lnTo>
                  <a:lnTo>
                    <a:pt x="149" y="1337"/>
                  </a:lnTo>
                  <a:lnTo>
                    <a:pt x="137" y="1360"/>
                  </a:lnTo>
                  <a:lnTo>
                    <a:pt x="130" y="1384"/>
                  </a:lnTo>
                  <a:lnTo>
                    <a:pt x="127" y="1409"/>
                  </a:lnTo>
                  <a:lnTo>
                    <a:pt x="130" y="1434"/>
                  </a:lnTo>
                  <a:lnTo>
                    <a:pt x="137" y="1459"/>
                  </a:lnTo>
                  <a:lnTo>
                    <a:pt x="149" y="1480"/>
                  </a:lnTo>
                  <a:lnTo>
                    <a:pt x="166" y="1501"/>
                  </a:lnTo>
                  <a:lnTo>
                    <a:pt x="187" y="1518"/>
                  </a:lnTo>
                  <a:lnTo>
                    <a:pt x="210" y="1530"/>
                  </a:lnTo>
                  <a:lnTo>
                    <a:pt x="234" y="1538"/>
                  </a:lnTo>
                  <a:lnTo>
                    <a:pt x="259" y="1540"/>
                  </a:lnTo>
                  <a:lnTo>
                    <a:pt x="284" y="1538"/>
                  </a:lnTo>
                  <a:lnTo>
                    <a:pt x="310" y="1530"/>
                  </a:lnTo>
                  <a:lnTo>
                    <a:pt x="332" y="1518"/>
                  </a:lnTo>
                  <a:lnTo>
                    <a:pt x="352" y="1501"/>
                  </a:lnTo>
                  <a:lnTo>
                    <a:pt x="369" y="1480"/>
                  </a:lnTo>
                  <a:lnTo>
                    <a:pt x="382" y="1459"/>
                  </a:lnTo>
                  <a:lnTo>
                    <a:pt x="389" y="1434"/>
                  </a:lnTo>
                  <a:lnTo>
                    <a:pt x="391" y="1409"/>
                  </a:lnTo>
                  <a:lnTo>
                    <a:pt x="389" y="1384"/>
                  </a:lnTo>
                  <a:lnTo>
                    <a:pt x="382" y="1360"/>
                  </a:lnTo>
                  <a:lnTo>
                    <a:pt x="369" y="1337"/>
                  </a:lnTo>
                  <a:lnTo>
                    <a:pt x="352" y="1316"/>
                  </a:lnTo>
                  <a:lnTo>
                    <a:pt x="332" y="1299"/>
                  </a:lnTo>
                  <a:lnTo>
                    <a:pt x="310" y="1288"/>
                  </a:lnTo>
                  <a:lnTo>
                    <a:pt x="284" y="1281"/>
                  </a:lnTo>
                  <a:lnTo>
                    <a:pt x="259" y="1278"/>
                  </a:lnTo>
                  <a:close/>
                  <a:moveTo>
                    <a:pt x="160" y="0"/>
                  </a:moveTo>
                  <a:lnTo>
                    <a:pt x="480" y="0"/>
                  </a:lnTo>
                  <a:lnTo>
                    <a:pt x="513" y="4"/>
                  </a:lnTo>
                  <a:lnTo>
                    <a:pt x="543" y="13"/>
                  </a:lnTo>
                  <a:lnTo>
                    <a:pt x="570" y="28"/>
                  </a:lnTo>
                  <a:lnTo>
                    <a:pt x="594" y="46"/>
                  </a:lnTo>
                  <a:lnTo>
                    <a:pt x="614" y="70"/>
                  </a:lnTo>
                  <a:lnTo>
                    <a:pt x="629" y="97"/>
                  </a:lnTo>
                  <a:lnTo>
                    <a:pt x="638" y="127"/>
                  </a:lnTo>
                  <a:lnTo>
                    <a:pt x="641" y="160"/>
                  </a:lnTo>
                  <a:lnTo>
                    <a:pt x="641" y="1508"/>
                  </a:lnTo>
                  <a:lnTo>
                    <a:pt x="638" y="1541"/>
                  </a:lnTo>
                  <a:lnTo>
                    <a:pt x="629" y="1571"/>
                  </a:lnTo>
                  <a:lnTo>
                    <a:pt x="614" y="1598"/>
                  </a:lnTo>
                  <a:lnTo>
                    <a:pt x="594" y="1622"/>
                  </a:lnTo>
                  <a:lnTo>
                    <a:pt x="570" y="1641"/>
                  </a:lnTo>
                  <a:lnTo>
                    <a:pt x="543" y="1655"/>
                  </a:lnTo>
                  <a:lnTo>
                    <a:pt x="513" y="1664"/>
                  </a:lnTo>
                  <a:lnTo>
                    <a:pt x="480" y="1669"/>
                  </a:lnTo>
                  <a:lnTo>
                    <a:pt x="160" y="1669"/>
                  </a:lnTo>
                  <a:lnTo>
                    <a:pt x="127" y="1664"/>
                  </a:lnTo>
                  <a:lnTo>
                    <a:pt x="97" y="1655"/>
                  </a:lnTo>
                  <a:lnTo>
                    <a:pt x="70" y="1641"/>
                  </a:lnTo>
                  <a:lnTo>
                    <a:pt x="46" y="1622"/>
                  </a:lnTo>
                  <a:lnTo>
                    <a:pt x="27" y="1598"/>
                  </a:lnTo>
                  <a:lnTo>
                    <a:pt x="12" y="1571"/>
                  </a:lnTo>
                  <a:lnTo>
                    <a:pt x="3" y="1541"/>
                  </a:lnTo>
                  <a:lnTo>
                    <a:pt x="0" y="1508"/>
                  </a:lnTo>
                  <a:lnTo>
                    <a:pt x="0" y="160"/>
                  </a:lnTo>
                  <a:lnTo>
                    <a:pt x="3" y="127"/>
                  </a:lnTo>
                  <a:lnTo>
                    <a:pt x="12" y="97"/>
                  </a:lnTo>
                  <a:lnTo>
                    <a:pt x="27" y="70"/>
                  </a:lnTo>
                  <a:lnTo>
                    <a:pt x="46" y="46"/>
                  </a:lnTo>
                  <a:lnTo>
                    <a:pt x="70" y="28"/>
                  </a:lnTo>
                  <a:lnTo>
                    <a:pt x="97" y="13"/>
                  </a:lnTo>
                  <a:lnTo>
                    <a:pt x="127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5" name="Freeform 322">
              <a:extLst>
                <a:ext uri="{FF2B5EF4-FFF2-40B4-BE49-F238E27FC236}">
                  <a16:creationId xmlns:a16="http://schemas.microsoft.com/office/drawing/2014/main" id="{771234B1-BA1B-4D8D-8405-591363D73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1450" y="3279776"/>
              <a:ext cx="363538" cy="446088"/>
            </a:xfrm>
            <a:custGeom>
              <a:avLst/>
              <a:gdLst>
                <a:gd name="T0" fmla="*/ 1921 w 2516"/>
                <a:gd name="T1" fmla="*/ 5 h 3100"/>
                <a:gd name="T2" fmla="*/ 2071 w 2516"/>
                <a:gd name="T3" fmla="*/ 45 h 3100"/>
                <a:gd name="T4" fmla="*/ 2143 w 2516"/>
                <a:gd name="T5" fmla="*/ 122 h 3100"/>
                <a:gd name="T6" fmla="*/ 2136 w 2516"/>
                <a:gd name="T7" fmla="*/ 276 h 3100"/>
                <a:gd name="T8" fmla="*/ 2098 w 2516"/>
                <a:gd name="T9" fmla="*/ 448 h 3100"/>
                <a:gd name="T10" fmla="*/ 2066 w 2516"/>
                <a:gd name="T11" fmla="*/ 628 h 3100"/>
                <a:gd name="T12" fmla="*/ 2067 w 2516"/>
                <a:gd name="T13" fmla="*/ 867 h 3100"/>
                <a:gd name="T14" fmla="*/ 2119 w 2516"/>
                <a:gd name="T15" fmla="*/ 1103 h 3100"/>
                <a:gd name="T16" fmla="*/ 2206 w 2516"/>
                <a:gd name="T17" fmla="*/ 1319 h 3100"/>
                <a:gd name="T18" fmla="*/ 2309 w 2516"/>
                <a:gd name="T19" fmla="*/ 1503 h 3100"/>
                <a:gd name="T20" fmla="*/ 2406 w 2516"/>
                <a:gd name="T21" fmla="*/ 1646 h 3100"/>
                <a:gd name="T22" fmla="*/ 2478 w 2516"/>
                <a:gd name="T23" fmla="*/ 1740 h 3100"/>
                <a:gd name="T24" fmla="*/ 2506 w 2516"/>
                <a:gd name="T25" fmla="*/ 1773 h 3100"/>
                <a:gd name="T26" fmla="*/ 2513 w 2516"/>
                <a:gd name="T27" fmla="*/ 3042 h 3100"/>
                <a:gd name="T28" fmla="*/ 2457 w 2516"/>
                <a:gd name="T29" fmla="*/ 3098 h 3100"/>
                <a:gd name="T30" fmla="*/ 758 w 2516"/>
                <a:gd name="T31" fmla="*/ 3100 h 3100"/>
                <a:gd name="T32" fmla="*/ 485 w 2516"/>
                <a:gd name="T33" fmla="*/ 3100 h 3100"/>
                <a:gd name="T34" fmla="*/ 304 w 2516"/>
                <a:gd name="T35" fmla="*/ 3100 h 3100"/>
                <a:gd name="T36" fmla="*/ 201 w 2516"/>
                <a:gd name="T37" fmla="*/ 3100 h 3100"/>
                <a:gd name="T38" fmla="*/ 162 w 2516"/>
                <a:gd name="T39" fmla="*/ 3100 h 3100"/>
                <a:gd name="T40" fmla="*/ 80 w 2516"/>
                <a:gd name="T41" fmla="*/ 3072 h 3100"/>
                <a:gd name="T42" fmla="*/ 10 w 2516"/>
                <a:gd name="T43" fmla="*/ 2964 h 3100"/>
                <a:gd name="T44" fmla="*/ 10 w 2516"/>
                <a:gd name="T45" fmla="*/ 2818 h 3100"/>
                <a:gd name="T46" fmla="*/ 80 w 2516"/>
                <a:gd name="T47" fmla="*/ 2710 h 3100"/>
                <a:gd name="T48" fmla="*/ 132 w 2516"/>
                <a:gd name="T49" fmla="*/ 2679 h 3100"/>
                <a:gd name="T50" fmla="*/ 38 w 2516"/>
                <a:gd name="T51" fmla="*/ 2607 h 3100"/>
                <a:gd name="T52" fmla="*/ 0 w 2516"/>
                <a:gd name="T53" fmla="*/ 2473 h 3100"/>
                <a:gd name="T54" fmla="*/ 38 w 2516"/>
                <a:gd name="T55" fmla="*/ 2338 h 3100"/>
                <a:gd name="T56" fmla="*/ 132 w 2516"/>
                <a:gd name="T57" fmla="*/ 2267 h 3100"/>
                <a:gd name="T58" fmla="*/ 80 w 2516"/>
                <a:gd name="T59" fmla="*/ 2235 h 3100"/>
                <a:gd name="T60" fmla="*/ 10 w 2516"/>
                <a:gd name="T61" fmla="*/ 2127 h 3100"/>
                <a:gd name="T62" fmla="*/ 10 w 2516"/>
                <a:gd name="T63" fmla="*/ 1981 h 3100"/>
                <a:gd name="T64" fmla="*/ 80 w 2516"/>
                <a:gd name="T65" fmla="*/ 1874 h 3100"/>
                <a:gd name="T66" fmla="*/ 132 w 2516"/>
                <a:gd name="T67" fmla="*/ 1842 h 3100"/>
                <a:gd name="T68" fmla="*/ 38 w 2516"/>
                <a:gd name="T69" fmla="*/ 1770 h 3100"/>
                <a:gd name="T70" fmla="*/ 0 w 2516"/>
                <a:gd name="T71" fmla="*/ 1636 h 3100"/>
                <a:gd name="T72" fmla="*/ 21 w 2516"/>
                <a:gd name="T73" fmla="*/ 1500 h 3100"/>
                <a:gd name="T74" fmla="*/ 85 w 2516"/>
                <a:gd name="T75" fmla="*/ 1430 h 3100"/>
                <a:gd name="T76" fmla="*/ 196 w 2516"/>
                <a:gd name="T77" fmla="*/ 1406 h 3100"/>
                <a:gd name="T78" fmla="*/ 355 w 2516"/>
                <a:gd name="T79" fmla="*/ 1409 h 3100"/>
                <a:gd name="T80" fmla="*/ 565 w 2516"/>
                <a:gd name="T81" fmla="*/ 1423 h 3100"/>
                <a:gd name="T82" fmla="*/ 824 w 2516"/>
                <a:gd name="T83" fmla="*/ 1427 h 3100"/>
                <a:gd name="T84" fmla="*/ 1067 w 2516"/>
                <a:gd name="T85" fmla="*/ 1404 h 3100"/>
                <a:gd name="T86" fmla="*/ 1271 w 2516"/>
                <a:gd name="T87" fmla="*/ 1352 h 3100"/>
                <a:gd name="T88" fmla="*/ 1418 w 2516"/>
                <a:gd name="T89" fmla="*/ 1272 h 3100"/>
                <a:gd name="T90" fmla="*/ 1487 w 2516"/>
                <a:gd name="T91" fmla="*/ 1165 h 3100"/>
                <a:gd name="T92" fmla="*/ 1487 w 2516"/>
                <a:gd name="T93" fmla="*/ 996 h 3100"/>
                <a:gd name="T94" fmla="*/ 1475 w 2516"/>
                <a:gd name="T95" fmla="*/ 778 h 3100"/>
                <a:gd name="T96" fmla="*/ 1466 w 2516"/>
                <a:gd name="T97" fmla="*/ 552 h 3100"/>
                <a:gd name="T98" fmla="*/ 1471 w 2516"/>
                <a:gd name="T99" fmla="*/ 361 h 3100"/>
                <a:gd name="T100" fmla="*/ 1495 w 2516"/>
                <a:gd name="T101" fmla="*/ 247 h 3100"/>
                <a:gd name="T102" fmla="*/ 1534 w 2516"/>
                <a:gd name="T103" fmla="*/ 172 h 3100"/>
                <a:gd name="T104" fmla="*/ 1603 w 2516"/>
                <a:gd name="T105" fmla="*/ 85 h 3100"/>
                <a:gd name="T106" fmla="*/ 1710 w 2516"/>
                <a:gd name="T107" fmla="*/ 19 h 3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16" h="3100">
                  <a:moveTo>
                    <a:pt x="1820" y="0"/>
                  </a:moveTo>
                  <a:lnTo>
                    <a:pt x="1820" y="0"/>
                  </a:lnTo>
                  <a:lnTo>
                    <a:pt x="1872" y="1"/>
                  </a:lnTo>
                  <a:lnTo>
                    <a:pt x="1921" y="5"/>
                  </a:lnTo>
                  <a:lnTo>
                    <a:pt x="1965" y="11"/>
                  </a:lnTo>
                  <a:lnTo>
                    <a:pt x="2005" y="20"/>
                  </a:lnTo>
                  <a:lnTo>
                    <a:pt x="2040" y="31"/>
                  </a:lnTo>
                  <a:lnTo>
                    <a:pt x="2071" y="45"/>
                  </a:lnTo>
                  <a:lnTo>
                    <a:pt x="2096" y="60"/>
                  </a:lnTo>
                  <a:lnTo>
                    <a:pt x="2117" y="79"/>
                  </a:lnTo>
                  <a:lnTo>
                    <a:pt x="2133" y="99"/>
                  </a:lnTo>
                  <a:lnTo>
                    <a:pt x="2143" y="122"/>
                  </a:lnTo>
                  <a:lnTo>
                    <a:pt x="2149" y="148"/>
                  </a:lnTo>
                  <a:lnTo>
                    <a:pt x="2149" y="175"/>
                  </a:lnTo>
                  <a:lnTo>
                    <a:pt x="2143" y="227"/>
                  </a:lnTo>
                  <a:lnTo>
                    <a:pt x="2136" y="276"/>
                  </a:lnTo>
                  <a:lnTo>
                    <a:pt x="2127" y="321"/>
                  </a:lnTo>
                  <a:lnTo>
                    <a:pt x="2118" y="364"/>
                  </a:lnTo>
                  <a:lnTo>
                    <a:pt x="2109" y="407"/>
                  </a:lnTo>
                  <a:lnTo>
                    <a:pt x="2098" y="448"/>
                  </a:lnTo>
                  <a:lnTo>
                    <a:pt x="2089" y="490"/>
                  </a:lnTo>
                  <a:lnTo>
                    <a:pt x="2080" y="533"/>
                  </a:lnTo>
                  <a:lnTo>
                    <a:pt x="2072" y="579"/>
                  </a:lnTo>
                  <a:lnTo>
                    <a:pt x="2066" y="628"/>
                  </a:lnTo>
                  <a:lnTo>
                    <a:pt x="2061" y="682"/>
                  </a:lnTo>
                  <a:lnTo>
                    <a:pt x="2059" y="744"/>
                  </a:lnTo>
                  <a:lnTo>
                    <a:pt x="2060" y="806"/>
                  </a:lnTo>
                  <a:lnTo>
                    <a:pt x="2067" y="867"/>
                  </a:lnTo>
                  <a:lnTo>
                    <a:pt x="2075" y="928"/>
                  </a:lnTo>
                  <a:lnTo>
                    <a:pt x="2087" y="987"/>
                  </a:lnTo>
                  <a:lnTo>
                    <a:pt x="2102" y="1046"/>
                  </a:lnTo>
                  <a:lnTo>
                    <a:pt x="2119" y="1103"/>
                  </a:lnTo>
                  <a:lnTo>
                    <a:pt x="2138" y="1160"/>
                  </a:lnTo>
                  <a:lnTo>
                    <a:pt x="2160" y="1215"/>
                  </a:lnTo>
                  <a:lnTo>
                    <a:pt x="2182" y="1268"/>
                  </a:lnTo>
                  <a:lnTo>
                    <a:pt x="2206" y="1319"/>
                  </a:lnTo>
                  <a:lnTo>
                    <a:pt x="2231" y="1368"/>
                  </a:lnTo>
                  <a:lnTo>
                    <a:pt x="2256" y="1415"/>
                  </a:lnTo>
                  <a:lnTo>
                    <a:pt x="2282" y="1460"/>
                  </a:lnTo>
                  <a:lnTo>
                    <a:pt x="2309" y="1503"/>
                  </a:lnTo>
                  <a:lnTo>
                    <a:pt x="2334" y="1543"/>
                  </a:lnTo>
                  <a:lnTo>
                    <a:pt x="2359" y="1581"/>
                  </a:lnTo>
                  <a:lnTo>
                    <a:pt x="2383" y="1615"/>
                  </a:lnTo>
                  <a:lnTo>
                    <a:pt x="2406" y="1646"/>
                  </a:lnTo>
                  <a:lnTo>
                    <a:pt x="2427" y="1675"/>
                  </a:lnTo>
                  <a:lnTo>
                    <a:pt x="2446" y="1700"/>
                  </a:lnTo>
                  <a:lnTo>
                    <a:pt x="2463" y="1722"/>
                  </a:lnTo>
                  <a:lnTo>
                    <a:pt x="2478" y="1740"/>
                  </a:lnTo>
                  <a:lnTo>
                    <a:pt x="2491" y="1754"/>
                  </a:lnTo>
                  <a:lnTo>
                    <a:pt x="2499" y="1765"/>
                  </a:lnTo>
                  <a:lnTo>
                    <a:pt x="2504" y="1771"/>
                  </a:lnTo>
                  <a:lnTo>
                    <a:pt x="2506" y="1773"/>
                  </a:lnTo>
                  <a:lnTo>
                    <a:pt x="2514" y="1791"/>
                  </a:lnTo>
                  <a:lnTo>
                    <a:pt x="2516" y="1810"/>
                  </a:lnTo>
                  <a:lnTo>
                    <a:pt x="2516" y="3021"/>
                  </a:lnTo>
                  <a:lnTo>
                    <a:pt x="2513" y="3042"/>
                  </a:lnTo>
                  <a:lnTo>
                    <a:pt x="2505" y="3062"/>
                  </a:lnTo>
                  <a:lnTo>
                    <a:pt x="2493" y="3077"/>
                  </a:lnTo>
                  <a:lnTo>
                    <a:pt x="2476" y="3090"/>
                  </a:lnTo>
                  <a:lnTo>
                    <a:pt x="2457" y="3098"/>
                  </a:lnTo>
                  <a:lnTo>
                    <a:pt x="2436" y="3100"/>
                  </a:lnTo>
                  <a:lnTo>
                    <a:pt x="935" y="3100"/>
                  </a:lnTo>
                  <a:lnTo>
                    <a:pt x="843" y="3100"/>
                  </a:lnTo>
                  <a:lnTo>
                    <a:pt x="758" y="3100"/>
                  </a:lnTo>
                  <a:lnTo>
                    <a:pt x="680" y="3100"/>
                  </a:lnTo>
                  <a:lnTo>
                    <a:pt x="608" y="3100"/>
                  </a:lnTo>
                  <a:lnTo>
                    <a:pt x="543" y="3100"/>
                  </a:lnTo>
                  <a:lnTo>
                    <a:pt x="485" y="3100"/>
                  </a:lnTo>
                  <a:lnTo>
                    <a:pt x="431" y="3100"/>
                  </a:lnTo>
                  <a:lnTo>
                    <a:pt x="383" y="3100"/>
                  </a:lnTo>
                  <a:lnTo>
                    <a:pt x="340" y="3100"/>
                  </a:lnTo>
                  <a:lnTo>
                    <a:pt x="304" y="3100"/>
                  </a:lnTo>
                  <a:lnTo>
                    <a:pt x="271" y="3100"/>
                  </a:lnTo>
                  <a:lnTo>
                    <a:pt x="243" y="3100"/>
                  </a:lnTo>
                  <a:lnTo>
                    <a:pt x="220" y="3100"/>
                  </a:lnTo>
                  <a:lnTo>
                    <a:pt x="201" y="3100"/>
                  </a:lnTo>
                  <a:lnTo>
                    <a:pt x="186" y="3100"/>
                  </a:lnTo>
                  <a:lnTo>
                    <a:pt x="175" y="3100"/>
                  </a:lnTo>
                  <a:lnTo>
                    <a:pt x="166" y="3100"/>
                  </a:lnTo>
                  <a:lnTo>
                    <a:pt x="162" y="3100"/>
                  </a:lnTo>
                  <a:lnTo>
                    <a:pt x="161" y="3100"/>
                  </a:lnTo>
                  <a:lnTo>
                    <a:pt x="132" y="3097"/>
                  </a:lnTo>
                  <a:lnTo>
                    <a:pt x="105" y="3088"/>
                  </a:lnTo>
                  <a:lnTo>
                    <a:pt x="80" y="3072"/>
                  </a:lnTo>
                  <a:lnTo>
                    <a:pt x="58" y="3051"/>
                  </a:lnTo>
                  <a:lnTo>
                    <a:pt x="38" y="3026"/>
                  </a:lnTo>
                  <a:lnTo>
                    <a:pt x="22" y="2997"/>
                  </a:lnTo>
                  <a:lnTo>
                    <a:pt x="10" y="2964"/>
                  </a:lnTo>
                  <a:lnTo>
                    <a:pt x="3" y="2929"/>
                  </a:lnTo>
                  <a:lnTo>
                    <a:pt x="0" y="2891"/>
                  </a:lnTo>
                  <a:lnTo>
                    <a:pt x="3" y="2854"/>
                  </a:lnTo>
                  <a:lnTo>
                    <a:pt x="10" y="2818"/>
                  </a:lnTo>
                  <a:lnTo>
                    <a:pt x="22" y="2785"/>
                  </a:lnTo>
                  <a:lnTo>
                    <a:pt x="38" y="2756"/>
                  </a:lnTo>
                  <a:lnTo>
                    <a:pt x="58" y="2731"/>
                  </a:lnTo>
                  <a:lnTo>
                    <a:pt x="80" y="2710"/>
                  </a:lnTo>
                  <a:lnTo>
                    <a:pt x="105" y="2695"/>
                  </a:lnTo>
                  <a:lnTo>
                    <a:pt x="132" y="2685"/>
                  </a:lnTo>
                  <a:lnTo>
                    <a:pt x="161" y="2682"/>
                  </a:lnTo>
                  <a:lnTo>
                    <a:pt x="132" y="2679"/>
                  </a:lnTo>
                  <a:lnTo>
                    <a:pt x="105" y="2669"/>
                  </a:lnTo>
                  <a:lnTo>
                    <a:pt x="80" y="2653"/>
                  </a:lnTo>
                  <a:lnTo>
                    <a:pt x="58" y="2633"/>
                  </a:lnTo>
                  <a:lnTo>
                    <a:pt x="38" y="2607"/>
                  </a:lnTo>
                  <a:lnTo>
                    <a:pt x="22" y="2578"/>
                  </a:lnTo>
                  <a:lnTo>
                    <a:pt x="10" y="2546"/>
                  </a:lnTo>
                  <a:lnTo>
                    <a:pt x="3" y="2511"/>
                  </a:lnTo>
                  <a:lnTo>
                    <a:pt x="0" y="2473"/>
                  </a:lnTo>
                  <a:lnTo>
                    <a:pt x="3" y="2435"/>
                  </a:lnTo>
                  <a:lnTo>
                    <a:pt x="10" y="2399"/>
                  </a:lnTo>
                  <a:lnTo>
                    <a:pt x="22" y="2367"/>
                  </a:lnTo>
                  <a:lnTo>
                    <a:pt x="38" y="2338"/>
                  </a:lnTo>
                  <a:lnTo>
                    <a:pt x="58" y="2313"/>
                  </a:lnTo>
                  <a:lnTo>
                    <a:pt x="80" y="2292"/>
                  </a:lnTo>
                  <a:lnTo>
                    <a:pt x="105" y="2277"/>
                  </a:lnTo>
                  <a:lnTo>
                    <a:pt x="132" y="2267"/>
                  </a:lnTo>
                  <a:lnTo>
                    <a:pt x="161" y="2263"/>
                  </a:lnTo>
                  <a:lnTo>
                    <a:pt x="132" y="2260"/>
                  </a:lnTo>
                  <a:lnTo>
                    <a:pt x="105" y="2251"/>
                  </a:lnTo>
                  <a:lnTo>
                    <a:pt x="80" y="2235"/>
                  </a:lnTo>
                  <a:lnTo>
                    <a:pt x="58" y="2214"/>
                  </a:lnTo>
                  <a:lnTo>
                    <a:pt x="38" y="2189"/>
                  </a:lnTo>
                  <a:lnTo>
                    <a:pt x="22" y="2160"/>
                  </a:lnTo>
                  <a:lnTo>
                    <a:pt x="10" y="2127"/>
                  </a:lnTo>
                  <a:lnTo>
                    <a:pt x="3" y="2091"/>
                  </a:lnTo>
                  <a:lnTo>
                    <a:pt x="0" y="2054"/>
                  </a:lnTo>
                  <a:lnTo>
                    <a:pt x="3" y="2017"/>
                  </a:lnTo>
                  <a:lnTo>
                    <a:pt x="10" y="1981"/>
                  </a:lnTo>
                  <a:lnTo>
                    <a:pt x="22" y="1949"/>
                  </a:lnTo>
                  <a:lnTo>
                    <a:pt x="38" y="1920"/>
                  </a:lnTo>
                  <a:lnTo>
                    <a:pt x="58" y="1894"/>
                  </a:lnTo>
                  <a:lnTo>
                    <a:pt x="80" y="1874"/>
                  </a:lnTo>
                  <a:lnTo>
                    <a:pt x="105" y="1858"/>
                  </a:lnTo>
                  <a:lnTo>
                    <a:pt x="132" y="1848"/>
                  </a:lnTo>
                  <a:lnTo>
                    <a:pt x="161" y="1845"/>
                  </a:lnTo>
                  <a:lnTo>
                    <a:pt x="132" y="1842"/>
                  </a:lnTo>
                  <a:lnTo>
                    <a:pt x="105" y="1831"/>
                  </a:lnTo>
                  <a:lnTo>
                    <a:pt x="80" y="1817"/>
                  </a:lnTo>
                  <a:lnTo>
                    <a:pt x="58" y="1796"/>
                  </a:lnTo>
                  <a:lnTo>
                    <a:pt x="38" y="1770"/>
                  </a:lnTo>
                  <a:lnTo>
                    <a:pt x="22" y="1741"/>
                  </a:lnTo>
                  <a:lnTo>
                    <a:pt x="10" y="1709"/>
                  </a:lnTo>
                  <a:lnTo>
                    <a:pt x="3" y="1673"/>
                  </a:lnTo>
                  <a:lnTo>
                    <a:pt x="0" y="1636"/>
                  </a:lnTo>
                  <a:lnTo>
                    <a:pt x="2" y="1594"/>
                  </a:lnTo>
                  <a:lnTo>
                    <a:pt x="5" y="1559"/>
                  </a:lnTo>
                  <a:lnTo>
                    <a:pt x="11" y="1527"/>
                  </a:lnTo>
                  <a:lnTo>
                    <a:pt x="21" y="1500"/>
                  </a:lnTo>
                  <a:lnTo>
                    <a:pt x="32" y="1477"/>
                  </a:lnTo>
                  <a:lnTo>
                    <a:pt x="47" y="1458"/>
                  </a:lnTo>
                  <a:lnTo>
                    <a:pt x="65" y="1442"/>
                  </a:lnTo>
                  <a:lnTo>
                    <a:pt x="85" y="1430"/>
                  </a:lnTo>
                  <a:lnTo>
                    <a:pt x="108" y="1420"/>
                  </a:lnTo>
                  <a:lnTo>
                    <a:pt x="134" y="1413"/>
                  </a:lnTo>
                  <a:lnTo>
                    <a:pt x="163" y="1408"/>
                  </a:lnTo>
                  <a:lnTo>
                    <a:pt x="196" y="1406"/>
                  </a:lnTo>
                  <a:lnTo>
                    <a:pt x="230" y="1405"/>
                  </a:lnTo>
                  <a:lnTo>
                    <a:pt x="269" y="1405"/>
                  </a:lnTo>
                  <a:lnTo>
                    <a:pt x="310" y="1407"/>
                  </a:lnTo>
                  <a:lnTo>
                    <a:pt x="355" y="1409"/>
                  </a:lnTo>
                  <a:lnTo>
                    <a:pt x="403" y="1413"/>
                  </a:lnTo>
                  <a:lnTo>
                    <a:pt x="453" y="1416"/>
                  </a:lnTo>
                  <a:lnTo>
                    <a:pt x="508" y="1420"/>
                  </a:lnTo>
                  <a:lnTo>
                    <a:pt x="565" y="1423"/>
                  </a:lnTo>
                  <a:lnTo>
                    <a:pt x="627" y="1426"/>
                  </a:lnTo>
                  <a:lnTo>
                    <a:pt x="692" y="1428"/>
                  </a:lnTo>
                  <a:lnTo>
                    <a:pt x="760" y="1428"/>
                  </a:lnTo>
                  <a:lnTo>
                    <a:pt x="824" y="1427"/>
                  </a:lnTo>
                  <a:lnTo>
                    <a:pt x="888" y="1424"/>
                  </a:lnTo>
                  <a:lnTo>
                    <a:pt x="950" y="1420"/>
                  </a:lnTo>
                  <a:lnTo>
                    <a:pt x="1009" y="1412"/>
                  </a:lnTo>
                  <a:lnTo>
                    <a:pt x="1067" y="1404"/>
                  </a:lnTo>
                  <a:lnTo>
                    <a:pt x="1122" y="1394"/>
                  </a:lnTo>
                  <a:lnTo>
                    <a:pt x="1175" y="1381"/>
                  </a:lnTo>
                  <a:lnTo>
                    <a:pt x="1225" y="1368"/>
                  </a:lnTo>
                  <a:lnTo>
                    <a:pt x="1271" y="1352"/>
                  </a:lnTo>
                  <a:lnTo>
                    <a:pt x="1314" y="1334"/>
                  </a:lnTo>
                  <a:lnTo>
                    <a:pt x="1353" y="1316"/>
                  </a:lnTo>
                  <a:lnTo>
                    <a:pt x="1387" y="1295"/>
                  </a:lnTo>
                  <a:lnTo>
                    <a:pt x="1418" y="1272"/>
                  </a:lnTo>
                  <a:lnTo>
                    <a:pt x="1443" y="1248"/>
                  </a:lnTo>
                  <a:lnTo>
                    <a:pt x="1463" y="1222"/>
                  </a:lnTo>
                  <a:lnTo>
                    <a:pt x="1478" y="1194"/>
                  </a:lnTo>
                  <a:lnTo>
                    <a:pt x="1487" y="1165"/>
                  </a:lnTo>
                  <a:lnTo>
                    <a:pt x="1490" y="1135"/>
                  </a:lnTo>
                  <a:lnTo>
                    <a:pt x="1490" y="1092"/>
                  </a:lnTo>
                  <a:lnTo>
                    <a:pt x="1488" y="1046"/>
                  </a:lnTo>
                  <a:lnTo>
                    <a:pt x="1487" y="996"/>
                  </a:lnTo>
                  <a:lnTo>
                    <a:pt x="1484" y="944"/>
                  </a:lnTo>
                  <a:lnTo>
                    <a:pt x="1480" y="890"/>
                  </a:lnTo>
                  <a:lnTo>
                    <a:pt x="1478" y="834"/>
                  </a:lnTo>
                  <a:lnTo>
                    <a:pt x="1475" y="778"/>
                  </a:lnTo>
                  <a:lnTo>
                    <a:pt x="1472" y="721"/>
                  </a:lnTo>
                  <a:lnTo>
                    <a:pt x="1470" y="663"/>
                  </a:lnTo>
                  <a:lnTo>
                    <a:pt x="1468" y="607"/>
                  </a:lnTo>
                  <a:lnTo>
                    <a:pt x="1466" y="552"/>
                  </a:lnTo>
                  <a:lnTo>
                    <a:pt x="1466" y="500"/>
                  </a:lnTo>
                  <a:lnTo>
                    <a:pt x="1467" y="450"/>
                  </a:lnTo>
                  <a:lnTo>
                    <a:pt x="1468" y="403"/>
                  </a:lnTo>
                  <a:lnTo>
                    <a:pt x="1471" y="361"/>
                  </a:lnTo>
                  <a:lnTo>
                    <a:pt x="1475" y="322"/>
                  </a:lnTo>
                  <a:lnTo>
                    <a:pt x="1481" y="289"/>
                  </a:lnTo>
                  <a:lnTo>
                    <a:pt x="1490" y="262"/>
                  </a:lnTo>
                  <a:lnTo>
                    <a:pt x="1495" y="247"/>
                  </a:lnTo>
                  <a:lnTo>
                    <a:pt x="1502" y="232"/>
                  </a:lnTo>
                  <a:lnTo>
                    <a:pt x="1511" y="213"/>
                  </a:lnTo>
                  <a:lnTo>
                    <a:pt x="1521" y="192"/>
                  </a:lnTo>
                  <a:lnTo>
                    <a:pt x="1534" y="172"/>
                  </a:lnTo>
                  <a:lnTo>
                    <a:pt x="1547" y="150"/>
                  </a:lnTo>
                  <a:lnTo>
                    <a:pt x="1563" y="128"/>
                  </a:lnTo>
                  <a:lnTo>
                    <a:pt x="1582" y="106"/>
                  </a:lnTo>
                  <a:lnTo>
                    <a:pt x="1603" y="85"/>
                  </a:lnTo>
                  <a:lnTo>
                    <a:pt x="1626" y="65"/>
                  </a:lnTo>
                  <a:lnTo>
                    <a:pt x="1651" y="48"/>
                  </a:lnTo>
                  <a:lnTo>
                    <a:pt x="1679" y="31"/>
                  </a:lnTo>
                  <a:lnTo>
                    <a:pt x="1710" y="19"/>
                  </a:lnTo>
                  <a:lnTo>
                    <a:pt x="1743" y="8"/>
                  </a:lnTo>
                  <a:lnTo>
                    <a:pt x="1780" y="2"/>
                  </a:lnTo>
                  <a:lnTo>
                    <a:pt x="18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A0F5F39-1D4C-4F06-B693-847B873CC429}"/>
              </a:ext>
            </a:extLst>
          </p:cNvPr>
          <p:cNvGrpSpPr/>
          <p:nvPr/>
        </p:nvGrpSpPr>
        <p:grpSpPr>
          <a:xfrm flipH="1">
            <a:off x="1938791" y="2724789"/>
            <a:ext cx="329932" cy="271132"/>
            <a:chOff x="5853113" y="3230563"/>
            <a:chExt cx="481013" cy="3952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7" name="Freeform 327">
              <a:extLst>
                <a:ext uri="{FF2B5EF4-FFF2-40B4-BE49-F238E27FC236}">
                  <a16:creationId xmlns:a16="http://schemas.microsoft.com/office/drawing/2014/main" id="{63114479-7F2E-4D25-8106-DCD477824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3259138"/>
              <a:ext cx="419100" cy="366713"/>
            </a:xfrm>
            <a:custGeom>
              <a:avLst/>
              <a:gdLst>
                <a:gd name="T0" fmla="*/ 2249 w 2905"/>
                <a:gd name="T1" fmla="*/ 239 h 2540"/>
                <a:gd name="T2" fmla="*/ 2885 w 2905"/>
                <a:gd name="T3" fmla="*/ 968 h 2540"/>
                <a:gd name="T4" fmla="*/ 2609 w 2905"/>
                <a:gd name="T5" fmla="*/ 1645 h 2540"/>
                <a:gd name="T6" fmla="*/ 2513 w 2905"/>
                <a:gd name="T7" fmla="*/ 1837 h 2540"/>
                <a:gd name="T8" fmla="*/ 2362 w 2905"/>
                <a:gd name="T9" fmla="*/ 1977 h 2540"/>
                <a:gd name="T10" fmla="*/ 2169 w 2905"/>
                <a:gd name="T11" fmla="*/ 2102 h 2540"/>
                <a:gd name="T12" fmla="*/ 2044 w 2905"/>
                <a:gd name="T13" fmla="*/ 2294 h 2540"/>
                <a:gd name="T14" fmla="*/ 1903 w 2905"/>
                <a:gd name="T15" fmla="*/ 2444 h 2540"/>
                <a:gd name="T16" fmla="*/ 1710 w 2905"/>
                <a:gd name="T17" fmla="*/ 2540 h 2540"/>
                <a:gd name="T18" fmla="*/ 1191 w 2905"/>
                <a:gd name="T19" fmla="*/ 2359 h 2540"/>
                <a:gd name="T20" fmla="*/ 1027 w 2905"/>
                <a:gd name="T21" fmla="*/ 2380 h 2540"/>
                <a:gd name="T22" fmla="*/ 934 w 2905"/>
                <a:gd name="T23" fmla="*/ 2229 h 2540"/>
                <a:gd name="T24" fmla="*/ 907 w 2905"/>
                <a:gd name="T25" fmla="*/ 2175 h 2540"/>
                <a:gd name="T26" fmla="*/ 745 w 2905"/>
                <a:gd name="T27" fmla="*/ 2107 h 2540"/>
                <a:gd name="T28" fmla="*/ 735 w 2905"/>
                <a:gd name="T29" fmla="*/ 1941 h 2540"/>
                <a:gd name="T30" fmla="*/ 612 w 2905"/>
                <a:gd name="T31" fmla="*/ 1952 h 2540"/>
                <a:gd name="T32" fmla="*/ 495 w 2905"/>
                <a:gd name="T33" fmla="*/ 1816 h 2540"/>
                <a:gd name="T34" fmla="*/ 490 w 2905"/>
                <a:gd name="T35" fmla="*/ 1730 h 2540"/>
                <a:gd name="T36" fmla="*/ 323 w 2905"/>
                <a:gd name="T37" fmla="*/ 1690 h 2540"/>
                <a:gd name="T38" fmla="*/ 284 w 2905"/>
                <a:gd name="T39" fmla="*/ 1525 h 2540"/>
                <a:gd name="T40" fmla="*/ 0 w 2905"/>
                <a:gd name="T41" fmla="*/ 904 h 2540"/>
                <a:gd name="T42" fmla="*/ 87 w 2905"/>
                <a:gd name="T43" fmla="*/ 837 h 2540"/>
                <a:gd name="T44" fmla="*/ 629 w 2905"/>
                <a:gd name="T45" fmla="*/ 1240 h 2540"/>
                <a:gd name="T46" fmla="*/ 771 w 2905"/>
                <a:gd name="T47" fmla="*/ 1357 h 2540"/>
                <a:gd name="T48" fmla="*/ 760 w 2905"/>
                <a:gd name="T49" fmla="*/ 1479 h 2540"/>
                <a:gd name="T50" fmla="*/ 927 w 2905"/>
                <a:gd name="T51" fmla="*/ 1489 h 2540"/>
                <a:gd name="T52" fmla="*/ 996 w 2905"/>
                <a:gd name="T53" fmla="*/ 1649 h 2540"/>
                <a:gd name="T54" fmla="*/ 1050 w 2905"/>
                <a:gd name="T55" fmla="*/ 1676 h 2540"/>
                <a:gd name="T56" fmla="*/ 1201 w 2905"/>
                <a:gd name="T57" fmla="*/ 1769 h 2540"/>
                <a:gd name="T58" fmla="*/ 1181 w 2905"/>
                <a:gd name="T59" fmla="*/ 1932 h 2540"/>
                <a:gd name="T60" fmla="*/ 1344 w 2905"/>
                <a:gd name="T61" fmla="*/ 1912 h 2540"/>
                <a:gd name="T62" fmla="*/ 1438 w 2905"/>
                <a:gd name="T63" fmla="*/ 2062 h 2540"/>
                <a:gd name="T64" fmla="*/ 1716 w 2905"/>
                <a:gd name="T65" fmla="*/ 2402 h 2540"/>
                <a:gd name="T66" fmla="*/ 1809 w 2905"/>
                <a:gd name="T67" fmla="*/ 2325 h 2540"/>
                <a:gd name="T68" fmla="*/ 1567 w 2905"/>
                <a:gd name="T69" fmla="*/ 2025 h 2540"/>
                <a:gd name="T70" fmla="*/ 1633 w 2905"/>
                <a:gd name="T71" fmla="*/ 1939 h 2540"/>
                <a:gd name="T72" fmla="*/ 1936 w 2905"/>
                <a:gd name="T73" fmla="*/ 2183 h 2540"/>
                <a:gd name="T74" fmla="*/ 2029 w 2905"/>
                <a:gd name="T75" fmla="*/ 2106 h 2540"/>
                <a:gd name="T76" fmla="*/ 1786 w 2905"/>
                <a:gd name="T77" fmla="*/ 1806 h 2540"/>
                <a:gd name="T78" fmla="*/ 1853 w 2905"/>
                <a:gd name="T79" fmla="*/ 1720 h 2540"/>
                <a:gd name="T80" fmla="*/ 2156 w 2905"/>
                <a:gd name="T81" fmla="*/ 1965 h 2540"/>
                <a:gd name="T82" fmla="*/ 2249 w 2905"/>
                <a:gd name="T83" fmla="*/ 1887 h 2540"/>
                <a:gd name="T84" fmla="*/ 2006 w 2905"/>
                <a:gd name="T85" fmla="*/ 1587 h 2540"/>
                <a:gd name="T86" fmla="*/ 2074 w 2905"/>
                <a:gd name="T87" fmla="*/ 1501 h 2540"/>
                <a:gd name="T88" fmla="*/ 2377 w 2905"/>
                <a:gd name="T89" fmla="*/ 1746 h 2540"/>
                <a:gd name="T90" fmla="*/ 2469 w 2905"/>
                <a:gd name="T91" fmla="*/ 1669 h 2540"/>
                <a:gd name="T92" fmla="*/ 2438 w 2905"/>
                <a:gd name="T93" fmla="*/ 1591 h 2540"/>
                <a:gd name="T94" fmla="*/ 2295 w 2905"/>
                <a:gd name="T95" fmla="*/ 1449 h 2540"/>
                <a:gd name="T96" fmla="*/ 2062 w 2905"/>
                <a:gd name="T97" fmla="*/ 1218 h 2540"/>
                <a:gd name="T98" fmla="*/ 1813 w 2905"/>
                <a:gd name="T99" fmla="*/ 970 h 2540"/>
                <a:gd name="T100" fmla="*/ 1616 w 2905"/>
                <a:gd name="T101" fmla="*/ 775 h 2540"/>
                <a:gd name="T102" fmla="*/ 1537 w 2905"/>
                <a:gd name="T103" fmla="*/ 706 h 2540"/>
                <a:gd name="T104" fmla="*/ 1428 w 2905"/>
                <a:gd name="T105" fmla="*/ 754 h 2540"/>
                <a:gd name="T106" fmla="*/ 1226 w 2905"/>
                <a:gd name="T107" fmla="*/ 1069 h 2540"/>
                <a:gd name="T108" fmla="*/ 976 w 2905"/>
                <a:gd name="T109" fmla="*/ 1147 h 2540"/>
                <a:gd name="T110" fmla="*/ 796 w 2905"/>
                <a:gd name="T111" fmla="*/ 1004 h 2540"/>
                <a:gd name="T112" fmla="*/ 1064 w 2905"/>
                <a:gd name="T113" fmla="*/ 203 h 2540"/>
                <a:gd name="T114" fmla="*/ 1158 w 2905"/>
                <a:gd name="T115" fmla="*/ 94 h 2540"/>
                <a:gd name="T116" fmla="*/ 1338 w 2905"/>
                <a:gd name="T117" fmla="*/ 10 h 2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05" h="2540">
                  <a:moveTo>
                    <a:pt x="1451" y="0"/>
                  </a:moveTo>
                  <a:lnTo>
                    <a:pt x="1493" y="3"/>
                  </a:lnTo>
                  <a:lnTo>
                    <a:pt x="1538" y="11"/>
                  </a:lnTo>
                  <a:lnTo>
                    <a:pt x="1585" y="23"/>
                  </a:lnTo>
                  <a:lnTo>
                    <a:pt x="2221" y="222"/>
                  </a:lnTo>
                  <a:lnTo>
                    <a:pt x="2236" y="229"/>
                  </a:lnTo>
                  <a:lnTo>
                    <a:pt x="2249" y="239"/>
                  </a:lnTo>
                  <a:lnTo>
                    <a:pt x="2885" y="870"/>
                  </a:lnTo>
                  <a:lnTo>
                    <a:pt x="2896" y="886"/>
                  </a:lnTo>
                  <a:lnTo>
                    <a:pt x="2903" y="902"/>
                  </a:lnTo>
                  <a:lnTo>
                    <a:pt x="2905" y="919"/>
                  </a:lnTo>
                  <a:lnTo>
                    <a:pt x="2903" y="936"/>
                  </a:lnTo>
                  <a:lnTo>
                    <a:pt x="2896" y="954"/>
                  </a:lnTo>
                  <a:lnTo>
                    <a:pt x="2885" y="968"/>
                  </a:lnTo>
                  <a:lnTo>
                    <a:pt x="2445" y="1405"/>
                  </a:lnTo>
                  <a:lnTo>
                    <a:pt x="2552" y="1511"/>
                  </a:lnTo>
                  <a:lnTo>
                    <a:pt x="2572" y="1534"/>
                  </a:lnTo>
                  <a:lnTo>
                    <a:pt x="2588" y="1560"/>
                  </a:lnTo>
                  <a:lnTo>
                    <a:pt x="2599" y="1587"/>
                  </a:lnTo>
                  <a:lnTo>
                    <a:pt x="2606" y="1615"/>
                  </a:lnTo>
                  <a:lnTo>
                    <a:pt x="2609" y="1645"/>
                  </a:lnTo>
                  <a:lnTo>
                    <a:pt x="2608" y="1675"/>
                  </a:lnTo>
                  <a:lnTo>
                    <a:pt x="2603" y="1705"/>
                  </a:lnTo>
                  <a:lnTo>
                    <a:pt x="2594" y="1734"/>
                  </a:lnTo>
                  <a:lnTo>
                    <a:pt x="2580" y="1762"/>
                  </a:lnTo>
                  <a:lnTo>
                    <a:pt x="2562" y="1790"/>
                  </a:lnTo>
                  <a:lnTo>
                    <a:pt x="2540" y="1815"/>
                  </a:lnTo>
                  <a:lnTo>
                    <a:pt x="2513" y="1837"/>
                  </a:lnTo>
                  <a:lnTo>
                    <a:pt x="2484" y="1857"/>
                  </a:lnTo>
                  <a:lnTo>
                    <a:pt x="2453" y="1870"/>
                  </a:lnTo>
                  <a:lnTo>
                    <a:pt x="2421" y="1879"/>
                  </a:lnTo>
                  <a:lnTo>
                    <a:pt x="2389" y="1883"/>
                  </a:lnTo>
                  <a:lnTo>
                    <a:pt x="2385" y="1915"/>
                  </a:lnTo>
                  <a:lnTo>
                    <a:pt x="2376" y="1947"/>
                  </a:lnTo>
                  <a:lnTo>
                    <a:pt x="2362" y="1977"/>
                  </a:lnTo>
                  <a:lnTo>
                    <a:pt x="2343" y="2007"/>
                  </a:lnTo>
                  <a:lnTo>
                    <a:pt x="2319" y="2033"/>
                  </a:lnTo>
                  <a:lnTo>
                    <a:pt x="2293" y="2056"/>
                  </a:lnTo>
                  <a:lnTo>
                    <a:pt x="2263" y="2075"/>
                  </a:lnTo>
                  <a:lnTo>
                    <a:pt x="2233" y="2089"/>
                  </a:lnTo>
                  <a:lnTo>
                    <a:pt x="2201" y="2098"/>
                  </a:lnTo>
                  <a:lnTo>
                    <a:pt x="2169" y="2102"/>
                  </a:lnTo>
                  <a:lnTo>
                    <a:pt x="2164" y="2134"/>
                  </a:lnTo>
                  <a:lnTo>
                    <a:pt x="2155" y="2166"/>
                  </a:lnTo>
                  <a:lnTo>
                    <a:pt x="2142" y="2196"/>
                  </a:lnTo>
                  <a:lnTo>
                    <a:pt x="2123" y="2226"/>
                  </a:lnTo>
                  <a:lnTo>
                    <a:pt x="2100" y="2252"/>
                  </a:lnTo>
                  <a:lnTo>
                    <a:pt x="2073" y="2275"/>
                  </a:lnTo>
                  <a:lnTo>
                    <a:pt x="2044" y="2294"/>
                  </a:lnTo>
                  <a:lnTo>
                    <a:pt x="2012" y="2308"/>
                  </a:lnTo>
                  <a:lnTo>
                    <a:pt x="1981" y="2316"/>
                  </a:lnTo>
                  <a:lnTo>
                    <a:pt x="1948" y="2321"/>
                  </a:lnTo>
                  <a:lnTo>
                    <a:pt x="1944" y="2352"/>
                  </a:lnTo>
                  <a:lnTo>
                    <a:pt x="1935" y="2385"/>
                  </a:lnTo>
                  <a:lnTo>
                    <a:pt x="1922" y="2415"/>
                  </a:lnTo>
                  <a:lnTo>
                    <a:pt x="1903" y="2444"/>
                  </a:lnTo>
                  <a:lnTo>
                    <a:pt x="1880" y="2471"/>
                  </a:lnTo>
                  <a:lnTo>
                    <a:pt x="1854" y="2492"/>
                  </a:lnTo>
                  <a:lnTo>
                    <a:pt x="1828" y="2510"/>
                  </a:lnTo>
                  <a:lnTo>
                    <a:pt x="1799" y="2524"/>
                  </a:lnTo>
                  <a:lnTo>
                    <a:pt x="1770" y="2533"/>
                  </a:lnTo>
                  <a:lnTo>
                    <a:pt x="1739" y="2539"/>
                  </a:lnTo>
                  <a:lnTo>
                    <a:pt x="1710" y="2540"/>
                  </a:lnTo>
                  <a:lnTo>
                    <a:pt x="1680" y="2537"/>
                  </a:lnTo>
                  <a:lnTo>
                    <a:pt x="1650" y="2530"/>
                  </a:lnTo>
                  <a:lnTo>
                    <a:pt x="1623" y="2519"/>
                  </a:lnTo>
                  <a:lnTo>
                    <a:pt x="1597" y="2503"/>
                  </a:lnTo>
                  <a:lnTo>
                    <a:pt x="1574" y="2483"/>
                  </a:lnTo>
                  <a:lnTo>
                    <a:pt x="1320" y="2231"/>
                  </a:lnTo>
                  <a:lnTo>
                    <a:pt x="1191" y="2359"/>
                  </a:lnTo>
                  <a:lnTo>
                    <a:pt x="1172" y="2375"/>
                  </a:lnTo>
                  <a:lnTo>
                    <a:pt x="1150" y="2387"/>
                  </a:lnTo>
                  <a:lnTo>
                    <a:pt x="1127" y="2394"/>
                  </a:lnTo>
                  <a:lnTo>
                    <a:pt x="1102" y="2396"/>
                  </a:lnTo>
                  <a:lnTo>
                    <a:pt x="1077" y="2395"/>
                  </a:lnTo>
                  <a:lnTo>
                    <a:pt x="1052" y="2389"/>
                  </a:lnTo>
                  <a:lnTo>
                    <a:pt x="1027" y="2380"/>
                  </a:lnTo>
                  <a:lnTo>
                    <a:pt x="1005" y="2365"/>
                  </a:lnTo>
                  <a:lnTo>
                    <a:pt x="983" y="2347"/>
                  </a:lnTo>
                  <a:lnTo>
                    <a:pt x="965" y="2326"/>
                  </a:lnTo>
                  <a:lnTo>
                    <a:pt x="951" y="2303"/>
                  </a:lnTo>
                  <a:lnTo>
                    <a:pt x="941" y="2278"/>
                  </a:lnTo>
                  <a:lnTo>
                    <a:pt x="935" y="2254"/>
                  </a:lnTo>
                  <a:lnTo>
                    <a:pt x="934" y="2229"/>
                  </a:lnTo>
                  <a:lnTo>
                    <a:pt x="936" y="2204"/>
                  </a:lnTo>
                  <a:lnTo>
                    <a:pt x="944" y="2181"/>
                  </a:lnTo>
                  <a:lnTo>
                    <a:pt x="955" y="2160"/>
                  </a:lnTo>
                  <a:lnTo>
                    <a:pt x="971" y="2140"/>
                  </a:lnTo>
                  <a:lnTo>
                    <a:pt x="952" y="2157"/>
                  </a:lnTo>
                  <a:lnTo>
                    <a:pt x="930" y="2168"/>
                  </a:lnTo>
                  <a:lnTo>
                    <a:pt x="907" y="2175"/>
                  </a:lnTo>
                  <a:lnTo>
                    <a:pt x="882" y="2178"/>
                  </a:lnTo>
                  <a:lnTo>
                    <a:pt x="857" y="2176"/>
                  </a:lnTo>
                  <a:lnTo>
                    <a:pt x="832" y="2170"/>
                  </a:lnTo>
                  <a:lnTo>
                    <a:pt x="808" y="2161"/>
                  </a:lnTo>
                  <a:lnTo>
                    <a:pt x="784" y="2147"/>
                  </a:lnTo>
                  <a:lnTo>
                    <a:pt x="763" y="2128"/>
                  </a:lnTo>
                  <a:lnTo>
                    <a:pt x="745" y="2107"/>
                  </a:lnTo>
                  <a:lnTo>
                    <a:pt x="730" y="2084"/>
                  </a:lnTo>
                  <a:lnTo>
                    <a:pt x="721" y="2060"/>
                  </a:lnTo>
                  <a:lnTo>
                    <a:pt x="715" y="2035"/>
                  </a:lnTo>
                  <a:lnTo>
                    <a:pt x="714" y="2011"/>
                  </a:lnTo>
                  <a:lnTo>
                    <a:pt x="716" y="1986"/>
                  </a:lnTo>
                  <a:lnTo>
                    <a:pt x="723" y="1963"/>
                  </a:lnTo>
                  <a:lnTo>
                    <a:pt x="735" y="1941"/>
                  </a:lnTo>
                  <a:lnTo>
                    <a:pt x="751" y="1922"/>
                  </a:lnTo>
                  <a:lnTo>
                    <a:pt x="731" y="1938"/>
                  </a:lnTo>
                  <a:lnTo>
                    <a:pt x="710" y="1949"/>
                  </a:lnTo>
                  <a:lnTo>
                    <a:pt x="686" y="1956"/>
                  </a:lnTo>
                  <a:lnTo>
                    <a:pt x="662" y="1959"/>
                  </a:lnTo>
                  <a:lnTo>
                    <a:pt x="636" y="1957"/>
                  </a:lnTo>
                  <a:lnTo>
                    <a:pt x="612" y="1952"/>
                  </a:lnTo>
                  <a:lnTo>
                    <a:pt x="588" y="1942"/>
                  </a:lnTo>
                  <a:lnTo>
                    <a:pt x="564" y="1928"/>
                  </a:lnTo>
                  <a:lnTo>
                    <a:pt x="543" y="1909"/>
                  </a:lnTo>
                  <a:lnTo>
                    <a:pt x="524" y="1888"/>
                  </a:lnTo>
                  <a:lnTo>
                    <a:pt x="511" y="1866"/>
                  </a:lnTo>
                  <a:lnTo>
                    <a:pt x="501" y="1841"/>
                  </a:lnTo>
                  <a:lnTo>
                    <a:pt x="495" y="1816"/>
                  </a:lnTo>
                  <a:lnTo>
                    <a:pt x="494" y="1792"/>
                  </a:lnTo>
                  <a:lnTo>
                    <a:pt x="497" y="1767"/>
                  </a:lnTo>
                  <a:lnTo>
                    <a:pt x="504" y="1744"/>
                  </a:lnTo>
                  <a:lnTo>
                    <a:pt x="515" y="1722"/>
                  </a:lnTo>
                  <a:lnTo>
                    <a:pt x="530" y="1703"/>
                  </a:lnTo>
                  <a:lnTo>
                    <a:pt x="511" y="1719"/>
                  </a:lnTo>
                  <a:lnTo>
                    <a:pt x="490" y="1730"/>
                  </a:lnTo>
                  <a:lnTo>
                    <a:pt x="466" y="1737"/>
                  </a:lnTo>
                  <a:lnTo>
                    <a:pt x="442" y="1740"/>
                  </a:lnTo>
                  <a:lnTo>
                    <a:pt x="417" y="1738"/>
                  </a:lnTo>
                  <a:lnTo>
                    <a:pt x="392" y="1733"/>
                  </a:lnTo>
                  <a:lnTo>
                    <a:pt x="367" y="1723"/>
                  </a:lnTo>
                  <a:lnTo>
                    <a:pt x="344" y="1709"/>
                  </a:lnTo>
                  <a:lnTo>
                    <a:pt x="323" y="1690"/>
                  </a:lnTo>
                  <a:lnTo>
                    <a:pt x="305" y="1670"/>
                  </a:lnTo>
                  <a:lnTo>
                    <a:pt x="291" y="1647"/>
                  </a:lnTo>
                  <a:lnTo>
                    <a:pt x="281" y="1622"/>
                  </a:lnTo>
                  <a:lnTo>
                    <a:pt x="275" y="1597"/>
                  </a:lnTo>
                  <a:lnTo>
                    <a:pt x="273" y="1573"/>
                  </a:lnTo>
                  <a:lnTo>
                    <a:pt x="276" y="1549"/>
                  </a:lnTo>
                  <a:lnTo>
                    <a:pt x="284" y="1525"/>
                  </a:lnTo>
                  <a:lnTo>
                    <a:pt x="295" y="1504"/>
                  </a:lnTo>
                  <a:lnTo>
                    <a:pt x="311" y="1485"/>
                  </a:lnTo>
                  <a:lnTo>
                    <a:pt x="432" y="1363"/>
                  </a:lnTo>
                  <a:lnTo>
                    <a:pt x="20" y="952"/>
                  </a:lnTo>
                  <a:lnTo>
                    <a:pt x="9" y="938"/>
                  </a:lnTo>
                  <a:lnTo>
                    <a:pt x="2" y="921"/>
                  </a:lnTo>
                  <a:lnTo>
                    <a:pt x="0" y="904"/>
                  </a:lnTo>
                  <a:lnTo>
                    <a:pt x="2" y="887"/>
                  </a:lnTo>
                  <a:lnTo>
                    <a:pt x="9" y="870"/>
                  </a:lnTo>
                  <a:lnTo>
                    <a:pt x="20" y="855"/>
                  </a:lnTo>
                  <a:lnTo>
                    <a:pt x="35" y="844"/>
                  </a:lnTo>
                  <a:lnTo>
                    <a:pt x="51" y="837"/>
                  </a:lnTo>
                  <a:lnTo>
                    <a:pt x="69" y="835"/>
                  </a:lnTo>
                  <a:lnTo>
                    <a:pt x="87" y="837"/>
                  </a:lnTo>
                  <a:lnTo>
                    <a:pt x="103" y="844"/>
                  </a:lnTo>
                  <a:lnTo>
                    <a:pt x="118" y="855"/>
                  </a:lnTo>
                  <a:lnTo>
                    <a:pt x="531" y="1267"/>
                  </a:lnTo>
                  <a:lnTo>
                    <a:pt x="554" y="1253"/>
                  </a:lnTo>
                  <a:lnTo>
                    <a:pt x="577" y="1243"/>
                  </a:lnTo>
                  <a:lnTo>
                    <a:pt x="603" y="1239"/>
                  </a:lnTo>
                  <a:lnTo>
                    <a:pt x="629" y="1240"/>
                  </a:lnTo>
                  <a:lnTo>
                    <a:pt x="656" y="1245"/>
                  </a:lnTo>
                  <a:lnTo>
                    <a:pt x="681" y="1255"/>
                  </a:lnTo>
                  <a:lnTo>
                    <a:pt x="706" y="1269"/>
                  </a:lnTo>
                  <a:lnTo>
                    <a:pt x="728" y="1288"/>
                  </a:lnTo>
                  <a:lnTo>
                    <a:pt x="747" y="1309"/>
                  </a:lnTo>
                  <a:lnTo>
                    <a:pt x="761" y="1333"/>
                  </a:lnTo>
                  <a:lnTo>
                    <a:pt x="771" y="1357"/>
                  </a:lnTo>
                  <a:lnTo>
                    <a:pt x="776" y="1381"/>
                  </a:lnTo>
                  <a:lnTo>
                    <a:pt x="778" y="1407"/>
                  </a:lnTo>
                  <a:lnTo>
                    <a:pt x="775" y="1431"/>
                  </a:lnTo>
                  <a:lnTo>
                    <a:pt x="768" y="1454"/>
                  </a:lnTo>
                  <a:lnTo>
                    <a:pt x="757" y="1476"/>
                  </a:lnTo>
                  <a:lnTo>
                    <a:pt x="741" y="1495"/>
                  </a:lnTo>
                  <a:lnTo>
                    <a:pt x="760" y="1479"/>
                  </a:lnTo>
                  <a:lnTo>
                    <a:pt x="781" y="1467"/>
                  </a:lnTo>
                  <a:lnTo>
                    <a:pt x="805" y="1460"/>
                  </a:lnTo>
                  <a:lnTo>
                    <a:pt x="829" y="1457"/>
                  </a:lnTo>
                  <a:lnTo>
                    <a:pt x="855" y="1459"/>
                  </a:lnTo>
                  <a:lnTo>
                    <a:pt x="879" y="1464"/>
                  </a:lnTo>
                  <a:lnTo>
                    <a:pt x="904" y="1475"/>
                  </a:lnTo>
                  <a:lnTo>
                    <a:pt x="927" y="1489"/>
                  </a:lnTo>
                  <a:lnTo>
                    <a:pt x="949" y="1507"/>
                  </a:lnTo>
                  <a:lnTo>
                    <a:pt x="967" y="1528"/>
                  </a:lnTo>
                  <a:lnTo>
                    <a:pt x="981" y="1551"/>
                  </a:lnTo>
                  <a:lnTo>
                    <a:pt x="990" y="1575"/>
                  </a:lnTo>
                  <a:lnTo>
                    <a:pt x="997" y="1600"/>
                  </a:lnTo>
                  <a:lnTo>
                    <a:pt x="998" y="1625"/>
                  </a:lnTo>
                  <a:lnTo>
                    <a:pt x="996" y="1649"/>
                  </a:lnTo>
                  <a:lnTo>
                    <a:pt x="988" y="1672"/>
                  </a:lnTo>
                  <a:lnTo>
                    <a:pt x="977" y="1694"/>
                  </a:lnTo>
                  <a:lnTo>
                    <a:pt x="961" y="1714"/>
                  </a:lnTo>
                  <a:lnTo>
                    <a:pt x="980" y="1698"/>
                  </a:lnTo>
                  <a:lnTo>
                    <a:pt x="1002" y="1686"/>
                  </a:lnTo>
                  <a:lnTo>
                    <a:pt x="1025" y="1679"/>
                  </a:lnTo>
                  <a:lnTo>
                    <a:pt x="1050" y="1676"/>
                  </a:lnTo>
                  <a:lnTo>
                    <a:pt x="1075" y="1678"/>
                  </a:lnTo>
                  <a:lnTo>
                    <a:pt x="1100" y="1683"/>
                  </a:lnTo>
                  <a:lnTo>
                    <a:pt x="1124" y="1693"/>
                  </a:lnTo>
                  <a:lnTo>
                    <a:pt x="1148" y="1708"/>
                  </a:lnTo>
                  <a:lnTo>
                    <a:pt x="1169" y="1725"/>
                  </a:lnTo>
                  <a:lnTo>
                    <a:pt x="1187" y="1746"/>
                  </a:lnTo>
                  <a:lnTo>
                    <a:pt x="1201" y="1769"/>
                  </a:lnTo>
                  <a:lnTo>
                    <a:pt x="1211" y="1794"/>
                  </a:lnTo>
                  <a:lnTo>
                    <a:pt x="1217" y="1818"/>
                  </a:lnTo>
                  <a:lnTo>
                    <a:pt x="1218" y="1843"/>
                  </a:lnTo>
                  <a:lnTo>
                    <a:pt x="1215" y="1868"/>
                  </a:lnTo>
                  <a:lnTo>
                    <a:pt x="1208" y="1891"/>
                  </a:lnTo>
                  <a:lnTo>
                    <a:pt x="1196" y="1912"/>
                  </a:lnTo>
                  <a:lnTo>
                    <a:pt x="1181" y="1932"/>
                  </a:lnTo>
                  <a:lnTo>
                    <a:pt x="1201" y="1916"/>
                  </a:lnTo>
                  <a:lnTo>
                    <a:pt x="1222" y="1905"/>
                  </a:lnTo>
                  <a:lnTo>
                    <a:pt x="1245" y="1898"/>
                  </a:lnTo>
                  <a:lnTo>
                    <a:pt x="1270" y="1895"/>
                  </a:lnTo>
                  <a:lnTo>
                    <a:pt x="1294" y="1896"/>
                  </a:lnTo>
                  <a:lnTo>
                    <a:pt x="1320" y="1902"/>
                  </a:lnTo>
                  <a:lnTo>
                    <a:pt x="1344" y="1912"/>
                  </a:lnTo>
                  <a:lnTo>
                    <a:pt x="1367" y="1926"/>
                  </a:lnTo>
                  <a:lnTo>
                    <a:pt x="1388" y="1944"/>
                  </a:lnTo>
                  <a:lnTo>
                    <a:pt x="1407" y="1965"/>
                  </a:lnTo>
                  <a:lnTo>
                    <a:pt x="1421" y="1988"/>
                  </a:lnTo>
                  <a:lnTo>
                    <a:pt x="1431" y="2013"/>
                  </a:lnTo>
                  <a:lnTo>
                    <a:pt x="1436" y="2037"/>
                  </a:lnTo>
                  <a:lnTo>
                    <a:pt x="1438" y="2062"/>
                  </a:lnTo>
                  <a:lnTo>
                    <a:pt x="1435" y="2087"/>
                  </a:lnTo>
                  <a:lnTo>
                    <a:pt x="1428" y="2110"/>
                  </a:lnTo>
                  <a:lnTo>
                    <a:pt x="1416" y="2131"/>
                  </a:lnTo>
                  <a:lnTo>
                    <a:pt x="1672" y="2386"/>
                  </a:lnTo>
                  <a:lnTo>
                    <a:pt x="1685" y="2395"/>
                  </a:lnTo>
                  <a:lnTo>
                    <a:pt x="1699" y="2401"/>
                  </a:lnTo>
                  <a:lnTo>
                    <a:pt x="1716" y="2402"/>
                  </a:lnTo>
                  <a:lnTo>
                    <a:pt x="1733" y="2400"/>
                  </a:lnTo>
                  <a:lnTo>
                    <a:pt x="1750" y="2395"/>
                  </a:lnTo>
                  <a:lnTo>
                    <a:pt x="1767" y="2386"/>
                  </a:lnTo>
                  <a:lnTo>
                    <a:pt x="1782" y="2374"/>
                  </a:lnTo>
                  <a:lnTo>
                    <a:pt x="1794" y="2358"/>
                  </a:lnTo>
                  <a:lnTo>
                    <a:pt x="1803" y="2342"/>
                  </a:lnTo>
                  <a:lnTo>
                    <a:pt x="1809" y="2325"/>
                  </a:lnTo>
                  <a:lnTo>
                    <a:pt x="1811" y="2308"/>
                  </a:lnTo>
                  <a:lnTo>
                    <a:pt x="1809" y="2291"/>
                  </a:lnTo>
                  <a:lnTo>
                    <a:pt x="1803" y="2276"/>
                  </a:lnTo>
                  <a:lnTo>
                    <a:pt x="1794" y="2264"/>
                  </a:lnTo>
                  <a:lnTo>
                    <a:pt x="1584" y="2055"/>
                  </a:lnTo>
                  <a:lnTo>
                    <a:pt x="1573" y="2041"/>
                  </a:lnTo>
                  <a:lnTo>
                    <a:pt x="1567" y="2025"/>
                  </a:lnTo>
                  <a:lnTo>
                    <a:pt x="1564" y="2007"/>
                  </a:lnTo>
                  <a:lnTo>
                    <a:pt x="1567" y="1989"/>
                  </a:lnTo>
                  <a:lnTo>
                    <a:pt x="1573" y="1973"/>
                  </a:lnTo>
                  <a:lnTo>
                    <a:pt x="1584" y="1958"/>
                  </a:lnTo>
                  <a:lnTo>
                    <a:pt x="1599" y="1947"/>
                  </a:lnTo>
                  <a:lnTo>
                    <a:pt x="1616" y="1941"/>
                  </a:lnTo>
                  <a:lnTo>
                    <a:pt x="1633" y="1939"/>
                  </a:lnTo>
                  <a:lnTo>
                    <a:pt x="1650" y="1941"/>
                  </a:lnTo>
                  <a:lnTo>
                    <a:pt x="1668" y="1947"/>
                  </a:lnTo>
                  <a:lnTo>
                    <a:pt x="1682" y="1958"/>
                  </a:lnTo>
                  <a:lnTo>
                    <a:pt x="1892" y="2167"/>
                  </a:lnTo>
                  <a:lnTo>
                    <a:pt x="1904" y="2176"/>
                  </a:lnTo>
                  <a:lnTo>
                    <a:pt x="1920" y="2182"/>
                  </a:lnTo>
                  <a:lnTo>
                    <a:pt x="1936" y="2183"/>
                  </a:lnTo>
                  <a:lnTo>
                    <a:pt x="1953" y="2182"/>
                  </a:lnTo>
                  <a:lnTo>
                    <a:pt x="1971" y="2176"/>
                  </a:lnTo>
                  <a:lnTo>
                    <a:pt x="1987" y="2167"/>
                  </a:lnTo>
                  <a:lnTo>
                    <a:pt x="2002" y="2155"/>
                  </a:lnTo>
                  <a:lnTo>
                    <a:pt x="2015" y="2139"/>
                  </a:lnTo>
                  <a:lnTo>
                    <a:pt x="2024" y="2123"/>
                  </a:lnTo>
                  <a:lnTo>
                    <a:pt x="2029" y="2106"/>
                  </a:lnTo>
                  <a:lnTo>
                    <a:pt x="2031" y="2089"/>
                  </a:lnTo>
                  <a:lnTo>
                    <a:pt x="2029" y="2073"/>
                  </a:lnTo>
                  <a:lnTo>
                    <a:pt x="2024" y="2058"/>
                  </a:lnTo>
                  <a:lnTo>
                    <a:pt x="2015" y="2045"/>
                  </a:lnTo>
                  <a:lnTo>
                    <a:pt x="1804" y="1837"/>
                  </a:lnTo>
                  <a:lnTo>
                    <a:pt x="1793" y="1822"/>
                  </a:lnTo>
                  <a:lnTo>
                    <a:pt x="1786" y="1806"/>
                  </a:lnTo>
                  <a:lnTo>
                    <a:pt x="1784" y="1788"/>
                  </a:lnTo>
                  <a:lnTo>
                    <a:pt x="1786" y="1770"/>
                  </a:lnTo>
                  <a:lnTo>
                    <a:pt x="1793" y="1754"/>
                  </a:lnTo>
                  <a:lnTo>
                    <a:pt x="1804" y="1740"/>
                  </a:lnTo>
                  <a:lnTo>
                    <a:pt x="1820" y="1729"/>
                  </a:lnTo>
                  <a:lnTo>
                    <a:pt x="1836" y="1722"/>
                  </a:lnTo>
                  <a:lnTo>
                    <a:pt x="1853" y="1720"/>
                  </a:lnTo>
                  <a:lnTo>
                    <a:pt x="1871" y="1722"/>
                  </a:lnTo>
                  <a:lnTo>
                    <a:pt x="1887" y="1729"/>
                  </a:lnTo>
                  <a:lnTo>
                    <a:pt x="1902" y="1740"/>
                  </a:lnTo>
                  <a:lnTo>
                    <a:pt x="2112" y="1948"/>
                  </a:lnTo>
                  <a:lnTo>
                    <a:pt x="2125" y="1957"/>
                  </a:lnTo>
                  <a:lnTo>
                    <a:pt x="2140" y="1963"/>
                  </a:lnTo>
                  <a:lnTo>
                    <a:pt x="2156" y="1965"/>
                  </a:lnTo>
                  <a:lnTo>
                    <a:pt x="2174" y="1963"/>
                  </a:lnTo>
                  <a:lnTo>
                    <a:pt x="2190" y="1957"/>
                  </a:lnTo>
                  <a:lnTo>
                    <a:pt x="2207" y="1949"/>
                  </a:lnTo>
                  <a:lnTo>
                    <a:pt x="2223" y="1936"/>
                  </a:lnTo>
                  <a:lnTo>
                    <a:pt x="2235" y="1920"/>
                  </a:lnTo>
                  <a:lnTo>
                    <a:pt x="2244" y="1904"/>
                  </a:lnTo>
                  <a:lnTo>
                    <a:pt x="2249" y="1887"/>
                  </a:lnTo>
                  <a:lnTo>
                    <a:pt x="2251" y="1871"/>
                  </a:lnTo>
                  <a:lnTo>
                    <a:pt x="2249" y="1855"/>
                  </a:lnTo>
                  <a:lnTo>
                    <a:pt x="2244" y="1839"/>
                  </a:lnTo>
                  <a:lnTo>
                    <a:pt x="2234" y="1826"/>
                  </a:lnTo>
                  <a:lnTo>
                    <a:pt x="2025" y="1618"/>
                  </a:lnTo>
                  <a:lnTo>
                    <a:pt x="2013" y="1603"/>
                  </a:lnTo>
                  <a:lnTo>
                    <a:pt x="2006" y="1587"/>
                  </a:lnTo>
                  <a:lnTo>
                    <a:pt x="2004" y="1570"/>
                  </a:lnTo>
                  <a:lnTo>
                    <a:pt x="2006" y="1553"/>
                  </a:lnTo>
                  <a:lnTo>
                    <a:pt x="2013" y="1535"/>
                  </a:lnTo>
                  <a:lnTo>
                    <a:pt x="2025" y="1521"/>
                  </a:lnTo>
                  <a:lnTo>
                    <a:pt x="2039" y="1510"/>
                  </a:lnTo>
                  <a:lnTo>
                    <a:pt x="2055" y="1503"/>
                  </a:lnTo>
                  <a:lnTo>
                    <a:pt x="2074" y="1501"/>
                  </a:lnTo>
                  <a:lnTo>
                    <a:pt x="2091" y="1503"/>
                  </a:lnTo>
                  <a:lnTo>
                    <a:pt x="2107" y="1510"/>
                  </a:lnTo>
                  <a:lnTo>
                    <a:pt x="2122" y="1521"/>
                  </a:lnTo>
                  <a:lnTo>
                    <a:pt x="2332" y="1729"/>
                  </a:lnTo>
                  <a:lnTo>
                    <a:pt x="2345" y="1739"/>
                  </a:lnTo>
                  <a:lnTo>
                    <a:pt x="2359" y="1744"/>
                  </a:lnTo>
                  <a:lnTo>
                    <a:pt x="2377" y="1746"/>
                  </a:lnTo>
                  <a:lnTo>
                    <a:pt x="2393" y="1744"/>
                  </a:lnTo>
                  <a:lnTo>
                    <a:pt x="2410" y="1739"/>
                  </a:lnTo>
                  <a:lnTo>
                    <a:pt x="2427" y="1730"/>
                  </a:lnTo>
                  <a:lnTo>
                    <a:pt x="2442" y="1718"/>
                  </a:lnTo>
                  <a:lnTo>
                    <a:pt x="2455" y="1703"/>
                  </a:lnTo>
                  <a:lnTo>
                    <a:pt x="2463" y="1685"/>
                  </a:lnTo>
                  <a:lnTo>
                    <a:pt x="2469" y="1669"/>
                  </a:lnTo>
                  <a:lnTo>
                    <a:pt x="2471" y="1652"/>
                  </a:lnTo>
                  <a:lnTo>
                    <a:pt x="2469" y="1636"/>
                  </a:lnTo>
                  <a:lnTo>
                    <a:pt x="2463" y="1620"/>
                  </a:lnTo>
                  <a:lnTo>
                    <a:pt x="2454" y="1608"/>
                  </a:lnTo>
                  <a:lnTo>
                    <a:pt x="2452" y="1606"/>
                  </a:lnTo>
                  <a:lnTo>
                    <a:pt x="2447" y="1600"/>
                  </a:lnTo>
                  <a:lnTo>
                    <a:pt x="2438" y="1591"/>
                  </a:lnTo>
                  <a:lnTo>
                    <a:pt x="2426" y="1579"/>
                  </a:lnTo>
                  <a:lnTo>
                    <a:pt x="2410" y="1564"/>
                  </a:lnTo>
                  <a:lnTo>
                    <a:pt x="2392" y="1545"/>
                  </a:lnTo>
                  <a:lnTo>
                    <a:pt x="2372" y="1525"/>
                  </a:lnTo>
                  <a:lnTo>
                    <a:pt x="2348" y="1502"/>
                  </a:lnTo>
                  <a:lnTo>
                    <a:pt x="2323" y="1477"/>
                  </a:lnTo>
                  <a:lnTo>
                    <a:pt x="2295" y="1449"/>
                  </a:lnTo>
                  <a:lnTo>
                    <a:pt x="2265" y="1420"/>
                  </a:lnTo>
                  <a:lnTo>
                    <a:pt x="2235" y="1389"/>
                  </a:lnTo>
                  <a:lnTo>
                    <a:pt x="2202" y="1357"/>
                  </a:lnTo>
                  <a:lnTo>
                    <a:pt x="2169" y="1323"/>
                  </a:lnTo>
                  <a:lnTo>
                    <a:pt x="2134" y="1289"/>
                  </a:lnTo>
                  <a:lnTo>
                    <a:pt x="2099" y="1254"/>
                  </a:lnTo>
                  <a:lnTo>
                    <a:pt x="2062" y="1218"/>
                  </a:lnTo>
                  <a:lnTo>
                    <a:pt x="2027" y="1182"/>
                  </a:lnTo>
                  <a:lnTo>
                    <a:pt x="1990" y="1146"/>
                  </a:lnTo>
                  <a:lnTo>
                    <a:pt x="1954" y="1110"/>
                  </a:lnTo>
                  <a:lnTo>
                    <a:pt x="1918" y="1074"/>
                  </a:lnTo>
                  <a:lnTo>
                    <a:pt x="1882" y="1039"/>
                  </a:lnTo>
                  <a:lnTo>
                    <a:pt x="1847" y="1003"/>
                  </a:lnTo>
                  <a:lnTo>
                    <a:pt x="1813" y="970"/>
                  </a:lnTo>
                  <a:lnTo>
                    <a:pt x="1780" y="937"/>
                  </a:lnTo>
                  <a:lnTo>
                    <a:pt x="1748" y="906"/>
                  </a:lnTo>
                  <a:lnTo>
                    <a:pt x="1718" y="875"/>
                  </a:lnTo>
                  <a:lnTo>
                    <a:pt x="1689" y="847"/>
                  </a:lnTo>
                  <a:lnTo>
                    <a:pt x="1663" y="821"/>
                  </a:lnTo>
                  <a:lnTo>
                    <a:pt x="1638" y="797"/>
                  </a:lnTo>
                  <a:lnTo>
                    <a:pt x="1616" y="775"/>
                  </a:lnTo>
                  <a:lnTo>
                    <a:pt x="1596" y="756"/>
                  </a:lnTo>
                  <a:lnTo>
                    <a:pt x="1579" y="740"/>
                  </a:lnTo>
                  <a:lnTo>
                    <a:pt x="1565" y="725"/>
                  </a:lnTo>
                  <a:lnTo>
                    <a:pt x="1560" y="721"/>
                  </a:lnTo>
                  <a:lnTo>
                    <a:pt x="1553" y="715"/>
                  </a:lnTo>
                  <a:lnTo>
                    <a:pt x="1546" y="711"/>
                  </a:lnTo>
                  <a:lnTo>
                    <a:pt x="1537" y="706"/>
                  </a:lnTo>
                  <a:lnTo>
                    <a:pt x="1527" y="704"/>
                  </a:lnTo>
                  <a:lnTo>
                    <a:pt x="1515" y="703"/>
                  </a:lnTo>
                  <a:lnTo>
                    <a:pt x="1501" y="705"/>
                  </a:lnTo>
                  <a:lnTo>
                    <a:pt x="1485" y="711"/>
                  </a:lnTo>
                  <a:lnTo>
                    <a:pt x="1468" y="720"/>
                  </a:lnTo>
                  <a:lnTo>
                    <a:pt x="1449" y="735"/>
                  </a:lnTo>
                  <a:lnTo>
                    <a:pt x="1428" y="754"/>
                  </a:lnTo>
                  <a:lnTo>
                    <a:pt x="1405" y="779"/>
                  </a:lnTo>
                  <a:lnTo>
                    <a:pt x="1383" y="808"/>
                  </a:lnTo>
                  <a:lnTo>
                    <a:pt x="1366" y="837"/>
                  </a:lnTo>
                  <a:lnTo>
                    <a:pt x="1270" y="1012"/>
                  </a:lnTo>
                  <a:lnTo>
                    <a:pt x="1259" y="1031"/>
                  </a:lnTo>
                  <a:lnTo>
                    <a:pt x="1244" y="1050"/>
                  </a:lnTo>
                  <a:lnTo>
                    <a:pt x="1226" y="1069"/>
                  </a:lnTo>
                  <a:lnTo>
                    <a:pt x="1194" y="1096"/>
                  </a:lnTo>
                  <a:lnTo>
                    <a:pt x="1161" y="1119"/>
                  </a:lnTo>
                  <a:lnTo>
                    <a:pt x="1125" y="1136"/>
                  </a:lnTo>
                  <a:lnTo>
                    <a:pt x="1089" y="1147"/>
                  </a:lnTo>
                  <a:lnTo>
                    <a:pt x="1052" y="1153"/>
                  </a:lnTo>
                  <a:lnTo>
                    <a:pt x="1014" y="1153"/>
                  </a:lnTo>
                  <a:lnTo>
                    <a:pt x="976" y="1147"/>
                  </a:lnTo>
                  <a:lnTo>
                    <a:pt x="944" y="1137"/>
                  </a:lnTo>
                  <a:lnTo>
                    <a:pt x="913" y="1123"/>
                  </a:lnTo>
                  <a:lnTo>
                    <a:pt x="883" y="1106"/>
                  </a:lnTo>
                  <a:lnTo>
                    <a:pt x="858" y="1085"/>
                  </a:lnTo>
                  <a:lnTo>
                    <a:pt x="833" y="1061"/>
                  </a:lnTo>
                  <a:lnTo>
                    <a:pt x="813" y="1034"/>
                  </a:lnTo>
                  <a:lnTo>
                    <a:pt x="796" y="1004"/>
                  </a:lnTo>
                  <a:lnTo>
                    <a:pt x="784" y="980"/>
                  </a:lnTo>
                  <a:lnTo>
                    <a:pt x="777" y="955"/>
                  </a:lnTo>
                  <a:lnTo>
                    <a:pt x="772" y="930"/>
                  </a:lnTo>
                  <a:lnTo>
                    <a:pt x="772" y="908"/>
                  </a:lnTo>
                  <a:lnTo>
                    <a:pt x="774" y="886"/>
                  </a:lnTo>
                  <a:lnTo>
                    <a:pt x="781" y="866"/>
                  </a:lnTo>
                  <a:lnTo>
                    <a:pt x="1064" y="203"/>
                  </a:lnTo>
                  <a:lnTo>
                    <a:pt x="1074" y="185"/>
                  </a:lnTo>
                  <a:lnTo>
                    <a:pt x="1086" y="166"/>
                  </a:lnTo>
                  <a:lnTo>
                    <a:pt x="1102" y="147"/>
                  </a:lnTo>
                  <a:lnTo>
                    <a:pt x="1120" y="126"/>
                  </a:lnTo>
                  <a:lnTo>
                    <a:pt x="1130" y="117"/>
                  </a:lnTo>
                  <a:lnTo>
                    <a:pt x="1142" y="106"/>
                  </a:lnTo>
                  <a:lnTo>
                    <a:pt x="1158" y="94"/>
                  </a:lnTo>
                  <a:lnTo>
                    <a:pt x="1176" y="81"/>
                  </a:lnTo>
                  <a:lnTo>
                    <a:pt x="1196" y="67"/>
                  </a:lnTo>
                  <a:lnTo>
                    <a:pt x="1220" y="53"/>
                  </a:lnTo>
                  <a:lnTo>
                    <a:pt x="1245" y="40"/>
                  </a:lnTo>
                  <a:lnTo>
                    <a:pt x="1274" y="28"/>
                  </a:lnTo>
                  <a:lnTo>
                    <a:pt x="1305" y="18"/>
                  </a:lnTo>
                  <a:lnTo>
                    <a:pt x="1338" y="10"/>
                  </a:lnTo>
                  <a:lnTo>
                    <a:pt x="1373" y="3"/>
                  </a:lnTo>
                  <a:lnTo>
                    <a:pt x="1412" y="0"/>
                  </a:lnTo>
                  <a:lnTo>
                    <a:pt x="14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8" name="Freeform 328">
              <a:extLst>
                <a:ext uri="{FF2B5EF4-FFF2-40B4-BE49-F238E27FC236}">
                  <a16:creationId xmlns:a16="http://schemas.microsoft.com/office/drawing/2014/main" id="{31791E89-38F3-4080-A750-A1585FE1B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84901" y="3230563"/>
              <a:ext cx="149225" cy="147638"/>
            </a:xfrm>
            <a:custGeom>
              <a:avLst/>
              <a:gdLst>
                <a:gd name="T0" fmla="*/ 671 w 1031"/>
                <a:gd name="T1" fmla="*/ 657 h 1025"/>
                <a:gd name="T2" fmla="*/ 626 w 1031"/>
                <a:gd name="T3" fmla="*/ 679 h 1025"/>
                <a:gd name="T4" fmla="*/ 595 w 1031"/>
                <a:gd name="T5" fmla="*/ 718 h 1025"/>
                <a:gd name="T6" fmla="*/ 584 w 1031"/>
                <a:gd name="T7" fmla="*/ 766 h 1025"/>
                <a:gd name="T8" fmla="*/ 595 w 1031"/>
                <a:gd name="T9" fmla="*/ 817 h 1025"/>
                <a:gd name="T10" fmla="*/ 626 w 1031"/>
                <a:gd name="T11" fmla="*/ 854 h 1025"/>
                <a:gd name="T12" fmla="*/ 671 w 1031"/>
                <a:gd name="T13" fmla="*/ 877 h 1025"/>
                <a:gd name="T14" fmla="*/ 723 w 1031"/>
                <a:gd name="T15" fmla="*/ 877 h 1025"/>
                <a:gd name="T16" fmla="*/ 768 w 1031"/>
                <a:gd name="T17" fmla="*/ 854 h 1025"/>
                <a:gd name="T18" fmla="*/ 800 w 1031"/>
                <a:gd name="T19" fmla="*/ 816 h 1025"/>
                <a:gd name="T20" fmla="*/ 811 w 1031"/>
                <a:gd name="T21" fmla="*/ 766 h 1025"/>
                <a:gd name="T22" fmla="*/ 800 w 1031"/>
                <a:gd name="T23" fmla="*/ 718 h 1025"/>
                <a:gd name="T24" fmla="*/ 768 w 1031"/>
                <a:gd name="T25" fmla="*/ 679 h 1025"/>
                <a:gd name="T26" fmla="*/ 723 w 1031"/>
                <a:gd name="T27" fmla="*/ 657 h 1025"/>
                <a:gd name="T28" fmla="*/ 345 w 1031"/>
                <a:gd name="T29" fmla="*/ 0 h 1025"/>
                <a:gd name="T30" fmla="*/ 391 w 1031"/>
                <a:gd name="T31" fmla="*/ 12 h 1025"/>
                <a:gd name="T32" fmla="*/ 432 w 1031"/>
                <a:gd name="T33" fmla="*/ 39 h 1025"/>
                <a:gd name="T34" fmla="*/ 1007 w 1031"/>
                <a:gd name="T35" fmla="*/ 615 h 1025"/>
                <a:gd name="T36" fmla="*/ 1027 w 1031"/>
                <a:gd name="T37" fmla="*/ 659 h 1025"/>
                <a:gd name="T38" fmla="*/ 1031 w 1031"/>
                <a:gd name="T39" fmla="*/ 705 h 1025"/>
                <a:gd name="T40" fmla="*/ 1019 w 1031"/>
                <a:gd name="T41" fmla="*/ 751 h 1025"/>
                <a:gd name="T42" fmla="*/ 992 w 1031"/>
                <a:gd name="T43" fmla="*/ 791 h 1025"/>
                <a:gd name="T44" fmla="*/ 776 w 1031"/>
                <a:gd name="T45" fmla="*/ 1001 h 1025"/>
                <a:gd name="T46" fmla="*/ 732 w 1031"/>
                <a:gd name="T47" fmla="*/ 1021 h 1025"/>
                <a:gd name="T48" fmla="*/ 686 w 1031"/>
                <a:gd name="T49" fmla="*/ 1025 h 1025"/>
                <a:gd name="T50" fmla="*/ 640 w 1031"/>
                <a:gd name="T51" fmla="*/ 1013 h 1025"/>
                <a:gd name="T52" fmla="*/ 600 w 1031"/>
                <a:gd name="T53" fmla="*/ 985 h 1025"/>
                <a:gd name="T54" fmla="*/ 24 w 1031"/>
                <a:gd name="T55" fmla="*/ 409 h 1025"/>
                <a:gd name="T56" fmla="*/ 4 w 1031"/>
                <a:gd name="T57" fmla="*/ 367 h 1025"/>
                <a:gd name="T58" fmla="*/ 0 w 1031"/>
                <a:gd name="T59" fmla="*/ 320 h 1025"/>
                <a:gd name="T60" fmla="*/ 11 w 1031"/>
                <a:gd name="T61" fmla="*/ 275 h 1025"/>
                <a:gd name="T62" fmla="*/ 40 w 1031"/>
                <a:gd name="T63" fmla="*/ 234 h 1025"/>
                <a:gd name="T64" fmla="*/ 255 w 1031"/>
                <a:gd name="T65" fmla="*/ 24 h 1025"/>
                <a:gd name="T66" fmla="*/ 298 w 1031"/>
                <a:gd name="T67" fmla="*/ 4 h 1025"/>
                <a:gd name="T68" fmla="*/ 345 w 1031"/>
                <a:gd name="T69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31" h="1025">
                  <a:moveTo>
                    <a:pt x="698" y="654"/>
                  </a:moveTo>
                  <a:lnTo>
                    <a:pt x="671" y="657"/>
                  </a:lnTo>
                  <a:lnTo>
                    <a:pt x="648" y="665"/>
                  </a:lnTo>
                  <a:lnTo>
                    <a:pt x="626" y="679"/>
                  </a:lnTo>
                  <a:lnTo>
                    <a:pt x="609" y="696"/>
                  </a:lnTo>
                  <a:lnTo>
                    <a:pt x="595" y="718"/>
                  </a:lnTo>
                  <a:lnTo>
                    <a:pt x="587" y="741"/>
                  </a:lnTo>
                  <a:lnTo>
                    <a:pt x="584" y="766"/>
                  </a:lnTo>
                  <a:lnTo>
                    <a:pt x="587" y="793"/>
                  </a:lnTo>
                  <a:lnTo>
                    <a:pt x="595" y="817"/>
                  </a:lnTo>
                  <a:lnTo>
                    <a:pt x="609" y="837"/>
                  </a:lnTo>
                  <a:lnTo>
                    <a:pt x="626" y="854"/>
                  </a:lnTo>
                  <a:lnTo>
                    <a:pt x="648" y="868"/>
                  </a:lnTo>
                  <a:lnTo>
                    <a:pt x="671" y="877"/>
                  </a:lnTo>
                  <a:lnTo>
                    <a:pt x="698" y="880"/>
                  </a:lnTo>
                  <a:lnTo>
                    <a:pt x="723" y="877"/>
                  </a:lnTo>
                  <a:lnTo>
                    <a:pt x="748" y="868"/>
                  </a:lnTo>
                  <a:lnTo>
                    <a:pt x="768" y="854"/>
                  </a:lnTo>
                  <a:lnTo>
                    <a:pt x="785" y="837"/>
                  </a:lnTo>
                  <a:lnTo>
                    <a:pt x="800" y="816"/>
                  </a:lnTo>
                  <a:lnTo>
                    <a:pt x="808" y="793"/>
                  </a:lnTo>
                  <a:lnTo>
                    <a:pt x="811" y="766"/>
                  </a:lnTo>
                  <a:lnTo>
                    <a:pt x="808" y="741"/>
                  </a:lnTo>
                  <a:lnTo>
                    <a:pt x="800" y="718"/>
                  </a:lnTo>
                  <a:lnTo>
                    <a:pt x="785" y="696"/>
                  </a:lnTo>
                  <a:lnTo>
                    <a:pt x="768" y="679"/>
                  </a:lnTo>
                  <a:lnTo>
                    <a:pt x="748" y="665"/>
                  </a:lnTo>
                  <a:lnTo>
                    <a:pt x="723" y="657"/>
                  </a:lnTo>
                  <a:lnTo>
                    <a:pt x="698" y="654"/>
                  </a:lnTo>
                  <a:close/>
                  <a:moveTo>
                    <a:pt x="345" y="0"/>
                  </a:moveTo>
                  <a:lnTo>
                    <a:pt x="368" y="4"/>
                  </a:lnTo>
                  <a:lnTo>
                    <a:pt x="391" y="12"/>
                  </a:lnTo>
                  <a:lnTo>
                    <a:pt x="412" y="24"/>
                  </a:lnTo>
                  <a:lnTo>
                    <a:pt x="432" y="39"/>
                  </a:lnTo>
                  <a:lnTo>
                    <a:pt x="992" y="596"/>
                  </a:lnTo>
                  <a:lnTo>
                    <a:pt x="1007" y="615"/>
                  </a:lnTo>
                  <a:lnTo>
                    <a:pt x="1019" y="637"/>
                  </a:lnTo>
                  <a:lnTo>
                    <a:pt x="1027" y="659"/>
                  </a:lnTo>
                  <a:lnTo>
                    <a:pt x="1031" y="682"/>
                  </a:lnTo>
                  <a:lnTo>
                    <a:pt x="1031" y="705"/>
                  </a:lnTo>
                  <a:lnTo>
                    <a:pt x="1027" y="729"/>
                  </a:lnTo>
                  <a:lnTo>
                    <a:pt x="1019" y="751"/>
                  </a:lnTo>
                  <a:lnTo>
                    <a:pt x="1007" y="771"/>
                  </a:lnTo>
                  <a:lnTo>
                    <a:pt x="992" y="791"/>
                  </a:lnTo>
                  <a:lnTo>
                    <a:pt x="796" y="985"/>
                  </a:lnTo>
                  <a:lnTo>
                    <a:pt x="776" y="1001"/>
                  </a:lnTo>
                  <a:lnTo>
                    <a:pt x="755" y="1013"/>
                  </a:lnTo>
                  <a:lnTo>
                    <a:pt x="732" y="1021"/>
                  </a:lnTo>
                  <a:lnTo>
                    <a:pt x="709" y="1025"/>
                  </a:lnTo>
                  <a:lnTo>
                    <a:pt x="686" y="1025"/>
                  </a:lnTo>
                  <a:lnTo>
                    <a:pt x="663" y="1021"/>
                  </a:lnTo>
                  <a:lnTo>
                    <a:pt x="640" y="1013"/>
                  </a:lnTo>
                  <a:lnTo>
                    <a:pt x="619" y="1001"/>
                  </a:lnTo>
                  <a:lnTo>
                    <a:pt x="600" y="985"/>
                  </a:lnTo>
                  <a:lnTo>
                    <a:pt x="40" y="429"/>
                  </a:lnTo>
                  <a:lnTo>
                    <a:pt x="24" y="409"/>
                  </a:lnTo>
                  <a:lnTo>
                    <a:pt x="11" y="389"/>
                  </a:lnTo>
                  <a:lnTo>
                    <a:pt x="4" y="367"/>
                  </a:lnTo>
                  <a:lnTo>
                    <a:pt x="0" y="344"/>
                  </a:lnTo>
                  <a:lnTo>
                    <a:pt x="0" y="320"/>
                  </a:lnTo>
                  <a:lnTo>
                    <a:pt x="4" y="297"/>
                  </a:lnTo>
                  <a:lnTo>
                    <a:pt x="11" y="275"/>
                  </a:lnTo>
                  <a:lnTo>
                    <a:pt x="24" y="253"/>
                  </a:lnTo>
                  <a:lnTo>
                    <a:pt x="40" y="234"/>
                  </a:lnTo>
                  <a:lnTo>
                    <a:pt x="236" y="39"/>
                  </a:lnTo>
                  <a:lnTo>
                    <a:pt x="255" y="24"/>
                  </a:lnTo>
                  <a:lnTo>
                    <a:pt x="275" y="12"/>
                  </a:lnTo>
                  <a:lnTo>
                    <a:pt x="298" y="4"/>
                  </a:lnTo>
                  <a:lnTo>
                    <a:pt x="321" y="0"/>
                  </a:lnTo>
                  <a:lnTo>
                    <a:pt x="3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7F324CE5-06D6-4D86-80C1-BD25897B922B}"/>
              </a:ext>
            </a:extLst>
          </p:cNvPr>
          <p:cNvGrpSpPr/>
          <p:nvPr/>
        </p:nvGrpSpPr>
        <p:grpSpPr>
          <a:xfrm flipH="1">
            <a:off x="464595" y="2696480"/>
            <a:ext cx="311420" cy="327753"/>
            <a:chOff x="5054600" y="3946526"/>
            <a:chExt cx="454025" cy="47783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10" name="Freeform 340">
              <a:extLst>
                <a:ext uri="{FF2B5EF4-FFF2-40B4-BE49-F238E27FC236}">
                  <a16:creationId xmlns:a16="http://schemas.microsoft.com/office/drawing/2014/main" id="{64441404-4002-4E11-AF2C-6196514A3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3946526"/>
              <a:ext cx="376238" cy="444500"/>
            </a:xfrm>
            <a:custGeom>
              <a:avLst/>
              <a:gdLst>
                <a:gd name="T0" fmla="*/ 179 w 2604"/>
                <a:gd name="T1" fmla="*/ 0 h 3074"/>
                <a:gd name="T2" fmla="*/ 2424 w 2604"/>
                <a:gd name="T3" fmla="*/ 0 h 3074"/>
                <a:gd name="T4" fmla="*/ 2457 w 2604"/>
                <a:gd name="T5" fmla="*/ 3 h 3074"/>
                <a:gd name="T6" fmla="*/ 2487 w 2604"/>
                <a:gd name="T7" fmla="*/ 12 h 3074"/>
                <a:gd name="T8" fmla="*/ 2515 w 2604"/>
                <a:gd name="T9" fmla="*/ 25 h 3074"/>
                <a:gd name="T10" fmla="*/ 2540 w 2604"/>
                <a:gd name="T11" fmla="*/ 43 h 3074"/>
                <a:gd name="T12" fmla="*/ 2561 w 2604"/>
                <a:gd name="T13" fmla="*/ 65 h 3074"/>
                <a:gd name="T14" fmla="*/ 2579 w 2604"/>
                <a:gd name="T15" fmla="*/ 90 h 3074"/>
                <a:gd name="T16" fmla="*/ 2592 w 2604"/>
                <a:gd name="T17" fmla="*/ 118 h 3074"/>
                <a:gd name="T18" fmla="*/ 2601 w 2604"/>
                <a:gd name="T19" fmla="*/ 149 h 3074"/>
                <a:gd name="T20" fmla="*/ 2604 w 2604"/>
                <a:gd name="T21" fmla="*/ 181 h 3074"/>
                <a:gd name="T22" fmla="*/ 2604 w 2604"/>
                <a:gd name="T23" fmla="*/ 2037 h 3074"/>
                <a:gd name="T24" fmla="*/ 2245 w 2604"/>
                <a:gd name="T25" fmla="*/ 2335 h 3074"/>
                <a:gd name="T26" fmla="*/ 2245 w 2604"/>
                <a:gd name="T27" fmla="*/ 362 h 3074"/>
                <a:gd name="T28" fmla="*/ 359 w 2604"/>
                <a:gd name="T29" fmla="*/ 362 h 3074"/>
                <a:gd name="T30" fmla="*/ 359 w 2604"/>
                <a:gd name="T31" fmla="*/ 2712 h 3074"/>
                <a:gd name="T32" fmla="*/ 1492 w 2604"/>
                <a:gd name="T33" fmla="*/ 2712 h 3074"/>
                <a:gd name="T34" fmla="*/ 1746 w 2604"/>
                <a:gd name="T35" fmla="*/ 3074 h 3074"/>
                <a:gd name="T36" fmla="*/ 179 w 2604"/>
                <a:gd name="T37" fmla="*/ 3074 h 3074"/>
                <a:gd name="T38" fmla="*/ 147 w 2604"/>
                <a:gd name="T39" fmla="*/ 3070 h 3074"/>
                <a:gd name="T40" fmla="*/ 117 w 2604"/>
                <a:gd name="T41" fmla="*/ 3062 h 3074"/>
                <a:gd name="T42" fmla="*/ 89 w 2604"/>
                <a:gd name="T43" fmla="*/ 3049 h 3074"/>
                <a:gd name="T44" fmla="*/ 63 w 2604"/>
                <a:gd name="T45" fmla="*/ 3031 h 3074"/>
                <a:gd name="T46" fmla="*/ 41 w 2604"/>
                <a:gd name="T47" fmla="*/ 3009 h 3074"/>
                <a:gd name="T48" fmla="*/ 24 w 2604"/>
                <a:gd name="T49" fmla="*/ 2984 h 3074"/>
                <a:gd name="T50" fmla="*/ 10 w 2604"/>
                <a:gd name="T51" fmla="*/ 2956 h 3074"/>
                <a:gd name="T52" fmla="*/ 2 w 2604"/>
                <a:gd name="T53" fmla="*/ 2925 h 3074"/>
                <a:gd name="T54" fmla="*/ 0 w 2604"/>
                <a:gd name="T55" fmla="*/ 2893 h 3074"/>
                <a:gd name="T56" fmla="*/ 0 w 2604"/>
                <a:gd name="T57" fmla="*/ 181 h 3074"/>
                <a:gd name="T58" fmla="*/ 2 w 2604"/>
                <a:gd name="T59" fmla="*/ 149 h 3074"/>
                <a:gd name="T60" fmla="*/ 10 w 2604"/>
                <a:gd name="T61" fmla="*/ 118 h 3074"/>
                <a:gd name="T62" fmla="*/ 24 w 2604"/>
                <a:gd name="T63" fmla="*/ 90 h 3074"/>
                <a:gd name="T64" fmla="*/ 41 w 2604"/>
                <a:gd name="T65" fmla="*/ 65 h 3074"/>
                <a:gd name="T66" fmla="*/ 63 w 2604"/>
                <a:gd name="T67" fmla="*/ 43 h 3074"/>
                <a:gd name="T68" fmla="*/ 89 w 2604"/>
                <a:gd name="T69" fmla="*/ 25 h 3074"/>
                <a:gd name="T70" fmla="*/ 117 w 2604"/>
                <a:gd name="T71" fmla="*/ 12 h 3074"/>
                <a:gd name="T72" fmla="*/ 147 w 2604"/>
                <a:gd name="T73" fmla="*/ 3 h 3074"/>
                <a:gd name="T74" fmla="*/ 179 w 2604"/>
                <a:gd name="T75" fmla="*/ 0 h 3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04" h="3074">
                  <a:moveTo>
                    <a:pt x="179" y="0"/>
                  </a:moveTo>
                  <a:lnTo>
                    <a:pt x="2424" y="0"/>
                  </a:lnTo>
                  <a:lnTo>
                    <a:pt x="2457" y="3"/>
                  </a:lnTo>
                  <a:lnTo>
                    <a:pt x="2487" y="12"/>
                  </a:lnTo>
                  <a:lnTo>
                    <a:pt x="2515" y="25"/>
                  </a:lnTo>
                  <a:lnTo>
                    <a:pt x="2540" y="43"/>
                  </a:lnTo>
                  <a:lnTo>
                    <a:pt x="2561" y="65"/>
                  </a:lnTo>
                  <a:lnTo>
                    <a:pt x="2579" y="90"/>
                  </a:lnTo>
                  <a:lnTo>
                    <a:pt x="2592" y="118"/>
                  </a:lnTo>
                  <a:lnTo>
                    <a:pt x="2601" y="149"/>
                  </a:lnTo>
                  <a:lnTo>
                    <a:pt x="2604" y="181"/>
                  </a:lnTo>
                  <a:lnTo>
                    <a:pt x="2604" y="2037"/>
                  </a:lnTo>
                  <a:lnTo>
                    <a:pt x="2245" y="2335"/>
                  </a:lnTo>
                  <a:lnTo>
                    <a:pt x="2245" y="362"/>
                  </a:lnTo>
                  <a:lnTo>
                    <a:pt x="359" y="362"/>
                  </a:lnTo>
                  <a:lnTo>
                    <a:pt x="359" y="2712"/>
                  </a:lnTo>
                  <a:lnTo>
                    <a:pt x="1492" y="2712"/>
                  </a:lnTo>
                  <a:lnTo>
                    <a:pt x="1746" y="3074"/>
                  </a:lnTo>
                  <a:lnTo>
                    <a:pt x="179" y="3074"/>
                  </a:lnTo>
                  <a:lnTo>
                    <a:pt x="147" y="3070"/>
                  </a:lnTo>
                  <a:lnTo>
                    <a:pt x="117" y="3062"/>
                  </a:lnTo>
                  <a:lnTo>
                    <a:pt x="89" y="3049"/>
                  </a:lnTo>
                  <a:lnTo>
                    <a:pt x="63" y="3031"/>
                  </a:lnTo>
                  <a:lnTo>
                    <a:pt x="41" y="3009"/>
                  </a:lnTo>
                  <a:lnTo>
                    <a:pt x="24" y="2984"/>
                  </a:lnTo>
                  <a:lnTo>
                    <a:pt x="10" y="2956"/>
                  </a:lnTo>
                  <a:lnTo>
                    <a:pt x="2" y="2925"/>
                  </a:lnTo>
                  <a:lnTo>
                    <a:pt x="0" y="2893"/>
                  </a:lnTo>
                  <a:lnTo>
                    <a:pt x="0" y="181"/>
                  </a:lnTo>
                  <a:lnTo>
                    <a:pt x="2" y="149"/>
                  </a:lnTo>
                  <a:lnTo>
                    <a:pt x="10" y="118"/>
                  </a:lnTo>
                  <a:lnTo>
                    <a:pt x="24" y="90"/>
                  </a:lnTo>
                  <a:lnTo>
                    <a:pt x="41" y="65"/>
                  </a:lnTo>
                  <a:lnTo>
                    <a:pt x="63" y="43"/>
                  </a:lnTo>
                  <a:lnTo>
                    <a:pt x="89" y="25"/>
                  </a:lnTo>
                  <a:lnTo>
                    <a:pt x="117" y="12"/>
                  </a:lnTo>
                  <a:lnTo>
                    <a:pt x="147" y="3"/>
                  </a:lnTo>
                  <a:lnTo>
                    <a:pt x="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1" name="Freeform 341">
              <a:extLst>
                <a:ext uri="{FF2B5EF4-FFF2-40B4-BE49-F238E27FC236}">
                  <a16:creationId xmlns:a16="http://schemas.microsoft.com/office/drawing/2014/main" id="{4260B998-7EC0-4F61-AB16-C8B1C9370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00" y="4224338"/>
              <a:ext cx="238125" cy="200025"/>
            </a:xfrm>
            <a:custGeom>
              <a:avLst/>
              <a:gdLst>
                <a:gd name="T0" fmla="*/ 1569 w 1656"/>
                <a:gd name="T1" fmla="*/ 0 h 1391"/>
                <a:gd name="T2" fmla="*/ 1590 w 1656"/>
                <a:gd name="T3" fmla="*/ 3 h 1391"/>
                <a:gd name="T4" fmla="*/ 1610 w 1656"/>
                <a:gd name="T5" fmla="*/ 12 h 1391"/>
                <a:gd name="T6" fmla="*/ 1628 w 1656"/>
                <a:gd name="T7" fmla="*/ 25 h 1391"/>
                <a:gd name="T8" fmla="*/ 1642 w 1656"/>
                <a:gd name="T9" fmla="*/ 42 h 1391"/>
                <a:gd name="T10" fmla="*/ 1651 w 1656"/>
                <a:gd name="T11" fmla="*/ 62 h 1391"/>
                <a:gd name="T12" fmla="*/ 1656 w 1656"/>
                <a:gd name="T13" fmla="*/ 82 h 1391"/>
                <a:gd name="T14" fmla="*/ 1655 w 1656"/>
                <a:gd name="T15" fmla="*/ 104 h 1391"/>
                <a:gd name="T16" fmla="*/ 1650 w 1656"/>
                <a:gd name="T17" fmla="*/ 125 h 1391"/>
                <a:gd name="T18" fmla="*/ 1639 w 1656"/>
                <a:gd name="T19" fmla="*/ 144 h 1391"/>
                <a:gd name="T20" fmla="*/ 757 w 1656"/>
                <a:gd name="T21" fmla="*/ 1353 h 1391"/>
                <a:gd name="T22" fmla="*/ 743 w 1656"/>
                <a:gd name="T23" fmla="*/ 1369 h 1391"/>
                <a:gd name="T24" fmla="*/ 725 w 1656"/>
                <a:gd name="T25" fmla="*/ 1380 h 1391"/>
                <a:gd name="T26" fmla="*/ 706 w 1656"/>
                <a:gd name="T27" fmla="*/ 1388 h 1391"/>
                <a:gd name="T28" fmla="*/ 685 w 1656"/>
                <a:gd name="T29" fmla="*/ 1391 h 1391"/>
                <a:gd name="T30" fmla="*/ 684 w 1656"/>
                <a:gd name="T31" fmla="*/ 1391 h 1391"/>
                <a:gd name="T32" fmla="*/ 663 w 1656"/>
                <a:gd name="T33" fmla="*/ 1388 h 1391"/>
                <a:gd name="T34" fmla="*/ 644 w 1656"/>
                <a:gd name="T35" fmla="*/ 1379 h 1391"/>
                <a:gd name="T36" fmla="*/ 626 w 1656"/>
                <a:gd name="T37" fmla="*/ 1368 h 1391"/>
                <a:gd name="T38" fmla="*/ 612 w 1656"/>
                <a:gd name="T39" fmla="*/ 1351 h 1391"/>
                <a:gd name="T40" fmla="*/ 17 w 1656"/>
                <a:gd name="T41" fmla="*/ 505 h 1391"/>
                <a:gd name="T42" fmla="*/ 7 w 1656"/>
                <a:gd name="T43" fmla="*/ 486 h 1391"/>
                <a:gd name="T44" fmla="*/ 1 w 1656"/>
                <a:gd name="T45" fmla="*/ 466 h 1391"/>
                <a:gd name="T46" fmla="*/ 0 w 1656"/>
                <a:gd name="T47" fmla="*/ 446 h 1391"/>
                <a:gd name="T48" fmla="*/ 4 w 1656"/>
                <a:gd name="T49" fmla="*/ 427 h 1391"/>
                <a:gd name="T50" fmla="*/ 12 w 1656"/>
                <a:gd name="T51" fmla="*/ 408 h 1391"/>
                <a:gd name="T52" fmla="*/ 24 w 1656"/>
                <a:gd name="T53" fmla="*/ 391 h 1391"/>
                <a:gd name="T54" fmla="*/ 40 w 1656"/>
                <a:gd name="T55" fmla="*/ 377 h 1391"/>
                <a:gd name="T56" fmla="*/ 58 w 1656"/>
                <a:gd name="T57" fmla="*/ 367 h 1391"/>
                <a:gd name="T58" fmla="*/ 78 w 1656"/>
                <a:gd name="T59" fmla="*/ 363 h 1391"/>
                <a:gd name="T60" fmla="*/ 97 w 1656"/>
                <a:gd name="T61" fmla="*/ 362 h 1391"/>
                <a:gd name="T62" fmla="*/ 118 w 1656"/>
                <a:gd name="T63" fmla="*/ 366 h 1391"/>
                <a:gd name="T64" fmla="*/ 136 w 1656"/>
                <a:gd name="T65" fmla="*/ 375 h 1391"/>
                <a:gd name="T66" fmla="*/ 685 w 1656"/>
                <a:gd name="T67" fmla="*/ 706 h 1391"/>
                <a:gd name="T68" fmla="*/ 1510 w 1656"/>
                <a:gd name="T69" fmla="*/ 21 h 1391"/>
                <a:gd name="T70" fmla="*/ 1528 w 1656"/>
                <a:gd name="T71" fmla="*/ 10 h 1391"/>
                <a:gd name="T72" fmla="*/ 1548 w 1656"/>
                <a:gd name="T73" fmla="*/ 2 h 1391"/>
                <a:gd name="T74" fmla="*/ 1569 w 1656"/>
                <a:gd name="T75" fmla="*/ 0 h 1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56" h="1391">
                  <a:moveTo>
                    <a:pt x="1569" y="0"/>
                  </a:moveTo>
                  <a:lnTo>
                    <a:pt x="1590" y="3"/>
                  </a:lnTo>
                  <a:lnTo>
                    <a:pt x="1610" y="12"/>
                  </a:lnTo>
                  <a:lnTo>
                    <a:pt x="1628" y="25"/>
                  </a:lnTo>
                  <a:lnTo>
                    <a:pt x="1642" y="42"/>
                  </a:lnTo>
                  <a:lnTo>
                    <a:pt x="1651" y="62"/>
                  </a:lnTo>
                  <a:lnTo>
                    <a:pt x="1656" y="82"/>
                  </a:lnTo>
                  <a:lnTo>
                    <a:pt x="1655" y="104"/>
                  </a:lnTo>
                  <a:lnTo>
                    <a:pt x="1650" y="125"/>
                  </a:lnTo>
                  <a:lnTo>
                    <a:pt x="1639" y="144"/>
                  </a:lnTo>
                  <a:lnTo>
                    <a:pt x="757" y="1353"/>
                  </a:lnTo>
                  <a:lnTo>
                    <a:pt x="743" y="1369"/>
                  </a:lnTo>
                  <a:lnTo>
                    <a:pt x="725" y="1380"/>
                  </a:lnTo>
                  <a:lnTo>
                    <a:pt x="706" y="1388"/>
                  </a:lnTo>
                  <a:lnTo>
                    <a:pt x="685" y="1391"/>
                  </a:lnTo>
                  <a:lnTo>
                    <a:pt x="684" y="1391"/>
                  </a:lnTo>
                  <a:lnTo>
                    <a:pt x="663" y="1388"/>
                  </a:lnTo>
                  <a:lnTo>
                    <a:pt x="644" y="1379"/>
                  </a:lnTo>
                  <a:lnTo>
                    <a:pt x="626" y="1368"/>
                  </a:lnTo>
                  <a:lnTo>
                    <a:pt x="612" y="1351"/>
                  </a:lnTo>
                  <a:lnTo>
                    <a:pt x="17" y="505"/>
                  </a:lnTo>
                  <a:lnTo>
                    <a:pt x="7" y="486"/>
                  </a:lnTo>
                  <a:lnTo>
                    <a:pt x="1" y="466"/>
                  </a:lnTo>
                  <a:lnTo>
                    <a:pt x="0" y="446"/>
                  </a:lnTo>
                  <a:lnTo>
                    <a:pt x="4" y="427"/>
                  </a:lnTo>
                  <a:lnTo>
                    <a:pt x="12" y="408"/>
                  </a:lnTo>
                  <a:lnTo>
                    <a:pt x="24" y="391"/>
                  </a:lnTo>
                  <a:lnTo>
                    <a:pt x="40" y="377"/>
                  </a:lnTo>
                  <a:lnTo>
                    <a:pt x="58" y="367"/>
                  </a:lnTo>
                  <a:lnTo>
                    <a:pt x="78" y="363"/>
                  </a:lnTo>
                  <a:lnTo>
                    <a:pt x="97" y="362"/>
                  </a:lnTo>
                  <a:lnTo>
                    <a:pt x="118" y="366"/>
                  </a:lnTo>
                  <a:lnTo>
                    <a:pt x="136" y="375"/>
                  </a:lnTo>
                  <a:lnTo>
                    <a:pt x="685" y="706"/>
                  </a:lnTo>
                  <a:lnTo>
                    <a:pt x="1510" y="21"/>
                  </a:lnTo>
                  <a:lnTo>
                    <a:pt x="1528" y="10"/>
                  </a:lnTo>
                  <a:lnTo>
                    <a:pt x="1548" y="2"/>
                  </a:lnTo>
                  <a:lnTo>
                    <a:pt x="15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2" name="Freeform 342">
              <a:extLst>
                <a:ext uri="{FF2B5EF4-FFF2-40B4-BE49-F238E27FC236}">
                  <a16:creationId xmlns:a16="http://schemas.microsoft.com/office/drawing/2014/main" id="{82FD2979-0996-475A-AA95-0ACE038D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4038601"/>
              <a:ext cx="207963" cy="52388"/>
            </a:xfrm>
            <a:custGeom>
              <a:avLst/>
              <a:gdLst>
                <a:gd name="T0" fmla="*/ 179 w 1436"/>
                <a:gd name="T1" fmla="*/ 0 h 362"/>
                <a:gd name="T2" fmla="*/ 1257 w 1436"/>
                <a:gd name="T3" fmla="*/ 0 h 362"/>
                <a:gd name="T4" fmla="*/ 1289 w 1436"/>
                <a:gd name="T5" fmla="*/ 3 h 362"/>
                <a:gd name="T6" fmla="*/ 1319 w 1436"/>
                <a:gd name="T7" fmla="*/ 11 h 362"/>
                <a:gd name="T8" fmla="*/ 1347 w 1436"/>
                <a:gd name="T9" fmla="*/ 25 h 362"/>
                <a:gd name="T10" fmla="*/ 1372 w 1436"/>
                <a:gd name="T11" fmla="*/ 42 h 362"/>
                <a:gd name="T12" fmla="*/ 1394 w 1436"/>
                <a:gd name="T13" fmla="*/ 64 h 362"/>
                <a:gd name="T14" fmla="*/ 1411 w 1436"/>
                <a:gd name="T15" fmla="*/ 89 h 362"/>
                <a:gd name="T16" fmla="*/ 1425 w 1436"/>
                <a:gd name="T17" fmla="*/ 117 h 362"/>
                <a:gd name="T18" fmla="*/ 1433 w 1436"/>
                <a:gd name="T19" fmla="*/ 148 h 362"/>
                <a:gd name="T20" fmla="*/ 1436 w 1436"/>
                <a:gd name="T21" fmla="*/ 181 h 362"/>
                <a:gd name="T22" fmla="*/ 1433 w 1436"/>
                <a:gd name="T23" fmla="*/ 213 h 362"/>
                <a:gd name="T24" fmla="*/ 1425 w 1436"/>
                <a:gd name="T25" fmla="*/ 244 h 362"/>
                <a:gd name="T26" fmla="*/ 1411 w 1436"/>
                <a:gd name="T27" fmla="*/ 272 h 362"/>
                <a:gd name="T28" fmla="*/ 1394 w 1436"/>
                <a:gd name="T29" fmla="*/ 297 h 362"/>
                <a:gd name="T30" fmla="*/ 1372 w 1436"/>
                <a:gd name="T31" fmla="*/ 319 h 362"/>
                <a:gd name="T32" fmla="*/ 1347 w 1436"/>
                <a:gd name="T33" fmla="*/ 337 h 362"/>
                <a:gd name="T34" fmla="*/ 1319 w 1436"/>
                <a:gd name="T35" fmla="*/ 350 h 362"/>
                <a:gd name="T36" fmla="*/ 1288 w 1436"/>
                <a:gd name="T37" fmla="*/ 358 h 362"/>
                <a:gd name="T38" fmla="*/ 1256 w 1436"/>
                <a:gd name="T39" fmla="*/ 362 h 362"/>
                <a:gd name="T40" fmla="*/ 179 w 1436"/>
                <a:gd name="T41" fmla="*/ 362 h 362"/>
                <a:gd name="T42" fmla="*/ 146 w 1436"/>
                <a:gd name="T43" fmla="*/ 358 h 362"/>
                <a:gd name="T44" fmla="*/ 117 w 1436"/>
                <a:gd name="T45" fmla="*/ 350 h 362"/>
                <a:gd name="T46" fmla="*/ 89 w 1436"/>
                <a:gd name="T47" fmla="*/ 337 h 362"/>
                <a:gd name="T48" fmla="*/ 63 w 1436"/>
                <a:gd name="T49" fmla="*/ 319 h 362"/>
                <a:gd name="T50" fmla="*/ 41 w 1436"/>
                <a:gd name="T51" fmla="*/ 297 h 362"/>
                <a:gd name="T52" fmla="*/ 24 w 1436"/>
                <a:gd name="T53" fmla="*/ 272 h 362"/>
                <a:gd name="T54" fmla="*/ 10 w 1436"/>
                <a:gd name="T55" fmla="*/ 244 h 362"/>
                <a:gd name="T56" fmla="*/ 2 w 1436"/>
                <a:gd name="T57" fmla="*/ 213 h 362"/>
                <a:gd name="T58" fmla="*/ 0 w 1436"/>
                <a:gd name="T59" fmla="*/ 181 h 362"/>
                <a:gd name="T60" fmla="*/ 2 w 1436"/>
                <a:gd name="T61" fmla="*/ 148 h 362"/>
                <a:gd name="T62" fmla="*/ 10 w 1436"/>
                <a:gd name="T63" fmla="*/ 117 h 362"/>
                <a:gd name="T64" fmla="*/ 24 w 1436"/>
                <a:gd name="T65" fmla="*/ 89 h 362"/>
                <a:gd name="T66" fmla="*/ 41 w 1436"/>
                <a:gd name="T67" fmla="*/ 64 h 362"/>
                <a:gd name="T68" fmla="*/ 63 w 1436"/>
                <a:gd name="T69" fmla="*/ 42 h 362"/>
                <a:gd name="T70" fmla="*/ 89 w 1436"/>
                <a:gd name="T71" fmla="*/ 25 h 362"/>
                <a:gd name="T72" fmla="*/ 117 w 1436"/>
                <a:gd name="T73" fmla="*/ 11 h 362"/>
                <a:gd name="T74" fmla="*/ 146 w 1436"/>
                <a:gd name="T75" fmla="*/ 3 h 362"/>
                <a:gd name="T76" fmla="*/ 179 w 1436"/>
                <a:gd name="T77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6" h="362">
                  <a:moveTo>
                    <a:pt x="179" y="0"/>
                  </a:moveTo>
                  <a:lnTo>
                    <a:pt x="1257" y="0"/>
                  </a:lnTo>
                  <a:lnTo>
                    <a:pt x="1289" y="3"/>
                  </a:lnTo>
                  <a:lnTo>
                    <a:pt x="1319" y="11"/>
                  </a:lnTo>
                  <a:lnTo>
                    <a:pt x="1347" y="25"/>
                  </a:lnTo>
                  <a:lnTo>
                    <a:pt x="1372" y="42"/>
                  </a:lnTo>
                  <a:lnTo>
                    <a:pt x="1394" y="64"/>
                  </a:lnTo>
                  <a:lnTo>
                    <a:pt x="1411" y="89"/>
                  </a:lnTo>
                  <a:lnTo>
                    <a:pt x="1425" y="117"/>
                  </a:lnTo>
                  <a:lnTo>
                    <a:pt x="1433" y="148"/>
                  </a:lnTo>
                  <a:lnTo>
                    <a:pt x="1436" y="181"/>
                  </a:lnTo>
                  <a:lnTo>
                    <a:pt x="1433" y="213"/>
                  </a:lnTo>
                  <a:lnTo>
                    <a:pt x="1425" y="244"/>
                  </a:lnTo>
                  <a:lnTo>
                    <a:pt x="1411" y="272"/>
                  </a:lnTo>
                  <a:lnTo>
                    <a:pt x="1394" y="297"/>
                  </a:lnTo>
                  <a:lnTo>
                    <a:pt x="1372" y="319"/>
                  </a:lnTo>
                  <a:lnTo>
                    <a:pt x="1347" y="337"/>
                  </a:lnTo>
                  <a:lnTo>
                    <a:pt x="1319" y="350"/>
                  </a:lnTo>
                  <a:lnTo>
                    <a:pt x="1288" y="358"/>
                  </a:lnTo>
                  <a:lnTo>
                    <a:pt x="1256" y="362"/>
                  </a:lnTo>
                  <a:lnTo>
                    <a:pt x="179" y="362"/>
                  </a:lnTo>
                  <a:lnTo>
                    <a:pt x="146" y="358"/>
                  </a:lnTo>
                  <a:lnTo>
                    <a:pt x="117" y="350"/>
                  </a:lnTo>
                  <a:lnTo>
                    <a:pt x="89" y="337"/>
                  </a:lnTo>
                  <a:lnTo>
                    <a:pt x="63" y="319"/>
                  </a:lnTo>
                  <a:lnTo>
                    <a:pt x="41" y="297"/>
                  </a:lnTo>
                  <a:lnTo>
                    <a:pt x="24" y="272"/>
                  </a:lnTo>
                  <a:lnTo>
                    <a:pt x="10" y="244"/>
                  </a:lnTo>
                  <a:lnTo>
                    <a:pt x="2" y="213"/>
                  </a:lnTo>
                  <a:lnTo>
                    <a:pt x="0" y="181"/>
                  </a:lnTo>
                  <a:lnTo>
                    <a:pt x="2" y="148"/>
                  </a:lnTo>
                  <a:lnTo>
                    <a:pt x="10" y="117"/>
                  </a:lnTo>
                  <a:lnTo>
                    <a:pt x="24" y="89"/>
                  </a:lnTo>
                  <a:lnTo>
                    <a:pt x="41" y="64"/>
                  </a:lnTo>
                  <a:lnTo>
                    <a:pt x="63" y="42"/>
                  </a:lnTo>
                  <a:lnTo>
                    <a:pt x="89" y="25"/>
                  </a:lnTo>
                  <a:lnTo>
                    <a:pt x="117" y="11"/>
                  </a:lnTo>
                  <a:lnTo>
                    <a:pt x="146" y="3"/>
                  </a:lnTo>
                  <a:lnTo>
                    <a:pt x="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3" name="Freeform 343">
              <a:extLst>
                <a:ext uri="{FF2B5EF4-FFF2-40B4-BE49-F238E27FC236}">
                  <a16:creationId xmlns:a16="http://schemas.microsoft.com/office/drawing/2014/main" id="{AC05491E-4DE5-4E86-AC41-69672BCEFA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4116388"/>
              <a:ext cx="207963" cy="52388"/>
            </a:xfrm>
            <a:custGeom>
              <a:avLst/>
              <a:gdLst>
                <a:gd name="T0" fmla="*/ 179 w 1436"/>
                <a:gd name="T1" fmla="*/ 0 h 360"/>
                <a:gd name="T2" fmla="*/ 1257 w 1436"/>
                <a:gd name="T3" fmla="*/ 0 h 360"/>
                <a:gd name="T4" fmla="*/ 1289 w 1436"/>
                <a:gd name="T5" fmla="*/ 2 h 360"/>
                <a:gd name="T6" fmla="*/ 1319 w 1436"/>
                <a:gd name="T7" fmla="*/ 11 h 360"/>
                <a:gd name="T8" fmla="*/ 1347 w 1436"/>
                <a:gd name="T9" fmla="*/ 23 h 360"/>
                <a:gd name="T10" fmla="*/ 1372 w 1436"/>
                <a:gd name="T11" fmla="*/ 42 h 360"/>
                <a:gd name="T12" fmla="*/ 1394 w 1436"/>
                <a:gd name="T13" fmla="*/ 64 h 360"/>
                <a:gd name="T14" fmla="*/ 1411 w 1436"/>
                <a:gd name="T15" fmla="*/ 89 h 360"/>
                <a:gd name="T16" fmla="*/ 1425 w 1436"/>
                <a:gd name="T17" fmla="*/ 117 h 360"/>
                <a:gd name="T18" fmla="*/ 1433 w 1436"/>
                <a:gd name="T19" fmla="*/ 147 h 360"/>
                <a:gd name="T20" fmla="*/ 1436 w 1436"/>
                <a:gd name="T21" fmla="*/ 179 h 360"/>
                <a:gd name="T22" fmla="*/ 1433 w 1436"/>
                <a:gd name="T23" fmla="*/ 213 h 360"/>
                <a:gd name="T24" fmla="*/ 1425 w 1436"/>
                <a:gd name="T25" fmla="*/ 243 h 360"/>
                <a:gd name="T26" fmla="*/ 1411 w 1436"/>
                <a:gd name="T27" fmla="*/ 271 h 360"/>
                <a:gd name="T28" fmla="*/ 1394 w 1436"/>
                <a:gd name="T29" fmla="*/ 297 h 360"/>
                <a:gd name="T30" fmla="*/ 1372 w 1436"/>
                <a:gd name="T31" fmla="*/ 318 h 360"/>
                <a:gd name="T32" fmla="*/ 1347 w 1436"/>
                <a:gd name="T33" fmla="*/ 337 h 360"/>
                <a:gd name="T34" fmla="*/ 1319 w 1436"/>
                <a:gd name="T35" fmla="*/ 349 h 360"/>
                <a:gd name="T36" fmla="*/ 1288 w 1436"/>
                <a:gd name="T37" fmla="*/ 358 h 360"/>
                <a:gd name="T38" fmla="*/ 1256 w 1436"/>
                <a:gd name="T39" fmla="*/ 360 h 360"/>
                <a:gd name="T40" fmla="*/ 179 w 1436"/>
                <a:gd name="T41" fmla="*/ 360 h 360"/>
                <a:gd name="T42" fmla="*/ 146 w 1436"/>
                <a:gd name="T43" fmla="*/ 358 h 360"/>
                <a:gd name="T44" fmla="*/ 117 w 1436"/>
                <a:gd name="T45" fmla="*/ 349 h 360"/>
                <a:gd name="T46" fmla="*/ 89 w 1436"/>
                <a:gd name="T47" fmla="*/ 337 h 360"/>
                <a:gd name="T48" fmla="*/ 63 w 1436"/>
                <a:gd name="T49" fmla="*/ 318 h 360"/>
                <a:gd name="T50" fmla="*/ 41 w 1436"/>
                <a:gd name="T51" fmla="*/ 297 h 360"/>
                <a:gd name="T52" fmla="*/ 24 w 1436"/>
                <a:gd name="T53" fmla="*/ 271 h 360"/>
                <a:gd name="T54" fmla="*/ 10 w 1436"/>
                <a:gd name="T55" fmla="*/ 243 h 360"/>
                <a:gd name="T56" fmla="*/ 2 w 1436"/>
                <a:gd name="T57" fmla="*/ 213 h 360"/>
                <a:gd name="T58" fmla="*/ 0 w 1436"/>
                <a:gd name="T59" fmla="*/ 179 h 360"/>
                <a:gd name="T60" fmla="*/ 2 w 1436"/>
                <a:gd name="T61" fmla="*/ 147 h 360"/>
                <a:gd name="T62" fmla="*/ 10 w 1436"/>
                <a:gd name="T63" fmla="*/ 117 h 360"/>
                <a:gd name="T64" fmla="*/ 24 w 1436"/>
                <a:gd name="T65" fmla="*/ 89 h 360"/>
                <a:gd name="T66" fmla="*/ 41 w 1436"/>
                <a:gd name="T67" fmla="*/ 64 h 360"/>
                <a:gd name="T68" fmla="*/ 63 w 1436"/>
                <a:gd name="T69" fmla="*/ 42 h 360"/>
                <a:gd name="T70" fmla="*/ 89 w 1436"/>
                <a:gd name="T71" fmla="*/ 23 h 360"/>
                <a:gd name="T72" fmla="*/ 117 w 1436"/>
                <a:gd name="T73" fmla="*/ 11 h 360"/>
                <a:gd name="T74" fmla="*/ 146 w 1436"/>
                <a:gd name="T75" fmla="*/ 2 h 360"/>
                <a:gd name="T76" fmla="*/ 179 w 1436"/>
                <a:gd name="T7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6" h="360">
                  <a:moveTo>
                    <a:pt x="179" y="0"/>
                  </a:moveTo>
                  <a:lnTo>
                    <a:pt x="1257" y="0"/>
                  </a:lnTo>
                  <a:lnTo>
                    <a:pt x="1289" y="2"/>
                  </a:lnTo>
                  <a:lnTo>
                    <a:pt x="1319" y="11"/>
                  </a:lnTo>
                  <a:lnTo>
                    <a:pt x="1347" y="23"/>
                  </a:lnTo>
                  <a:lnTo>
                    <a:pt x="1372" y="42"/>
                  </a:lnTo>
                  <a:lnTo>
                    <a:pt x="1394" y="64"/>
                  </a:lnTo>
                  <a:lnTo>
                    <a:pt x="1411" y="89"/>
                  </a:lnTo>
                  <a:lnTo>
                    <a:pt x="1425" y="117"/>
                  </a:lnTo>
                  <a:lnTo>
                    <a:pt x="1433" y="147"/>
                  </a:lnTo>
                  <a:lnTo>
                    <a:pt x="1436" y="179"/>
                  </a:lnTo>
                  <a:lnTo>
                    <a:pt x="1433" y="213"/>
                  </a:lnTo>
                  <a:lnTo>
                    <a:pt x="1425" y="243"/>
                  </a:lnTo>
                  <a:lnTo>
                    <a:pt x="1411" y="271"/>
                  </a:lnTo>
                  <a:lnTo>
                    <a:pt x="1394" y="297"/>
                  </a:lnTo>
                  <a:lnTo>
                    <a:pt x="1372" y="318"/>
                  </a:lnTo>
                  <a:lnTo>
                    <a:pt x="1347" y="337"/>
                  </a:lnTo>
                  <a:lnTo>
                    <a:pt x="1319" y="349"/>
                  </a:lnTo>
                  <a:lnTo>
                    <a:pt x="1288" y="358"/>
                  </a:lnTo>
                  <a:lnTo>
                    <a:pt x="1256" y="360"/>
                  </a:lnTo>
                  <a:lnTo>
                    <a:pt x="179" y="360"/>
                  </a:lnTo>
                  <a:lnTo>
                    <a:pt x="146" y="358"/>
                  </a:lnTo>
                  <a:lnTo>
                    <a:pt x="117" y="349"/>
                  </a:lnTo>
                  <a:lnTo>
                    <a:pt x="89" y="337"/>
                  </a:lnTo>
                  <a:lnTo>
                    <a:pt x="63" y="318"/>
                  </a:lnTo>
                  <a:lnTo>
                    <a:pt x="41" y="297"/>
                  </a:lnTo>
                  <a:lnTo>
                    <a:pt x="24" y="271"/>
                  </a:lnTo>
                  <a:lnTo>
                    <a:pt x="10" y="243"/>
                  </a:lnTo>
                  <a:lnTo>
                    <a:pt x="2" y="213"/>
                  </a:lnTo>
                  <a:lnTo>
                    <a:pt x="0" y="179"/>
                  </a:lnTo>
                  <a:lnTo>
                    <a:pt x="2" y="147"/>
                  </a:lnTo>
                  <a:lnTo>
                    <a:pt x="10" y="117"/>
                  </a:lnTo>
                  <a:lnTo>
                    <a:pt x="24" y="89"/>
                  </a:lnTo>
                  <a:lnTo>
                    <a:pt x="41" y="64"/>
                  </a:lnTo>
                  <a:lnTo>
                    <a:pt x="63" y="42"/>
                  </a:lnTo>
                  <a:lnTo>
                    <a:pt x="89" y="23"/>
                  </a:lnTo>
                  <a:lnTo>
                    <a:pt x="117" y="11"/>
                  </a:lnTo>
                  <a:lnTo>
                    <a:pt x="146" y="2"/>
                  </a:lnTo>
                  <a:lnTo>
                    <a:pt x="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4" name="Freeform 344">
              <a:extLst>
                <a:ext uri="{FF2B5EF4-FFF2-40B4-BE49-F238E27FC236}">
                  <a16:creationId xmlns:a16="http://schemas.microsoft.com/office/drawing/2014/main" id="{B34828E2-B3E8-485D-8F79-DE296D3BD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738" y="4194176"/>
              <a:ext cx="207963" cy="52388"/>
            </a:xfrm>
            <a:custGeom>
              <a:avLst/>
              <a:gdLst>
                <a:gd name="T0" fmla="*/ 179 w 1436"/>
                <a:gd name="T1" fmla="*/ 0 h 362"/>
                <a:gd name="T2" fmla="*/ 1257 w 1436"/>
                <a:gd name="T3" fmla="*/ 0 h 362"/>
                <a:gd name="T4" fmla="*/ 1289 w 1436"/>
                <a:gd name="T5" fmla="*/ 4 h 362"/>
                <a:gd name="T6" fmla="*/ 1319 w 1436"/>
                <a:gd name="T7" fmla="*/ 12 h 362"/>
                <a:gd name="T8" fmla="*/ 1347 w 1436"/>
                <a:gd name="T9" fmla="*/ 25 h 362"/>
                <a:gd name="T10" fmla="*/ 1372 w 1436"/>
                <a:gd name="T11" fmla="*/ 43 h 362"/>
                <a:gd name="T12" fmla="*/ 1394 w 1436"/>
                <a:gd name="T13" fmla="*/ 65 h 362"/>
                <a:gd name="T14" fmla="*/ 1411 w 1436"/>
                <a:gd name="T15" fmla="*/ 90 h 362"/>
                <a:gd name="T16" fmla="*/ 1425 w 1436"/>
                <a:gd name="T17" fmla="*/ 118 h 362"/>
                <a:gd name="T18" fmla="*/ 1433 w 1436"/>
                <a:gd name="T19" fmla="*/ 149 h 362"/>
                <a:gd name="T20" fmla="*/ 1436 w 1436"/>
                <a:gd name="T21" fmla="*/ 181 h 362"/>
                <a:gd name="T22" fmla="*/ 1433 w 1436"/>
                <a:gd name="T23" fmla="*/ 214 h 362"/>
                <a:gd name="T24" fmla="*/ 1425 w 1436"/>
                <a:gd name="T25" fmla="*/ 245 h 362"/>
                <a:gd name="T26" fmla="*/ 1411 w 1436"/>
                <a:gd name="T27" fmla="*/ 273 h 362"/>
                <a:gd name="T28" fmla="*/ 1394 w 1436"/>
                <a:gd name="T29" fmla="*/ 298 h 362"/>
                <a:gd name="T30" fmla="*/ 1372 w 1436"/>
                <a:gd name="T31" fmla="*/ 320 h 362"/>
                <a:gd name="T32" fmla="*/ 1347 w 1436"/>
                <a:gd name="T33" fmla="*/ 337 h 362"/>
                <a:gd name="T34" fmla="*/ 1319 w 1436"/>
                <a:gd name="T35" fmla="*/ 351 h 362"/>
                <a:gd name="T36" fmla="*/ 1288 w 1436"/>
                <a:gd name="T37" fmla="*/ 359 h 362"/>
                <a:gd name="T38" fmla="*/ 1256 w 1436"/>
                <a:gd name="T39" fmla="*/ 362 h 362"/>
                <a:gd name="T40" fmla="*/ 179 w 1436"/>
                <a:gd name="T41" fmla="*/ 362 h 362"/>
                <a:gd name="T42" fmla="*/ 146 w 1436"/>
                <a:gd name="T43" fmla="*/ 359 h 362"/>
                <a:gd name="T44" fmla="*/ 117 w 1436"/>
                <a:gd name="T45" fmla="*/ 351 h 362"/>
                <a:gd name="T46" fmla="*/ 89 w 1436"/>
                <a:gd name="T47" fmla="*/ 337 h 362"/>
                <a:gd name="T48" fmla="*/ 63 w 1436"/>
                <a:gd name="T49" fmla="*/ 320 h 362"/>
                <a:gd name="T50" fmla="*/ 41 w 1436"/>
                <a:gd name="T51" fmla="*/ 298 h 362"/>
                <a:gd name="T52" fmla="*/ 24 w 1436"/>
                <a:gd name="T53" fmla="*/ 273 h 362"/>
                <a:gd name="T54" fmla="*/ 10 w 1436"/>
                <a:gd name="T55" fmla="*/ 245 h 362"/>
                <a:gd name="T56" fmla="*/ 2 w 1436"/>
                <a:gd name="T57" fmla="*/ 214 h 362"/>
                <a:gd name="T58" fmla="*/ 0 w 1436"/>
                <a:gd name="T59" fmla="*/ 181 h 362"/>
                <a:gd name="T60" fmla="*/ 2 w 1436"/>
                <a:gd name="T61" fmla="*/ 149 h 362"/>
                <a:gd name="T62" fmla="*/ 10 w 1436"/>
                <a:gd name="T63" fmla="*/ 118 h 362"/>
                <a:gd name="T64" fmla="*/ 24 w 1436"/>
                <a:gd name="T65" fmla="*/ 90 h 362"/>
                <a:gd name="T66" fmla="*/ 41 w 1436"/>
                <a:gd name="T67" fmla="*/ 65 h 362"/>
                <a:gd name="T68" fmla="*/ 63 w 1436"/>
                <a:gd name="T69" fmla="*/ 43 h 362"/>
                <a:gd name="T70" fmla="*/ 89 w 1436"/>
                <a:gd name="T71" fmla="*/ 25 h 362"/>
                <a:gd name="T72" fmla="*/ 117 w 1436"/>
                <a:gd name="T73" fmla="*/ 12 h 362"/>
                <a:gd name="T74" fmla="*/ 146 w 1436"/>
                <a:gd name="T75" fmla="*/ 4 h 362"/>
                <a:gd name="T76" fmla="*/ 179 w 1436"/>
                <a:gd name="T77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6" h="362">
                  <a:moveTo>
                    <a:pt x="179" y="0"/>
                  </a:moveTo>
                  <a:lnTo>
                    <a:pt x="1257" y="0"/>
                  </a:lnTo>
                  <a:lnTo>
                    <a:pt x="1289" y="4"/>
                  </a:lnTo>
                  <a:lnTo>
                    <a:pt x="1319" y="12"/>
                  </a:lnTo>
                  <a:lnTo>
                    <a:pt x="1347" y="25"/>
                  </a:lnTo>
                  <a:lnTo>
                    <a:pt x="1372" y="43"/>
                  </a:lnTo>
                  <a:lnTo>
                    <a:pt x="1394" y="65"/>
                  </a:lnTo>
                  <a:lnTo>
                    <a:pt x="1411" y="90"/>
                  </a:lnTo>
                  <a:lnTo>
                    <a:pt x="1425" y="118"/>
                  </a:lnTo>
                  <a:lnTo>
                    <a:pt x="1433" y="149"/>
                  </a:lnTo>
                  <a:lnTo>
                    <a:pt x="1436" y="181"/>
                  </a:lnTo>
                  <a:lnTo>
                    <a:pt x="1433" y="214"/>
                  </a:lnTo>
                  <a:lnTo>
                    <a:pt x="1425" y="245"/>
                  </a:lnTo>
                  <a:lnTo>
                    <a:pt x="1411" y="273"/>
                  </a:lnTo>
                  <a:lnTo>
                    <a:pt x="1394" y="298"/>
                  </a:lnTo>
                  <a:lnTo>
                    <a:pt x="1372" y="320"/>
                  </a:lnTo>
                  <a:lnTo>
                    <a:pt x="1347" y="337"/>
                  </a:lnTo>
                  <a:lnTo>
                    <a:pt x="1319" y="351"/>
                  </a:lnTo>
                  <a:lnTo>
                    <a:pt x="1288" y="359"/>
                  </a:lnTo>
                  <a:lnTo>
                    <a:pt x="1256" y="362"/>
                  </a:lnTo>
                  <a:lnTo>
                    <a:pt x="179" y="362"/>
                  </a:lnTo>
                  <a:lnTo>
                    <a:pt x="146" y="359"/>
                  </a:lnTo>
                  <a:lnTo>
                    <a:pt x="117" y="351"/>
                  </a:lnTo>
                  <a:lnTo>
                    <a:pt x="89" y="337"/>
                  </a:lnTo>
                  <a:lnTo>
                    <a:pt x="63" y="320"/>
                  </a:lnTo>
                  <a:lnTo>
                    <a:pt x="41" y="298"/>
                  </a:lnTo>
                  <a:lnTo>
                    <a:pt x="24" y="273"/>
                  </a:lnTo>
                  <a:lnTo>
                    <a:pt x="10" y="245"/>
                  </a:lnTo>
                  <a:lnTo>
                    <a:pt x="2" y="214"/>
                  </a:lnTo>
                  <a:lnTo>
                    <a:pt x="0" y="181"/>
                  </a:lnTo>
                  <a:lnTo>
                    <a:pt x="2" y="149"/>
                  </a:lnTo>
                  <a:lnTo>
                    <a:pt x="10" y="118"/>
                  </a:lnTo>
                  <a:lnTo>
                    <a:pt x="24" y="90"/>
                  </a:lnTo>
                  <a:lnTo>
                    <a:pt x="41" y="65"/>
                  </a:lnTo>
                  <a:lnTo>
                    <a:pt x="63" y="43"/>
                  </a:lnTo>
                  <a:lnTo>
                    <a:pt x="89" y="25"/>
                  </a:lnTo>
                  <a:lnTo>
                    <a:pt x="117" y="12"/>
                  </a:lnTo>
                  <a:lnTo>
                    <a:pt x="146" y="4"/>
                  </a:lnTo>
                  <a:lnTo>
                    <a:pt x="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1DC3AD1-7E89-4E23-AB02-281B8D7C4805}"/>
              </a:ext>
            </a:extLst>
          </p:cNvPr>
          <p:cNvGrpSpPr/>
          <p:nvPr/>
        </p:nvGrpSpPr>
        <p:grpSpPr>
          <a:xfrm flipH="1">
            <a:off x="1192437" y="2709000"/>
            <a:ext cx="329931" cy="302709"/>
            <a:chOff x="5005388" y="3235325"/>
            <a:chExt cx="481013" cy="4413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16" name="Freeform 349">
              <a:extLst>
                <a:ext uri="{FF2B5EF4-FFF2-40B4-BE49-F238E27FC236}">
                  <a16:creationId xmlns:a16="http://schemas.microsoft.com/office/drawing/2014/main" id="{9CF73FF8-10E3-4F55-A0E7-B30D50947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201" y="3235325"/>
              <a:ext cx="179388" cy="182563"/>
            </a:xfrm>
            <a:custGeom>
              <a:avLst/>
              <a:gdLst>
                <a:gd name="T0" fmla="*/ 706 w 1249"/>
                <a:gd name="T1" fmla="*/ 10 h 1268"/>
                <a:gd name="T2" fmla="*/ 814 w 1249"/>
                <a:gd name="T3" fmla="*/ 61 h 1268"/>
                <a:gd name="T4" fmla="*/ 893 w 1249"/>
                <a:gd name="T5" fmla="*/ 145 h 1268"/>
                <a:gd name="T6" fmla="*/ 933 w 1249"/>
                <a:gd name="T7" fmla="*/ 254 h 1268"/>
                <a:gd name="T8" fmla="*/ 938 w 1249"/>
                <a:gd name="T9" fmla="*/ 368 h 1268"/>
                <a:gd name="T10" fmla="*/ 950 w 1249"/>
                <a:gd name="T11" fmla="*/ 388 h 1268"/>
                <a:gd name="T12" fmla="*/ 960 w 1249"/>
                <a:gd name="T13" fmla="*/ 432 h 1268"/>
                <a:gd name="T14" fmla="*/ 947 w 1249"/>
                <a:gd name="T15" fmla="*/ 494 h 1268"/>
                <a:gd name="T16" fmla="*/ 912 w 1249"/>
                <a:gd name="T17" fmla="*/ 539 h 1268"/>
                <a:gd name="T18" fmla="*/ 880 w 1249"/>
                <a:gd name="T19" fmla="*/ 564 h 1268"/>
                <a:gd name="T20" fmla="*/ 870 w 1249"/>
                <a:gd name="T21" fmla="*/ 572 h 1268"/>
                <a:gd name="T22" fmla="*/ 860 w 1249"/>
                <a:gd name="T23" fmla="*/ 611 h 1268"/>
                <a:gd name="T24" fmla="*/ 835 w 1249"/>
                <a:gd name="T25" fmla="*/ 674 h 1268"/>
                <a:gd name="T26" fmla="*/ 791 w 1249"/>
                <a:gd name="T27" fmla="*/ 734 h 1268"/>
                <a:gd name="T28" fmla="*/ 791 w 1249"/>
                <a:gd name="T29" fmla="*/ 812 h 1268"/>
                <a:gd name="T30" fmla="*/ 817 w 1249"/>
                <a:gd name="T31" fmla="*/ 864 h 1268"/>
                <a:gd name="T32" fmla="*/ 860 w 1249"/>
                <a:gd name="T33" fmla="*/ 896 h 1268"/>
                <a:gd name="T34" fmla="*/ 914 w 1249"/>
                <a:gd name="T35" fmla="*/ 917 h 1268"/>
                <a:gd name="T36" fmla="*/ 969 w 1249"/>
                <a:gd name="T37" fmla="*/ 935 h 1268"/>
                <a:gd name="T38" fmla="*/ 1050 w 1249"/>
                <a:gd name="T39" fmla="*/ 959 h 1268"/>
                <a:gd name="T40" fmla="*/ 1122 w 1249"/>
                <a:gd name="T41" fmla="*/ 984 h 1268"/>
                <a:gd name="T42" fmla="*/ 1183 w 1249"/>
                <a:gd name="T43" fmla="*/ 1018 h 1268"/>
                <a:gd name="T44" fmla="*/ 1225 w 1249"/>
                <a:gd name="T45" fmla="*/ 1070 h 1268"/>
                <a:gd name="T46" fmla="*/ 1247 w 1249"/>
                <a:gd name="T47" fmla="*/ 1151 h 1268"/>
                <a:gd name="T48" fmla="*/ 1235 w 1249"/>
                <a:gd name="T49" fmla="*/ 1202 h 1268"/>
                <a:gd name="T50" fmla="*/ 1163 w 1249"/>
                <a:gd name="T51" fmla="*/ 1228 h 1268"/>
                <a:gd name="T52" fmla="*/ 1035 w 1249"/>
                <a:gd name="T53" fmla="*/ 1249 h 1268"/>
                <a:gd name="T54" fmla="*/ 856 w 1249"/>
                <a:gd name="T55" fmla="*/ 1263 h 1268"/>
                <a:gd name="T56" fmla="*/ 669 w 1249"/>
                <a:gd name="T57" fmla="*/ 996 h 1268"/>
                <a:gd name="T58" fmla="*/ 692 w 1249"/>
                <a:gd name="T59" fmla="*/ 956 h 1268"/>
                <a:gd name="T60" fmla="*/ 689 w 1249"/>
                <a:gd name="T61" fmla="*/ 947 h 1268"/>
                <a:gd name="T62" fmla="*/ 621 w 1249"/>
                <a:gd name="T63" fmla="*/ 884 h 1268"/>
                <a:gd name="T64" fmla="*/ 557 w 1249"/>
                <a:gd name="T65" fmla="*/ 951 h 1268"/>
                <a:gd name="T66" fmla="*/ 558 w 1249"/>
                <a:gd name="T67" fmla="*/ 962 h 1268"/>
                <a:gd name="T68" fmla="*/ 461 w 1249"/>
                <a:gd name="T69" fmla="*/ 1266 h 1268"/>
                <a:gd name="T70" fmla="*/ 268 w 1249"/>
                <a:gd name="T71" fmla="*/ 1254 h 1268"/>
                <a:gd name="T72" fmla="*/ 122 w 1249"/>
                <a:gd name="T73" fmla="*/ 1235 h 1268"/>
                <a:gd name="T74" fmla="*/ 31 w 1249"/>
                <a:gd name="T75" fmla="*/ 1211 h 1268"/>
                <a:gd name="T76" fmla="*/ 0 w 1249"/>
                <a:gd name="T77" fmla="*/ 1184 h 1268"/>
                <a:gd name="T78" fmla="*/ 14 w 1249"/>
                <a:gd name="T79" fmla="*/ 1094 h 1268"/>
                <a:gd name="T80" fmla="*/ 49 w 1249"/>
                <a:gd name="T81" fmla="*/ 1033 h 1268"/>
                <a:gd name="T82" fmla="*/ 104 w 1249"/>
                <a:gd name="T83" fmla="*/ 993 h 1268"/>
                <a:gd name="T84" fmla="*/ 174 w 1249"/>
                <a:gd name="T85" fmla="*/ 967 h 1268"/>
                <a:gd name="T86" fmla="*/ 251 w 1249"/>
                <a:gd name="T87" fmla="*/ 944 h 1268"/>
                <a:gd name="T88" fmla="*/ 316 w 1249"/>
                <a:gd name="T89" fmla="*/ 923 h 1268"/>
                <a:gd name="T90" fmla="*/ 371 w 1249"/>
                <a:gd name="T91" fmla="*/ 904 h 1268"/>
                <a:gd name="T92" fmla="*/ 419 w 1249"/>
                <a:gd name="T93" fmla="*/ 876 h 1268"/>
                <a:gd name="T94" fmla="*/ 451 w 1249"/>
                <a:gd name="T95" fmla="*/ 831 h 1268"/>
                <a:gd name="T96" fmla="*/ 460 w 1249"/>
                <a:gd name="T97" fmla="*/ 763 h 1268"/>
                <a:gd name="T98" fmla="*/ 427 w 1249"/>
                <a:gd name="T99" fmla="*/ 696 h 1268"/>
                <a:gd name="T100" fmla="*/ 395 w 1249"/>
                <a:gd name="T101" fmla="*/ 631 h 1268"/>
                <a:gd name="T102" fmla="*/ 380 w 1249"/>
                <a:gd name="T103" fmla="*/ 580 h 1268"/>
                <a:gd name="T104" fmla="*/ 375 w 1249"/>
                <a:gd name="T105" fmla="*/ 567 h 1268"/>
                <a:gd name="T106" fmla="*/ 349 w 1249"/>
                <a:gd name="T107" fmla="*/ 550 h 1268"/>
                <a:gd name="T108" fmla="*/ 313 w 1249"/>
                <a:gd name="T109" fmla="*/ 511 h 1268"/>
                <a:gd name="T110" fmla="*/ 289 w 1249"/>
                <a:gd name="T111" fmla="*/ 452 h 1268"/>
                <a:gd name="T112" fmla="*/ 293 w 1249"/>
                <a:gd name="T113" fmla="*/ 400 h 1268"/>
                <a:gd name="T114" fmla="*/ 307 w 1249"/>
                <a:gd name="T115" fmla="*/ 372 h 1268"/>
                <a:gd name="T116" fmla="*/ 313 w 1249"/>
                <a:gd name="T117" fmla="*/ 293 h 1268"/>
                <a:gd name="T118" fmla="*/ 337 w 1249"/>
                <a:gd name="T119" fmla="*/ 179 h 1268"/>
                <a:gd name="T120" fmla="*/ 404 w 1249"/>
                <a:gd name="T121" fmla="*/ 85 h 1268"/>
                <a:gd name="T122" fmla="*/ 504 w 1249"/>
                <a:gd name="T123" fmla="*/ 24 h 1268"/>
                <a:gd name="T124" fmla="*/ 625 w 1249"/>
                <a:gd name="T125" fmla="*/ 0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9" h="1268">
                  <a:moveTo>
                    <a:pt x="625" y="0"/>
                  </a:moveTo>
                  <a:lnTo>
                    <a:pt x="666" y="3"/>
                  </a:lnTo>
                  <a:lnTo>
                    <a:pt x="706" y="10"/>
                  </a:lnTo>
                  <a:lnTo>
                    <a:pt x="745" y="24"/>
                  </a:lnTo>
                  <a:lnTo>
                    <a:pt x="781" y="40"/>
                  </a:lnTo>
                  <a:lnTo>
                    <a:pt x="814" y="61"/>
                  </a:lnTo>
                  <a:lnTo>
                    <a:pt x="844" y="85"/>
                  </a:lnTo>
                  <a:lnTo>
                    <a:pt x="870" y="114"/>
                  </a:lnTo>
                  <a:lnTo>
                    <a:pt x="893" y="145"/>
                  </a:lnTo>
                  <a:lnTo>
                    <a:pt x="911" y="179"/>
                  </a:lnTo>
                  <a:lnTo>
                    <a:pt x="925" y="215"/>
                  </a:lnTo>
                  <a:lnTo>
                    <a:pt x="933" y="254"/>
                  </a:lnTo>
                  <a:lnTo>
                    <a:pt x="936" y="293"/>
                  </a:lnTo>
                  <a:lnTo>
                    <a:pt x="936" y="367"/>
                  </a:lnTo>
                  <a:lnTo>
                    <a:pt x="938" y="368"/>
                  </a:lnTo>
                  <a:lnTo>
                    <a:pt x="941" y="372"/>
                  </a:lnTo>
                  <a:lnTo>
                    <a:pt x="945" y="379"/>
                  </a:lnTo>
                  <a:lnTo>
                    <a:pt x="950" y="388"/>
                  </a:lnTo>
                  <a:lnTo>
                    <a:pt x="955" y="400"/>
                  </a:lnTo>
                  <a:lnTo>
                    <a:pt x="959" y="415"/>
                  </a:lnTo>
                  <a:lnTo>
                    <a:pt x="960" y="432"/>
                  </a:lnTo>
                  <a:lnTo>
                    <a:pt x="959" y="452"/>
                  </a:lnTo>
                  <a:lnTo>
                    <a:pt x="955" y="475"/>
                  </a:lnTo>
                  <a:lnTo>
                    <a:pt x="947" y="494"/>
                  </a:lnTo>
                  <a:lnTo>
                    <a:pt x="937" y="511"/>
                  </a:lnTo>
                  <a:lnTo>
                    <a:pt x="925" y="526"/>
                  </a:lnTo>
                  <a:lnTo>
                    <a:pt x="912" y="539"/>
                  </a:lnTo>
                  <a:lnTo>
                    <a:pt x="900" y="550"/>
                  </a:lnTo>
                  <a:lnTo>
                    <a:pt x="889" y="558"/>
                  </a:lnTo>
                  <a:lnTo>
                    <a:pt x="880" y="564"/>
                  </a:lnTo>
                  <a:lnTo>
                    <a:pt x="874" y="567"/>
                  </a:lnTo>
                  <a:lnTo>
                    <a:pt x="872" y="569"/>
                  </a:lnTo>
                  <a:lnTo>
                    <a:pt x="870" y="572"/>
                  </a:lnTo>
                  <a:lnTo>
                    <a:pt x="868" y="580"/>
                  </a:lnTo>
                  <a:lnTo>
                    <a:pt x="865" y="594"/>
                  </a:lnTo>
                  <a:lnTo>
                    <a:pt x="860" y="611"/>
                  </a:lnTo>
                  <a:lnTo>
                    <a:pt x="853" y="631"/>
                  </a:lnTo>
                  <a:lnTo>
                    <a:pt x="845" y="653"/>
                  </a:lnTo>
                  <a:lnTo>
                    <a:pt x="835" y="674"/>
                  </a:lnTo>
                  <a:lnTo>
                    <a:pt x="823" y="696"/>
                  </a:lnTo>
                  <a:lnTo>
                    <a:pt x="807" y="717"/>
                  </a:lnTo>
                  <a:lnTo>
                    <a:pt x="791" y="734"/>
                  </a:lnTo>
                  <a:lnTo>
                    <a:pt x="788" y="763"/>
                  </a:lnTo>
                  <a:lnTo>
                    <a:pt x="788" y="789"/>
                  </a:lnTo>
                  <a:lnTo>
                    <a:pt x="791" y="812"/>
                  </a:lnTo>
                  <a:lnTo>
                    <a:pt x="798" y="831"/>
                  </a:lnTo>
                  <a:lnTo>
                    <a:pt x="806" y="849"/>
                  </a:lnTo>
                  <a:lnTo>
                    <a:pt x="817" y="864"/>
                  </a:lnTo>
                  <a:lnTo>
                    <a:pt x="830" y="876"/>
                  </a:lnTo>
                  <a:lnTo>
                    <a:pt x="845" y="887"/>
                  </a:lnTo>
                  <a:lnTo>
                    <a:pt x="860" y="896"/>
                  </a:lnTo>
                  <a:lnTo>
                    <a:pt x="878" y="904"/>
                  </a:lnTo>
                  <a:lnTo>
                    <a:pt x="896" y="911"/>
                  </a:lnTo>
                  <a:lnTo>
                    <a:pt x="914" y="917"/>
                  </a:lnTo>
                  <a:lnTo>
                    <a:pt x="933" y="923"/>
                  </a:lnTo>
                  <a:lnTo>
                    <a:pt x="951" y="930"/>
                  </a:lnTo>
                  <a:lnTo>
                    <a:pt x="969" y="935"/>
                  </a:lnTo>
                  <a:lnTo>
                    <a:pt x="997" y="944"/>
                  </a:lnTo>
                  <a:lnTo>
                    <a:pt x="1023" y="952"/>
                  </a:lnTo>
                  <a:lnTo>
                    <a:pt x="1050" y="959"/>
                  </a:lnTo>
                  <a:lnTo>
                    <a:pt x="1076" y="967"/>
                  </a:lnTo>
                  <a:lnTo>
                    <a:pt x="1099" y="975"/>
                  </a:lnTo>
                  <a:lnTo>
                    <a:pt x="1122" y="984"/>
                  </a:lnTo>
                  <a:lnTo>
                    <a:pt x="1144" y="993"/>
                  </a:lnTo>
                  <a:lnTo>
                    <a:pt x="1164" y="1006"/>
                  </a:lnTo>
                  <a:lnTo>
                    <a:pt x="1183" y="1018"/>
                  </a:lnTo>
                  <a:lnTo>
                    <a:pt x="1199" y="1033"/>
                  </a:lnTo>
                  <a:lnTo>
                    <a:pt x="1213" y="1050"/>
                  </a:lnTo>
                  <a:lnTo>
                    <a:pt x="1225" y="1070"/>
                  </a:lnTo>
                  <a:lnTo>
                    <a:pt x="1236" y="1094"/>
                  </a:lnTo>
                  <a:lnTo>
                    <a:pt x="1243" y="1120"/>
                  </a:lnTo>
                  <a:lnTo>
                    <a:pt x="1247" y="1151"/>
                  </a:lnTo>
                  <a:lnTo>
                    <a:pt x="1249" y="1184"/>
                  </a:lnTo>
                  <a:lnTo>
                    <a:pt x="1245" y="1193"/>
                  </a:lnTo>
                  <a:lnTo>
                    <a:pt x="1235" y="1202"/>
                  </a:lnTo>
                  <a:lnTo>
                    <a:pt x="1217" y="1211"/>
                  </a:lnTo>
                  <a:lnTo>
                    <a:pt x="1193" y="1219"/>
                  </a:lnTo>
                  <a:lnTo>
                    <a:pt x="1163" y="1228"/>
                  </a:lnTo>
                  <a:lnTo>
                    <a:pt x="1127" y="1235"/>
                  </a:lnTo>
                  <a:lnTo>
                    <a:pt x="1084" y="1242"/>
                  </a:lnTo>
                  <a:lnTo>
                    <a:pt x="1035" y="1249"/>
                  </a:lnTo>
                  <a:lnTo>
                    <a:pt x="981" y="1254"/>
                  </a:lnTo>
                  <a:lnTo>
                    <a:pt x="921" y="1259"/>
                  </a:lnTo>
                  <a:lnTo>
                    <a:pt x="856" y="1263"/>
                  </a:lnTo>
                  <a:lnTo>
                    <a:pt x="786" y="1266"/>
                  </a:lnTo>
                  <a:lnTo>
                    <a:pt x="711" y="1268"/>
                  </a:lnTo>
                  <a:lnTo>
                    <a:pt x="669" y="996"/>
                  </a:lnTo>
                  <a:lnTo>
                    <a:pt x="691" y="962"/>
                  </a:lnTo>
                  <a:lnTo>
                    <a:pt x="692" y="959"/>
                  </a:lnTo>
                  <a:lnTo>
                    <a:pt x="692" y="956"/>
                  </a:lnTo>
                  <a:lnTo>
                    <a:pt x="692" y="953"/>
                  </a:lnTo>
                  <a:lnTo>
                    <a:pt x="691" y="950"/>
                  </a:lnTo>
                  <a:lnTo>
                    <a:pt x="689" y="947"/>
                  </a:lnTo>
                  <a:lnTo>
                    <a:pt x="633" y="887"/>
                  </a:lnTo>
                  <a:lnTo>
                    <a:pt x="628" y="884"/>
                  </a:lnTo>
                  <a:lnTo>
                    <a:pt x="621" y="884"/>
                  </a:lnTo>
                  <a:lnTo>
                    <a:pt x="615" y="887"/>
                  </a:lnTo>
                  <a:lnTo>
                    <a:pt x="559" y="947"/>
                  </a:lnTo>
                  <a:lnTo>
                    <a:pt x="557" y="951"/>
                  </a:lnTo>
                  <a:lnTo>
                    <a:pt x="556" y="955"/>
                  </a:lnTo>
                  <a:lnTo>
                    <a:pt x="556" y="959"/>
                  </a:lnTo>
                  <a:lnTo>
                    <a:pt x="558" y="962"/>
                  </a:lnTo>
                  <a:lnTo>
                    <a:pt x="580" y="996"/>
                  </a:lnTo>
                  <a:lnTo>
                    <a:pt x="537" y="1268"/>
                  </a:lnTo>
                  <a:lnTo>
                    <a:pt x="461" y="1266"/>
                  </a:lnTo>
                  <a:lnTo>
                    <a:pt x="392" y="1263"/>
                  </a:lnTo>
                  <a:lnTo>
                    <a:pt x="327" y="1259"/>
                  </a:lnTo>
                  <a:lnTo>
                    <a:pt x="268" y="1254"/>
                  </a:lnTo>
                  <a:lnTo>
                    <a:pt x="214" y="1249"/>
                  </a:lnTo>
                  <a:lnTo>
                    <a:pt x="165" y="1242"/>
                  </a:lnTo>
                  <a:lnTo>
                    <a:pt x="122" y="1235"/>
                  </a:lnTo>
                  <a:lnTo>
                    <a:pt x="85" y="1228"/>
                  </a:lnTo>
                  <a:lnTo>
                    <a:pt x="56" y="1219"/>
                  </a:lnTo>
                  <a:lnTo>
                    <a:pt x="31" y="1211"/>
                  </a:lnTo>
                  <a:lnTo>
                    <a:pt x="14" y="1202"/>
                  </a:lnTo>
                  <a:lnTo>
                    <a:pt x="3" y="1193"/>
                  </a:lnTo>
                  <a:lnTo>
                    <a:pt x="0" y="1184"/>
                  </a:lnTo>
                  <a:lnTo>
                    <a:pt x="1" y="1151"/>
                  </a:lnTo>
                  <a:lnTo>
                    <a:pt x="7" y="1120"/>
                  </a:lnTo>
                  <a:lnTo>
                    <a:pt x="14" y="1094"/>
                  </a:lnTo>
                  <a:lnTo>
                    <a:pt x="23" y="1070"/>
                  </a:lnTo>
                  <a:lnTo>
                    <a:pt x="35" y="1050"/>
                  </a:lnTo>
                  <a:lnTo>
                    <a:pt x="49" y="1033"/>
                  </a:lnTo>
                  <a:lnTo>
                    <a:pt x="66" y="1018"/>
                  </a:lnTo>
                  <a:lnTo>
                    <a:pt x="84" y="1006"/>
                  </a:lnTo>
                  <a:lnTo>
                    <a:pt x="104" y="993"/>
                  </a:lnTo>
                  <a:lnTo>
                    <a:pt x="126" y="984"/>
                  </a:lnTo>
                  <a:lnTo>
                    <a:pt x="149" y="975"/>
                  </a:lnTo>
                  <a:lnTo>
                    <a:pt x="174" y="967"/>
                  </a:lnTo>
                  <a:lnTo>
                    <a:pt x="198" y="959"/>
                  </a:lnTo>
                  <a:lnTo>
                    <a:pt x="225" y="952"/>
                  </a:lnTo>
                  <a:lnTo>
                    <a:pt x="251" y="944"/>
                  </a:lnTo>
                  <a:lnTo>
                    <a:pt x="279" y="935"/>
                  </a:lnTo>
                  <a:lnTo>
                    <a:pt x="297" y="930"/>
                  </a:lnTo>
                  <a:lnTo>
                    <a:pt x="316" y="923"/>
                  </a:lnTo>
                  <a:lnTo>
                    <a:pt x="335" y="917"/>
                  </a:lnTo>
                  <a:lnTo>
                    <a:pt x="353" y="911"/>
                  </a:lnTo>
                  <a:lnTo>
                    <a:pt x="371" y="904"/>
                  </a:lnTo>
                  <a:lnTo>
                    <a:pt x="388" y="896"/>
                  </a:lnTo>
                  <a:lnTo>
                    <a:pt x="404" y="887"/>
                  </a:lnTo>
                  <a:lnTo>
                    <a:pt x="419" y="876"/>
                  </a:lnTo>
                  <a:lnTo>
                    <a:pt x="431" y="864"/>
                  </a:lnTo>
                  <a:lnTo>
                    <a:pt x="442" y="849"/>
                  </a:lnTo>
                  <a:lnTo>
                    <a:pt x="451" y="831"/>
                  </a:lnTo>
                  <a:lnTo>
                    <a:pt x="457" y="812"/>
                  </a:lnTo>
                  <a:lnTo>
                    <a:pt x="460" y="789"/>
                  </a:lnTo>
                  <a:lnTo>
                    <a:pt x="460" y="763"/>
                  </a:lnTo>
                  <a:lnTo>
                    <a:pt x="458" y="734"/>
                  </a:lnTo>
                  <a:lnTo>
                    <a:pt x="441" y="717"/>
                  </a:lnTo>
                  <a:lnTo>
                    <a:pt x="427" y="696"/>
                  </a:lnTo>
                  <a:lnTo>
                    <a:pt x="415" y="674"/>
                  </a:lnTo>
                  <a:lnTo>
                    <a:pt x="404" y="653"/>
                  </a:lnTo>
                  <a:lnTo>
                    <a:pt x="395" y="631"/>
                  </a:lnTo>
                  <a:lnTo>
                    <a:pt x="389" y="611"/>
                  </a:lnTo>
                  <a:lnTo>
                    <a:pt x="384" y="594"/>
                  </a:lnTo>
                  <a:lnTo>
                    <a:pt x="380" y="580"/>
                  </a:lnTo>
                  <a:lnTo>
                    <a:pt x="378" y="572"/>
                  </a:lnTo>
                  <a:lnTo>
                    <a:pt x="378" y="569"/>
                  </a:lnTo>
                  <a:lnTo>
                    <a:pt x="375" y="567"/>
                  </a:lnTo>
                  <a:lnTo>
                    <a:pt x="369" y="564"/>
                  </a:lnTo>
                  <a:lnTo>
                    <a:pt x="359" y="558"/>
                  </a:lnTo>
                  <a:lnTo>
                    <a:pt x="349" y="550"/>
                  </a:lnTo>
                  <a:lnTo>
                    <a:pt x="337" y="539"/>
                  </a:lnTo>
                  <a:lnTo>
                    <a:pt x="324" y="526"/>
                  </a:lnTo>
                  <a:lnTo>
                    <a:pt x="313" y="511"/>
                  </a:lnTo>
                  <a:lnTo>
                    <a:pt x="301" y="494"/>
                  </a:lnTo>
                  <a:lnTo>
                    <a:pt x="294" y="475"/>
                  </a:lnTo>
                  <a:lnTo>
                    <a:pt x="289" y="452"/>
                  </a:lnTo>
                  <a:lnTo>
                    <a:pt x="288" y="432"/>
                  </a:lnTo>
                  <a:lnTo>
                    <a:pt x="290" y="415"/>
                  </a:lnTo>
                  <a:lnTo>
                    <a:pt x="293" y="400"/>
                  </a:lnTo>
                  <a:lnTo>
                    <a:pt x="298" y="388"/>
                  </a:lnTo>
                  <a:lnTo>
                    <a:pt x="303" y="379"/>
                  </a:lnTo>
                  <a:lnTo>
                    <a:pt x="307" y="372"/>
                  </a:lnTo>
                  <a:lnTo>
                    <a:pt x="312" y="368"/>
                  </a:lnTo>
                  <a:lnTo>
                    <a:pt x="313" y="367"/>
                  </a:lnTo>
                  <a:lnTo>
                    <a:pt x="313" y="293"/>
                  </a:lnTo>
                  <a:lnTo>
                    <a:pt x="316" y="254"/>
                  </a:lnTo>
                  <a:lnTo>
                    <a:pt x="324" y="215"/>
                  </a:lnTo>
                  <a:lnTo>
                    <a:pt x="337" y="179"/>
                  </a:lnTo>
                  <a:lnTo>
                    <a:pt x="355" y="145"/>
                  </a:lnTo>
                  <a:lnTo>
                    <a:pt x="378" y="114"/>
                  </a:lnTo>
                  <a:lnTo>
                    <a:pt x="404" y="85"/>
                  </a:lnTo>
                  <a:lnTo>
                    <a:pt x="435" y="61"/>
                  </a:lnTo>
                  <a:lnTo>
                    <a:pt x="468" y="40"/>
                  </a:lnTo>
                  <a:lnTo>
                    <a:pt x="504" y="24"/>
                  </a:lnTo>
                  <a:lnTo>
                    <a:pt x="542" y="10"/>
                  </a:lnTo>
                  <a:lnTo>
                    <a:pt x="583" y="3"/>
                  </a:lnTo>
                  <a:lnTo>
                    <a:pt x="6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7" name="Freeform 350">
              <a:extLst>
                <a:ext uri="{FF2B5EF4-FFF2-40B4-BE49-F238E27FC236}">
                  <a16:creationId xmlns:a16="http://schemas.microsoft.com/office/drawing/2014/main" id="{DFBF581E-E56D-4B26-95BF-5DB42A4E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388" y="3494088"/>
              <a:ext cx="180975" cy="182563"/>
            </a:xfrm>
            <a:custGeom>
              <a:avLst/>
              <a:gdLst>
                <a:gd name="T0" fmla="*/ 707 w 1250"/>
                <a:gd name="T1" fmla="*/ 10 h 1267"/>
                <a:gd name="T2" fmla="*/ 814 w 1250"/>
                <a:gd name="T3" fmla="*/ 61 h 1267"/>
                <a:gd name="T4" fmla="*/ 893 w 1250"/>
                <a:gd name="T5" fmla="*/ 144 h 1267"/>
                <a:gd name="T6" fmla="*/ 933 w 1250"/>
                <a:gd name="T7" fmla="*/ 253 h 1267"/>
                <a:gd name="T8" fmla="*/ 937 w 1250"/>
                <a:gd name="T9" fmla="*/ 368 h 1267"/>
                <a:gd name="T10" fmla="*/ 951 w 1250"/>
                <a:gd name="T11" fmla="*/ 387 h 1267"/>
                <a:gd name="T12" fmla="*/ 961 w 1250"/>
                <a:gd name="T13" fmla="*/ 432 h 1267"/>
                <a:gd name="T14" fmla="*/ 947 w 1250"/>
                <a:gd name="T15" fmla="*/ 494 h 1267"/>
                <a:gd name="T16" fmla="*/ 912 w 1250"/>
                <a:gd name="T17" fmla="*/ 538 h 1267"/>
                <a:gd name="T18" fmla="*/ 879 w 1250"/>
                <a:gd name="T19" fmla="*/ 564 h 1267"/>
                <a:gd name="T20" fmla="*/ 871 w 1250"/>
                <a:gd name="T21" fmla="*/ 571 h 1267"/>
                <a:gd name="T22" fmla="*/ 860 w 1250"/>
                <a:gd name="T23" fmla="*/ 610 h 1267"/>
                <a:gd name="T24" fmla="*/ 834 w 1250"/>
                <a:gd name="T25" fmla="*/ 674 h 1267"/>
                <a:gd name="T26" fmla="*/ 791 w 1250"/>
                <a:gd name="T27" fmla="*/ 734 h 1267"/>
                <a:gd name="T28" fmla="*/ 792 w 1250"/>
                <a:gd name="T29" fmla="*/ 811 h 1267"/>
                <a:gd name="T30" fmla="*/ 817 w 1250"/>
                <a:gd name="T31" fmla="*/ 862 h 1267"/>
                <a:gd name="T32" fmla="*/ 861 w 1250"/>
                <a:gd name="T33" fmla="*/ 896 h 1267"/>
                <a:gd name="T34" fmla="*/ 914 w 1250"/>
                <a:gd name="T35" fmla="*/ 917 h 1267"/>
                <a:gd name="T36" fmla="*/ 969 w 1250"/>
                <a:gd name="T37" fmla="*/ 934 h 1267"/>
                <a:gd name="T38" fmla="*/ 1050 w 1250"/>
                <a:gd name="T39" fmla="*/ 959 h 1267"/>
                <a:gd name="T40" fmla="*/ 1122 w 1250"/>
                <a:gd name="T41" fmla="*/ 983 h 1267"/>
                <a:gd name="T42" fmla="*/ 1183 w 1250"/>
                <a:gd name="T43" fmla="*/ 1018 h 1267"/>
                <a:gd name="T44" fmla="*/ 1226 w 1250"/>
                <a:gd name="T45" fmla="*/ 1070 h 1267"/>
                <a:gd name="T46" fmla="*/ 1247 w 1250"/>
                <a:gd name="T47" fmla="*/ 1150 h 1267"/>
                <a:gd name="T48" fmla="*/ 1235 w 1250"/>
                <a:gd name="T49" fmla="*/ 1202 h 1267"/>
                <a:gd name="T50" fmla="*/ 1163 w 1250"/>
                <a:gd name="T51" fmla="*/ 1227 h 1267"/>
                <a:gd name="T52" fmla="*/ 1035 w 1250"/>
                <a:gd name="T53" fmla="*/ 1248 h 1267"/>
                <a:gd name="T54" fmla="*/ 857 w 1250"/>
                <a:gd name="T55" fmla="*/ 1263 h 1267"/>
                <a:gd name="T56" fmla="*/ 669 w 1250"/>
                <a:gd name="T57" fmla="*/ 996 h 1267"/>
                <a:gd name="T58" fmla="*/ 693 w 1250"/>
                <a:gd name="T59" fmla="*/ 956 h 1267"/>
                <a:gd name="T60" fmla="*/ 690 w 1250"/>
                <a:gd name="T61" fmla="*/ 947 h 1267"/>
                <a:gd name="T62" fmla="*/ 621 w 1250"/>
                <a:gd name="T63" fmla="*/ 884 h 1267"/>
                <a:gd name="T64" fmla="*/ 558 w 1250"/>
                <a:gd name="T65" fmla="*/ 951 h 1267"/>
                <a:gd name="T66" fmla="*/ 559 w 1250"/>
                <a:gd name="T67" fmla="*/ 962 h 1267"/>
                <a:gd name="T68" fmla="*/ 462 w 1250"/>
                <a:gd name="T69" fmla="*/ 1265 h 1267"/>
                <a:gd name="T70" fmla="*/ 268 w 1250"/>
                <a:gd name="T71" fmla="*/ 1254 h 1267"/>
                <a:gd name="T72" fmla="*/ 122 w 1250"/>
                <a:gd name="T73" fmla="*/ 1234 h 1267"/>
                <a:gd name="T74" fmla="*/ 32 w 1250"/>
                <a:gd name="T75" fmla="*/ 1211 h 1267"/>
                <a:gd name="T76" fmla="*/ 0 w 1250"/>
                <a:gd name="T77" fmla="*/ 1184 h 1267"/>
                <a:gd name="T78" fmla="*/ 13 w 1250"/>
                <a:gd name="T79" fmla="*/ 1094 h 1267"/>
                <a:gd name="T80" fmla="*/ 50 w 1250"/>
                <a:gd name="T81" fmla="*/ 1033 h 1267"/>
                <a:gd name="T82" fmla="*/ 105 w 1250"/>
                <a:gd name="T83" fmla="*/ 993 h 1267"/>
                <a:gd name="T84" fmla="*/ 173 w 1250"/>
                <a:gd name="T85" fmla="*/ 966 h 1267"/>
                <a:gd name="T86" fmla="*/ 252 w 1250"/>
                <a:gd name="T87" fmla="*/ 943 h 1267"/>
                <a:gd name="T88" fmla="*/ 316 w 1250"/>
                <a:gd name="T89" fmla="*/ 923 h 1267"/>
                <a:gd name="T90" fmla="*/ 371 w 1250"/>
                <a:gd name="T91" fmla="*/ 904 h 1267"/>
                <a:gd name="T92" fmla="*/ 418 w 1250"/>
                <a:gd name="T93" fmla="*/ 876 h 1267"/>
                <a:gd name="T94" fmla="*/ 451 w 1250"/>
                <a:gd name="T95" fmla="*/ 831 h 1267"/>
                <a:gd name="T96" fmla="*/ 461 w 1250"/>
                <a:gd name="T97" fmla="*/ 763 h 1267"/>
                <a:gd name="T98" fmla="*/ 426 w 1250"/>
                <a:gd name="T99" fmla="*/ 695 h 1267"/>
                <a:gd name="T100" fmla="*/ 396 w 1250"/>
                <a:gd name="T101" fmla="*/ 630 h 1267"/>
                <a:gd name="T102" fmla="*/ 380 w 1250"/>
                <a:gd name="T103" fmla="*/ 580 h 1267"/>
                <a:gd name="T104" fmla="*/ 375 w 1250"/>
                <a:gd name="T105" fmla="*/ 567 h 1267"/>
                <a:gd name="T106" fmla="*/ 349 w 1250"/>
                <a:gd name="T107" fmla="*/ 549 h 1267"/>
                <a:gd name="T108" fmla="*/ 312 w 1250"/>
                <a:gd name="T109" fmla="*/ 511 h 1267"/>
                <a:gd name="T110" fmla="*/ 289 w 1250"/>
                <a:gd name="T111" fmla="*/ 452 h 1267"/>
                <a:gd name="T112" fmla="*/ 294 w 1250"/>
                <a:gd name="T113" fmla="*/ 399 h 1267"/>
                <a:gd name="T114" fmla="*/ 308 w 1250"/>
                <a:gd name="T115" fmla="*/ 372 h 1267"/>
                <a:gd name="T116" fmla="*/ 313 w 1250"/>
                <a:gd name="T117" fmla="*/ 293 h 1267"/>
                <a:gd name="T118" fmla="*/ 338 w 1250"/>
                <a:gd name="T119" fmla="*/ 178 h 1267"/>
                <a:gd name="T120" fmla="*/ 405 w 1250"/>
                <a:gd name="T121" fmla="*/ 85 h 1267"/>
                <a:gd name="T122" fmla="*/ 504 w 1250"/>
                <a:gd name="T123" fmla="*/ 22 h 1267"/>
                <a:gd name="T124" fmla="*/ 624 w 1250"/>
                <a:gd name="T125" fmla="*/ 0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50" h="1267">
                  <a:moveTo>
                    <a:pt x="624" y="0"/>
                  </a:moveTo>
                  <a:lnTo>
                    <a:pt x="666" y="2"/>
                  </a:lnTo>
                  <a:lnTo>
                    <a:pt x="707" y="10"/>
                  </a:lnTo>
                  <a:lnTo>
                    <a:pt x="745" y="22"/>
                  </a:lnTo>
                  <a:lnTo>
                    <a:pt x="780" y="40"/>
                  </a:lnTo>
                  <a:lnTo>
                    <a:pt x="814" y="61"/>
                  </a:lnTo>
                  <a:lnTo>
                    <a:pt x="844" y="85"/>
                  </a:lnTo>
                  <a:lnTo>
                    <a:pt x="870" y="114"/>
                  </a:lnTo>
                  <a:lnTo>
                    <a:pt x="893" y="144"/>
                  </a:lnTo>
                  <a:lnTo>
                    <a:pt x="911" y="178"/>
                  </a:lnTo>
                  <a:lnTo>
                    <a:pt x="925" y="215"/>
                  </a:lnTo>
                  <a:lnTo>
                    <a:pt x="933" y="253"/>
                  </a:lnTo>
                  <a:lnTo>
                    <a:pt x="936" y="293"/>
                  </a:lnTo>
                  <a:lnTo>
                    <a:pt x="936" y="367"/>
                  </a:lnTo>
                  <a:lnTo>
                    <a:pt x="937" y="368"/>
                  </a:lnTo>
                  <a:lnTo>
                    <a:pt x="940" y="372"/>
                  </a:lnTo>
                  <a:lnTo>
                    <a:pt x="946" y="378"/>
                  </a:lnTo>
                  <a:lnTo>
                    <a:pt x="951" y="387"/>
                  </a:lnTo>
                  <a:lnTo>
                    <a:pt x="955" y="399"/>
                  </a:lnTo>
                  <a:lnTo>
                    <a:pt x="959" y="415"/>
                  </a:lnTo>
                  <a:lnTo>
                    <a:pt x="961" y="432"/>
                  </a:lnTo>
                  <a:lnTo>
                    <a:pt x="960" y="452"/>
                  </a:lnTo>
                  <a:lnTo>
                    <a:pt x="955" y="473"/>
                  </a:lnTo>
                  <a:lnTo>
                    <a:pt x="947" y="494"/>
                  </a:lnTo>
                  <a:lnTo>
                    <a:pt x="936" y="511"/>
                  </a:lnTo>
                  <a:lnTo>
                    <a:pt x="924" y="526"/>
                  </a:lnTo>
                  <a:lnTo>
                    <a:pt x="912" y="538"/>
                  </a:lnTo>
                  <a:lnTo>
                    <a:pt x="900" y="549"/>
                  </a:lnTo>
                  <a:lnTo>
                    <a:pt x="888" y="557"/>
                  </a:lnTo>
                  <a:lnTo>
                    <a:pt x="879" y="564"/>
                  </a:lnTo>
                  <a:lnTo>
                    <a:pt x="873" y="567"/>
                  </a:lnTo>
                  <a:lnTo>
                    <a:pt x="871" y="568"/>
                  </a:lnTo>
                  <a:lnTo>
                    <a:pt x="871" y="571"/>
                  </a:lnTo>
                  <a:lnTo>
                    <a:pt x="869" y="580"/>
                  </a:lnTo>
                  <a:lnTo>
                    <a:pt x="865" y="594"/>
                  </a:lnTo>
                  <a:lnTo>
                    <a:pt x="860" y="610"/>
                  </a:lnTo>
                  <a:lnTo>
                    <a:pt x="854" y="630"/>
                  </a:lnTo>
                  <a:lnTo>
                    <a:pt x="845" y="652"/>
                  </a:lnTo>
                  <a:lnTo>
                    <a:pt x="834" y="674"/>
                  </a:lnTo>
                  <a:lnTo>
                    <a:pt x="822" y="695"/>
                  </a:lnTo>
                  <a:lnTo>
                    <a:pt x="808" y="716"/>
                  </a:lnTo>
                  <a:lnTo>
                    <a:pt x="791" y="734"/>
                  </a:lnTo>
                  <a:lnTo>
                    <a:pt x="787" y="763"/>
                  </a:lnTo>
                  <a:lnTo>
                    <a:pt x="788" y="788"/>
                  </a:lnTo>
                  <a:lnTo>
                    <a:pt x="792" y="811"/>
                  </a:lnTo>
                  <a:lnTo>
                    <a:pt x="798" y="831"/>
                  </a:lnTo>
                  <a:lnTo>
                    <a:pt x="806" y="848"/>
                  </a:lnTo>
                  <a:lnTo>
                    <a:pt x="817" y="862"/>
                  </a:lnTo>
                  <a:lnTo>
                    <a:pt x="830" y="876"/>
                  </a:lnTo>
                  <a:lnTo>
                    <a:pt x="845" y="887"/>
                  </a:lnTo>
                  <a:lnTo>
                    <a:pt x="861" y="896"/>
                  </a:lnTo>
                  <a:lnTo>
                    <a:pt x="877" y="904"/>
                  </a:lnTo>
                  <a:lnTo>
                    <a:pt x="896" y="911"/>
                  </a:lnTo>
                  <a:lnTo>
                    <a:pt x="914" y="917"/>
                  </a:lnTo>
                  <a:lnTo>
                    <a:pt x="932" y="923"/>
                  </a:lnTo>
                  <a:lnTo>
                    <a:pt x="951" y="928"/>
                  </a:lnTo>
                  <a:lnTo>
                    <a:pt x="969" y="934"/>
                  </a:lnTo>
                  <a:lnTo>
                    <a:pt x="997" y="943"/>
                  </a:lnTo>
                  <a:lnTo>
                    <a:pt x="1024" y="951"/>
                  </a:lnTo>
                  <a:lnTo>
                    <a:pt x="1050" y="959"/>
                  </a:lnTo>
                  <a:lnTo>
                    <a:pt x="1075" y="966"/>
                  </a:lnTo>
                  <a:lnTo>
                    <a:pt x="1100" y="975"/>
                  </a:lnTo>
                  <a:lnTo>
                    <a:pt x="1122" y="983"/>
                  </a:lnTo>
                  <a:lnTo>
                    <a:pt x="1144" y="993"/>
                  </a:lnTo>
                  <a:lnTo>
                    <a:pt x="1164" y="1004"/>
                  </a:lnTo>
                  <a:lnTo>
                    <a:pt x="1183" y="1018"/>
                  </a:lnTo>
                  <a:lnTo>
                    <a:pt x="1200" y="1033"/>
                  </a:lnTo>
                  <a:lnTo>
                    <a:pt x="1214" y="1050"/>
                  </a:lnTo>
                  <a:lnTo>
                    <a:pt x="1226" y="1070"/>
                  </a:lnTo>
                  <a:lnTo>
                    <a:pt x="1236" y="1094"/>
                  </a:lnTo>
                  <a:lnTo>
                    <a:pt x="1243" y="1120"/>
                  </a:lnTo>
                  <a:lnTo>
                    <a:pt x="1247" y="1150"/>
                  </a:lnTo>
                  <a:lnTo>
                    <a:pt x="1250" y="1184"/>
                  </a:lnTo>
                  <a:lnTo>
                    <a:pt x="1245" y="1193"/>
                  </a:lnTo>
                  <a:lnTo>
                    <a:pt x="1235" y="1202"/>
                  </a:lnTo>
                  <a:lnTo>
                    <a:pt x="1218" y="1211"/>
                  </a:lnTo>
                  <a:lnTo>
                    <a:pt x="1193" y="1219"/>
                  </a:lnTo>
                  <a:lnTo>
                    <a:pt x="1163" y="1227"/>
                  </a:lnTo>
                  <a:lnTo>
                    <a:pt x="1126" y="1234"/>
                  </a:lnTo>
                  <a:lnTo>
                    <a:pt x="1084" y="1241"/>
                  </a:lnTo>
                  <a:lnTo>
                    <a:pt x="1035" y="1248"/>
                  </a:lnTo>
                  <a:lnTo>
                    <a:pt x="981" y="1254"/>
                  </a:lnTo>
                  <a:lnTo>
                    <a:pt x="921" y="1259"/>
                  </a:lnTo>
                  <a:lnTo>
                    <a:pt x="857" y="1263"/>
                  </a:lnTo>
                  <a:lnTo>
                    <a:pt x="786" y="1265"/>
                  </a:lnTo>
                  <a:lnTo>
                    <a:pt x="712" y="1267"/>
                  </a:lnTo>
                  <a:lnTo>
                    <a:pt x="669" y="996"/>
                  </a:lnTo>
                  <a:lnTo>
                    <a:pt x="691" y="962"/>
                  </a:lnTo>
                  <a:lnTo>
                    <a:pt x="693" y="959"/>
                  </a:lnTo>
                  <a:lnTo>
                    <a:pt x="693" y="956"/>
                  </a:lnTo>
                  <a:lnTo>
                    <a:pt x="693" y="953"/>
                  </a:lnTo>
                  <a:lnTo>
                    <a:pt x="692" y="950"/>
                  </a:lnTo>
                  <a:lnTo>
                    <a:pt x="690" y="947"/>
                  </a:lnTo>
                  <a:lnTo>
                    <a:pt x="633" y="887"/>
                  </a:lnTo>
                  <a:lnTo>
                    <a:pt x="628" y="884"/>
                  </a:lnTo>
                  <a:lnTo>
                    <a:pt x="621" y="884"/>
                  </a:lnTo>
                  <a:lnTo>
                    <a:pt x="615" y="887"/>
                  </a:lnTo>
                  <a:lnTo>
                    <a:pt x="560" y="947"/>
                  </a:lnTo>
                  <a:lnTo>
                    <a:pt x="558" y="951"/>
                  </a:lnTo>
                  <a:lnTo>
                    <a:pt x="557" y="955"/>
                  </a:lnTo>
                  <a:lnTo>
                    <a:pt x="557" y="958"/>
                  </a:lnTo>
                  <a:lnTo>
                    <a:pt x="559" y="962"/>
                  </a:lnTo>
                  <a:lnTo>
                    <a:pt x="579" y="996"/>
                  </a:lnTo>
                  <a:lnTo>
                    <a:pt x="538" y="1267"/>
                  </a:lnTo>
                  <a:lnTo>
                    <a:pt x="462" y="1265"/>
                  </a:lnTo>
                  <a:lnTo>
                    <a:pt x="393" y="1263"/>
                  </a:lnTo>
                  <a:lnTo>
                    <a:pt x="327" y="1259"/>
                  </a:lnTo>
                  <a:lnTo>
                    <a:pt x="268" y="1254"/>
                  </a:lnTo>
                  <a:lnTo>
                    <a:pt x="214" y="1248"/>
                  </a:lnTo>
                  <a:lnTo>
                    <a:pt x="165" y="1241"/>
                  </a:lnTo>
                  <a:lnTo>
                    <a:pt x="122" y="1234"/>
                  </a:lnTo>
                  <a:lnTo>
                    <a:pt x="86" y="1227"/>
                  </a:lnTo>
                  <a:lnTo>
                    <a:pt x="55" y="1219"/>
                  </a:lnTo>
                  <a:lnTo>
                    <a:pt x="32" y="1211"/>
                  </a:lnTo>
                  <a:lnTo>
                    <a:pt x="14" y="1202"/>
                  </a:lnTo>
                  <a:lnTo>
                    <a:pt x="3" y="1193"/>
                  </a:lnTo>
                  <a:lnTo>
                    <a:pt x="0" y="1184"/>
                  </a:lnTo>
                  <a:lnTo>
                    <a:pt x="1" y="1150"/>
                  </a:lnTo>
                  <a:lnTo>
                    <a:pt x="6" y="1120"/>
                  </a:lnTo>
                  <a:lnTo>
                    <a:pt x="13" y="1094"/>
                  </a:lnTo>
                  <a:lnTo>
                    <a:pt x="22" y="1070"/>
                  </a:lnTo>
                  <a:lnTo>
                    <a:pt x="35" y="1050"/>
                  </a:lnTo>
                  <a:lnTo>
                    <a:pt x="50" y="1033"/>
                  </a:lnTo>
                  <a:lnTo>
                    <a:pt x="66" y="1018"/>
                  </a:lnTo>
                  <a:lnTo>
                    <a:pt x="85" y="1004"/>
                  </a:lnTo>
                  <a:lnTo>
                    <a:pt x="105" y="993"/>
                  </a:lnTo>
                  <a:lnTo>
                    <a:pt x="126" y="983"/>
                  </a:lnTo>
                  <a:lnTo>
                    <a:pt x="149" y="975"/>
                  </a:lnTo>
                  <a:lnTo>
                    <a:pt x="173" y="966"/>
                  </a:lnTo>
                  <a:lnTo>
                    <a:pt x="199" y="959"/>
                  </a:lnTo>
                  <a:lnTo>
                    <a:pt x="225" y="951"/>
                  </a:lnTo>
                  <a:lnTo>
                    <a:pt x="252" y="943"/>
                  </a:lnTo>
                  <a:lnTo>
                    <a:pt x="279" y="934"/>
                  </a:lnTo>
                  <a:lnTo>
                    <a:pt x="298" y="928"/>
                  </a:lnTo>
                  <a:lnTo>
                    <a:pt x="316" y="923"/>
                  </a:lnTo>
                  <a:lnTo>
                    <a:pt x="335" y="917"/>
                  </a:lnTo>
                  <a:lnTo>
                    <a:pt x="353" y="911"/>
                  </a:lnTo>
                  <a:lnTo>
                    <a:pt x="371" y="904"/>
                  </a:lnTo>
                  <a:lnTo>
                    <a:pt x="389" y="896"/>
                  </a:lnTo>
                  <a:lnTo>
                    <a:pt x="404" y="887"/>
                  </a:lnTo>
                  <a:lnTo>
                    <a:pt x="418" y="876"/>
                  </a:lnTo>
                  <a:lnTo>
                    <a:pt x="431" y="862"/>
                  </a:lnTo>
                  <a:lnTo>
                    <a:pt x="443" y="848"/>
                  </a:lnTo>
                  <a:lnTo>
                    <a:pt x="451" y="831"/>
                  </a:lnTo>
                  <a:lnTo>
                    <a:pt x="457" y="811"/>
                  </a:lnTo>
                  <a:lnTo>
                    <a:pt x="461" y="788"/>
                  </a:lnTo>
                  <a:lnTo>
                    <a:pt x="461" y="763"/>
                  </a:lnTo>
                  <a:lnTo>
                    <a:pt x="458" y="734"/>
                  </a:lnTo>
                  <a:lnTo>
                    <a:pt x="442" y="716"/>
                  </a:lnTo>
                  <a:lnTo>
                    <a:pt x="426" y="695"/>
                  </a:lnTo>
                  <a:lnTo>
                    <a:pt x="414" y="674"/>
                  </a:lnTo>
                  <a:lnTo>
                    <a:pt x="404" y="652"/>
                  </a:lnTo>
                  <a:lnTo>
                    <a:pt x="396" y="630"/>
                  </a:lnTo>
                  <a:lnTo>
                    <a:pt x="389" y="610"/>
                  </a:lnTo>
                  <a:lnTo>
                    <a:pt x="384" y="594"/>
                  </a:lnTo>
                  <a:lnTo>
                    <a:pt x="380" y="580"/>
                  </a:lnTo>
                  <a:lnTo>
                    <a:pt x="378" y="571"/>
                  </a:lnTo>
                  <a:lnTo>
                    <a:pt x="377" y="568"/>
                  </a:lnTo>
                  <a:lnTo>
                    <a:pt x="375" y="567"/>
                  </a:lnTo>
                  <a:lnTo>
                    <a:pt x="369" y="564"/>
                  </a:lnTo>
                  <a:lnTo>
                    <a:pt x="360" y="557"/>
                  </a:lnTo>
                  <a:lnTo>
                    <a:pt x="349" y="549"/>
                  </a:lnTo>
                  <a:lnTo>
                    <a:pt x="337" y="538"/>
                  </a:lnTo>
                  <a:lnTo>
                    <a:pt x="324" y="526"/>
                  </a:lnTo>
                  <a:lnTo>
                    <a:pt x="312" y="511"/>
                  </a:lnTo>
                  <a:lnTo>
                    <a:pt x="302" y="494"/>
                  </a:lnTo>
                  <a:lnTo>
                    <a:pt x="294" y="473"/>
                  </a:lnTo>
                  <a:lnTo>
                    <a:pt x="289" y="452"/>
                  </a:lnTo>
                  <a:lnTo>
                    <a:pt x="288" y="432"/>
                  </a:lnTo>
                  <a:lnTo>
                    <a:pt x="290" y="415"/>
                  </a:lnTo>
                  <a:lnTo>
                    <a:pt x="294" y="399"/>
                  </a:lnTo>
                  <a:lnTo>
                    <a:pt x="299" y="387"/>
                  </a:lnTo>
                  <a:lnTo>
                    <a:pt x="304" y="378"/>
                  </a:lnTo>
                  <a:lnTo>
                    <a:pt x="308" y="372"/>
                  </a:lnTo>
                  <a:lnTo>
                    <a:pt x="311" y="368"/>
                  </a:lnTo>
                  <a:lnTo>
                    <a:pt x="313" y="367"/>
                  </a:lnTo>
                  <a:lnTo>
                    <a:pt x="313" y="293"/>
                  </a:lnTo>
                  <a:lnTo>
                    <a:pt x="315" y="253"/>
                  </a:lnTo>
                  <a:lnTo>
                    <a:pt x="324" y="215"/>
                  </a:lnTo>
                  <a:lnTo>
                    <a:pt x="338" y="178"/>
                  </a:lnTo>
                  <a:lnTo>
                    <a:pt x="356" y="144"/>
                  </a:lnTo>
                  <a:lnTo>
                    <a:pt x="378" y="114"/>
                  </a:lnTo>
                  <a:lnTo>
                    <a:pt x="405" y="85"/>
                  </a:lnTo>
                  <a:lnTo>
                    <a:pt x="435" y="61"/>
                  </a:lnTo>
                  <a:lnTo>
                    <a:pt x="468" y="40"/>
                  </a:lnTo>
                  <a:lnTo>
                    <a:pt x="504" y="22"/>
                  </a:lnTo>
                  <a:lnTo>
                    <a:pt x="543" y="10"/>
                  </a:lnTo>
                  <a:lnTo>
                    <a:pt x="582" y="2"/>
                  </a:lnTo>
                  <a:lnTo>
                    <a:pt x="6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8" name="Freeform 351">
              <a:extLst>
                <a:ext uri="{FF2B5EF4-FFF2-40B4-BE49-F238E27FC236}">
                  <a16:creationId xmlns:a16="http://schemas.microsoft.com/office/drawing/2014/main" id="{ADD499DD-4F03-4EF5-9756-4ABE3473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5426" y="3494088"/>
              <a:ext cx="180975" cy="182563"/>
            </a:xfrm>
            <a:custGeom>
              <a:avLst/>
              <a:gdLst>
                <a:gd name="T0" fmla="*/ 706 w 1248"/>
                <a:gd name="T1" fmla="*/ 10 h 1267"/>
                <a:gd name="T2" fmla="*/ 814 w 1248"/>
                <a:gd name="T3" fmla="*/ 61 h 1267"/>
                <a:gd name="T4" fmla="*/ 892 w 1248"/>
                <a:gd name="T5" fmla="*/ 144 h 1267"/>
                <a:gd name="T6" fmla="*/ 933 w 1248"/>
                <a:gd name="T7" fmla="*/ 253 h 1267"/>
                <a:gd name="T8" fmla="*/ 937 w 1248"/>
                <a:gd name="T9" fmla="*/ 368 h 1267"/>
                <a:gd name="T10" fmla="*/ 949 w 1248"/>
                <a:gd name="T11" fmla="*/ 387 h 1267"/>
                <a:gd name="T12" fmla="*/ 961 w 1248"/>
                <a:gd name="T13" fmla="*/ 432 h 1267"/>
                <a:gd name="T14" fmla="*/ 946 w 1248"/>
                <a:gd name="T15" fmla="*/ 494 h 1267"/>
                <a:gd name="T16" fmla="*/ 912 w 1248"/>
                <a:gd name="T17" fmla="*/ 538 h 1267"/>
                <a:gd name="T18" fmla="*/ 879 w 1248"/>
                <a:gd name="T19" fmla="*/ 564 h 1267"/>
                <a:gd name="T20" fmla="*/ 870 w 1248"/>
                <a:gd name="T21" fmla="*/ 571 h 1267"/>
                <a:gd name="T22" fmla="*/ 860 w 1248"/>
                <a:gd name="T23" fmla="*/ 610 h 1267"/>
                <a:gd name="T24" fmla="*/ 834 w 1248"/>
                <a:gd name="T25" fmla="*/ 674 h 1267"/>
                <a:gd name="T26" fmla="*/ 790 w 1248"/>
                <a:gd name="T27" fmla="*/ 734 h 1267"/>
                <a:gd name="T28" fmla="*/ 791 w 1248"/>
                <a:gd name="T29" fmla="*/ 811 h 1267"/>
                <a:gd name="T30" fmla="*/ 817 w 1248"/>
                <a:gd name="T31" fmla="*/ 862 h 1267"/>
                <a:gd name="T32" fmla="*/ 860 w 1248"/>
                <a:gd name="T33" fmla="*/ 896 h 1267"/>
                <a:gd name="T34" fmla="*/ 914 w 1248"/>
                <a:gd name="T35" fmla="*/ 917 h 1267"/>
                <a:gd name="T36" fmla="*/ 969 w 1248"/>
                <a:gd name="T37" fmla="*/ 934 h 1267"/>
                <a:gd name="T38" fmla="*/ 1049 w 1248"/>
                <a:gd name="T39" fmla="*/ 959 h 1267"/>
                <a:gd name="T40" fmla="*/ 1122 w 1248"/>
                <a:gd name="T41" fmla="*/ 983 h 1267"/>
                <a:gd name="T42" fmla="*/ 1182 w 1248"/>
                <a:gd name="T43" fmla="*/ 1018 h 1267"/>
                <a:gd name="T44" fmla="*/ 1226 w 1248"/>
                <a:gd name="T45" fmla="*/ 1070 h 1267"/>
                <a:gd name="T46" fmla="*/ 1247 w 1248"/>
                <a:gd name="T47" fmla="*/ 1150 h 1267"/>
                <a:gd name="T48" fmla="*/ 1235 w 1248"/>
                <a:gd name="T49" fmla="*/ 1202 h 1267"/>
                <a:gd name="T50" fmla="*/ 1163 w 1248"/>
                <a:gd name="T51" fmla="*/ 1227 h 1267"/>
                <a:gd name="T52" fmla="*/ 1035 w 1248"/>
                <a:gd name="T53" fmla="*/ 1248 h 1267"/>
                <a:gd name="T54" fmla="*/ 857 w 1248"/>
                <a:gd name="T55" fmla="*/ 1263 h 1267"/>
                <a:gd name="T56" fmla="*/ 669 w 1248"/>
                <a:gd name="T57" fmla="*/ 996 h 1267"/>
                <a:gd name="T58" fmla="*/ 692 w 1248"/>
                <a:gd name="T59" fmla="*/ 956 h 1267"/>
                <a:gd name="T60" fmla="*/ 689 w 1248"/>
                <a:gd name="T61" fmla="*/ 947 h 1267"/>
                <a:gd name="T62" fmla="*/ 621 w 1248"/>
                <a:gd name="T63" fmla="*/ 884 h 1267"/>
                <a:gd name="T64" fmla="*/ 557 w 1248"/>
                <a:gd name="T65" fmla="*/ 951 h 1267"/>
                <a:gd name="T66" fmla="*/ 558 w 1248"/>
                <a:gd name="T67" fmla="*/ 962 h 1267"/>
                <a:gd name="T68" fmla="*/ 462 w 1248"/>
                <a:gd name="T69" fmla="*/ 1265 h 1267"/>
                <a:gd name="T70" fmla="*/ 268 w 1248"/>
                <a:gd name="T71" fmla="*/ 1254 h 1267"/>
                <a:gd name="T72" fmla="*/ 122 w 1248"/>
                <a:gd name="T73" fmla="*/ 1234 h 1267"/>
                <a:gd name="T74" fmla="*/ 31 w 1248"/>
                <a:gd name="T75" fmla="*/ 1211 h 1267"/>
                <a:gd name="T76" fmla="*/ 0 w 1248"/>
                <a:gd name="T77" fmla="*/ 1184 h 1267"/>
                <a:gd name="T78" fmla="*/ 13 w 1248"/>
                <a:gd name="T79" fmla="*/ 1094 h 1267"/>
                <a:gd name="T80" fmla="*/ 49 w 1248"/>
                <a:gd name="T81" fmla="*/ 1033 h 1267"/>
                <a:gd name="T82" fmla="*/ 104 w 1248"/>
                <a:gd name="T83" fmla="*/ 993 h 1267"/>
                <a:gd name="T84" fmla="*/ 173 w 1248"/>
                <a:gd name="T85" fmla="*/ 966 h 1267"/>
                <a:gd name="T86" fmla="*/ 252 w 1248"/>
                <a:gd name="T87" fmla="*/ 943 h 1267"/>
                <a:gd name="T88" fmla="*/ 316 w 1248"/>
                <a:gd name="T89" fmla="*/ 923 h 1267"/>
                <a:gd name="T90" fmla="*/ 371 w 1248"/>
                <a:gd name="T91" fmla="*/ 904 h 1267"/>
                <a:gd name="T92" fmla="*/ 418 w 1248"/>
                <a:gd name="T93" fmla="*/ 876 h 1267"/>
                <a:gd name="T94" fmla="*/ 451 w 1248"/>
                <a:gd name="T95" fmla="*/ 831 h 1267"/>
                <a:gd name="T96" fmla="*/ 461 w 1248"/>
                <a:gd name="T97" fmla="*/ 763 h 1267"/>
                <a:gd name="T98" fmla="*/ 426 w 1248"/>
                <a:gd name="T99" fmla="*/ 695 h 1267"/>
                <a:gd name="T100" fmla="*/ 395 w 1248"/>
                <a:gd name="T101" fmla="*/ 630 h 1267"/>
                <a:gd name="T102" fmla="*/ 379 w 1248"/>
                <a:gd name="T103" fmla="*/ 580 h 1267"/>
                <a:gd name="T104" fmla="*/ 375 w 1248"/>
                <a:gd name="T105" fmla="*/ 567 h 1267"/>
                <a:gd name="T106" fmla="*/ 349 w 1248"/>
                <a:gd name="T107" fmla="*/ 549 h 1267"/>
                <a:gd name="T108" fmla="*/ 312 w 1248"/>
                <a:gd name="T109" fmla="*/ 511 h 1267"/>
                <a:gd name="T110" fmla="*/ 288 w 1248"/>
                <a:gd name="T111" fmla="*/ 452 h 1267"/>
                <a:gd name="T112" fmla="*/ 294 w 1248"/>
                <a:gd name="T113" fmla="*/ 399 h 1267"/>
                <a:gd name="T114" fmla="*/ 308 w 1248"/>
                <a:gd name="T115" fmla="*/ 372 h 1267"/>
                <a:gd name="T116" fmla="*/ 312 w 1248"/>
                <a:gd name="T117" fmla="*/ 293 h 1267"/>
                <a:gd name="T118" fmla="*/ 337 w 1248"/>
                <a:gd name="T119" fmla="*/ 178 h 1267"/>
                <a:gd name="T120" fmla="*/ 405 w 1248"/>
                <a:gd name="T121" fmla="*/ 85 h 1267"/>
                <a:gd name="T122" fmla="*/ 504 w 1248"/>
                <a:gd name="T123" fmla="*/ 22 h 1267"/>
                <a:gd name="T124" fmla="*/ 624 w 1248"/>
                <a:gd name="T125" fmla="*/ 0 h 1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48" h="1267">
                  <a:moveTo>
                    <a:pt x="624" y="0"/>
                  </a:moveTo>
                  <a:lnTo>
                    <a:pt x="666" y="2"/>
                  </a:lnTo>
                  <a:lnTo>
                    <a:pt x="706" y="10"/>
                  </a:lnTo>
                  <a:lnTo>
                    <a:pt x="744" y="22"/>
                  </a:lnTo>
                  <a:lnTo>
                    <a:pt x="780" y="40"/>
                  </a:lnTo>
                  <a:lnTo>
                    <a:pt x="814" y="61"/>
                  </a:lnTo>
                  <a:lnTo>
                    <a:pt x="843" y="85"/>
                  </a:lnTo>
                  <a:lnTo>
                    <a:pt x="870" y="114"/>
                  </a:lnTo>
                  <a:lnTo>
                    <a:pt x="892" y="144"/>
                  </a:lnTo>
                  <a:lnTo>
                    <a:pt x="911" y="178"/>
                  </a:lnTo>
                  <a:lnTo>
                    <a:pt x="924" y="215"/>
                  </a:lnTo>
                  <a:lnTo>
                    <a:pt x="933" y="253"/>
                  </a:lnTo>
                  <a:lnTo>
                    <a:pt x="935" y="293"/>
                  </a:lnTo>
                  <a:lnTo>
                    <a:pt x="935" y="367"/>
                  </a:lnTo>
                  <a:lnTo>
                    <a:pt x="937" y="368"/>
                  </a:lnTo>
                  <a:lnTo>
                    <a:pt x="940" y="372"/>
                  </a:lnTo>
                  <a:lnTo>
                    <a:pt x="944" y="378"/>
                  </a:lnTo>
                  <a:lnTo>
                    <a:pt x="949" y="387"/>
                  </a:lnTo>
                  <a:lnTo>
                    <a:pt x="955" y="399"/>
                  </a:lnTo>
                  <a:lnTo>
                    <a:pt x="959" y="415"/>
                  </a:lnTo>
                  <a:lnTo>
                    <a:pt x="961" y="432"/>
                  </a:lnTo>
                  <a:lnTo>
                    <a:pt x="960" y="452"/>
                  </a:lnTo>
                  <a:lnTo>
                    <a:pt x="955" y="473"/>
                  </a:lnTo>
                  <a:lnTo>
                    <a:pt x="946" y="494"/>
                  </a:lnTo>
                  <a:lnTo>
                    <a:pt x="936" y="511"/>
                  </a:lnTo>
                  <a:lnTo>
                    <a:pt x="924" y="526"/>
                  </a:lnTo>
                  <a:lnTo>
                    <a:pt x="912" y="538"/>
                  </a:lnTo>
                  <a:lnTo>
                    <a:pt x="899" y="549"/>
                  </a:lnTo>
                  <a:lnTo>
                    <a:pt x="888" y="557"/>
                  </a:lnTo>
                  <a:lnTo>
                    <a:pt x="879" y="564"/>
                  </a:lnTo>
                  <a:lnTo>
                    <a:pt x="873" y="567"/>
                  </a:lnTo>
                  <a:lnTo>
                    <a:pt x="871" y="568"/>
                  </a:lnTo>
                  <a:lnTo>
                    <a:pt x="870" y="571"/>
                  </a:lnTo>
                  <a:lnTo>
                    <a:pt x="868" y="580"/>
                  </a:lnTo>
                  <a:lnTo>
                    <a:pt x="865" y="594"/>
                  </a:lnTo>
                  <a:lnTo>
                    <a:pt x="860" y="610"/>
                  </a:lnTo>
                  <a:lnTo>
                    <a:pt x="853" y="630"/>
                  </a:lnTo>
                  <a:lnTo>
                    <a:pt x="844" y="652"/>
                  </a:lnTo>
                  <a:lnTo>
                    <a:pt x="834" y="674"/>
                  </a:lnTo>
                  <a:lnTo>
                    <a:pt x="822" y="695"/>
                  </a:lnTo>
                  <a:lnTo>
                    <a:pt x="807" y="716"/>
                  </a:lnTo>
                  <a:lnTo>
                    <a:pt x="790" y="734"/>
                  </a:lnTo>
                  <a:lnTo>
                    <a:pt x="787" y="763"/>
                  </a:lnTo>
                  <a:lnTo>
                    <a:pt x="787" y="788"/>
                  </a:lnTo>
                  <a:lnTo>
                    <a:pt x="791" y="811"/>
                  </a:lnTo>
                  <a:lnTo>
                    <a:pt x="797" y="831"/>
                  </a:lnTo>
                  <a:lnTo>
                    <a:pt x="806" y="848"/>
                  </a:lnTo>
                  <a:lnTo>
                    <a:pt x="817" y="862"/>
                  </a:lnTo>
                  <a:lnTo>
                    <a:pt x="830" y="876"/>
                  </a:lnTo>
                  <a:lnTo>
                    <a:pt x="844" y="887"/>
                  </a:lnTo>
                  <a:lnTo>
                    <a:pt x="860" y="896"/>
                  </a:lnTo>
                  <a:lnTo>
                    <a:pt x="877" y="904"/>
                  </a:lnTo>
                  <a:lnTo>
                    <a:pt x="895" y="911"/>
                  </a:lnTo>
                  <a:lnTo>
                    <a:pt x="914" y="917"/>
                  </a:lnTo>
                  <a:lnTo>
                    <a:pt x="932" y="923"/>
                  </a:lnTo>
                  <a:lnTo>
                    <a:pt x="950" y="928"/>
                  </a:lnTo>
                  <a:lnTo>
                    <a:pt x="969" y="934"/>
                  </a:lnTo>
                  <a:lnTo>
                    <a:pt x="996" y="943"/>
                  </a:lnTo>
                  <a:lnTo>
                    <a:pt x="1023" y="951"/>
                  </a:lnTo>
                  <a:lnTo>
                    <a:pt x="1049" y="959"/>
                  </a:lnTo>
                  <a:lnTo>
                    <a:pt x="1075" y="966"/>
                  </a:lnTo>
                  <a:lnTo>
                    <a:pt x="1099" y="975"/>
                  </a:lnTo>
                  <a:lnTo>
                    <a:pt x="1122" y="983"/>
                  </a:lnTo>
                  <a:lnTo>
                    <a:pt x="1144" y="993"/>
                  </a:lnTo>
                  <a:lnTo>
                    <a:pt x="1164" y="1004"/>
                  </a:lnTo>
                  <a:lnTo>
                    <a:pt x="1182" y="1018"/>
                  </a:lnTo>
                  <a:lnTo>
                    <a:pt x="1199" y="1033"/>
                  </a:lnTo>
                  <a:lnTo>
                    <a:pt x="1214" y="1050"/>
                  </a:lnTo>
                  <a:lnTo>
                    <a:pt x="1226" y="1070"/>
                  </a:lnTo>
                  <a:lnTo>
                    <a:pt x="1235" y="1094"/>
                  </a:lnTo>
                  <a:lnTo>
                    <a:pt x="1242" y="1120"/>
                  </a:lnTo>
                  <a:lnTo>
                    <a:pt x="1247" y="1150"/>
                  </a:lnTo>
                  <a:lnTo>
                    <a:pt x="1248" y="1184"/>
                  </a:lnTo>
                  <a:lnTo>
                    <a:pt x="1245" y="1193"/>
                  </a:lnTo>
                  <a:lnTo>
                    <a:pt x="1235" y="1202"/>
                  </a:lnTo>
                  <a:lnTo>
                    <a:pt x="1218" y="1211"/>
                  </a:lnTo>
                  <a:lnTo>
                    <a:pt x="1193" y="1219"/>
                  </a:lnTo>
                  <a:lnTo>
                    <a:pt x="1163" y="1227"/>
                  </a:lnTo>
                  <a:lnTo>
                    <a:pt x="1126" y="1234"/>
                  </a:lnTo>
                  <a:lnTo>
                    <a:pt x="1083" y="1241"/>
                  </a:lnTo>
                  <a:lnTo>
                    <a:pt x="1035" y="1248"/>
                  </a:lnTo>
                  <a:lnTo>
                    <a:pt x="981" y="1254"/>
                  </a:lnTo>
                  <a:lnTo>
                    <a:pt x="921" y="1259"/>
                  </a:lnTo>
                  <a:lnTo>
                    <a:pt x="857" y="1263"/>
                  </a:lnTo>
                  <a:lnTo>
                    <a:pt x="786" y="1265"/>
                  </a:lnTo>
                  <a:lnTo>
                    <a:pt x="712" y="1267"/>
                  </a:lnTo>
                  <a:lnTo>
                    <a:pt x="669" y="996"/>
                  </a:lnTo>
                  <a:lnTo>
                    <a:pt x="690" y="962"/>
                  </a:lnTo>
                  <a:lnTo>
                    <a:pt x="691" y="959"/>
                  </a:lnTo>
                  <a:lnTo>
                    <a:pt x="692" y="956"/>
                  </a:lnTo>
                  <a:lnTo>
                    <a:pt x="692" y="953"/>
                  </a:lnTo>
                  <a:lnTo>
                    <a:pt x="691" y="950"/>
                  </a:lnTo>
                  <a:lnTo>
                    <a:pt x="689" y="947"/>
                  </a:lnTo>
                  <a:lnTo>
                    <a:pt x="633" y="887"/>
                  </a:lnTo>
                  <a:lnTo>
                    <a:pt x="627" y="884"/>
                  </a:lnTo>
                  <a:lnTo>
                    <a:pt x="621" y="884"/>
                  </a:lnTo>
                  <a:lnTo>
                    <a:pt x="615" y="887"/>
                  </a:lnTo>
                  <a:lnTo>
                    <a:pt x="560" y="947"/>
                  </a:lnTo>
                  <a:lnTo>
                    <a:pt x="557" y="951"/>
                  </a:lnTo>
                  <a:lnTo>
                    <a:pt x="556" y="955"/>
                  </a:lnTo>
                  <a:lnTo>
                    <a:pt x="557" y="958"/>
                  </a:lnTo>
                  <a:lnTo>
                    <a:pt x="558" y="962"/>
                  </a:lnTo>
                  <a:lnTo>
                    <a:pt x="579" y="996"/>
                  </a:lnTo>
                  <a:lnTo>
                    <a:pt x="537" y="1267"/>
                  </a:lnTo>
                  <a:lnTo>
                    <a:pt x="462" y="1265"/>
                  </a:lnTo>
                  <a:lnTo>
                    <a:pt x="393" y="1263"/>
                  </a:lnTo>
                  <a:lnTo>
                    <a:pt x="327" y="1259"/>
                  </a:lnTo>
                  <a:lnTo>
                    <a:pt x="268" y="1254"/>
                  </a:lnTo>
                  <a:lnTo>
                    <a:pt x="213" y="1248"/>
                  </a:lnTo>
                  <a:lnTo>
                    <a:pt x="165" y="1241"/>
                  </a:lnTo>
                  <a:lnTo>
                    <a:pt x="122" y="1234"/>
                  </a:lnTo>
                  <a:lnTo>
                    <a:pt x="86" y="1227"/>
                  </a:lnTo>
                  <a:lnTo>
                    <a:pt x="55" y="1219"/>
                  </a:lnTo>
                  <a:lnTo>
                    <a:pt x="31" y="1211"/>
                  </a:lnTo>
                  <a:lnTo>
                    <a:pt x="14" y="1202"/>
                  </a:lnTo>
                  <a:lnTo>
                    <a:pt x="3" y="1193"/>
                  </a:lnTo>
                  <a:lnTo>
                    <a:pt x="0" y="1184"/>
                  </a:lnTo>
                  <a:lnTo>
                    <a:pt x="1" y="1150"/>
                  </a:lnTo>
                  <a:lnTo>
                    <a:pt x="6" y="1120"/>
                  </a:lnTo>
                  <a:lnTo>
                    <a:pt x="13" y="1094"/>
                  </a:lnTo>
                  <a:lnTo>
                    <a:pt x="22" y="1070"/>
                  </a:lnTo>
                  <a:lnTo>
                    <a:pt x="35" y="1050"/>
                  </a:lnTo>
                  <a:lnTo>
                    <a:pt x="49" y="1033"/>
                  </a:lnTo>
                  <a:lnTo>
                    <a:pt x="66" y="1018"/>
                  </a:lnTo>
                  <a:lnTo>
                    <a:pt x="84" y="1004"/>
                  </a:lnTo>
                  <a:lnTo>
                    <a:pt x="104" y="993"/>
                  </a:lnTo>
                  <a:lnTo>
                    <a:pt x="126" y="983"/>
                  </a:lnTo>
                  <a:lnTo>
                    <a:pt x="149" y="975"/>
                  </a:lnTo>
                  <a:lnTo>
                    <a:pt x="173" y="966"/>
                  </a:lnTo>
                  <a:lnTo>
                    <a:pt x="199" y="959"/>
                  </a:lnTo>
                  <a:lnTo>
                    <a:pt x="224" y="951"/>
                  </a:lnTo>
                  <a:lnTo>
                    <a:pt x="252" y="943"/>
                  </a:lnTo>
                  <a:lnTo>
                    <a:pt x="279" y="934"/>
                  </a:lnTo>
                  <a:lnTo>
                    <a:pt x="298" y="928"/>
                  </a:lnTo>
                  <a:lnTo>
                    <a:pt x="316" y="923"/>
                  </a:lnTo>
                  <a:lnTo>
                    <a:pt x="334" y="917"/>
                  </a:lnTo>
                  <a:lnTo>
                    <a:pt x="353" y="911"/>
                  </a:lnTo>
                  <a:lnTo>
                    <a:pt x="371" y="904"/>
                  </a:lnTo>
                  <a:lnTo>
                    <a:pt x="387" y="896"/>
                  </a:lnTo>
                  <a:lnTo>
                    <a:pt x="404" y="887"/>
                  </a:lnTo>
                  <a:lnTo>
                    <a:pt x="418" y="876"/>
                  </a:lnTo>
                  <a:lnTo>
                    <a:pt x="431" y="862"/>
                  </a:lnTo>
                  <a:lnTo>
                    <a:pt x="443" y="848"/>
                  </a:lnTo>
                  <a:lnTo>
                    <a:pt x="451" y="831"/>
                  </a:lnTo>
                  <a:lnTo>
                    <a:pt x="457" y="811"/>
                  </a:lnTo>
                  <a:lnTo>
                    <a:pt x="461" y="788"/>
                  </a:lnTo>
                  <a:lnTo>
                    <a:pt x="461" y="763"/>
                  </a:lnTo>
                  <a:lnTo>
                    <a:pt x="458" y="734"/>
                  </a:lnTo>
                  <a:lnTo>
                    <a:pt x="440" y="716"/>
                  </a:lnTo>
                  <a:lnTo>
                    <a:pt x="426" y="695"/>
                  </a:lnTo>
                  <a:lnTo>
                    <a:pt x="414" y="674"/>
                  </a:lnTo>
                  <a:lnTo>
                    <a:pt x="404" y="652"/>
                  </a:lnTo>
                  <a:lnTo>
                    <a:pt x="395" y="630"/>
                  </a:lnTo>
                  <a:lnTo>
                    <a:pt x="388" y="610"/>
                  </a:lnTo>
                  <a:lnTo>
                    <a:pt x="383" y="594"/>
                  </a:lnTo>
                  <a:lnTo>
                    <a:pt x="379" y="580"/>
                  </a:lnTo>
                  <a:lnTo>
                    <a:pt x="378" y="571"/>
                  </a:lnTo>
                  <a:lnTo>
                    <a:pt x="377" y="568"/>
                  </a:lnTo>
                  <a:lnTo>
                    <a:pt x="375" y="567"/>
                  </a:lnTo>
                  <a:lnTo>
                    <a:pt x="369" y="564"/>
                  </a:lnTo>
                  <a:lnTo>
                    <a:pt x="360" y="557"/>
                  </a:lnTo>
                  <a:lnTo>
                    <a:pt x="349" y="549"/>
                  </a:lnTo>
                  <a:lnTo>
                    <a:pt x="336" y="538"/>
                  </a:lnTo>
                  <a:lnTo>
                    <a:pt x="323" y="526"/>
                  </a:lnTo>
                  <a:lnTo>
                    <a:pt x="312" y="511"/>
                  </a:lnTo>
                  <a:lnTo>
                    <a:pt x="301" y="494"/>
                  </a:lnTo>
                  <a:lnTo>
                    <a:pt x="294" y="473"/>
                  </a:lnTo>
                  <a:lnTo>
                    <a:pt x="288" y="452"/>
                  </a:lnTo>
                  <a:lnTo>
                    <a:pt x="287" y="432"/>
                  </a:lnTo>
                  <a:lnTo>
                    <a:pt x="290" y="415"/>
                  </a:lnTo>
                  <a:lnTo>
                    <a:pt x="294" y="399"/>
                  </a:lnTo>
                  <a:lnTo>
                    <a:pt x="298" y="387"/>
                  </a:lnTo>
                  <a:lnTo>
                    <a:pt x="303" y="378"/>
                  </a:lnTo>
                  <a:lnTo>
                    <a:pt x="308" y="372"/>
                  </a:lnTo>
                  <a:lnTo>
                    <a:pt x="311" y="368"/>
                  </a:lnTo>
                  <a:lnTo>
                    <a:pt x="312" y="367"/>
                  </a:lnTo>
                  <a:lnTo>
                    <a:pt x="312" y="293"/>
                  </a:lnTo>
                  <a:lnTo>
                    <a:pt x="315" y="253"/>
                  </a:lnTo>
                  <a:lnTo>
                    <a:pt x="323" y="215"/>
                  </a:lnTo>
                  <a:lnTo>
                    <a:pt x="337" y="178"/>
                  </a:lnTo>
                  <a:lnTo>
                    <a:pt x="356" y="144"/>
                  </a:lnTo>
                  <a:lnTo>
                    <a:pt x="378" y="114"/>
                  </a:lnTo>
                  <a:lnTo>
                    <a:pt x="405" y="85"/>
                  </a:lnTo>
                  <a:lnTo>
                    <a:pt x="434" y="61"/>
                  </a:lnTo>
                  <a:lnTo>
                    <a:pt x="468" y="40"/>
                  </a:lnTo>
                  <a:lnTo>
                    <a:pt x="504" y="22"/>
                  </a:lnTo>
                  <a:lnTo>
                    <a:pt x="541" y="10"/>
                  </a:lnTo>
                  <a:lnTo>
                    <a:pt x="582" y="2"/>
                  </a:lnTo>
                  <a:lnTo>
                    <a:pt x="6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9" name="Freeform 352">
              <a:extLst>
                <a:ext uri="{FF2B5EF4-FFF2-40B4-BE49-F238E27FC236}">
                  <a16:creationId xmlns:a16="http://schemas.microsoft.com/office/drawing/2014/main" id="{CE765E5E-7818-4680-921B-6E2DE7C70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551" y="3432175"/>
              <a:ext cx="166688" cy="153988"/>
            </a:xfrm>
            <a:custGeom>
              <a:avLst/>
              <a:gdLst>
                <a:gd name="T0" fmla="*/ 580 w 1159"/>
                <a:gd name="T1" fmla="*/ 0 h 1069"/>
                <a:gd name="T2" fmla="*/ 602 w 1159"/>
                <a:gd name="T3" fmla="*/ 3 h 1069"/>
                <a:gd name="T4" fmla="*/ 622 w 1159"/>
                <a:gd name="T5" fmla="*/ 12 h 1069"/>
                <a:gd name="T6" fmla="*/ 639 w 1159"/>
                <a:gd name="T7" fmla="*/ 25 h 1069"/>
                <a:gd name="T8" fmla="*/ 652 w 1159"/>
                <a:gd name="T9" fmla="*/ 41 h 1069"/>
                <a:gd name="T10" fmla="*/ 660 w 1159"/>
                <a:gd name="T11" fmla="*/ 61 h 1069"/>
                <a:gd name="T12" fmla="*/ 663 w 1159"/>
                <a:gd name="T13" fmla="*/ 83 h 1069"/>
                <a:gd name="T14" fmla="*/ 663 w 1159"/>
                <a:gd name="T15" fmla="*/ 536 h 1069"/>
                <a:gd name="T16" fmla="*/ 1129 w 1159"/>
                <a:gd name="T17" fmla="*/ 923 h 1069"/>
                <a:gd name="T18" fmla="*/ 1143 w 1159"/>
                <a:gd name="T19" fmla="*/ 936 h 1069"/>
                <a:gd name="T20" fmla="*/ 1152 w 1159"/>
                <a:gd name="T21" fmla="*/ 952 h 1069"/>
                <a:gd name="T22" fmla="*/ 1158 w 1159"/>
                <a:gd name="T23" fmla="*/ 969 h 1069"/>
                <a:gd name="T24" fmla="*/ 1159 w 1159"/>
                <a:gd name="T25" fmla="*/ 987 h 1069"/>
                <a:gd name="T26" fmla="*/ 1157 w 1159"/>
                <a:gd name="T27" fmla="*/ 1006 h 1069"/>
                <a:gd name="T28" fmla="*/ 1151 w 1159"/>
                <a:gd name="T29" fmla="*/ 1023 h 1069"/>
                <a:gd name="T30" fmla="*/ 1141 w 1159"/>
                <a:gd name="T31" fmla="*/ 1039 h 1069"/>
                <a:gd name="T32" fmla="*/ 1126 w 1159"/>
                <a:gd name="T33" fmla="*/ 1051 h 1069"/>
                <a:gd name="T34" fmla="*/ 1111 w 1159"/>
                <a:gd name="T35" fmla="*/ 1061 h 1069"/>
                <a:gd name="T36" fmla="*/ 1094 w 1159"/>
                <a:gd name="T37" fmla="*/ 1066 h 1069"/>
                <a:gd name="T38" fmla="*/ 1076 w 1159"/>
                <a:gd name="T39" fmla="*/ 1069 h 1069"/>
                <a:gd name="T40" fmla="*/ 1057 w 1159"/>
                <a:gd name="T41" fmla="*/ 1066 h 1069"/>
                <a:gd name="T42" fmla="*/ 1040 w 1159"/>
                <a:gd name="T43" fmla="*/ 1060 h 1069"/>
                <a:gd name="T44" fmla="*/ 1023 w 1159"/>
                <a:gd name="T45" fmla="*/ 1049 h 1069"/>
                <a:gd name="T46" fmla="*/ 580 w 1159"/>
                <a:gd name="T47" fmla="*/ 683 h 1069"/>
                <a:gd name="T48" fmla="*/ 137 w 1159"/>
                <a:gd name="T49" fmla="*/ 1049 h 1069"/>
                <a:gd name="T50" fmla="*/ 121 w 1159"/>
                <a:gd name="T51" fmla="*/ 1060 h 1069"/>
                <a:gd name="T52" fmla="*/ 103 w 1159"/>
                <a:gd name="T53" fmla="*/ 1066 h 1069"/>
                <a:gd name="T54" fmla="*/ 85 w 1159"/>
                <a:gd name="T55" fmla="*/ 1069 h 1069"/>
                <a:gd name="T56" fmla="*/ 68 w 1159"/>
                <a:gd name="T57" fmla="*/ 1066 h 1069"/>
                <a:gd name="T58" fmla="*/ 50 w 1159"/>
                <a:gd name="T59" fmla="*/ 1061 h 1069"/>
                <a:gd name="T60" fmla="*/ 34 w 1159"/>
                <a:gd name="T61" fmla="*/ 1052 h 1069"/>
                <a:gd name="T62" fmla="*/ 20 w 1159"/>
                <a:gd name="T63" fmla="*/ 1039 h 1069"/>
                <a:gd name="T64" fmla="*/ 9 w 1159"/>
                <a:gd name="T65" fmla="*/ 1023 h 1069"/>
                <a:gd name="T66" fmla="*/ 3 w 1159"/>
                <a:gd name="T67" fmla="*/ 1006 h 1069"/>
                <a:gd name="T68" fmla="*/ 0 w 1159"/>
                <a:gd name="T69" fmla="*/ 987 h 1069"/>
                <a:gd name="T70" fmla="*/ 2 w 1159"/>
                <a:gd name="T71" fmla="*/ 969 h 1069"/>
                <a:gd name="T72" fmla="*/ 8 w 1159"/>
                <a:gd name="T73" fmla="*/ 952 h 1069"/>
                <a:gd name="T74" fmla="*/ 18 w 1159"/>
                <a:gd name="T75" fmla="*/ 936 h 1069"/>
                <a:gd name="T76" fmla="*/ 31 w 1159"/>
                <a:gd name="T77" fmla="*/ 923 h 1069"/>
                <a:gd name="T78" fmla="*/ 497 w 1159"/>
                <a:gd name="T79" fmla="*/ 536 h 1069"/>
                <a:gd name="T80" fmla="*/ 497 w 1159"/>
                <a:gd name="T81" fmla="*/ 83 h 1069"/>
                <a:gd name="T82" fmla="*/ 500 w 1159"/>
                <a:gd name="T83" fmla="*/ 61 h 1069"/>
                <a:gd name="T84" fmla="*/ 508 w 1159"/>
                <a:gd name="T85" fmla="*/ 41 h 1069"/>
                <a:gd name="T86" fmla="*/ 522 w 1159"/>
                <a:gd name="T87" fmla="*/ 25 h 1069"/>
                <a:gd name="T88" fmla="*/ 538 w 1159"/>
                <a:gd name="T89" fmla="*/ 12 h 1069"/>
                <a:gd name="T90" fmla="*/ 558 w 1159"/>
                <a:gd name="T91" fmla="*/ 3 h 1069"/>
                <a:gd name="T92" fmla="*/ 580 w 1159"/>
                <a:gd name="T93" fmla="*/ 0 h 1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59" h="1069">
                  <a:moveTo>
                    <a:pt x="580" y="0"/>
                  </a:moveTo>
                  <a:lnTo>
                    <a:pt x="602" y="3"/>
                  </a:lnTo>
                  <a:lnTo>
                    <a:pt x="622" y="12"/>
                  </a:lnTo>
                  <a:lnTo>
                    <a:pt x="639" y="25"/>
                  </a:lnTo>
                  <a:lnTo>
                    <a:pt x="652" y="41"/>
                  </a:lnTo>
                  <a:lnTo>
                    <a:pt x="660" y="61"/>
                  </a:lnTo>
                  <a:lnTo>
                    <a:pt x="663" y="83"/>
                  </a:lnTo>
                  <a:lnTo>
                    <a:pt x="663" y="536"/>
                  </a:lnTo>
                  <a:lnTo>
                    <a:pt x="1129" y="923"/>
                  </a:lnTo>
                  <a:lnTo>
                    <a:pt x="1143" y="936"/>
                  </a:lnTo>
                  <a:lnTo>
                    <a:pt x="1152" y="952"/>
                  </a:lnTo>
                  <a:lnTo>
                    <a:pt x="1158" y="969"/>
                  </a:lnTo>
                  <a:lnTo>
                    <a:pt x="1159" y="987"/>
                  </a:lnTo>
                  <a:lnTo>
                    <a:pt x="1157" y="1006"/>
                  </a:lnTo>
                  <a:lnTo>
                    <a:pt x="1151" y="1023"/>
                  </a:lnTo>
                  <a:lnTo>
                    <a:pt x="1141" y="1039"/>
                  </a:lnTo>
                  <a:lnTo>
                    <a:pt x="1126" y="1051"/>
                  </a:lnTo>
                  <a:lnTo>
                    <a:pt x="1111" y="1061"/>
                  </a:lnTo>
                  <a:lnTo>
                    <a:pt x="1094" y="1066"/>
                  </a:lnTo>
                  <a:lnTo>
                    <a:pt x="1076" y="1069"/>
                  </a:lnTo>
                  <a:lnTo>
                    <a:pt x="1057" y="1066"/>
                  </a:lnTo>
                  <a:lnTo>
                    <a:pt x="1040" y="1060"/>
                  </a:lnTo>
                  <a:lnTo>
                    <a:pt x="1023" y="1049"/>
                  </a:lnTo>
                  <a:lnTo>
                    <a:pt x="580" y="683"/>
                  </a:lnTo>
                  <a:lnTo>
                    <a:pt x="137" y="1049"/>
                  </a:lnTo>
                  <a:lnTo>
                    <a:pt x="121" y="1060"/>
                  </a:lnTo>
                  <a:lnTo>
                    <a:pt x="103" y="1066"/>
                  </a:lnTo>
                  <a:lnTo>
                    <a:pt x="85" y="1069"/>
                  </a:lnTo>
                  <a:lnTo>
                    <a:pt x="68" y="1066"/>
                  </a:lnTo>
                  <a:lnTo>
                    <a:pt x="50" y="1061"/>
                  </a:lnTo>
                  <a:lnTo>
                    <a:pt x="34" y="1052"/>
                  </a:lnTo>
                  <a:lnTo>
                    <a:pt x="20" y="1039"/>
                  </a:lnTo>
                  <a:lnTo>
                    <a:pt x="9" y="1023"/>
                  </a:lnTo>
                  <a:lnTo>
                    <a:pt x="3" y="1006"/>
                  </a:lnTo>
                  <a:lnTo>
                    <a:pt x="0" y="987"/>
                  </a:lnTo>
                  <a:lnTo>
                    <a:pt x="2" y="969"/>
                  </a:lnTo>
                  <a:lnTo>
                    <a:pt x="8" y="952"/>
                  </a:lnTo>
                  <a:lnTo>
                    <a:pt x="18" y="936"/>
                  </a:lnTo>
                  <a:lnTo>
                    <a:pt x="31" y="923"/>
                  </a:lnTo>
                  <a:lnTo>
                    <a:pt x="497" y="536"/>
                  </a:lnTo>
                  <a:lnTo>
                    <a:pt x="497" y="83"/>
                  </a:lnTo>
                  <a:lnTo>
                    <a:pt x="500" y="61"/>
                  </a:lnTo>
                  <a:lnTo>
                    <a:pt x="508" y="41"/>
                  </a:lnTo>
                  <a:lnTo>
                    <a:pt x="522" y="25"/>
                  </a:lnTo>
                  <a:lnTo>
                    <a:pt x="538" y="12"/>
                  </a:lnTo>
                  <a:lnTo>
                    <a:pt x="558" y="3"/>
                  </a:lnTo>
                  <a:lnTo>
                    <a:pt x="5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1A2587B-096B-4488-BCB7-089840CCBC5D}"/>
              </a:ext>
            </a:extLst>
          </p:cNvPr>
          <p:cNvGrpSpPr/>
          <p:nvPr/>
        </p:nvGrpSpPr>
        <p:grpSpPr>
          <a:xfrm flipH="1">
            <a:off x="11374609" y="2729689"/>
            <a:ext cx="352799" cy="261332"/>
            <a:chOff x="4414838" y="3671888"/>
            <a:chExt cx="514350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21" name="Freeform 432">
              <a:extLst>
                <a:ext uri="{FF2B5EF4-FFF2-40B4-BE49-F238E27FC236}">
                  <a16:creationId xmlns:a16="http://schemas.microsoft.com/office/drawing/2014/main" id="{3E20C0E4-BC29-4B19-A30B-56E50216F0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4838" y="3671888"/>
              <a:ext cx="514350" cy="381000"/>
            </a:xfrm>
            <a:custGeom>
              <a:avLst/>
              <a:gdLst>
                <a:gd name="T0" fmla="*/ 1852 w 3569"/>
                <a:gd name="T1" fmla="*/ 2516 h 2639"/>
                <a:gd name="T2" fmla="*/ 3446 w 3569"/>
                <a:gd name="T3" fmla="*/ 1146 h 2639"/>
                <a:gd name="T4" fmla="*/ 981 w 3569"/>
                <a:gd name="T5" fmla="*/ 1146 h 2639"/>
                <a:gd name="T6" fmla="*/ 1728 w 3569"/>
                <a:gd name="T7" fmla="*/ 2516 h 2639"/>
                <a:gd name="T8" fmla="*/ 981 w 3569"/>
                <a:gd name="T9" fmla="*/ 1146 h 2639"/>
                <a:gd name="T10" fmla="*/ 981 w 3569"/>
                <a:gd name="T11" fmla="*/ 1022 h 2639"/>
                <a:gd name="T12" fmla="*/ 3446 w 3569"/>
                <a:gd name="T13" fmla="*/ 781 h 2639"/>
                <a:gd name="T14" fmla="*/ 123 w 3569"/>
                <a:gd name="T15" fmla="*/ 487 h 2639"/>
                <a:gd name="T16" fmla="*/ 857 w 3569"/>
                <a:gd name="T17" fmla="*/ 1859 h 2639"/>
                <a:gd name="T18" fmla="*/ 860 w 3569"/>
                <a:gd name="T19" fmla="*/ 700 h 2639"/>
                <a:gd name="T20" fmla="*/ 883 w 3569"/>
                <a:gd name="T21" fmla="*/ 670 h 2639"/>
                <a:gd name="T22" fmla="*/ 919 w 3569"/>
                <a:gd name="T23" fmla="*/ 658 h 2639"/>
                <a:gd name="T24" fmla="*/ 2589 w 3569"/>
                <a:gd name="T25" fmla="*/ 487 h 2639"/>
                <a:gd name="T26" fmla="*/ 123 w 3569"/>
                <a:gd name="T27" fmla="*/ 123 h 2639"/>
                <a:gd name="T28" fmla="*/ 2589 w 3569"/>
                <a:gd name="T29" fmla="*/ 364 h 2639"/>
                <a:gd name="T30" fmla="*/ 123 w 3569"/>
                <a:gd name="T31" fmla="*/ 123 h 2639"/>
                <a:gd name="T32" fmla="*/ 2651 w 3569"/>
                <a:gd name="T33" fmla="*/ 0 h 2639"/>
                <a:gd name="T34" fmla="*/ 2687 w 3569"/>
                <a:gd name="T35" fmla="*/ 12 h 2639"/>
                <a:gd name="T36" fmla="*/ 2709 w 3569"/>
                <a:gd name="T37" fmla="*/ 42 h 2639"/>
                <a:gd name="T38" fmla="*/ 2712 w 3569"/>
                <a:gd name="T39" fmla="*/ 658 h 2639"/>
                <a:gd name="T40" fmla="*/ 3527 w 3569"/>
                <a:gd name="T41" fmla="*/ 661 h 2639"/>
                <a:gd name="T42" fmla="*/ 3558 w 3569"/>
                <a:gd name="T43" fmla="*/ 683 h 2639"/>
                <a:gd name="T44" fmla="*/ 3569 w 3569"/>
                <a:gd name="T45" fmla="*/ 720 h 2639"/>
                <a:gd name="T46" fmla="*/ 3566 w 3569"/>
                <a:gd name="T47" fmla="*/ 2597 h 2639"/>
                <a:gd name="T48" fmla="*/ 3545 w 3569"/>
                <a:gd name="T49" fmla="*/ 2627 h 2639"/>
                <a:gd name="T50" fmla="*/ 3508 w 3569"/>
                <a:gd name="T51" fmla="*/ 2639 h 2639"/>
                <a:gd name="T52" fmla="*/ 899 w 3569"/>
                <a:gd name="T53" fmla="*/ 2636 h 2639"/>
                <a:gd name="T54" fmla="*/ 869 w 3569"/>
                <a:gd name="T55" fmla="*/ 2614 h 2639"/>
                <a:gd name="T56" fmla="*/ 857 w 3569"/>
                <a:gd name="T57" fmla="*/ 2578 h 2639"/>
                <a:gd name="T58" fmla="*/ 62 w 3569"/>
                <a:gd name="T59" fmla="*/ 1982 h 2639"/>
                <a:gd name="T60" fmla="*/ 25 w 3569"/>
                <a:gd name="T61" fmla="*/ 1970 h 2639"/>
                <a:gd name="T62" fmla="*/ 3 w 3569"/>
                <a:gd name="T63" fmla="*/ 1940 h 2639"/>
                <a:gd name="T64" fmla="*/ 0 w 3569"/>
                <a:gd name="T65" fmla="*/ 62 h 2639"/>
                <a:gd name="T66" fmla="*/ 12 w 3569"/>
                <a:gd name="T67" fmla="*/ 25 h 2639"/>
                <a:gd name="T68" fmla="*/ 42 w 3569"/>
                <a:gd name="T69" fmla="*/ 3 h 2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69" h="2639">
                  <a:moveTo>
                    <a:pt x="1852" y="1146"/>
                  </a:moveTo>
                  <a:lnTo>
                    <a:pt x="1852" y="2516"/>
                  </a:lnTo>
                  <a:lnTo>
                    <a:pt x="3446" y="2516"/>
                  </a:lnTo>
                  <a:lnTo>
                    <a:pt x="3446" y="1146"/>
                  </a:lnTo>
                  <a:lnTo>
                    <a:pt x="1852" y="1146"/>
                  </a:lnTo>
                  <a:close/>
                  <a:moveTo>
                    <a:pt x="981" y="1146"/>
                  </a:moveTo>
                  <a:lnTo>
                    <a:pt x="981" y="2516"/>
                  </a:lnTo>
                  <a:lnTo>
                    <a:pt x="1728" y="2516"/>
                  </a:lnTo>
                  <a:lnTo>
                    <a:pt x="1728" y="1146"/>
                  </a:lnTo>
                  <a:lnTo>
                    <a:pt x="981" y="1146"/>
                  </a:lnTo>
                  <a:close/>
                  <a:moveTo>
                    <a:pt x="981" y="781"/>
                  </a:moveTo>
                  <a:lnTo>
                    <a:pt x="981" y="1022"/>
                  </a:lnTo>
                  <a:lnTo>
                    <a:pt x="3446" y="1022"/>
                  </a:lnTo>
                  <a:lnTo>
                    <a:pt x="3446" y="781"/>
                  </a:lnTo>
                  <a:lnTo>
                    <a:pt x="981" y="781"/>
                  </a:lnTo>
                  <a:close/>
                  <a:moveTo>
                    <a:pt x="123" y="487"/>
                  </a:moveTo>
                  <a:lnTo>
                    <a:pt x="123" y="1859"/>
                  </a:lnTo>
                  <a:lnTo>
                    <a:pt x="857" y="1859"/>
                  </a:lnTo>
                  <a:lnTo>
                    <a:pt x="857" y="720"/>
                  </a:lnTo>
                  <a:lnTo>
                    <a:pt x="860" y="700"/>
                  </a:lnTo>
                  <a:lnTo>
                    <a:pt x="869" y="683"/>
                  </a:lnTo>
                  <a:lnTo>
                    <a:pt x="883" y="670"/>
                  </a:lnTo>
                  <a:lnTo>
                    <a:pt x="899" y="661"/>
                  </a:lnTo>
                  <a:lnTo>
                    <a:pt x="919" y="658"/>
                  </a:lnTo>
                  <a:lnTo>
                    <a:pt x="2589" y="658"/>
                  </a:lnTo>
                  <a:lnTo>
                    <a:pt x="2589" y="487"/>
                  </a:lnTo>
                  <a:lnTo>
                    <a:pt x="123" y="487"/>
                  </a:lnTo>
                  <a:close/>
                  <a:moveTo>
                    <a:pt x="123" y="123"/>
                  </a:moveTo>
                  <a:lnTo>
                    <a:pt x="123" y="364"/>
                  </a:lnTo>
                  <a:lnTo>
                    <a:pt x="2589" y="364"/>
                  </a:lnTo>
                  <a:lnTo>
                    <a:pt x="2589" y="123"/>
                  </a:lnTo>
                  <a:lnTo>
                    <a:pt x="123" y="123"/>
                  </a:lnTo>
                  <a:close/>
                  <a:moveTo>
                    <a:pt x="62" y="0"/>
                  </a:moveTo>
                  <a:lnTo>
                    <a:pt x="2651" y="0"/>
                  </a:lnTo>
                  <a:lnTo>
                    <a:pt x="2670" y="3"/>
                  </a:lnTo>
                  <a:lnTo>
                    <a:pt x="2687" y="12"/>
                  </a:lnTo>
                  <a:lnTo>
                    <a:pt x="2700" y="25"/>
                  </a:lnTo>
                  <a:lnTo>
                    <a:pt x="2709" y="42"/>
                  </a:lnTo>
                  <a:lnTo>
                    <a:pt x="2712" y="62"/>
                  </a:lnTo>
                  <a:lnTo>
                    <a:pt x="2712" y="658"/>
                  </a:lnTo>
                  <a:lnTo>
                    <a:pt x="3508" y="658"/>
                  </a:lnTo>
                  <a:lnTo>
                    <a:pt x="3527" y="661"/>
                  </a:lnTo>
                  <a:lnTo>
                    <a:pt x="3545" y="670"/>
                  </a:lnTo>
                  <a:lnTo>
                    <a:pt x="3558" y="683"/>
                  </a:lnTo>
                  <a:lnTo>
                    <a:pt x="3566" y="700"/>
                  </a:lnTo>
                  <a:lnTo>
                    <a:pt x="3569" y="720"/>
                  </a:lnTo>
                  <a:lnTo>
                    <a:pt x="3569" y="2578"/>
                  </a:lnTo>
                  <a:lnTo>
                    <a:pt x="3566" y="2597"/>
                  </a:lnTo>
                  <a:lnTo>
                    <a:pt x="3558" y="2614"/>
                  </a:lnTo>
                  <a:lnTo>
                    <a:pt x="3545" y="2627"/>
                  </a:lnTo>
                  <a:lnTo>
                    <a:pt x="3527" y="2636"/>
                  </a:lnTo>
                  <a:lnTo>
                    <a:pt x="3508" y="2639"/>
                  </a:lnTo>
                  <a:lnTo>
                    <a:pt x="919" y="2639"/>
                  </a:lnTo>
                  <a:lnTo>
                    <a:pt x="899" y="2636"/>
                  </a:lnTo>
                  <a:lnTo>
                    <a:pt x="883" y="2627"/>
                  </a:lnTo>
                  <a:lnTo>
                    <a:pt x="869" y="2614"/>
                  </a:lnTo>
                  <a:lnTo>
                    <a:pt x="860" y="2597"/>
                  </a:lnTo>
                  <a:lnTo>
                    <a:pt x="857" y="2578"/>
                  </a:lnTo>
                  <a:lnTo>
                    <a:pt x="857" y="1982"/>
                  </a:lnTo>
                  <a:lnTo>
                    <a:pt x="62" y="1982"/>
                  </a:lnTo>
                  <a:lnTo>
                    <a:pt x="42" y="1979"/>
                  </a:lnTo>
                  <a:lnTo>
                    <a:pt x="25" y="1970"/>
                  </a:lnTo>
                  <a:lnTo>
                    <a:pt x="12" y="1956"/>
                  </a:lnTo>
                  <a:lnTo>
                    <a:pt x="3" y="1940"/>
                  </a:lnTo>
                  <a:lnTo>
                    <a:pt x="0" y="192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2" name="Freeform 433">
              <a:extLst>
                <a:ext uri="{FF2B5EF4-FFF2-40B4-BE49-F238E27FC236}">
                  <a16:creationId xmlns:a16="http://schemas.microsoft.com/office/drawing/2014/main" id="{2164424D-AAD7-4187-8D0D-8CE5A9BE6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650" y="3792538"/>
              <a:ext cx="17462" cy="19050"/>
            </a:xfrm>
            <a:custGeom>
              <a:avLst/>
              <a:gdLst>
                <a:gd name="T0" fmla="*/ 62 w 124"/>
                <a:gd name="T1" fmla="*/ 0 h 123"/>
                <a:gd name="T2" fmla="*/ 78 w 124"/>
                <a:gd name="T3" fmla="*/ 2 h 123"/>
                <a:gd name="T4" fmla="*/ 93 w 124"/>
                <a:gd name="T5" fmla="*/ 8 h 123"/>
                <a:gd name="T6" fmla="*/ 106 w 124"/>
                <a:gd name="T7" fmla="*/ 18 h 123"/>
                <a:gd name="T8" fmla="*/ 116 w 124"/>
                <a:gd name="T9" fmla="*/ 31 h 123"/>
                <a:gd name="T10" fmla="*/ 122 w 124"/>
                <a:gd name="T11" fmla="*/ 46 h 123"/>
                <a:gd name="T12" fmla="*/ 124 w 124"/>
                <a:gd name="T13" fmla="*/ 61 h 123"/>
                <a:gd name="T14" fmla="*/ 122 w 124"/>
                <a:gd name="T15" fmla="*/ 78 h 123"/>
                <a:gd name="T16" fmla="*/ 116 w 124"/>
                <a:gd name="T17" fmla="*/ 93 h 123"/>
                <a:gd name="T18" fmla="*/ 106 w 124"/>
                <a:gd name="T19" fmla="*/ 106 h 123"/>
                <a:gd name="T20" fmla="*/ 93 w 124"/>
                <a:gd name="T21" fmla="*/ 115 h 123"/>
                <a:gd name="T22" fmla="*/ 78 w 124"/>
                <a:gd name="T23" fmla="*/ 121 h 123"/>
                <a:gd name="T24" fmla="*/ 62 w 124"/>
                <a:gd name="T25" fmla="*/ 123 h 123"/>
                <a:gd name="T26" fmla="*/ 46 w 124"/>
                <a:gd name="T27" fmla="*/ 121 h 123"/>
                <a:gd name="T28" fmla="*/ 31 w 124"/>
                <a:gd name="T29" fmla="*/ 115 h 123"/>
                <a:gd name="T30" fmla="*/ 18 w 124"/>
                <a:gd name="T31" fmla="*/ 106 h 123"/>
                <a:gd name="T32" fmla="*/ 8 w 124"/>
                <a:gd name="T33" fmla="*/ 93 h 123"/>
                <a:gd name="T34" fmla="*/ 2 w 124"/>
                <a:gd name="T35" fmla="*/ 78 h 123"/>
                <a:gd name="T36" fmla="*/ 0 w 124"/>
                <a:gd name="T37" fmla="*/ 61 h 123"/>
                <a:gd name="T38" fmla="*/ 2 w 124"/>
                <a:gd name="T39" fmla="*/ 46 h 123"/>
                <a:gd name="T40" fmla="*/ 8 w 124"/>
                <a:gd name="T41" fmla="*/ 31 h 123"/>
                <a:gd name="T42" fmla="*/ 18 w 124"/>
                <a:gd name="T43" fmla="*/ 18 h 123"/>
                <a:gd name="T44" fmla="*/ 31 w 124"/>
                <a:gd name="T45" fmla="*/ 8 h 123"/>
                <a:gd name="T46" fmla="*/ 46 w 124"/>
                <a:gd name="T47" fmla="*/ 2 h 123"/>
                <a:gd name="T48" fmla="*/ 62 w 124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23">
                  <a:moveTo>
                    <a:pt x="62" y="0"/>
                  </a:moveTo>
                  <a:lnTo>
                    <a:pt x="78" y="2"/>
                  </a:lnTo>
                  <a:lnTo>
                    <a:pt x="93" y="8"/>
                  </a:lnTo>
                  <a:lnTo>
                    <a:pt x="106" y="18"/>
                  </a:lnTo>
                  <a:lnTo>
                    <a:pt x="116" y="31"/>
                  </a:lnTo>
                  <a:lnTo>
                    <a:pt x="122" y="46"/>
                  </a:lnTo>
                  <a:lnTo>
                    <a:pt x="124" y="61"/>
                  </a:lnTo>
                  <a:lnTo>
                    <a:pt x="122" y="78"/>
                  </a:lnTo>
                  <a:lnTo>
                    <a:pt x="116" y="93"/>
                  </a:lnTo>
                  <a:lnTo>
                    <a:pt x="106" y="106"/>
                  </a:lnTo>
                  <a:lnTo>
                    <a:pt x="93" y="115"/>
                  </a:lnTo>
                  <a:lnTo>
                    <a:pt x="78" y="121"/>
                  </a:lnTo>
                  <a:lnTo>
                    <a:pt x="62" y="123"/>
                  </a:lnTo>
                  <a:lnTo>
                    <a:pt x="46" y="121"/>
                  </a:lnTo>
                  <a:lnTo>
                    <a:pt x="31" y="115"/>
                  </a:lnTo>
                  <a:lnTo>
                    <a:pt x="18" y="106"/>
                  </a:lnTo>
                  <a:lnTo>
                    <a:pt x="8" y="93"/>
                  </a:lnTo>
                  <a:lnTo>
                    <a:pt x="2" y="78"/>
                  </a:lnTo>
                  <a:lnTo>
                    <a:pt x="0" y="61"/>
                  </a:lnTo>
                  <a:lnTo>
                    <a:pt x="2" y="46"/>
                  </a:lnTo>
                  <a:lnTo>
                    <a:pt x="8" y="31"/>
                  </a:lnTo>
                  <a:lnTo>
                    <a:pt x="18" y="18"/>
                  </a:lnTo>
                  <a:lnTo>
                    <a:pt x="31" y="8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3" name="Freeform 434">
              <a:extLst>
                <a:ext uri="{FF2B5EF4-FFF2-40B4-BE49-F238E27FC236}">
                  <a16:creationId xmlns:a16="http://schemas.microsoft.com/office/drawing/2014/main" id="{DCC5D0C4-2C0E-4CE1-BFEA-8C68523EA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875" y="3792538"/>
              <a:ext cx="17462" cy="19050"/>
            </a:xfrm>
            <a:custGeom>
              <a:avLst/>
              <a:gdLst>
                <a:gd name="T0" fmla="*/ 61 w 123"/>
                <a:gd name="T1" fmla="*/ 0 h 123"/>
                <a:gd name="T2" fmla="*/ 78 w 123"/>
                <a:gd name="T3" fmla="*/ 2 h 123"/>
                <a:gd name="T4" fmla="*/ 92 w 123"/>
                <a:gd name="T5" fmla="*/ 8 h 123"/>
                <a:gd name="T6" fmla="*/ 105 w 123"/>
                <a:gd name="T7" fmla="*/ 18 h 123"/>
                <a:gd name="T8" fmla="*/ 114 w 123"/>
                <a:gd name="T9" fmla="*/ 31 h 123"/>
                <a:gd name="T10" fmla="*/ 121 w 123"/>
                <a:gd name="T11" fmla="*/ 46 h 123"/>
                <a:gd name="T12" fmla="*/ 123 w 123"/>
                <a:gd name="T13" fmla="*/ 61 h 123"/>
                <a:gd name="T14" fmla="*/ 121 w 123"/>
                <a:gd name="T15" fmla="*/ 78 h 123"/>
                <a:gd name="T16" fmla="*/ 114 w 123"/>
                <a:gd name="T17" fmla="*/ 93 h 123"/>
                <a:gd name="T18" fmla="*/ 105 w 123"/>
                <a:gd name="T19" fmla="*/ 106 h 123"/>
                <a:gd name="T20" fmla="*/ 92 w 123"/>
                <a:gd name="T21" fmla="*/ 115 h 123"/>
                <a:gd name="T22" fmla="*/ 78 w 123"/>
                <a:gd name="T23" fmla="*/ 121 h 123"/>
                <a:gd name="T24" fmla="*/ 61 w 123"/>
                <a:gd name="T25" fmla="*/ 123 h 123"/>
                <a:gd name="T26" fmla="*/ 45 w 123"/>
                <a:gd name="T27" fmla="*/ 121 h 123"/>
                <a:gd name="T28" fmla="*/ 30 w 123"/>
                <a:gd name="T29" fmla="*/ 115 h 123"/>
                <a:gd name="T30" fmla="*/ 17 w 123"/>
                <a:gd name="T31" fmla="*/ 106 h 123"/>
                <a:gd name="T32" fmla="*/ 7 w 123"/>
                <a:gd name="T33" fmla="*/ 93 h 123"/>
                <a:gd name="T34" fmla="*/ 2 w 123"/>
                <a:gd name="T35" fmla="*/ 78 h 123"/>
                <a:gd name="T36" fmla="*/ 0 w 123"/>
                <a:gd name="T37" fmla="*/ 61 h 123"/>
                <a:gd name="T38" fmla="*/ 2 w 123"/>
                <a:gd name="T39" fmla="*/ 46 h 123"/>
                <a:gd name="T40" fmla="*/ 7 w 123"/>
                <a:gd name="T41" fmla="*/ 31 h 123"/>
                <a:gd name="T42" fmla="*/ 17 w 123"/>
                <a:gd name="T43" fmla="*/ 18 h 123"/>
                <a:gd name="T44" fmla="*/ 30 w 123"/>
                <a:gd name="T45" fmla="*/ 8 h 123"/>
                <a:gd name="T46" fmla="*/ 45 w 123"/>
                <a:gd name="T47" fmla="*/ 2 h 123"/>
                <a:gd name="T48" fmla="*/ 61 w 123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" h="123">
                  <a:moveTo>
                    <a:pt x="61" y="0"/>
                  </a:moveTo>
                  <a:lnTo>
                    <a:pt x="78" y="2"/>
                  </a:lnTo>
                  <a:lnTo>
                    <a:pt x="92" y="8"/>
                  </a:lnTo>
                  <a:lnTo>
                    <a:pt x="105" y="18"/>
                  </a:lnTo>
                  <a:lnTo>
                    <a:pt x="114" y="31"/>
                  </a:lnTo>
                  <a:lnTo>
                    <a:pt x="121" y="46"/>
                  </a:lnTo>
                  <a:lnTo>
                    <a:pt x="123" y="61"/>
                  </a:lnTo>
                  <a:lnTo>
                    <a:pt x="121" y="78"/>
                  </a:lnTo>
                  <a:lnTo>
                    <a:pt x="114" y="93"/>
                  </a:lnTo>
                  <a:lnTo>
                    <a:pt x="105" y="106"/>
                  </a:lnTo>
                  <a:lnTo>
                    <a:pt x="92" y="115"/>
                  </a:lnTo>
                  <a:lnTo>
                    <a:pt x="78" y="121"/>
                  </a:lnTo>
                  <a:lnTo>
                    <a:pt x="61" y="123"/>
                  </a:lnTo>
                  <a:lnTo>
                    <a:pt x="45" y="121"/>
                  </a:lnTo>
                  <a:lnTo>
                    <a:pt x="30" y="115"/>
                  </a:lnTo>
                  <a:lnTo>
                    <a:pt x="17" y="106"/>
                  </a:lnTo>
                  <a:lnTo>
                    <a:pt x="7" y="93"/>
                  </a:lnTo>
                  <a:lnTo>
                    <a:pt x="2" y="78"/>
                  </a:lnTo>
                  <a:lnTo>
                    <a:pt x="0" y="61"/>
                  </a:lnTo>
                  <a:lnTo>
                    <a:pt x="2" y="46"/>
                  </a:lnTo>
                  <a:lnTo>
                    <a:pt x="7" y="31"/>
                  </a:lnTo>
                  <a:lnTo>
                    <a:pt x="17" y="18"/>
                  </a:lnTo>
                  <a:lnTo>
                    <a:pt x="30" y="8"/>
                  </a:lnTo>
                  <a:lnTo>
                    <a:pt x="45" y="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4" name="Freeform 435">
              <a:extLst>
                <a:ext uri="{FF2B5EF4-FFF2-40B4-BE49-F238E27FC236}">
                  <a16:creationId xmlns:a16="http://schemas.microsoft.com/office/drawing/2014/main" id="{443CF55E-6128-4960-8E65-3FFCA1A3E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100" y="3792538"/>
              <a:ext cx="17462" cy="19050"/>
            </a:xfrm>
            <a:custGeom>
              <a:avLst/>
              <a:gdLst>
                <a:gd name="T0" fmla="*/ 62 w 124"/>
                <a:gd name="T1" fmla="*/ 0 h 123"/>
                <a:gd name="T2" fmla="*/ 78 w 124"/>
                <a:gd name="T3" fmla="*/ 2 h 123"/>
                <a:gd name="T4" fmla="*/ 94 w 124"/>
                <a:gd name="T5" fmla="*/ 8 h 123"/>
                <a:gd name="T6" fmla="*/ 106 w 124"/>
                <a:gd name="T7" fmla="*/ 18 h 123"/>
                <a:gd name="T8" fmla="*/ 115 w 124"/>
                <a:gd name="T9" fmla="*/ 31 h 123"/>
                <a:gd name="T10" fmla="*/ 122 w 124"/>
                <a:gd name="T11" fmla="*/ 46 h 123"/>
                <a:gd name="T12" fmla="*/ 124 w 124"/>
                <a:gd name="T13" fmla="*/ 61 h 123"/>
                <a:gd name="T14" fmla="*/ 122 w 124"/>
                <a:gd name="T15" fmla="*/ 78 h 123"/>
                <a:gd name="T16" fmla="*/ 115 w 124"/>
                <a:gd name="T17" fmla="*/ 93 h 123"/>
                <a:gd name="T18" fmla="*/ 106 w 124"/>
                <a:gd name="T19" fmla="*/ 106 h 123"/>
                <a:gd name="T20" fmla="*/ 94 w 124"/>
                <a:gd name="T21" fmla="*/ 115 h 123"/>
                <a:gd name="T22" fmla="*/ 78 w 124"/>
                <a:gd name="T23" fmla="*/ 121 h 123"/>
                <a:gd name="T24" fmla="*/ 62 w 124"/>
                <a:gd name="T25" fmla="*/ 123 h 123"/>
                <a:gd name="T26" fmla="*/ 46 w 124"/>
                <a:gd name="T27" fmla="*/ 121 h 123"/>
                <a:gd name="T28" fmla="*/ 32 w 124"/>
                <a:gd name="T29" fmla="*/ 115 h 123"/>
                <a:gd name="T30" fmla="*/ 19 w 124"/>
                <a:gd name="T31" fmla="*/ 106 h 123"/>
                <a:gd name="T32" fmla="*/ 9 w 124"/>
                <a:gd name="T33" fmla="*/ 93 h 123"/>
                <a:gd name="T34" fmla="*/ 3 w 124"/>
                <a:gd name="T35" fmla="*/ 78 h 123"/>
                <a:gd name="T36" fmla="*/ 0 w 124"/>
                <a:gd name="T37" fmla="*/ 61 h 123"/>
                <a:gd name="T38" fmla="*/ 3 w 124"/>
                <a:gd name="T39" fmla="*/ 46 h 123"/>
                <a:gd name="T40" fmla="*/ 9 w 124"/>
                <a:gd name="T41" fmla="*/ 31 h 123"/>
                <a:gd name="T42" fmla="*/ 19 w 124"/>
                <a:gd name="T43" fmla="*/ 18 h 123"/>
                <a:gd name="T44" fmla="*/ 32 w 124"/>
                <a:gd name="T45" fmla="*/ 8 h 123"/>
                <a:gd name="T46" fmla="*/ 46 w 124"/>
                <a:gd name="T47" fmla="*/ 2 h 123"/>
                <a:gd name="T48" fmla="*/ 62 w 124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23">
                  <a:moveTo>
                    <a:pt x="62" y="0"/>
                  </a:moveTo>
                  <a:lnTo>
                    <a:pt x="78" y="2"/>
                  </a:lnTo>
                  <a:lnTo>
                    <a:pt x="94" y="8"/>
                  </a:lnTo>
                  <a:lnTo>
                    <a:pt x="106" y="18"/>
                  </a:lnTo>
                  <a:lnTo>
                    <a:pt x="115" y="31"/>
                  </a:lnTo>
                  <a:lnTo>
                    <a:pt x="122" y="46"/>
                  </a:lnTo>
                  <a:lnTo>
                    <a:pt x="124" y="61"/>
                  </a:lnTo>
                  <a:lnTo>
                    <a:pt x="122" y="78"/>
                  </a:lnTo>
                  <a:lnTo>
                    <a:pt x="115" y="93"/>
                  </a:lnTo>
                  <a:lnTo>
                    <a:pt x="106" y="106"/>
                  </a:lnTo>
                  <a:lnTo>
                    <a:pt x="94" y="115"/>
                  </a:lnTo>
                  <a:lnTo>
                    <a:pt x="78" y="121"/>
                  </a:lnTo>
                  <a:lnTo>
                    <a:pt x="62" y="123"/>
                  </a:lnTo>
                  <a:lnTo>
                    <a:pt x="46" y="121"/>
                  </a:lnTo>
                  <a:lnTo>
                    <a:pt x="32" y="115"/>
                  </a:lnTo>
                  <a:lnTo>
                    <a:pt x="19" y="106"/>
                  </a:lnTo>
                  <a:lnTo>
                    <a:pt x="9" y="93"/>
                  </a:lnTo>
                  <a:lnTo>
                    <a:pt x="3" y="78"/>
                  </a:lnTo>
                  <a:lnTo>
                    <a:pt x="0" y="61"/>
                  </a:lnTo>
                  <a:lnTo>
                    <a:pt x="3" y="46"/>
                  </a:lnTo>
                  <a:lnTo>
                    <a:pt x="9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5" name="Freeform 436">
              <a:extLst>
                <a:ext uri="{FF2B5EF4-FFF2-40B4-BE49-F238E27FC236}">
                  <a16:creationId xmlns:a16="http://schemas.microsoft.com/office/drawing/2014/main" id="{CBB283E5-DBAC-400C-B309-F3E791A6B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0" y="3856038"/>
              <a:ext cx="76200" cy="17462"/>
            </a:xfrm>
            <a:custGeom>
              <a:avLst/>
              <a:gdLst>
                <a:gd name="T0" fmla="*/ 62 w 521"/>
                <a:gd name="T1" fmla="*/ 0 h 123"/>
                <a:gd name="T2" fmla="*/ 459 w 521"/>
                <a:gd name="T3" fmla="*/ 0 h 123"/>
                <a:gd name="T4" fmla="*/ 478 w 521"/>
                <a:gd name="T5" fmla="*/ 3 h 123"/>
                <a:gd name="T6" fmla="*/ 495 w 521"/>
                <a:gd name="T7" fmla="*/ 12 h 123"/>
                <a:gd name="T8" fmla="*/ 509 w 521"/>
                <a:gd name="T9" fmla="*/ 25 h 123"/>
                <a:gd name="T10" fmla="*/ 517 w 521"/>
                <a:gd name="T11" fmla="*/ 42 h 123"/>
                <a:gd name="T12" fmla="*/ 521 w 521"/>
                <a:gd name="T13" fmla="*/ 62 h 123"/>
                <a:gd name="T14" fmla="*/ 517 w 521"/>
                <a:gd name="T15" fmla="*/ 81 h 123"/>
                <a:gd name="T16" fmla="*/ 509 w 521"/>
                <a:gd name="T17" fmla="*/ 98 h 123"/>
                <a:gd name="T18" fmla="*/ 495 w 521"/>
                <a:gd name="T19" fmla="*/ 111 h 123"/>
                <a:gd name="T20" fmla="*/ 478 w 521"/>
                <a:gd name="T21" fmla="*/ 120 h 123"/>
                <a:gd name="T22" fmla="*/ 459 w 521"/>
                <a:gd name="T23" fmla="*/ 123 h 123"/>
                <a:gd name="T24" fmla="*/ 62 w 521"/>
                <a:gd name="T25" fmla="*/ 123 h 123"/>
                <a:gd name="T26" fmla="*/ 43 w 521"/>
                <a:gd name="T27" fmla="*/ 120 h 123"/>
                <a:gd name="T28" fmla="*/ 26 w 521"/>
                <a:gd name="T29" fmla="*/ 111 h 123"/>
                <a:gd name="T30" fmla="*/ 12 w 521"/>
                <a:gd name="T31" fmla="*/ 98 h 123"/>
                <a:gd name="T32" fmla="*/ 4 w 521"/>
                <a:gd name="T33" fmla="*/ 81 h 123"/>
                <a:gd name="T34" fmla="*/ 0 w 521"/>
                <a:gd name="T35" fmla="*/ 62 h 123"/>
                <a:gd name="T36" fmla="*/ 4 w 521"/>
                <a:gd name="T37" fmla="*/ 42 h 123"/>
                <a:gd name="T38" fmla="*/ 12 w 521"/>
                <a:gd name="T39" fmla="*/ 25 h 123"/>
                <a:gd name="T40" fmla="*/ 26 w 521"/>
                <a:gd name="T41" fmla="*/ 12 h 123"/>
                <a:gd name="T42" fmla="*/ 43 w 521"/>
                <a:gd name="T43" fmla="*/ 3 h 123"/>
                <a:gd name="T44" fmla="*/ 62 w 521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1" h="123">
                  <a:moveTo>
                    <a:pt x="62" y="0"/>
                  </a:moveTo>
                  <a:lnTo>
                    <a:pt x="459" y="0"/>
                  </a:lnTo>
                  <a:lnTo>
                    <a:pt x="478" y="3"/>
                  </a:lnTo>
                  <a:lnTo>
                    <a:pt x="495" y="12"/>
                  </a:lnTo>
                  <a:lnTo>
                    <a:pt x="509" y="25"/>
                  </a:lnTo>
                  <a:lnTo>
                    <a:pt x="517" y="42"/>
                  </a:lnTo>
                  <a:lnTo>
                    <a:pt x="521" y="62"/>
                  </a:lnTo>
                  <a:lnTo>
                    <a:pt x="517" y="81"/>
                  </a:lnTo>
                  <a:lnTo>
                    <a:pt x="509" y="98"/>
                  </a:lnTo>
                  <a:lnTo>
                    <a:pt x="495" y="111"/>
                  </a:lnTo>
                  <a:lnTo>
                    <a:pt x="478" y="120"/>
                  </a:lnTo>
                  <a:lnTo>
                    <a:pt x="459" y="123"/>
                  </a:lnTo>
                  <a:lnTo>
                    <a:pt x="62" y="123"/>
                  </a:lnTo>
                  <a:lnTo>
                    <a:pt x="43" y="120"/>
                  </a:lnTo>
                  <a:lnTo>
                    <a:pt x="26" y="111"/>
                  </a:lnTo>
                  <a:lnTo>
                    <a:pt x="12" y="98"/>
                  </a:lnTo>
                  <a:lnTo>
                    <a:pt x="4" y="81"/>
                  </a:lnTo>
                  <a:lnTo>
                    <a:pt x="0" y="62"/>
                  </a:lnTo>
                  <a:lnTo>
                    <a:pt x="4" y="42"/>
                  </a:lnTo>
                  <a:lnTo>
                    <a:pt x="12" y="25"/>
                  </a:lnTo>
                  <a:lnTo>
                    <a:pt x="26" y="12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6" name="Freeform 437">
              <a:extLst>
                <a:ext uri="{FF2B5EF4-FFF2-40B4-BE49-F238E27FC236}">
                  <a16:creationId xmlns:a16="http://schemas.microsoft.com/office/drawing/2014/main" id="{3EBF292D-25D8-46AE-BED3-9388220A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0" y="3887788"/>
              <a:ext cx="76200" cy="17462"/>
            </a:xfrm>
            <a:custGeom>
              <a:avLst/>
              <a:gdLst>
                <a:gd name="T0" fmla="*/ 62 w 521"/>
                <a:gd name="T1" fmla="*/ 0 h 123"/>
                <a:gd name="T2" fmla="*/ 459 w 521"/>
                <a:gd name="T3" fmla="*/ 0 h 123"/>
                <a:gd name="T4" fmla="*/ 478 w 521"/>
                <a:gd name="T5" fmla="*/ 2 h 123"/>
                <a:gd name="T6" fmla="*/ 495 w 521"/>
                <a:gd name="T7" fmla="*/ 12 h 123"/>
                <a:gd name="T8" fmla="*/ 509 w 521"/>
                <a:gd name="T9" fmla="*/ 25 h 123"/>
                <a:gd name="T10" fmla="*/ 517 w 521"/>
                <a:gd name="T11" fmla="*/ 42 h 123"/>
                <a:gd name="T12" fmla="*/ 521 w 521"/>
                <a:gd name="T13" fmla="*/ 61 h 123"/>
                <a:gd name="T14" fmla="*/ 517 w 521"/>
                <a:gd name="T15" fmla="*/ 81 h 123"/>
                <a:gd name="T16" fmla="*/ 509 w 521"/>
                <a:gd name="T17" fmla="*/ 97 h 123"/>
                <a:gd name="T18" fmla="*/ 495 w 521"/>
                <a:gd name="T19" fmla="*/ 111 h 123"/>
                <a:gd name="T20" fmla="*/ 478 w 521"/>
                <a:gd name="T21" fmla="*/ 120 h 123"/>
                <a:gd name="T22" fmla="*/ 459 w 521"/>
                <a:gd name="T23" fmla="*/ 123 h 123"/>
                <a:gd name="T24" fmla="*/ 62 w 521"/>
                <a:gd name="T25" fmla="*/ 123 h 123"/>
                <a:gd name="T26" fmla="*/ 43 w 521"/>
                <a:gd name="T27" fmla="*/ 120 h 123"/>
                <a:gd name="T28" fmla="*/ 26 w 521"/>
                <a:gd name="T29" fmla="*/ 111 h 123"/>
                <a:gd name="T30" fmla="*/ 12 w 521"/>
                <a:gd name="T31" fmla="*/ 97 h 123"/>
                <a:gd name="T32" fmla="*/ 4 w 521"/>
                <a:gd name="T33" fmla="*/ 81 h 123"/>
                <a:gd name="T34" fmla="*/ 0 w 521"/>
                <a:gd name="T35" fmla="*/ 61 h 123"/>
                <a:gd name="T36" fmla="*/ 4 w 521"/>
                <a:gd name="T37" fmla="*/ 42 h 123"/>
                <a:gd name="T38" fmla="*/ 12 w 521"/>
                <a:gd name="T39" fmla="*/ 25 h 123"/>
                <a:gd name="T40" fmla="*/ 26 w 521"/>
                <a:gd name="T41" fmla="*/ 12 h 123"/>
                <a:gd name="T42" fmla="*/ 43 w 521"/>
                <a:gd name="T43" fmla="*/ 2 h 123"/>
                <a:gd name="T44" fmla="*/ 62 w 521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1" h="123">
                  <a:moveTo>
                    <a:pt x="62" y="0"/>
                  </a:moveTo>
                  <a:lnTo>
                    <a:pt x="459" y="0"/>
                  </a:lnTo>
                  <a:lnTo>
                    <a:pt x="478" y="2"/>
                  </a:lnTo>
                  <a:lnTo>
                    <a:pt x="495" y="12"/>
                  </a:lnTo>
                  <a:lnTo>
                    <a:pt x="509" y="25"/>
                  </a:lnTo>
                  <a:lnTo>
                    <a:pt x="517" y="42"/>
                  </a:lnTo>
                  <a:lnTo>
                    <a:pt x="521" y="61"/>
                  </a:lnTo>
                  <a:lnTo>
                    <a:pt x="517" y="81"/>
                  </a:lnTo>
                  <a:lnTo>
                    <a:pt x="509" y="97"/>
                  </a:lnTo>
                  <a:lnTo>
                    <a:pt x="495" y="111"/>
                  </a:lnTo>
                  <a:lnTo>
                    <a:pt x="478" y="120"/>
                  </a:lnTo>
                  <a:lnTo>
                    <a:pt x="459" y="123"/>
                  </a:lnTo>
                  <a:lnTo>
                    <a:pt x="62" y="123"/>
                  </a:lnTo>
                  <a:lnTo>
                    <a:pt x="43" y="120"/>
                  </a:lnTo>
                  <a:lnTo>
                    <a:pt x="26" y="111"/>
                  </a:lnTo>
                  <a:lnTo>
                    <a:pt x="12" y="97"/>
                  </a:lnTo>
                  <a:lnTo>
                    <a:pt x="4" y="81"/>
                  </a:lnTo>
                  <a:lnTo>
                    <a:pt x="0" y="61"/>
                  </a:lnTo>
                  <a:lnTo>
                    <a:pt x="4" y="42"/>
                  </a:lnTo>
                  <a:lnTo>
                    <a:pt x="12" y="25"/>
                  </a:lnTo>
                  <a:lnTo>
                    <a:pt x="26" y="12"/>
                  </a:lnTo>
                  <a:lnTo>
                    <a:pt x="43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7" name="Freeform 438">
              <a:extLst>
                <a:ext uri="{FF2B5EF4-FFF2-40B4-BE49-F238E27FC236}">
                  <a16:creationId xmlns:a16="http://schemas.microsoft.com/office/drawing/2014/main" id="{E9453FD7-79D6-4305-8C0C-A4B73530D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000" y="3919538"/>
              <a:ext cx="76200" cy="17462"/>
            </a:xfrm>
            <a:custGeom>
              <a:avLst/>
              <a:gdLst>
                <a:gd name="T0" fmla="*/ 62 w 521"/>
                <a:gd name="T1" fmla="*/ 0 h 123"/>
                <a:gd name="T2" fmla="*/ 459 w 521"/>
                <a:gd name="T3" fmla="*/ 0 h 123"/>
                <a:gd name="T4" fmla="*/ 478 w 521"/>
                <a:gd name="T5" fmla="*/ 4 h 123"/>
                <a:gd name="T6" fmla="*/ 495 w 521"/>
                <a:gd name="T7" fmla="*/ 12 h 123"/>
                <a:gd name="T8" fmla="*/ 509 w 521"/>
                <a:gd name="T9" fmla="*/ 25 h 123"/>
                <a:gd name="T10" fmla="*/ 517 w 521"/>
                <a:gd name="T11" fmla="*/ 42 h 123"/>
                <a:gd name="T12" fmla="*/ 521 w 521"/>
                <a:gd name="T13" fmla="*/ 62 h 123"/>
                <a:gd name="T14" fmla="*/ 517 w 521"/>
                <a:gd name="T15" fmla="*/ 81 h 123"/>
                <a:gd name="T16" fmla="*/ 509 w 521"/>
                <a:gd name="T17" fmla="*/ 99 h 123"/>
                <a:gd name="T18" fmla="*/ 495 w 521"/>
                <a:gd name="T19" fmla="*/ 112 h 123"/>
                <a:gd name="T20" fmla="*/ 478 w 521"/>
                <a:gd name="T21" fmla="*/ 120 h 123"/>
                <a:gd name="T22" fmla="*/ 459 w 521"/>
                <a:gd name="T23" fmla="*/ 123 h 123"/>
                <a:gd name="T24" fmla="*/ 62 w 521"/>
                <a:gd name="T25" fmla="*/ 123 h 123"/>
                <a:gd name="T26" fmla="*/ 43 w 521"/>
                <a:gd name="T27" fmla="*/ 120 h 123"/>
                <a:gd name="T28" fmla="*/ 26 w 521"/>
                <a:gd name="T29" fmla="*/ 112 h 123"/>
                <a:gd name="T30" fmla="*/ 12 w 521"/>
                <a:gd name="T31" fmla="*/ 99 h 123"/>
                <a:gd name="T32" fmla="*/ 4 w 521"/>
                <a:gd name="T33" fmla="*/ 81 h 123"/>
                <a:gd name="T34" fmla="*/ 0 w 521"/>
                <a:gd name="T35" fmla="*/ 62 h 123"/>
                <a:gd name="T36" fmla="*/ 4 w 521"/>
                <a:gd name="T37" fmla="*/ 42 h 123"/>
                <a:gd name="T38" fmla="*/ 12 w 521"/>
                <a:gd name="T39" fmla="*/ 25 h 123"/>
                <a:gd name="T40" fmla="*/ 26 w 521"/>
                <a:gd name="T41" fmla="*/ 12 h 123"/>
                <a:gd name="T42" fmla="*/ 43 w 521"/>
                <a:gd name="T43" fmla="*/ 4 h 123"/>
                <a:gd name="T44" fmla="*/ 62 w 521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1" h="123">
                  <a:moveTo>
                    <a:pt x="62" y="0"/>
                  </a:moveTo>
                  <a:lnTo>
                    <a:pt x="459" y="0"/>
                  </a:lnTo>
                  <a:lnTo>
                    <a:pt x="478" y="4"/>
                  </a:lnTo>
                  <a:lnTo>
                    <a:pt x="495" y="12"/>
                  </a:lnTo>
                  <a:lnTo>
                    <a:pt x="509" y="25"/>
                  </a:lnTo>
                  <a:lnTo>
                    <a:pt x="517" y="42"/>
                  </a:lnTo>
                  <a:lnTo>
                    <a:pt x="521" y="62"/>
                  </a:lnTo>
                  <a:lnTo>
                    <a:pt x="517" y="81"/>
                  </a:lnTo>
                  <a:lnTo>
                    <a:pt x="509" y="99"/>
                  </a:lnTo>
                  <a:lnTo>
                    <a:pt x="495" y="112"/>
                  </a:lnTo>
                  <a:lnTo>
                    <a:pt x="478" y="120"/>
                  </a:lnTo>
                  <a:lnTo>
                    <a:pt x="459" y="123"/>
                  </a:lnTo>
                  <a:lnTo>
                    <a:pt x="62" y="123"/>
                  </a:lnTo>
                  <a:lnTo>
                    <a:pt x="43" y="120"/>
                  </a:lnTo>
                  <a:lnTo>
                    <a:pt x="26" y="112"/>
                  </a:lnTo>
                  <a:lnTo>
                    <a:pt x="12" y="99"/>
                  </a:lnTo>
                  <a:lnTo>
                    <a:pt x="4" y="81"/>
                  </a:lnTo>
                  <a:lnTo>
                    <a:pt x="0" y="62"/>
                  </a:lnTo>
                  <a:lnTo>
                    <a:pt x="4" y="42"/>
                  </a:lnTo>
                  <a:lnTo>
                    <a:pt x="12" y="25"/>
                  </a:lnTo>
                  <a:lnTo>
                    <a:pt x="26" y="12"/>
                  </a:lnTo>
                  <a:lnTo>
                    <a:pt x="43" y="4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8" name="Freeform 439">
              <a:extLst>
                <a:ext uri="{FF2B5EF4-FFF2-40B4-BE49-F238E27FC236}">
                  <a16:creationId xmlns:a16="http://schemas.microsoft.com/office/drawing/2014/main" id="{13D5417C-8033-49F5-9E8E-45FC960BC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825" y="3856038"/>
              <a:ext cx="152400" cy="17462"/>
            </a:xfrm>
            <a:custGeom>
              <a:avLst/>
              <a:gdLst>
                <a:gd name="T0" fmla="*/ 61 w 1052"/>
                <a:gd name="T1" fmla="*/ 0 h 123"/>
                <a:gd name="T2" fmla="*/ 990 w 1052"/>
                <a:gd name="T3" fmla="*/ 0 h 123"/>
                <a:gd name="T4" fmla="*/ 1010 w 1052"/>
                <a:gd name="T5" fmla="*/ 3 h 123"/>
                <a:gd name="T6" fmla="*/ 1027 w 1052"/>
                <a:gd name="T7" fmla="*/ 12 h 123"/>
                <a:gd name="T8" fmla="*/ 1040 w 1052"/>
                <a:gd name="T9" fmla="*/ 25 h 123"/>
                <a:gd name="T10" fmla="*/ 1049 w 1052"/>
                <a:gd name="T11" fmla="*/ 42 h 123"/>
                <a:gd name="T12" fmla="*/ 1052 w 1052"/>
                <a:gd name="T13" fmla="*/ 62 h 123"/>
                <a:gd name="T14" fmla="*/ 1049 w 1052"/>
                <a:gd name="T15" fmla="*/ 81 h 123"/>
                <a:gd name="T16" fmla="*/ 1040 w 1052"/>
                <a:gd name="T17" fmla="*/ 98 h 123"/>
                <a:gd name="T18" fmla="*/ 1027 w 1052"/>
                <a:gd name="T19" fmla="*/ 111 h 123"/>
                <a:gd name="T20" fmla="*/ 1010 w 1052"/>
                <a:gd name="T21" fmla="*/ 120 h 123"/>
                <a:gd name="T22" fmla="*/ 990 w 1052"/>
                <a:gd name="T23" fmla="*/ 123 h 123"/>
                <a:gd name="T24" fmla="*/ 61 w 1052"/>
                <a:gd name="T25" fmla="*/ 123 h 123"/>
                <a:gd name="T26" fmla="*/ 42 w 1052"/>
                <a:gd name="T27" fmla="*/ 120 h 123"/>
                <a:gd name="T28" fmla="*/ 25 w 1052"/>
                <a:gd name="T29" fmla="*/ 111 h 123"/>
                <a:gd name="T30" fmla="*/ 12 w 1052"/>
                <a:gd name="T31" fmla="*/ 98 h 123"/>
                <a:gd name="T32" fmla="*/ 3 w 1052"/>
                <a:gd name="T33" fmla="*/ 81 h 123"/>
                <a:gd name="T34" fmla="*/ 0 w 1052"/>
                <a:gd name="T35" fmla="*/ 62 h 123"/>
                <a:gd name="T36" fmla="*/ 3 w 1052"/>
                <a:gd name="T37" fmla="*/ 42 h 123"/>
                <a:gd name="T38" fmla="*/ 12 w 1052"/>
                <a:gd name="T39" fmla="*/ 25 h 123"/>
                <a:gd name="T40" fmla="*/ 25 w 1052"/>
                <a:gd name="T41" fmla="*/ 12 h 123"/>
                <a:gd name="T42" fmla="*/ 42 w 1052"/>
                <a:gd name="T43" fmla="*/ 3 h 123"/>
                <a:gd name="T44" fmla="*/ 61 w 1052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2" h="123">
                  <a:moveTo>
                    <a:pt x="61" y="0"/>
                  </a:moveTo>
                  <a:lnTo>
                    <a:pt x="990" y="0"/>
                  </a:lnTo>
                  <a:lnTo>
                    <a:pt x="1010" y="3"/>
                  </a:lnTo>
                  <a:lnTo>
                    <a:pt x="1027" y="12"/>
                  </a:lnTo>
                  <a:lnTo>
                    <a:pt x="1040" y="25"/>
                  </a:lnTo>
                  <a:lnTo>
                    <a:pt x="1049" y="42"/>
                  </a:lnTo>
                  <a:lnTo>
                    <a:pt x="1052" y="62"/>
                  </a:lnTo>
                  <a:lnTo>
                    <a:pt x="1049" y="81"/>
                  </a:lnTo>
                  <a:lnTo>
                    <a:pt x="1040" y="98"/>
                  </a:lnTo>
                  <a:lnTo>
                    <a:pt x="1027" y="111"/>
                  </a:lnTo>
                  <a:lnTo>
                    <a:pt x="1010" y="120"/>
                  </a:lnTo>
                  <a:lnTo>
                    <a:pt x="990" y="123"/>
                  </a:lnTo>
                  <a:lnTo>
                    <a:pt x="61" y="123"/>
                  </a:lnTo>
                  <a:lnTo>
                    <a:pt x="42" y="120"/>
                  </a:lnTo>
                  <a:lnTo>
                    <a:pt x="25" y="111"/>
                  </a:lnTo>
                  <a:lnTo>
                    <a:pt x="12" y="98"/>
                  </a:lnTo>
                  <a:lnTo>
                    <a:pt x="3" y="8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3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9" name="Freeform 440">
              <a:extLst>
                <a:ext uri="{FF2B5EF4-FFF2-40B4-BE49-F238E27FC236}">
                  <a16:creationId xmlns:a16="http://schemas.microsoft.com/office/drawing/2014/main" id="{38FB6DA4-262B-4408-A056-1BB10EB49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825" y="3887788"/>
              <a:ext cx="152400" cy="17462"/>
            </a:xfrm>
            <a:custGeom>
              <a:avLst/>
              <a:gdLst>
                <a:gd name="T0" fmla="*/ 61 w 1052"/>
                <a:gd name="T1" fmla="*/ 0 h 123"/>
                <a:gd name="T2" fmla="*/ 990 w 1052"/>
                <a:gd name="T3" fmla="*/ 0 h 123"/>
                <a:gd name="T4" fmla="*/ 1010 w 1052"/>
                <a:gd name="T5" fmla="*/ 2 h 123"/>
                <a:gd name="T6" fmla="*/ 1027 w 1052"/>
                <a:gd name="T7" fmla="*/ 12 h 123"/>
                <a:gd name="T8" fmla="*/ 1040 w 1052"/>
                <a:gd name="T9" fmla="*/ 25 h 123"/>
                <a:gd name="T10" fmla="*/ 1049 w 1052"/>
                <a:gd name="T11" fmla="*/ 42 h 123"/>
                <a:gd name="T12" fmla="*/ 1052 w 1052"/>
                <a:gd name="T13" fmla="*/ 61 h 123"/>
                <a:gd name="T14" fmla="*/ 1049 w 1052"/>
                <a:gd name="T15" fmla="*/ 81 h 123"/>
                <a:gd name="T16" fmla="*/ 1040 w 1052"/>
                <a:gd name="T17" fmla="*/ 97 h 123"/>
                <a:gd name="T18" fmla="*/ 1027 w 1052"/>
                <a:gd name="T19" fmla="*/ 111 h 123"/>
                <a:gd name="T20" fmla="*/ 1010 w 1052"/>
                <a:gd name="T21" fmla="*/ 120 h 123"/>
                <a:gd name="T22" fmla="*/ 990 w 1052"/>
                <a:gd name="T23" fmla="*/ 123 h 123"/>
                <a:gd name="T24" fmla="*/ 61 w 1052"/>
                <a:gd name="T25" fmla="*/ 123 h 123"/>
                <a:gd name="T26" fmla="*/ 42 w 1052"/>
                <a:gd name="T27" fmla="*/ 120 h 123"/>
                <a:gd name="T28" fmla="*/ 25 w 1052"/>
                <a:gd name="T29" fmla="*/ 111 h 123"/>
                <a:gd name="T30" fmla="*/ 12 w 1052"/>
                <a:gd name="T31" fmla="*/ 97 h 123"/>
                <a:gd name="T32" fmla="*/ 3 w 1052"/>
                <a:gd name="T33" fmla="*/ 81 h 123"/>
                <a:gd name="T34" fmla="*/ 0 w 1052"/>
                <a:gd name="T35" fmla="*/ 61 h 123"/>
                <a:gd name="T36" fmla="*/ 3 w 1052"/>
                <a:gd name="T37" fmla="*/ 42 h 123"/>
                <a:gd name="T38" fmla="*/ 12 w 1052"/>
                <a:gd name="T39" fmla="*/ 25 h 123"/>
                <a:gd name="T40" fmla="*/ 25 w 1052"/>
                <a:gd name="T41" fmla="*/ 12 h 123"/>
                <a:gd name="T42" fmla="*/ 42 w 1052"/>
                <a:gd name="T43" fmla="*/ 2 h 123"/>
                <a:gd name="T44" fmla="*/ 61 w 1052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2" h="123">
                  <a:moveTo>
                    <a:pt x="61" y="0"/>
                  </a:moveTo>
                  <a:lnTo>
                    <a:pt x="990" y="0"/>
                  </a:lnTo>
                  <a:lnTo>
                    <a:pt x="1010" y="2"/>
                  </a:lnTo>
                  <a:lnTo>
                    <a:pt x="1027" y="12"/>
                  </a:lnTo>
                  <a:lnTo>
                    <a:pt x="1040" y="25"/>
                  </a:lnTo>
                  <a:lnTo>
                    <a:pt x="1049" y="42"/>
                  </a:lnTo>
                  <a:lnTo>
                    <a:pt x="1052" y="61"/>
                  </a:lnTo>
                  <a:lnTo>
                    <a:pt x="1049" y="81"/>
                  </a:lnTo>
                  <a:lnTo>
                    <a:pt x="1040" y="97"/>
                  </a:lnTo>
                  <a:lnTo>
                    <a:pt x="1027" y="111"/>
                  </a:lnTo>
                  <a:lnTo>
                    <a:pt x="1010" y="120"/>
                  </a:lnTo>
                  <a:lnTo>
                    <a:pt x="990" y="123"/>
                  </a:lnTo>
                  <a:lnTo>
                    <a:pt x="61" y="123"/>
                  </a:lnTo>
                  <a:lnTo>
                    <a:pt x="42" y="120"/>
                  </a:lnTo>
                  <a:lnTo>
                    <a:pt x="25" y="111"/>
                  </a:lnTo>
                  <a:lnTo>
                    <a:pt x="12" y="97"/>
                  </a:lnTo>
                  <a:lnTo>
                    <a:pt x="3" y="81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0" name="Freeform 441">
              <a:extLst>
                <a:ext uri="{FF2B5EF4-FFF2-40B4-BE49-F238E27FC236}">
                  <a16:creationId xmlns:a16="http://schemas.microsoft.com/office/drawing/2014/main" id="{71D36F8C-B7F8-4F8E-89AA-485711C63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825" y="3919538"/>
              <a:ext cx="152400" cy="17462"/>
            </a:xfrm>
            <a:custGeom>
              <a:avLst/>
              <a:gdLst>
                <a:gd name="T0" fmla="*/ 61 w 1052"/>
                <a:gd name="T1" fmla="*/ 0 h 123"/>
                <a:gd name="T2" fmla="*/ 990 w 1052"/>
                <a:gd name="T3" fmla="*/ 0 h 123"/>
                <a:gd name="T4" fmla="*/ 1010 w 1052"/>
                <a:gd name="T5" fmla="*/ 4 h 123"/>
                <a:gd name="T6" fmla="*/ 1027 w 1052"/>
                <a:gd name="T7" fmla="*/ 12 h 123"/>
                <a:gd name="T8" fmla="*/ 1040 w 1052"/>
                <a:gd name="T9" fmla="*/ 25 h 123"/>
                <a:gd name="T10" fmla="*/ 1049 w 1052"/>
                <a:gd name="T11" fmla="*/ 42 h 123"/>
                <a:gd name="T12" fmla="*/ 1052 w 1052"/>
                <a:gd name="T13" fmla="*/ 62 h 123"/>
                <a:gd name="T14" fmla="*/ 1049 w 1052"/>
                <a:gd name="T15" fmla="*/ 81 h 123"/>
                <a:gd name="T16" fmla="*/ 1040 w 1052"/>
                <a:gd name="T17" fmla="*/ 99 h 123"/>
                <a:gd name="T18" fmla="*/ 1027 w 1052"/>
                <a:gd name="T19" fmla="*/ 112 h 123"/>
                <a:gd name="T20" fmla="*/ 1010 w 1052"/>
                <a:gd name="T21" fmla="*/ 120 h 123"/>
                <a:gd name="T22" fmla="*/ 990 w 1052"/>
                <a:gd name="T23" fmla="*/ 123 h 123"/>
                <a:gd name="T24" fmla="*/ 61 w 1052"/>
                <a:gd name="T25" fmla="*/ 123 h 123"/>
                <a:gd name="T26" fmla="*/ 42 w 1052"/>
                <a:gd name="T27" fmla="*/ 120 h 123"/>
                <a:gd name="T28" fmla="*/ 25 w 1052"/>
                <a:gd name="T29" fmla="*/ 112 h 123"/>
                <a:gd name="T30" fmla="*/ 12 w 1052"/>
                <a:gd name="T31" fmla="*/ 99 h 123"/>
                <a:gd name="T32" fmla="*/ 3 w 1052"/>
                <a:gd name="T33" fmla="*/ 81 h 123"/>
                <a:gd name="T34" fmla="*/ 0 w 1052"/>
                <a:gd name="T35" fmla="*/ 62 h 123"/>
                <a:gd name="T36" fmla="*/ 3 w 1052"/>
                <a:gd name="T37" fmla="*/ 42 h 123"/>
                <a:gd name="T38" fmla="*/ 12 w 1052"/>
                <a:gd name="T39" fmla="*/ 25 h 123"/>
                <a:gd name="T40" fmla="*/ 25 w 1052"/>
                <a:gd name="T41" fmla="*/ 12 h 123"/>
                <a:gd name="T42" fmla="*/ 42 w 1052"/>
                <a:gd name="T43" fmla="*/ 4 h 123"/>
                <a:gd name="T44" fmla="*/ 61 w 1052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52" h="123">
                  <a:moveTo>
                    <a:pt x="61" y="0"/>
                  </a:moveTo>
                  <a:lnTo>
                    <a:pt x="990" y="0"/>
                  </a:lnTo>
                  <a:lnTo>
                    <a:pt x="1010" y="4"/>
                  </a:lnTo>
                  <a:lnTo>
                    <a:pt x="1027" y="12"/>
                  </a:lnTo>
                  <a:lnTo>
                    <a:pt x="1040" y="25"/>
                  </a:lnTo>
                  <a:lnTo>
                    <a:pt x="1049" y="42"/>
                  </a:lnTo>
                  <a:lnTo>
                    <a:pt x="1052" y="62"/>
                  </a:lnTo>
                  <a:lnTo>
                    <a:pt x="1049" y="81"/>
                  </a:lnTo>
                  <a:lnTo>
                    <a:pt x="1040" y="99"/>
                  </a:lnTo>
                  <a:lnTo>
                    <a:pt x="1027" y="112"/>
                  </a:lnTo>
                  <a:lnTo>
                    <a:pt x="1010" y="120"/>
                  </a:lnTo>
                  <a:lnTo>
                    <a:pt x="990" y="123"/>
                  </a:lnTo>
                  <a:lnTo>
                    <a:pt x="61" y="123"/>
                  </a:lnTo>
                  <a:lnTo>
                    <a:pt x="42" y="120"/>
                  </a:lnTo>
                  <a:lnTo>
                    <a:pt x="25" y="112"/>
                  </a:lnTo>
                  <a:lnTo>
                    <a:pt x="12" y="99"/>
                  </a:lnTo>
                  <a:lnTo>
                    <a:pt x="3" y="8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4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1" name="Freeform 442">
              <a:extLst>
                <a:ext uri="{FF2B5EF4-FFF2-40B4-BE49-F238E27FC236}">
                  <a16:creationId xmlns:a16="http://schemas.microsoft.com/office/drawing/2014/main" id="{02AABA19-188E-4E99-A1F9-4903FAE71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825" y="3698875"/>
              <a:ext cx="17462" cy="17462"/>
            </a:xfrm>
            <a:custGeom>
              <a:avLst/>
              <a:gdLst>
                <a:gd name="T0" fmla="*/ 61 w 123"/>
                <a:gd name="T1" fmla="*/ 0 h 123"/>
                <a:gd name="T2" fmla="*/ 78 w 123"/>
                <a:gd name="T3" fmla="*/ 2 h 123"/>
                <a:gd name="T4" fmla="*/ 93 w 123"/>
                <a:gd name="T5" fmla="*/ 7 h 123"/>
                <a:gd name="T6" fmla="*/ 106 w 123"/>
                <a:gd name="T7" fmla="*/ 17 h 123"/>
                <a:gd name="T8" fmla="*/ 116 w 123"/>
                <a:gd name="T9" fmla="*/ 30 h 123"/>
                <a:gd name="T10" fmla="*/ 121 w 123"/>
                <a:gd name="T11" fmla="*/ 45 h 123"/>
                <a:gd name="T12" fmla="*/ 123 w 123"/>
                <a:gd name="T13" fmla="*/ 61 h 123"/>
                <a:gd name="T14" fmla="*/ 121 w 123"/>
                <a:gd name="T15" fmla="*/ 76 h 123"/>
                <a:gd name="T16" fmla="*/ 116 w 123"/>
                <a:gd name="T17" fmla="*/ 92 h 123"/>
                <a:gd name="T18" fmla="*/ 106 w 123"/>
                <a:gd name="T19" fmla="*/ 105 h 123"/>
                <a:gd name="T20" fmla="*/ 93 w 123"/>
                <a:gd name="T21" fmla="*/ 114 h 123"/>
                <a:gd name="T22" fmla="*/ 78 w 123"/>
                <a:gd name="T23" fmla="*/ 121 h 123"/>
                <a:gd name="T24" fmla="*/ 61 w 123"/>
                <a:gd name="T25" fmla="*/ 123 h 123"/>
                <a:gd name="T26" fmla="*/ 45 w 123"/>
                <a:gd name="T27" fmla="*/ 121 h 123"/>
                <a:gd name="T28" fmla="*/ 31 w 123"/>
                <a:gd name="T29" fmla="*/ 114 h 123"/>
                <a:gd name="T30" fmla="*/ 18 w 123"/>
                <a:gd name="T31" fmla="*/ 105 h 123"/>
                <a:gd name="T32" fmla="*/ 8 w 123"/>
                <a:gd name="T33" fmla="*/ 92 h 123"/>
                <a:gd name="T34" fmla="*/ 2 w 123"/>
                <a:gd name="T35" fmla="*/ 76 h 123"/>
                <a:gd name="T36" fmla="*/ 0 w 123"/>
                <a:gd name="T37" fmla="*/ 61 h 123"/>
                <a:gd name="T38" fmla="*/ 2 w 123"/>
                <a:gd name="T39" fmla="*/ 45 h 123"/>
                <a:gd name="T40" fmla="*/ 8 w 123"/>
                <a:gd name="T41" fmla="*/ 30 h 123"/>
                <a:gd name="T42" fmla="*/ 18 w 123"/>
                <a:gd name="T43" fmla="*/ 17 h 123"/>
                <a:gd name="T44" fmla="*/ 31 w 123"/>
                <a:gd name="T45" fmla="*/ 7 h 123"/>
                <a:gd name="T46" fmla="*/ 45 w 123"/>
                <a:gd name="T47" fmla="*/ 2 h 123"/>
                <a:gd name="T48" fmla="*/ 61 w 123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3" h="123">
                  <a:moveTo>
                    <a:pt x="61" y="0"/>
                  </a:moveTo>
                  <a:lnTo>
                    <a:pt x="78" y="2"/>
                  </a:lnTo>
                  <a:lnTo>
                    <a:pt x="93" y="7"/>
                  </a:lnTo>
                  <a:lnTo>
                    <a:pt x="106" y="17"/>
                  </a:lnTo>
                  <a:lnTo>
                    <a:pt x="116" y="30"/>
                  </a:lnTo>
                  <a:lnTo>
                    <a:pt x="121" y="45"/>
                  </a:lnTo>
                  <a:lnTo>
                    <a:pt x="123" y="61"/>
                  </a:lnTo>
                  <a:lnTo>
                    <a:pt x="121" y="76"/>
                  </a:lnTo>
                  <a:lnTo>
                    <a:pt x="116" y="92"/>
                  </a:lnTo>
                  <a:lnTo>
                    <a:pt x="106" y="105"/>
                  </a:lnTo>
                  <a:lnTo>
                    <a:pt x="93" y="114"/>
                  </a:lnTo>
                  <a:lnTo>
                    <a:pt x="78" y="121"/>
                  </a:lnTo>
                  <a:lnTo>
                    <a:pt x="61" y="123"/>
                  </a:lnTo>
                  <a:lnTo>
                    <a:pt x="45" y="121"/>
                  </a:lnTo>
                  <a:lnTo>
                    <a:pt x="31" y="114"/>
                  </a:lnTo>
                  <a:lnTo>
                    <a:pt x="18" y="105"/>
                  </a:lnTo>
                  <a:lnTo>
                    <a:pt x="8" y="92"/>
                  </a:lnTo>
                  <a:lnTo>
                    <a:pt x="2" y="76"/>
                  </a:lnTo>
                  <a:lnTo>
                    <a:pt x="0" y="61"/>
                  </a:lnTo>
                  <a:lnTo>
                    <a:pt x="2" y="45"/>
                  </a:lnTo>
                  <a:lnTo>
                    <a:pt x="8" y="30"/>
                  </a:lnTo>
                  <a:lnTo>
                    <a:pt x="18" y="17"/>
                  </a:lnTo>
                  <a:lnTo>
                    <a:pt x="31" y="7"/>
                  </a:lnTo>
                  <a:lnTo>
                    <a:pt x="45" y="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2" name="Freeform 443">
              <a:extLst>
                <a:ext uri="{FF2B5EF4-FFF2-40B4-BE49-F238E27FC236}">
                  <a16:creationId xmlns:a16="http://schemas.microsoft.com/office/drawing/2014/main" id="{B8E02FFD-AC63-4B09-97A8-1EB1FC05C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50" y="3698875"/>
              <a:ext cx="17462" cy="17462"/>
            </a:xfrm>
            <a:custGeom>
              <a:avLst/>
              <a:gdLst>
                <a:gd name="T0" fmla="*/ 62 w 125"/>
                <a:gd name="T1" fmla="*/ 0 h 123"/>
                <a:gd name="T2" fmla="*/ 78 w 125"/>
                <a:gd name="T3" fmla="*/ 2 h 123"/>
                <a:gd name="T4" fmla="*/ 94 w 125"/>
                <a:gd name="T5" fmla="*/ 7 h 123"/>
                <a:gd name="T6" fmla="*/ 107 w 125"/>
                <a:gd name="T7" fmla="*/ 17 h 123"/>
                <a:gd name="T8" fmla="*/ 116 w 125"/>
                <a:gd name="T9" fmla="*/ 30 h 123"/>
                <a:gd name="T10" fmla="*/ 123 w 125"/>
                <a:gd name="T11" fmla="*/ 45 h 123"/>
                <a:gd name="T12" fmla="*/ 125 w 125"/>
                <a:gd name="T13" fmla="*/ 61 h 123"/>
                <a:gd name="T14" fmla="*/ 123 w 125"/>
                <a:gd name="T15" fmla="*/ 76 h 123"/>
                <a:gd name="T16" fmla="*/ 116 w 125"/>
                <a:gd name="T17" fmla="*/ 92 h 123"/>
                <a:gd name="T18" fmla="*/ 107 w 125"/>
                <a:gd name="T19" fmla="*/ 105 h 123"/>
                <a:gd name="T20" fmla="*/ 94 w 125"/>
                <a:gd name="T21" fmla="*/ 114 h 123"/>
                <a:gd name="T22" fmla="*/ 78 w 125"/>
                <a:gd name="T23" fmla="*/ 121 h 123"/>
                <a:gd name="T24" fmla="*/ 62 w 125"/>
                <a:gd name="T25" fmla="*/ 123 h 123"/>
                <a:gd name="T26" fmla="*/ 47 w 125"/>
                <a:gd name="T27" fmla="*/ 121 h 123"/>
                <a:gd name="T28" fmla="*/ 32 w 125"/>
                <a:gd name="T29" fmla="*/ 114 h 123"/>
                <a:gd name="T30" fmla="*/ 19 w 125"/>
                <a:gd name="T31" fmla="*/ 105 h 123"/>
                <a:gd name="T32" fmla="*/ 9 w 125"/>
                <a:gd name="T33" fmla="*/ 92 h 123"/>
                <a:gd name="T34" fmla="*/ 3 w 125"/>
                <a:gd name="T35" fmla="*/ 76 h 123"/>
                <a:gd name="T36" fmla="*/ 0 w 125"/>
                <a:gd name="T37" fmla="*/ 61 h 123"/>
                <a:gd name="T38" fmla="*/ 3 w 125"/>
                <a:gd name="T39" fmla="*/ 45 h 123"/>
                <a:gd name="T40" fmla="*/ 9 w 125"/>
                <a:gd name="T41" fmla="*/ 30 h 123"/>
                <a:gd name="T42" fmla="*/ 19 w 125"/>
                <a:gd name="T43" fmla="*/ 17 h 123"/>
                <a:gd name="T44" fmla="*/ 32 w 125"/>
                <a:gd name="T45" fmla="*/ 7 h 123"/>
                <a:gd name="T46" fmla="*/ 47 w 125"/>
                <a:gd name="T47" fmla="*/ 2 h 123"/>
                <a:gd name="T48" fmla="*/ 62 w 125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5" h="123">
                  <a:moveTo>
                    <a:pt x="62" y="0"/>
                  </a:moveTo>
                  <a:lnTo>
                    <a:pt x="78" y="2"/>
                  </a:lnTo>
                  <a:lnTo>
                    <a:pt x="94" y="7"/>
                  </a:lnTo>
                  <a:lnTo>
                    <a:pt x="107" y="17"/>
                  </a:lnTo>
                  <a:lnTo>
                    <a:pt x="116" y="30"/>
                  </a:lnTo>
                  <a:lnTo>
                    <a:pt x="123" y="45"/>
                  </a:lnTo>
                  <a:lnTo>
                    <a:pt x="125" y="61"/>
                  </a:lnTo>
                  <a:lnTo>
                    <a:pt x="123" y="76"/>
                  </a:lnTo>
                  <a:lnTo>
                    <a:pt x="116" y="92"/>
                  </a:lnTo>
                  <a:lnTo>
                    <a:pt x="107" y="105"/>
                  </a:lnTo>
                  <a:lnTo>
                    <a:pt x="94" y="114"/>
                  </a:lnTo>
                  <a:lnTo>
                    <a:pt x="78" y="121"/>
                  </a:lnTo>
                  <a:lnTo>
                    <a:pt x="62" y="123"/>
                  </a:lnTo>
                  <a:lnTo>
                    <a:pt x="47" y="121"/>
                  </a:lnTo>
                  <a:lnTo>
                    <a:pt x="32" y="114"/>
                  </a:lnTo>
                  <a:lnTo>
                    <a:pt x="19" y="105"/>
                  </a:lnTo>
                  <a:lnTo>
                    <a:pt x="9" y="92"/>
                  </a:lnTo>
                  <a:lnTo>
                    <a:pt x="3" y="76"/>
                  </a:lnTo>
                  <a:lnTo>
                    <a:pt x="0" y="61"/>
                  </a:lnTo>
                  <a:lnTo>
                    <a:pt x="3" y="45"/>
                  </a:lnTo>
                  <a:lnTo>
                    <a:pt x="9" y="30"/>
                  </a:lnTo>
                  <a:lnTo>
                    <a:pt x="19" y="17"/>
                  </a:lnTo>
                  <a:lnTo>
                    <a:pt x="32" y="7"/>
                  </a:lnTo>
                  <a:lnTo>
                    <a:pt x="47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3" name="Freeform 444">
              <a:extLst>
                <a:ext uri="{FF2B5EF4-FFF2-40B4-BE49-F238E27FC236}">
                  <a16:creationId xmlns:a16="http://schemas.microsoft.com/office/drawing/2014/main" id="{E8C62B26-C58F-45CA-968D-35947D371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275" y="3698875"/>
              <a:ext cx="17462" cy="17462"/>
            </a:xfrm>
            <a:custGeom>
              <a:avLst/>
              <a:gdLst>
                <a:gd name="T0" fmla="*/ 62 w 124"/>
                <a:gd name="T1" fmla="*/ 0 h 123"/>
                <a:gd name="T2" fmla="*/ 78 w 124"/>
                <a:gd name="T3" fmla="*/ 2 h 123"/>
                <a:gd name="T4" fmla="*/ 92 w 124"/>
                <a:gd name="T5" fmla="*/ 7 h 123"/>
                <a:gd name="T6" fmla="*/ 105 w 124"/>
                <a:gd name="T7" fmla="*/ 17 h 123"/>
                <a:gd name="T8" fmla="*/ 115 w 124"/>
                <a:gd name="T9" fmla="*/ 30 h 123"/>
                <a:gd name="T10" fmla="*/ 122 w 124"/>
                <a:gd name="T11" fmla="*/ 45 h 123"/>
                <a:gd name="T12" fmla="*/ 124 w 124"/>
                <a:gd name="T13" fmla="*/ 61 h 123"/>
                <a:gd name="T14" fmla="*/ 122 w 124"/>
                <a:gd name="T15" fmla="*/ 76 h 123"/>
                <a:gd name="T16" fmla="*/ 115 w 124"/>
                <a:gd name="T17" fmla="*/ 92 h 123"/>
                <a:gd name="T18" fmla="*/ 105 w 124"/>
                <a:gd name="T19" fmla="*/ 105 h 123"/>
                <a:gd name="T20" fmla="*/ 92 w 124"/>
                <a:gd name="T21" fmla="*/ 114 h 123"/>
                <a:gd name="T22" fmla="*/ 78 w 124"/>
                <a:gd name="T23" fmla="*/ 121 h 123"/>
                <a:gd name="T24" fmla="*/ 62 w 124"/>
                <a:gd name="T25" fmla="*/ 123 h 123"/>
                <a:gd name="T26" fmla="*/ 46 w 124"/>
                <a:gd name="T27" fmla="*/ 121 h 123"/>
                <a:gd name="T28" fmla="*/ 31 w 124"/>
                <a:gd name="T29" fmla="*/ 114 h 123"/>
                <a:gd name="T30" fmla="*/ 18 w 124"/>
                <a:gd name="T31" fmla="*/ 105 h 123"/>
                <a:gd name="T32" fmla="*/ 8 w 124"/>
                <a:gd name="T33" fmla="*/ 92 h 123"/>
                <a:gd name="T34" fmla="*/ 2 w 124"/>
                <a:gd name="T35" fmla="*/ 76 h 123"/>
                <a:gd name="T36" fmla="*/ 0 w 124"/>
                <a:gd name="T37" fmla="*/ 61 h 123"/>
                <a:gd name="T38" fmla="*/ 2 w 124"/>
                <a:gd name="T39" fmla="*/ 45 h 123"/>
                <a:gd name="T40" fmla="*/ 8 w 124"/>
                <a:gd name="T41" fmla="*/ 30 h 123"/>
                <a:gd name="T42" fmla="*/ 18 w 124"/>
                <a:gd name="T43" fmla="*/ 17 h 123"/>
                <a:gd name="T44" fmla="*/ 31 w 124"/>
                <a:gd name="T45" fmla="*/ 7 h 123"/>
                <a:gd name="T46" fmla="*/ 46 w 124"/>
                <a:gd name="T47" fmla="*/ 2 h 123"/>
                <a:gd name="T48" fmla="*/ 62 w 124"/>
                <a:gd name="T49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23">
                  <a:moveTo>
                    <a:pt x="62" y="0"/>
                  </a:moveTo>
                  <a:lnTo>
                    <a:pt x="78" y="2"/>
                  </a:lnTo>
                  <a:lnTo>
                    <a:pt x="92" y="7"/>
                  </a:lnTo>
                  <a:lnTo>
                    <a:pt x="105" y="17"/>
                  </a:lnTo>
                  <a:lnTo>
                    <a:pt x="115" y="30"/>
                  </a:lnTo>
                  <a:lnTo>
                    <a:pt x="122" y="45"/>
                  </a:lnTo>
                  <a:lnTo>
                    <a:pt x="124" y="61"/>
                  </a:lnTo>
                  <a:lnTo>
                    <a:pt x="122" y="76"/>
                  </a:lnTo>
                  <a:lnTo>
                    <a:pt x="115" y="92"/>
                  </a:lnTo>
                  <a:lnTo>
                    <a:pt x="105" y="105"/>
                  </a:lnTo>
                  <a:lnTo>
                    <a:pt x="92" y="114"/>
                  </a:lnTo>
                  <a:lnTo>
                    <a:pt x="78" y="121"/>
                  </a:lnTo>
                  <a:lnTo>
                    <a:pt x="62" y="123"/>
                  </a:lnTo>
                  <a:lnTo>
                    <a:pt x="46" y="121"/>
                  </a:lnTo>
                  <a:lnTo>
                    <a:pt x="31" y="114"/>
                  </a:lnTo>
                  <a:lnTo>
                    <a:pt x="18" y="105"/>
                  </a:lnTo>
                  <a:lnTo>
                    <a:pt x="8" y="92"/>
                  </a:lnTo>
                  <a:lnTo>
                    <a:pt x="2" y="76"/>
                  </a:lnTo>
                  <a:lnTo>
                    <a:pt x="0" y="61"/>
                  </a:lnTo>
                  <a:lnTo>
                    <a:pt x="2" y="45"/>
                  </a:lnTo>
                  <a:lnTo>
                    <a:pt x="8" y="30"/>
                  </a:lnTo>
                  <a:lnTo>
                    <a:pt x="18" y="17"/>
                  </a:lnTo>
                  <a:lnTo>
                    <a:pt x="31" y="7"/>
                  </a:lnTo>
                  <a:lnTo>
                    <a:pt x="46" y="2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4" name="Freeform 445">
              <a:extLst>
                <a:ext uri="{FF2B5EF4-FFF2-40B4-BE49-F238E27FC236}">
                  <a16:creationId xmlns:a16="http://schemas.microsoft.com/office/drawing/2014/main" id="{AD5D0F8F-678F-47F0-81AD-EB1A75EF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175" y="3760788"/>
              <a:ext cx="76200" cy="17462"/>
            </a:xfrm>
            <a:custGeom>
              <a:avLst/>
              <a:gdLst>
                <a:gd name="T0" fmla="*/ 62 w 519"/>
                <a:gd name="T1" fmla="*/ 0 h 124"/>
                <a:gd name="T2" fmla="*/ 458 w 519"/>
                <a:gd name="T3" fmla="*/ 0 h 124"/>
                <a:gd name="T4" fmla="*/ 477 w 519"/>
                <a:gd name="T5" fmla="*/ 3 h 124"/>
                <a:gd name="T6" fmla="*/ 494 w 519"/>
                <a:gd name="T7" fmla="*/ 12 h 124"/>
                <a:gd name="T8" fmla="*/ 507 w 519"/>
                <a:gd name="T9" fmla="*/ 26 h 124"/>
                <a:gd name="T10" fmla="*/ 517 w 519"/>
                <a:gd name="T11" fmla="*/ 42 h 124"/>
                <a:gd name="T12" fmla="*/ 519 w 519"/>
                <a:gd name="T13" fmla="*/ 63 h 124"/>
                <a:gd name="T14" fmla="*/ 517 w 519"/>
                <a:gd name="T15" fmla="*/ 82 h 124"/>
                <a:gd name="T16" fmla="*/ 507 w 519"/>
                <a:gd name="T17" fmla="*/ 98 h 124"/>
                <a:gd name="T18" fmla="*/ 494 w 519"/>
                <a:gd name="T19" fmla="*/ 112 h 124"/>
                <a:gd name="T20" fmla="*/ 477 w 519"/>
                <a:gd name="T21" fmla="*/ 121 h 124"/>
                <a:gd name="T22" fmla="*/ 458 w 519"/>
                <a:gd name="T23" fmla="*/ 124 h 124"/>
                <a:gd name="T24" fmla="*/ 62 w 519"/>
                <a:gd name="T25" fmla="*/ 124 h 124"/>
                <a:gd name="T26" fmla="*/ 43 w 519"/>
                <a:gd name="T27" fmla="*/ 121 h 124"/>
                <a:gd name="T28" fmla="*/ 26 w 519"/>
                <a:gd name="T29" fmla="*/ 112 h 124"/>
                <a:gd name="T30" fmla="*/ 12 w 519"/>
                <a:gd name="T31" fmla="*/ 98 h 124"/>
                <a:gd name="T32" fmla="*/ 3 w 519"/>
                <a:gd name="T33" fmla="*/ 82 h 124"/>
                <a:gd name="T34" fmla="*/ 0 w 519"/>
                <a:gd name="T35" fmla="*/ 63 h 124"/>
                <a:gd name="T36" fmla="*/ 3 w 519"/>
                <a:gd name="T37" fmla="*/ 42 h 124"/>
                <a:gd name="T38" fmla="*/ 12 w 519"/>
                <a:gd name="T39" fmla="*/ 26 h 124"/>
                <a:gd name="T40" fmla="*/ 26 w 519"/>
                <a:gd name="T41" fmla="*/ 12 h 124"/>
                <a:gd name="T42" fmla="*/ 43 w 519"/>
                <a:gd name="T43" fmla="*/ 3 h 124"/>
                <a:gd name="T44" fmla="*/ 62 w 519"/>
                <a:gd name="T45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9" h="124">
                  <a:moveTo>
                    <a:pt x="62" y="0"/>
                  </a:moveTo>
                  <a:lnTo>
                    <a:pt x="458" y="0"/>
                  </a:lnTo>
                  <a:lnTo>
                    <a:pt x="477" y="3"/>
                  </a:lnTo>
                  <a:lnTo>
                    <a:pt x="494" y="12"/>
                  </a:lnTo>
                  <a:lnTo>
                    <a:pt x="507" y="26"/>
                  </a:lnTo>
                  <a:lnTo>
                    <a:pt x="517" y="42"/>
                  </a:lnTo>
                  <a:lnTo>
                    <a:pt x="519" y="63"/>
                  </a:lnTo>
                  <a:lnTo>
                    <a:pt x="517" y="82"/>
                  </a:lnTo>
                  <a:lnTo>
                    <a:pt x="507" y="98"/>
                  </a:lnTo>
                  <a:lnTo>
                    <a:pt x="494" y="112"/>
                  </a:lnTo>
                  <a:lnTo>
                    <a:pt x="477" y="121"/>
                  </a:lnTo>
                  <a:lnTo>
                    <a:pt x="458" y="124"/>
                  </a:lnTo>
                  <a:lnTo>
                    <a:pt x="62" y="124"/>
                  </a:lnTo>
                  <a:lnTo>
                    <a:pt x="43" y="121"/>
                  </a:lnTo>
                  <a:lnTo>
                    <a:pt x="26" y="112"/>
                  </a:lnTo>
                  <a:lnTo>
                    <a:pt x="12" y="98"/>
                  </a:lnTo>
                  <a:lnTo>
                    <a:pt x="3" y="82"/>
                  </a:lnTo>
                  <a:lnTo>
                    <a:pt x="0" y="63"/>
                  </a:lnTo>
                  <a:lnTo>
                    <a:pt x="3" y="42"/>
                  </a:lnTo>
                  <a:lnTo>
                    <a:pt x="12" y="26"/>
                  </a:lnTo>
                  <a:lnTo>
                    <a:pt x="26" y="12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5" name="Freeform 446">
              <a:extLst>
                <a:ext uri="{FF2B5EF4-FFF2-40B4-BE49-F238E27FC236}">
                  <a16:creationId xmlns:a16="http://schemas.microsoft.com/office/drawing/2014/main" id="{4A89E4FA-D2CD-4FF8-9C04-7B50B477C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175" y="3792538"/>
              <a:ext cx="76200" cy="17462"/>
            </a:xfrm>
            <a:custGeom>
              <a:avLst/>
              <a:gdLst>
                <a:gd name="T0" fmla="*/ 62 w 519"/>
                <a:gd name="T1" fmla="*/ 0 h 123"/>
                <a:gd name="T2" fmla="*/ 458 w 519"/>
                <a:gd name="T3" fmla="*/ 0 h 123"/>
                <a:gd name="T4" fmla="*/ 477 w 519"/>
                <a:gd name="T5" fmla="*/ 3 h 123"/>
                <a:gd name="T6" fmla="*/ 494 w 519"/>
                <a:gd name="T7" fmla="*/ 11 h 123"/>
                <a:gd name="T8" fmla="*/ 507 w 519"/>
                <a:gd name="T9" fmla="*/ 24 h 123"/>
                <a:gd name="T10" fmla="*/ 517 w 519"/>
                <a:gd name="T11" fmla="*/ 42 h 123"/>
                <a:gd name="T12" fmla="*/ 519 w 519"/>
                <a:gd name="T13" fmla="*/ 61 h 123"/>
                <a:gd name="T14" fmla="*/ 517 w 519"/>
                <a:gd name="T15" fmla="*/ 81 h 123"/>
                <a:gd name="T16" fmla="*/ 507 w 519"/>
                <a:gd name="T17" fmla="*/ 98 h 123"/>
                <a:gd name="T18" fmla="*/ 494 w 519"/>
                <a:gd name="T19" fmla="*/ 111 h 123"/>
                <a:gd name="T20" fmla="*/ 477 w 519"/>
                <a:gd name="T21" fmla="*/ 120 h 123"/>
                <a:gd name="T22" fmla="*/ 458 w 519"/>
                <a:gd name="T23" fmla="*/ 123 h 123"/>
                <a:gd name="T24" fmla="*/ 62 w 519"/>
                <a:gd name="T25" fmla="*/ 123 h 123"/>
                <a:gd name="T26" fmla="*/ 43 w 519"/>
                <a:gd name="T27" fmla="*/ 120 h 123"/>
                <a:gd name="T28" fmla="*/ 26 w 519"/>
                <a:gd name="T29" fmla="*/ 111 h 123"/>
                <a:gd name="T30" fmla="*/ 12 w 519"/>
                <a:gd name="T31" fmla="*/ 98 h 123"/>
                <a:gd name="T32" fmla="*/ 3 w 519"/>
                <a:gd name="T33" fmla="*/ 81 h 123"/>
                <a:gd name="T34" fmla="*/ 0 w 519"/>
                <a:gd name="T35" fmla="*/ 61 h 123"/>
                <a:gd name="T36" fmla="*/ 3 w 519"/>
                <a:gd name="T37" fmla="*/ 42 h 123"/>
                <a:gd name="T38" fmla="*/ 12 w 519"/>
                <a:gd name="T39" fmla="*/ 24 h 123"/>
                <a:gd name="T40" fmla="*/ 26 w 519"/>
                <a:gd name="T41" fmla="*/ 11 h 123"/>
                <a:gd name="T42" fmla="*/ 43 w 519"/>
                <a:gd name="T43" fmla="*/ 3 h 123"/>
                <a:gd name="T44" fmla="*/ 62 w 519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9" h="123">
                  <a:moveTo>
                    <a:pt x="62" y="0"/>
                  </a:moveTo>
                  <a:lnTo>
                    <a:pt x="458" y="0"/>
                  </a:lnTo>
                  <a:lnTo>
                    <a:pt x="477" y="3"/>
                  </a:lnTo>
                  <a:lnTo>
                    <a:pt x="494" y="11"/>
                  </a:lnTo>
                  <a:lnTo>
                    <a:pt x="507" y="24"/>
                  </a:lnTo>
                  <a:lnTo>
                    <a:pt x="517" y="42"/>
                  </a:lnTo>
                  <a:lnTo>
                    <a:pt x="519" y="61"/>
                  </a:lnTo>
                  <a:lnTo>
                    <a:pt x="517" y="81"/>
                  </a:lnTo>
                  <a:lnTo>
                    <a:pt x="507" y="98"/>
                  </a:lnTo>
                  <a:lnTo>
                    <a:pt x="494" y="111"/>
                  </a:lnTo>
                  <a:lnTo>
                    <a:pt x="477" y="120"/>
                  </a:lnTo>
                  <a:lnTo>
                    <a:pt x="458" y="123"/>
                  </a:lnTo>
                  <a:lnTo>
                    <a:pt x="62" y="123"/>
                  </a:lnTo>
                  <a:lnTo>
                    <a:pt x="43" y="120"/>
                  </a:lnTo>
                  <a:lnTo>
                    <a:pt x="26" y="111"/>
                  </a:lnTo>
                  <a:lnTo>
                    <a:pt x="12" y="98"/>
                  </a:lnTo>
                  <a:lnTo>
                    <a:pt x="3" y="81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2" y="24"/>
                  </a:lnTo>
                  <a:lnTo>
                    <a:pt x="26" y="11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6" name="Freeform 447">
              <a:extLst>
                <a:ext uri="{FF2B5EF4-FFF2-40B4-BE49-F238E27FC236}">
                  <a16:creationId xmlns:a16="http://schemas.microsoft.com/office/drawing/2014/main" id="{45BA8F4C-D4D0-4CC0-8E01-133EA96E1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175" y="3824288"/>
              <a:ext cx="76200" cy="17462"/>
            </a:xfrm>
            <a:custGeom>
              <a:avLst/>
              <a:gdLst>
                <a:gd name="T0" fmla="*/ 62 w 519"/>
                <a:gd name="T1" fmla="*/ 0 h 123"/>
                <a:gd name="T2" fmla="*/ 458 w 519"/>
                <a:gd name="T3" fmla="*/ 0 h 123"/>
                <a:gd name="T4" fmla="*/ 477 w 519"/>
                <a:gd name="T5" fmla="*/ 3 h 123"/>
                <a:gd name="T6" fmla="*/ 494 w 519"/>
                <a:gd name="T7" fmla="*/ 12 h 123"/>
                <a:gd name="T8" fmla="*/ 507 w 519"/>
                <a:gd name="T9" fmla="*/ 26 h 123"/>
                <a:gd name="T10" fmla="*/ 517 w 519"/>
                <a:gd name="T11" fmla="*/ 42 h 123"/>
                <a:gd name="T12" fmla="*/ 519 w 519"/>
                <a:gd name="T13" fmla="*/ 62 h 123"/>
                <a:gd name="T14" fmla="*/ 517 w 519"/>
                <a:gd name="T15" fmla="*/ 81 h 123"/>
                <a:gd name="T16" fmla="*/ 507 w 519"/>
                <a:gd name="T17" fmla="*/ 98 h 123"/>
                <a:gd name="T18" fmla="*/ 494 w 519"/>
                <a:gd name="T19" fmla="*/ 111 h 123"/>
                <a:gd name="T20" fmla="*/ 477 w 519"/>
                <a:gd name="T21" fmla="*/ 121 h 123"/>
                <a:gd name="T22" fmla="*/ 458 w 519"/>
                <a:gd name="T23" fmla="*/ 123 h 123"/>
                <a:gd name="T24" fmla="*/ 62 w 519"/>
                <a:gd name="T25" fmla="*/ 123 h 123"/>
                <a:gd name="T26" fmla="*/ 43 w 519"/>
                <a:gd name="T27" fmla="*/ 121 h 123"/>
                <a:gd name="T28" fmla="*/ 26 w 519"/>
                <a:gd name="T29" fmla="*/ 111 h 123"/>
                <a:gd name="T30" fmla="*/ 12 w 519"/>
                <a:gd name="T31" fmla="*/ 98 h 123"/>
                <a:gd name="T32" fmla="*/ 3 w 519"/>
                <a:gd name="T33" fmla="*/ 81 h 123"/>
                <a:gd name="T34" fmla="*/ 0 w 519"/>
                <a:gd name="T35" fmla="*/ 62 h 123"/>
                <a:gd name="T36" fmla="*/ 3 w 519"/>
                <a:gd name="T37" fmla="*/ 42 h 123"/>
                <a:gd name="T38" fmla="*/ 12 w 519"/>
                <a:gd name="T39" fmla="*/ 26 h 123"/>
                <a:gd name="T40" fmla="*/ 26 w 519"/>
                <a:gd name="T41" fmla="*/ 12 h 123"/>
                <a:gd name="T42" fmla="*/ 43 w 519"/>
                <a:gd name="T43" fmla="*/ 3 h 123"/>
                <a:gd name="T44" fmla="*/ 62 w 519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9" h="123">
                  <a:moveTo>
                    <a:pt x="62" y="0"/>
                  </a:moveTo>
                  <a:lnTo>
                    <a:pt x="458" y="0"/>
                  </a:lnTo>
                  <a:lnTo>
                    <a:pt x="477" y="3"/>
                  </a:lnTo>
                  <a:lnTo>
                    <a:pt x="494" y="12"/>
                  </a:lnTo>
                  <a:lnTo>
                    <a:pt x="507" y="26"/>
                  </a:lnTo>
                  <a:lnTo>
                    <a:pt x="517" y="42"/>
                  </a:lnTo>
                  <a:lnTo>
                    <a:pt x="519" y="62"/>
                  </a:lnTo>
                  <a:lnTo>
                    <a:pt x="517" y="81"/>
                  </a:lnTo>
                  <a:lnTo>
                    <a:pt x="507" y="98"/>
                  </a:lnTo>
                  <a:lnTo>
                    <a:pt x="494" y="111"/>
                  </a:lnTo>
                  <a:lnTo>
                    <a:pt x="477" y="121"/>
                  </a:lnTo>
                  <a:lnTo>
                    <a:pt x="458" y="123"/>
                  </a:lnTo>
                  <a:lnTo>
                    <a:pt x="62" y="123"/>
                  </a:lnTo>
                  <a:lnTo>
                    <a:pt x="43" y="121"/>
                  </a:lnTo>
                  <a:lnTo>
                    <a:pt x="26" y="111"/>
                  </a:lnTo>
                  <a:lnTo>
                    <a:pt x="12" y="98"/>
                  </a:lnTo>
                  <a:lnTo>
                    <a:pt x="3" y="8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6"/>
                  </a:lnTo>
                  <a:lnTo>
                    <a:pt x="26" y="12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37" name="Freeform 452">
            <a:extLst>
              <a:ext uri="{FF2B5EF4-FFF2-40B4-BE49-F238E27FC236}">
                <a16:creationId xmlns:a16="http://schemas.microsoft.com/office/drawing/2014/main" id="{D478134D-F416-47B9-BD53-A3AD65354EE8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10624991" y="2701380"/>
            <a:ext cx="333199" cy="317953"/>
          </a:xfrm>
          <a:custGeom>
            <a:avLst/>
            <a:gdLst>
              <a:gd name="T0" fmla="*/ 1516 w 3363"/>
              <a:gd name="T1" fmla="*/ 2957 h 3212"/>
              <a:gd name="T2" fmla="*/ 1595 w 3363"/>
              <a:gd name="T3" fmla="*/ 3085 h 3212"/>
              <a:gd name="T4" fmla="*/ 1942 w 3363"/>
              <a:gd name="T5" fmla="*/ 3028 h 3212"/>
              <a:gd name="T6" fmla="*/ 1892 w 3363"/>
              <a:gd name="T7" fmla="*/ 2885 h 3212"/>
              <a:gd name="T8" fmla="*/ 3048 w 3363"/>
              <a:gd name="T9" fmla="*/ 2410 h 3212"/>
              <a:gd name="T10" fmla="*/ 3227 w 3363"/>
              <a:gd name="T11" fmla="*/ 2256 h 3212"/>
              <a:gd name="T12" fmla="*/ 3195 w 3363"/>
              <a:gd name="T13" fmla="*/ 1484 h 3212"/>
              <a:gd name="T14" fmla="*/ 2884 w 3363"/>
              <a:gd name="T15" fmla="*/ 1390 h 3212"/>
              <a:gd name="T16" fmla="*/ 2713 w 3363"/>
              <a:gd name="T17" fmla="*/ 2397 h 3212"/>
              <a:gd name="T18" fmla="*/ 602 w 3363"/>
              <a:gd name="T19" fmla="*/ 1390 h 3212"/>
              <a:gd name="T20" fmla="*/ 652 w 3363"/>
              <a:gd name="T21" fmla="*/ 1415 h 3212"/>
              <a:gd name="T22" fmla="*/ 315 w 3363"/>
              <a:gd name="T23" fmla="*/ 1393 h 3212"/>
              <a:gd name="T24" fmla="*/ 136 w 3363"/>
              <a:gd name="T25" fmla="*/ 1546 h 3212"/>
              <a:gd name="T26" fmla="*/ 167 w 3363"/>
              <a:gd name="T27" fmla="*/ 2319 h 3212"/>
              <a:gd name="T28" fmla="*/ 478 w 3363"/>
              <a:gd name="T29" fmla="*/ 2413 h 3212"/>
              <a:gd name="T30" fmla="*/ 1153 w 3363"/>
              <a:gd name="T31" fmla="*/ 158 h 3212"/>
              <a:gd name="T32" fmla="*/ 2162 w 3363"/>
              <a:gd name="T33" fmla="*/ 226 h 3212"/>
              <a:gd name="T34" fmla="*/ 2203 w 3363"/>
              <a:gd name="T35" fmla="*/ 145 h 3212"/>
              <a:gd name="T36" fmla="*/ 2195 w 3363"/>
              <a:gd name="T37" fmla="*/ 3 h 3212"/>
              <a:gd name="T38" fmla="*/ 2412 w 3363"/>
              <a:gd name="T39" fmla="*/ 137 h 3212"/>
              <a:gd name="T40" fmla="*/ 2920 w 3363"/>
              <a:gd name="T41" fmla="*/ 362 h 3212"/>
              <a:gd name="T42" fmla="*/ 3260 w 3363"/>
              <a:gd name="T43" fmla="*/ 792 h 3212"/>
              <a:gd name="T44" fmla="*/ 3363 w 3363"/>
              <a:gd name="T45" fmla="*/ 2496 h 3212"/>
              <a:gd name="T46" fmla="*/ 3222 w 3363"/>
              <a:gd name="T47" fmla="*/ 2863 h 3212"/>
              <a:gd name="T48" fmla="*/ 2875 w 3363"/>
              <a:gd name="T49" fmla="*/ 3039 h 3212"/>
              <a:gd name="T50" fmla="*/ 1973 w 3363"/>
              <a:gd name="T51" fmla="*/ 3174 h 3212"/>
              <a:gd name="T52" fmla="*/ 1547 w 3363"/>
              <a:gd name="T53" fmla="*/ 3201 h 3212"/>
              <a:gd name="T54" fmla="*/ 1392 w 3363"/>
              <a:gd name="T55" fmla="*/ 3019 h 3212"/>
              <a:gd name="T56" fmla="*/ 1484 w 3363"/>
              <a:gd name="T57" fmla="*/ 2795 h 3212"/>
              <a:gd name="T58" fmla="*/ 1913 w 3363"/>
              <a:gd name="T59" fmla="*/ 2761 h 3212"/>
              <a:gd name="T60" fmla="*/ 2068 w 3363"/>
              <a:gd name="T61" fmla="*/ 2920 h 3212"/>
              <a:gd name="T62" fmla="*/ 3080 w 3363"/>
              <a:gd name="T63" fmla="*/ 2826 h 3212"/>
              <a:gd name="T64" fmla="*/ 3236 w 3363"/>
              <a:gd name="T65" fmla="*/ 2545 h 3212"/>
              <a:gd name="T66" fmla="*/ 3053 w 3363"/>
              <a:gd name="T67" fmla="*/ 2533 h 3212"/>
              <a:gd name="T68" fmla="*/ 2613 w 3363"/>
              <a:gd name="T69" fmla="*/ 2471 h 3212"/>
              <a:gd name="T70" fmla="*/ 2613 w 3363"/>
              <a:gd name="T71" fmla="*/ 1332 h 3212"/>
              <a:gd name="T72" fmla="*/ 3053 w 3363"/>
              <a:gd name="T73" fmla="*/ 1269 h 3212"/>
              <a:gd name="T74" fmla="*/ 3236 w 3363"/>
              <a:gd name="T75" fmla="*/ 1189 h 3212"/>
              <a:gd name="T76" fmla="*/ 3065 w 3363"/>
              <a:gd name="T77" fmla="*/ 696 h 3212"/>
              <a:gd name="T78" fmla="*/ 2683 w 3363"/>
              <a:gd name="T79" fmla="*/ 356 h 3212"/>
              <a:gd name="T80" fmla="*/ 2289 w 3363"/>
              <a:gd name="T81" fmla="*/ 295 h 3212"/>
              <a:gd name="T82" fmla="*/ 1171 w 3363"/>
              <a:gd name="T83" fmla="*/ 347 h 3212"/>
              <a:gd name="T84" fmla="*/ 966 w 3363"/>
              <a:gd name="T85" fmla="*/ 260 h 3212"/>
              <a:gd name="T86" fmla="*/ 495 w 3363"/>
              <a:gd name="T87" fmla="*/ 478 h 3212"/>
              <a:gd name="T88" fmla="*/ 194 w 3363"/>
              <a:gd name="T89" fmla="*/ 893 h 3212"/>
              <a:gd name="T90" fmla="*/ 156 w 3363"/>
              <a:gd name="T91" fmla="*/ 1327 h 3212"/>
              <a:gd name="T92" fmla="*/ 657 w 3363"/>
              <a:gd name="T93" fmla="*/ 1270 h 3212"/>
              <a:gd name="T94" fmla="*/ 775 w 3363"/>
              <a:gd name="T95" fmla="*/ 1415 h 3212"/>
              <a:gd name="T96" fmla="*/ 684 w 3363"/>
              <a:gd name="T97" fmla="*/ 2524 h 3212"/>
              <a:gd name="T98" fmla="*/ 174 w 3363"/>
              <a:gd name="T99" fmla="*/ 2487 h 3212"/>
              <a:gd name="T100" fmla="*/ 3 w 3363"/>
              <a:gd name="T101" fmla="*/ 2231 h 3212"/>
              <a:gd name="T102" fmla="*/ 72 w 3363"/>
              <a:gd name="T103" fmla="*/ 865 h 3212"/>
              <a:gd name="T104" fmla="*/ 381 w 3363"/>
              <a:gd name="T105" fmla="*/ 412 h 3212"/>
              <a:gd name="T106" fmla="*/ 870 w 3363"/>
              <a:gd name="T107" fmla="*/ 154 h 3212"/>
              <a:gd name="T108" fmla="*/ 1136 w 3363"/>
              <a:gd name="T109" fmla="*/ 12 h 3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63" h="3212">
                <a:moveTo>
                  <a:pt x="1620" y="2874"/>
                </a:moveTo>
                <a:lnTo>
                  <a:pt x="1595" y="2877"/>
                </a:lnTo>
                <a:lnTo>
                  <a:pt x="1573" y="2885"/>
                </a:lnTo>
                <a:lnTo>
                  <a:pt x="1553" y="2897"/>
                </a:lnTo>
                <a:lnTo>
                  <a:pt x="1536" y="2914"/>
                </a:lnTo>
                <a:lnTo>
                  <a:pt x="1524" y="2934"/>
                </a:lnTo>
                <a:lnTo>
                  <a:pt x="1516" y="2957"/>
                </a:lnTo>
                <a:lnTo>
                  <a:pt x="1513" y="2981"/>
                </a:lnTo>
                <a:lnTo>
                  <a:pt x="1516" y="3006"/>
                </a:lnTo>
                <a:lnTo>
                  <a:pt x="1524" y="3028"/>
                </a:lnTo>
                <a:lnTo>
                  <a:pt x="1536" y="3049"/>
                </a:lnTo>
                <a:lnTo>
                  <a:pt x="1553" y="3065"/>
                </a:lnTo>
                <a:lnTo>
                  <a:pt x="1573" y="3077"/>
                </a:lnTo>
                <a:lnTo>
                  <a:pt x="1595" y="3085"/>
                </a:lnTo>
                <a:lnTo>
                  <a:pt x="1620" y="3088"/>
                </a:lnTo>
                <a:lnTo>
                  <a:pt x="1845" y="3088"/>
                </a:lnTo>
                <a:lnTo>
                  <a:pt x="1870" y="3085"/>
                </a:lnTo>
                <a:lnTo>
                  <a:pt x="1892" y="3077"/>
                </a:lnTo>
                <a:lnTo>
                  <a:pt x="1913" y="3065"/>
                </a:lnTo>
                <a:lnTo>
                  <a:pt x="1929" y="3049"/>
                </a:lnTo>
                <a:lnTo>
                  <a:pt x="1942" y="3028"/>
                </a:lnTo>
                <a:lnTo>
                  <a:pt x="1949" y="3006"/>
                </a:lnTo>
                <a:lnTo>
                  <a:pt x="1952" y="2981"/>
                </a:lnTo>
                <a:lnTo>
                  <a:pt x="1949" y="2957"/>
                </a:lnTo>
                <a:lnTo>
                  <a:pt x="1942" y="2934"/>
                </a:lnTo>
                <a:lnTo>
                  <a:pt x="1929" y="2914"/>
                </a:lnTo>
                <a:lnTo>
                  <a:pt x="1913" y="2897"/>
                </a:lnTo>
                <a:lnTo>
                  <a:pt x="1892" y="2885"/>
                </a:lnTo>
                <a:lnTo>
                  <a:pt x="1870" y="2877"/>
                </a:lnTo>
                <a:lnTo>
                  <a:pt x="1845" y="2874"/>
                </a:lnTo>
                <a:lnTo>
                  <a:pt x="1620" y="2874"/>
                </a:lnTo>
                <a:close/>
                <a:moveTo>
                  <a:pt x="2884" y="1390"/>
                </a:moveTo>
                <a:lnTo>
                  <a:pt x="2884" y="2413"/>
                </a:lnTo>
                <a:lnTo>
                  <a:pt x="3010" y="2413"/>
                </a:lnTo>
                <a:lnTo>
                  <a:pt x="3048" y="2410"/>
                </a:lnTo>
                <a:lnTo>
                  <a:pt x="3082" y="2400"/>
                </a:lnTo>
                <a:lnTo>
                  <a:pt x="3115" y="2386"/>
                </a:lnTo>
                <a:lnTo>
                  <a:pt x="3146" y="2368"/>
                </a:lnTo>
                <a:lnTo>
                  <a:pt x="3172" y="2345"/>
                </a:lnTo>
                <a:lnTo>
                  <a:pt x="3195" y="2319"/>
                </a:lnTo>
                <a:lnTo>
                  <a:pt x="3214" y="2288"/>
                </a:lnTo>
                <a:lnTo>
                  <a:pt x="3227" y="2256"/>
                </a:lnTo>
                <a:lnTo>
                  <a:pt x="3236" y="2220"/>
                </a:lnTo>
                <a:lnTo>
                  <a:pt x="3240" y="2183"/>
                </a:lnTo>
                <a:lnTo>
                  <a:pt x="3240" y="1619"/>
                </a:lnTo>
                <a:lnTo>
                  <a:pt x="3236" y="1582"/>
                </a:lnTo>
                <a:lnTo>
                  <a:pt x="3227" y="1546"/>
                </a:lnTo>
                <a:lnTo>
                  <a:pt x="3214" y="1514"/>
                </a:lnTo>
                <a:lnTo>
                  <a:pt x="3195" y="1484"/>
                </a:lnTo>
                <a:lnTo>
                  <a:pt x="3172" y="1457"/>
                </a:lnTo>
                <a:lnTo>
                  <a:pt x="3146" y="1434"/>
                </a:lnTo>
                <a:lnTo>
                  <a:pt x="3115" y="1416"/>
                </a:lnTo>
                <a:lnTo>
                  <a:pt x="3082" y="1401"/>
                </a:lnTo>
                <a:lnTo>
                  <a:pt x="3048" y="1393"/>
                </a:lnTo>
                <a:lnTo>
                  <a:pt x="3010" y="1390"/>
                </a:lnTo>
                <a:lnTo>
                  <a:pt x="2884" y="1390"/>
                </a:lnTo>
                <a:close/>
                <a:moveTo>
                  <a:pt x="2736" y="1390"/>
                </a:moveTo>
                <a:lnTo>
                  <a:pt x="2726" y="1392"/>
                </a:lnTo>
                <a:lnTo>
                  <a:pt x="2718" y="1397"/>
                </a:lnTo>
                <a:lnTo>
                  <a:pt x="2713" y="1405"/>
                </a:lnTo>
                <a:lnTo>
                  <a:pt x="2711" y="1415"/>
                </a:lnTo>
                <a:lnTo>
                  <a:pt x="2711" y="2387"/>
                </a:lnTo>
                <a:lnTo>
                  <a:pt x="2713" y="2397"/>
                </a:lnTo>
                <a:lnTo>
                  <a:pt x="2718" y="2406"/>
                </a:lnTo>
                <a:lnTo>
                  <a:pt x="2726" y="2411"/>
                </a:lnTo>
                <a:lnTo>
                  <a:pt x="2736" y="2413"/>
                </a:lnTo>
                <a:lnTo>
                  <a:pt x="2760" y="2413"/>
                </a:lnTo>
                <a:lnTo>
                  <a:pt x="2760" y="1390"/>
                </a:lnTo>
                <a:lnTo>
                  <a:pt x="2736" y="1390"/>
                </a:lnTo>
                <a:close/>
                <a:moveTo>
                  <a:pt x="602" y="1390"/>
                </a:moveTo>
                <a:lnTo>
                  <a:pt x="602" y="2413"/>
                </a:lnTo>
                <a:lnTo>
                  <a:pt x="627" y="2413"/>
                </a:lnTo>
                <a:lnTo>
                  <a:pt x="636" y="2411"/>
                </a:lnTo>
                <a:lnTo>
                  <a:pt x="645" y="2405"/>
                </a:lnTo>
                <a:lnTo>
                  <a:pt x="650" y="2397"/>
                </a:lnTo>
                <a:lnTo>
                  <a:pt x="652" y="2387"/>
                </a:lnTo>
                <a:lnTo>
                  <a:pt x="652" y="1415"/>
                </a:lnTo>
                <a:lnTo>
                  <a:pt x="650" y="1405"/>
                </a:lnTo>
                <a:lnTo>
                  <a:pt x="645" y="1397"/>
                </a:lnTo>
                <a:lnTo>
                  <a:pt x="636" y="1392"/>
                </a:lnTo>
                <a:lnTo>
                  <a:pt x="627" y="1390"/>
                </a:lnTo>
                <a:lnTo>
                  <a:pt x="602" y="1390"/>
                </a:lnTo>
                <a:close/>
                <a:moveTo>
                  <a:pt x="353" y="1390"/>
                </a:moveTo>
                <a:lnTo>
                  <a:pt x="315" y="1393"/>
                </a:lnTo>
                <a:lnTo>
                  <a:pt x="281" y="1401"/>
                </a:lnTo>
                <a:lnTo>
                  <a:pt x="247" y="1416"/>
                </a:lnTo>
                <a:lnTo>
                  <a:pt x="217" y="1434"/>
                </a:lnTo>
                <a:lnTo>
                  <a:pt x="191" y="1457"/>
                </a:lnTo>
                <a:lnTo>
                  <a:pt x="167" y="1484"/>
                </a:lnTo>
                <a:lnTo>
                  <a:pt x="149" y="1514"/>
                </a:lnTo>
                <a:lnTo>
                  <a:pt x="136" y="1546"/>
                </a:lnTo>
                <a:lnTo>
                  <a:pt x="126" y="1582"/>
                </a:lnTo>
                <a:lnTo>
                  <a:pt x="123" y="1619"/>
                </a:lnTo>
                <a:lnTo>
                  <a:pt x="123" y="2183"/>
                </a:lnTo>
                <a:lnTo>
                  <a:pt x="126" y="2220"/>
                </a:lnTo>
                <a:lnTo>
                  <a:pt x="136" y="2256"/>
                </a:lnTo>
                <a:lnTo>
                  <a:pt x="149" y="2288"/>
                </a:lnTo>
                <a:lnTo>
                  <a:pt x="167" y="2319"/>
                </a:lnTo>
                <a:lnTo>
                  <a:pt x="191" y="2345"/>
                </a:lnTo>
                <a:lnTo>
                  <a:pt x="217" y="2368"/>
                </a:lnTo>
                <a:lnTo>
                  <a:pt x="247" y="2386"/>
                </a:lnTo>
                <a:lnTo>
                  <a:pt x="281" y="2400"/>
                </a:lnTo>
                <a:lnTo>
                  <a:pt x="315" y="2410"/>
                </a:lnTo>
                <a:lnTo>
                  <a:pt x="353" y="2413"/>
                </a:lnTo>
                <a:lnTo>
                  <a:pt x="478" y="2413"/>
                </a:lnTo>
                <a:lnTo>
                  <a:pt x="478" y="1390"/>
                </a:lnTo>
                <a:lnTo>
                  <a:pt x="353" y="1390"/>
                </a:lnTo>
                <a:close/>
                <a:moveTo>
                  <a:pt x="1201" y="124"/>
                </a:moveTo>
                <a:lnTo>
                  <a:pt x="1184" y="127"/>
                </a:lnTo>
                <a:lnTo>
                  <a:pt x="1170" y="134"/>
                </a:lnTo>
                <a:lnTo>
                  <a:pt x="1160" y="145"/>
                </a:lnTo>
                <a:lnTo>
                  <a:pt x="1153" y="158"/>
                </a:lnTo>
                <a:lnTo>
                  <a:pt x="1150" y="175"/>
                </a:lnTo>
                <a:lnTo>
                  <a:pt x="1153" y="191"/>
                </a:lnTo>
                <a:lnTo>
                  <a:pt x="1160" y="205"/>
                </a:lnTo>
                <a:lnTo>
                  <a:pt x="1170" y="215"/>
                </a:lnTo>
                <a:lnTo>
                  <a:pt x="1184" y="224"/>
                </a:lnTo>
                <a:lnTo>
                  <a:pt x="1201" y="226"/>
                </a:lnTo>
                <a:lnTo>
                  <a:pt x="2162" y="226"/>
                </a:lnTo>
                <a:lnTo>
                  <a:pt x="2179" y="224"/>
                </a:lnTo>
                <a:lnTo>
                  <a:pt x="2192" y="215"/>
                </a:lnTo>
                <a:lnTo>
                  <a:pt x="2203" y="205"/>
                </a:lnTo>
                <a:lnTo>
                  <a:pt x="2210" y="191"/>
                </a:lnTo>
                <a:lnTo>
                  <a:pt x="2213" y="175"/>
                </a:lnTo>
                <a:lnTo>
                  <a:pt x="2210" y="158"/>
                </a:lnTo>
                <a:lnTo>
                  <a:pt x="2203" y="145"/>
                </a:lnTo>
                <a:lnTo>
                  <a:pt x="2192" y="134"/>
                </a:lnTo>
                <a:lnTo>
                  <a:pt x="2179" y="127"/>
                </a:lnTo>
                <a:lnTo>
                  <a:pt x="2162" y="124"/>
                </a:lnTo>
                <a:lnTo>
                  <a:pt x="1201" y="124"/>
                </a:lnTo>
                <a:close/>
                <a:moveTo>
                  <a:pt x="1201" y="0"/>
                </a:moveTo>
                <a:lnTo>
                  <a:pt x="2162" y="0"/>
                </a:lnTo>
                <a:lnTo>
                  <a:pt x="2195" y="3"/>
                </a:lnTo>
                <a:lnTo>
                  <a:pt x="2227" y="12"/>
                </a:lnTo>
                <a:lnTo>
                  <a:pt x="2255" y="27"/>
                </a:lnTo>
                <a:lnTo>
                  <a:pt x="2280" y="46"/>
                </a:lnTo>
                <a:lnTo>
                  <a:pt x="2301" y="69"/>
                </a:lnTo>
                <a:lnTo>
                  <a:pt x="2317" y="96"/>
                </a:lnTo>
                <a:lnTo>
                  <a:pt x="2330" y="127"/>
                </a:lnTo>
                <a:lnTo>
                  <a:pt x="2412" y="137"/>
                </a:lnTo>
                <a:lnTo>
                  <a:pt x="2493" y="154"/>
                </a:lnTo>
                <a:lnTo>
                  <a:pt x="2570" y="177"/>
                </a:lnTo>
                <a:lnTo>
                  <a:pt x="2646" y="204"/>
                </a:lnTo>
                <a:lnTo>
                  <a:pt x="2719" y="237"/>
                </a:lnTo>
                <a:lnTo>
                  <a:pt x="2790" y="274"/>
                </a:lnTo>
                <a:lnTo>
                  <a:pt x="2857" y="315"/>
                </a:lnTo>
                <a:lnTo>
                  <a:pt x="2920" y="362"/>
                </a:lnTo>
                <a:lnTo>
                  <a:pt x="2981" y="412"/>
                </a:lnTo>
                <a:lnTo>
                  <a:pt x="3038" y="467"/>
                </a:lnTo>
                <a:lnTo>
                  <a:pt x="3091" y="526"/>
                </a:lnTo>
                <a:lnTo>
                  <a:pt x="3140" y="588"/>
                </a:lnTo>
                <a:lnTo>
                  <a:pt x="3184" y="652"/>
                </a:lnTo>
                <a:lnTo>
                  <a:pt x="3224" y="721"/>
                </a:lnTo>
                <a:lnTo>
                  <a:pt x="3260" y="792"/>
                </a:lnTo>
                <a:lnTo>
                  <a:pt x="3291" y="865"/>
                </a:lnTo>
                <a:lnTo>
                  <a:pt x="3316" y="942"/>
                </a:lnTo>
                <a:lnTo>
                  <a:pt x="3336" y="1021"/>
                </a:lnTo>
                <a:lnTo>
                  <a:pt x="3351" y="1101"/>
                </a:lnTo>
                <a:lnTo>
                  <a:pt x="3360" y="1184"/>
                </a:lnTo>
                <a:lnTo>
                  <a:pt x="3363" y="1268"/>
                </a:lnTo>
                <a:lnTo>
                  <a:pt x="3363" y="2496"/>
                </a:lnTo>
                <a:lnTo>
                  <a:pt x="3360" y="2556"/>
                </a:lnTo>
                <a:lnTo>
                  <a:pt x="3350" y="2613"/>
                </a:lnTo>
                <a:lnTo>
                  <a:pt x="3334" y="2669"/>
                </a:lnTo>
                <a:lnTo>
                  <a:pt x="3314" y="2722"/>
                </a:lnTo>
                <a:lnTo>
                  <a:pt x="3287" y="2772"/>
                </a:lnTo>
                <a:lnTo>
                  <a:pt x="3257" y="2819"/>
                </a:lnTo>
                <a:lnTo>
                  <a:pt x="3222" y="2863"/>
                </a:lnTo>
                <a:lnTo>
                  <a:pt x="3182" y="2902"/>
                </a:lnTo>
                <a:lnTo>
                  <a:pt x="3139" y="2937"/>
                </a:lnTo>
                <a:lnTo>
                  <a:pt x="3092" y="2968"/>
                </a:lnTo>
                <a:lnTo>
                  <a:pt x="3042" y="2994"/>
                </a:lnTo>
                <a:lnTo>
                  <a:pt x="2989" y="3015"/>
                </a:lnTo>
                <a:lnTo>
                  <a:pt x="2934" y="3030"/>
                </a:lnTo>
                <a:lnTo>
                  <a:pt x="2875" y="3039"/>
                </a:lnTo>
                <a:lnTo>
                  <a:pt x="2816" y="3043"/>
                </a:lnTo>
                <a:lnTo>
                  <a:pt x="2068" y="3043"/>
                </a:lnTo>
                <a:lnTo>
                  <a:pt x="2056" y="3074"/>
                </a:lnTo>
                <a:lnTo>
                  <a:pt x="2041" y="3104"/>
                </a:lnTo>
                <a:lnTo>
                  <a:pt x="2022" y="3130"/>
                </a:lnTo>
                <a:lnTo>
                  <a:pt x="1998" y="3154"/>
                </a:lnTo>
                <a:lnTo>
                  <a:pt x="1973" y="3174"/>
                </a:lnTo>
                <a:lnTo>
                  <a:pt x="1944" y="3190"/>
                </a:lnTo>
                <a:lnTo>
                  <a:pt x="1913" y="3202"/>
                </a:lnTo>
                <a:lnTo>
                  <a:pt x="1880" y="3210"/>
                </a:lnTo>
                <a:lnTo>
                  <a:pt x="1845" y="3212"/>
                </a:lnTo>
                <a:lnTo>
                  <a:pt x="1620" y="3212"/>
                </a:lnTo>
                <a:lnTo>
                  <a:pt x="1583" y="3209"/>
                </a:lnTo>
                <a:lnTo>
                  <a:pt x="1547" y="3201"/>
                </a:lnTo>
                <a:lnTo>
                  <a:pt x="1514" y="3186"/>
                </a:lnTo>
                <a:lnTo>
                  <a:pt x="1484" y="3168"/>
                </a:lnTo>
                <a:lnTo>
                  <a:pt x="1457" y="3144"/>
                </a:lnTo>
                <a:lnTo>
                  <a:pt x="1434" y="3118"/>
                </a:lnTo>
                <a:lnTo>
                  <a:pt x="1415" y="3087"/>
                </a:lnTo>
                <a:lnTo>
                  <a:pt x="1401" y="3054"/>
                </a:lnTo>
                <a:lnTo>
                  <a:pt x="1392" y="3019"/>
                </a:lnTo>
                <a:lnTo>
                  <a:pt x="1389" y="2981"/>
                </a:lnTo>
                <a:lnTo>
                  <a:pt x="1392" y="2943"/>
                </a:lnTo>
                <a:lnTo>
                  <a:pt x="1401" y="2909"/>
                </a:lnTo>
                <a:lnTo>
                  <a:pt x="1415" y="2875"/>
                </a:lnTo>
                <a:lnTo>
                  <a:pt x="1434" y="2845"/>
                </a:lnTo>
                <a:lnTo>
                  <a:pt x="1457" y="2818"/>
                </a:lnTo>
                <a:lnTo>
                  <a:pt x="1484" y="2795"/>
                </a:lnTo>
                <a:lnTo>
                  <a:pt x="1514" y="2776"/>
                </a:lnTo>
                <a:lnTo>
                  <a:pt x="1547" y="2762"/>
                </a:lnTo>
                <a:lnTo>
                  <a:pt x="1583" y="2754"/>
                </a:lnTo>
                <a:lnTo>
                  <a:pt x="1620" y="2750"/>
                </a:lnTo>
                <a:lnTo>
                  <a:pt x="1845" y="2750"/>
                </a:lnTo>
                <a:lnTo>
                  <a:pt x="1880" y="2753"/>
                </a:lnTo>
                <a:lnTo>
                  <a:pt x="1913" y="2761"/>
                </a:lnTo>
                <a:lnTo>
                  <a:pt x="1944" y="2773"/>
                </a:lnTo>
                <a:lnTo>
                  <a:pt x="1973" y="2789"/>
                </a:lnTo>
                <a:lnTo>
                  <a:pt x="1998" y="2809"/>
                </a:lnTo>
                <a:lnTo>
                  <a:pt x="2022" y="2832"/>
                </a:lnTo>
                <a:lnTo>
                  <a:pt x="2041" y="2859"/>
                </a:lnTo>
                <a:lnTo>
                  <a:pt x="2056" y="2888"/>
                </a:lnTo>
                <a:lnTo>
                  <a:pt x="2068" y="2920"/>
                </a:lnTo>
                <a:lnTo>
                  <a:pt x="2816" y="2920"/>
                </a:lnTo>
                <a:lnTo>
                  <a:pt x="2865" y="2917"/>
                </a:lnTo>
                <a:lnTo>
                  <a:pt x="2913" y="2909"/>
                </a:lnTo>
                <a:lnTo>
                  <a:pt x="2959" y="2894"/>
                </a:lnTo>
                <a:lnTo>
                  <a:pt x="3002" y="2876"/>
                </a:lnTo>
                <a:lnTo>
                  <a:pt x="3043" y="2854"/>
                </a:lnTo>
                <a:lnTo>
                  <a:pt x="3080" y="2826"/>
                </a:lnTo>
                <a:lnTo>
                  <a:pt x="3115" y="2795"/>
                </a:lnTo>
                <a:lnTo>
                  <a:pt x="3146" y="2761"/>
                </a:lnTo>
                <a:lnTo>
                  <a:pt x="3173" y="2723"/>
                </a:lnTo>
                <a:lnTo>
                  <a:pt x="3196" y="2682"/>
                </a:lnTo>
                <a:lnTo>
                  <a:pt x="3214" y="2638"/>
                </a:lnTo>
                <a:lnTo>
                  <a:pt x="3228" y="2593"/>
                </a:lnTo>
                <a:lnTo>
                  <a:pt x="3236" y="2545"/>
                </a:lnTo>
                <a:lnTo>
                  <a:pt x="3240" y="2496"/>
                </a:lnTo>
                <a:lnTo>
                  <a:pt x="3240" y="2450"/>
                </a:lnTo>
                <a:lnTo>
                  <a:pt x="3207" y="2476"/>
                </a:lnTo>
                <a:lnTo>
                  <a:pt x="3172" y="2496"/>
                </a:lnTo>
                <a:lnTo>
                  <a:pt x="3134" y="2513"/>
                </a:lnTo>
                <a:lnTo>
                  <a:pt x="3095" y="2526"/>
                </a:lnTo>
                <a:lnTo>
                  <a:pt x="3053" y="2533"/>
                </a:lnTo>
                <a:lnTo>
                  <a:pt x="3010" y="2536"/>
                </a:lnTo>
                <a:lnTo>
                  <a:pt x="2736" y="2536"/>
                </a:lnTo>
                <a:lnTo>
                  <a:pt x="2706" y="2533"/>
                </a:lnTo>
                <a:lnTo>
                  <a:pt x="2679" y="2524"/>
                </a:lnTo>
                <a:lnTo>
                  <a:pt x="2653" y="2511"/>
                </a:lnTo>
                <a:lnTo>
                  <a:pt x="2632" y="2492"/>
                </a:lnTo>
                <a:lnTo>
                  <a:pt x="2613" y="2471"/>
                </a:lnTo>
                <a:lnTo>
                  <a:pt x="2599" y="2445"/>
                </a:lnTo>
                <a:lnTo>
                  <a:pt x="2591" y="2418"/>
                </a:lnTo>
                <a:lnTo>
                  <a:pt x="2588" y="2387"/>
                </a:lnTo>
                <a:lnTo>
                  <a:pt x="2588" y="1415"/>
                </a:lnTo>
                <a:lnTo>
                  <a:pt x="2591" y="1385"/>
                </a:lnTo>
                <a:lnTo>
                  <a:pt x="2599" y="1357"/>
                </a:lnTo>
                <a:lnTo>
                  <a:pt x="2613" y="1332"/>
                </a:lnTo>
                <a:lnTo>
                  <a:pt x="2632" y="1309"/>
                </a:lnTo>
                <a:lnTo>
                  <a:pt x="2653" y="1292"/>
                </a:lnTo>
                <a:lnTo>
                  <a:pt x="2679" y="1278"/>
                </a:lnTo>
                <a:lnTo>
                  <a:pt x="2706" y="1270"/>
                </a:lnTo>
                <a:lnTo>
                  <a:pt x="2736" y="1267"/>
                </a:lnTo>
                <a:lnTo>
                  <a:pt x="3010" y="1267"/>
                </a:lnTo>
                <a:lnTo>
                  <a:pt x="3053" y="1269"/>
                </a:lnTo>
                <a:lnTo>
                  <a:pt x="3095" y="1277"/>
                </a:lnTo>
                <a:lnTo>
                  <a:pt x="3134" y="1289"/>
                </a:lnTo>
                <a:lnTo>
                  <a:pt x="3172" y="1305"/>
                </a:lnTo>
                <a:lnTo>
                  <a:pt x="3207" y="1327"/>
                </a:lnTo>
                <a:lnTo>
                  <a:pt x="3240" y="1351"/>
                </a:lnTo>
                <a:lnTo>
                  <a:pt x="3240" y="1268"/>
                </a:lnTo>
                <a:lnTo>
                  <a:pt x="3236" y="1189"/>
                </a:lnTo>
                <a:lnTo>
                  <a:pt x="3227" y="1112"/>
                </a:lnTo>
                <a:lnTo>
                  <a:pt x="3213" y="1037"/>
                </a:lnTo>
                <a:lnTo>
                  <a:pt x="3194" y="963"/>
                </a:lnTo>
                <a:lnTo>
                  <a:pt x="3168" y="893"/>
                </a:lnTo>
                <a:lnTo>
                  <a:pt x="3139" y="825"/>
                </a:lnTo>
                <a:lnTo>
                  <a:pt x="3104" y="758"/>
                </a:lnTo>
                <a:lnTo>
                  <a:pt x="3065" y="696"/>
                </a:lnTo>
                <a:lnTo>
                  <a:pt x="3021" y="636"/>
                </a:lnTo>
                <a:lnTo>
                  <a:pt x="2974" y="580"/>
                </a:lnTo>
                <a:lnTo>
                  <a:pt x="2922" y="527"/>
                </a:lnTo>
                <a:lnTo>
                  <a:pt x="2868" y="478"/>
                </a:lnTo>
                <a:lnTo>
                  <a:pt x="2809" y="433"/>
                </a:lnTo>
                <a:lnTo>
                  <a:pt x="2747" y="392"/>
                </a:lnTo>
                <a:lnTo>
                  <a:pt x="2683" y="356"/>
                </a:lnTo>
                <a:lnTo>
                  <a:pt x="2615" y="325"/>
                </a:lnTo>
                <a:lnTo>
                  <a:pt x="2545" y="298"/>
                </a:lnTo>
                <a:lnTo>
                  <a:pt x="2471" y="277"/>
                </a:lnTo>
                <a:lnTo>
                  <a:pt x="2397" y="260"/>
                </a:lnTo>
                <a:lnTo>
                  <a:pt x="2319" y="249"/>
                </a:lnTo>
                <a:lnTo>
                  <a:pt x="2306" y="274"/>
                </a:lnTo>
                <a:lnTo>
                  <a:pt x="2289" y="295"/>
                </a:lnTo>
                <a:lnTo>
                  <a:pt x="2267" y="313"/>
                </a:lnTo>
                <a:lnTo>
                  <a:pt x="2245" y="329"/>
                </a:lnTo>
                <a:lnTo>
                  <a:pt x="2219" y="340"/>
                </a:lnTo>
                <a:lnTo>
                  <a:pt x="2191" y="347"/>
                </a:lnTo>
                <a:lnTo>
                  <a:pt x="2162" y="349"/>
                </a:lnTo>
                <a:lnTo>
                  <a:pt x="1201" y="349"/>
                </a:lnTo>
                <a:lnTo>
                  <a:pt x="1171" y="347"/>
                </a:lnTo>
                <a:lnTo>
                  <a:pt x="1143" y="340"/>
                </a:lnTo>
                <a:lnTo>
                  <a:pt x="1118" y="329"/>
                </a:lnTo>
                <a:lnTo>
                  <a:pt x="1094" y="313"/>
                </a:lnTo>
                <a:lnTo>
                  <a:pt x="1074" y="295"/>
                </a:lnTo>
                <a:lnTo>
                  <a:pt x="1057" y="274"/>
                </a:lnTo>
                <a:lnTo>
                  <a:pt x="1043" y="249"/>
                </a:lnTo>
                <a:lnTo>
                  <a:pt x="966" y="260"/>
                </a:lnTo>
                <a:lnTo>
                  <a:pt x="891" y="277"/>
                </a:lnTo>
                <a:lnTo>
                  <a:pt x="818" y="298"/>
                </a:lnTo>
                <a:lnTo>
                  <a:pt x="748" y="325"/>
                </a:lnTo>
                <a:lnTo>
                  <a:pt x="680" y="356"/>
                </a:lnTo>
                <a:lnTo>
                  <a:pt x="615" y="392"/>
                </a:lnTo>
                <a:lnTo>
                  <a:pt x="554" y="433"/>
                </a:lnTo>
                <a:lnTo>
                  <a:pt x="495" y="478"/>
                </a:lnTo>
                <a:lnTo>
                  <a:pt x="440" y="527"/>
                </a:lnTo>
                <a:lnTo>
                  <a:pt x="389" y="580"/>
                </a:lnTo>
                <a:lnTo>
                  <a:pt x="341" y="636"/>
                </a:lnTo>
                <a:lnTo>
                  <a:pt x="298" y="696"/>
                </a:lnTo>
                <a:lnTo>
                  <a:pt x="258" y="758"/>
                </a:lnTo>
                <a:lnTo>
                  <a:pt x="224" y="825"/>
                </a:lnTo>
                <a:lnTo>
                  <a:pt x="194" y="893"/>
                </a:lnTo>
                <a:lnTo>
                  <a:pt x="169" y="963"/>
                </a:lnTo>
                <a:lnTo>
                  <a:pt x="150" y="1037"/>
                </a:lnTo>
                <a:lnTo>
                  <a:pt x="136" y="1112"/>
                </a:lnTo>
                <a:lnTo>
                  <a:pt x="126" y="1189"/>
                </a:lnTo>
                <a:lnTo>
                  <a:pt x="123" y="1268"/>
                </a:lnTo>
                <a:lnTo>
                  <a:pt x="123" y="1351"/>
                </a:lnTo>
                <a:lnTo>
                  <a:pt x="156" y="1327"/>
                </a:lnTo>
                <a:lnTo>
                  <a:pt x="191" y="1305"/>
                </a:lnTo>
                <a:lnTo>
                  <a:pt x="228" y="1289"/>
                </a:lnTo>
                <a:lnTo>
                  <a:pt x="268" y="1277"/>
                </a:lnTo>
                <a:lnTo>
                  <a:pt x="309" y="1269"/>
                </a:lnTo>
                <a:lnTo>
                  <a:pt x="353" y="1267"/>
                </a:lnTo>
                <a:lnTo>
                  <a:pt x="627" y="1267"/>
                </a:lnTo>
                <a:lnTo>
                  <a:pt x="657" y="1270"/>
                </a:lnTo>
                <a:lnTo>
                  <a:pt x="684" y="1278"/>
                </a:lnTo>
                <a:lnTo>
                  <a:pt x="710" y="1292"/>
                </a:lnTo>
                <a:lnTo>
                  <a:pt x="731" y="1309"/>
                </a:lnTo>
                <a:lnTo>
                  <a:pt x="750" y="1332"/>
                </a:lnTo>
                <a:lnTo>
                  <a:pt x="763" y="1357"/>
                </a:lnTo>
                <a:lnTo>
                  <a:pt x="772" y="1385"/>
                </a:lnTo>
                <a:lnTo>
                  <a:pt x="775" y="1415"/>
                </a:lnTo>
                <a:lnTo>
                  <a:pt x="775" y="2387"/>
                </a:lnTo>
                <a:lnTo>
                  <a:pt x="772" y="2418"/>
                </a:lnTo>
                <a:lnTo>
                  <a:pt x="763" y="2445"/>
                </a:lnTo>
                <a:lnTo>
                  <a:pt x="750" y="2471"/>
                </a:lnTo>
                <a:lnTo>
                  <a:pt x="731" y="2492"/>
                </a:lnTo>
                <a:lnTo>
                  <a:pt x="710" y="2511"/>
                </a:lnTo>
                <a:lnTo>
                  <a:pt x="684" y="2524"/>
                </a:lnTo>
                <a:lnTo>
                  <a:pt x="657" y="2533"/>
                </a:lnTo>
                <a:lnTo>
                  <a:pt x="627" y="2536"/>
                </a:lnTo>
                <a:lnTo>
                  <a:pt x="353" y="2536"/>
                </a:lnTo>
                <a:lnTo>
                  <a:pt x="305" y="2533"/>
                </a:lnTo>
                <a:lnTo>
                  <a:pt x="259" y="2523"/>
                </a:lnTo>
                <a:lnTo>
                  <a:pt x="215" y="2508"/>
                </a:lnTo>
                <a:lnTo>
                  <a:pt x="174" y="2487"/>
                </a:lnTo>
                <a:lnTo>
                  <a:pt x="138" y="2463"/>
                </a:lnTo>
                <a:lnTo>
                  <a:pt x="103" y="2432"/>
                </a:lnTo>
                <a:lnTo>
                  <a:pt x="73" y="2398"/>
                </a:lnTo>
                <a:lnTo>
                  <a:pt x="48" y="2361"/>
                </a:lnTo>
                <a:lnTo>
                  <a:pt x="28" y="2320"/>
                </a:lnTo>
                <a:lnTo>
                  <a:pt x="12" y="2277"/>
                </a:lnTo>
                <a:lnTo>
                  <a:pt x="3" y="2231"/>
                </a:lnTo>
                <a:lnTo>
                  <a:pt x="0" y="2183"/>
                </a:lnTo>
                <a:lnTo>
                  <a:pt x="0" y="1268"/>
                </a:lnTo>
                <a:lnTo>
                  <a:pt x="3" y="1184"/>
                </a:lnTo>
                <a:lnTo>
                  <a:pt x="12" y="1101"/>
                </a:lnTo>
                <a:lnTo>
                  <a:pt x="27" y="1021"/>
                </a:lnTo>
                <a:lnTo>
                  <a:pt x="47" y="942"/>
                </a:lnTo>
                <a:lnTo>
                  <a:pt x="72" y="865"/>
                </a:lnTo>
                <a:lnTo>
                  <a:pt x="103" y="792"/>
                </a:lnTo>
                <a:lnTo>
                  <a:pt x="138" y="721"/>
                </a:lnTo>
                <a:lnTo>
                  <a:pt x="179" y="652"/>
                </a:lnTo>
                <a:lnTo>
                  <a:pt x="223" y="588"/>
                </a:lnTo>
                <a:lnTo>
                  <a:pt x="271" y="526"/>
                </a:lnTo>
                <a:lnTo>
                  <a:pt x="324" y="467"/>
                </a:lnTo>
                <a:lnTo>
                  <a:pt x="381" y="412"/>
                </a:lnTo>
                <a:lnTo>
                  <a:pt x="442" y="362"/>
                </a:lnTo>
                <a:lnTo>
                  <a:pt x="506" y="315"/>
                </a:lnTo>
                <a:lnTo>
                  <a:pt x="573" y="274"/>
                </a:lnTo>
                <a:lnTo>
                  <a:pt x="644" y="237"/>
                </a:lnTo>
                <a:lnTo>
                  <a:pt x="716" y="204"/>
                </a:lnTo>
                <a:lnTo>
                  <a:pt x="793" y="177"/>
                </a:lnTo>
                <a:lnTo>
                  <a:pt x="870" y="154"/>
                </a:lnTo>
                <a:lnTo>
                  <a:pt x="951" y="137"/>
                </a:lnTo>
                <a:lnTo>
                  <a:pt x="1033" y="127"/>
                </a:lnTo>
                <a:lnTo>
                  <a:pt x="1044" y="96"/>
                </a:lnTo>
                <a:lnTo>
                  <a:pt x="1062" y="69"/>
                </a:lnTo>
                <a:lnTo>
                  <a:pt x="1083" y="46"/>
                </a:lnTo>
                <a:lnTo>
                  <a:pt x="1108" y="27"/>
                </a:lnTo>
                <a:lnTo>
                  <a:pt x="1136" y="12"/>
                </a:lnTo>
                <a:lnTo>
                  <a:pt x="1167" y="3"/>
                </a:lnTo>
                <a:lnTo>
                  <a:pt x="1201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2BA4965-7559-4947-BCD8-5088C97CB254}"/>
              </a:ext>
            </a:extLst>
          </p:cNvPr>
          <p:cNvGrpSpPr/>
          <p:nvPr/>
        </p:nvGrpSpPr>
        <p:grpSpPr>
          <a:xfrm flipH="1">
            <a:off x="9976638" y="2680145"/>
            <a:ext cx="231932" cy="360419"/>
            <a:chOff x="2954338" y="3530600"/>
            <a:chExt cx="338137" cy="52546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39" name="Freeform 457">
              <a:extLst>
                <a:ext uri="{FF2B5EF4-FFF2-40B4-BE49-F238E27FC236}">
                  <a16:creationId xmlns:a16="http://schemas.microsoft.com/office/drawing/2014/main" id="{C42BD23E-3AF2-44AD-800D-9D90F0165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4338" y="3530600"/>
              <a:ext cx="338137" cy="525462"/>
            </a:xfrm>
            <a:custGeom>
              <a:avLst/>
              <a:gdLst>
                <a:gd name="T0" fmla="*/ 112 w 2131"/>
                <a:gd name="T1" fmla="*/ 3035 h 3315"/>
                <a:gd name="T2" fmla="*/ 123 w 2131"/>
                <a:gd name="T3" fmla="*/ 3093 h 3315"/>
                <a:gd name="T4" fmla="*/ 152 w 2131"/>
                <a:gd name="T5" fmla="*/ 3142 h 3315"/>
                <a:gd name="T6" fmla="*/ 196 w 2131"/>
                <a:gd name="T7" fmla="*/ 3180 h 3315"/>
                <a:gd name="T8" fmla="*/ 250 w 2131"/>
                <a:gd name="T9" fmla="*/ 3200 h 3315"/>
                <a:gd name="T10" fmla="*/ 1852 w 2131"/>
                <a:gd name="T11" fmla="*/ 3202 h 3315"/>
                <a:gd name="T12" fmla="*/ 1909 w 2131"/>
                <a:gd name="T13" fmla="*/ 3192 h 3315"/>
                <a:gd name="T14" fmla="*/ 1959 w 2131"/>
                <a:gd name="T15" fmla="*/ 3163 h 3315"/>
                <a:gd name="T16" fmla="*/ 1996 w 2131"/>
                <a:gd name="T17" fmla="*/ 3119 h 3315"/>
                <a:gd name="T18" fmla="*/ 2016 w 2131"/>
                <a:gd name="T19" fmla="*/ 3065 h 3315"/>
                <a:gd name="T20" fmla="*/ 2019 w 2131"/>
                <a:gd name="T21" fmla="*/ 2805 h 3315"/>
                <a:gd name="T22" fmla="*/ 112 w 2131"/>
                <a:gd name="T23" fmla="*/ 621 h 3315"/>
                <a:gd name="T24" fmla="*/ 2019 w 2131"/>
                <a:gd name="T25" fmla="*/ 2693 h 3315"/>
                <a:gd name="T26" fmla="*/ 112 w 2131"/>
                <a:gd name="T27" fmla="*/ 621 h 3315"/>
                <a:gd name="T28" fmla="*/ 250 w 2131"/>
                <a:gd name="T29" fmla="*/ 114 h 3315"/>
                <a:gd name="T30" fmla="*/ 196 w 2131"/>
                <a:gd name="T31" fmla="*/ 134 h 3315"/>
                <a:gd name="T32" fmla="*/ 152 w 2131"/>
                <a:gd name="T33" fmla="*/ 172 h 3315"/>
                <a:gd name="T34" fmla="*/ 123 w 2131"/>
                <a:gd name="T35" fmla="*/ 221 h 3315"/>
                <a:gd name="T36" fmla="*/ 112 w 2131"/>
                <a:gd name="T37" fmla="*/ 280 h 3315"/>
                <a:gd name="T38" fmla="*/ 2019 w 2131"/>
                <a:gd name="T39" fmla="*/ 509 h 3315"/>
                <a:gd name="T40" fmla="*/ 2016 w 2131"/>
                <a:gd name="T41" fmla="*/ 249 h 3315"/>
                <a:gd name="T42" fmla="*/ 1996 w 2131"/>
                <a:gd name="T43" fmla="*/ 195 h 3315"/>
                <a:gd name="T44" fmla="*/ 1959 w 2131"/>
                <a:gd name="T45" fmla="*/ 151 h 3315"/>
                <a:gd name="T46" fmla="*/ 1909 w 2131"/>
                <a:gd name="T47" fmla="*/ 122 h 3315"/>
                <a:gd name="T48" fmla="*/ 1852 w 2131"/>
                <a:gd name="T49" fmla="*/ 112 h 3315"/>
                <a:gd name="T50" fmla="*/ 279 w 2131"/>
                <a:gd name="T51" fmla="*/ 0 h 3315"/>
                <a:gd name="T52" fmla="*/ 1893 w 2131"/>
                <a:gd name="T53" fmla="*/ 3 h 3315"/>
                <a:gd name="T54" fmla="*/ 1969 w 2131"/>
                <a:gd name="T55" fmla="*/ 25 h 3315"/>
                <a:gd name="T56" fmla="*/ 2034 w 2131"/>
                <a:gd name="T57" fmla="*/ 69 h 3315"/>
                <a:gd name="T58" fmla="*/ 2086 w 2131"/>
                <a:gd name="T59" fmla="*/ 127 h 3315"/>
                <a:gd name="T60" fmla="*/ 2119 w 2131"/>
                <a:gd name="T61" fmla="*/ 199 h 3315"/>
                <a:gd name="T62" fmla="*/ 2131 w 2131"/>
                <a:gd name="T63" fmla="*/ 280 h 3315"/>
                <a:gd name="T64" fmla="*/ 2128 w 2131"/>
                <a:gd name="T65" fmla="*/ 3077 h 3315"/>
                <a:gd name="T66" fmla="*/ 2105 w 2131"/>
                <a:gd name="T67" fmla="*/ 3152 h 3315"/>
                <a:gd name="T68" fmla="*/ 2062 w 2131"/>
                <a:gd name="T69" fmla="*/ 3218 h 3315"/>
                <a:gd name="T70" fmla="*/ 2003 w 2131"/>
                <a:gd name="T71" fmla="*/ 3270 h 3315"/>
                <a:gd name="T72" fmla="*/ 1932 w 2131"/>
                <a:gd name="T73" fmla="*/ 3303 h 3315"/>
                <a:gd name="T74" fmla="*/ 1852 w 2131"/>
                <a:gd name="T75" fmla="*/ 3315 h 3315"/>
                <a:gd name="T76" fmla="*/ 238 w 2131"/>
                <a:gd name="T77" fmla="*/ 3312 h 3315"/>
                <a:gd name="T78" fmla="*/ 162 w 2131"/>
                <a:gd name="T79" fmla="*/ 3289 h 3315"/>
                <a:gd name="T80" fmla="*/ 97 w 2131"/>
                <a:gd name="T81" fmla="*/ 3246 h 3315"/>
                <a:gd name="T82" fmla="*/ 45 w 2131"/>
                <a:gd name="T83" fmla="*/ 3187 h 3315"/>
                <a:gd name="T84" fmla="*/ 12 w 2131"/>
                <a:gd name="T85" fmla="*/ 3116 h 3315"/>
                <a:gd name="T86" fmla="*/ 0 w 2131"/>
                <a:gd name="T87" fmla="*/ 3035 h 3315"/>
                <a:gd name="T88" fmla="*/ 3 w 2131"/>
                <a:gd name="T89" fmla="*/ 238 h 3315"/>
                <a:gd name="T90" fmla="*/ 26 w 2131"/>
                <a:gd name="T91" fmla="*/ 162 h 3315"/>
                <a:gd name="T92" fmla="*/ 69 w 2131"/>
                <a:gd name="T93" fmla="*/ 96 h 3315"/>
                <a:gd name="T94" fmla="*/ 128 w 2131"/>
                <a:gd name="T95" fmla="*/ 44 h 3315"/>
                <a:gd name="T96" fmla="*/ 199 w 2131"/>
                <a:gd name="T97" fmla="*/ 11 h 3315"/>
                <a:gd name="T98" fmla="*/ 279 w 2131"/>
                <a:gd name="T99" fmla="*/ 0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31" h="3315">
                  <a:moveTo>
                    <a:pt x="112" y="2805"/>
                  </a:moveTo>
                  <a:lnTo>
                    <a:pt x="112" y="3035"/>
                  </a:lnTo>
                  <a:lnTo>
                    <a:pt x="115" y="3065"/>
                  </a:lnTo>
                  <a:lnTo>
                    <a:pt x="123" y="3093"/>
                  </a:lnTo>
                  <a:lnTo>
                    <a:pt x="135" y="3119"/>
                  </a:lnTo>
                  <a:lnTo>
                    <a:pt x="152" y="3142"/>
                  </a:lnTo>
                  <a:lnTo>
                    <a:pt x="172" y="3163"/>
                  </a:lnTo>
                  <a:lnTo>
                    <a:pt x="196" y="3180"/>
                  </a:lnTo>
                  <a:lnTo>
                    <a:pt x="222" y="3192"/>
                  </a:lnTo>
                  <a:lnTo>
                    <a:pt x="250" y="3200"/>
                  </a:lnTo>
                  <a:lnTo>
                    <a:pt x="279" y="3202"/>
                  </a:lnTo>
                  <a:lnTo>
                    <a:pt x="1852" y="3202"/>
                  </a:lnTo>
                  <a:lnTo>
                    <a:pt x="1881" y="3200"/>
                  </a:lnTo>
                  <a:lnTo>
                    <a:pt x="1909" y="3192"/>
                  </a:lnTo>
                  <a:lnTo>
                    <a:pt x="1935" y="3180"/>
                  </a:lnTo>
                  <a:lnTo>
                    <a:pt x="1959" y="3163"/>
                  </a:lnTo>
                  <a:lnTo>
                    <a:pt x="1979" y="3142"/>
                  </a:lnTo>
                  <a:lnTo>
                    <a:pt x="1996" y="3119"/>
                  </a:lnTo>
                  <a:lnTo>
                    <a:pt x="2008" y="3093"/>
                  </a:lnTo>
                  <a:lnTo>
                    <a:pt x="2016" y="3065"/>
                  </a:lnTo>
                  <a:lnTo>
                    <a:pt x="2019" y="3035"/>
                  </a:lnTo>
                  <a:lnTo>
                    <a:pt x="2019" y="2805"/>
                  </a:lnTo>
                  <a:lnTo>
                    <a:pt x="112" y="2805"/>
                  </a:lnTo>
                  <a:close/>
                  <a:moveTo>
                    <a:pt x="112" y="621"/>
                  </a:moveTo>
                  <a:lnTo>
                    <a:pt x="112" y="2693"/>
                  </a:lnTo>
                  <a:lnTo>
                    <a:pt x="2019" y="2693"/>
                  </a:lnTo>
                  <a:lnTo>
                    <a:pt x="2019" y="621"/>
                  </a:lnTo>
                  <a:lnTo>
                    <a:pt x="112" y="621"/>
                  </a:lnTo>
                  <a:close/>
                  <a:moveTo>
                    <a:pt x="279" y="112"/>
                  </a:moveTo>
                  <a:lnTo>
                    <a:pt x="250" y="114"/>
                  </a:lnTo>
                  <a:lnTo>
                    <a:pt x="222" y="122"/>
                  </a:lnTo>
                  <a:lnTo>
                    <a:pt x="196" y="134"/>
                  </a:lnTo>
                  <a:lnTo>
                    <a:pt x="172" y="151"/>
                  </a:lnTo>
                  <a:lnTo>
                    <a:pt x="152" y="172"/>
                  </a:lnTo>
                  <a:lnTo>
                    <a:pt x="135" y="195"/>
                  </a:lnTo>
                  <a:lnTo>
                    <a:pt x="123" y="221"/>
                  </a:lnTo>
                  <a:lnTo>
                    <a:pt x="115" y="249"/>
                  </a:lnTo>
                  <a:lnTo>
                    <a:pt x="112" y="280"/>
                  </a:lnTo>
                  <a:lnTo>
                    <a:pt x="112" y="509"/>
                  </a:lnTo>
                  <a:lnTo>
                    <a:pt x="2019" y="509"/>
                  </a:lnTo>
                  <a:lnTo>
                    <a:pt x="2019" y="280"/>
                  </a:lnTo>
                  <a:lnTo>
                    <a:pt x="2016" y="249"/>
                  </a:lnTo>
                  <a:lnTo>
                    <a:pt x="2008" y="221"/>
                  </a:lnTo>
                  <a:lnTo>
                    <a:pt x="1996" y="195"/>
                  </a:lnTo>
                  <a:lnTo>
                    <a:pt x="1979" y="172"/>
                  </a:lnTo>
                  <a:lnTo>
                    <a:pt x="1959" y="151"/>
                  </a:lnTo>
                  <a:lnTo>
                    <a:pt x="1935" y="134"/>
                  </a:lnTo>
                  <a:lnTo>
                    <a:pt x="1909" y="122"/>
                  </a:lnTo>
                  <a:lnTo>
                    <a:pt x="1881" y="114"/>
                  </a:lnTo>
                  <a:lnTo>
                    <a:pt x="1852" y="112"/>
                  </a:lnTo>
                  <a:lnTo>
                    <a:pt x="279" y="112"/>
                  </a:lnTo>
                  <a:close/>
                  <a:moveTo>
                    <a:pt x="279" y="0"/>
                  </a:moveTo>
                  <a:lnTo>
                    <a:pt x="1852" y="0"/>
                  </a:lnTo>
                  <a:lnTo>
                    <a:pt x="1893" y="3"/>
                  </a:lnTo>
                  <a:lnTo>
                    <a:pt x="1932" y="11"/>
                  </a:lnTo>
                  <a:lnTo>
                    <a:pt x="1969" y="25"/>
                  </a:lnTo>
                  <a:lnTo>
                    <a:pt x="2003" y="44"/>
                  </a:lnTo>
                  <a:lnTo>
                    <a:pt x="2034" y="69"/>
                  </a:lnTo>
                  <a:lnTo>
                    <a:pt x="2062" y="96"/>
                  </a:lnTo>
                  <a:lnTo>
                    <a:pt x="2086" y="127"/>
                  </a:lnTo>
                  <a:lnTo>
                    <a:pt x="2105" y="162"/>
                  </a:lnTo>
                  <a:lnTo>
                    <a:pt x="2119" y="199"/>
                  </a:lnTo>
                  <a:lnTo>
                    <a:pt x="2128" y="238"/>
                  </a:lnTo>
                  <a:lnTo>
                    <a:pt x="2131" y="280"/>
                  </a:lnTo>
                  <a:lnTo>
                    <a:pt x="2131" y="3035"/>
                  </a:lnTo>
                  <a:lnTo>
                    <a:pt x="2128" y="3077"/>
                  </a:lnTo>
                  <a:lnTo>
                    <a:pt x="2119" y="3116"/>
                  </a:lnTo>
                  <a:lnTo>
                    <a:pt x="2105" y="3152"/>
                  </a:lnTo>
                  <a:lnTo>
                    <a:pt x="2086" y="3187"/>
                  </a:lnTo>
                  <a:lnTo>
                    <a:pt x="2062" y="3218"/>
                  </a:lnTo>
                  <a:lnTo>
                    <a:pt x="2034" y="3246"/>
                  </a:lnTo>
                  <a:lnTo>
                    <a:pt x="2003" y="3270"/>
                  </a:lnTo>
                  <a:lnTo>
                    <a:pt x="1969" y="3289"/>
                  </a:lnTo>
                  <a:lnTo>
                    <a:pt x="1932" y="3303"/>
                  </a:lnTo>
                  <a:lnTo>
                    <a:pt x="1893" y="3312"/>
                  </a:lnTo>
                  <a:lnTo>
                    <a:pt x="1852" y="3315"/>
                  </a:lnTo>
                  <a:lnTo>
                    <a:pt x="279" y="3315"/>
                  </a:lnTo>
                  <a:lnTo>
                    <a:pt x="238" y="3312"/>
                  </a:lnTo>
                  <a:lnTo>
                    <a:pt x="199" y="3303"/>
                  </a:lnTo>
                  <a:lnTo>
                    <a:pt x="162" y="3289"/>
                  </a:lnTo>
                  <a:lnTo>
                    <a:pt x="128" y="3270"/>
                  </a:lnTo>
                  <a:lnTo>
                    <a:pt x="97" y="3246"/>
                  </a:lnTo>
                  <a:lnTo>
                    <a:pt x="69" y="3218"/>
                  </a:lnTo>
                  <a:lnTo>
                    <a:pt x="45" y="3187"/>
                  </a:lnTo>
                  <a:lnTo>
                    <a:pt x="26" y="3152"/>
                  </a:lnTo>
                  <a:lnTo>
                    <a:pt x="12" y="3116"/>
                  </a:lnTo>
                  <a:lnTo>
                    <a:pt x="3" y="3077"/>
                  </a:lnTo>
                  <a:lnTo>
                    <a:pt x="0" y="3035"/>
                  </a:lnTo>
                  <a:lnTo>
                    <a:pt x="0" y="280"/>
                  </a:lnTo>
                  <a:lnTo>
                    <a:pt x="3" y="238"/>
                  </a:lnTo>
                  <a:lnTo>
                    <a:pt x="12" y="199"/>
                  </a:lnTo>
                  <a:lnTo>
                    <a:pt x="26" y="162"/>
                  </a:lnTo>
                  <a:lnTo>
                    <a:pt x="45" y="127"/>
                  </a:lnTo>
                  <a:lnTo>
                    <a:pt x="69" y="96"/>
                  </a:lnTo>
                  <a:lnTo>
                    <a:pt x="97" y="69"/>
                  </a:lnTo>
                  <a:lnTo>
                    <a:pt x="128" y="44"/>
                  </a:lnTo>
                  <a:lnTo>
                    <a:pt x="162" y="25"/>
                  </a:lnTo>
                  <a:lnTo>
                    <a:pt x="199" y="11"/>
                  </a:lnTo>
                  <a:lnTo>
                    <a:pt x="238" y="3"/>
                  </a:lnTo>
                  <a:lnTo>
                    <a:pt x="2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aseline="-25000" dirty="0"/>
            </a:p>
          </p:txBody>
        </p:sp>
        <p:sp>
          <p:nvSpPr>
            <p:cNvPr id="240" name="Freeform 458">
              <a:extLst>
                <a:ext uri="{FF2B5EF4-FFF2-40B4-BE49-F238E27FC236}">
                  <a16:creationId xmlns:a16="http://schemas.microsoft.com/office/drawing/2014/main" id="{D376C115-8C17-4C05-9785-834DF1412F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5938" y="3725863"/>
              <a:ext cx="134937" cy="134937"/>
            </a:xfrm>
            <a:custGeom>
              <a:avLst/>
              <a:gdLst>
                <a:gd name="T0" fmla="*/ 384 w 853"/>
                <a:gd name="T1" fmla="*/ 115 h 854"/>
                <a:gd name="T2" fmla="*/ 305 w 853"/>
                <a:gd name="T3" fmla="*/ 137 h 854"/>
                <a:gd name="T4" fmla="*/ 235 w 853"/>
                <a:gd name="T5" fmla="*/ 179 h 854"/>
                <a:gd name="T6" fmla="*/ 178 w 853"/>
                <a:gd name="T7" fmla="*/ 235 h 854"/>
                <a:gd name="T8" fmla="*/ 137 w 853"/>
                <a:gd name="T9" fmla="*/ 305 h 854"/>
                <a:gd name="T10" fmla="*/ 115 w 853"/>
                <a:gd name="T11" fmla="*/ 385 h 854"/>
                <a:gd name="T12" fmla="*/ 115 w 853"/>
                <a:gd name="T13" fmla="*/ 469 h 854"/>
                <a:gd name="T14" fmla="*/ 137 w 853"/>
                <a:gd name="T15" fmla="*/ 549 h 854"/>
                <a:gd name="T16" fmla="*/ 178 w 853"/>
                <a:gd name="T17" fmla="*/ 619 h 854"/>
                <a:gd name="T18" fmla="*/ 235 w 853"/>
                <a:gd name="T19" fmla="*/ 676 h 854"/>
                <a:gd name="T20" fmla="*/ 305 w 853"/>
                <a:gd name="T21" fmla="*/ 717 h 854"/>
                <a:gd name="T22" fmla="*/ 384 w 853"/>
                <a:gd name="T23" fmla="*/ 739 h 854"/>
                <a:gd name="T24" fmla="*/ 469 w 853"/>
                <a:gd name="T25" fmla="*/ 739 h 854"/>
                <a:gd name="T26" fmla="*/ 548 w 853"/>
                <a:gd name="T27" fmla="*/ 717 h 854"/>
                <a:gd name="T28" fmla="*/ 618 w 853"/>
                <a:gd name="T29" fmla="*/ 676 h 854"/>
                <a:gd name="T30" fmla="*/ 675 w 853"/>
                <a:gd name="T31" fmla="*/ 619 h 854"/>
                <a:gd name="T32" fmla="*/ 716 w 853"/>
                <a:gd name="T33" fmla="*/ 549 h 854"/>
                <a:gd name="T34" fmla="*/ 738 w 853"/>
                <a:gd name="T35" fmla="*/ 469 h 854"/>
                <a:gd name="T36" fmla="*/ 738 w 853"/>
                <a:gd name="T37" fmla="*/ 385 h 854"/>
                <a:gd name="T38" fmla="*/ 716 w 853"/>
                <a:gd name="T39" fmla="*/ 305 h 854"/>
                <a:gd name="T40" fmla="*/ 675 w 853"/>
                <a:gd name="T41" fmla="*/ 235 h 854"/>
                <a:gd name="T42" fmla="*/ 618 w 853"/>
                <a:gd name="T43" fmla="*/ 179 h 854"/>
                <a:gd name="T44" fmla="*/ 548 w 853"/>
                <a:gd name="T45" fmla="*/ 137 h 854"/>
                <a:gd name="T46" fmla="*/ 469 w 853"/>
                <a:gd name="T47" fmla="*/ 115 h 854"/>
                <a:gd name="T48" fmla="*/ 426 w 853"/>
                <a:gd name="T49" fmla="*/ 0 h 854"/>
                <a:gd name="T50" fmla="*/ 524 w 853"/>
                <a:gd name="T51" fmla="*/ 12 h 854"/>
                <a:gd name="T52" fmla="*/ 614 w 853"/>
                <a:gd name="T53" fmla="*/ 44 h 854"/>
                <a:gd name="T54" fmla="*/ 693 w 853"/>
                <a:gd name="T55" fmla="*/ 94 h 854"/>
                <a:gd name="T56" fmla="*/ 759 w 853"/>
                <a:gd name="T57" fmla="*/ 161 h 854"/>
                <a:gd name="T58" fmla="*/ 810 w 853"/>
                <a:gd name="T59" fmla="*/ 239 h 854"/>
                <a:gd name="T60" fmla="*/ 842 w 853"/>
                <a:gd name="T61" fmla="*/ 329 h 854"/>
                <a:gd name="T62" fmla="*/ 853 w 853"/>
                <a:gd name="T63" fmla="*/ 427 h 854"/>
                <a:gd name="T64" fmla="*/ 842 w 853"/>
                <a:gd name="T65" fmla="*/ 525 h 854"/>
                <a:gd name="T66" fmla="*/ 810 w 853"/>
                <a:gd name="T67" fmla="*/ 615 h 854"/>
                <a:gd name="T68" fmla="*/ 759 w 853"/>
                <a:gd name="T69" fmla="*/ 693 h 854"/>
                <a:gd name="T70" fmla="*/ 693 w 853"/>
                <a:gd name="T71" fmla="*/ 760 h 854"/>
                <a:gd name="T72" fmla="*/ 614 w 853"/>
                <a:gd name="T73" fmla="*/ 810 h 854"/>
                <a:gd name="T74" fmla="*/ 524 w 853"/>
                <a:gd name="T75" fmla="*/ 843 h 854"/>
                <a:gd name="T76" fmla="*/ 426 w 853"/>
                <a:gd name="T77" fmla="*/ 854 h 854"/>
                <a:gd name="T78" fmla="*/ 329 w 853"/>
                <a:gd name="T79" fmla="*/ 843 h 854"/>
                <a:gd name="T80" fmla="*/ 239 w 853"/>
                <a:gd name="T81" fmla="*/ 810 h 854"/>
                <a:gd name="T82" fmla="*/ 160 w 853"/>
                <a:gd name="T83" fmla="*/ 760 h 854"/>
                <a:gd name="T84" fmla="*/ 94 w 853"/>
                <a:gd name="T85" fmla="*/ 693 h 854"/>
                <a:gd name="T86" fmla="*/ 43 w 853"/>
                <a:gd name="T87" fmla="*/ 615 h 854"/>
                <a:gd name="T88" fmla="*/ 11 w 853"/>
                <a:gd name="T89" fmla="*/ 525 h 854"/>
                <a:gd name="T90" fmla="*/ 0 w 853"/>
                <a:gd name="T91" fmla="*/ 427 h 854"/>
                <a:gd name="T92" fmla="*/ 11 w 853"/>
                <a:gd name="T93" fmla="*/ 329 h 854"/>
                <a:gd name="T94" fmla="*/ 43 w 853"/>
                <a:gd name="T95" fmla="*/ 239 h 854"/>
                <a:gd name="T96" fmla="*/ 94 w 853"/>
                <a:gd name="T97" fmla="*/ 161 h 854"/>
                <a:gd name="T98" fmla="*/ 160 w 853"/>
                <a:gd name="T99" fmla="*/ 94 h 854"/>
                <a:gd name="T100" fmla="*/ 239 w 853"/>
                <a:gd name="T101" fmla="*/ 44 h 854"/>
                <a:gd name="T102" fmla="*/ 329 w 853"/>
                <a:gd name="T103" fmla="*/ 12 h 854"/>
                <a:gd name="T104" fmla="*/ 426 w 853"/>
                <a:gd name="T105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53" h="854">
                  <a:moveTo>
                    <a:pt x="426" y="113"/>
                  </a:moveTo>
                  <a:lnTo>
                    <a:pt x="384" y="115"/>
                  </a:lnTo>
                  <a:lnTo>
                    <a:pt x="343" y="124"/>
                  </a:lnTo>
                  <a:lnTo>
                    <a:pt x="305" y="137"/>
                  </a:lnTo>
                  <a:lnTo>
                    <a:pt x="268" y="156"/>
                  </a:lnTo>
                  <a:lnTo>
                    <a:pt x="235" y="179"/>
                  </a:lnTo>
                  <a:lnTo>
                    <a:pt x="205" y="205"/>
                  </a:lnTo>
                  <a:lnTo>
                    <a:pt x="178" y="235"/>
                  </a:lnTo>
                  <a:lnTo>
                    <a:pt x="155" y="269"/>
                  </a:lnTo>
                  <a:lnTo>
                    <a:pt x="137" y="305"/>
                  </a:lnTo>
                  <a:lnTo>
                    <a:pt x="124" y="343"/>
                  </a:lnTo>
                  <a:lnTo>
                    <a:pt x="115" y="385"/>
                  </a:lnTo>
                  <a:lnTo>
                    <a:pt x="112" y="427"/>
                  </a:lnTo>
                  <a:lnTo>
                    <a:pt x="115" y="469"/>
                  </a:lnTo>
                  <a:lnTo>
                    <a:pt x="124" y="511"/>
                  </a:lnTo>
                  <a:lnTo>
                    <a:pt x="137" y="549"/>
                  </a:lnTo>
                  <a:lnTo>
                    <a:pt x="155" y="585"/>
                  </a:lnTo>
                  <a:lnTo>
                    <a:pt x="178" y="619"/>
                  </a:lnTo>
                  <a:lnTo>
                    <a:pt x="205" y="649"/>
                  </a:lnTo>
                  <a:lnTo>
                    <a:pt x="235" y="676"/>
                  </a:lnTo>
                  <a:lnTo>
                    <a:pt x="268" y="698"/>
                  </a:lnTo>
                  <a:lnTo>
                    <a:pt x="305" y="717"/>
                  </a:lnTo>
                  <a:lnTo>
                    <a:pt x="343" y="731"/>
                  </a:lnTo>
                  <a:lnTo>
                    <a:pt x="384" y="739"/>
                  </a:lnTo>
                  <a:lnTo>
                    <a:pt x="426" y="742"/>
                  </a:lnTo>
                  <a:lnTo>
                    <a:pt x="469" y="739"/>
                  </a:lnTo>
                  <a:lnTo>
                    <a:pt x="510" y="731"/>
                  </a:lnTo>
                  <a:lnTo>
                    <a:pt x="548" y="717"/>
                  </a:lnTo>
                  <a:lnTo>
                    <a:pt x="585" y="698"/>
                  </a:lnTo>
                  <a:lnTo>
                    <a:pt x="618" y="676"/>
                  </a:lnTo>
                  <a:lnTo>
                    <a:pt x="648" y="649"/>
                  </a:lnTo>
                  <a:lnTo>
                    <a:pt x="675" y="619"/>
                  </a:lnTo>
                  <a:lnTo>
                    <a:pt x="698" y="585"/>
                  </a:lnTo>
                  <a:lnTo>
                    <a:pt x="716" y="549"/>
                  </a:lnTo>
                  <a:lnTo>
                    <a:pt x="729" y="511"/>
                  </a:lnTo>
                  <a:lnTo>
                    <a:pt x="738" y="469"/>
                  </a:lnTo>
                  <a:lnTo>
                    <a:pt x="741" y="427"/>
                  </a:lnTo>
                  <a:lnTo>
                    <a:pt x="738" y="385"/>
                  </a:lnTo>
                  <a:lnTo>
                    <a:pt x="729" y="343"/>
                  </a:lnTo>
                  <a:lnTo>
                    <a:pt x="716" y="305"/>
                  </a:lnTo>
                  <a:lnTo>
                    <a:pt x="698" y="269"/>
                  </a:lnTo>
                  <a:lnTo>
                    <a:pt x="675" y="235"/>
                  </a:lnTo>
                  <a:lnTo>
                    <a:pt x="648" y="205"/>
                  </a:lnTo>
                  <a:lnTo>
                    <a:pt x="618" y="179"/>
                  </a:lnTo>
                  <a:lnTo>
                    <a:pt x="585" y="156"/>
                  </a:lnTo>
                  <a:lnTo>
                    <a:pt x="548" y="137"/>
                  </a:lnTo>
                  <a:lnTo>
                    <a:pt x="510" y="124"/>
                  </a:lnTo>
                  <a:lnTo>
                    <a:pt x="469" y="115"/>
                  </a:lnTo>
                  <a:lnTo>
                    <a:pt x="426" y="113"/>
                  </a:lnTo>
                  <a:close/>
                  <a:moveTo>
                    <a:pt x="426" y="0"/>
                  </a:moveTo>
                  <a:lnTo>
                    <a:pt x="476" y="3"/>
                  </a:lnTo>
                  <a:lnTo>
                    <a:pt x="524" y="12"/>
                  </a:lnTo>
                  <a:lnTo>
                    <a:pt x="570" y="25"/>
                  </a:lnTo>
                  <a:lnTo>
                    <a:pt x="614" y="44"/>
                  </a:lnTo>
                  <a:lnTo>
                    <a:pt x="654" y="67"/>
                  </a:lnTo>
                  <a:lnTo>
                    <a:pt x="693" y="94"/>
                  </a:lnTo>
                  <a:lnTo>
                    <a:pt x="728" y="125"/>
                  </a:lnTo>
                  <a:lnTo>
                    <a:pt x="759" y="161"/>
                  </a:lnTo>
                  <a:lnTo>
                    <a:pt x="786" y="199"/>
                  </a:lnTo>
                  <a:lnTo>
                    <a:pt x="810" y="239"/>
                  </a:lnTo>
                  <a:lnTo>
                    <a:pt x="828" y="284"/>
                  </a:lnTo>
                  <a:lnTo>
                    <a:pt x="842" y="329"/>
                  </a:lnTo>
                  <a:lnTo>
                    <a:pt x="850" y="378"/>
                  </a:lnTo>
                  <a:lnTo>
                    <a:pt x="853" y="427"/>
                  </a:lnTo>
                  <a:lnTo>
                    <a:pt x="850" y="476"/>
                  </a:lnTo>
                  <a:lnTo>
                    <a:pt x="842" y="525"/>
                  </a:lnTo>
                  <a:lnTo>
                    <a:pt x="828" y="571"/>
                  </a:lnTo>
                  <a:lnTo>
                    <a:pt x="810" y="615"/>
                  </a:lnTo>
                  <a:lnTo>
                    <a:pt x="786" y="656"/>
                  </a:lnTo>
                  <a:lnTo>
                    <a:pt x="759" y="693"/>
                  </a:lnTo>
                  <a:lnTo>
                    <a:pt x="728" y="729"/>
                  </a:lnTo>
                  <a:lnTo>
                    <a:pt x="693" y="760"/>
                  </a:lnTo>
                  <a:lnTo>
                    <a:pt x="654" y="787"/>
                  </a:lnTo>
                  <a:lnTo>
                    <a:pt x="614" y="810"/>
                  </a:lnTo>
                  <a:lnTo>
                    <a:pt x="570" y="829"/>
                  </a:lnTo>
                  <a:lnTo>
                    <a:pt x="524" y="843"/>
                  </a:lnTo>
                  <a:lnTo>
                    <a:pt x="476" y="851"/>
                  </a:lnTo>
                  <a:lnTo>
                    <a:pt x="426" y="854"/>
                  </a:lnTo>
                  <a:lnTo>
                    <a:pt x="377" y="851"/>
                  </a:lnTo>
                  <a:lnTo>
                    <a:pt x="329" y="843"/>
                  </a:lnTo>
                  <a:lnTo>
                    <a:pt x="283" y="829"/>
                  </a:lnTo>
                  <a:lnTo>
                    <a:pt x="239" y="810"/>
                  </a:lnTo>
                  <a:lnTo>
                    <a:pt x="199" y="787"/>
                  </a:lnTo>
                  <a:lnTo>
                    <a:pt x="160" y="760"/>
                  </a:lnTo>
                  <a:lnTo>
                    <a:pt x="125" y="729"/>
                  </a:lnTo>
                  <a:lnTo>
                    <a:pt x="94" y="693"/>
                  </a:lnTo>
                  <a:lnTo>
                    <a:pt x="67" y="656"/>
                  </a:lnTo>
                  <a:lnTo>
                    <a:pt x="43" y="615"/>
                  </a:lnTo>
                  <a:lnTo>
                    <a:pt x="25" y="571"/>
                  </a:lnTo>
                  <a:lnTo>
                    <a:pt x="11" y="525"/>
                  </a:lnTo>
                  <a:lnTo>
                    <a:pt x="3" y="476"/>
                  </a:lnTo>
                  <a:lnTo>
                    <a:pt x="0" y="427"/>
                  </a:lnTo>
                  <a:lnTo>
                    <a:pt x="3" y="378"/>
                  </a:lnTo>
                  <a:lnTo>
                    <a:pt x="11" y="329"/>
                  </a:lnTo>
                  <a:lnTo>
                    <a:pt x="25" y="284"/>
                  </a:lnTo>
                  <a:lnTo>
                    <a:pt x="43" y="239"/>
                  </a:lnTo>
                  <a:lnTo>
                    <a:pt x="67" y="199"/>
                  </a:lnTo>
                  <a:lnTo>
                    <a:pt x="94" y="161"/>
                  </a:lnTo>
                  <a:lnTo>
                    <a:pt x="125" y="125"/>
                  </a:lnTo>
                  <a:lnTo>
                    <a:pt x="160" y="94"/>
                  </a:lnTo>
                  <a:lnTo>
                    <a:pt x="199" y="67"/>
                  </a:lnTo>
                  <a:lnTo>
                    <a:pt x="239" y="44"/>
                  </a:lnTo>
                  <a:lnTo>
                    <a:pt x="283" y="25"/>
                  </a:lnTo>
                  <a:lnTo>
                    <a:pt x="329" y="12"/>
                  </a:lnTo>
                  <a:lnTo>
                    <a:pt x="377" y="3"/>
                  </a:lnTo>
                  <a:lnTo>
                    <a:pt x="4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1" name="Freeform 459">
              <a:extLst>
                <a:ext uri="{FF2B5EF4-FFF2-40B4-BE49-F238E27FC236}">
                  <a16:creationId xmlns:a16="http://schemas.microsoft.com/office/drawing/2014/main" id="{8C8EF7FD-A391-440B-9299-F830E7E9E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2450" y="3762375"/>
              <a:ext cx="61912" cy="61912"/>
            </a:xfrm>
            <a:custGeom>
              <a:avLst/>
              <a:gdLst>
                <a:gd name="T0" fmla="*/ 196 w 393"/>
                <a:gd name="T1" fmla="*/ 112 h 394"/>
                <a:gd name="T2" fmla="*/ 174 w 393"/>
                <a:gd name="T3" fmla="*/ 115 h 394"/>
                <a:gd name="T4" fmla="*/ 154 w 393"/>
                <a:gd name="T5" fmla="*/ 124 h 394"/>
                <a:gd name="T6" fmla="*/ 137 w 393"/>
                <a:gd name="T7" fmla="*/ 137 h 394"/>
                <a:gd name="T8" fmla="*/ 124 w 393"/>
                <a:gd name="T9" fmla="*/ 155 h 394"/>
                <a:gd name="T10" fmla="*/ 115 w 393"/>
                <a:gd name="T11" fmla="*/ 175 h 394"/>
                <a:gd name="T12" fmla="*/ 112 w 393"/>
                <a:gd name="T13" fmla="*/ 197 h 394"/>
                <a:gd name="T14" fmla="*/ 115 w 393"/>
                <a:gd name="T15" fmla="*/ 219 h 394"/>
                <a:gd name="T16" fmla="*/ 124 w 393"/>
                <a:gd name="T17" fmla="*/ 239 h 394"/>
                <a:gd name="T18" fmla="*/ 137 w 393"/>
                <a:gd name="T19" fmla="*/ 257 h 394"/>
                <a:gd name="T20" fmla="*/ 154 w 393"/>
                <a:gd name="T21" fmla="*/ 270 h 394"/>
                <a:gd name="T22" fmla="*/ 174 w 393"/>
                <a:gd name="T23" fmla="*/ 279 h 394"/>
                <a:gd name="T24" fmla="*/ 196 w 393"/>
                <a:gd name="T25" fmla="*/ 282 h 394"/>
                <a:gd name="T26" fmla="*/ 219 w 393"/>
                <a:gd name="T27" fmla="*/ 279 h 394"/>
                <a:gd name="T28" fmla="*/ 239 w 393"/>
                <a:gd name="T29" fmla="*/ 270 h 394"/>
                <a:gd name="T30" fmla="*/ 256 w 393"/>
                <a:gd name="T31" fmla="*/ 257 h 394"/>
                <a:gd name="T32" fmla="*/ 269 w 393"/>
                <a:gd name="T33" fmla="*/ 239 h 394"/>
                <a:gd name="T34" fmla="*/ 278 w 393"/>
                <a:gd name="T35" fmla="*/ 219 h 394"/>
                <a:gd name="T36" fmla="*/ 281 w 393"/>
                <a:gd name="T37" fmla="*/ 197 h 394"/>
                <a:gd name="T38" fmla="*/ 278 w 393"/>
                <a:gd name="T39" fmla="*/ 175 h 394"/>
                <a:gd name="T40" fmla="*/ 269 w 393"/>
                <a:gd name="T41" fmla="*/ 155 h 394"/>
                <a:gd name="T42" fmla="*/ 256 w 393"/>
                <a:gd name="T43" fmla="*/ 137 h 394"/>
                <a:gd name="T44" fmla="*/ 239 w 393"/>
                <a:gd name="T45" fmla="*/ 124 h 394"/>
                <a:gd name="T46" fmla="*/ 219 w 393"/>
                <a:gd name="T47" fmla="*/ 115 h 394"/>
                <a:gd name="T48" fmla="*/ 196 w 393"/>
                <a:gd name="T49" fmla="*/ 112 h 394"/>
                <a:gd name="T50" fmla="*/ 196 w 393"/>
                <a:gd name="T51" fmla="*/ 0 h 394"/>
                <a:gd name="T52" fmla="*/ 232 w 393"/>
                <a:gd name="T53" fmla="*/ 3 h 394"/>
                <a:gd name="T54" fmla="*/ 265 w 393"/>
                <a:gd name="T55" fmla="*/ 12 h 394"/>
                <a:gd name="T56" fmla="*/ 295 w 393"/>
                <a:gd name="T57" fmla="*/ 27 h 394"/>
                <a:gd name="T58" fmla="*/ 324 w 393"/>
                <a:gd name="T59" fmla="*/ 47 h 394"/>
                <a:gd name="T60" fmla="*/ 347 w 393"/>
                <a:gd name="T61" fmla="*/ 71 h 394"/>
                <a:gd name="T62" fmla="*/ 366 w 393"/>
                <a:gd name="T63" fmla="*/ 98 h 394"/>
                <a:gd name="T64" fmla="*/ 381 w 393"/>
                <a:gd name="T65" fmla="*/ 128 h 394"/>
                <a:gd name="T66" fmla="*/ 390 w 393"/>
                <a:gd name="T67" fmla="*/ 162 h 394"/>
                <a:gd name="T68" fmla="*/ 393 w 393"/>
                <a:gd name="T69" fmla="*/ 197 h 394"/>
                <a:gd name="T70" fmla="*/ 390 w 393"/>
                <a:gd name="T71" fmla="*/ 232 h 394"/>
                <a:gd name="T72" fmla="*/ 381 w 393"/>
                <a:gd name="T73" fmla="*/ 266 h 394"/>
                <a:gd name="T74" fmla="*/ 366 w 393"/>
                <a:gd name="T75" fmla="*/ 296 h 394"/>
                <a:gd name="T76" fmla="*/ 347 w 393"/>
                <a:gd name="T77" fmla="*/ 324 h 394"/>
                <a:gd name="T78" fmla="*/ 324 w 393"/>
                <a:gd name="T79" fmla="*/ 347 h 394"/>
                <a:gd name="T80" fmla="*/ 295 w 393"/>
                <a:gd name="T81" fmla="*/ 367 h 394"/>
                <a:gd name="T82" fmla="*/ 265 w 393"/>
                <a:gd name="T83" fmla="*/ 382 h 394"/>
                <a:gd name="T84" fmla="*/ 232 w 393"/>
                <a:gd name="T85" fmla="*/ 391 h 394"/>
                <a:gd name="T86" fmla="*/ 196 w 393"/>
                <a:gd name="T87" fmla="*/ 394 h 394"/>
                <a:gd name="T88" fmla="*/ 161 w 393"/>
                <a:gd name="T89" fmla="*/ 391 h 394"/>
                <a:gd name="T90" fmla="*/ 128 w 393"/>
                <a:gd name="T91" fmla="*/ 382 h 394"/>
                <a:gd name="T92" fmla="*/ 98 w 393"/>
                <a:gd name="T93" fmla="*/ 367 h 394"/>
                <a:gd name="T94" fmla="*/ 69 w 393"/>
                <a:gd name="T95" fmla="*/ 347 h 394"/>
                <a:gd name="T96" fmla="*/ 46 w 393"/>
                <a:gd name="T97" fmla="*/ 324 h 394"/>
                <a:gd name="T98" fmla="*/ 27 w 393"/>
                <a:gd name="T99" fmla="*/ 296 h 394"/>
                <a:gd name="T100" fmla="*/ 12 w 393"/>
                <a:gd name="T101" fmla="*/ 266 h 394"/>
                <a:gd name="T102" fmla="*/ 3 w 393"/>
                <a:gd name="T103" fmla="*/ 232 h 394"/>
                <a:gd name="T104" fmla="*/ 0 w 393"/>
                <a:gd name="T105" fmla="*/ 197 h 394"/>
                <a:gd name="T106" fmla="*/ 3 w 393"/>
                <a:gd name="T107" fmla="*/ 162 h 394"/>
                <a:gd name="T108" fmla="*/ 12 w 393"/>
                <a:gd name="T109" fmla="*/ 128 h 394"/>
                <a:gd name="T110" fmla="*/ 27 w 393"/>
                <a:gd name="T111" fmla="*/ 98 h 394"/>
                <a:gd name="T112" fmla="*/ 46 w 393"/>
                <a:gd name="T113" fmla="*/ 71 h 394"/>
                <a:gd name="T114" fmla="*/ 69 w 393"/>
                <a:gd name="T115" fmla="*/ 47 h 394"/>
                <a:gd name="T116" fmla="*/ 98 w 393"/>
                <a:gd name="T117" fmla="*/ 27 h 394"/>
                <a:gd name="T118" fmla="*/ 128 w 393"/>
                <a:gd name="T119" fmla="*/ 12 h 394"/>
                <a:gd name="T120" fmla="*/ 161 w 393"/>
                <a:gd name="T121" fmla="*/ 3 h 394"/>
                <a:gd name="T122" fmla="*/ 196 w 393"/>
                <a:gd name="T123" fmla="*/ 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3" h="394">
                  <a:moveTo>
                    <a:pt x="196" y="112"/>
                  </a:moveTo>
                  <a:lnTo>
                    <a:pt x="174" y="115"/>
                  </a:lnTo>
                  <a:lnTo>
                    <a:pt x="154" y="124"/>
                  </a:lnTo>
                  <a:lnTo>
                    <a:pt x="137" y="137"/>
                  </a:lnTo>
                  <a:lnTo>
                    <a:pt x="124" y="155"/>
                  </a:lnTo>
                  <a:lnTo>
                    <a:pt x="115" y="175"/>
                  </a:lnTo>
                  <a:lnTo>
                    <a:pt x="112" y="197"/>
                  </a:lnTo>
                  <a:lnTo>
                    <a:pt x="115" y="219"/>
                  </a:lnTo>
                  <a:lnTo>
                    <a:pt x="124" y="239"/>
                  </a:lnTo>
                  <a:lnTo>
                    <a:pt x="137" y="257"/>
                  </a:lnTo>
                  <a:lnTo>
                    <a:pt x="154" y="270"/>
                  </a:lnTo>
                  <a:lnTo>
                    <a:pt x="174" y="279"/>
                  </a:lnTo>
                  <a:lnTo>
                    <a:pt x="196" y="282"/>
                  </a:lnTo>
                  <a:lnTo>
                    <a:pt x="219" y="279"/>
                  </a:lnTo>
                  <a:lnTo>
                    <a:pt x="239" y="270"/>
                  </a:lnTo>
                  <a:lnTo>
                    <a:pt x="256" y="257"/>
                  </a:lnTo>
                  <a:lnTo>
                    <a:pt x="269" y="239"/>
                  </a:lnTo>
                  <a:lnTo>
                    <a:pt x="278" y="219"/>
                  </a:lnTo>
                  <a:lnTo>
                    <a:pt x="281" y="197"/>
                  </a:lnTo>
                  <a:lnTo>
                    <a:pt x="278" y="175"/>
                  </a:lnTo>
                  <a:lnTo>
                    <a:pt x="269" y="155"/>
                  </a:lnTo>
                  <a:lnTo>
                    <a:pt x="256" y="137"/>
                  </a:lnTo>
                  <a:lnTo>
                    <a:pt x="239" y="124"/>
                  </a:lnTo>
                  <a:lnTo>
                    <a:pt x="219" y="115"/>
                  </a:lnTo>
                  <a:lnTo>
                    <a:pt x="196" y="112"/>
                  </a:lnTo>
                  <a:close/>
                  <a:moveTo>
                    <a:pt x="196" y="0"/>
                  </a:moveTo>
                  <a:lnTo>
                    <a:pt x="232" y="3"/>
                  </a:lnTo>
                  <a:lnTo>
                    <a:pt x="265" y="12"/>
                  </a:lnTo>
                  <a:lnTo>
                    <a:pt x="295" y="27"/>
                  </a:lnTo>
                  <a:lnTo>
                    <a:pt x="324" y="47"/>
                  </a:lnTo>
                  <a:lnTo>
                    <a:pt x="347" y="71"/>
                  </a:lnTo>
                  <a:lnTo>
                    <a:pt x="366" y="98"/>
                  </a:lnTo>
                  <a:lnTo>
                    <a:pt x="381" y="128"/>
                  </a:lnTo>
                  <a:lnTo>
                    <a:pt x="390" y="162"/>
                  </a:lnTo>
                  <a:lnTo>
                    <a:pt x="393" y="197"/>
                  </a:lnTo>
                  <a:lnTo>
                    <a:pt x="390" y="232"/>
                  </a:lnTo>
                  <a:lnTo>
                    <a:pt x="381" y="266"/>
                  </a:lnTo>
                  <a:lnTo>
                    <a:pt x="366" y="296"/>
                  </a:lnTo>
                  <a:lnTo>
                    <a:pt x="347" y="324"/>
                  </a:lnTo>
                  <a:lnTo>
                    <a:pt x="324" y="347"/>
                  </a:lnTo>
                  <a:lnTo>
                    <a:pt x="295" y="367"/>
                  </a:lnTo>
                  <a:lnTo>
                    <a:pt x="265" y="382"/>
                  </a:lnTo>
                  <a:lnTo>
                    <a:pt x="232" y="391"/>
                  </a:lnTo>
                  <a:lnTo>
                    <a:pt x="196" y="394"/>
                  </a:lnTo>
                  <a:lnTo>
                    <a:pt x="161" y="391"/>
                  </a:lnTo>
                  <a:lnTo>
                    <a:pt x="128" y="382"/>
                  </a:lnTo>
                  <a:lnTo>
                    <a:pt x="98" y="367"/>
                  </a:lnTo>
                  <a:lnTo>
                    <a:pt x="69" y="347"/>
                  </a:lnTo>
                  <a:lnTo>
                    <a:pt x="46" y="324"/>
                  </a:lnTo>
                  <a:lnTo>
                    <a:pt x="27" y="296"/>
                  </a:lnTo>
                  <a:lnTo>
                    <a:pt x="12" y="266"/>
                  </a:lnTo>
                  <a:lnTo>
                    <a:pt x="3" y="232"/>
                  </a:lnTo>
                  <a:lnTo>
                    <a:pt x="0" y="197"/>
                  </a:lnTo>
                  <a:lnTo>
                    <a:pt x="3" y="162"/>
                  </a:lnTo>
                  <a:lnTo>
                    <a:pt x="12" y="128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69" y="47"/>
                  </a:lnTo>
                  <a:lnTo>
                    <a:pt x="98" y="27"/>
                  </a:lnTo>
                  <a:lnTo>
                    <a:pt x="128" y="12"/>
                  </a:lnTo>
                  <a:lnTo>
                    <a:pt x="161" y="3"/>
                  </a:lnTo>
                  <a:lnTo>
                    <a:pt x="1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2" name="Freeform 460">
              <a:extLst>
                <a:ext uri="{FF2B5EF4-FFF2-40B4-BE49-F238E27FC236}">
                  <a16:creationId xmlns:a16="http://schemas.microsoft.com/office/drawing/2014/main" id="{76535A0A-B7C6-42A0-970A-50CEE37E5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0375" y="3670300"/>
              <a:ext cx="246062" cy="246062"/>
            </a:xfrm>
            <a:custGeom>
              <a:avLst/>
              <a:gdLst>
                <a:gd name="T0" fmla="*/ 670 w 1549"/>
                <a:gd name="T1" fmla="*/ 200 h 1549"/>
                <a:gd name="T2" fmla="*/ 585 w 1549"/>
                <a:gd name="T3" fmla="*/ 254 h 1549"/>
                <a:gd name="T4" fmla="*/ 457 w 1549"/>
                <a:gd name="T5" fmla="*/ 300 h 1549"/>
                <a:gd name="T6" fmla="*/ 307 w 1549"/>
                <a:gd name="T7" fmla="*/ 306 h 1549"/>
                <a:gd name="T8" fmla="*/ 300 w 1549"/>
                <a:gd name="T9" fmla="*/ 456 h 1549"/>
                <a:gd name="T10" fmla="*/ 254 w 1549"/>
                <a:gd name="T11" fmla="*/ 584 h 1549"/>
                <a:gd name="T12" fmla="*/ 201 w 1549"/>
                <a:gd name="T13" fmla="*/ 669 h 1549"/>
                <a:gd name="T14" fmla="*/ 115 w 1549"/>
                <a:gd name="T15" fmla="*/ 826 h 1549"/>
                <a:gd name="T16" fmla="*/ 226 w 1549"/>
                <a:gd name="T17" fmla="*/ 894 h 1549"/>
                <a:gd name="T18" fmla="*/ 295 w 1549"/>
                <a:gd name="T19" fmla="*/ 1049 h 1549"/>
                <a:gd name="T20" fmla="*/ 286 w 1549"/>
                <a:gd name="T21" fmla="*/ 1117 h 1549"/>
                <a:gd name="T22" fmla="*/ 385 w 1549"/>
                <a:gd name="T23" fmla="*/ 1310 h 1549"/>
                <a:gd name="T24" fmla="*/ 485 w 1549"/>
                <a:gd name="T25" fmla="*/ 1249 h 1549"/>
                <a:gd name="T26" fmla="*/ 643 w 1549"/>
                <a:gd name="T27" fmla="*/ 1315 h 1549"/>
                <a:gd name="T28" fmla="*/ 671 w 1549"/>
                <a:gd name="T29" fmla="*/ 1428 h 1549"/>
                <a:gd name="T30" fmla="*/ 878 w 1549"/>
                <a:gd name="T31" fmla="*/ 1363 h 1549"/>
                <a:gd name="T32" fmla="*/ 920 w 1549"/>
                <a:gd name="T33" fmla="*/ 1309 h 1549"/>
                <a:gd name="T34" fmla="*/ 1078 w 1549"/>
                <a:gd name="T35" fmla="*/ 1247 h 1549"/>
                <a:gd name="T36" fmla="*/ 1204 w 1549"/>
                <a:gd name="T37" fmla="*/ 1278 h 1549"/>
                <a:gd name="T38" fmla="*/ 1254 w 1549"/>
                <a:gd name="T39" fmla="*/ 1105 h 1549"/>
                <a:gd name="T40" fmla="*/ 1277 w 1549"/>
                <a:gd name="T41" fmla="*/ 1007 h 1549"/>
                <a:gd name="T42" fmla="*/ 1335 w 1549"/>
                <a:gd name="T43" fmla="*/ 885 h 1549"/>
                <a:gd name="T44" fmla="*/ 1436 w 1549"/>
                <a:gd name="T45" fmla="*/ 774 h 1549"/>
                <a:gd name="T46" fmla="*/ 1335 w 1549"/>
                <a:gd name="T47" fmla="*/ 663 h 1549"/>
                <a:gd name="T48" fmla="*/ 1277 w 1549"/>
                <a:gd name="T49" fmla="*/ 541 h 1549"/>
                <a:gd name="T50" fmla="*/ 1254 w 1549"/>
                <a:gd name="T51" fmla="*/ 443 h 1549"/>
                <a:gd name="T52" fmla="*/ 1204 w 1549"/>
                <a:gd name="T53" fmla="*/ 270 h 1549"/>
                <a:gd name="T54" fmla="*/ 1078 w 1549"/>
                <a:gd name="T55" fmla="*/ 302 h 1549"/>
                <a:gd name="T56" fmla="*/ 920 w 1549"/>
                <a:gd name="T57" fmla="*/ 239 h 1549"/>
                <a:gd name="T58" fmla="*/ 878 w 1549"/>
                <a:gd name="T59" fmla="*/ 186 h 1549"/>
                <a:gd name="T60" fmla="*/ 832 w 1549"/>
                <a:gd name="T61" fmla="*/ 2 h 1549"/>
                <a:gd name="T62" fmla="*/ 982 w 1549"/>
                <a:gd name="T63" fmla="*/ 44 h 1549"/>
                <a:gd name="T64" fmla="*/ 1067 w 1549"/>
                <a:gd name="T65" fmla="*/ 176 h 1549"/>
                <a:gd name="T66" fmla="*/ 1173 w 1549"/>
                <a:gd name="T67" fmla="*/ 112 h 1549"/>
                <a:gd name="T68" fmla="*/ 1361 w 1549"/>
                <a:gd name="T69" fmla="*/ 269 h 1549"/>
                <a:gd name="T70" fmla="*/ 1437 w 1549"/>
                <a:gd name="T71" fmla="*/ 406 h 1549"/>
                <a:gd name="T72" fmla="*/ 1404 w 1549"/>
                <a:gd name="T73" fmla="*/ 558 h 1549"/>
                <a:gd name="T74" fmla="*/ 1523 w 1549"/>
                <a:gd name="T75" fmla="*/ 587 h 1549"/>
                <a:gd name="T76" fmla="*/ 1546 w 1549"/>
                <a:gd name="T77" fmla="*/ 833 h 1549"/>
                <a:gd name="T78" fmla="*/ 1503 w 1549"/>
                <a:gd name="T79" fmla="*/ 982 h 1549"/>
                <a:gd name="T80" fmla="*/ 1372 w 1549"/>
                <a:gd name="T81" fmla="*/ 1067 h 1549"/>
                <a:gd name="T82" fmla="*/ 1436 w 1549"/>
                <a:gd name="T83" fmla="*/ 1173 h 1549"/>
                <a:gd name="T84" fmla="*/ 1280 w 1549"/>
                <a:gd name="T85" fmla="*/ 1361 h 1549"/>
                <a:gd name="T86" fmla="*/ 1143 w 1549"/>
                <a:gd name="T87" fmla="*/ 1437 h 1549"/>
                <a:gd name="T88" fmla="*/ 990 w 1549"/>
                <a:gd name="T89" fmla="*/ 1405 h 1549"/>
                <a:gd name="T90" fmla="*/ 961 w 1549"/>
                <a:gd name="T91" fmla="*/ 1524 h 1549"/>
                <a:gd name="T92" fmla="*/ 716 w 1549"/>
                <a:gd name="T93" fmla="*/ 1547 h 1549"/>
                <a:gd name="T94" fmla="*/ 567 w 1549"/>
                <a:gd name="T95" fmla="*/ 1504 h 1549"/>
                <a:gd name="T96" fmla="*/ 482 w 1549"/>
                <a:gd name="T97" fmla="*/ 1372 h 1549"/>
                <a:gd name="T98" fmla="*/ 376 w 1549"/>
                <a:gd name="T99" fmla="*/ 1436 h 1549"/>
                <a:gd name="T100" fmla="*/ 188 w 1549"/>
                <a:gd name="T101" fmla="*/ 1280 h 1549"/>
                <a:gd name="T102" fmla="*/ 112 w 1549"/>
                <a:gd name="T103" fmla="*/ 1143 h 1549"/>
                <a:gd name="T104" fmla="*/ 144 w 1549"/>
                <a:gd name="T105" fmla="*/ 990 h 1549"/>
                <a:gd name="T106" fmla="*/ 26 w 1549"/>
                <a:gd name="T107" fmla="*/ 961 h 1549"/>
                <a:gd name="T108" fmla="*/ 3 w 1549"/>
                <a:gd name="T109" fmla="*/ 716 h 1549"/>
                <a:gd name="T110" fmla="*/ 46 w 1549"/>
                <a:gd name="T111" fmla="*/ 566 h 1549"/>
                <a:gd name="T112" fmla="*/ 177 w 1549"/>
                <a:gd name="T113" fmla="*/ 481 h 1549"/>
                <a:gd name="T114" fmla="*/ 113 w 1549"/>
                <a:gd name="T115" fmla="*/ 375 h 1549"/>
                <a:gd name="T116" fmla="*/ 269 w 1549"/>
                <a:gd name="T117" fmla="*/ 187 h 1549"/>
                <a:gd name="T118" fmla="*/ 406 w 1549"/>
                <a:gd name="T119" fmla="*/ 111 h 1549"/>
                <a:gd name="T120" fmla="*/ 559 w 1549"/>
                <a:gd name="T121" fmla="*/ 144 h 1549"/>
                <a:gd name="T122" fmla="*/ 588 w 1549"/>
                <a:gd name="T123" fmla="*/ 24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49" h="1549">
                  <a:moveTo>
                    <a:pt x="774" y="112"/>
                  </a:moveTo>
                  <a:lnTo>
                    <a:pt x="722" y="114"/>
                  </a:lnTo>
                  <a:lnTo>
                    <a:pt x="671" y="120"/>
                  </a:lnTo>
                  <a:lnTo>
                    <a:pt x="671" y="186"/>
                  </a:lnTo>
                  <a:lnTo>
                    <a:pt x="670" y="200"/>
                  </a:lnTo>
                  <a:lnTo>
                    <a:pt x="664" y="214"/>
                  </a:lnTo>
                  <a:lnTo>
                    <a:pt x="655" y="225"/>
                  </a:lnTo>
                  <a:lnTo>
                    <a:pt x="643" y="234"/>
                  </a:lnTo>
                  <a:lnTo>
                    <a:pt x="629" y="239"/>
                  </a:lnTo>
                  <a:lnTo>
                    <a:pt x="585" y="254"/>
                  </a:lnTo>
                  <a:lnTo>
                    <a:pt x="542" y="271"/>
                  </a:lnTo>
                  <a:lnTo>
                    <a:pt x="499" y="294"/>
                  </a:lnTo>
                  <a:lnTo>
                    <a:pt x="485" y="300"/>
                  </a:lnTo>
                  <a:lnTo>
                    <a:pt x="471" y="301"/>
                  </a:lnTo>
                  <a:lnTo>
                    <a:pt x="457" y="300"/>
                  </a:lnTo>
                  <a:lnTo>
                    <a:pt x="444" y="294"/>
                  </a:lnTo>
                  <a:lnTo>
                    <a:pt x="432" y="285"/>
                  </a:lnTo>
                  <a:lnTo>
                    <a:pt x="385" y="238"/>
                  </a:lnTo>
                  <a:lnTo>
                    <a:pt x="345" y="270"/>
                  </a:lnTo>
                  <a:lnTo>
                    <a:pt x="307" y="306"/>
                  </a:lnTo>
                  <a:lnTo>
                    <a:pt x="271" y="344"/>
                  </a:lnTo>
                  <a:lnTo>
                    <a:pt x="239" y="384"/>
                  </a:lnTo>
                  <a:lnTo>
                    <a:pt x="286" y="431"/>
                  </a:lnTo>
                  <a:lnTo>
                    <a:pt x="295" y="443"/>
                  </a:lnTo>
                  <a:lnTo>
                    <a:pt x="300" y="456"/>
                  </a:lnTo>
                  <a:lnTo>
                    <a:pt x="302" y="470"/>
                  </a:lnTo>
                  <a:lnTo>
                    <a:pt x="301" y="485"/>
                  </a:lnTo>
                  <a:lnTo>
                    <a:pt x="295" y="498"/>
                  </a:lnTo>
                  <a:lnTo>
                    <a:pt x="272" y="541"/>
                  </a:lnTo>
                  <a:lnTo>
                    <a:pt x="254" y="584"/>
                  </a:lnTo>
                  <a:lnTo>
                    <a:pt x="240" y="630"/>
                  </a:lnTo>
                  <a:lnTo>
                    <a:pt x="235" y="643"/>
                  </a:lnTo>
                  <a:lnTo>
                    <a:pt x="226" y="654"/>
                  </a:lnTo>
                  <a:lnTo>
                    <a:pt x="214" y="663"/>
                  </a:lnTo>
                  <a:lnTo>
                    <a:pt x="201" y="669"/>
                  </a:lnTo>
                  <a:lnTo>
                    <a:pt x="187" y="671"/>
                  </a:lnTo>
                  <a:lnTo>
                    <a:pt x="121" y="671"/>
                  </a:lnTo>
                  <a:lnTo>
                    <a:pt x="115" y="723"/>
                  </a:lnTo>
                  <a:lnTo>
                    <a:pt x="113" y="774"/>
                  </a:lnTo>
                  <a:lnTo>
                    <a:pt x="115" y="826"/>
                  </a:lnTo>
                  <a:lnTo>
                    <a:pt x="121" y="878"/>
                  </a:lnTo>
                  <a:lnTo>
                    <a:pt x="187" y="878"/>
                  </a:lnTo>
                  <a:lnTo>
                    <a:pt x="201" y="880"/>
                  </a:lnTo>
                  <a:lnTo>
                    <a:pt x="214" y="885"/>
                  </a:lnTo>
                  <a:lnTo>
                    <a:pt x="226" y="894"/>
                  </a:lnTo>
                  <a:lnTo>
                    <a:pt x="235" y="905"/>
                  </a:lnTo>
                  <a:lnTo>
                    <a:pt x="240" y="919"/>
                  </a:lnTo>
                  <a:lnTo>
                    <a:pt x="254" y="964"/>
                  </a:lnTo>
                  <a:lnTo>
                    <a:pt x="272" y="1007"/>
                  </a:lnTo>
                  <a:lnTo>
                    <a:pt x="295" y="1049"/>
                  </a:lnTo>
                  <a:lnTo>
                    <a:pt x="301" y="1064"/>
                  </a:lnTo>
                  <a:lnTo>
                    <a:pt x="302" y="1078"/>
                  </a:lnTo>
                  <a:lnTo>
                    <a:pt x="300" y="1092"/>
                  </a:lnTo>
                  <a:lnTo>
                    <a:pt x="295" y="1105"/>
                  </a:lnTo>
                  <a:lnTo>
                    <a:pt x="286" y="1117"/>
                  </a:lnTo>
                  <a:lnTo>
                    <a:pt x="239" y="1163"/>
                  </a:lnTo>
                  <a:lnTo>
                    <a:pt x="271" y="1204"/>
                  </a:lnTo>
                  <a:lnTo>
                    <a:pt x="307" y="1242"/>
                  </a:lnTo>
                  <a:lnTo>
                    <a:pt x="345" y="1278"/>
                  </a:lnTo>
                  <a:lnTo>
                    <a:pt x="385" y="1310"/>
                  </a:lnTo>
                  <a:lnTo>
                    <a:pt x="432" y="1263"/>
                  </a:lnTo>
                  <a:lnTo>
                    <a:pt x="444" y="1254"/>
                  </a:lnTo>
                  <a:lnTo>
                    <a:pt x="457" y="1249"/>
                  </a:lnTo>
                  <a:lnTo>
                    <a:pt x="471" y="1247"/>
                  </a:lnTo>
                  <a:lnTo>
                    <a:pt x="485" y="1249"/>
                  </a:lnTo>
                  <a:lnTo>
                    <a:pt x="499" y="1254"/>
                  </a:lnTo>
                  <a:lnTo>
                    <a:pt x="542" y="1277"/>
                  </a:lnTo>
                  <a:lnTo>
                    <a:pt x="585" y="1295"/>
                  </a:lnTo>
                  <a:lnTo>
                    <a:pt x="629" y="1309"/>
                  </a:lnTo>
                  <a:lnTo>
                    <a:pt x="643" y="1315"/>
                  </a:lnTo>
                  <a:lnTo>
                    <a:pt x="655" y="1323"/>
                  </a:lnTo>
                  <a:lnTo>
                    <a:pt x="664" y="1335"/>
                  </a:lnTo>
                  <a:lnTo>
                    <a:pt x="670" y="1348"/>
                  </a:lnTo>
                  <a:lnTo>
                    <a:pt x="671" y="1363"/>
                  </a:lnTo>
                  <a:lnTo>
                    <a:pt x="671" y="1428"/>
                  </a:lnTo>
                  <a:lnTo>
                    <a:pt x="722" y="1434"/>
                  </a:lnTo>
                  <a:lnTo>
                    <a:pt x="774" y="1436"/>
                  </a:lnTo>
                  <a:lnTo>
                    <a:pt x="827" y="1434"/>
                  </a:lnTo>
                  <a:lnTo>
                    <a:pt x="878" y="1428"/>
                  </a:lnTo>
                  <a:lnTo>
                    <a:pt x="878" y="1363"/>
                  </a:lnTo>
                  <a:lnTo>
                    <a:pt x="879" y="1348"/>
                  </a:lnTo>
                  <a:lnTo>
                    <a:pt x="885" y="1335"/>
                  </a:lnTo>
                  <a:lnTo>
                    <a:pt x="894" y="1323"/>
                  </a:lnTo>
                  <a:lnTo>
                    <a:pt x="906" y="1315"/>
                  </a:lnTo>
                  <a:lnTo>
                    <a:pt x="920" y="1309"/>
                  </a:lnTo>
                  <a:lnTo>
                    <a:pt x="964" y="1295"/>
                  </a:lnTo>
                  <a:lnTo>
                    <a:pt x="1007" y="1277"/>
                  </a:lnTo>
                  <a:lnTo>
                    <a:pt x="1050" y="1254"/>
                  </a:lnTo>
                  <a:lnTo>
                    <a:pt x="1064" y="1249"/>
                  </a:lnTo>
                  <a:lnTo>
                    <a:pt x="1078" y="1247"/>
                  </a:lnTo>
                  <a:lnTo>
                    <a:pt x="1092" y="1249"/>
                  </a:lnTo>
                  <a:lnTo>
                    <a:pt x="1105" y="1254"/>
                  </a:lnTo>
                  <a:lnTo>
                    <a:pt x="1117" y="1263"/>
                  </a:lnTo>
                  <a:lnTo>
                    <a:pt x="1164" y="1310"/>
                  </a:lnTo>
                  <a:lnTo>
                    <a:pt x="1204" y="1278"/>
                  </a:lnTo>
                  <a:lnTo>
                    <a:pt x="1242" y="1242"/>
                  </a:lnTo>
                  <a:lnTo>
                    <a:pt x="1278" y="1204"/>
                  </a:lnTo>
                  <a:lnTo>
                    <a:pt x="1310" y="1163"/>
                  </a:lnTo>
                  <a:lnTo>
                    <a:pt x="1263" y="1117"/>
                  </a:lnTo>
                  <a:lnTo>
                    <a:pt x="1254" y="1105"/>
                  </a:lnTo>
                  <a:lnTo>
                    <a:pt x="1249" y="1092"/>
                  </a:lnTo>
                  <a:lnTo>
                    <a:pt x="1247" y="1078"/>
                  </a:lnTo>
                  <a:lnTo>
                    <a:pt x="1248" y="1064"/>
                  </a:lnTo>
                  <a:lnTo>
                    <a:pt x="1254" y="1049"/>
                  </a:lnTo>
                  <a:lnTo>
                    <a:pt x="1277" y="1007"/>
                  </a:lnTo>
                  <a:lnTo>
                    <a:pt x="1295" y="964"/>
                  </a:lnTo>
                  <a:lnTo>
                    <a:pt x="1309" y="919"/>
                  </a:lnTo>
                  <a:lnTo>
                    <a:pt x="1314" y="905"/>
                  </a:lnTo>
                  <a:lnTo>
                    <a:pt x="1323" y="894"/>
                  </a:lnTo>
                  <a:lnTo>
                    <a:pt x="1335" y="885"/>
                  </a:lnTo>
                  <a:lnTo>
                    <a:pt x="1348" y="880"/>
                  </a:lnTo>
                  <a:lnTo>
                    <a:pt x="1362" y="878"/>
                  </a:lnTo>
                  <a:lnTo>
                    <a:pt x="1428" y="878"/>
                  </a:lnTo>
                  <a:lnTo>
                    <a:pt x="1434" y="826"/>
                  </a:lnTo>
                  <a:lnTo>
                    <a:pt x="1436" y="774"/>
                  </a:lnTo>
                  <a:lnTo>
                    <a:pt x="1434" y="723"/>
                  </a:lnTo>
                  <a:lnTo>
                    <a:pt x="1428" y="671"/>
                  </a:lnTo>
                  <a:lnTo>
                    <a:pt x="1362" y="671"/>
                  </a:lnTo>
                  <a:lnTo>
                    <a:pt x="1348" y="669"/>
                  </a:lnTo>
                  <a:lnTo>
                    <a:pt x="1335" y="663"/>
                  </a:lnTo>
                  <a:lnTo>
                    <a:pt x="1323" y="654"/>
                  </a:lnTo>
                  <a:lnTo>
                    <a:pt x="1314" y="643"/>
                  </a:lnTo>
                  <a:lnTo>
                    <a:pt x="1309" y="630"/>
                  </a:lnTo>
                  <a:lnTo>
                    <a:pt x="1295" y="584"/>
                  </a:lnTo>
                  <a:lnTo>
                    <a:pt x="1277" y="541"/>
                  </a:lnTo>
                  <a:lnTo>
                    <a:pt x="1254" y="498"/>
                  </a:lnTo>
                  <a:lnTo>
                    <a:pt x="1248" y="485"/>
                  </a:lnTo>
                  <a:lnTo>
                    <a:pt x="1247" y="470"/>
                  </a:lnTo>
                  <a:lnTo>
                    <a:pt x="1249" y="456"/>
                  </a:lnTo>
                  <a:lnTo>
                    <a:pt x="1254" y="443"/>
                  </a:lnTo>
                  <a:lnTo>
                    <a:pt x="1263" y="431"/>
                  </a:lnTo>
                  <a:lnTo>
                    <a:pt x="1310" y="384"/>
                  </a:lnTo>
                  <a:lnTo>
                    <a:pt x="1278" y="344"/>
                  </a:lnTo>
                  <a:lnTo>
                    <a:pt x="1242" y="306"/>
                  </a:lnTo>
                  <a:lnTo>
                    <a:pt x="1204" y="270"/>
                  </a:lnTo>
                  <a:lnTo>
                    <a:pt x="1164" y="238"/>
                  </a:lnTo>
                  <a:lnTo>
                    <a:pt x="1117" y="285"/>
                  </a:lnTo>
                  <a:lnTo>
                    <a:pt x="1105" y="294"/>
                  </a:lnTo>
                  <a:lnTo>
                    <a:pt x="1092" y="300"/>
                  </a:lnTo>
                  <a:lnTo>
                    <a:pt x="1078" y="302"/>
                  </a:lnTo>
                  <a:lnTo>
                    <a:pt x="1064" y="300"/>
                  </a:lnTo>
                  <a:lnTo>
                    <a:pt x="1050" y="294"/>
                  </a:lnTo>
                  <a:lnTo>
                    <a:pt x="1007" y="271"/>
                  </a:lnTo>
                  <a:lnTo>
                    <a:pt x="964" y="254"/>
                  </a:lnTo>
                  <a:lnTo>
                    <a:pt x="920" y="239"/>
                  </a:lnTo>
                  <a:lnTo>
                    <a:pt x="906" y="234"/>
                  </a:lnTo>
                  <a:lnTo>
                    <a:pt x="894" y="225"/>
                  </a:lnTo>
                  <a:lnTo>
                    <a:pt x="885" y="214"/>
                  </a:lnTo>
                  <a:lnTo>
                    <a:pt x="879" y="200"/>
                  </a:lnTo>
                  <a:lnTo>
                    <a:pt x="878" y="186"/>
                  </a:lnTo>
                  <a:lnTo>
                    <a:pt x="878" y="120"/>
                  </a:lnTo>
                  <a:lnTo>
                    <a:pt x="827" y="114"/>
                  </a:lnTo>
                  <a:lnTo>
                    <a:pt x="774" y="112"/>
                  </a:lnTo>
                  <a:close/>
                  <a:moveTo>
                    <a:pt x="773" y="0"/>
                  </a:moveTo>
                  <a:lnTo>
                    <a:pt x="832" y="2"/>
                  </a:lnTo>
                  <a:lnTo>
                    <a:pt x="889" y="8"/>
                  </a:lnTo>
                  <a:lnTo>
                    <a:pt x="946" y="19"/>
                  </a:lnTo>
                  <a:lnTo>
                    <a:pt x="961" y="24"/>
                  </a:lnTo>
                  <a:lnTo>
                    <a:pt x="973" y="33"/>
                  </a:lnTo>
                  <a:lnTo>
                    <a:pt x="982" y="44"/>
                  </a:lnTo>
                  <a:lnTo>
                    <a:pt x="988" y="59"/>
                  </a:lnTo>
                  <a:lnTo>
                    <a:pt x="990" y="74"/>
                  </a:lnTo>
                  <a:lnTo>
                    <a:pt x="990" y="144"/>
                  </a:lnTo>
                  <a:lnTo>
                    <a:pt x="1030" y="158"/>
                  </a:lnTo>
                  <a:lnTo>
                    <a:pt x="1067" y="176"/>
                  </a:lnTo>
                  <a:lnTo>
                    <a:pt x="1117" y="126"/>
                  </a:lnTo>
                  <a:lnTo>
                    <a:pt x="1129" y="117"/>
                  </a:lnTo>
                  <a:lnTo>
                    <a:pt x="1143" y="111"/>
                  </a:lnTo>
                  <a:lnTo>
                    <a:pt x="1158" y="110"/>
                  </a:lnTo>
                  <a:lnTo>
                    <a:pt x="1173" y="112"/>
                  </a:lnTo>
                  <a:lnTo>
                    <a:pt x="1187" y="118"/>
                  </a:lnTo>
                  <a:lnTo>
                    <a:pt x="1234" y="151"/>
                  </a:lnTo>
                  <a:lnTo>
                    <a:pt x="1280" y="188"/>
                  </a:lnTo>
                  <a:lnTo>
                    <a:pt x="1322" y="227"/>
                  </a:lnTo>
                  <a:lnTo>
                    <a:pt x="1361" y="269"/>
                  </a:lnTo>
                  <a:lnTo>
                    <a:pt x="1396" y="314"/>
                  </a:lnTo>
                  <a:lnTo>
                    <a:pt x="1430" y="361"/>
                  </a:lnTo>
                  <a:lnTo>
                    <a:pt x="1436" y="375"/>
                  </a:lnTo>
                  <a:lnTo>
                    <a:pt x="1438" y="391"/>
                  </a:lnTo>
                  <a:lnTo>
                    <a:pt x="1437" y="406"/>
                  </a:lnTo>
                  <a:lnTo>
                    <a:pt x="1431" y="419"/>
                  </a:lnTo>
                  <a:lnTo>
                    <a:pt x="1422" y="431"/>
                  </a:lnTo>
                  <a:lnTo>
                    <a:pt x="1372" y="481"/>
                  </a:lnTo>
                  <a:lnTo>
                    <a:pt x="1389" y="520"/>
                  </a:lnTo>
                  <a:lnTo>
                    <a:pt x="1404" y="558"/>
                  </a:lnTo>
                  <a:lnTo>
                    <a:pt x="1474" y="558"/>
                  </a:lnTo>
                  <a:lnTo>
                    <a:pt x="1489" y="560"/>
                  </a:lnTo>
                  <a:lnTo>
                    <a:pt x="1503" y="566"/>
                  </a:lnTo>
                  <a:lnTo>
                    <a:pt x="1514" y="575"/>
                  </a:lnTo>
                  <a:lnTo>
                    <a:pt x="1523" y="587"/>
                  </a:lnTo>
                  <a:lnTo>
                    <a:pt x="1529" y="602"/>
                  </a:lnTo>
                  <a:lnTo>
                    <a:pt x="1540" y="659"/>
                  </a:lnTo>
                  <a:lnTo>
                    <a:pt x="1546" y="716"/>
                  </a:lnTo>
                  <a:lnTo>
                    <a:pt x="1549" y="774"/>
                  </a:lnTo>
                  <a:lnTo>
                    <a:pt x="1546" y="833"/>
                  </a:lnTo>
                  <a:lnTo>
                    <a:pt x="1540" y="890"/>
                  </a:lnTo>
                  <a:lnTo>
                    <a:pt x="1529" y="947"/>
                  </a:lnTo>
                  <a:lnTo>
                    <a:pt x="1523" y="961"/>
                  </a:lnTo>
                  <a:lnTo>
                    <a:pt x="1514" y="973"/>
                  </a:lnTo>
                  <a:lnTo>
                    <a:pt x="1503" y="982"/>
                  </a:lnTo>
                  <a:lnTo>
                    <a:pt x="1489" y="988"/>
                  </a:lnTo>
                  <a:lnTo>
                    <a:pt x="1474" y="990"/>
                  </a:lnTo>
                  <a:lnTo>
                    <a:pt x="1404" y="990"/>
                  </a:lnTo>
                  <a:lnTo>
                    <a:pt x="1389" y="1029"/>
                  </a:lnTo>
                  <a:lnTo>
                    <a:pt x="1372" y="1067"/>
                  </a:lnTo>
                  <a:lnTo>
                    <a:pt x="1422" y="1117"/>
                  </a:lnTo>
                  <a:lnTo>
                    <a:pt x="1431" y="1129"/>
                  </a:lnTo>
                  <a:lnTo>
                    <a:pt x="1437" y="1143"/>
                  </a:lnTo>
                  <a:lnTo>
                    <a:pt x="1438" y="1157"/>
                  </a:lnTo>
                  <a:lnTo>
                    <a:pt x="1436" y="1173"/>
                  </a:lnTo>
                  <a:lnTo>
                    <a:pt x="1430" y="1187"/>
                  </a:lnTo>
                  <a:lnTo>
                    <a:pt x="1396" y="1234"/>
                  </a:lnTo>
                  <a:lnTo>
                    <a:pt x="1361" y="1280"/>
                  </a:lnTo>
                  <a:lnTo>
                    <a:pt x="1322" y="1322"/>
                  </a:lnTo>
                  <a:lnTo>
                    <a:pt x="1280" y="1361"/>
                  </a:lnTo>
                  <a:lnTo>
                    <a:pt x="1234" y="1398"/>
                  </a:lnTo>
                  <a:lnTo>
                    <a:pt x="1187" y="1430"/>
                  </a:lnTo>
                  <a:lnTo>
                    <a:pt x="1173" y="1436"/>
                  </a:lnTo>
                  <a:lnTo>
                    <a:pt x="1158" y="1438"/>
                  </a:lnTo>
                  <a:lnTo>
                    <a:pt x="1143" y="1437"/>
                  </a:lnTo>
                  <a:lnTo>
                    <a:pt x="1129" y="1431"/>
                  </a:lnTo>
                  <a:lnTo>
                    <a:pt x="1117" y="1422"/>
                  </a:lnTo>
                  <a:lnTo>
                    <a:pt x="1067" y="1372"/>
                  </a:lnTo>
                  <a:lnTo>
                    <a:pt x="1030" y="1390"/>
                  </a:lnTo>
                  <a:lnTo>
                    <a:pt x="990" y="1405"/>
                  </a:lnTo>
                  <a:lnTo>
                    <a:pt x="990" y="1474"/>
                  </a:lnTo>
                  <a:lnTo>
                    <a:pt x="988" y="1489"/>
                  </a:lnTo>
                  <a:lnTo>
                    <a:pt x="982" y="1504"/>
                  </a:lnTo>
                  <a:lnTo>
                    <a:pt x="973" y="1516"/>
                  </a:lnTo>
                  <a:lnTo>
                    <a:pt x="961" y="1524"/>
                  </a:lnTo>
                  <a:lnTo>
                    <a:pt x="946" y="1530"/>
                  </a:lnTo>
                  <a:lnTo>
                    <a:pt x="889" y="1540"/>
                  </a:lnTo>
                  <a:lnTo>
                    <a:pt x="832" y="1547"/>
                  </a:lnTo>
                  <a:lnTo>
                    <a:pt x="774" y="1549"/>
                  </a:lnTo>
                  <a:lnTo>
                    <a:pt x="716" y="1547"/>
                  </a:lnTo>
                  <a:lnTo>
                    <a:pt x="660" y="1540"/>
                  </a:lnTo>
                  <a:lnTo>
                    <a:pt x="602" y="1530"/>
                  </a:lnTo>
                  <a:lnTo>
                    <a:pt x="588" y="1524"/>
                  </a:lnTo>
                  <a:lnTo>
                    <a:pt x="576" y="1516"/>
                  </a:lnTo>
                  <a:lnTo>
                    <a:pt x="567" y="1504"/>
                  </a:lnTo>
                  <a:lnTo>
                    <a:pt x="561" y="1489"/>
                  </a:lnTo>
                  <a:lnTo>
                    <a:pt x="559" y="1474"/>
                  </a:lnTo>
                  <a:lnTo>
                    <a:pt x="559" y="1405"/>
                  </a:lnTo>
                  <a:lnTo>
                    <a:pt x="519" y="1390"/>
                  </a:lnTo>
                  <a:lnTo>
                    <a:pt x="482" y="1372"/>
                  </a:lnTo>
                  <a:lnTo>
                    <a:pt x="432" y="1422"/>
                  </a:lnTo>
                  <a:lnTo>
                    <a:pt x="420" y="1431"/>
                  </a:lnTo>
                  <a:lnTo>
                    <a:pt x="406" y="1437"/>
                  </a:lnTo>
                  <a:lnTo>
                    <a:pt x="391" y="1438"/>
                  </a:lnTo>
                  <a:lnTo>
                    <a:pt x="376" y="1436"/>
                  </a:lnTo>
                  <a:lnTo>
                    <a:pt x="362" y="1430"/>
                  </a:lnTo>
                  <a:lnTo>
                    <a:pt x="315" y="1398"/>
                  </a:lnTo>
                  <a:lnTo>
                    <a:pt x="269" y="1361"/>
                  </a:lnTo>
                  <a:lnTo>
                    <a:pt x="227" y="1322"/>
                  </a:lnTo>
                  <a:lnTo>
                    <a:pt x="188" y="1280"/>
                  </a:lnTo>
                  <a:lnTo>
                    <a:pt x="153" y="1234"/>
                  </a:lnTo>
                  <a:lnTo>
                    <a:pt x="119" y="1187"/>
                  </a:lnTo>
                  <a:lnTo>
                    <a:pt x="113" y="1173"/>
                  </a:lnTo>
                  <a:lnTo>
                    <a:pt x="111" y="1157"/>
                  </a:lnTo>
                  <a:lnTo>
                    <a:pt x="112" y="1143"/>
                  </a:lnTo>
                  <a:lnTo>
                    <a:pt x="118" y="1129"/>
                  </a:lnTo>
                  <a:lnTo>
                    <a:pt x="127" y="1117"/>
                  </a:lnTo>
                  <a:lnTo>
                    <a:pt x="177" y="1068"/>
                  </a:lnTo>
                  <a:lnTo>
                    <a:pt x="160" y="1029"/>
                  </a:lnTo>
                  <a:lnTo>
                    <a:pt x="144" y="990"/>
                  </a:lnTo>
                  <a:lnTo>
                    <a:pt x="75" y="990"/>
                  </a:lnTo>
                  <a:lnTo>
                    <a:pt x="60" y="988"/>
                  </a:lnTo>
                  <a:lnTo>
                    <a:pt x="46" y="982"/>
                  </a:lnTo>
                  <a:lnTo>
                    <a:pt x="35" y="973"/>
                  </a:lnTo>
                  <a:lnTo>
                    <a:pt x="26" y="961"/>
                  </a:lnTo>
                  <a:lnTo>
                    <a:pt x="20" y="947"/>
                  </a:lnTo>
                  <a:lnTo>
                    <a:pt x="9" y="890"/>
                  </a:lnTo>
                  <a:lnTo>
                    <a:pt x="3" y="833"/>
                  </a:lnTo>
                  <a:lnTo>
                    <a:pt x="0" y="774"/>
                  </a:lnTo>
                  <a:lnTo>
                    <a:pt x="3" y="716"/>
                  </a:lnTo>
                  <a:lnTo>
                    <a:pt x="9" y="659"/>
                  </a:lnTo>
                  <a:lnTo>
                    <a:pt x="20" y="602"/>
                  </a:lnTo>
                  <a:lnTo>
                    <a:pt x="26" y="587"/>
                  </a:lnTo>
                  <a:lnTo>
                    <a:pt x="35" y="575"/>
                  </a:lnTo>
                  <a:lnTo>
                    <a:pt x="46" y="566"/>
                  </a:lnTo>
                  <a:lnTo>
                    <a:pt x="60" y="560"/>
                  </a:lnTo>
                  <a:lnTo>
                    <a:pt x="75" y="558"/>
                  </a:lnTo>
                  <a:lnTo>
                    <a:pt x="144" y="558"/>
                  </a:lnTo>
                  <a:lnTo>
                    <a:pt x="160" y="520"/>
                  </a:lnTo>
                  <a:lnTo>
                    <a:pt x="177" y="481"/>
                  </a:lnTo>
                  <a:lnTo>
                    <a:pt x="127" y="431"/>
                  </a:lnTo>
                  <a:lnTo>
                    <a:pt x="118" y="419"/>
                  </a:lnTo>
                  <a:lnTo>
                    <a:pt x="112" y="406"/>
                  </a:lnTo>
                  <a:lnTo>
                    <a:pt x="111" y="391"/>
                  </a:lnTo>
                  <a:lnTo>
                    <a:pt x="113" y="375"/>
                  </a:lnTo>
                  <a:lnTo>
                    <a:pt x="119" y="361"/>
                  </a:lnTo>
                  <a:lnTo>
                    <a:pt x="153" y="314"/>
                  </a:lnTo>
                  <a:lnTo>
                    <a:pt x="188" y="269"/>
                  </a:lnTo>
                  <a:lnTo>
                    <a:pt x="227" y="227"/>
                  </a:lnTo>
                  <a:lnTo>
                    <a:pt x="269" y="187"/>
                  </a:lnTo>
                  <a:lnTo>
                    <a:pt x="315" y="151"/>
                  </a:lnTo>
                  <a:lnTo>
                    <a:pt x="362" y="118"/>
                  </a:lnTo>
                  <a:lnTo>
                    <a:pt x="376" y="112"/>
                  </a:lnTo>
                  <a:lnTo>
                    <a:pt x="391" y="110"/>
                  </a:lnTo>
                  <a:lnTo>
                    <a:pt x="406" y="111"/>
                  </a:lnTo>
                  <a:lnTo>
                    <a:pt x="420" y="117"/>
                  </a:lnTo>
                  <a:lnTo>
                    <a:pt x="432" y="126"/>
                  </a:lnTo>
                  <a:lnTo>
                    <a:pt x="482" y="176"/>
                  </a:lnTo>
                  <a:lnTo>
                    <a:pt x="519" y="158"/>
                  </a:lnTo>
                  <a:lnTo>
                    <a:pt x="559" y="144"/>
                  </a:lnTo>
                  <a:lnTo>
                    <a:pt x="559" y="74"/>
                  </a:lnTo>
                  <a:lnTo>
                    <a:pt x="561" y="59"/>
                  </a:lnTo>
                  <a:lnTo>
                    <a:pt x="567" y="44"/>
                  </a:lnTo>
                  <a:lnTo>
                    <a:pt x="576" y="33"/>
                  </a:lnTo>
                  <a:lnTo>
                    <a:pt x="588" y="24"/>
                  </a:lnTo>
                  <a:lnTo>
                    <a:pt x="602" y="19"/>
                  </a:lnTo>
                  <a:lnTo>
                    <a:pt x="660" y="8"/>
                  </a:lnTo>
                  <a:lnTo>
                    <a:pt x="717" y="2"/>
                  </a:lnTo>
                  <a:lnTo>
                    <a:pt x="7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3" name="Freeform 461">
              <a:extLst>
                <a:ext uri="{FF2B5EF4-FFF2-40B4-BE49-F238E27FC236}">
                  <a16:creationId xmlns:a16="http://schemas.microsoft.com/office/drawing/2014/main" id="{BF6AD80E-44B9-461F-9754-232A3757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575" y="3570288"/>
              <a:ext cx="93662" cy="17462"/>
            </a:xfrm>
            <a:custGeom>
              <a:avLst/>
              <a:gdLst>
                <a:gd name="T0" fmla="*/ 57 w 591"/>
                <a:gd name="T1" fmla="*/ 0 h 112"/>
                <a:gd name="T2" fmla="*/ 534 w 591"/>
                <a:gd name="T3" fmla="*/ 0 h 112"/>
                <a:gd name="T4" fmla="*/ 553 w 591"/>
                <a:gd name="T5" fmla="*/ 3 h 112"/>
                <a:gd name="T6" fmla="*/ 568 w 591"/>
                <a:gd name="T7" fmla="*/ 10 h 112"/>
                <a:gd name="T8" fmla="*/ 580 w 591"/>
                <a:gd name="T9" fmla="*/ 23 h 112"/>
                <a:gd name="T10" fmla="*/ 588 w 591"/>
                <a:gd name="T11" fmla="*/ 39 h 112"/>
                <a:gd name="T12" fmla="*/ 591 w 591"/>
                <a:gd name="T13" fmla="*/ 56 h 112"/>
                <a:gd name="T14" fmla="*/ 588 w 591"/>
                <a:gd name="T15" fmla="*/ 74 h 112"/>
                <a:gd name="T16" fmla="*/ 580 w 591"/>
                <a:gd name="T17" fmla="*/ 89 h 112"/>
                <a:gd name="T18" fmla="*/ 568 w 591"/>
                <a:gd name="T19" fmla="*/ 101 h 112"/>
                <a:gd name="T20" fmla="*/ 553 w 591"/>
                <a:gd name="T21" fmla="*/ 109 h 112"/>
                <a:gd name="T22" fmla="*/ 534 w 591"/>
                <a:gd name="T23" fmla="*/ 112 h 112"/>
                <a:gd name="T24" fmla="*/ 57 w 591"/>
                <a:gd name="T25" fmla="*/ 112 h 112"/>
                <a:gd name="T26" fmla="*/ 38 w 591"/>
                <a:gd name="T27" fmla="*/ 109 h 112"/>
                <a:gd name="T28" fmla="*/ 23 w 591"/>
                <a:gd name="T29" fmla="*/ 101 h 112"/>
                <a:gd name="T30" fmla="*/ 11 w 591"/>
                <a:gd name="T31" fmla="*/ 89 h 112"/>
                <a:gd name="T32" fmla="*/ 3 w 591"/>
                <a:gd name="T33" fmla="*/ 74 h 112"/>
                <a:gd name="T34" fmla="*/ 0 w 591"/>
                <a:gd name="T35" fmla="*/ 56 h 112"/>
                <a:gd name="T36" fmla="*/ 3 w 591"/>
                <a:gd name="T37" fmla="*/ 39 h 112"/>
                <a:gd name="T38" fmla="*/ 11 w 591"/>
                <a:gd name="T39" fmla="*/ 23 h 112"/>
                <a:gd name="T40" fmla="*/ 23 w 591"/>
                <a:gd name="T41" fmla="*/ 10 h 112"/>
                <a:gd name="T42" fmla="*/ 38 w 591"/>
                <a:gd name="T43" fmla="*/ 3 h 112"/>
                <a:gd name="T44" fmla="*/ 57 w 591"/>
                <a:gd name="T4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1" h="112">
                  <a:moveTo>
                    <a:pt x="57" y="0"/>
                  </a:moveTo>
                  <a:lnTo>
                    <a:pt x="534" y="0"/>
                  </a:lnTo>
                  <a:lnTo>
                    <a:pt x="553" y="3"/>
                  </a:lnTo>
                  <a:lnTo>
                    <a:pt x="568" y="10"/>
                  </a:lnTo>
                  <a:lnTo>
                    <a:pt x="580" y="23"/>
                  </a:lnTo>
                  <a:lnTo>
                    <a:pt x="588" y="39"/>
                  </a:lnTo>
                  <a:lnTo>
                    <a:pt x="591" y="56"/>
                  </a:lnTo>
                  <a:lnTo>
                    <a:pt x="588" y="74"/>
                  </a:lnTo>
                  <a:lnTo>
                    <a:pt x="580" y="89"/>
                  </a:lnTo>
                  <a:lnTo>
                    <a:pt x="568" y="101"/>
                  </a:lnTo>
                  <a:lnTo>
                    <a:pt x="553" y="109"/>
                  </a:lnTo>
                  <a:lnTo>
                    <a:pt x="534" y="112"/>
                  </a:lnTo>
                  <a:lnTo>
                    <a:pt x="57" y="112"/>
                  </a:lnTo>
                  <a:lnTo>
                    <a:pt x="38" y="109"/>
                  </a:lnTo>
                  <a:lnTo>
                    <a:pt x="23" y="101"/>
                  </a:lnTo>
                  <a:lnTo>
                    <a:pt x="11" y="89"/>
                  </a:lnTo>
                  <a:lnTo>
                    <a:pt x="3" y="74"/>
                  </a:lnTo>
                  <a:lnTo>
                    <a:pt x="0" y="56"/>
                  </a:lnTo>
                  <a:lnTo>
                    <a:pt x="3" y="39"/>
                  </a:lnTo>
                  <a:lnTo>
                    <a:pt x="11" y="23"/>
                  </a:lnTo>
                  <a:lnTo>
                    <a:pt x="23" y="10"/>
                  </a:lnTo>
                  <a:lnTo>
                    <a:pt x="38" y="3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4" name="Freeform 462">
              <a:extLst>
                <a:ext uri="{FF2B5EF4-FFF2-40B4-BE49-F238E27FC236}">
                  <a16:creationId xmlns:a16="http://schemas.microsoft.com/office/drawing/2014/main" id="{8E7CD2AA-66EB-476B-83F3-72B099294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7213" y="3979863"/>
              <a:ext cx="52387" cy="52387"/>
            </a:xfrm>
            <a:custGeom>
              <a:avLst/>
              <a:gdLst>
                <a:gd name="T0" fmla="*/ 168 w 337"/>
                <a:gd name="T1" fmla="*/ 112 h 337"/>
                <a:gd name="T2" fmla="*/ 150 w 337"/>
                <a:gd name="T3" fmla="*/ 115 h 337"/>
                <a:gd name="T4" fmla="*/ 135 w 337"/>
                <a:gd name="T5" fmla="*/ 123 h 337"/>
                <a:gd name="T6" fmla="*/ 123 w 337"/>
                <a:gd name="T7" fmla="*/ 135 h 337"/>
                <a:gd name="T8" fmla="*/ 115 w 337"/>
                <a:gd name="T9" fmla="*/ 150 h 337"/>
                <a:gd name="T10" fmla="*/ 112 w 337"/>
                <a:gd name="T11" fmla="*/ 168 h 337"/>
                <a:gd name="T12" fmla="*/ 115 w 337"/>
                <a:gd name="T13" fmla="*/ 186 h 337"/>
                <a:gd name="T14" fmla="*/ 123 w 337"/>
                <a:gd name="T15" fmla="*/ 201 h 337"/>
                <a:gd name="T16" fmla="*/ 135 w 337"/>
                <a:gd name="T17" fmla="*/ 213 h 337"/>
                <a:gd name="T18" fmla="*/ 150 w 337"/>
                <a:gd name="T19" fmla="*/ 222 h 337"/>
                <a:gd name="T20" fmla="*/ 168 w 337"/>
                <a:gd name="T21" fmla="*/ 225 h 337"/>
                <a:gd name="T22" fmla="*/ 187 w 337"/>
                <a:gd name="T23" fmla="*/ 222 h 337"/>
                <a:gd name="T24" fmla="*/ 202 w 337"/>
                <a:gd name="T25" fmla="*/ 213 h 337"/>
                <a:gd name="T26" fmla="*/ 214 w 337"/>
                <a:gd name="T27" fmla="*/ 201 h 337"/>
                <a:gd name="T28" fmla="*/ 222 w 337"/>
                <a:gd name="T29" fmla="*/ 186 h 337"/>
                <a:gd name="T30" fmla="*/ 225 w 337"/>
                <a:gd name="T31" fmla="*/ 168 h 337"/>
                <a:gd name="T32" fmla="*/ 222 w 337"/>
                <a:gd name="T33" fmla="*/ 150 h 337"/>
                <a:gd name="T34" fmla="*/ 214 w 337"/>
                <a:gd name="T35" fmla="*/ 135 h 337"/>
                <a:gd name="T36" fmla="*/ 202 w 337"/>
                <a:gd name="T37" fmla="*/ 123 h 337"/>
                <a:gd name="T38" fmla="*/ 187 w 337"/>
                <a:gd name="T39" fmla="*/ 115 h 337"/>
                <a:gd name="T40" fmla="*/ 168 w 337"/>
                <a:gd name="T41" fmla="*/ 112 h 337"/>
                <a:gd name="T42" fmla="*/ 168 w 337"/>
                <a:gd name="T43" fmla="*/ 0 h 337"/>
                <a:gd name="T44" fmla="*/ 199 w 337"/>
                <a:gd name="T45" fmla="*/ 3 h 337"/>
                <a:gd name="T46" fmla="*/ 227 w 337"/>
                <a:gd name="T47" fmla="*/ 11 h 337"/>
                <a:gd name="T48" fmla="*/ 253 w 337"/>
                <a:gd name="T49" fmla="*/ 23 h 337"/>
                <a:gd name="T50" fmla="*/ 276 w 337"/>
                <a:gd name="T51" fmla="*/ 39 h 337"/>
                <a:gd name="T52" fmla="*/ 298 w 337"/>
                <a:gd name="T53" fmla="*/ 60 h 337"/>
                <a:gd name="T54" fmla="*/ 314 w 337"/>
                <a:gd name="T55" fmla="*/ 83 h 337"/>
                <a:gd name="T56" fmla="*/ 326 w 337"/>
                <a:gd name="T57" fmla="*/ 110 h 337"/>
                <a:gd name="T58" fmla="*/ 334 w 337"/>
                <a:gd name="T59" fmla="*/ 138 h 337"/>
                <a:gd name="T60" fmla="*/ 337 w 337"/>
                <a:gd name="T61" fmla="*/ 168 h 337"/>
                <a:gd name="T62" fmla="*/ 334 w 337"/>
                <a:gd name="T63" fmla="*/ 198 h 337"/>
                <a:gd name="T64" fmla="*/ 326 w 337"/>
                <a:gd name="T65" fmla="*/ 227 h 337"/>
                <a:gd name="T66" fmla="*/ 314 w 337"/>
                <a:gd name="T67" fmla="*/ 253 h 337"/>
                <a:gd name="T68" fmla="*/ 298 w 337"/>
                <a:gd name="T69" fmla="*/ 276 h 337"/>
                <a:gd name="T70" fmla="*/ 276 w 337"/>
                <a:gd name="T71" fmla="*/ 297 h 337"/>
                <a:gd name="T72" fmla="*/ 253 w 337"/>
                <a:gd name="T73" fmla="*/ 313 h 337"/>
                <a:gd name="T74" fmla="*/ 227 w 337"/>
                <a:gd name="T75" fmla="*/ 326 h 337"/>
                <a:gd name="T76" fmla="*/ 199 w 337"/>
                <a:gd name="T77" fmla="*/ 334 h 337"/>
                <a:gd name="T78" fmla="*/ 168 w 337"/>
                <a:gd name="T79" fmla="*/ 337 h 337"/>
                <a:gd name="T80" fmla="*/ 138 w 337"/>
                <a:gd name="T81" fmla="*/ 334 h 337"/>
                <a:gd name="T82" fmla="*/ 110 w 337"/>
                <a:gd name="T83" fmla="*/ 326 h 337"/>
                <a:gd name="T84" fmla="*/ 84 w 337"/>
                <a:gd name="T85" fmla="*/ 313 h 337"/>
                <a:gd name="T86" fmla="*/ 61 w 337"/>
                <a:gd name="T87" fmla="*/ 297 h 337"/>
                <a:gd name="T88" fmla="*/ 39 w 337"/>
                <a:gd name="T89" fmla="*/ 276 h 337"/>
                <a:gd name="T90" fmla="*/ 23 w 337"/>
                <a:gd name="T91" fmla="*/ 253 h 337"/>
                <a:gd name="T92" fmla="*/ 11 w 337"/>
                <a:gd name="T93" fmla="*/ 227 h 337"/>
                <a:gd name="T94" fmla="*/ 3 w 337"/>
                <a:gd name="T95" fmla="*/ 198 h 337"/>
                <a:gd name="T96" fmla="*/ 0 w 337"/>
                <a:gd name="T97" fmla="*/ 168 h 337"/>
                <a:gd name="T98" fmla="*/ 3 w 337"/>
                <a:gd name="T99" fmla="*/ 138 h 337"/>
                <a:gd name="T100" fmla="*/ 11 w 337"/>
                <a:gd name="T101" fmla="*/ 110 h 337"/>
                <a:gd name="T102" fmla="*/ 23 w 337"/>
                <a:gd name="T103" fmla="*/ 83 h 337"/>
                <a:gd name="T104" fmla="*/ 39 w 337"/>
                <a:gd name="T105" fmla="*/ 60 h 337"/>
                <a:gd name="T106" fmla="*/ 61 w 337"/>
                <a:gd name="T107" fmla="*/ 39 h 337"/>
                <a:gd name="T108" fmla="*/ 84 w 337"/>
                <a:gd name="T109" fmla="*/ 23 h 337"/>
                <a:gd name="T110" fmla="*/ 110 w 337"/>
                <a:gd name="T111" fmla="*/ 11 h 337"/>
                <a:gd name="T112" fmla="*/ 138 w 337"/>
                <a:gd name="T113" fmla="*/ 3 h 337"/>
                <a:gd name="T114" fmla="*/ 168 w 337"/>
                <a:gd name="T115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7" h="337">
                  <a:moveTo>
                    <a:pt x="168" y="112"/>
                  </a:moveTo>
                  <a:lnTo>
                    <a:pt x="150" y="115"/>
                  </a:lnTo>
                  <a:lnTo>
                    <a:pt x="135" y="123"/>
                  </a:lnTo>
                  <a:lnTo>
                    <a:pt x="123" y="135"/>
                  </a:lnTo>
                  <a:lnTo>
                    <a:pt x="115" y="150"/>
                  </a:lnTo>
                  <a:lnTo>
                    <a:pt x="112" y="168"/>
                  </a:lnTo>
                  <a:lnTo>
                    <a:pt x="115" y="186"/>
                  </a:lnTo>
                  <a:lnTo>
                    <a:pt x="123" y="201"/>
                  </a:lnTo>
                  <a:lnTo>
                    <a:pt x="135" y="213"/>
                  </a:lnTo>
                  <a:lnTo>
                    <a:pt x="150" y="222"/>
                  </a:lnTo>
                  <a:lnTo>
                    <a:pt x="168" y="225"/>
                  </a:lnTo>
                  <a:lnTo>
                    <a:pt x="187" y="222"/>
                  </a:lnTo>
                  <a:lnTo>
                    <a:pt x="202" y="213"/>
                  </a:lnTo>
                  <a:lnTo>
                    <a:pt x="214" y="201"/>
                  </a:lnTo>
                  <a:lnTo>
                    <a:pt x="222" y="186"/>
                  </a:lnTo>
                  <a:lnTo>
                    <a:pt x="225" y="168"/>
                  </a:lnTo>
                  <a:lnTo>
                    <a:pt x="222" y="150"/>
                  </a:lnTo>
                  <a:lnTo>
                    <a:pt x="214" y="135"/>
                  </a:lnTo>
                  <a:lnTo>
                    <a:pt x="202" y="123"/>
                  </a:lnTo>
                  <a:lnTo>
                    <a:pt x="187" y="115"/>
                  </a:lnTo>
                  <a:lnTo>
                    <a:pt x="168" y="112"/>
                  </a:lnTo>
                  <a:close/>
                  <a:moveTo>
                    <a:pt x="168" y="0"/>
                  </a:moveTo>
                  <a:lnTo>
                    <a:pt x="199" y="3"/>
                  </a:lnTo>
                  <a:lnTo>
                    <a:pt x="227" y="11"/>
                  </a:lnTo>
                  <a:lnTo>
                    <a:pt x="253" y="23"/>
                  </a:lnTo>
                  <a:lnTo>
                    <a:pt x="276" y="39"/>
                  </a:lnTo>
                  <a:lnTo>
                    <a:pt x="298" y="60"/>
                  </a:lnTo>
                  <a:lnTo>
                    <a:pt x="314" y="83"/>
                  </a:lnTo>
                  <a:lnTo>
                    <a:pt x="326" y="110"/>
                  </a:lnTo>
                  <a:lnTo>
                    <a:pt x="334" y="138"/>
                  </a:lnTo>
                  <a:lnTo>
                    <a:pt x="337" y="168"/>
                  </a:lnTo>
                  <a:lnTo>
                    <a:pt x="334" y="198"/>
                  </a:lnTo>
                  <a:lnTo>
                    <a:pt x="326" y="227"/>
                  </a:lnTo>
                  <a:lnTo>
                    <a:pt x="314" y="253"/>
                  </a:lnTo>
                  <a:lnTo>
                    <a:pt x="298" y="276"/>
                  </a:lnTo>
                  <a:lnTo>
                    <a:pt x="276" y="297"/>
                  </a:lnTo>
                  <a:lnTo>
                    <a:pt x="253" y="313"/>
                  </a:lnTo>
                  <a:lnTo>
                    <a:pt x="227" y="326"/>
                  </a:lnTo>
                  <a:lnTo>
                    <a:pt x="199" y="334"/>
                  </a:lnTo>
                  <a:lnTo>
                    <a:pt x="168" y="337"/>
                  </a:lnTo>
                  <a:lnTo>
                    <a:pt x="138" y="334"/>
                  </a:lnTo>
                  <a:lnTo>
                    <a:pt x="110" y="326"/>
                  </a:lnTo>
                  <a:lnTo>
                    <a:pt x="84" y="313"/>
                  </a:lnTo>
                  <a:lnTo>
                    <a:pt x="61" y="297"/>
                  </a:lnTo>
                  <a:lnTo>
                    <a:pt x="39" y="276"/>
                  </a:lnTo>
                  <a:lnTo>
                    <a:pt x="23" y="253"/>
                  </a:lnTo>
                  <a:lnTo>
                    <a:pt x="11" y="227"/>
                  </a:lnTo>
                  <a:lnTo>
                    <a:pt x="3" y="198"/>
                  </a:lnTo>
                  <a:lnTo>
                    <a:pt x="0" y="168"/>
                  </a:lnTo>
                  <a:lnTo>
                    <a:pt x="3" y="138"/>
                  </a:lnTo>
                  <a:lnTo>
                    <a:pt x="11" y="110"/>
                  </a:lnTo>
                  <a:lnTo>
                    <a:pt x="23" y="83"/>
                  </a:lnTo>
                  <a:lnTo>
                    <a:pt x="39" y="60"/>
                  </a:lnTo>
                  <a:lnTo>
                    <a:pt x="61" y="39"/>
                  </a:lnTo>
                  <a:lnTo>
                    <a:pt x="84" y="23"/>
                  </a:lnTo>
                  <a:lnTo>
                    <a:pt x="110" y="11"/>
                  </a:lnTo>
                  <a:lnTo>
                    <a:pt x="138" y="3"/>
                  </a:lnTo>
                  <a:lnTo>
                    <a:pt x="1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45" name="Freeform 467">
            <a:extLst>
              <a:ext uri="{FF2B5EF4-FFF2-40B4-BE49-F238E27FC236}">
                <a16:creationId xmlns:a16="http://schemas.microsoft.com/office/drawing/2014/main" id="{143071BB-9455-4DAE-9448-DC7AE3FA4AFA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9241173" y="2697567"/>
            <a:ext cx="319043" cy="325576"/>
          </a:xfrm>
          <a:custGeom>
            <a:avLst/>
            <a:gdLst>
              <a:gd name="T0" fmla="*/ 2500 w 3228"/>
              <a:gd name="T1" fmla="*/ 3203 h 3586"/>
              <a:gd name="T2" fmla="*/ 2464 w 3228"/>
              <a:gd name="T3" fmla="*/ 3335 h 3586"/>
              <a:gd name="T4" fmla="*/ 2543 w 3228"/>
              <a:gd name="T5" fmla="*/ 3440 h 3586"/>
              <a:gd name="T6" fmla="*/ 2669 w 3228"/>
              <a:gd name="T7" fmla="*/ 3427 h 3586"/>
              <a:gd name="T8" fmla="*/ 2728 w 3228"/>
              <a:gd name="T9" fmla="*/ 3306 h 3586"/>
              <a:gd name="T10" fmla="*/ 2639 w 3228"/>
              <a:gd name="T11" fmla="*/ 3353 h 3586"/>
              <a:gd name="T12" fmla="*/ 2565 w 3228"/>
              <a:gd name="T13" fmla="*/ 3366 h 3586"/>
              <a:gd name="T14" fmla="*/ 2534 w 3228"/>
              <a:gd name="T15" fmla="*/ 3291 h 3586"/>
              <a:gd name="T16" fmla="*/ 1152 w 3228"/>
              <a:gd name="T17" fmla="*/ 3164 h 3586"/>
              <a:gd name="T18" fmla="*/ 1056 w 3228"/>
              <a:gd name="T19" fmla="*/ 3249 h 3586"/>
              <a:gd name="T20" fmla="*/ 1069 w 3228"/>
              <a:gd name="T21" fmla="*/ 3387 h 3586"/>
              <a:gd name="T22" fmla="*/ 1179 w 3228"/>
              <a:gd name="T23" fmla="*/ 3451 h 3586"/>
              <a:gd name="T24" fmla="*/ 1290 w 3228"/>
              <a:gd name="T25" fmla="*/ 3387 h 3586"/>
              <a:gd name="T26" fmla="*/ 1301 w 3228"/>
              <a:gd name="T27" fmla="*/ 3249 h 3586"/>
              <a:gd name="T28" fmla="*/ 1195 w 3228"/>
              <a:gd name="T29" fmla="*/ 3371 h 3586"/>
              <a:gd name="T30" fmla="*/ 1127 w 3228"/>
              <a:gd name="T31" fmla="*/ 3342 h 3586"/>
              <a:gd name="T32" fmla="*/ 1180 w 3228"/>
              <a:gd name="T33" fmla="*/ 3161 h 3586"/>
              <a:gd name="T34" fmla="*/ 3097 w 3228"/>
              <a:gd name="T35" fmla="*/ 752 h 3586"/>
              <a:gd name="T36" fmla="*/ 2631 w 3228"/>
              <a:gd name="T37" fmla="*/ 752 h 3586"/>
              <a:gd name="T38" fmla="*/ 2085 w 3228"/>
              <a:gd name="T39" fmla="*/ 752 h 3586"/>
              <a:gd name="T40" fmla="*/ 1468 w 3228"/>
              <a:gd name="T41" fmla="*/ 752 h 3586"/>
              <a:gd name="T42" fmla="*/ 923 w 3228"/>
              <a:gd name="T43" fmla="*/ 752 h 3586"/>
              <a:gd name="T44" fmla="*/ 272 w 3228"/>
              <a:gd name="T45" fmla="*/ 12 h 3586"/>
              <a:gd name="T46" fmla="*/ 449 w 3228"/>
              <a:gd name="T47" fmla="*/ 129 h 3586"/>
              <a:gd name="T48" fmla="*/ 535 w 3228"/>
              <a:gd name="T49" fmla="*/ 337 h 3586"/>
              <a:gd name="T50" fmla="*/ 3213 w 3228"/>
              <a:gd name="T51" fmla="*/ 639 h 3586"/>
              <a:gd name="T52" fmla="*/ 3052 w 3228"/>
              <a:gd name="T53" fmla="*/ 2264 h 3586"/>
              <a:gd name="T54" fmla="*/ 752 w 3228"/>
              <a:gd name="T55" fmla="*/ 2304 h 3586"/>
              <a:gd name="T56" fmla="*/ 842 w 3228"/>
              <a:gd name="T57" fmla="*/ 2753 h 3586"/>
              <a:gd name="T58" fmla="*/ 991 w 3228"/>
              <a:gd name="T59" fmla="*/ 2842 h 3586"/>
              <a:gd name="T60" fmla="*/ 2917 w 3228"/>
              <a:gd name="T61" fmla="*/ 2865 h 3586"/>
              <a:gd name="T62" fmla="*/ 2926 w 3228"/>
              <a:gd name="T63" fmla="*/ 2947 h 3586"/>
              <a:gd name="T64" fmla="*/ 2822 w 3228"/>
              <a:gd name="T65" fmla="*/ 2979 h 3586"/>
              <a:gd name="T66" fmla="*/ 2840 w 3228"/>
              <a:gd name="T67" fmla="*/ 3226 h 3586"/>
              <a:gd name="T68" fmla="*/ 2827 w 3228"/>
              <a:gd name="T69" fmla="*/ 3423 h 3586"/>
              <a:gd name="T70" fmla="*/ 2702 w 3228"/>
              <a:gd name="T71" fmla="*/ 3560 h 3586"/>
              <a:gd name="T72" fmla="*/ 2520 w 3228"/>
              <a:gd name="T73" fmla="*/ 3574 h 3586"/>
              <a:gd name="T74" fmla="*/ 2378 w 3228"/>
              <a:gd name="T75" fmla="*/ 3458 h 3586"/>
              <a:gd name="T76" fmla="*/ 2339 w 3228"/>
              <a:gd name="T77" fmla="*/ 3264 h 3586"/>
              <a:gd name="T78" fmla="*/ 2426 w 3228"/>
              <a:gd name="T79" fmla="*/ 3095 h 3586"/>
              <a:gd name="T80" fmla="*/ 2594 w 3228"/>
              <a:gd name="T81" fmla="*/ 3026 h 3586"/>
              <a:gd name="T82" fmla="*/ 1351 w 3228"/>
              <a:gd name="T83" fmla="*/ 3097 h 3586"/>
              <a:gd name="T84" fmla="*/ 1434 w 3228"/>
              <a:gd name="T85" fmla="*/ 3265 h 3586"/>
              <a:gd name="T86" fmla="*/ 1395 w 3228"/>
              <a:gd name="T87" fmla="*/ 3458 h 3586"/>
              <a:gd name="T88" fmla="*/ 1253 w 3228"/>
              <a:gd name="T89" fmla="*/ 3574 h 3586"/>
              <a:gd name="T90" fmla="*/ 1071 w 3228"/>
              <a:gd name="T91" fmla="*/ 3560 h 3586"/>
              <a:gd name="T92" fmla="*/ 946 w 3228"/>
              <a:gd name="T93" fmla="*/ 3423 h 3586"/>
              <a:gd name="T94" fmla="*/ 933 w 3228"/>
              <a:gd name="T95" fmla="*/ 3225 h 3586"/>
              <a:gd name="T96" fmla="*/ 1040 w 3228"/>
              <a:gd name="T97" fmla="*/ 3071 h 3586"/>
              <a:gd name="T98" fmla="*/ 1211 w 3228"/>
              <a:gd name="T99" fmla="*/ 3029 h 3586"/>
              <a:gd name="T100" fmla="*/ 937 w 3228"/>
              <a:gd name="T101" fmla="*/ 2967 h 3586"/>
              <a:gd name="T102" fmla="*/ 753 w 3228"/>
              <a:gd name="T103" fmla="*/ 2846 h 3586"/>
              <a:gd name="T104" fmla="*/ 663 w 3228"/>
              <a:gd name="T105" fmla="*/ 2629 h 3586"/>
              <a:gd name="T106" fmla="*/ 360 w 3228"/>
              <a:gd name="T107" fmla="*/ 223 h 3586"/>
              <a:gd name="T108" fmla="*/ 219 w 3228"/>
              <a:gd name="T109" fmla="*/ 138 h 3586"/>
              <a:gd name="T110" fmla="*/ 18 w 3228"/>
              <a:gd name="T111" fmla="*/ 116 h 3586"/>
              <a:gd name="T112" fmla="*/ 8 w 3228"/>
              <a:gd name="T113" fmla="*/ 34 h 3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28" h="3586">
                <a:moveTo>
                  <a:pt x="2594" y="3161"/>
                </a:moveTo>
                <a:lnTo>
                  <a:pt x="2567" y="3164"/>
                </a:lnTo>
                <a:lnTo>
                  <a:pt x="2543" y="3171"/>
                </a:lnTo>
                <a:lnTo>
                  <a:pt x="2520" y="3186"/>
                </a:lnTo>
                <a:lnTo>
                  <a:pt x="2500" y="3203"/>
                </a:lnTo>
                <a:lnTo>
                  <a:pt x="2484" y="3225"/>
                </a:lnTo>
                <a:lnTo>
                  <a:pt x="2472" y="3249"/>
                </a:lnTo>
                <a:lnTo>
                  <a:pt x="2464" y="3276"/>
                </a:lnTo>
                <a:lnTo>
                  <a:pt x="2461" y="3306"/>
                </a:lnTo>
                <a:lnTo>
                  <a:pt x="2464" y="3335"/>
                </a:lnTo>
                <a:lnTo>
                  <a:pt x="2472" y="3362"/>
                </a:lnTo>
                <a:lnTo>
                  <a:pt x="2484" y="3387"/>
                </a:lnTo>
                <a:lnTo>
                  <a:pt x="2500" y="3408"/>
                </a:lnTo>
                <a:lnTo>
                  <a:pt x="2520" y="3427"/>
                </a:lnTo>
                <a:lnTo>
                  <a:pt x="2543" y="3440"/>
                </a:lnTo>
                <a:lnTo>
                  <a:pt x="2567" y="3449"/>
                </a:lnTo>
                <a:lnTo>
                  <a:pt x="2594" y="3451"/>
                </a:lnTo>
                <a:lnTo>
                  <a:pt x="2621" y="3449"/>
                </a:lnTo>
                <a:lnTo>
                  <a:pt x="2646" y="3440"/>
                </a:lnTo>
                <a:lnTo>
                  <a:pt x="2669" y="3427"/>
                </a:lnTo>
                <a:lnTo>
                  <a:pt x="2688" y="3408"/>
                </a:lnTo>
                <a:lnTo>
                  <a:pt x="2705" y="3387"/>
                </a:lnTo>
                <a:lnTo>
                  <a:pt x="2717" y="3362"/>
                </a:lnTo>
                <a:lnTo>
                  <a:pt x="2725" y="3335"/>
                </a:lnTo>
                <a:lnTo>
                  <a:pt x="2728" y="3306"/>
                </a:lnTo>
                <a:lnTo>
                  <a:pt x="2725" y="3276"/>
                </a:lnTo>
                <a:lnTo>
                  <a:pt x="2717" y="3249"/>
                </a:lnTo>
                <a:lnTo>
                  <a:pt x="2704" y="3224"/>
                </a:lnTo>
                <a:lnTo>
                  <a:pt x="2649" y="3337"/>
                </a:lnTo>
                <a:lnTo>
                  <a:pt x="2639" y="3353"/>
                </a:lnTo>
                <a:lnTo>
                  <a:pt x="2626" y="3363"/>
                </a:lnTo>
                <a:lnTo>
                  <a:pt x="2611" y="3371"/>
                </a:lnTo>
                <a:lnTo>
                  <a:pt x="2594" y="3373"/>
                </a:lnTo>
                <a:lnTo>
                  <a:pt x="2580" y="3371"/>
                </a:lnTo>
                <a:lnTo>
                  <a:pt x="2565" y="3366"/>
                </a:lnTo>
                <a:lnTo>
                  <a:pt x="2552" y="3355"/>
                </a:lnTo>
                <a:lnTo>
                  <a:pt x="2542" y="3342"/>
                </a:lnTo>
                <a:lnTo>
                  <a:pt x="2535" y="3325"/>
                </a:lnTo>
                <a:lnTo>
                  <a:pt x="2533" y="3309"/>
                </a:lnTo>
                <a:lnTo>
                  <a:pt x="2534" y="3291"/>
                </a:lnTo>
                <a:lnTo>
                  <a:pt x="2540" y="3274"/>
                </a:lnTo>
                <a:lnTo>
                  <a:pt x="2595" y="3161"/>
                </a:lnTo>
                <a:lnTo>
                  <a:pt x="2594" y="3161"/>
                </a:lnTo>
                <a:close/>
                <a:moveTo>
                  <a:pt x="1179" y="3161"/>
                </a:moveTo>
                <a:lnTo>
                  <a:pt x="1152" y="3164"/>
                </a:lnTo>
                <a:lnTo>
                  <a:pt x="1127" y="3171"/>
                </a:lnTo>
                <a:lnTo>
                  <a:pt x="1105" y="3186"/>
                </a:lnTo>
                <a:lnTo>
                  <a:pt x="1085" y="3203"/>
                </a:lnTo>
                <a:lnTo>
                  <a:pt x="1069" y="3225"/>
                </a:lnTo>
                <a:lnTo>
                  <a:pt x="1056" y="3249"/>
                </a:lnTo>
                <a:lnTo>
                  <a:pt x="1049" y="3276"/>
                </a:lnTo>
                <a:lnTo>
                  <a:pt x="1046" y="3306"/>
                </a:lnTo>
                <a:lnTo>
                  <a:pt x="1049" y="3335"/>
                </a:lnTo>
                <a:lnTo>
                  <a:pt x="1056" y="3362"/>
                </a:lnTo>
                <a:lnTo>
                  <a:pt x="1069" y="3387"/>
                </a:lnTo>
                <a:lnTo>
                  <a:pt x="1085" y="3408"/>
                </a:lnTo>
                <a:lnTo>
                  <a:pt x="1105" y="3427"/>
                </a:lnTo>
                <a:lnTo>
                  <a:pt x="1127" y="3440"/>
                </a:lnTo>
                <a:lnTo>
                  <a:pt x="1152" y="3449"/>
                </a:lnTo>
                <a:lnTo>
                  <a:pt x="1179" y="3451"/>
                </a:lnTo>
                <a:lnTo>
                  <a:pt x="1206" y="3449"/>
                </a:lnTo>
                <a:lnTo>
                  <a:pt x="1231" y="3440"/>
                </a:lnTo>
                <a:lnTo>
                  <a:pt x="1254" y="3427"/>
                </a:lnTo>
                <a:lnTo>
                  <a:pt x="1273" y="3408"/>
                </a:lnTo>
                <a:lnTo>
                  <a:pt x="1290" y="3387"/>
                </a:lnTo>
                <a:lnTo>
                  <a:pt x="1302" y="3362"/>
                </a:lnTo>
                <a:lnTo>
                  <a:pt x="1310" y="3335"/>
                </a:lnTo>
                <a:lnTo>
                  <a:pt x="1312" y="3306"/>
                </a:lnTo>
                <a:lnTo>
                  <a:pt x="1310" y="3276"/>
                </a:lnTo>
                <a:lnTo>
                  <a:pt x="1301" y="3249"/>
                </a:lnTo>
                <a:lnTo>
                  <a:pt x="1289" y="3224"/>
                </a:lnTo>
                <a:lnTo>
                  <a:pt x="1234" y="3337"/>
                </a:lnTo>
                <a:lnTo>
                  <a:pt x="1224" y="3353"/>
                </a:lnTo>
                <a:lnTo>
                  <a:pt x="1211" y="3363"/>
                </a:lnTo>
                <a:lnTo>
                  <a:pt x="1195" y="3371"/>
                </a:lnTo>
                <a:lnTo>
                  <a:pt x="1179" y="3373"/>
                </a:lnTo>
                <a:lnTo>
                  <a:pt x="1165" y="3371"/>
                </a:lnTo>
                <a:lnTo>
                  <a:pt x="1150" y="3366"/>
                </a:lnTo>
                <a:lnTo>
                  <a:pt x="1137" y="3355"/>
                </a:lnTo>
                <a:lnTo>
                  <a:pt x="1127" y="3342"/>
                </a:lnTo>
                <a:lnTo>
                  <a:pt x="1120" y="3325"/>
                </a:lnTo>
                <a:lnTo>
                  <a:pt x="1117" y="3309"/>
                </a:lnTo>
                <a:lnTo>
                  <a:pt x="1119" y="3291"/>
                </a:lnTo>
                <a:lnTo>
                  <a:pt x="1125" y="3274"/>
                </a:lnTo>
                <a:lnTo>
                  <a:pt x="1180" y="3161"/>
                </a:lnTo>
                <a:lnTo>
                  <a:pt x="1179" y="3161"/>
                </a:lnTo>
                <a:close/>
                <a:moveTo>
                  <a:pt x="2755" y="752"/>
                </a:moveTo>
                <a:lnTo>
                  <a:pt x="2654" y="2169"/>
                </a:lnTo>
                <a:lnTo>
                  <a:pt x="2940" y="2169"/>
                </a:lnTo>
                <a:lnTo>
                  <a:pt x="3097" y="752"/>
                </a:lnTo>
                <a:lnTo>
                  <a:pt x="2755" y="752"/>
                </a:lnTo>
                <a:close/>
                <a:moveTo>
                  <a:pt x="2209" y="752"/>
                </a:moveTo>
                <a:lnTo>
                  <a:pt x="2172" y="2169"/>
                </a:lnTo>
                <a:lnTo>
                  <a:pt x="2530" y="2169"/>
                </a:lnTo>
                <a:lnTo>
                  <a:pt x="2631" y="752"/>
                </a:lnTo>
                <a:lnTo>
                  <a:pt x="2209" y="752"/>
                </a:lnTo>
                <a:close/>
                <a:moveTo>
                  <a:pt x="1592" y="752"/>
                </a:moveTo>
                <a:lnTo>
                  <a:pt x="1628" y="2169"/>
                </a:lnTo>
                <a:lnTo>
                  <a:pt x="2049" y="2169"/>
                </a:lnTo>
                <a:lnTo>
                  <a:pt x="2085" y="752"/>
                </a:lnTo>
                <a:lnTo>
                  <a:pt x="1592" y="752"/>
                </a:lnTo>
                <a:close/>
                <a:moveTo>
                  <a:pt x="1046" y="752"/>
                </a:moveTo>
                <a:lnTo>
                  <a:pt x="1147" y="2169"/>
                </a:lnTo>
                <a:lnTo>
                  <a:pt x="1505" y="2169"/>
                </a:lnTo>
                <a:lnTo>
                  <a:pt x="1468" y="752"/>
                </a:lnTo>
                <a:lnTo>
                  <a:pt x="1046" y="752"/>
                </a:lnTo>
                <a:close/>
                <a:moveTo>
                  <a:pt x="580" y="752"/>
                </a:moveTo>
                <a:lnTo>
                  <a:pt x="737" y="2169"/>
                </a:lnTo>
                <a:lnTo>
                  <a:pt x="1024" y="2169"/>
                </a:lnTo>
                <a:lnTo>
                  <a:pt x="923" y="752"/>
                </a:lnTo>
                <a:lnTo>
                  <a:pt x="580" y="752"/>
                </a:lnTo>
                <a:close/>
                <a:moveTo>
                  <a:pt x="62" y="0"/>
                </a:moveTo>
                <a:lnTo>
                  <a:pt x="185" y="0"/>
                </a:lnTo>
                <a:lnTo>
                  <a:pt x="229" y="3"/>
                </a:lnTo>
                <a:lnTo>
                  <a:pt x="272" y="12"/>
                </a:lnTo>
                <a:lnTo>
                  <a:pt x="313" y="26"/>
                </a:lnTo>
                <a:lnTo>
                  <a:pt x="351" y="45"/>
                </a:lnTo>
                <a:lnTo>
                  <a:pt x="387" y="69"/>
                </a:lnTo>
                <a:lnTo>
                  <a:pt x="419" y="97"/>
                </a:lnTo>
                <a:lnTo>
                  <a:pt x="449" y="129"/>
                </a:lnTo>
                <a:lnTo>
                  <a:pt x="474" y="165"/>
                </a:lnTo>
                <a:lnTo>
                  <a:pt x="496" y="204"/>
                </a:lnTo>
                <a:lnTo>
                  <a:pt x="514" y="246"/>
                </a:lnTo>
                <a:lnTo>
                  <a:pt x="527" y="290"/>
                </a:lnTo>
                <a:lnTo>
                  <a:pt x="535" y="337"/>
                </a:lnTo>
                <a:lnTo>
                  <a:pt x="566" y="617"/>
                </a:lnTo>
                <a:lnTo>
                  <a:pt x="3166" y="617"/>
                </a:lnTo>
                <a:lnTo>
                  <a:pt x="3184" y="620"/>
                </a:lnTo>
                <a:lnTo>
                  <a:pt x="3199" y="627"/>
                </a:lnTo>
                <a:lnTo>
                  <a:pt x="3213" y="639"/>
                </a:lnTo>
                <a:lnTo>
                  <a:pt x="3222" y="656"/>
                </a:lnTo>
                <a:lnTo>
                  <a:pt x="3227" y="673"/>
                </a:lnTo>
                <a:lnTo>
                  <a:pt x="3228" y="693"/>
                </a:lnTo>
                <a:lnTo>
                  <a:pt x="3056" y="2244"/>
                </a:lnTo>
                <a:lnTo>
                  <a:pt x="3052" y="2264"/>
                </a:lnTo>
                <a:lnTo>
                  <a:pt x="3042" y="2280"/>
                </a:lnTo>
                <a:lnTo>
                  <a:pt x="3029" y="2292"/>
                </a:lnTo>
                <a:lnTo>
                  <a:pt x="3013" y="2301"/>
                </a:lnTo>
                <a:lnTo>
                  <a:pt x="2995" y="2304"/>
                </a:lnTo>
                <a:lnTo>
                  <a:pt x="752" y="2304"/>
                </a:lnTo>
                <a:lnTo>
                  <a:pt x="786" y="2613"/>
                </a:lnTo>
                <a:lnTo>
                  <a:pt x="793" y="2652"/>
                </a:lnTo>
                <a:lnTo>
                  <a:pt x="805" y="2688"/>
                </a:lnTo>
                <a:lnTo>
                  <a:pt x="822" y="2722"/>
                </a:lnTo>
                <a:lnTo>
                  <a:pt x="842" y="2753"/>
                </a:lnTo>
                <a:lnTo>
                  <a:pt x="866" y="2779"/>
                </a:lnTo>
                <a:lnTo>
                  <a:pt x="894" y="2802"/>
                </a:lnTo>
                <a:lnTo>
                  <a:pt x="924" y="2820"/>
                </a:lnTo>
                <a:lnTo>
                  <a:pt x="956" y="2834"/>
                </a:lnTo>
                <a:lnTo>
                  <a:pt x="991" y="2842"/>
                </a:lnTo>
                <a:lnTo>
                  <a:pt x="1027" y="2845"/>
                </a:lnTo>
                <a:lnTo>
                  <a:pt x="2873" y="2845"/>
                </a:lnTo>
                <a:lnTo>
                  <a:pt x="2889" y="2847"/>
                </a:lnTo>
                <a:lnTo>
                  <a:pt x="2904" y="2854"/>
                </a:lnTo>
                <a:lnTo>
                  <a:pt x="2917" y="2865"/>
                </a:lnTo>
                <a:lnTo>
                  <a:pt x="2926" y="2879"/>
                </a:lnTo>
                <a:lnTo>
                  <a:pt x="2933" y="2894"/>
                </a:lnTo>
                <a:lnTo>
                  <a:pt x="2935" y="2913"/>
                </a:lnTo>
                <a:lnTo>
                  <a:pt x="2933" y="2930"/>
                </a:lnTo>
                <a:lnTo>
                  <a:pt x="2926" y="2947"/>
                </a:lnTo>
                <a:lnTo>
                  <a:pt x="2917" y="2960"/>
                </a:lnTo>
                <a:lnTo>
                  <a:pt x="2904" y="2971"/>
                </a:lnTo>
                <a:lnTo>
                  <a:pt x="2889" y="2977"/>
                </a:lnTo>
                <a:lnTo>
                  <a:pt x="2873" y="2979"/>
                </a:lnTo>
                <a:lnTo>
                  <a:pt x="2822" y="2979"/>
                </a:lnTo>
                <a:lnTo>
                  <a:pt x="2765" y="3097"/>
                </a:lnTo>
                <a:lnTo>
                  <a:pt x="2790" y="3125"/>
                </a:lnTo>
                <a:lnTo>
                  <a:pt x="2811" y="3155"/>
                </a:lnTo>
                <a:lnTo>
                  <a:pt x="2828" y="3190"/>
                </a:lnTo>
                <a:lnTo>
                  <a:pt x="2840" y="3226"/>
                </a:lnTo>
                <a:lnTo>
                  <a:pt x="2848" y="3265"/>
                </a:lnTo>
                <a:lnTo>
                  <a:pt x="2851" y="3306"/>
                </a:lnTo>
                <a:lnTo>
                  <a:pt x="2848" y="3347"/>
                </a:lnTo>
                <a:lnTo>
                  <a:pt x="2840" y="3386"/>
                </a:lnTo>
                <a:lnTo>
                  <a:pt x="2827" y="3423"/>
                </a:lnTo>
                <a:lnTo>
                  <a:pt x="2809" y="3458"/>
                </a:lnTo>
                <a:lnTo>
                  <a:pt x="2788" y="3489"/>
                </a:lnTo>
                <a:lnTo>
                  <a:pt x="2763" y="3517"/>
                </a:lnTo>
                <a:lnTo>
                  <a:pt x="2734" y="3540"/>
                </a:lnTo>
                <a:lnTo>
                  <a:pt x="2702" y="3560"/>
                </a:lnTo>
                <a:lnTo>
                  <a:pt x="2668" y="3574"/>
                </a:lnTo>
                <a:lnTo>
                  <a:pt x="2632" y="3583"/>
                </a:lnTo>
                <a:lnTo>
                  <a:pt x="2594" y="3586"/>
                </a:lnTo>
                <a:lnTo>
                  <a:pt x="2556" y="3583"/>
                </a:lnTo>
                <a:lnTo>
                  <a:pt x="2520" y="3574"/>
                </a:lnTo>
                <a:lnTo>
                  <a:pt x="2486" y="3560"/>
                </a:lnTo>
                <a:lnTo>
                  <a:pt x="2455" y="3540"/>
                </a:lnTo>
                <a:lnTo>
                  <a:pt x="2426" y="3517"/>
                </a:lnTo>
                <a:lnTo>
                  <a:pt x="2400" y="3489"/>
                </a:lnTo>
                <a:lnTo>
                  <a:pt x="2378" y="3458"/>
                </a:lnTo>
                <a:lnTo>
                  <a:pt x="2361" y="3423"/>
                </a:lnTo>
                <a:lnTo>
                  <a:pt x="2348" y="3386"/>
                </a:lnTo>
                <a:lnTo>
                  <a:pt x="2339" y="3347"/>
                </a:lnTo>
                <a:lnTo>
                  <a:pt x="2337" y="3306"/>
                </a:lnTo>
                <a:lnTo>
                  <a:pt x="2339" y="3264"/>
                </a:lnTo>
                <a:lnTo>
                  <a:pt x="2348" y="3225"/>
                </a:lnTo>
                <a:lnTo>
                  <a:pt x="2361" y="3188"/>
                </a:lnTo>
                <a:lnTo>
                  <a:pt x="2378" y="3154"/>
                </a:lnTo>
                <a:lnTo>
                  <a:pt x="2400" y="3122"/>
                </a:lnTo>
                <a:lnTo>
                  <a:pt x="2426" y="3095"/>
                </a:lnTo>
                <a:lnTo>
                  <a:pt x="2455" y="3071"/>
                </a:lnTo>
                <a:lnTo>
                  <a:pt x="2486" y="3051"/>
                </a:lnTo>
                <a:lnTo>
                  <a:pt x="2520" y="3037"/>
                </a:lnTo>
                <a:lnTo>
                  <a:pt x="2556" y="3029"/>
                </a:lnTo>
                <a:lnTo>
                  <a:pt x="2594" y="3026"/>
                </a:lnTo>
                <a:lnTo>
                  <a:pt x="2626" y="3029"/>
                </a:lnTo>
                <a:lnTo>
                  <a:pt x="2656" y="3034"/>
                </a:lnTo>
                <a:lnTo>
                  <a:pt x="2682" y="2979"/>
                </a:lnTo>
                <a:lnTo>
                  <a:pt x="1408" y="2979"/>
                </a:lnTo>
                <a:lnTo>
                  <a:pt x="1351" y="3097"/>
                </a:lnTo>
                <a:lnTo>
                  <a:pt x="1375" y="3125"/>
                </a:lnTo>
                <a:lnTo>
                  <a:pt x="1397" y="3155"/>
                </a:lnTo>
                <a:lnTo>
                  <a:pt x="1414" y="3190"/>
                </a:lnTo>
                <a:lnTo>
                  <a:pt x="1426" y="3226"/>
                </a:lnTo>
                <a:lnTo>
                  <a:pt x="1434" y="3265"/>
                </a:lnTo>
                <a:lnTo>
                  <a:pt x="1437" y="3306"/>
                </a:lnTo>
                <a:lnTo>
                  <a:pt x="1434" y="3347"/>
                </a:lnTo>
                <a:lnTo>
                  <a:pt x="1426" y="3386"/>
                </a:lnTo>
                <a:lnTo>
                  <a:pt x="1413" y="3423"/>
                </a:lnTo>
                <a:lnTo>
                  <a:pt x="1395" y="3458"/>
                </a:lnTo>
                <a:lnTo>
                  <a:pt x="1374" y="3489"/>
                </a:lnTo>
                <a:lnTo>
                  <a:pt x="1348" y="3517"/>
                </a:lnTo>
                <a:lnTo>
                  <a:pt x="1319" y="3540"/>
                </a:lnTo>
                <a:lnTo>
                  <a:pt x="1287" y="3560"/>
                </a:lnTo>
                <a:lnTo>
                  <a:pt x="1253" y="3574"/>
                </a:lnTo>
                <a:lnTo>
                  <a:pt x="1217" y="3583"/>
                </a:lnTo>
                <a:lnTo>
                  <a:pt x="1179" y="3586"/>
                </a:lnTo>
                <a:lnTo>
                  <a:pt x="1141" y="3583"/>
                </a:lnTo>
                <a:lnTo>
                  <a:pt x="1105" y="3574"/>
                </a:lnTo>
                <a:lnTo>
                  <a:pt x="1071" y="3560"/>
                </a:lnTo>
                <a:lnTo>
                  <a:pt x="1040" y="3540"/>
                </a:lnTo>
                <a:lnTo>
                  <a:pt x="1011" y="3517"/>
                </a:lnTo>
                <a:lnTo>
                  <a:pt x="986" y="3489"/>
                </a:lnTo>
                <a:lnTo>
                  <a:pt x="964" y="3458"/>
                </a:lnTo>
                <a:lnTo>
                  <a:pt x="946" y="3423"/>
                </a:lnTo>
                <a:lnTo>
                  <a:pt x="933" y="3386"/>
                </a:lnTo>
                <a:lnTo>
                  <a:pt x="925" y="3347"/>
                </a:lnTo>
                <a:lnTo>
                  <a:pt x="923" y="3306"/>
                </a:lnTo>
                <a:lnTo>
                  <a:pt x="925" y="3264"/>
                </a:lnTo>
                <a:lnTo>
                  <a:pt x="933" y="3225"/>
                </a:lnTo>
                <a:lnTo>
                  <a:pt x="946" y="3188"/>
                </a:lnTo>
                <a:lnTo>
                  <a:pt x="964" y="3154"/>
                </a:lnTo>
                <a:lnTo>
                  <a:pt x="986" y="3122"/>
                </a:lnTo>
                <a:lnTo>
                  <a:pt x="1011" y="3095"/>
                </a:lnTo>
                <a:lnTo>
                  <a:pt x="1040" y="3071"/>
                </a:lnTo>
                <a:lnTo>
                  <a:pt x="1071" y="3051"/>
                </a:lnTo>
                <a:lnTo>
                  <a:pt x="1105" y="3037"/>
                </a:lnTo>
                <a:lnTo>
                  <a:pt x="1141" y="3029"/>
                </a:lnTo>
                <a:lnTo>
                  <a:pt x="1179" y="3026"/>
                </a:lnTo>
                <a:lnTo>
                  <a:pt x="1211" y="3029"/>
                </a:lnTo>
                <a:lnTo>
                  <a:pt x="1241" y="3034"/>
                </a:lnTo>
                <a:lnTo>
                  <a:pt x="1267" y="2979"/>
                </a:lnTo>
                <a:lnTo>
                  <a:pt x="1027" y="2979"/>
                </a:lnTo>
                <a:lnTo>
                  <a:pt x="981" y="2977"/>
                </a:lnTo>
                <a:lnTo>
                  <a:pt x="937" y="2967"/>
                </a:lnTo>
                <a:lnTo>
                  <a:pt x="895" y="2953"/>
                </a:lnTo>
                <a:lnTo>
                  <a:pt x="856" y="2934"/>
                </a:lnTo>
                <a:lnTo>
                  <a:pt x="819" y="2909"/>
                </a:lnTo>
                <a:lnTo>
                  <a:pt x="784" y="2879"/>
                </a:lnTo>
                <a:lnTo>
                  <a:pt x="753" y="2846"/>
                </a:lnTo>
                <a:lnTo>
                  <a:pt x="726" y="2809"/>
                </a:lnTo>
                <a:lnTo>
                  <a:pt x="703" y="2768"/>
                </a:lnTo>
                <a:lnTo>
                  <a:pt x="685" y="2724"/>
                </a:lnTo>
                <a:lnTo>
                  <a:pt x="672" y="2678"/>
                </a:lnTo>
                <a:lnTo>
                  <a:pt x="663" y="2629"/>
                </a:lnTo>
                <a:lnTo>
                  <a:pt x="412" y="354"/>
                </a:lnTo>
                <a:lnTo>
                  <a:pt x="406" y="318"/>
                </a:lnTo>
                <a:lnTo>
                  <a:pt x="395" y="283"/>
                </a:lnTo>
                <a:lnTo>
                  <a:pt x="379" y="251"/>
                </a:lnTo>
                <a:lnTo>
                  <a:pt x="360" y="223"/>
                </a:lnTo>
                <a:lnTo>
                  <a:pt x="337" y="198"/>
                </a:lnTo>
                <a:lnTo>
                  <a:pt x="312" y="176"/>
                </a:lnTo>
                <a:lnTo>
                  <a:pt x="283" y="158"/>
                </a:lnTo>
                <a:lnTo>
                  <a:pt x="252" y="146"/>
                </a:lnTo>
                <a:lnTo>
                  <a:pt x="219" y="138"/>
                </a:lnTo>
                <a:lnTo>
                  <a:pt x="185" y="135"/>
                </a:lnTo>
                <a:lnTo>
                  <a:pt x="62" y="135"/>
                </a:lnTo>
                <a:lnTo>
                  <a:pt x="45" y="132"/>
                </a:lnTo>
                <a:lnTo>
                  <a:pt x="31" y="126"/>
                </a:lnTo>
                <a:lnTo>
                  <a:pt x="18" y="116"/>
                </a:lnTo>
                <a:lnTo>
                  <a:pt x="8" y="102"/>
                </a:lnTo>
                <a:lnTo>
                  <a:pt x="2" y="85"/>
                </a:lnTo>
                <a:lnTo>
                  <a:pt x="0" y="68"/>
                </a:lnTo>
                <a:lnTo>
                  <a:pt x="2" y="50"/>
                </a:lnTo>
                <a:lnTo>
                  <a:pt x="8" y="34"/>
                </a:lnTo>
                <a:lnTo>
                  <a:pt x="18" y="20"/>
                </a:lnTo>
                <a:lnTo>
                  <a:pt x="31" y="10"/>
                </a:lnTo>
                <a:lnTo>
                  <a:pt x="45" y="2"/>
                </a:lnTo>
                <a:lnTo>
                  <a:pt x="62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84E55C3-B62E-4428-ABDF-9B789BFED92A}"/>
              </a:ext>
            </a:extLst>
          </p:cNvPr>
          <p:cNvGrpSpPr/>
          <p:nvPr/>
        </p:nvGrpSpPr>
        <p:grpSpPr>
          <a:xfrm flipH="1">
            <a:off x="8467598" y="2682323"/>
            <a:ext cx="357153" cy="356064"/>
            <a:chOff x="1471613" y="3463925"/>
            <a:chExt cx="520700" cy="51911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47" name="Freeform 472">
              <a:extLst>
                <a:ext uri="{FF2B5EF4-FFF2-40B4-BE49-F238E27FC236}">
                  <a16:creationId xmlns:a16="http://schemas.microsoft.com/office/drawing/2014/main" id="{8FD57B3C-7E85-4673-9F43-D0811F365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938" y="3602038"/>
              <a:ext cx="55563" cy="106363"/>
            </a:xfrm>
            <a:custGeom>
              <a:avLst/>
              <a:gdLst>
                <a:gd name="T0" fmla="*/ 326 w 387"/>
                <a:gd name="T1" fmla="*/ 0 h 731"/>
                <a:gd name="T2" fmla="*/ 346 w 387"/>
                <a:gd name="T3" fmla="*/ 3 h 731"/>
                <a:gd name="T4" fmla="*/ 362 w 387"/>
                <a:gd name="T5" fmla="*/ 12 h 731"/>
                <a:gd name="T6" fmla="*/ 375 w 387"/>
                <a:gd name="T7" fmla="*/ 25 h 731"/>
                <a:gd name="T8" fmla="*/ 384 w 387"/>
                <a:gd name="T9" fmla="*/ 42 h 731"/>
                <a:gd name="T10" fmla="*/ 387 w 387"/>
                <a:gd name="T11" fmla="*/ 61 h 731"/>
                <a:gd name="T12" fmla="*/ 387 w 387"/>
                <a:gd name="T13" fmla="*/ 670 h 731"/>
                <a:gd name="T14" fmla="*/ 384 w 387"/>
                <a:gd name="T15" fmla="*/ 689 h 731"/>
                <a:gd name="T16" fmla="*/ 375 w 387"/>
                <a:gd name="T17" fmla="*/ 706 h 731"/>
                <a:gd name="T18" fmla="*/ 362 w 387"/>
                <a:gd name="T19" fmla="*/ 719 h 731"/>
                <a:gd name="T20" fmla="*/ 346 w 387"/>
                <a:gd name="T21" fmla="*/ 728 h 731"/>
                <a:gd name="T22" fmla="*/ 326 w 387"/>
                <a:gd name="T23" fmla="*/ 731 h 731"/>
                <a:gd name="T24" fmla="*/ 61 w 387"/>
                <a:gd name="T25" fmla="*/ 731 h 731"/>
                <a:gd name="T26" fmla="*/ 42 w 387"/>
                <a:gd name="T27" fmla="*/ 728 h 731"/>
                <a:gd name="T28" fmla="*/ 25 w 387"/>
                <a:gd name="T29" fmla="*/ 719 h 731"/>
                <a:gd name="T30" fmla="*/ 12 w 387"/>
                <a:gd name="T31" fmla="*/ 706 h 731"/>
                <a:gd name="T32" fmla="*/ 3 w 387"/>
                <a:gd name="T33" fmla="*/ 689 h 731"/>
                <a:gd name="T34" fmla="*/ 0 w 387"/>
                <a:gd name="T35" fmla="*/ 670 h 731"/>
                <a:gd name="T36" fmla="*/ 3 w 387"/>
                <a:gd name="T37" fmla="*/ 650 h 731"/>
                <a:gd name="T38" fmla="*/ 12 w 387"/>
                <a:gd name="T39" fmla="*/ 633 h 731"/>
                <a:gd name="T40" fmla="*/ 25 w 387"/>
                <a:gd name="T41" fmla="*/ 620 h 731"/>
                <a:gd name="T42" fmla="*/ 42 w 387"/>
                <a:gd name="T43" fmla="*/ 611 h 731"/>
                <a:gd name="T44" fmla="*/ 61 w 387"/>
                <a:gd name="T45" fmla="*/ 608 h 731"/>
                <a:gd name="T46" fmla="*/ 264 w 387"/>
                <a:gd name="T47" fmla="*/ 608 h 731"/>
                <a:gd name="T48" fmla="*/ 264 w 387"/>
                <a:gd name="T49" fmla="*/ 61 h 731"/>
                <a:gd name="T50" fmla="*/ 267 w 387"/>
                <a:gd name="T51" fmla="*/ 42 h 731"/>
                <a:gd name="T52" fmla="*/ 276 w 387"/>
                <a:gd name="T53" fmla="*/ 25 h 731"/>
                <a:gd name="T54" fmla="*/ 289 w 387"/>
                <a:gd name="T55" fmla="*/ 12 h 731"/>
                <a:gd name="T56" fmla="*/ 306 w 387"/>
                <a:gd name="T57" fmla="*/ 3 h 731"/>
                <a:gd name="T58" fmla="*/ 326 w 387"/>
                <a:gd name="T59" fmla="*/ 0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87" h="731">
                  <a:moveTo>
                    <a:pt x="326" y="0"/>
                  </a:moveTo>
                  <a:lnTo>
                    <a:pt x="346" y="3"/>
                  </a:lnTo>
                  <a:lnTo>
                    <a:pt x="362" y="12"/>
                  </a:lnTo>
                  <a:lnTo>
                    <a:pt x="375" y="25"/>
                  </a:lnTo>
                  <a:lnTo>
                    <a:pt x="384" y="42"/>
                  </a:lnTo>
                  <a:lnTo>
                    <a:pt x="387" y="61"/>
                  </a:lnTo>
                  <a:lnTo>
                    <a:pt x="387" y="670"/>
                  </a:lnTo>
                  <a:lnTo>
                    <a:pt x="384" y="689"/>
                  </a:lnTo>
                  <a:lnTo>
                    <a:pt x="375" y="706"/>
                  </a:lnTo>
                  <a:lnTo>
                    <a:pt x="362" y="719"/>
                  </a:lnTo>
                  <a:lnTo>
                    <a:pt x="346" y="728"/>
                  </a:lnTo>
                  <a:lnTo>
                    <a:pt x="326" y="731"/>
                  </a:lnTo>
                  <a:lnTo>
                    <a:pt x="61" y="731"/>
                  </a:lnTo>
                  <a:lnTo>
                    <a:pt x="42" y="728"/>
                  </a:lnTo>
                  <a:lnTo>
                    <a:pt x="25" y="719"/>
                  </a:lnTo>
                  <a:lnTo>
                    <a:pt x="12" y="706"/>
                  </a:lnTo>
                  <a:lnTo>
                    <a:pt x="3" y="689"/>
                  </a:lnTo>
                  <a:lnTo>
                    <a:pt x="0" y="670"/>
                  </a:lnTo>
                  <a:lnTo>
                    <a:pt x="3" y="650"/>
                  </a:lnTo>
                  <a:lnTo>
                    <a:pt x="12" y="633"/>
                  </a:lnTo>
                  <a:lnTo>
                    <a:pt x="25" y="620"/>
                  </a:lnTo>
                  <a:lnTo>
                    <a:pt x="42" y="611"/>
                  </a:lnTo>
                  <a:lnTo>
                    <a:pt x="61" y="608"/>
                  </a:lnTo>
                  <a:lnTo>
                    <a:pt x="264" y="608"/>
                  </a:lnTo>
                  <a:lnTo>
                    <a:pt x="264" y="61"/>
                  </a:lnTo>
                  <a:lnTo>
                    <a:pt x="267" y="42"/>
                  </a:lnTo>
                  <a:lnTo>
                    <a:pt x="276" y="25"/>
                  </a:lnTo>
                  <a:lnTo>
                    <a:pt x="289" y="12"/>
                  </a:lnTo>
                  <a:lnTo>
                    <a:pt x="306" y="3"/>
                  </a:lnTo>
                  <a:lnTo>
                    <a:pt x="3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8" name="Freeform 473">
              <a:extLst>
                <a:ext uri="{FF2B5EF4-FFF2-40B4-BE49-F238E27FC236}">
                  <a16:creationId xmlns:a16="http://schemas.microsoft.com/office/drawing/2014/main" id="{9045E80D-6B99-4D1A-A5E9-2465385D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88" y="3689350"/>
              <a:ext cx="42863" cy="19050"/>
            </a:xfrm>
            <a:custGeom>
              <a:avLst/>
              <a:gdLst>
                <a:gd name="T0" fmla="*/ 61 w 297"/>
                <a:gd name="T1" fmla="*/ 0 h 123"/>
                <a:gd name="T2" fmla="*/ 236 w 297"/>
                <a:gd name="T3" fmla="*/ 0 h 123"/>
                <a:gd name="T4" fmla="*/ 254 w 297"/>
                <a:gd name="T5" fmla="*/ 3 h 123"/>
                <a:gd name="T6" fmla="*/ 272 w 297"/>
                <a:gd name="T7" fmla="*/ 12 h 123"/>
                <a:gd name="T8" fmla="*/ 285 w 297"/>
                <a:gd name="T9" fmla="*/ 25 h 123"/>
                <a:gd name="T10" fmla="*/ 294 w 297"/>
                <a:gd name="T11" fmla="*/ 42 h 123"/>
                <a:gd name="T12" fmla="*/ 297 w 297"/>
                <a:gd name="T13" fmla="*/ 62 h 123"/>
                <a:gd name="T14" fmla="*/ 294 w 297"/>
                <a:gd name="T15" fmla="*/ 81 h 123"/>
                <a:gd name="T16" fmla="*/ 285 w 297"/>
                <a:gd name="T17" fmla="*/ 98 h 123"/>
                <a:gd name="T18" fmla="*/ 272 w 297"/>
                <a:gd name="T19" fmla="*/ 111 h 123"/>
                <a:gd name="T20" fmla="*/ 254 w 297"/>
                <a:gd name="T21" fmla="*/ 120 h 123"/>
                <a:gd name="T22" fmla="*/ 236 w 297"/>
                <a:gd name="T23" fmla="*/ 123 h 123"/>
                <a:gd name="T24" fmla="*/ 61 w 297"/>
                <a:gd name="T25" fmla="*/ 123 h 123"/>
                <a:gd name="T26" fmla="*/ 41 w 297"/>
                <a:gd name="T27" fmla="*/ 120 h 123"/>
                <a:gd name="T28" fmla="*/ 25 w 297"/>
                <a:gd name="T29" fmla="*/ 111 h 123"/>
                <a:gd name="T30" fmla="*/ 12 w 297"/>
                <a:gd name="T31" fmla="*/ 98 h 123"/>
                <a:gd name="T32" fmla="*/ 3 w 297"/>
                <a:gd name="T33" fmla="*/ 81 h 123"/>
                <a:gd name="T34" fmla="*/ 0 w 297"/>
                <a:gd name="T35" fmla="*/ 62 h 123"/>
                <a:gd name="T36" fmla="*/ 3 w 297"/>
                <a:gd name="T37" fmla="*/ 42 h 123"/>
                <a:gd name="T38" fmla="*/ 12 w 297"/>
                <a:gd name="T39" fmla="*/ 25 h 123"/>
                <a:gd name="T40" fmla="*/ 25 w 297"/>
                <a:gd name="T41" fmla="*/ 12 h 123"/>
                <a:gd name="T42" fmla="*/ 41 w 297"/>
                <a:gd name="T43" fmla="*/ 3 h 123"/>
                <a:gd name="T44" fmla="*/ 61 w 297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7" h="123">
                  <a:moveTo>
                    <a:pt x="61" y="0"/>
                  </a:moveTo>
                  <a:lnTo>
                    <a:pt x="236" y="0"/>
                  </a:lnTo>
                  <a:lnTo>
                    <a:pt x="254" y="3"/>
                  </a:lnTo>
                  <a:lnTo>
                    <a:pt x="272" y="12"/>
                  </a:lnTo>
                  <a:lnTo>
                    <a:pt x="285" y="25"/>
                  </a:lnTo>
                  <a:lnTo>
                    <a:pt x="294" y="42"/>
                  </a:lnTo>
                  <a:lnTo>
                    <a:pt x="297" y="62"/>
                  </a:lnTo>
                  <a:lnTo>
                    <a:pt x="294" y="81"/>
                  </a:lnTo>
                  <a:lnTo>
                    <a:pt x="285" y="98"/>
                  </a:lnTo>
                  <a:lnTo>
                    <a:pt x="272" y="111"/>
                  </a:lnTo>
                  <a:lnTo>
                    <a:pt x="254" y="120"/>
                  </a:lnTo>
                  <a:lnTo>
                    <a:pt x="236" y="123"/>
                  </a:lnTo>
                  <a:lnTo>
                    <a:pt x="61" y="123"/>
                  </a:lnTo>
                  <a:lnTo>
                    <a:pt x="41" y="120"/>
                  </a:lnTo>
                  <a:lnTo>
                    <a:pt x="25" y="111"/>
                  </a:lnTo>
                  <a:lnTo>
                    <a:pt x="12" y="98"/>
                  </a:lnTo>
                  <a:lnTo>
                    <a:pt x="3" y="8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3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9" name="Freeform 474">
              <a:extLst>
                <a:ext uri="{FF2B5EF4-FFF2-40B4-BE49-F238E27FC236}">
                  <a16:creationId xmlns:a16="http://schemas.microsoft.com/office/drawing/2014/main" id="{FF4133AB-324E-46FE-9AF0-DA99A3202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6" y="3689350"/>
              <a:ext cx="42863" cy="19050"/>
            </a:xfrm>
            <a:custGeom>
              <a:avLst/>
              <a:gdLst>
                <a:gd name="T0" fmla="*/ 62 w 298"/>
                <a:gd name="T1" fmla="*/ 0 h 123"/>
                <a:gd name="T2" fmla="*/ 236 w 298"/>
                <a:gd name="T3" fmla="*/ 0 h 123"/>
                <a:gd name="T4" fmla="*/ 256 w 298"/>
                <a:gd name="T5" fmla="*/ 3 h 123"/>
                <a:gd name="T6" fmla="*/ 272 w 298"/>
                <a:gd name="T7" fmla="*/ 12 h 123"/>
                <a:gd name="T8" fmla="*/ 286 w 298"/>
                <a:gd name="T9" fmla="*/ 25 h 123"/>
                <a:gd name="T10" fmla="*/ 295 w 298"/>
                <a:gd name="T11" fmla="*/ 42 h 123"/>
                <a:gd name="T12" fmla="*/ 298 w 298"/>
                <a:gd name="T13" fmla="*/ 62 h 123"/>
                <a:gd name="T14" fmla="*/ 295 w 298"/>
                <a:gd name="T15" fmla="*/ 81 h 123"/>
                <a:gd name="T16" fmla="*/ 286 w 298"/>
                <a:gd name="T17" fmla="*/ 98 h 123"/>
                <a:gd name="T18" fmla="*/ 272 w 298"/>
                <a:gd name="T19" fmla="*/ 111 h 123"/>
                <a:gd name="T20" fmla="*/ 256 w 298"/>
                <a:gd name="T21" fmla="*/ 120 h 123"/>
                <a:gd name="T22" fmla="*/ 236 w 298"/>
                <a:gd name="T23" fmla="*/ 123 h 123"/>
                <a:gd name="T24" fmla="*/ 62 w 298"/>
                <a:gd name="T25" fmla="*/ 123 h 123"/>
                <a:gd name="T26" fmla="*/ 42 w 298"/>
                <a:gd name="T27" fmla="*/ 120 h 123"/>
                <a:gd name="T28" fmla="*/ 25 w 298"/>
                <a:gd name="T29" fmla="*/ 111 h 123"/>
                <a:gd name="T30" fmla="*/ 12 w 298"/>
                <a:gd name="T31" fmla="*/ 98 h 123"/>
                <a:gd name="T32" fmla="*/ 3 w 298"/>
                <a:gd name="T33" fmla="*/ 81 h 123"/>
                <a:gd name="T34" fmla="*/ 0 w 298"/>
                <a:gd name="T35" fmla="*/ 62 h 123"/>
                <a:gd name="T36" fmla="*/ 3 w 298"/>
                <a:gd name="T37" fmla="*/ 42 h 123"/>
                <a:gd name="T38" fmla="*/ 12 w 298"/>
                <a:gd name="T39" fmla="*/ 25 h 123"/>
                <a:gd name="T40" fmla="*/ 25 w 298"/>
                <a:gd name="T41" fmla="*/ 12 h 123"/>
                <a:gd name="T42" fmla="*/ 42 w 298"/>
                <a:gd name="T43" fmla="*/ 3 h 123"/>
                <a:gd name="T44" fmla="*/ 62 w 298"/>
                <a:gd name="T4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98" h="123">
                  <a:moveTo>
                    <a:pt x="62" y="0"/>
                  </a:moveTo>
                  <a:lnTo>
                    <a:pt x="236" y="0"/>
                  </a:lnTo>
                  <a:lnTo>
                    <a:pt x="256" y="3"/>
                  </a:lnTo>
                  <a:lnTo>
                    <a:pt x="272" y="12"/>
                  </a:lnTo>
                  <a:lnTo>
                    <a:pt x="286" y="25"/>
                  </a:lnTo>
                  <a:lnTo>
                    <a:pt x="295" y="42"/>
                  </a:lnTo>
                  <a:lnTo>
                    <a:pt x="298" y="62"/>
                  </a:lnTo>
                  <a:lnTo>
                    <a:pt x="295" y="81"/>
                  </a:lnTo>
                  <a:lnTo>
                    <a:pt x="286" y="98"/>
                  </a:lnTo>
                  <a:lnTo>
                    <a:pt x="272" y="111"/>
                  </a:lnTo>
                  <a:lnTo>
                    <a:pt x="256" y="120"/>
                  </a:lnTo>
                  <a:lnTo>
                    <a:pt x="236" y="123"/>
                  </a:lnTo>
                  <a:lnTo>
                    <a:pt x="62" y="123"/>
                  </a:lnTo>
                  <a:lnTo>
                    <a:pt x="42" y="120"/>
                  </a:lnTo>
                  <a:lnTo>
                    <a:pt x="25" y="111"/>
                  </a:lnTo>
                  <a:lnTo>
                    <a:pt x="12" y="98"/>
                  </a:lnTo>
                  <a:lnTo>
                    <a:pt x="3" y="81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0" name="Freeform 475">
              <a:extLst>
                <a:ext uri="{FF2B5EF4-FFF2-40B4-BE49-F238E27FC236}">
                  <a16:creationId xmlns:a16="http://schemas.microsoft.com/office/drawing/2014/main" id="{A509AD2B-A9D6-416B-ADF8-C31958964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3530600"/>
              <a:ext cx="17463" cy="42863"/>
            </a:xfrm>
            <a:custGeom>
              <a:avLst/>
              <a:gdLst>
                <a:gd name="T0" fmla="*/ 62 w 123"/>
                <a:gd name="T1" fmla="*/ 0 h 297"/>
                <a:gd name="T2" fmla="*/ 82 w 123"/>
                <a:gd name="T3" fmla="*/ 3 h 297"/>
                <a:gd name="T4" fmla="*/ 98 w 123"/>
                <a:gd name="T5" fmla="*/ 12 h 297"/>
                <a:gd name="T6" fmla="*/ 111 w 123"/>
                <a:gd name="T7" fmla="*/ 25 h 297"/>
                <a:gd name="T8" fmla="*/ 120 w 123"/>
                <a:gd name="T9" fmla="*/ 41 h 297"/>
                <a:gd name="T10" fmla="*/ 123 w 123"/>
                <a:gd name="T11" fmla="*/ 61 h 297"/>
                <a:gd name="T12" fmla="*/ 123 w 123"/>
                <a:gd name="T13" fmla="*/ 235 h 297"/>
                <a:gd name="T14" fmla="*/ 120 w 123"/>
                <a:gd name="T15" fmla="*/ 254 h 297"/>
                <a:gd name="T16" fmla="*/ 111 w 123"/>
                <a:gd name="T17" fmla="*/ 272 h 297"/>
                <a:gd name="T18" fmla="*/ 98 w 123"/>
                <a:gd name="T19" fmla="*/ 285 h 297"/>
                <a:gd name="T20" fmla="*/ 82 w 123"/>
                <a:gd name="T21" fmla="*/ 294 h 297"/>
                <a:gd name="T22" fmla="*/ 62 w 123"/>
                <a:gd name="T23" fmla="*/ 297 h 297"/>
                <a:gd name="T24" fmla="*/ 42 w 123"/>
                <a:gd name="T25" fmla="*/ 294 h 297"/>
                <a:gd name="T26" fmla="*/ 25 w 123"/>
                <a:gd name="T27" fmla="*/ 285 h 297"/>
                <a:gd name="T28" fmla="*/ 12 w 123"/>
                <a:gd name="T29" fmla="*/ 272 h 297"/>
                <a:gd name="T30" fmla="*/ 3 w 123"/>
                <a:gd name="T31" fmla="*/ 254 h 297"/>
                <a:gd name="T32" fmla="*/ 0 w 123"/>
                <a:gd name="T33" fmla="*/ 235 h 297"/>
                <a:gd name="T34" fmla="*/ 0 w 123"/>
                <a:gd name="T35" fmla="*/ 61 h 297"/>
                <a:gd name="T36" fmla="*/ 3 w 123"/>
                <a:gd name="T37" fmla="*/ 41 h 297"/>
                <a:gd name="T38" fmla="*/ 12 w 123"/>
                <a:gd name="T39" fmla="*/ 25 h 297"/>
                <a:gd name="T40" fmla="*/ 25 w 123"/>
                <a:gd name="T41" fmla="*/ 12 h 297"/>
                <a:gd name="T42" fmla="*/ 42 w 123"/>
                <a:gd name="T43" fmla="*/ 3 h 297"/>
                <a:gd name="T44" fmla="*/ 62 w 123"/>
                <a:gd name="T45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297">
                  <a:moveTo>
                    <a:pt x="62" y="0"/>
                  </a:moveTo>
                  <a:lnTo>
                    <a:pt x="82" y="3"/>
                  </a:lnTo>
                  <a:lnTo>
                    <a:pt x="98" y="12"/>
                  </a:lnTo>
                  <a:lnTo>
                    <a:pt x="111" y="25"/>
                  </a:lnTo>
                  <a:lnTo>
                    <a:pt x="120" y="41"/>
                  </a:lnTo>
                  <a:lnTo>
                    <a:pt x="123" y="61"/>
                  </a:lnTo>
                  <a:lnTo>
                    <a:pt x="123" y="235"/>
                  </a:lnTo>
                  <a:lnTo>
                    <a:pt x="120" y="254"/>
                  </a:lnTo>
                  <a:lnTo>
                    <a:pt x="111" y="272"/>
                  </a:lnTo>
                  <a:lnTo>
                    <a:pt x="98" y="285"/>
                  </a:lnTo>
                  <a:lnTo>
                    <a:pt x="82" y="294"/>
                  </a:lnTo>
                  <a:lnTo>
                    <a:pt x="62" y="297"/>
                  </a:lnTo>
                  <a:lnTo>
                    <a:pt x="42" y="294"/>
                  </a:lnTo>
                  <a:lnTo>
                    <a:pt x="25" y="285"/>
                  </a:lnTo>
                  <a:lnTo>
                    <a:pt x="12" y="272"/>
                  </a:lnTo>
                  <a:lnTo>
                    <a:pt x="3" y="254"/>
                  </a:lnTo>
                  <a:lnTo>
                    <a:pt x="0" y="235"/>
                  </a:lnTo>
                  <a:lnTo>
                    <a:pt x="0" y="61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1" name="Freeform 476">
              <a:extLst>
                <a:ext uri="{FF2B5EF4-FFF2-40B4-BE49-F238E27FC236}">
                  <a16:creationId xmlns:a16="http://schemas.microsoft.com/office/drawing/2014/main" id="{0260B899-15D3-492B-9827-346C64027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3824288"/>
              <a:ext cx="17463" cy="42863"/>
            </a:xfrm>
            <a:custGeom>
              <a:avLst/>
              <a:gdLst>
                <a:gd name="T0" fmla="*/ 62 w 123"/>
                <a:gd name="T1" fmla="*/ 0 h 297"/>
                <a:gd name="T2" fmla="*/ 82 w 123"/>
                <a:gd name="T3" fmla="*/ 3 h 297"/>
                <a:gd name="T4" fmla="*/ 98 w 123"/>
                <a:gd name="T5" fmla="*/ 12 h 297"/>
                <a:gd name="T6" fmla="*/ 111 w 123"/>
                <a:gd name="T7" fmla="*/ 25 h 297"/>
                <a:gd name="T8" fmla="*/ 120 w 123"/>
                <a:gd name="T9" fmla="*/ 42 h 297"/>
                <a:gd name="T10" fmla="*/ 123 w 123"/>
                <a:gd name="T11" fmla="*/ 62 h 297"/>
                <a:gd name="T12" fmla="*/ 123 w 123"/>
                <a:gd name="T13" fmla="*/ 236 h 297"/>
                <a:gd name="T14" fmla="*/ 120 w 123"/>
                <a:gd name="T15" fmla="*/ 256 h 297"/>
                <a:gd name="T16" fmla="*/ 111 w 123"/>
                <a:gd name="T17" fmla="*/ 272 h 297"/>
                <a:gd name="T18" fmla="*/ 98 w 123"/>
                <a:gd name="T19" fmla="*/ 285 h 297"/>
                <a:gd name="T20" fmla="*/ 82 w 123"/>
                <a:gd name="T21" fmla="*/ 295 h 297"/>
                <a:gd name="T22" fmla="*/ 62 w 123"/>
                <a:gd name="T23" fmla="*/ 297 h 297"/>
                <a:gd name="T24" fmla="*/ 42 w 123"/>
                <a:gd name="T25" fmla="*/ 295 h 297"/>
                <a:gd name="T26" fmla="*/ 25 w 123"/>
                <a:gd name="T27" fmla="*/ 285 h 297"/>
                <a:gd name="T28" fmla="*/ 12 w 123"/>
                <a:gd name="T29" fmla="*/ 272 h 297"/>
                <a:gd name="T30" fmla="*/ 3 w 123"/>
                <a:gd name="T31" fmla="*/ 256 h 297"/>
                <a:gd name="T32" fmla="*/ 0 w 123"/>
                <a:gd name="T33" fmla="*/ 236 h 297"/>
                <a:gd name="T34" fmla="*/ 0 w 123"/>
                <a:gd name="T35" fmla="*/ 62 h 297"/>
                <a:gd name="T36" fmla="*/ 3 w 123"/>
                <a:gd name="T37" fmla="*/ 42 h 297"/>
                <a:gd name="T38" fmla="*/ 12 w 123"/>
                <a:gd name="T39" fmla="*/ 25 h 297"/>
                <a:gd name="T40" fmla="*/ 25 w 123"/>
                <a:gd name="T41" fmla="*/ 12 h 297"/>
                <a:gd name="T42" fmla="*/ 42 w 123"/>
                <a:gd name="T43" fmla="*/ 3 h 297"/>
                <a:gd name="T44" fmla="*/ 62 w 123"/>
                <a:gd name="T45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3" h="297">
                  <a:moveTo>
                    <a:pt x="62" y="0"/>
                  </a:moveTo>
                  <a:lnTo>
                    <a:pt x="82" y="3"/>
                  </a:lnTo>
                  <a:lnTo>
                    <a:pt x="98" y="12"/>
                  </a:lnTo>
                  <a:lnTo>
                    <a:pt x="111" y="25"/>
                  </a:lnTo>
                  <a:lnTo>
                    <a:pt x="120" y="42"/>
                  </a:lnTo>
                  <a:lnTo>
                    <a:pt x="123" y="62"/>
                  </a:lnTo>
                  <a:lnTo>
                    <a:pt x="123" y="236"/>
                  </a:lnTo>
                  <a:lnTo>
                    <a:pt x="120" y="256"/>
                  </a:lnTo>
                  <a:lnTo>
                    <a:pt x="111" y="272"/>
                  </a:lnTo>
                  <a:lnTo>
                    <a:pt x="98" y="285"/>
                  </a:lnTo>
                  <a:lnTo>
                    <a:pt x="82" y="295"/>
                  </a:lnTo>
                  <a:lnTo>
                    <a:pt x="62" y="297"/>
                  </a:lnTo>
                  <a:lnTo>
                    <a:pt x="42" y="295"/>
                  </a:lnTo>
                  <a:lnTo>
                    <a:pt x="25" y="285"/>
                  </a:lnTo>
                  <a:lnTo>
                    <a:pt x="12" y="272"/>
                  </a:lnTo>
                  <a:lnTo>
                    <a:pt x="3" y="256"/>
                  </a:lnTo>
                  <a:lnTo>
                    <a:pt x="0" y="236"/>
                  </a:lnTo>
                  <a:lnTo>
                    <a:pt x="0" y="62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2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2" name="Freeform 477">
              <a:extLst>
                <a:ext uri="{FF2B5EF4-FFF2-40B4-BE49-F238E27FC236}">
                  <a16:creationId xmlns:a16="http://schemas.microsoft.com/office/drawing/2014/main" id="{18014B9D-E5EC-4EC3-AEAE-78023ADBC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3" y="3763963"/>
              <a:ext cx="25400" cy="23813"/>
            </a:xfrm>
            <a:custGeom>
              <a:avLst/>
              <a:gdLst>
                <a:gd name="T0" fmla="*/ 119 w 181"/>
                <a:gd name="T1" fmla="*/ 0 h 157"/>
                <a:gd name="T2" fmla="*/ 135 w 181"/>
                <a:gd name="T3" fmla="*/ 2 h 157"/>
                <a:gd name="T4" fmla="*/ 150 w 181"/>
                <a:gd name="T5" fmla="*/ 9 h 157"/>
                <a:gd name="T6" fmla="*/ 162 w 181"/>
                <a:gd name="T7" fmla="*/ 18 h 157"/>
                <a:gd name="T8" fmla="*/ 173 w 181"/>
                <a:gd name="T9" fmla="*/ 32 h 157"/>
                <a:gd name="T10" fmla="*/ 178 w 181"/>
                <a:gd name="T11" fmla="*/ 47 h 157"/>
                <a:gd name="T12" fmla="*/ 181 w 181"/>
                <a:gd name="T13" fmla="*/ 62 h 157"/>
                <a:gd name="T14" fmla="*/ 178 w 181"/>
                <a:gd name="T15" fmla="*/ 79 h 157"/>
                <a:gd name="T16" fmla="*/ 173 w 181"/>
                <a:gd name="T17" fmla="*/ 93 h 157"/>
                <a:gd name="T18" fmla="*/ 163 w 181"/>
                <a:gd name="T19" fmla="*/ 106 h 157"/>
                <a:gd name="T20" fmla="*/ 150 w 181"/>
                <a:gd name="T21" fmla="*/ 116 h 157"/>
                <a:gd name="T22" fmla="*/ 93 w 181"/>
                <a:gd name="T23" fmla="*/ 148 h 157"/>
                <a:gd name="T24" fmla="*/ 78 w 181"/>
                <a:gd name="T25" fmla="*/ 155 h 157"/>
                <a:gd name="T26" fmla="*/ 61 w 181"/>
                <a:gd name="T27" fmla="*/ 157 h 157"/>
                <a:gd name="T28" fmla="*/ 46 w 181"/>
                <a:gd name="T29" fmla="*/ 155 h 157"/>
                <a:gd name="T30" fmla="*/ 31 w 181"/>
                <a:gd name="T31" fmla="*/ 148 h 157"/>
                <a:gd name="T32" fmla="*/ 19 w 181"/>
                <a:gd name="T33" fmla="*/ 140 h 157"/>
                <a:gd name="T34" fmla="*/ 8 w 181"/>
                <a:gd name="T35" fmla="*/ 126 h 157"/>
                <a:gd name="T36" fmla="*/ 2 w 181"/>
                <a:gd name="T37" fmla="*/ 110 h 157"/>
                <a:gd name="T38" fmla="*/ 0 w 181"/>
                <a:gd name="T39" fmla="*/ 95 h 157"/>
                <a:gd name="T40" fmla="*/ 2 w 181"/>
                <a:gd name="T41" fmla="*/ 80 h 157"/>
                <a:gd name="T42" fmla="*/ 8 w 181"/>
                <a:gd name="T43" fmla="*/ 64 h 157"/>
                <a:gd name="T44" fmla="*/ 18 w 181"/>
                <a:gd name="T45" fmla="*/ 51 h 157"/>
                <a:gd name="T46" fmla="*/ 31 w 181"/>
                <a:gd name="T47" fmla="*/ 41 h 157"/>
                <a:gd name="T48" fmla="*/ 88 w 181"/>
                <a:gd name="T49" fmla="*/ 9 h 157"/>
                <a:gd name="T50" fmla="*/ 103 w 181"/>
                <a:gd name="T51" fmla="*/ 2 h 157"/>
                <a:gd name="T52" fmla="*/ 119 w 181"/>
                <a:gd name="T5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1" h="157">
                  <a:moveTo>
                    <a:pt x="119" y="0"/>
                  </a:moveTo>
                  <a:lnTo>
                    <a:pt x="135" y="2"/>
                  </a:lnTo>
                  <a:lnTo>
                    <a:pt x="150" y="9"/>
                  </a:lnTo>
                  <a:lnTo>
                    <a:pt x="162" y="18"/>
                  </a:lnTo>
                  <a:lnTo>
                    <a:pt x="173" y="32"/>
                  </a:lnTo>
                  <a:lnTo>
                    <a:pt x="178" y="47"/>
                  </a:lnTo>
                  <a:lnTo>
                    <a:pt x="181" y="62"/>
                  </a:lnTo>
                  <a:lnTo>
                    <a:pt x="178" y="79"/>
                  </a:lnTo>
                  <a:lnTo>
                    <a:pt x="173" y="93"/>
                  </a:lnTo>
                  <a:lnTo>
                    <a:pt x="163" y="106"/>
                  </a:lnTo>
                  <a:lnTo>
                    <a:pt x="150" y="116"/>
                  </a:lnTo>
                  <a:lnTo>
                    <a:pt x="93" y="148"/>
                  </a:lnTo>
                  <a:lnTo>
                    <a:pt x="78" y="155"/>
                  </a:lnTo>
                  <a:lnTo>
                    <a:pt x="61" y="157"/>
                  </a:lnTo>
                  <a:lnTo>
                    <a:pt x="46" y="155"/>
                  </a:lnTo>
                  <a:lnTo>
                    <a:pt x="31" y="148"/>
                  </a:lnTo>
                  <a:lnTo>
                    <a:pt x="19" y="140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5"/>
                  </a:lnTo>
                  <a:lnTo>
                    <a:pt x="2" y="80"/>
                  </a:lnTo>
                  <a:lnTo>
                    <a:pt x="8" y="64"/>
                  </a:lnTo>
                  <a:lnTo>
                    <a:pt x="18" y="51"/>
                  </a:lnTo>
                  <a:lnTo>
                    <a:pt x="31" y="41"/>
                  </a:lnTo>
                  <a:lnTo>
                    <a:pt x="88" y="9"/>
                  </a:lnTo>
                  <a:lnTo>
                    <a:pt x="103" y="2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3" name="Freeform 478">
              <a:extLst>
                <a:ext uri="{FF2B5EF4-FFF2-40B4-BE49-F238E27FC236}">
                  <a16:creationId xmlns:a16="http://schemas.microsoft.com/office/drawing/2014/main" id="{EADEE199-BED3-4B41-974B-30DF4A23F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213" y="3609975"/>
              <a:ext cx="25400" cy="23813"/>
            </a:xfrm>
            <a:custGeom>
              <a:avLst/>
              <a:gdLst>
                <a:gd name="T0" fmla="*/ 119 w 182"/>
                <a:gd name="T1" fmla="*/ 0 h 157"/>
                <a:gd name="T2" fmla="*/ 136 w 182"/>
                <a:gd name="T3" fmla="*/ 2 h 157"/>
                <a:gd name="T4" fmla="*/ 150 w 182"/>
                <a:gd name="T5" fmla="*/ 8 h 157"/>
                <a:gd name="T6" fmla="*/ 163 w 182"/>
                <a:gd name="T7" fmla="*/ 18 h 157"/>
                <a:gd name="T8" fmla="*/ 173 w 182"/>
                <a:gd name="T9" fmla="*/ 31 h 157"/>
                <a:gd name="T10" fmla="*/ 179 w 182"/>
                <a:gd name="T11" fmla="*/ 47 h 157"/>
                <a:gd name="T12" fmla="*/ 182 w 182"/>
                <a:gd name="T13" fmla="*/ 62 h 157"/>
                <a:gd name="T14" fmla="*/ 179 w 182"/>
                <a:gd name="T15" fmla="*/ 77 h 157"/>
                <a:gd name="T16" fmla="*/ 173 w 182"/>
                <a:gd name="T17" fmla="*/ 93 h 157"/>
                <a:gd name="T18" fmla="*/ 163 w 182"/>
                <a:gd name="T19" fmla="*/ 106 h 157"/>
                <a:gd name="T20" fmla="*/ 150 w 182"/>
                <a:gd name="T21" fmla="*/ 116 h 157"/>
                <a:gd name="T22" fmla="*/ 93 w 182"/>
                <a:gd name="T23" fmla="*/ 148 h 157"/>
                <a:gd name="T24" fmla="*/ 78 w 182"/>
                <a:gd name="T25" fmla="*/ 155 h 157"/>
                <a:gd name="T26" fmla="*/ 62 w 182"/>
                <a:gd name="T27" fmla="*/ 157 h 157"/>
                <a:gd name="T28" fmla="*/ 46 w 182"/>
                <a:gd name="T29" fmla="*/ 155 h 157"/>
                <a:gd name="T30" fmla="*/ 32 w 182"/>
                <a:gd name="T31" fmla="*/ 148 h 157"/>
                <a:gd name="T32" fmla="*/ 19 w 182"/>
                <a:gd name="T33" fmla="*/ 138 h 157"/>
                <a:gd name="T34" fmla="*/ 9 w 182"/>
                <a:gd name="T35" fmla="*/ 125 h 157"/>
                <a:gd name="T36" fmla="*/ 2 w 182"/>
                <a:gd name="T37" fmla="*/ 110 h 157"/>
                <a:gd name="T38" fmla="*/ 0 w 182"/>
                <a:gd name="T39" fmla="*/ 95 h 157"/>
                <a:gd name="T40" fmla="*/ 2 w 182"/>
                <a:gd name="T41" fmla="*/ 78 h 157"/>
                <a:gd name="T42" fmla="*/ 9 w 182"/>
                <a:gd name="T43" fmla="*/ 64 h 157"/>
                <a:gd name="T44" fmla="*/ 18 w 182"/>
                <a:gd name="T45" fmla="*/ 51 h 157"/>
                <a:gd name="T46" fmla="*/ 31 w 182"/>
                <a:gd name="T47" fmla="*/ 41 h 157"/>
                <a:gd name="T48" fmla="*/ 89 w 182"/>
                <a:gd name="T49" fmla="*/ 8 h 157"/>
                <a:gd name="T50" fmla="*/ 104 w 182"/>
                <a:gd name="T51" fmla="*/ 2 h 157"/>
                <a:gd name="T52" fmla="*/ 119 w 182"/>
                <a:gd name="T5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2" h="157">
                  <a:moveTo>
                    <a:pt x="119" y="0"/>
                  </a:moveTo>
                  <a:lnTo>
                    <a:pt x="136" y="2"/>
                  </a:lnTo>
                  <a:lnTo>
                    <a:pt x="150" y="8"/>
                  </a:lnTo>
                  <a:lnTo>
                    <a:pt x="163" y="18"/>
                  </a:lnTo>
                  <a:lnTo>
                    <a:pt x="173" y="31"/>
                  </a:lnTo>
                  <a:lnTo>
                    <a:pt x="179" y="47"/>
                  </a:lnTo>
                  <a:lnTo>
                    <a:pt x="182" y="62"/>
                  </a:lnTo>
                  <a:lnTo>
                    <a:pt x="179" y="77"/>
                  </a:lnTo>
                  <a:lnTo>
                    <a:pt x="173" y="93"/>
                  </a:lnTo>
                  <a:lnTo>
                    <a:pt x="163" y="106"/>
                  </a:lnTo>
                  <a:lnTo>
                    <a:pt x="150" y="116"/>
                  </a:lnTo>
                  <a:lnTo>
                    <a:pt x="93" y="148"/>
                  </a:lnTo>
                  <a:lnTo>
                    <a:pt x="78" y="155"/>
                  </a:lnTo>
                  <a:lnTo>
                    <a:pt x="62" y="157"/>
                  </a:lnTo>
                  <a:lnTo>
                    <a:pt x="46" y="155"/>
                  </a:lnTo>
                  <a:lnTo>
                    <a:pt x="32" y="148"/>
                  </a:lnTo>
                  <a:lnTo>
                    <a:pt x="19" y="138"/>
                  </a:lnTo>
                  <a:lnTo>
                    <a:pt x="9" y="125"/>
                  </a:lnTo>
                  <a:lnTo>
                    <a:pt x="2" y="110"/>
                  </a:lnTo>
                  <a:lnTo>
                    <a:pt x="0" y="95"/>
                  </a:lnTo>
                  <a:lnTo>
                    <a:pt x="2" y="78"/>
                  </a:lnTo>
                  <a:lnTo>
                    <a:pt x="9" y="64"/>
                  </a:lnTo>
                  <a:lnTo>
                    <a:pt x="18" y="51"/>
                  </a:lnTo>
                  <a:lnTo>
                    <a:pt x="31" y="41"/>
                  </a:lnTo>
                  <a:lnTo>
                    <a:pt x="89" y="8"/>
                  </a:lnTo>
                  <a:lnTo>
                    <a:pt x="104" y="2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4" name="Freeform 479">
              <a:extLst>
                <a:ext uri="{FF2B5EF4-FFF2-40B4-BE49-F238E27FC236}">
                  <a16:creationId xmlns:a16="http://schemas.microsoft.com/office/drawing/2014/main" id="{CF70F14E-3EBB-4D4D-8787-2725DC1C8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63" y="3552825"/>
              <a:ext cx="22225" cy="25400"/>
            </a:xfrm>
            <a:custGeom>
              <a:avLst/>
              <a:gdLst>
                <a:gd name="T0" fmla="*/ 62 w 157"/>
                <a:gd name="T1" fmla="*/ 0 h 181"/>
                <a:gd name="T2" fmla="*/ 78 w 157"/>
                <a:gd name="T3" fmla="*/ 1 h 181"/>
                <a:gd name="T4" fmla="*/ 92 w 157"/>
                <a:gd name="T5" fmla="*/ 8 h 181"/>
                <a:gd name="T6" fmla="*/ 106 w 157"/>
                <a:gd name="T7" fmla="*/ 18 h 181"/>
                <a:gd name="T8" fmla="*/ 115 w 157"/>
                <a:gd name="T9" fmla="*/ 31 h 181"/>
                <a:gd name="T10" fmla="*/ 148 w 157"/>
                <a:gd name="T11" fmla="*/ 88 h 181"/>
                <a:gd name="T12" fmla="*/ 155 w 157"/>
                <a:gd name="T13" fmla="*/ 103 h 181"/>
                <a:gd name="T14" fmla="*/ 157 w 157"/>
                <a:gd name="T15" fmla="*/ 119 h 181"/>
                <a:gd name="T16" fmla="*/ 155 w 157"/>
                <a:gd name="T17" fmla="*/ 135 h 181"/>
                <a:gd name="T18" fmla="*/ 148 w 157"/>
                <a:gd name="T19" fmla="*/ 150 h 181"/>
                <a:gd name="T20" fmla="*/ 139 w 157"/>
                <a:gd name="T21" fmla="*/ 162 h 181"/>
                <a:gd name="T22" fmla="*/ 126 w 157"/>
                <a:gd name="T23" fmla="*/ 172 h 181"/>
                <a:gd name="T24" fmla="*/ 111 w 157"/>
                <a:gd name="T25" fmla="*/ 178 h 181"/>
                <a:gd name="T26" fmla="*/ 95 w 157"/>
                <a:gd name="T27" fmla="*/ 181 h 181"/>
                <a:gd name="T28" fmla="*/ 79 w 157"/>
                <a:gd name="T29" fmla="*/ 178 h 181"/>
                <a:gd name="T30" fmla="*/ 64 w 157"/>
                <a:gd name="T31" fmla="*/ 173 h 181"/>
                <a:gd name="T32" fmla="*/ 52 w 157"/>
                <a:gd name="T33" fmla="*/ 163 h 181"/>
                <a:gd name="T34" fmla="*/ 41 w 157"/>
                <a:gd name="T35" fmla="*/ 150 h 181"/>
                <a:gd name="T36" fmla="*/ 8 w 157"/>
                <a:gd name="T37" fmla="*/ 92 h 181"/>
                <a:gd name="T38" fmla="*/ 2 w 157"/>
                <a:gd name="T39" fmla="*/ 77 h 181"/>
                <a:gd name="T40" fmla="*/ 0 w 157"/>
                <a:gd name="T41" fmla="*/ 61 h 181"/>
                <a:gd name="T42" fmla="*/ 2 w 157"/>
                <a:gd name="T43" fmla="*/ 46 h 181"/>
                <a:gd name="T44" fmla="*/ 8 w 157"/>
                <a:gd name="T45" fmla="*/ 31 h 181"/>
                <a:gd name="T46" fmla="*/ 18 w 157"/>
                <a:gd name="T47" fmla="*/ 18 h 181"/>
                <a:gd name="T48" fmla="*/ 31 w 157"/>
                <a:gd name="T49" fmla="*/ 8 h 181"/>
                <a:gd name="T50" fmla="*/ 47 w 157"/>
                <a:gd name="T51" fmla="*/ 1 h 181"/>
                <a:gd name="T52" fmla="*/ 62 w 157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" h="181">
                  <a:moveTo>
                    <a:pt x="62" y="0"/>
                  </a:moveTo>
                  <a:lnTo>
                    <a:pt x="78" y="1"/>
                  </a:lnTo>
                  <a:lnTo>
                    <a:pt x="92" y="8"/>
                  </a:lnTo>
                  <a:lnTo>
                    <a:pt x="106" y="18"/>
                  </a:lnTo>
                  <a:lnTo>
                    <a:pt x="115" y="31"/>
                  </a:lnTo>
                  <a:lnTo>
                    <a:pt x="148" y="88"/>
                  </a:lnTo>
                  <a:lnTo>
                    <a:pt x="155" y="103"/>
                  </a:lnTo>
                  <a:lnTo>
                    <a:pt x="157" y="119"/>
                  </a:lnTo>
                  <a:lnTo>
                    <a:pt x="155" y="135"/>
                  </a:lnTo>
                  <a:lnTo>
                    <a:pt x="148" y="150"/>
                  </a:lnTo>
                  <a:lnTo>
                    <a:pt x="139" y="162"/>
                  </a:lnTo>
                  <a:lnTo>
                    <a:pt x="126" y="172"/>
                  </a:lnTo>
                  <a:lnTo>
                    <a:pt x="111" y="178"/>
                  </a:lnTo>
                  <a:lnTo>
                    <a:pt x="95" y="181"/>
                  </a:lnTo>
                  <a:lnTo>
                    <a:pt x="79" y="178"/>
                  </a:lnTo>
                  <a:lnTo>
                    <a:pt x="64" y="173"/>
                  </a:lnTo>
                  <a:lnTo>
                    <a:pt x="52" y="163"/>
                  </a:lnTo>
                  <a:lnTo>
                    <a:pt x="41" y="150"/>
                  </a:lnTo>
                  <a:lnTo>
                    <a:pt x="8" y="92"/>
                  </a:lnTo>
                  <a:lnTo>
                    <a:pt x="2" y="77"/>
                  </a:lnTo>
                  <a:lnTo>
                    <a:pt x="0" y="61"/>
                  </a:lnTo>
                  <a:lnTo>
                    <a:pt x="2" y="46"/>
                  </a:lnTo>
                  <a:lnTo>
                    <a:pt x="8" y="31"/>
                  </a:lnTo>
                  <a:lnTo>
                    <a:pt x="18" y="18"/>
                  </a:lnTo>
                  <a:lnTo>
                    <a:pt x="31" y="8"/>
                  </a:lnTo>
                  <a:lnTo>
                    <a:pt x="47" y="1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5" name="Freeform 480">
              <a:extLst>
                <a:ext uri="{FF2B5EF4-FFF2-40B4-BE49-F238E27FC236}">
                  <a16:creationId xmlns:a16="http://schemas.microsoft.com/office/drawing/2014/main" id="{0DF4C0B6-E5D4-4BC6-BCB5-F71003F12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63" y="3819525"/>
              <a:ext cx="22225" cy="25400"/>
            </a:xfrm>
            <a:custGeom>
              <a:avLst/>
              <a:gdLst>
                <a:gd name="T0" fmla="*/ 95 w 157"/>
                <a:gd name="T1" fmla="*/ 0 h 181"/>
                <a:gd name="T2" fmla="*/ 110 w 157"/>
                <a:gd name="T3" fmla="*/ 2 h 181"/>
                <a:gd name="T4" fmla="*/ 126 w 157"/>
                <a:gd name="T5" fmla="*/ 9 h 181"/>
                <a:gd name="T6" fmla="*/ 139 w 157"/>
                <a:gd name="T7" fmla="*/ 19 h 181"/>
                <a:gd name="T8" fmla="*/ 148 w 157"/>
                <a:gd name="T9" fmla="*/ 32 h 181"/>
                <a:gd name="T10" fmla="*/ 155 w 157"/>
                <a:gd name="T11" fmla="*/ 46 h 181"/>
                <a:gd name="T12" fmla="*/ 157 w 157"/>
                <a:gd name="T13" fmla="*/ 61 h 181"/>
                <a:gd name="T14" fmla="*/ 155 w 157"/>
                <a:gd name="T15" fmla="*/ 78 h 181"/>
                <a:gd name="T16" fmla="*/ 148 w 157"/>
                <a:gd name="T17" fmla="*/ 93 h 181"/>
                <a:gd name="T18" fmla="*/ 115 w 157"/>
                <a:gd name="T19" fmla="*/ 150 h 181"/>
                <a:gd name="T20" fmla="*/ 106 w 157"/>
                <a:gd name="T21" fmla="*/ 163 h 181"/>
                <a:gd name="T22" fmla="*/ 92 w 157"/>
                <a:gd name="T23" fmla="*/ 173 h 181"/>
                <a:gd name="T24" fmla="*/ 77 w 157"/>
                <a:gd name="T25" fmla="*/ 179 h 181"/>
                <a:gd name="T26" fmla="*/ 62 w 157"/>
                <a:gd name="T27" fmla="*/ 181 h 181"/>
                <a:gd name="T28" fmla="*/ 47 w 157"/>
                <a:gd name="T29" fmla="*/ 179 h 181"/>
                <a:gd name="T30" fmla="*/ 31 w 157"/>
                <a:gd name="T31" fmla="*/ 173 h 181"/>
                <a:gd name="T32" fmla="*/ 18 w 157"/>
                <a:gd name="T33" fmla="*/ 163 h 181"/>
                <a:gd name="T34" fmla="*/ 8 w 157"/>
                <a:gd name="T35" fmla="*/ 150 h 181"/>
                <a:gd name="T36" fmla="*/ 2 w 157"/>
                <a:gd name="T37" fmla="*/ 136 h 181"/>
                <a:gd name="T38" fmla="*/ 0 w 157"/>
                <a:gd name="T39" fmla="*/ 119 h 181"/>
                <a:gd name="T40" fmla="*/ 2 w 157"/>
                <a:gd name="T41" fmla="*/ 104 h 181"/>
                <a:gd name="T42" fmla="*/ 8 w 157"/>
                <a:gd name="T43" fmla="*/ 89 h 181"/>
                <a:gd name="T44" fmla="*/ 41 w 157"/>
                <a:gd name="T45" fmla="*/ 31 h 181"/>
                <a:gd name="T46" fmla="*/ 52 w 157"/>
                <a:gd name="T47" fmla="*/ 18 h 181"/>
                <a:gd name="T48" fmla="*/ 64 w 157"/>
                <a:gd name="T49" fmla="*/ 8 h 181"/>
                <a:gd name="T50" fmla="*/ 79 w 157"/>
                <a:gd name="T51" fmla="*/ 2 h 181"/>
                <a:gd name="T52" fmla="*/ 95 w 157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7" h="181">
                  <a:moveTo>
                    <a:pt x="95" y="0"/>
                  </a:moveTo>
                  <a:lnTo>
                    <a:pt x="110" y="2"/>
                  </a:lnTo>
                  <a:lnTo>
                    <a:pt x="126" y="9"/>
                  </a:lnTo>
                  <a:lnTo>
                    <a:pt x="139" y="19"/>
                  </a:lnTo>
                  <a:lnTo>
                    <a:pt x="148" y="32"/>
                  </a:lnTo>
                  <a:lnTo>
                    <a:pt x="155" y="46"/>
                  </a:lnTo>
                  <a:lnTo>
                    <a:pt x="157" y="61"/>
                  </a:lnTo>
                  <a:lnTo>
                    <a:pt x="155" y="78"/>
                  </a:lnTo>
                  <a:lnTo>
                    <a:pt x="148" y="93"/>
                  </a:lnTo>
                  <a:lnTo>
                    <a:pt x="115" y="150"/>
                  </a:lnTo>
                  <a:lnTo>
                    <a:pt x="106" y="163"/>
                  </a:lnTo>
                  <a:lnTo>
                    <a:pt x="92" y="173"/>
                  </a:lnTo>
                  <a:lnTo>
                    <a:pt x="77" y="179"/>
                  </a:lnTo>
                  <a:lnTo>
                    <a:pt x="62" y="181"/>
                  </a:lnTo>
                  <a:lnTo>
                    <a:pt x="47" y="179"/>
                  </a:lnTo>
                  <a:lnTo>
                    <a:pt x="31" y="173"/>
                  </a:lnTo>
                  <a:lnTo>
                    <a:pt x="18" y="163"/>
                  </a:lnTo>
                  <a:lnTo>
                    <a:pt x="8" y="150"/>
                  </a:lnTo>
                  <a:lnTo>
                    <a:pt x="2" y="136"/>
                  </a:lnTo>
                  <a:lnTo>
                    <a:pt x="0" y="119"/>
                  </a:lnTo>
                  <a:lnTo>
                    <a:pt x="2" y="104"/>
                  </a:lnTo>
                  <a:lnTo>
                    <a:pt x="8" y="89"/>
                  </a:lnTo>
                  <a:lnTo>
                    <a:pt x="41" y="31"/>
                  </a:lnTo>
                  <a:lnTo>
                    <a:pt x="52" y="18"/>
                  </a:lnTo>
                  <a:lnTo>
                    <a:pt x="64" y="8"/>
                  </a:lnTo>
                  <a:lnTo>
                    <a:pt x="79" y="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6" name="Freeform 481">
              <a:extLst>
                <a:ext uri="{FF2B5EF4-FFF2-40B4-BE49-F238E27FC236}">
                  <a16:creationId xmlns:a16="http://schemas.microsoft.com/office/drawing/2014/main" id="{ADCB01B9-0AB5-4C97-B6F6-649D2AC2C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51" y="3552825"/>
              <a:ext cx="23813" cy="25400"/>
            </a:xfrm>
            <a:custGeom>
              <a:avLst/>
              <a:gdLst>
                <a:gd name="T0" fmla="*/ 94 w 156"/>
                <a:gd name="T1" fmla="*/ 0 h 181"/>
                <a:gd name="T2" fmla="*/ 110 w 156"/>
                <a:gd name="T3" fmla="*/ 1 h 181"/>
                <a:gd name="T4" fmla="*/ 126 w 156"/>
                <a:gd name="T5" fmla="*/ 8 h 181"/>
                <a:gd name="T6" fmla="*/ 139 w 156"/>
                <a:gd name="T7" fmla="*/ 18 h 181"/>
                <a:gd name="T8" fmla="*/ 147 w 156"/>
                <a:gd name="T9" fmla="*/ 31 h 181"/>
                <a:gd name="T10" fmla="*/ 154 w 156"/>
                <a:gd name="T11" fmla="*/ 46 h 181"/>
                <a:gd name="T12" fmla="*/ 156 w 156"/>
                <a:gd name="T13" fmla="*/ 61 h 181"/>
                <a:gd name="T14" fmla="*/ 154 w 156"/>
                <a:gd name="T15" fmla="*/ 77 h 181"/>
                <a:gd name="T16" fmla="*/ 147 w 156"/>
                <a:gd name="T17" fmla="*/ 92 h 181"/>
                <a:gd name="T18" fmla="*/ 115 w 156"/>
                <a:gd name="T19" fmla="*/ 150 h 181"/>
                <a:gd name="T20" fmla="*/ 105 w 156"/>
                <a:gd name="T21" fmla="*/ 163 h 181"/>
                <a:gd name="T22" fmla="*/ 92 w 156"/>
                <a:gd name="T23" fmla="*/ 173 h 181"/>
                <a:gd name="T24" fmla="*/ 77 w 156"/>
                <a:gd name="T25" fmla="*/ 178 h 181"/>
                <a:gd name="T26" fmla="*/ 61 w 156"/>
                <a:gd name="T27" fmla="*/ 181 h 181"/>
                <a:gd name="T28" fmla="*/ 46 w 156"/>
                <a:gd name="T29" fmla="*/ 178 h 181"/>
                <a:gd name="T30" fmla="*/ 30 w 156"/>
                <a:gd name="T31" fmla="*/ 172 h 181"/>
                <a:gd name="T32" fmla="*/ 17 w 156"/>
                <a:gd name="T33" fmla="*/ 162 h 181"/>
                <a:gd name="T34" fmla="*/ 7 w 156"/>
                <a:gd name="T35" fmla="*/ 150 h 181"/>
                <a:gd name="T36" fmla="*/ 1 w 156"/>
                <a:gd name="T37" fmla="*/ 135 h 181"/>
                <a:gd name="T38" fmla="*/ 0 w 156"/>
                <a:gd name="T39" fmla="*/ 119 h 181"/>
                <a:gd name="T40" fmla="*/ 1 w 156"/>
                <a:gd name="T41" fmla="*/ 103 h 181"/>
                <a:gd name="T42" fmla="*/ 7 w 156"/>
                <a:gd name="T43" fmla="*/ 88 h 181"/>
                <a:gd name="T44" fmla="*/ 40 w 156"/>
                <a:gd name="T45" fmla="*/ 31 h 181"/>
                <a:gd name="T46" fmla="*/ 51 w 156"/>
                <a:gd name="T47" fmla="*/ 18 h 181"/>
                <a:gd name="T48" fmla="*/ 63 w 156"/>
                <a:gd name="T49" fmla="*/ 8 h 181"/>
                <a:gd name="T50" fmla="*/ 79 w 156"/>
                <a:gd name="T51" fmla="*/ 1 h 181"/>
                <a:gd name="T52" fmla="*/ 94 w 15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6" h="181">
                  <a:moveTo>
                    <a:pt x="94" y="0"/>
                  </a:moveTo>
                  <a:lnTo>
                    <a:pt x="110" y="1"/>
                  </a:lnTo>
                  <a:lnTo>
                    <a:pt x="126" y="8"/>
                  </a:lnTo>
                  <a:lnTo>
                    <a:pt x="139" y="18"/>
                  </a:lnTo>
                  <a:lnTo>
                    <a:pt x="147" y="31"/>
                  </a:lnTo>
                  <a:lnTo>
                    <a:pt x="154" y="46"/>
                  </a:lnTo>
                  <a:lnTo>
                    <a:pt x="156" y="61"/>
                  </a:lnTo>
                  <a:lnTo>
                    <a:pt x="154" y="77"/>
                  </a:lnTo>
                  <a:lnTo>
                    <a:pt x="147" y="92"/>
                  </a:lnTo>
                  <a:lnTo>
                    <a:pt x="115" y="150"/>
                  </a:lnTo>
                  <a:lnTo>
                    <a:pt x="105" y="163"/>
                  </a:lnTo>
                  <a:lnTo>
                    <a:pt x="92" y="173"/>
                  </a:lnTo>
                  <a:lnTo>
                    <a:pt x="77" y="178"/>
                  </a:lnTo>
                  <a:lnTo>
                    <a:pt x="61" y="181"/>
                  </a:lnTo>
                  <a:lnTo>
                    <a:pt x="46" y="178"/>
                  </a:lnTo>
                  <a:lnTo>
                    <a:pt x="30" y="172"/>
                  </a:lnTo>
                  <a:lnTo>
                    <a:pt x="17" y="162"/>
                  </a:lnTo>
                  <a:lnTo>
                    <a:pt x="7" y="150"/>
                  </a:lnTo>
                  <a:lnTo>
                    <a:pt x="1" y="135"/>
                  </a:lnTo>
                  <a:lnTo>
                    <a:pt x="0" y="119"/>
                  </a:lnTo>
                  <a:lnTo>
                    <a:pt x="1" y="103"/>
                  </a:lnTo>
                  <a:lnTo>
                    <a:pt x="7" y="88"/>
                  </a:lnTo>
                  <a:lnTo>
                    <a:pt x="40" y="31"/>
                  </a:lnTo>
                  <a:lnTo>
                    <a:pt x="51" y="18"/>
                  </a:lnTo>
                  <a:lnTo>
                    <a:pt x="63" y="8"/>
                  </a:lnTo>
                  <a:lnTo>
                    <a:pt x="79" y="1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7" name="Freeform 482">
              <a:extLst>
                <a:ext uri="{FF2B5EF4-FFF2-40B4-BE49-F238E27FC236}">
                  <a16:creationId xmlns:a16="http://schemas.microsoft.com/office/drawing/2014/main" id="{5F329DAD-0CEC-46D8-9C61-C625FD6F3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3" y="3609975"/>
              <a:ext cx="25400" cy="23813"/>
            </a:xfrm>
            <a:custGeom>
              <a:avLst/>
              <a:gdLst>
                <a:gd name="T0" fmla="*/ 61 w 181"/>
                <a:gd name="T1" fmla="*/ 0 h 157"/>
                <a:gd name="T2" fmla="*/ 78 w 181"/>
                <a:gd name="T3" fmla="*/ 2 h 157"/>
                <a:gd name="T4" fmla="*/ 93 w 181"/>
                <a:gd name="T5" fmla="*/ 8 h 157"/>
                <a:gd name="T6" fmla="*/ 150 w 181"/>
                <a:gd name="T7" fmla="*/ 41 h 157"/>
                <a:gd name="T8" fmla="*/ 163 w 181"/>
                <a:gd name="T9" fmla="*/ 51 h 157"/>
                <a:gd name="T10" fmla="*/ 173 w 181"/>
                <a:gd name="T11" fmla="*/ 64 h 157"/>
                <a:gd name="T12" fmla="*/ 178 w 181"/>
                <a:gd name="T13" fmla="*/ 78 h 157"/>
                <a:gd name="T14" fmla="*/ 181 w 181"/>
                <a:gd name="T15" fmla="*/ 95 h 157"/>
                <a:gd name="T16" fmla="*/ 178 w 181"/>
                <a:gd name="T17" fmla="*/ 110 h 157"/>
                <a:gd name="T18" fmla="*/ 173 w 181"/>
                <a:gd name="T19" fmla="*/ 125 h 157"/>
                <a:gd name="T20" fmla="*/ 162 w 181"/>
                <a:gd name="T21" fmla="*/ 138 h 157"/>
                <a:gd name="T22" fmla="*/ 150 w 181"/>
                <a:gd name="T23" fmla="*/ 148 h 157"/>
                <a:gd name="T24" fmla="*/ 135 w 181"/>
                <a:gd name="T25" fmla="*/ 155 h 157"/>
                <a:gd name="T26" fmla="*/ 119 w 181"/>
                <a:gd name="T27" fmla="*/ 157 h 157"/>
                <a:gd name="T28" fmla="*/ 103 w 181"/>
                <a:gd name="T29" fmla="*/ 155 h 157"/>
                <a:gd name="T30" fmla="*/ 88 w 181"/>
                <a:gd name="T31" fmla="*/ 148 h 157"/>
                <a:gd name="T32" fmla="*/ 31 w 181"/>
                <a:gd name="T33" fmla="*/ 116 h 157"/>
                <a:gd name="T34" fmla="*/ 18 w 181"/>
                <a:gd name="T35" fmla="*/ 106 h 157"/>
                <a:gd name="T36" fmla="*/ 8 w 181"/>
                <a:gd name="T37" fmla="*/ 93 h 157"/>
                <a:gd name="T38" fmla="*/ 2 w 181"/>
                <a:gd name="T39" fmla="*/ 77 h 157"/>
                <a:gd name="T40" fmla="*/ 0 w 181"/>
                <a:gd name="T41" fmla="*/ 62 h 157"/>
                <a:gd name="T42" fmla="*/ 2 w 181"/>
                <a:gd name="T43" fmla="*/ 47 h 157"/>
                <a:gd name="T44" fmla="*/ 8 w 181"/>
                <a:gd name="T45" fmla="*/ 31 h 157"/>
                <a:gd name="T46" fmla="*/ 19 w 181"/>
                <a:gd name="T47" fmla="*/ 18 h 157"/>
                <a:gd name="T48" fmla="*/ 31 w 181"/>
                <a:gd name="T49" fmla="*/ 8 h 157"/>
                <a:gd name="T50" fmla="*/ 46 w 181"/>
                <a:gd name="T51" fmla="*/ 2 h 157"/>
                <a:gd name="T52" fmla="*/ 61 w 181"/>
                <a:gd name="T53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1" h="157">
                  <a:moveTo>
                    <a:pt x="61" y="0"/>
                  </a:moveTo>
                  <a:lnTo>
                    <a:pt x="78" y="2"/>
                  </a:lnTo>
                  <a:lnTo>
                    <a:pt x="93" y="8"/>
                  </a:lnTo>
                  <a:lnTo>
                    <a:pt x="150" y="41"/>
                  </a:lnTo>
                  <a:lnTo>
                    <a:pt x="163" y="51"/>
                  </a:lnTo>
                  <a:lnTo>
                    <a:pt x="173" y="64"/>
                  </a:lnTo>
                  <a:lnTo>
                    <a:pt x="178" y="78"/>
                  </a:lnTo>
                  <a:lnTo>
                    <a:pt x="181" y="95"/>
                  </a:lnTo>
                  <a:lnTo>
                    <a:pt x="178" y="110"/>
                  </a:lnTo>
                  <a:lnTo>
                    <a:pt x="173" y="125"/>
                  </a:lnTo>
                  <a:lnTo>
                    <a:pt x="162" y="138"/>
                  </a:lnTo>
                  <a:lnTo>
                    <a:pt x="150" y="148"/>
                  </a:lnTo>
                  <a:lnTo>
                    <a:pt x="135" y="155"/>
                  </a:lnTo>
                  <a:lnTo>
                    <a:pt x="119" y="157"/>
                  </a:lnTo>
                  <a:lnTo>
                    <a:pt x="103" y="155"/>
                  </a:lnTo>
                  <a:lnTo>
                    <a:pt x="88" y="148"/>
                  </a:lnTo>
                  <a:lnTo>
                    <a:pt x="31" y="116"/>
                  </a:lnTo>
                  <a:lnTo>
                    <a:pt x="18" y="106"/>
                  </a:lnTo>
                  <a:lnTo>
                    <a:pt x="8" y="93"/>
                  </a:lnTo>
                  <a:lnTo>
                    <a:pt x="2" y="77"/>
                  </a:lnTo>
                  <a:lnTo>
                    <a:pt x="0" y="62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1" y="8"/>
                  </a:lnTo>
                  <a:lnTo>
                    <a:pt x="46" y="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8" name="Freeform 483">
              <a:extLst>
                <a:ext uri="{FF2B5EF4-FFF2-40B4-BE49-F238E27FC236}">
                  <a16:creationId xmlns:a16="http://schemas.microsoft.com/office/drawing/2014/main" id="{513AFE98-A845-447A-864D-23BBEC2A5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71613" y="3463925"/>
              <a:ext cx="520700" cy="519113"/>
            </a:xfrm>
            <a:custGeom>
              <a:avLst/>
              <a:gdLst>
                <a:gd name="T0" fmla="*/ 2262 w 3605"/>
                <a:gd name="T1" fmla="*/ 2069 h 3597"/>
                <a:gd name="T2" fmla="*/ 1963 w 3605"/>
                <a:gd name="T3" fmla="*/ 2495 h 3597"/>
                <a:gd name="T4" fmla="*/ 2010 w 3605"/>
                <a:gd name="T5" fmla="*/ 3031 h 3597"/>
                <a:gd name="T6" fmla="*/ 2377 w 3605"/>
                <a:gd name="T7" fmla="*/ 3398 h 3597"/>
                <a:gd name="T8" fmla="*/ 2913 w 3605"/>
                <a:gd name="T9" fmla="*/ 3445 h 3597"/>
                <a:gd name="T10" fmla="*/ 3339 w 3605"/>
                <a:gd name="T11" fmla="*/ 3146 h 3597"/>
                <a:gd name="T12" fmla="*/ 3478 w 3605"/>
                <a:gd name="T13" fmla="*/ 2630 h 3597"/>
                <a:gd name="T14" fmla="*/ 3254 w 3605"/>
                <a:gd name="T15" fmla="*/ 2154 h 3597"/>
                <a:gd name="T16" fmla="*/ 2778 w 3605"/>
                <a:gd name="T17" fmla="*/ 1930 h 3597"/>
                <a:gd name="T18" fmla="*/ 1088 w 3605"/>
                <a:gd name="T19" fmla="*/ 467 h 3597"/>
                <a:gd name="T20" fmla="*/ 554 w 3605"/>
                <a:gd name="T21" fmla="*/ 931 h 3597"/>
                <a:gd name="T22" fmla="*/ 349 w 3605"/>
                <a:gd name="T23" fmla="*/ 1627 h 3597"/>
                <a:gd name="T24" fmla="*/ 554 w 3605"/>
                <a:gd name="T25" fmla="*/ 2322 h 3597"/>
                <a:gd name="T26" fmla="*/ 1088 w 3605"/>
                <a:gd name="T27" fmla="*/ 2786 h 3597"/>
                <a:gd name="T28" fmla="*/ 1764 w 3605"/>
                <a:gd name="T29" fmla="*/ 2897 h 3597"/>
                <a:gd name="T30" fmla="*/ 1862 w 3605"/>
                <a:gd name="T31" fmla="*/ 2403 h 3597"/>
                <a:gd name="T32" fmla="*/ 2214 w 3605"/>
                <a:gd name="T33" fmla="*/ 1952 h 3597"/>
                <a:gd name="T34" fmla="*/ 2769 w 3605"/>
                <a:gd name="T35" fmla="*/ 1805 h 3597"/>
                <a:gd name="T36" fmla="*/ 2850 w 3605"/>
                <a:gd name="T37" fmla="*/ 1257 h 3597"/>
                <a:gd name="T38" fmla="*/ 2464 w 3605"/>
                <a:gd name="T39" fmla="*/ 663 h 3597"/>
                <a:gd name="T40" fmla="*/ 1815 w 3605"/>
                <a:gd name="T41" fmla="*/ 362 h 3597"/>
                <a:gd name="T42" fmla="*/ 1134 w 3605"/>
                <a:gd name="T43" fmla="*/ 207 h 3597"/>
                <a:gd name="T44" fmla="*/ 499 w 3605"/>
                <a:gd name="T45" fmla="*/ 634 h 3597"/>
                <a:gd name="T46" fmla="*/ 154 w 3605"/>
                <a:gd name="T47" fmla="*/ 1324 h 3597"/>
                <a:gd name="T48" fmla="*/ 207 w 3605"/>
                <a:gd name="T49" fmla="*/ 2120 h 3597"/>
                <a:gd name="T50" fmla="*/ 634 w 3605"/>
                <a:gd name="T51" fmla="*/ 2754 h 3597"/>
                <a:gd name="T52" fmla="*/ 1324 w 3605"/>
                <a:gd name="T53" fmla="*/ 3099 h 3597"/>
                <a:gd name="T54" fmla="*/ 1865 w 3605"/>
                <a:gd name="T55" fmla="*/ 3008 h 3597"/>
                <a:gd name="T56" fmla="*/ 1167 w 3605"/>
                <a:gd name="T57" fmla="*/ 2951 h 3597"/>
                <a:gd name="T58" fmla="*/ 574 w 3605"/>
                <a:gd name="T59" fmla="*/ 2552 h 3597"/>
                <a:gd name="T60" fmla="*/ 254 w 3605"/>
                <a:gd name="T61" fmla="*/ 1909 h 3597"/>
                <a:gd name="T62" fmla="*/ 302 w 3605"/>
                <a:gd name="T63" fmla="*/ 1167 h 3597"/>
                <a:gd name="T64" fmla="*/ 701 w 3605"/>
                <a:gd name="T65" fmla="*/ 574 h 3597"/>
                <a:gd name="T66" fmla="*/ 1345 w 3605"/>
                <a:gd name="T67" fmla="*/ 254 h 3597"/>
                <a:gd name="T68" fmla="*/ 2086 w 3605"/>
                <a:gd name="T69" fmla="*/ 302 h 3597"/>
                <a:gd name="T70" fmla="*/ 2679 w 3605"/>
                <a:gd name="T71" fmla="*/ 701 h 3597"/>
                <a:gd name="T72" fmla="*/ 3000 w 3605"/>
                <a:gd name="T73" fmla="*/ 1344 h 3597"/>
                <a:gd name="T74" fmla="*/ 3105 w 3605"/>
                <a:gd name="T75" fmla="*/ 1896 h 3597"/>
                <a:gd name="T76" fmla="*/ 3046 w 3605"/>
                <a:gd name="T77" fmla="*/ 1134 h 3597"/>
                <a:gd name="T78" fmla="*/ 2619 w 3605"/>
                <a:gd name="T79" fmla="*/ 499 h 3597"/>
                <a:gd name="T80" fmla="*/ 1929 w 3605"/>
                <a:gd name="T81" fmla="*/ 154 h 3597"/>
                <a:gd name="T82" fmla="*/ 2042 w 3605"/>
                <a:gd name="T83" fmla="*/ 54 h 3597"/>
                <a:gd name="T84" fmla="*/ 2740 w 3605"/>
                <a:gd name="T85" fmla="*/ 442 h 3597"/>
                <a:gd name="T86" fmla="*/ 3170 w 3605"/>
                <a:gd name="T87" fmla="*/ 1113 h 3597"/>
                <a:gd name="T88" fmla="*/ 3233 w 3605"/>
                <a:gd name="T89" fmla="*/ 1881 h 3597"/>
                <a:gd name="T90" fmla="*/ 3530 w 3605"/>
                <a:gd name="T91" fmla="*/ 2342 h 3597"/>
                <a:gd name="T92" fmla="*/ 3575 w 3605"/>
                <a:gd name="T93" fmla="*/ 2926 h 3597"/>
                <a:gd name="T94" fmla="*/ 3260 w 3605"/>
                <a:gd name="T95" fmla="*/ 3406 h 3597"/>
                <a:gd name="T96" fmla="*/ 2708 w 3605"/>
                <a:gd name="T97" fmla="*/ 3597 h 3597"/>
                <a:gd name="T98" fmla="*/ 2169 w 3605"/>
                <a:gd name="T99" fmla="*/ 3417 h 3597"/>
                <a:gd name="T100" fmla="*/ 1627 w 3605"/>
                <a:gd name="T101" fmla="*/ 3253 h 3597"/>
                <a:gd name="T102" fmla="*/ 835 w 3605"/>
                <a:gd name="T103" fmla="*/ 3047 h 3597"/>
                <a:gd name="T104" fmla="*/ 257 w 3605"/>
                <a:gd name="T105" fmla="*/ 2504 h 3597"/>
                <a:gd name="T106" fmla="*/ 3 w 3605"/>
                <a:gd name="T107" fmla="*/ 1733 h 3597"/>
                <a:gd name="T108" fmla="*/ 160 w 3605"/>
                <a:gd name="T109" fmla="*/ 925 h 3597"/>
                <a:gd name="T110" fmla="*/ 667 w 3605"/>
                <a:gd name="T111" fmla="*/ 314 h 3597"/>
                <a:gd name="T112" fmla="*/ 1415 w 3605"/>
                <a:gd name="T113" fmla="*/ 13 h 3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605" h="3597">
                  <a:moveTo>
                    <a:pt x="2708" y="1928"/>
                  </a:moveTo>
                  <a:lnTo>
                    <a:pt x="2637" y="1930"/>
                  </a:lnTo>
                  <a:lnTo>
                    <a:pt x="2569" y="1940"/>
                  </a:lnTo>
                  <a:lnTo>
                    <a:pt x="2503" y="1955"/>
                  </a:lnTo>
                  <a:lnTo>
                    <a:pt x="2438" y="1976"/>
                  </a:lnTo>
                  <a:lnTo>
                    <a:pt x="2377" y="2002"/>
                  </a:lnTo>
                  <a:lnTo>
                    <a:pt x="2318" y="2033"/>
                  </a:lnTo>
                  <a:lnTo>
                    <a:pt x="2262" y="2069"/>
                  </a:lnTo>
                  <a:lnTo>
                    <a:pt x="2210" y="2109"/>
                  </a:lnTo>
                  <a:lnTo>
                    <a:pt x="2162" y="2154"/>
                  </a:lnTo>
                  <a:lnTo>
                    <a:pt x="2117" y="2202"/>
                  </a:lnTo>
                  <a:lnTo>
                    <a:pt x="2076" y="2255"/>
                  </a:lnTo>
                  <a:lnTo>
                    <a:pt x="2040" y="2310"/>
                  </a:lnTo>
                  <a:lnTo>
                    <a:pt x="2010" y="2369"/>
                  </a:lnTo>
                  <a:lnTo>
                    <a:pt x="1983" y="2431"/>
                  </a:lnTo>
                  <a:lnTo>
                    <a:pt x="1963" y="2495"/>
                  </a:lnTo>
                  <a:lnTo>
                    <a:pt x="1947" y="2562"/>
                  </a:lnTo>
                  <a:lnTo>
                    <a:pt x="1937" y="2630"/>
                  </a:lnTo>
                  <a:lnTo>
                    <a:pt x="1935" y="2700"/>
                  </a:lnTo>
                  <a:lnTo>
                    <a:pt x="1937" y="2771"/>
                  </a:lnTo>
                  <a:lnTo>
                    <a:pt x="1947" y="2838"/>
                  </a:lnTo>
                  <a:lnTo>
                    <a:pt x="1963" y="2905"/>
                  </a:lnTo>
                  <a:lnTo>
                    <a:pt x="1983" y="2970"/>
                  </a:lnTo>
                  <a:lnTo>
                    <a:pt x="2010" y="3031"/>
                  </a:lnTo>
                  <a:lnTo>
                    <a:pt x="2040" y="3090"/>
                  </a:lnTo>
                  <a:lnTo>
                    <a:pt x="2076" y="3146"/>
                  </a:lnTo>
                  <a:lnTo>
                    <a:pt x="2117" y="3198"/>
                  </a:lnTo>
                  <a:lnTo>
                    <a:pt x="2162" y="3246"/>
                  </a:lnTo>
                  <a:lnTo>
                    <a:pt x="2210" y="3291"/>
                  </a:lnTo>
                  <a:lnTo>
                    <a:pt x="2262" y="3331"/>
                  </a:lnTo>
                  <a:lnTo>
                    <a:pt x="2318" y="3368"/>
                  </a:lnTo>
                  <a:lnTo>
                    <a:pt x="2377" y="3398"/>
                  </a:lnTo>
                  <a:lnTo>
                    <a:pt x="2438" y="3424"/>
                  </a:lnTo>
                  <a:lnTo>
                    <a:pt x="2503" y="3445"/>
                  </a:lnTo>
                  <a:lnTo>
                    <a:pt x="2569" y="3460"/>
                  </a:lnTo>
                  <a:lnTo>
                    <a:pt x="2637" y="3470"/>
                  </a:lnTo>
                  <a:lnTo>
                    <a:pt x="2708" y="3473"/>
                  </a:lnTo>
                  <a:lnTo>
                    <a:pt x="2778" y="3470"/>
                  </a:lnTo>
                  <a:lnTo>
                    <a:pt x="2846" y="3460"/>
                  </a:lnTo>
                  <a:lnTo>
                    <a:pt x="2913" y="3445"/>
                  </a:lnTo>
                  <a:lnTo>
                    <a:pt x="2977" y="3424"/>
                  </a:lnTo>
                  <a:lnTo>
                    <a:pt x="3038" y="3398"/>
                  </a:lnTo>
                  <a:lnTo>
                    <a:pt x="3097" y="3368"/>
                  </a:lnTo>
                  <a:lnTo>
                    <a:pt x="3153" y="3331"/>
                  </a:lnTo>
                  <a:lnTo>
                    <a:pt x="3206" y="3291"/>
                  </a:lnTo>
                  <a:lnTo>
                    <a:pt x="3254" y="3246"/>
                  </a:lnTo>
                  <a:lnTo>
                    <a:pt x="3299" y="3198"/>
                  </a:lnTo>
                  <a:lnTo>
                    <a:pt x="3339" y="3146"/>
                  </a:lnTo>
                  <a:lnTo>
                    <a:pt x="3375" y="3090"/>
                  </a:lnTo>
                  <a:lnTo>
                    <a:pt x="3406" y="3031"/>
                  </a:lnTo>
                  <a:lnTo>
                    <a:pt x="3432" y="2970"/>
                  </a:lnTo>
                  <a:lnTo>
                    <a:pt x="3453" y="2905"/>
                  </a:lnTo>
                  <a:lnTo>
                    <a:pt x="3468" y="2838"/>
                  </a:lnTo>
                  <a:lnTo>
                    <a:pt x="3478" y="2771"/>
                  </a:lnTo>
                  <a:lnTo>
                    <a:pt x="3481" y="2700"/>
                  </a:lnTo>
                  <a:lnTo>
                    <a:pt x="3478" y="2630"/>
                  </a:lnTo>
                  <a:lnTo>
                    <a:pt x="3468" y="2562"/>
                  </a:lnTo>
                  <a:lnTo>
                    <a:pt x="3453" y="2495"/>
                  </a:lnTo>
                  <a:lnTo>
                    <a:pt x="3432" y="2431"/>
                  </a:lnTo>
                  <a:lnTo>
                    <a:pt x="3406" y="2369"/>
                  </a:lnTo>
                  <a:lnTo>
                    <a:pt x="3375" y="2310"/>
                  </a:lnTo>
                  <a:lnTo>
                    <a:pt x="3339" y="2255"/>
                  </a:lnTo>
                  <a:lnTo>
                    <a:pt x="3299" y="2202"/>
                  </a:lnTo>
                  <a:lnTo>
                    <a:pt x="3254" y="2154"/>
                  </a:lnTo>
                  <a:lnTo>
                    <a:pt x="3206" y="2109"/>
                  </a:lnTo>
                  <a:lnTo>
                    <a:pt x="3153" y="2069"/>
                  </a:lnTo>
                  <a:lnTo>
                    <a:pt x="3097" y="2033"/>
                  </a:lnTo>
                  <a:lnTo>
                    <a:pt x="3038" y="2002"/>
                  </a:lnTo>
                  <a:lnTo>
                    <a:pt x="2977" y="1976"/>
                  </a:lnTo>
                  <a:lnTo>
                    <a:pt x="2913" y="1955"/>
                  </a:lnTo>
                  <a:lnTo>
                    <a:pt x="2846" y="1940"/>
                  </a:lnTo>
                  <a:lnTo>
                    <a:pt x="2778" y="1930"/>
                  </a:lnTo>
                  <a:lnTo>
                    <a:pt x="2708" y="1928"/>
                  </a:lnTo>
                  <a:close/>
                  <a:moveTo>
                    <a:pt x="1627" y="349"/>
                  </a:moveTo>
                  <a:lnTo>
                    <a:pt x="1532" y="352"/>
                  </a:lnTo>
                  <a:lnTo>
                    <a:pt x="1438" y="362"/>
                  </a:lnTo>
                  <a:lnTo>
                    <a:pt x="1347" y="379"/>
                  </a:lnTo>
                  <a:lnTo>
                    <a:pt x="1257" y="402"/>
                  </a:lnTo>
                  <a:lnTo>
                    <a:pt x="1172" y="432"/>
                  </a:lnTo>
                  <a:lnTo>
                    <a:pt x="1088" y="467"/>
                  </a:lnTo>
                  <a:lnTo>
                    <a:pt x="1008" y="508"/>
                  </a:lnTo>
                  <a:lnTo>
                    <a:pt x="932" y="554"/>
                  </a:lnTo>
                  <a:lnTo>
                    <a:pt x="858" y="606"/>
                  </a:lnTo>
                  <a:lnTo>
                    <a:pt x="788" y="663"/>
                  </a:lnTo>
                  <a:lnTo>
                    <a:pt x="724" y="723"/>
                  </a:lnTo>
                  <a:lnTo>
                    <a:pt x="663" y="788"/>
                  </a:lnTo>
                  <a:lnTo>
                    <a:pt x="606" y="857"/>
                  </a:lnTo>
                  <a:lnTo>
                    <a:pt x="554" y="931"/>
                  </a:lnTo>
                  <a:lnTo>
                    <a:pt x="508" y="1008"/>
                  </a:lnTo>
                  <a:lnTo>
                    <a:pt x="468" y="1088"/>
                  </a:lnTo>
                  <a:lnTo>
                    <a:pt x="432" y="1171"/>
                  </a:lnTo>
                  <a:lnTo>
                    <a:pt x="402" y="1257"/>
                  </a:lnTo>
                  <a:lnTo>
                    <a:pt x="379" y="1347"/>
                  </a:lnTo>
                  <a:lnTo>
                    <a:pt x="362" y="1438"/>
                  </a:lnTo>
                  <a:lnTo>
                    <a:pt x="352" y="1531"/>
                  </a:lnTo>
                  <a:lnTo>
                    <a:pt x="349" y="1627"/>
                  </a:lnTo>
                  <a:lnTo>
                    <a:pt x="352" y="1722"/>
                  </a:lnTo>
                  <a:lnTo>
                    <a:pt x="362" y="1815"/>
                  </a:lnTo>
                  <a:lnTo>
                    <a:pt x="379" y="1906"/>
                  </a:lnTo>
                  <a:lnTo>
                    <a:pt x="402" y="1995"/>
                  </a:lnTo>
                  <a:lnTo>
                    <a:pt x="432" y="2082"/>
                  </a:lnTo>
                  <a:lnTo>
                    <a:pt x="468" y="2165"/>
                  </a:lnTo>
                  <a:lnTo>
                    <a:pt x="508" y="2245"/>
                  </a:lnTo>
                  <a:lnTo>
                    <a:pt x="554" y="2322"/>
                  </a:lnTo>
                  <a:lnTo>
                    <a:pt x="606" y="2396"/>
                  </a:lnTo>
                  <a:lnTo>
                    <a:pt x="663" y="2464"/>
                  </a:lnTo>
                  <a:lnTo>
                    <a:pt x="724" y="2530"/>
                  </a:lnTo>
                  <a:lnTo>
                    <a:pt x="788" y="2590"/>
                  </a:lnTo>
                  <a:lnTo>
                    <a:pt x="858" y="2647"/>
                  </a:lnTo>
                  <a:lnTo>
                    <a:pt x="932" y="2698"/>
                  </a:lnTo>
                  <a:lnTo>
                    <a:pt x="1008" y="2744"/>
                  </a:lnTo>
                  <a:lnTo>
                    <a:pt x="1088" y="2786"/>
                  </a:lnTo>
                  <a:lnTo>
                    <a:pt x="1172" y="2821"/>
                  </a:lnTo>
                  <a:lnTo>
                    <a:pt x="1257" y="2850"/>
                  </a:lnTo>
                  <a:lnTo>
                    <a:pt x="1347" y="2873"/>
                  </a:lnTo>
                  <a:lnTo>
                    <a:pt x="1438" y="2891"/>
                  </a:lnTo>
                  <a:lnTo>
                    <a:pt x="1532" y="2901"/>
                  </a:lnTo>
                  <a:lnTo>
                    <a:pt x="1627" y="2904"/>
                  </a:lnTo>
                  <a:lnTo>
                    <a:pt x="1695" y="2903"/>
                  </a:lnTo>
                  <a:lnTo>
                    <a:pt x="1764" y="2897"/>
                  </a:lnTo>
                  <a:lnTo>
                    <a:pt x="1831" y="2889"/>
                  </a:lnTo>
                  <a:lnTo>
                    <a:pt x="1820" y="2826"/>
                  </a:lnTo>
                  <a:lnTo>
                    <a:pt x="1814" y="2764"/>
                  </a:lnTo>
                  <a:lnTo>
                    <a:pt x="1811" y="2700"/>
                  </a:lnTo>
                  <a:lnTo>
                    <a:pt x="1814" y="2623"/>
                  </a:lnTo>
                  <a:lnTo>
                    <a:pt x="1824" y="2548"/>
                  </a:lnTo>
                  <a:lnTo>
                    <a:pt x="1840" y="2474"/>
                  </a:lnTo>
                  <a:lnTo>
                    <a:pt x="1862" y="2403"/>
                  </a:lnTo>
                  <a:lnTo>
                    <a:pt x="1889" y="2334"/>
                  </a:lnTo>
                  <a:lnTo>
                    <a:pt x="1922" y="2269"/>
                  </a:lnTo>
                  <a:lnTo>
                    <a:pt x="1959" y="2206"/>
                  </a:lnTo>
                  <a:lnTo>
                    <a:pt x="2002" y="2147"/>
                  </a:lnTo>
                  <a:lnTo>
                    <a:pt x="2049" y="2093"/>
                  </a:lnTo>
                  <a:lnTo>
                    <a:pt x="2100" y="2041"/>
                  </a:lnTo>
                  <a:lnTo>
                    <a:pt x="2155" y="1994"/>
                  </a:lnTo>
                  <a:lnTo>
                    <a:pt x="2214" y="1952"/>
                  </a:lnTo>
                  <a:lnTo>
                    <a:pt x="2276" y="1915"/>
                  </a:lnTo>
                  <a:lnTo>
                    <a:pt x="2342" y="1882"/>
                  </a:lnTo>
                  <a:lnTo>
                    <a:pt x="2411" y="1854"/>
                  </a:lnTo>
                  <a:lnTo>
                    <a:pt x="2482" y="1833"/>
                  </a:lnTo>
                  <a:lnTo>
                    <a:pt x="2555" y="1816"/>
                  </a:lnTo>
                  <a:lnTo>
                    <a:pt x="2631" y="1806"/>
                  </a:lnTo>
                  <a:lnTo>
                    <a:pt x="2708" y="1803"/>
                  </a:lnTo>
                  <a:lnTo>
                    <a:pt x="2769" y="1805"/>
                  </a:lnTo>
                  <a:lnTo>
                    <a:pt x="2831" y="1812"/>
                  </a:lnTo>
                  <a:lnTo>
                    <a:pt x="2890" y="1822"/>
                  </a:lnTo>
                  <a:lnTo>
                    <a:pt x="2901" y="1724"/>
                  </a:lnTo>
                  <a:lnTo>
                    <a:pt x="2905" y="1627"/>
                  </a:lnTo>
                  <a:lnTo>
                    <a:pt x="2901" y="1531"/>
                  </a:lnTo>
                  <a:lnTo>
                    <a:pt x="2891" y="1438"/>
                  </a:lnTo>
                  <a:lnTo>
                    <a:pt x="2873" y="1347"/>
                  </a:lnTo>
                  <a:lnTo>
                    <a:pt x="2850" y="1257"/>
                  </a:lnTo>
                  <a:lnTo>
                    <a:pt x="2821" y="1171"/>
                  </a:lnTo>
                  <a:lnTo>
                    <a:pt x="2786" y="1088"/>
                  </a:lnTo>
                  <a:lnTo>
                    <a:pt x="2744" y="1008"/>
                  </a:lnTo>
                  <a:lnTo>
                    <a:pt x="2698" y="931"/>
                  </a:lnTo>
                  <a:lnTo>
                    <a:pt x="2647" y="857"/>
                  </a:lnTo>
                  <a:lnTo>
                    <a:pt x="2591" y="788"/>
                  </a:lnTo>
                  <a:lnTo>
                    <a:pt x="2530" y="723"/>
                  </a:lnTo>
                  <a:lnTo>
                    <a:pt x="2464" y="663"/>
                  </a:lnTo>
                  <a:lnTo>
                    <a:pt x="2395" y="606"/>
                  </a:lnTo>
                  <a:lnTo>
                    <a:pt x="2322" y="554"/>
                  </a:lnTo>
                  <a:lnTo>
                    <a:pt x="2245" y="508"/>
                  </a:lnTo>
                  <a:lnTo>
                    <a:pt x="2165" y="467"/>
                  </a:lnTo>
                  <a:lnTo>
                    <a:pt x="2082" y="432"/>
                  </a:lnTo>
                  <a:lnTo>
                    <a:pt x="1995" y="402"/>
                  </a:lnTo>
                  <a:lnTo>
                    <a:pt x="1907" y="379"/>
                  </a:lnTo>
                  <a:lnTo>
                    <a:pt x="1815" y="362"/>
                  </a:lnTo>
                  <a:lnTo>
                    <a:pt x="1722" y="352"/>
                  </a:lnTo>
                  <a:lnTo>
                    <a:pt x="1627" y="349"/>
                  </a:lnTo>
                  <a:close/>
                  <a:moveTo>
                    <a:pt x="1627" y="124"/>
                  </a:moveTo>
                  <a:lnTo>
                    <a:pt x="1524" y="127"/>
                  </a:lnTo>
                  <a:lnTo>
                    <a:pt x="1422" y="138"/>
                  </a:lnTo>
                  <a:lnTo>
                    <a:pt x="1324" y="154"/>
                  </a:lnTo>
                  <a:lnTo>
                    <a:pt x="1228" y="177"/>
                  </a:lnTo>
                  <a:lnTo>
                    <a:pt x="1134" y="207"/>
                  </a:lnTo>
                  <a:lnTo>
                    <a:pt x="1042" y="242"/>
                  </a:lnTo>
                  <a:lnTo>
                    <a:pt x="953" y="283"/>
                  </a:lnTo>
                  <a:lnTo>
                    <a:pt x="868" y="329"/>
                  </a:lnTo>
                  <a:lnTo>
                    <a:pt x="787" y="381"/>
                  </a:lnTo>
                  <a:lnTo>
                    <a:pt x="708" y="437"/>
                  </a:lnTo>
                  <a:lnTo>
                    <a:pt x="634" y="499"/>
                  </a:lnTo>
                  <a:lnTo>
                    <a:pt x="564" y="564"/>
                  </a:lnTo>
                  <a:lnTo>
                    <a:pt x="499" y="634"/>
                  </a:lnTo>
                  <a:lnTo>
                    <a:pt x="437" y="709"/>
                  </a:lnTo>
                  <a:lnTo>
                    <a:pt x="380" y="787"/>
                  </a:lnTo>
                  <a:lnTo>
                    <a:pt x="329" y="868"/>
                  </a:lnTo>
                  <a:lnTo>
                    <a:pt x="283" y="953"/>
                  </a:lnTo>
                  <a:lnTo>
                    <a:pt x="242" y="1042"/>
                  </a:lnTo>
                  <a:lnTo>
                    <a:pt x="207" y="1134"/>
                  </a:lnTo>
                  <a:lnTo>
                    <a:pt x="177" y="1228"/>
                  </a:lnTo>
                  <a:lnTo>
                    <a:pt x="154" y="1324"/>
                  </a:lnTo>
                  <a:lnTo>
                    <a:pt x="138" y="1423"/>
                  </a:lnTo>
                  <a:lnTo>
                    <a:pt x="127" y="1524"/>
                  </a:lnTo>
                  <a:lnTo>
                    <a:pt x="124" y="1627"/>
                  </a:lnTo>
                  <a:lnTo>
                    <a:pt x="127" y="1730"/>
                  </a:lnTo>
                  <a:lnTo>
                    <a:pt x="138" y="1830"/>
                  </a:lnTo>
                  <a:lnTo>
                    <a:pt x="154" y="1929"/>
                  </a:lnTo>
                  <a:lnTo>
                    <a:pt x="177" y="2026"/>
                  </a:lnTo>
                  <a:lnTo>
                    <a:pt x="207" y="2120"/>
                  </a:lnTo>
                  <a:lnTo>
                    <a:pt x="242" y="2211"/>
                  </a:lnTo>
                  <a:lnTo>
                    <a:pt x="283" y="2299"/>
                  </a:lnTo>
                  <a:lnTo>
                    <a:pt x="329" y="2385"/>
                  </a:lnTo>
                  <a:lnTo>
                    <a:pt x="380" y="2467"/>
                  </a:lnTo>
                  <a:lnTo>
                    <a:pt x="437" y="2544"/>
                  </a:lnTo>
                  <a:lnTo>
                    <a:pt x="499" y="2619"/>
                  </a:lnTo>
                  <a:lnTo>
                    <a:pt x="564" y="2689"/>
                  </a:lnTo>
                  <a:lnTo>
                    <a:pt x="634" y="2754"/>
                  </a:lnTo>
                  <a:lnTo>
                    <a:pt x="708" y="2815"/>
                  </a:lnTo>
                  <a:lnTo>
                    <a:pt x="787" y="2872"/>
                  </a:lnTo>
                  <a:lnTo>
                    <a:pt x="868" y="2924"/>
                  </a:lnTo>
                  <a:lnTo>
                    <a:pt x="953" y="2971"/>
                  </a:lnTo>
                  <a:lnTo>
                    <a:pt x="1042" y="3011"/>
                  </a:lnTo>
                  <a:lnTo>
                    <a:pt x="1134" y="3046"/>
                  </a:lnTo>
                  <a:lnTo>
                    <a:pt x="1228" y="3076"/>
                  </a:lnTo>
                  <a:lnTo>
                    <a:pt x="1324" y="3099"/>
                  </a:lnTo>
                  <a:lnTo>
                    <a:pt x="1422" y="3116"/>
                  </a:lnTo>
                  <a:lnTo>
                    <a:pt x="1524" y="3126"/>
                  </a:lnTo>
                  <a:lnTo>
                    <a:pt x="1627" y="3129"/>
                  </a:lnTo>
                  <a:lnTo>
                    <a:pt x="1721" y="3126"/>
                  </a:lnTo>
                  <a:lnTo>
                    <a:pt x="1814" y="3117"/>
                  </a:lnTo>
                  <a:lnTo>
                    <a:pt x="1907" y="3103"/>
                  </a:lnTo>
                  <a:lnTo>
                    <a:pt x="1885" y="3056"/>
                  </a:lnTo>
                  <a:lnTo>
                    <a:pt x="1865" y="3008"/>
                  </a:lnTo>
                  <a:lnTo>
                    <a:pt x="1787" y="3019"/>
                  </a:lnTo>
                  <a:lnTo>
                    <a:pt x="1707" y="3026"/>
                  </a:lnTo>
                  <a:lnTo>
                    <a:pt x="1627" y="3029"/>
                  </a:lnTo>
                  <a:lnTo>
                    <a:pt x="1531" y="3025"/>
                  </a:lnTo>
                  <a:lnTo>
                    <a:pt x="1437" y="3016"/>
                  </a:lnTo>
                  <a:lnTo>
                    <a:pt x="1345" y="3000"/>
                  </a:lnTo>
                  <a:lnTo>
                    <a:pt x="1254" y="2978"/>
                  </a:lnTo>
                  <a:lnTo>
                    <a:pt x="1167" y="2951"/>
                  </a:lnTo>
                  <a:lnTo>
                    <a:pt x="1081" y="2918"/>
                  </a:lnTo>
                  <a:lnTo>
                    <a:pt x="999" y="2880"/>
                  </a:lnTo>
                  <a:lnTo>
                    <a:pt x="919" y="2836"/>
                  </a:lnTo>
                  <a:lnTo>
                    <a:pt x="843" y="2788"/>
                  </a:lnTo>
                  <a:lnTo>
                    <a:pt x="771" y="2736"/>
                  </a:lnTo>
                  <a:lnTo>
                    <a:pt x="701" y="2679"/>
                  </a:lnTo>
                  <a:lnTo>
                    <a:pt x="636" y="2618"/>
                  </a:lnTo>
                  <a:lnTo>
                    <a:pt x="574" y="2552"/>
                  </a:lnTo>
                  <a:lnTo>
                    <a:pt x="517" y="2483"/>
                  </a:lnTo>
                  <a:lnTo>
                    <a:pt x="465" y="2410"/>
                  </a:lnTo>
                  <a:lnTo>
                    <a:pt x="417" y="2333"/>
                  </a:lnTo>
                  <a:lnTo>
                    <a:pt x="373" y="2253"/>
                  </a:lnTo>
                  <a:lnTo>
                    <a:pt x="336" y="2171"/>
                  </a:lnTo>
                  <a:lnTo>
                    <a:pt x="302" y="2086"/>
                  </a:lnTo>
                  <a:lnTo>
                    <a:pt x="274" y="1999"/>
                  </a:lnTo>
                  <a:lnTo>
                    <a:pt x="254" y="1909"/>
                  </a:lnTo>
                  <a:lnTo>
                    <a:pt x="237" y="1816"/>
                  </a:lnTo>
                  <a:lnTo>
                    <a:pt x="229" y="1722"/>
                  </a:lnTo>
                  <a:lnTo>
                    <a:pt x="225" y="1627"/>
                  </a:lnTo>
                  <a:lnTo>
                    <a:pt x="229" y="1531"/>
                  </a:lnTo>
                  <a:lnTo>
                    <a:pt x="237" y="1437"/>
                  </a:lnTo>
                  <a:lnTo>
                    <a:pt x="254" y="1344"/>
                  </a:lnTo>
                  <a:lnTo>
                    <a:pt x="274" y="1254"/>
                  </a:lnTo>
                  <a:lnTo>
                    <a:pt x="302" y="1167"/>
                  </a:lnTo>
                  <a:lnTo>
                    <a:pt x="336" y="1081"/>
                  </a:lnTo>
                  <a:lnTo>
                    <a:pt x="373" y="999"/>
                  </a:lnTo>
                  <a:lnTo>
                    <a:pt x="417" y="920"/>
                  </a:lnTo>
                  <a:lnTo>
                    <a:pt x="465" y="843"/>
                  </a:lnTo>
                  <a:lnTo>
                    <a:pt x="517" y="771"/>
                  </a:lnTo>
                  <a:lnTo>
                    <a:pt x="574" y="701"/>
                  </a:lnTo>
                  <a:lnTo>
                    <a:pt x="636" y="635"/>
                  </a:lnTo>
                  <a:lnTo>
                    <a:pt x="701" y="574"/>
                  </a:lnTo>
                  <a:lnTo>
                    <a:pt x="771" y="517"/>
                  </a:lnTo>
                  <a:lnTo>
                    <a:pt x="843" y="465"/>
                  </a:lnTo>
                  <a:lnTo>
                    <a:pt x="919" y="417"/>
                  </a:lnTo>
                  <a:lnTo>
                    <a:pt x="999" y="373"/>
                  </a:lnTo>
                  <a:lnTo>
                    <a:pt x="1081" y="335"/>
                  </a:lnTo>
                  <a:lnTo>
                    <a:pt x="1167" y="302"/>
                  </a:lnTo>
                  <a:lnTo>
                    <a:pt x="1254" y="275"/>
                  </a:lnTo>
                  <a:lnTo>
                    <a:pt x="1345" y="254"/>
                  </a:lnTo>
                  <a:lnTo>
                    <a:pt x="1437" y="237"/>
                  </a:lnTo>
                  <a:lnTo>
                    <a:pt x="1531" y="228"/>
                  </a:lnTo>
                  <a:lnTo>
                    <a:pt x="1627" y="224"/>
                  </a:lnTo>
                  <a:lnTo>
                    <a:pt x="1722" y="228"/>
                  </a:lnTo>
                  <a:lnTo>
                    <a:pt x="1816" y="237"/>
                  </a:lnTo>
                  <a:lnTo>
                    <a:pt x="1909" y="254"/>
                  </a:lnTo>
                  <a:lnTo>
                    <a:pt x="1999" y="275"/>
                  </a:lnTo>
                  <a:lnTo>
                    <a:pt x="2086" y="302"/>
                  </a:lnTo>
                  <a:lnTo>
                    <a:pt x="2171" y="335"/>
                  </a:lnTo>
                  <a:lnTo>
                    <a:pt x="2254" y="373"/>
                  </a:lnTo>
                  <a:lnTo>
                    <a:pt x="2333" y="417"/>
                  </a:lnTo>
                  <a:lnTo>
                    <a:pt x="2410" y="465"/>
                  </a:lnTo>
                  <a:lnTo>
                    <a:pt x="2483" y="517"/>
                  </a:lnTo>
                  <a:lnTo>
                    <a:pt x="2552" y="574"/>
                  </a:lnTo>
                  <a:lnTo>
                    <a:pt x="2617" y="635"/>
                  </a:lnTo>
                  <a:lnTo>
                    <a:pt x="2679" y="701"/>
                  </a:lnTo>
                  <a:lnTo>
                    <a:pt x="2736" y="771"/>
                  </a:lnTo>
                  <a:lnTo>
                    <a:pt x="2788" y="843"/>
                  </a:lnTo>
                  <a:lnTo>
                    <a:pt x="2836" y="920"/>
                  </a:lnTo>
                  <a:lnTo>
                    <a:pt x="2880" y="999"/>
                  </a:lnTo>
                  <a:lnTo>
                    <a:pt x="2918" y="1081"/>
                  </a:lnTo>
                  <a:lnTo>
                    <a:pt x="2951" y="1167"/>
                  </a:lnTo>
                  <a:lnTo>
                    <a:pt x="2978" y="1254"/>
                  </a:lnTo>
                  <a:lnTo>
                    <a:pt x="3000" y="1344"/>
                  </a:lnTo>
                  <a:lnTo>
                    <a:pt x="3015" y="1437"/>
                  </a:lnTo>
                  <a:lnTo>
                    <a:pt x="3025" y="1531"/>
                  </a:lnTo>
                  <a:lnTo>
                    <a:pt x="3029" y="1627"/>
                  </a:lnTo>
                  <a:lnTo>
                    <a:pt x="3026" y="1704"/>
                  </a:lnTo>
                  <a:lnTo>
                    <a:pt x="3020" y="1780"/>
                  </a:lnTo>
                  <a:lnTo>
                    <a:pt x="3010" y="1855"/>
                  </a:lnTo>
                  <a:lnTo>
                    <a:pt x="3058" y="1875"/>
                  </a:lnTo>
                  <a:lnTo>
                    <a:pt x="3105" y="1896"/>
                  </a:lnTo>
                  <a:lnTo>
                    <a:pt x="3118" y="1807"/>
                  </a:lnTo>
                  <a:lnTo>
                    <a:pt x="3127" y="1717"/>
                  </a:lnTo>
                  <a:lnTo>
                    <a:pt x="3129" y="1627"/>
                  </a:lnTo>
                  <a:lnTo>
                    <a:pt x="3126" y="1524"/>
                  </a:lnTo>
                  <a:lnTo>
                    <a:pt x="3116" y="1423"/>
                  </a:lnTo>
                  <a:lnTo>
                    <a:pt x="3099" y="1324"/>
                  </a:lnTo>
                  <a:lnTo>
                    <a:pt x="3076" y="1228"/>
                  </a:lnTo>
                  <a:lnTo>
                    <a:pt x="3046" y="1134"/>
                  </a:lnTo>
                  <a:lnTo>
                    <a:pt x="3011" y="1042"/>
                  </a:lnTo>
                  <a:lnTo>
                    <a:pt x="2971" y="953"/>
                  </a:lnTo>
                  <a:lnTo>
                    <a:pt x="2924" y="868"/>
                  </a:lnTo>
                  <a:lnTo>
                    <a:pt x="2872" y="787"/>
                  </a:lnTo>
                  <a:lnTo>
                    <a:pt x="2815" y="709"/>
                  </a:lnTo>
                  <a:lnTo>
                    <a:pt x="2754" y="634"/>
                  </a:lnTo>
                  <a:lnTo>
                    <a:pt x="2689" y="564"/>
                  </a:lnTo>
                  <a:lnTo>
                    <a:pt x="2619" y="499"/>
                  </a:lnTo>
                  <a:lnTo>
                    <a:pt x="2544" y="437"/>
                  </a:lnTo>
                  <a:lnTo>
                    <a:pt x="2467" y="381"/>
                  </a:lnTo>
                  <a:lnTo>
                    <a:pt x="2385" y="329"/>
                  </a:lnTo>
                  <a:lnTo>
                    <a:pt x="2299" y="283"/>
                  </a:lnTo>
                  <a:lnTo>
                    <a:pt x="2211" y="242"/>
                  </a:lnTo>
                  <a:lnTo>
                    <a:pt x="2120" y="207"/>
                  </a:lnTo>
                  <a:lnTo>
                    <a:pt x="2026" y="177"/>
                  </a:lnTo>
                  <a:lnTo>
                    <a:pt x="1929" y="154"/>
                  </a:lnTo>
                  <a:lnTo>
                    <a:pt x="1830" y="138"/>
                  </a:lnTo>
                  <a:lnTo>
                    <a:pt x="1730" y="127"/>
                  </a:lnTo>
                  <a:lnTo>
                    <a:pt x="1627" y="124"/>
                  </a:lnTo>
                  <a:close/>
                  <a:moveTo>
                    <a:pt x="1627" y="0"/>
                  </a:moveTo>
                  <a:lnTo>
                    <a:pt x="1733" y="3"/>
                  </a:lnTo>
                  <a:lnTo>
                    <a:pt x="1838" y="13"/>
                  </a:lnTo>
                  <a:lnTo>
                    <a:pt x="1941" y="31"/>
                  </a:lnTo>
                  <a:lnTo>
                    <a:pt x="2042" y="54"/>
                  </a:lnTo>
                  <a:lnTo>
                    <a:pt x="2140" y="83"/>
                  </a:lnTo>
                  <a:lnTo>
                    <a:pt x="2236" y="118"/>
                  </a:lnTo>
                  <a:lnTo>
                    <a:pt x="2328" y="159"/>
                  </a:lnTo>
                  <a:lnTo>
                    <a:pt x="2417" y="206"/>
                  </a:lnTo>
                  <a:lnTo>
                    <a:pt x="2504" y="257"/>
                  </a:lnTo>
                  <a:lnTo>
                    <a:pt x="2587" y="314"/>
                  </a:lnTo>
                  <a:lnTo>
                    <a:pt x="2666" y="376"/>
                  </a:lnTo>
                  <a:lnTo>
                    <a:pt x="2740" y="442"/>
                  </a:lnTo>
                  <a:lnTo>
                    <a:pt x="2811" y="513"/>
                  </a:lnTo>
                  <a:lnTo>
                    <a:pt x="2878" y="587"/>
                  </a:lnTo>
                  <a:lnTo>
                    <a:pt x="2939" y="666"/>
                  </a:lnTo>
                  <a:lnTo>
                    <a:pt x="2996" y="749"/>
                  </a:lnTo>
                  <a:lnTo>
                    <a:pt x="3047" y="835"/>
                  </a:lnTo>
                  <a:lnTo>
                    <a:pt x="3094" y="925"/>
                  </a:lnTo>
                  <a:lnTo>
                    <a:pt x="3135" y="1017"/>
                  </a:lnTo>
                  <a:lnTo>
                    <a:pt x="3170" y="1113"/>
                  </a:lnTo>
                  <a:lnTo>
                    <a:pt x="3199" y="1212"/>
                  </a:lnTo>
                  <a:lnTo>
                    <a:pt x="3222" y="1312"/>
                  </a:lnTo>
                  <a:lnTo>
                    <a:pt x="3240" y="1415"/>
                  </a:lnTo>
                  <a:lnTo>
                    <a:pt x="3249" y="1520"/>
                  </a:lnTo>
                  <a:lnTo>
                    <a:pt x="3253" y="1627"/>
                  </a:lnTo>
                  <a:lnTo>
                    <a:pt x="3250" y="1711"/>
                  </a:lnTo>
                  <a:lnTo>
                    <a:pt x="3244" y="1796"/>
                  </a:lnTo>
                  <a:lnTo>
                    <a:pt x="3233" y="1881"/>
                  </a:lnTo>
                  <a:lnTo>
                    <a:pt x="3218" y="1964"/>
                  </a:lnTo>
                  <a:lnTo>
                    <a:pt x="3275" y="2006"/>
                  </a:lnTo>
                  <a:lnTo>
                    <a:pt x="3328" y="2053"/>
                  </a:lnTo>
                  <a:lnTo>
                    <a:pt x="3377" y="2104"/>
                  </a:lnTo>
                  <a:lnTo>
                    <a:pt x="3422" y="2158"/>
                  </a:lnTo>
                  <a:lnTo>
                    <a:pt x="3463" y="2216"/>
                  </a:lnTo>
                  <a:lnTo>
                    <a:pt x="3499" y="2279"/>
                  </a:lnTo>
                  <a:lnTo>
                    <a:pt x="3530" y="2342"/>
                  </a:lnTo>
                  <a:lnTo>
                    <a:pt x="3556" y="2410"/>
                  </a:lnTo>
                  <a:lnTo>
                    <a:pt x="3576" y="2479"/>
                  </a:lnTo>
                  <a:lnTo>
                    <a:pt x="3592" y="2551"/>
                  </a:lnTo>
                  <a:lnTo>
                    <a:pt x="3601" y="2624"/>
                  </a:lnTo>
                  <a:lnTo>
                    <a:pt x="3605" y="2700"/>
                  </a:lnTo>
                  <a:lnTo>
                    <a:pt x="3601" y="2777"/>
                  </a:lnTo>
                  <a:lnTo>
                    <a:pt x="3592" y="2853"/>
                  </a:lnTo>
                  <a:lnTo>
                    <a:pt x="3575" y="2926"/>
                  </a:lnTo>
                  <a:lnTo>
                    <a:pt x="3553" y="2997"/>
                  </a:lnTo>
                  <a:lnTo>
                    <a:pt x="3526" y="3066"/>
                  </a:lnTo>
                  <a:lnTo>
                    <a:pt x="3494" y="3131"/>
                  </a:lnTo>
                  <a:lnTo>
                    <a:pt x="3456" y="3194"/>
                  </a:lnTo>
                  <a:lnTo>
                    <a:pt x="3413" y="3253"/>
                  </a:lnTo>
                  <a:lnTo>
                    <a:pt x="3366" y="3307"/>
                  </a:lnTo>
                  <a:lnTo>
                    <a:pt x="3315" y="3359"/>
                  </a:lnTo>
                  <a:lnTo>
                    <a:pt x="3260" y="3406"/>
                  </a:lnTo>
                  <a:lnTo>
                    <a:pt x="3201" y="3448"/>
                  </a:lnTo>
                  <a:lnTo>
                    <a:pt x="3139" y="3486"/>
                  </a:lnTo>
                  <a:lnTo>
                    <a:pt x="3073" y="3518"/>
                  </a:lnTo>
                  <a:lnTo>
                    <a:pt x="3004" y="3546"/>
                  </a:lnTo>
                  <a:lnTo>
                    <a:pt x="2933" y="3568"/>
                  </a:lnTo>
                  <a:lnTo>
                    <a:pt x="2860" y="3584"/>
                  </a:lnTo>
                  <a:lnTo>
                    <a:pt x="2785" y="3594"/>
                  </a:lnTo>
                  <a:lnTo>
                    <a:pt x="2708" y="3597"/>
                  </a:lnTo>
                  <a:lnTo>
                    <a:pt x="2633" y="3594"/>
                  </a:lnTo>
                  <a:lnTo>
                    <a:pt x="2559" y="3584"/>
                  </a:lnTo>
                  <a:lnTo>
                    <a:pt x="2488" y="3570"/>
                  </a:lnTo>
                  <a:lnTo>
                    <a:pt x="2420" y="3549"/>
                  </a:lnTo>
                  <a:lnTo>
                    <a:pt x="2353" y="3523"/>
                  </a:lnTo>
                  <a:lnTo>
                    <a:pt x="2288" y="3492"/>
                  </a:lnTo>
                  <a:lnTo>
                    <a:pt x="2227" y="3457"/>
                  </a:lnTo>
                  <a:lnTo>
                    <a:pt x="2169" y="3417"/>
                  </a:lnTo>
                  <a:lnTo>
                    <a:pt x="2115" y="3372"/>
                  </a:lnTo>
                  <a:lnTo>
                    <a:pt x="2064" y="3324"/>
                  </a:lnTo>
                  <a:lnTo>
                    <a:pt x="2017" y="3271"/>
                  </a:lnTo>
                  <a:lnTo>
                    <a:pt x="1975" y="3216"/>
                  </a:lnTo>
                  <a:lnTo>
                    <a:pt x="1889" y="3232"/>
                  </a:lnTo>
                  <a:lnTo>
                    <a:pt x="1802" y="3244"/>
                  </a:lnTo>
                  <a:lnTo>
                    <a:pt x="1714" y="3251"/>
                  </a:lnTo>
                  <a:lnTo>
                    <a:pt x="1627" y="3253"/>
                  </a:lnTo>
                  <a:lnTo>
                    <a:pt x="1520" y="3249"/>
                  </a:lnTo>
                  <a:lnTo>
                    <a:pt x="1415" y="3240"/>
                  </a:lnTo>
                  <a:lnTo>
                    <a:pt x="1312" y="3222"/>
                  </a:lnTo>
                  <a:lnTo>
                    <a:pt x="1211" y="3199"/>
                  </a:lnTo>
                  <a:lnTo>
                    <a:pt x="1113" y="3170"/>
                  </a:lnTo>
                  <a:lnTo>
                    <a:pt x="1018" y="3135"/>
                  </a:lnTo>
                  <a:lnTo>
                    <a:pt x="925" y="3094"/>
                  </a:lnTo>
                  <a:lnTo>
                    <a:pt x="835" y="3047"/>
                  </a:lnTo>
                  <a:lnTo>
                    <a:pt x="749" y="2996"/>
                  </a:lnTo>
                  <a:lnTo>
                    <a:pt x="667" y="2939"/>
                  </a:lnTo>
                  <a:lnTo>
                    <a:pt x="588" y="2877"/>
                  </a:lnTo>
                  <a:lnTo>
                    <a:pt x="513" y="2811"/>
                  </a:lnTo>
                  <a:lnTo>
                    <a:pt x="442" y="2740"/>
                  </a:lnTo>
                  <a:lnTo>
                    <a:pt x="376" y="2666"/>
                  </a:lnTo>
                  <a:lnTo>
                    <a:pt x="314" y="2587"/>
                  </a:lnTo>
                  <a:lnTo>
                    <a:pt x="257" y="2504"/>
                  </a:lnTo>
                  <a:lnTo>
                    <a:pt x="206" y="2417"/>
                  </a:lnTo>
                  <a:lnTo>
                    <a:pt x="160" y="2328"/>
                  </a:lnTo>
                  <a:lnTo>
                    <a:pt x="118" y="2236"/>
                  </a:lnTo>
                  <a:lnTo>
                    <a:pt x="83" y="2140"/>
                  </a:lnTo>
                  <a:lnTo>
                    <a:pt x="54" y="2041"/>
                  </a:lnTo>
                  <a:lnTo>
                    <a:pt x="31" y="1941"/>
                  </a:lnTo>
                  <a:lnTo>
                    <a:pt x="14" y="1838"/>
                  </a:lnTo>
                  <a:lnTo>
                    <a:pt x="3" y="1733"/>
                  </a:lnTo>
                  <a:lnTo>
                    <a:pt x="0" y="1627"/>
                  </a:lnTo>
                  <a:lnTo>
                    <a:pt x="3" y="1520"/>
                  </a:lnTo>
                  <a:lnTo>
                    <a:pt x="14" y="1415"/>
                  </a:lnTo>
                  <a:lnTo>
                    <a:pt x="31" y="1312"/>
                  </a:lnTo>
                  <a:lnTo>
                    <a:pt x="54" y="1212"/>
                  </a:lnTo>
                  <a:lnTo>
                    <a:pt x="83" y="1113"/>
                  </a:lnTo>
                  <a:lnTo>
                    <a:pt x="118" y="1017"/>
                  </a:lnTo>
                  <a:lnTo>
                    <a:pt x="160" y="925"/>
                  </a:lnTo>
                  <a:lnTo>
                    <a:pt x="206" y="835"/>
                  </a:lnTo>
                  <a:lnTo>
                    <a:pt x="257" y="749"/>
                  </a:lnTo>
                  <a:lnTo>
                    <a:pt x="314" y="666"/>
                  </a:lnTo>
                  <a:lnTo>
                    <a:pt x="376" y="587"/>
                  </a:lnTo>
                  <a:lnTo>
                    <a:pt x="442" y="513"/>
                  </a:lnTo>
                  <a:lnTo>
                    <a:pt x="513" y="442"/>
                  </a:lnTo>
                  <a:lnTo>
                    <a:pt x="588" y="376"/>
                  </a:lnTo>
                  <a:lnTo>
                    <a:pt x="667" y="314"/>
                  </a:lnTo>
                  <a:lnTo>
                    <a:pt x="749" y="257"/>
                  </a:lnTo>
                  <a:lnTo>
                    <a:pt x="835" y="206"/>
                  </a:lnTo>
                  <a:lnTo>
                    <a:pt x="925" y="159"/>
                  </a:lnTo>
                  <a:lnTo>
                    <a:pt x="1018" y="118"/>
                  </a:lnTo>
                  <a:lnTo>
                    <a:pt x="1113" y="83"/>
                  </a:lnTo>
                  <a:lnTo>
                    <a:pt x="1211" y="54"/>
                  </a:lnTo>
                  <a:lnTo>
                    <a:pt x="1312" y="31"/>
                  </a:lnTo>
                  <a:lnTo>
                    <a:pt x="1415" y="13"/>
                  </a:lnTo>
                  <a:lnTo>
                    <a:pt x="1520" y="3"/>
                  </a:lnTo>
                  <a:lnTo>
                    <a:pt x="16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9" name="Freeform 484">
              <a:extLst>
                <a:ext uri="{FF2B5EF4-FFF2-40B4-BE49-F238E27FC236}">
                  <a16:creationId xmlns:a16="http://schemas.microsoft.com/office/drawing/2014/main" id="{7B2B8D30-0CA6-4AB9-8716-19D6E25EC9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5301" y="3756025"/>
              <a:ext cx="195263" cy="195263"/>
            </a:xfrm>
            <a:custGeom>
              <a:avLst/>
              <a:gdLst>
                <a:gd name="T0" fmla="*/ 559 w 1355"/>
                <a:gd name="T1" fmla="*/ 136 h 1354"/>
                <a:gd name="T2" fmla="*/ 398 w 1355"/>
                <a:gd name="T3" fmla="*/ 200 h 1354"/>
                <a:gd name="T4" fmla="*/ 267 w 1355"/>
                <a:gd name="T5" fmla="*/ 307 h 1354"/>
                <a:gd name="T6" fmla="*/ 174 w 1355"/>
                <a:gd name="T7" fmla="*/ 449 h 1354"/>
                <a:gd name="T8" fmla="*/ 127 w 1355"/>
                <a:gd name="T9" fmla="*/ 616 h 1354"/>
                <a:gd name="T10" fmla="*/ 137 w 1355"/>
                <a:gd name="T11" fmla="*/ 796 h 1354"/>
                <a:gd name="T12" fmla="*/ 200 w 1355"/>
                <a:gd name="T13" fmla="*/ 956 h 1354"/>
                <a:gd name="T14" fmla="*/ 308 w 1355"/>
                <a:gd name="T15" fmla="*/ 1088 h 1354"/>
                <a:gd name="T16" fmla="*/ 450 w 1355"/>
                <a:gd name="T17" fmla="*/ 1181 h 1354"/>
                <a:gd name="T18" fmla="*/ 617 w 1355"/>
                <a:gd name="T19" fmla="*/ 1228 h 1354"/>
                <a:gd name="T20" fmla="*/ 796 w 1355"/>
                <a:gd name="T21" fmla="*/ 1218 h 1354"/>
                <a:gd name="T22" fmla="*/ 957 w 1355"/>
                <a:gd name="T23" fmla="*/ 1154 h 1354"/>
                <a:gd name="T24" fmla="*/ 1088 w 1355"/>
                <a:gd name="T25" fmla="*/ 1047 h 1354"/>
                <a:gd name="T26" fmla="*/ 1182 w 1355"/>
                <a:gd name="T27" fmla="*/ 905 h 1354"/>
                <a:gd name="T28" fmla="*/ 1228 w 1355"/>
                <a:gd name="T29" fmla="*/ 738 h 1354"/>
                <a:gd name="T30" fmla="*/ 1218 w 1355"/>
                <a:gd name="T31" fmla="*/ 558 h 1354"/>
                <a:gd name="T32" fmla="*/ 1156 w 1355"/>
                <a:gd name="T33" fmla="*/ 398 h 1354"/>
                <a:gd name="T34" fmla="*/ 1049 w 1355"/>
                <a:gd name="T35" fmla="*/ 267 h 1354"/>
                <a:gd name="T36" fmla="*/ 906 w 1355"/>
                <a:gd name="T37" fmla="*/ 173 h 1354"/>
                <a:gd name="T38" fmla="*/ 738 w 1355"/>
                <a:gd name="T39" fmla="*/ 127 h 1354"/>
                <a:gd name="T40" fmla="*/ 743 w 1355"/>
                <a:gd name="T41" fmla="*/ 3 h 1354"/>
                <a:gd name="T42" fmla="*/ 926 w 1355"/>
                <a:gd name="T43" fmla="*/ 48 h 1354"/>
                <a:gd name="T44" fmla="*/ 1087 w 1355"/>
                <a:gd name="T45" fmla="*/ 139 h 1354"/>
                <a:gd name="T46" fmla="*/ 1216 w 1355"/>
                <a:gd name="T47" fmla="*/ 268 h 1354"/>
                <a:gd name="T48" fmla="*/ 1308 w 1355"/>
                <a:gd name="T49" fmla="*/ 428 h 1354"/>
                <a:gd name="T50" fmla="*/ 1352 w 1355"/>
                <a:gd name="T51" fmla="*/ 612 h 1354"/>
                <a:gd name="T52" fmla="*/ 1343 w 1355"/>
                <a:gd name="T53" fmla="*/ 806 h 1354"/>
                <a:gd name="T54" fmla="*/ 1282 w 1355"/>
                <a:gd name="T55" fmla="*/ 983 h 1354"/>
                <a:gd name="T56" fmla="*/ 1178 w 1355"/>
                <a:gd name="T57" fmla="*/ 1134 h 1354"/>
                <a:gd name="T58" fmla="*/ 1037 w 1355"/>
                <a:gd name="T59" fmla="*/ 1251 h 1354"/>
                <a:gd name="T60" fmla="*/ 867 w 1355"/>
                <a:gd name="T61" fmla="*/ 1327 h 1354"/>
                <a:gd name="T62" fmla="*/ 678 w 1355"/>
                <a:gd name="T63" fmla="*/ 1354 h 1354"/>
                <a:gd name="T64" fmla="*/ 488 w 1355"/>
                <a:gd name="T65" fmla="*/ 1327 h 1354"/>
                <a:gd name="T66" fmla="*/ 318 w 1355"/>
                <a:gd name="T67" fmla="*/ 1251 h 1354"/>
                <a:gd name="T68" fmla="*/ 177 w 1355"/>
                <a:gd name="T69" fmla="*/ 1134 h 1354"/>
                <a:gd name="T70" fmla="*/ 74 w 1355"/>
                <a:gd name="T71" fmla="*/ 983 h 1354"/>
                <a:gd name="T72" fmla="*/ 12 w 1355"/>
                <a:gd name="T73" fmla="*/ 806 h 1354"/>
                <a:gd name="T74" fmla="*/ 4 w 1355"/>
                <a:gd name="T75" fmla="*/ 612 h 1354"/>
                <a:gd name="T76" fmla="*/ 48 w 1355"/>
                <a:gd name="T77" fmla="*/ 428 h 1354"/>
                <a:gd name="T78" fmla="*/ 139 w 1355"/>
                <a:gd name="T79" fmla="*/ 268 h 1354"/>
                <a:gd name="T80" fmla="*/ 268 w 1355"/>
                <a:gd name="T81" fmla="*/ 139 h 1354"/>
                <a:gd name="T82" fmla="*/ 429 w 1355"/>
                <a:gd name="T83" fmla="*/ 48 h 1354"/>
                <a:gd name="T84" fmla="*/ 613 w 1355"/>
                <a:gd name="T85" fmla="*/ 3 h 1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55" h="1354">
                  <a:moveTo>
                    <a:pt x="678" y="123"/>
                  </a:moveTo>
                  <a:lnTo>
                    <a:pt x="617" y="127"/>
                  </a:lnTo>
                  <a:lnTo>
                    <a:pt x="559" y="136"/>
                  </a:lnTo>
                  <a:lnTo>
                    <a:pt x="503" y="152"/>
                  </a:lnTo>
                  <a:lnTo>
                    <a:pt x="450" y="173"/>
                  </a:lnTo>
                  <a:lnTo>
                    <a:pt x="398" y="200"/>
                  </a:lnTo>
                  <a:lnTo>
                    <a:pt x="351" y="230"/>
                  </a:lnTo>
                  <a:lnTo>
                    <a:pt x="308" y="267"/>
                  </a:lnTo>
                  <a:lnTo>
                    <a:pt x="267" y="307"/>
                  </a:lnTo>
                  <a:lnTo>
                    <a:pt x="231" y="351"/>
                  </a:lnTo>
                  <a:lnTo>
                    <a:pt x="200" y="398"/>
                  </a:lnTo>
                  <a:lnTo>
                    <a:pt x="174" y="449"/>
                  </a:lnTo>
                  <a:lnTo>
                    <a:pt x="152" y="503"/>
                  </a:lnTo>
                  <a:lnTo>
                    <a:pt x="137" y="558"/>
                  </a:lnTo>
                  <a:lnTo>
                    <a:pt x="127" y="616"/>
                  </a:lnTo>
                  <a:lnTo>
                    <a:pt x="124" y="677"/>
                  </a:lnTo>
                  <a:lnTo>
                    <a:pt x="127" y="738"/>
                  </a:lnTo>
                  <a:lnTo>
                    <a:pt x="137" y="796"/>
                  </a:lnTo>
                  <a:lnTo>
                    <a:pt x="152" y="851"/>
                  </a:lnTo>
                  <a:lnTo>
                    <a:pt x="174" y="905"/>
                  </a:lnTo>
                  <a:lnTo>
                    <a:pt x="200" y="956"/>
                  </a:lnTo>
                  <a:lnTo>
                    <a:pt x="231" y="1003"/>
                  </a:lnTo>
                  <a:lnTo>
                    <a:pt x="267" y="1047"/>
                  </a:lnTo>
                  <a:lnTo>
                    <a:pt x="308" y="1088"/>
                  </a:lnTo>
                  <a:lnTo>
                    <a:pt x="351" y="1124"/>
                  </a:lnTo>
                  <a:lnTo>
                    <a:pt x="398" y="1154"/>
                  </a:lnTo>
                  <a:lnTo>
                    <a:pt x="450" y="1181"/>
                  </a:lnTo>
                  <a:lnTo>
                    <a:pt x="503" y="1202"/>
                  </a:lnTo>
                  <a:lnTo>
                    <a:pt x="559" y="1218"/>
                  </a:lnTo>
                  <a:lnTo>
                    <a:pt x="617" y="1228"/>
                  </a:lnTo>
                  <a:lnTo>
                    <a:pt x="678" y="1231"/>
                  </a:lnTo>
                  <a:lnTo>
                    <a:pt x="738" y="1228"/>
                  </a:lnTo>
                  <a:lnTo>
                    <a:pt x="796" y="1218"/>
                  </a:lnTo>
                  <a:lnTo>
                    <a:pt x="852" y="1202"/>
                  </a:lnTo>
                  <a:lnTo>
                    <a:pt x="906" y="1181"/>
                  </a:lnTo>
                  <a:lnTo>
                    <a:pt x="957" y="1154"/>
                  </a:lnTo>
                  <a:lnTo>
                    <a:pt x="1004" y="1124"/>
                  </a:lnTo>
                  <a:lnTo>
                    <a:pt x="1049" y="1088"/>
                  </a:lnTo>
                  <a:lnTo>
                    <a:pt x="1088" y="1047"/>
                  </a:lnTo>
                  <a:lnTo>
                    <a:pt x="1124" y="1003"/>
                  </a:lnTo>
                  <a:lnTo>
                    <a:pt x="1156" y="956"/>
                  </a:lnTo>
                  <a:lnTo>
                    <a:pt x="1182" y="905"/>
                  </a:lnTo>
                  <a:lnTo>
                    <a:pt x="1203" y="851"/>
                  </a:lnTo>
                  <a:lnTo>
                    <a:pt x="1218" y="796"/>
                  </a:lnTo>
                  <a:lnTo>
                    <a:pt x="1228" y="738"/>
                  </a:lnTo>
                  <a:lnTo>
                    <a:pt x="1231" y="677"/>
                  </a:lnTo>
                  <a:lnTo>
                    <a:pt x="1228" y="616"/>
                  </a:lnTo>
                  <a:lnTo>
                    <a:pt x="1218" y="558"/>
                  </a:lnTo>
                  <a:lnTo>
                    <a:pt x="1203" y="503"/>
                  </a:lnTo>
                  <a:lnTo>
                    <a:pt x="1182" y="449"/>
                  </a:lnTo>
                  <a:lnTo>
                    <a:pt x="1156" y="398"/>
                  </a:lnTo>
                  <a:lnTo>
                    <a:pt x="1124" y="351"/>
                  </a:lnTo>
                  <a:lnTo>
                    <a:pt x="1088" y="307"/>
                  </a:lnTo>
                  <a:lnTo>
                    <a:pt x="1049" y="267"/>
                  </a:lnTo>
                  <a:lnTo>
                    <a:pt x="1004" y="230"/>
                  </a:lnTo>
                  <a:lnTo>
                    <a:pt x="957" y="200"/>
                  </a:lnTo>
                  <a:lnTo>
                    <a:pt x="906" y="173"/>
                  </a:lnTo>
                  <a:lnTo>
                    <a:pt x="852" y="152"/>
                  </a:lnTo>
                  <a:lnTo>
                    <a:pt x="796" y="136"/>
                  </a:lnTo>
                  <a:lnTo>
                    <a:pt x="738" y="127"/>
                  </a:lnTo>
                  <a:lnTo>
                    <a:pt x="678" y="123"/>
                  </a:lnTo>
                  <a:close/>
                  <a:moveTo>
                    <a:pt x="678" y="0"/>
                  </a:moveTo>
                  <a:lnTo>
                    <a:pt x="743" y="3"/>
                  </a:lnTo>
                  <a:lnTo>
                    <a:pt x="806" y="12"/>
                  </a:lnTo>
                  <a:lnTo>
                    <a:pt x="867" y="27"/>
                  </a:lnTo>
                  <a:lnTo>
                    <a:pt x="926" y="48"/>
                  </a:lnTo>
                  <a:lnTo>
                    <a:pt x="983" y="73"/>
                  </a:lnTo>
                  <a:lnTo>
                    <a:pt x="1037" y="104"/>
                  </a:lnTo>
                  <a:lnTo>
                    <a:pt x="1087" y="139"/>
                  </a:lnTo>
                  <a:lnTo>
                    <a:pt x="1134" y="177"/>
                  </a:lnTo>
                  <a:lnTo>
                    <a:pt x="1178" y="221"/>
                  </a:lnTo>
                  <a:lnTo>
                    <a:pt x="1216" y="268"/>
                  </a:lnTo>
                  <a:lnTo>
                    <a:pt x="1251" y="318"/>
                  </a:lnTo>
                  <a:lnTo>
                    <a:pt x="1282" y="371"/>
                  </a:lnTo>
                  <a:lnTo>
                    <a:pt x="1308" y="428"/>
                  </a:lnTo>
                  <a:lnTo>
                    <a:pt x="1328" y="487"/>
                  </a:lnTo>
                  <a:lnTo>
                    <a:pt x="1343" y="549"/>
                  </a:lnTo>
                  <a:lnTo>
                    <a:pt x="1352" y="612"/>
                  </a:lnTo>
                  <a:lnTo>
                    <a:pt x="1355" y="677"/>
                  </a:lnTo>
                  <a:lnTo>
                    <a:pt x="1352" y="742"/>
                  </a:lnTo>
                  <a:lnTo>
                    <a:pt x="1343" y="806"/>
                  </a:lnTo>
                  <a:lnTo>
                    <a:pt x="1328" y="867"/>
                  </a:lnTo>
                  <a:lnTo>
                    <a:pt x="1308" y="926"/>
                  </a:lnTo>
                  <a:lnTo>
                    <a:pt x="1282" y="983"/>
                  </a:lnTo>
                  <a:lnTo>
                    <a:pt x="1251" y="1036"/>
                  </a:lnTo>
                  <a:lnTo>
                    <a:pt x="1216" y="1087"/>
                  </a:lnTo>
                  <a:lnTo>
                    <a:pt x="1178" y="1134"/>
                  </a:lnTo>
                  <a:lnTo>
                    <a:pt x="1134" y="1177"/>
                  </a:lnTo>
                  <a:lnTo>
                    <a:pt x="1087" y="1216"/>
                  </a:lnTo>
                  <a:lnTo>
                    <a:pt x="1037" y="1251"/>
                  </a:lnTo>
                  <a:lnTo>
                    <a:pt x="983" y="1281"/>
                  </a:lnTo>
                  <a:lnTo>
                    <a:pt x="926" y="1306"/>
                  </a:lnTo>
                  <a:lnTo>
                    <a:pt x="867" y="1327"/>
                  </a:lnTo>
                  <a:lnTo>
                    <a:pt x="806" y="1342"/>
                  </a:lnTo>
                  <a:lnTo>
                    <a:pt x="743" y="1351"/>
                  </a:lnTo>
                  <a:lnTo>
                    <a:pt x="678" y="1354"/>
                  </a:lnTo>
                  <a:lnTo>
                    <a:pt x="613" y="1351"/>
                  </a:lnTo>
                  <a:lnTo>
                    <a:pt x="549" y="1342"/>
                  </a:lnTo>
                  <a:lnTo>
                    <a:pt x="488" y="1327"/>
                  </a:lnTo>
                  <a:lnTo>
                    <a:pt x="429" y="1306"/>
                  </a:lnTo>
                  <a:lnTo>
                    <a:pt x="372" y="1281"/>
                  </a:lnTo>
                  <a:lnTo>
                    <a:pt x="318" y="1251"/>
                  </a:lnTo>
                  <a:lnTo>
                    <a:pt x="268" y="1216"/>
                  </a:lnTo>
                  <a:lnTo>
                    <a:pt x="221" y="1177"/>
                  </a:lnTo>
                  <a:lnTo>
                    <a:pt x="177" y="1134"/>
                  </a:lnTo>
                  <a:lnTo>
                    <a:pt x="139" y="1087"/>
                  </a:lnTo>
                  <a:lnTo>
                    <a:pt x="104" y="1036"/>
                  </a:lnTo>
                  <a:lnTo>
                    <a:pt x="74" y="983"/>
                  </a:lnTo>
                  <a:lnTo>
                    <a:pt x="48" y="926"/>
                  </a:lnTo>
                  <a:lnTo>
                    <a:pt x="28" y="867"/>
                  </a:lnTo>
                  <a:lnTo>
                    <a:pt x="12" y="806"/>
                  </a:lnTo>
                  <a:lnTo>
                    <a:pt x="4" y="742"/>
                  </a:lnTo>
                  <a:lnTo>
                    <a:pt x="0" y="677"/>
                  </a:lnTo>
                  <a:lnTo>
                    <a:pt x="4" y="612"/>
                  </a:lnTo>
                  <a:lnTo>
                    <a:pt x="12" y="549"/>
                  </a:lnTo>
                  <a:lnTo>
                    <a:pt x="28" y="487"/>
                  </a:lnTo>
                  <a:lnTo>
                    <a:pt x="48" y="428"/>
                  </a:lnTo>
                  <a:lnTo>
                    <a:pt x="74" y="371"/>
                  </a:lnTo>
                  <a:lnTo>
                    <a:pt x="104" y="318"/>
                  </a:lnTo>
                  <a:lnTo>
                    <a:pt x="139" y="268"/>
                  </a:lnTo>
                  <a:lnTo>
                    <a:pt x="177" y="221"/>
                  </a:lnTo>
                  <a:lnTo>
                    <a:pt x="221" y="177"/>
                  </a:lnTo>
                  <a:lnTo>
                    <a:pt x="268" y="139"/>
                  </a:lnTo>
                  <a:lnTo>
                    <a:pt x="318" y="104"/>
                  </a:lnTo>
                  <a:lnTo>
                    <a:pt x="372" y="73"/>
                  </a:lnTo>
                  <a:lnTo>
                    <a:pt x="429" y="48"/>
                  </a:lnTo>
                  <a:lnTo>
                    <a:pt x="488" y="27"/>
                  </a:lnTo>
                  <a:lnTo>
                    <a:pt x="549" y="12"/>
                  </a:lnTo>
                  <a:lnTo>
                    <a:pt x="613" y="3"/>
                  </a:lnTo>
                  <a:lnTo>
                    <a:pt x="6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0" name="Freeform 485">
              <a:extLst>
                <a:ext uri="{FF2B5EF4-FFF2-40B4-BE49-F238E27FC236}">
                  <a16:creationId xmlns:a16="http://schemas.microsoft.com/office/drawing/2014/main" id="{6F803743-214F-4F0B-BDA7-8C1E85C32E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8801" y="3784600"/>
              <a:ext cx="66675" cy="138113"/>
            </a:xfrm>
            <a:custGeom>
              <a:avLst/>
              <a:gdLst>
                <a:gd name="T0" fmla="*/ 292 w 461"/>
                <a:gd name="T1" fmla="*/ 730 h 952"/>
                <a:gd name="T2" fmla="*/ 325 w 461"/>
                <a:gd name="T3" fmla="*/ 693 h 952"/>
                <a:gd name="T4" fmla="*/ 337 w 461"/>
                <a:gd name="T5" fmla="*/ 644 h 952"/>
                <a:gd name="T6" fmla="*/ 325 w 461"/>
                <a:gd name="T7" fmla="*/ 595 h 952"/>
                <a:gd name="T8" fmla="*/ 292 w 461"/>
                <a:gd name="T9" fmla="*/ 558 h 952"/>
                <a:gd name="T10" fmla="*/ 150 w 461"/>
                <a:gd name="T11" fmla="*/ 238 h 952"/>
                <a:gd name="T12" fmla="*/ 127 w 461"/>
                <a:gd name="T13" fmla="*/ 282 h 952"/>
                <a:gd name="T14" fmla="*/ 127 w 461"/>
                <a:gd name="T15" fmla="*/ 333 h 952"/>
                <a:gd name="T16" fmla="*/ 150 w 461"/>
                <a:gd name="T17" fmla="*/ 377 h 952"/>
                <a:gd name="T18" fmla="*/ 169 w 461"/>
                <a:gd name="T19" fmla="*/ 222 h 952"/>
                <a:gd name="T20" fmla="*/ 250 w 461"/>
                <a:gd name="T21" fmla="*/ 3 h 952"/>
                <a:gd name="T22" fmla="*/ 280 w 461"/>
                <a:gd name="T23" fmla="*/ 25 h 952"/>
                <a:gd name="T24" fmla="*/ 292 w 461"/>
                <a:gd name="T25" fmla="*/ 62 h 952"/>
                <a:gd name="T26" fmla="*/ 327 w 461"/>
                <a:gd name="T27" fmla="*/ 99 h 952"/>
                <a:gd name="T28" fmla="*/ 389 w 461"/>
                <a:gd name="T29" fmla="*/ 141 h 952"/>
                <a:gd name="T30" fmla="*/ 433 w 461"/>
                <a:gd name="T31" fmla="*/ 199 h 952"/>
                <a:gd name="T32" fmla="*/ 458 w 461"/>
                <a:gd name="T33" fmla="*/ 269 h 952"/>
                <a:gd name="T34" fmla="*/ 458 w 461"/>
                <a:gd name="T35" fmla="*/ 328 h 952"/>
                <a:gd name="T36" fmla="*/ 436 w 461"/>
                <a:gd name="T37" fmla="*/ 357 h 952"/>
                <a:gd name="T38" fmla="*/ 398 w 461"/>
                <a:gd name="T39" fmla="*/ 369 h 952"/>
                <a:gd name="T40" fmla="*/ 362 w 461"/>
                <a:gd name="T41" fmla="*/ 357 h 952"/>
                <a:gd name="T42" fmla="*/ 341 w 461"/>
                <a:gd name="T43" fmla="*/ 328 h 952"/>
                <a:gd name="T44" fmla="*/ 334 w 461"/>
                <a:gd name="T45" fmla="*/ 282 h 952"/>
                <a:gd name="T46" fmla="*/ 311 w 461"/>
                <a:gd name="T47" fmla="*/ 238 h 952"/>
                <a:gd name="T48" fmla="*/ 292 w 461"/>
                <a:gd name="T49" fmla="*/ 423 h 952"/>
                <a:gd name="T50" fmla="*/ 360 w 461"/>
                <a:gd name="T51" fmla="*/ 454 h 952"/>
                <a:gd name="T52" fmla="*/ 413 w 461"/>
                <a:gd name="T53" fmla="*/ 504 h 952"/>
                <a:gd name="T54" fmla="*/ 448 w 461"/>
                <a:gd name="T55" fmla="*/ 568 h 952"/>
                <a:gd name="T56" fmla="*/ 461 w 461"/>
                <a:gd name="T57" fmla="*/ 644 h 952"/>
                <a:gd name="T58" fmla="*/ 448 w 461"/>
                <a:gd name="T59" fmla="*/ 719 h 952"/>
                <a:gd name="T60" fmla="*/ 413 w 461"/>
                <a:gd name="T61" fmla="*/ 784 h 952"/>
                <a:gd name="T62" fmla="*/ 360 w 461"/>
                <a:gd name="T63" fmla="*/ 834 h 952"/>
                <a:gd name="T64" fmla="*/ 292 w 461"/>
                <a:gd name="T65" fmla="*/ 866 h 952"/>
                <a:gd name="T66" fmla="*/ 289 w 461"/>
                <a:gd name="T67" fmla="*/ 910 h 952"/>
                <a:gd name="T68" fmla="*/ 267 w 461"/>
                <a:gd name="T69" fmla="*/ 940 h 952"/>
                <a:gd name="T70" fmla="*/ 231 w 461"/>
                <a:gd name="T71" fmla="*/ 952 h 952"/>
                <a:gd name="T72" fmla="*/ 194 w 461"/>
                <a:gd name="T73" fmla="*/ 940 h 952"/>
                <a:gd name="T74" fmla="*/ 172 w 461"/>
                <a:gd name="T75" fmla="*/ 910 h 952"/>
                <a:gd name="T76" fmla="*/ 169 w 461"/>
                <a:gd name="T77" fmla="*/ 866 h 952"/>
                <a:gd name="T78" fmla="*/ 102 w 461"/>
                <a:gd name="T79" fmla="*/ 834 h 952"/>
                <a:gd name="T80" fmla="*/ 49 w 461"/>
                <a:gd name="T81" fmla="*/ 784 h 952"/>
                <a:gd name="T82" fmla="*/ 14 w 461"/>
                <a:gd name="T83" fmla="*/ 719 h 952"/>
                <a:gd name="T84" fmla="*/ 0 w 461"/>
                <a:gd name="T85" fmla="*/ 644 h 952"/>
                <a:gd name="T86" fmla="*/ 13 w 461"/>
                <a:gd name="T87" fmla="*/ 608 h 952"/>
                <a:gd name="T88" fmla="*/ 43 w 461"/>
                <a:gd name="T89" fmla="*/ 586 h 952"/>
                <a:gd name="T90" fmla="*/ 82 w 461"/>
                <a:gd name="T91" fmla="*/ 586 h 952"/>
                <a:gd name="T92" fmla="*/ 112 w 461"/>
                <a:gd name="T93" fmla="*/ 608 h 952"/>
                <a:gd name="T94" fmla="*/ 124 w 461"/>
                <a:gd name="T95" fmla="*/ 644 h 952"/>
                <a:gd name="T96" fmla="*/ 136 w 461"/>
                <a:gd name="T97" fmla="*/ 693 h 952"/>
                <a:gd name="T98" fmla="*/ 169 w 461"/>
                <a:gd name="T99" fmla="*/ 730 h 952"/>
                <a:gd name="T100" fmla="*/ 134 w 461"/>
                <a:gd name="T101" fmla="*/ 516 h 952"/>
                <a:gd name="T102" fmla="*/ 73 w 461"/>
                <a:gd name="T103" fmla="*/ 476 h 952"/>
                <a:gd name="T104" fmla="*/ 28 w 461"/>
                <a:gd name="T105" fmla="*/ 418 h 952"/>
                <a:gd name="T106" fmla="*/ 4 w 461"/>
                <a:gd name="T107" fmla="*/ 347 h 952"/>
                <a:gd name="T108" fmla="*/ 4 w 461"/>
                <a:gd name="T109" fmla="*/ 269 h 952"/>
                <a:gd name="T110" fmla="*/ 28 w 461"/>
                <a:gd name="T111" fmla="*/ 199 h 952"/>
                <a:gd name="T112" fmla="*/ 73 w 461"/>
                <a:gd name="T113" fmla="*/ 141 h 952"/>
                <a:gd name="T114" fmla="*/ 134 w 461"/>
                <a:gd name="T115" fmla="*/ 99 h 952"/>
                <a:gd name="T116" fmla="*/ 169 w 461"/>
                <a:gd name="T117" fmla="*/ 62 h 952"/>
                <a:gd name="T118" fmla="*/ 181 w 461"/>
                <a:gd name="T119" fmla="*/ 25 h 952"/>
                <a:gd name="T120" fmla="*/ 212 w 461"/>
                <a:gd name="T121" fmla="*/ 3 h 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1" h="952">
                  <a:moveTo>
                    <a:pt x="292" y="558"/>
                  </a:moveTo>
                  <a:lnTo>
                    <a:pt x="292" y="730"/>
                  </a:lnTo>
                  <a:lnTo>
                    <a:pt x="311" y="714"/>
                  </a:lnTo>
                  <a:lnTo>
                    <a:pt x="325" y="693"/>
                  </a:lnTo>
                  <a:lnTo>
                    <a:pt x="334" y="670"/>
                  </a:lnTo>
                  <a:lnTo>
                    <a:pt x="337" y="644"/>
                  </a:lnTo>
                  <a:lnTo>
                    <a:pt x="334" y="619"/>
                  </a:lnTo>
                  <a:lnTo>
                    <a:pt x="325" y="595"/>
                  </a:lnTo>
                  <a:lnTo>
                    <a:pt x="311" y="575"/>
                  </a:lnTo>
                  <a:lnTo>
                    <a:pt x="292" y="558"/>
                  </a:lnTo>
                  <a:close/>
                  <a:moveTo>
                    <a:pt x="169" y="222"/>
                  </a:moveTo>
                  <a:lnTo>
                    <a:pt x="150" y="238"/>
                  </a:lnTo>
                  <a:lnTo>
                    <a:pt x="136" y="259"/>
                  </a:lnTo>
                  <a:lnTo>
                    <a:pt x="127" y="282"/>
                  </a:lnTo>
                  <a:lnTo>
                    <a:pt x="124" y="308"/>
                  </a:lnTo>
                  <a:lnTo>
                    <a:pt x="127" y="333"/>
                  </a:lnTo>
                  <a:lnTo>
                    <a:pt x="136" y="357"/>
                  </a:lnTo>
                  <a:lnTo>
                    <a:pt x="150" y="377"/>
                  </a:lnTo>
                  <a:lnTo>
                    <a:pt x="169" y="395"/>
                  </a:lnTo>
                  <a:lnTo>
                    <a:pt x="169" y="222"/>
                  </a:lnTo>
                  <a:close/>
                  <a:moveTo>
                    <a:pt x="231" y="0"/>
                  </a:moveTo>
                  <a:lnTo>
                    <a:pt x="250" y="3"/>
                  </a:lnTo>
                  <a:lnTo>
                    <a:pt x="267" y="12"/>
                  </a:lnTo>
                  <a:lnTo>
                    <a:pt x="280" y="25"/>
                  </a:lnTo>
                  <a:lnTo>
                    <a:pt x="289" y="43"/>
                  </a:lnTo>
                  <a:lnTo>
                    <a:pt x="292" y="62"/>
                  </a:lnTo>
                  <a:lnTo>
                    <a:pt x="292" y="86"/>
                  </a:lnTo>
                  <a:lnTo>
                    <a:pt x="327" y="99"/>
                  </a:lnTo>
                  <a:lnTo>
                    <a:pt x="360" y="118"/>
                  </a:lnTo>
                  <a:lnTo>
                    <a:pt x="389" y="141"/>
                  </a:lnTo>
                  <a:lnTo>
                    <a:pt x="413" y="168"/>
                  </a:lnTo>
                  <a:lnTo>
                    <a:pt x="433" y="199"/>
                  </a:lnTo>
                  <a:lnTo>
                    <a:pt x="448" y="233"/>
                  </a:lnTo>
                  <a:lnTo>
                    <a:pt x="458" y="269"/>
                  </a:lnTo>
                  <a:lnTo>
                    <a:pt x="461" y="308"/>
                  </a:lnTo>
                  <a:lnTo>
                    <a:pt x="458" y="328"/>
                  </a:lnTo>
                  <a:lnTo>
                    <a:pt x="449" y="344"/>
                  </a:lnTo>
                  <a:lnTo>
                    <a:pt x="436" y="357"/>
                  </a:lnTo>
                  <a:lnTo>
                    <a:pt x="418" y="366"/>
                  </a:lnTo>
                  <a:lnTo>
                    <a:pt x="398" y="369"/>
                  </a:lnTo>
                  <a:lnTo>
                    <a:pt x="379" y="366"/>
                  </a:lnTo>
                  <a:lnTo>
                    <a:pt x="362" y="357"/>
                  </a:lnTo>
                  <a:lnTo>
                    <a:pt x="349" y="344"/>
                  </a:lnTo>
                  <a:lnTo>
                    <a:pt x="341" y="328"/>
                  </a:lnTo>
                  <a:lnTo>
                    <a:pt x="337" y="308"/>
                  </a:lnTo>
                  <a:lnTo>
                    <a:pt x="334" y="282"/>
                  </a:lnTo>
                  <a:lnTo>
                    <a:pt x="325" y="259"/>
                  </a:lnTo>
                  <a:lnTo>
                    <a:pt x="311" y="238"/>
                  </a:lnTo>
                  <a:lnTo>
                    <a:pt x="292" y="222"/>
                  </a:lnTo>
                  <a:lnTo>
                    <a:pt x="292" y="423"/>
                  </a:lnTo>
                  <a:lnTo>
                    <a:pt x="327" y="436"/>
                  </a:lnTo>
                  <a:lnTo>
                    <a:pt x="360" y="454"/>
                  </a:lnTo>
                  <a:lnTo>
                    <a:pt x="389" y="477"/>
                  </a:lnTo>
                  <a:lnTo>
                    <a:pt x="413" y="504"/>
                  </a:lnTo>
                  <a:lnTo>
                    <a:pt x="433" y="535"/>
                  </a:lnTo>
                  <a:lnTo>
                    <a:pt x="448" y="568"/>
                  </a:lnTo>
                  <a:lnTo>
                    <a:pt x="458" y="606"/>
                  </a:lnTo>
                  <a:lnTo>
                    <a:pt x="461" y="644"/>
                  </a:lnTo>
                  <a:lnTo>
                    <a:pt x="458" y="683"/>
                  </a:lnTo>
                  <a:lnTo>
                    <a:pt x="448" y="719"/>
                  </a:lnTo>
                  <a:lnTo>
                    <a:pt x="433" y="753"/>
                  </a:lnTo>
                  <a:lnTo>
                    <a:pt x="413" y="784"/>
                  </a:lnTo>
                  <a:lnTo>
                    <a:pt x="389" y="811"/>
                  </a:lnTo>
                  <a:lnTo>
                    <a:pt x="360" y="834"/>
                  </a:lnTo>
                  <a:lnTo>
                    <a:pt x="327" y="853"/>
                  </a:lnTo>
                  <a:lnTo>
                    <a:pt x="292" y="866"/>
                  </a:lnTo>
                  <a:lnTo>
                    <a:pt x="292" y="890"/>
                  </a:lnTo>
                  <a:lnTo>
                    <a:pt x="289" y="910"/>
                  </a:lnTo>
                  <a:lnTo>
                    <a:pt x="280" y="927"/>
                  </a:lnTo>
                  <a:lnTo>
                    <a:pt x="267" y="940"/>
                  </a:lnTo>
                  <a:lnTo>
                    <a:pt x="250" y="949"/>
                  </a:lnTo>
                  <a:lnTo>
                    <a:pt x="231" y="952"/>
                  </a:lnTo>
                  <a:lnTo>
                    <a:pt x="212" y="949"/>
                  </a:lnTo>
                  <a:lnTo>
                    <a:pt x="194" y="940"/>
                  </a:lnTo>
                  <a:lnTo>
                    <a:pt x="181" y="927"/>
                  </a:lnTo>
                  <a:lnTo>
                    <a:pt x="172" y="910"/>
                  </a:lnTo>
                  <a:lnTo>
                    <a:pt x="169" y="890"/>
                  </a:lnTo>
                  <a:lnTo>
                    <a:pt x="169" y="866"/>
                  </a:lnTo>
                  <a:lnTo>
                    <a:pt x="134" y="853"/>
                  </a:lnTo>
                  <a:lnTo>
                    <a:pt x="102" y="834"/>
                  </a:lnTo>
                  <a:lnTo>
                    <a:pt x="73" y="811"/>
                  </a:lnTo>
                  <a:lnTo>
                    <a:pt x="49" y="784"/>
                  </a:lnTo>
                  <a:lnTo>
                    <a:pt x="28" y="753"/>
                  </a:lnTo>
                  <a:lnTo>
                    <a:pt x="14" y="719"/>
                  </a:lnTo>
                  <a:lnTo>
                    <a:pt x="4" y="683"/>
                  </a:lnTo>
                  <a:lnTo>
                    <a:pt x="0" y="644"/>
                  </a:lnTo>
                  <a:lnTo>
                    <a:pt x="4" y="624"/>
                  </a:lnTo>
                  <a:lnTo>
                    <a:pt x="13" y="608"/>
                  </a:lnTo>
                  <a:lnTo>
                    <a:pt x="26" y="595"/>
                  </a:lnTo>
                  <a:lnTo>
                    <a:pt x="43" y="586"/>
                  </a:lnTo>
                  <a:lnTo>
                    <a:pt x="63" y="583"/>
                  </a:lnTo>
                  <a:lnTo>
                    <a:pt x="82" y="586"/>
                  </a:lnTo>
                  <a:lnTo>
                    <a:pt x="99" y="595"/>
                  </a:lnTo>
                  <a:lnTo>
                    <a:pt x="112" y="608"/>
                  </a:lnTo>
                  <a:lnTo>
                    <a:pt x="121" y="624"/>
                  </a:lnTo>
                  <a:lnTo>
                    <a:pt x="124" y="644"/>
                  </a:lnTo>
                  <a:lnTo>
                    <a:pt x="127" y="670"/>
                  </a:lnTo>
                  <a:lnTo>
                    <a:pt x="136" y="693"/>
                  </a:lnTo>
                  <a:lnTo>
                    <a:pt x="150" y="714"/>
                  </a:lnTo>
                  <a:lnTo>
                    <a:pt x="169" y="730"/>
                  </a:lnTo>
                  <a:lnTo>
                    <a:pt x="169" y="529"/>
                  </a:lnTo>
                  <a:lnTo>
                    <a:pt x="134" y="516"/>
                  </a:lnTo>
                  <a:lnTo>
                    <a:pt x="102" y="498"/>
                  </a:lnTo>
                  <a:lnTo>
                    <a:pt x="73" y="476"/>
                  </a:lnTo>
                  <a:lnTo>
                    <a:pt x="49" y="448"/>
                  </a:lnTo>
                  <a:lnTo>
                    <a:pt x="28" y="418"/>
                  </a:lnTo>
                  <a:lnTo>
                    <a:pt x="14" y="384"/>
                  </a:lnTo>
                  <a:lnTo>
                    <a:pt x="4" y="347"/>
                  </a:lnTo>
                  <a:lnTo>
                    <a:pt x="0" y="308"/>
                  </a:lnTo>
                  <a:lnTo>
                    <a:pt x="4" y="269"/>
                  </a:lnTo>
                  <a:lnTo>
                    <a:pt x="14" y="233"/>
                  </a:lnTo>
                  <a:lnTo>
                    <a:pt x="28" y="199"/>
                  </a:lnTo>
                  <a:lnTo>
                    <a:pt x="49" y="168"/>
                  </a:lnTo>
                  <a:lnTo>
                    <a:pt x="73" y="141"/>
                  </a:lnTo>
                  <a:lnTo>
                    <a:pt x="102" y="118"/>
                  </a:lnTo>
                  <a:lnTo>
                    <a:pt x="134" y="99"/>
                  </a:lnTo>
                  <a:lnTo>
                    <a:pt x="169" y="86"/>
                  </a:lnTo>
                  <a:lnTo>
                    <a:pt x="169" y="62"/>
                  </a:lnTo>
                  <a:lnTo>
                    <a:pt x="172" y="43"/>
                  </a:lnTo>
                  <a:lnTo>
                    <a:pt x="181" y="25"/>
                  </a:lnTo>
                  <a:lnTo>
                    <a:pt x="194" y="12"/>
                  </a:lnTo>
                  <a:lnTo>
                    <a:pt x="212" y="3"/>
                  </a:lnTo>
                  <a:lnTo>
                    <a:pt x="2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91934819-09FA-4C90-98AD-A5F992F1F8FB}"/>
              </a:ext>
            </a:extLst>
          </p:cNvPr>
          <p:cNvGrpSpPr/>
          <p:nvPr/>
        </p:nvGrpSpPr>
        <p:grpSpPr>
          <a:xfrm flipH="1">
            <a:off x="11408677" y="3757196"/>
            <a:ext cx="288555" cy="327755"/>
            <a:chOff x="11274425" y="4017963"/>
            <a:chExt cx="420688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2" name="Freeform 196">
              <a:extLst>
                <a:ext uri="{FF2B5EF4-FFF2-40B4-BE49-F238E27FC236}">
                  <a16:creationId xmlns:a16="http://schemas.microsoft.com/office/drawing/2014/main" id="{81105A8D-9D83-48E3-BA93-8267D8C24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0475" y="4127500"/>
              <a:ext cx="128588" cy="130175"/>
            </a:xfrm>
            <a:custGeom>
              <a:avLst/>
              <a:gdLst>
                <a:gd name="T0" fmla="*/ 74 w 889"/>
                <a:gd name="T1" fmla="*/ 0 h 899"/>
                <a:gd name="T2" fmla="*/ 815 w 889"/>
                <a:gd name="T3" fmla="*/ 0 h 899"/>
                <a:gd name="T4" fmla="*/ 832 w 889"/>
                <a:gd name="T5" fmla="*/ 2 h 899"/>
                <a:gd name="T6" fmla="*/ 849 w 889"/>
                <a:gd name="T7" fmla="*/ 9 h 899"/>
                <a:gd name="T8" fmla="*/ 864 w 889"/>
                <a:gd name="T9" fmla="*/ 19 h 899"/>
                <a:gd name="T10" fmla="*/ 876 w 889"/>
                <a:gd name="T11" fmla="*/ 33 h 899"/>
                <a:gd name="T12" fmla="*/ 885 w 889"/>
                <a:gd name="T13" fmla="*/ 48 h 899"/>
                <a:gd name="T14" fmla="*/ 889 w 889"/>
                <a:gd name="T15" fmla="*/ 66 h 899"/>
                <a:gd name="T16" fmla="*/ 889 w 889"/>
                <a:gd name="T17" fmla="*/ 84 h 899"/>
                <a:gd name="T18" fmla="*/ 886 w 889"/>
                <a:gd name="T19" fmla="*/ 101 h 899"/>
                <a:gd name="T20" fmla="*/ 853 w 889"/>
                <a:gd name="T21" fmla="*/ 186 h 899"/>
                <a:gd name="T22" fmla="*/ 815 w 889"/>
                <a:gd name="T23" fmla="*/ 269 h 899"/>
                <a:gd name="T24" fmla="*/ 770 w 889"/>
                <a:gd name="T25" fmla="*/ 350 h 899"/>
                <a:gd name="T26" fmla="*/ 722 w 889"/>
                <a:gd name="T27" fmla="*/ 430 h 899"/>
                <a:gd name="T28" fmla="*/ 667 w 889"/>
                <a:gd name="T29" fmla="*/ 507 h 899"/>
                <a:gd name="T30" fmla="*/ 607 w 889"/>
                <a:gd name="T31" fmla="*/ 584 h 899"/>
                <a:gd name="T32" fmla="*/ 580 w 889"/>
                <a:gd name="T33" fmla="*/ 618 h 899"/>
                <a:gd name="T34" fmla="*/ 559 w 889"/>
                <a:gd name="T35" fmla="*/ 657 h 899"/>
                <a:gd name="T36" fmla="*/ 542 w 889"/>
                <a:gd name="T37" fmla="*/ 696 h 899"/>
                <a:gd name="T38" fmla="*/ 530 w 889"/>
                <a:gd name="T39" fmla="*/ 738 h 899"/>
                <a:gd name="T40" fmla="*/ 522 w 889"/>
                <a:gd name="T41" fmla="*/ 780 h 899"/>
                <a:gd name="T42" fmla="*/ 519 w 889"/>
                <a:gd name="T43" fmla="*/ 824 h 899"/>
                <a:gd name="T44" fmla="*/ 516 w 889"/>
                <a:gd name="T45" fmla="*/ 844 h 899"/>
                <a:gd name="T46" fmla="*/ 509 w 889"/>
                <a:gd name="T47" fmla="*/ 862 h 899"/>
                <a:gd name="T48" fmla="*/ 498 w 889"/>
                <a:gd name="T49" fmla="*/ 877 h 899"/>
                <a:gd name="T50" fmla="*/ 482 w 889"/>
                <a:gd name="T51" fmla="*/ 889 h 899"/>
                <a:gd name="T52" fmla="*/ 465 w 889"/>
                <a:gd name="T53" fmla="*/ 897 h 899"/>
                <a:gd name="T54" fmla="*/ 445 w 889"/>
                <a:gd name="T55" fmla="*/ 899 h 899"/>
                <a:gd name="T56" fmla="*/ 424 w 889"/>
                <a:gd name="T57" fmla="*/ 897 h 899"/>
                <a:gd name="T58" fmla="*/ 407 w 889"/>
                <a:gd name="T59" fmla="*/ 889 h 899"/>
                <a:gd name="T60" fmla="*/ 391 w 889"/>
                <a:gd name="T61" fmla="*/ 877 h 899"/>
                <a:gd name="T62" fmla="*/ 380 w 889"/>
                <a:gd name="T63" fmla="*/ 862 h 899"/>
                <a:gd name="T64" fmla="*/ 373 w 889"/>
                <a:gd name="T65" fmla="*/ 844 h 899"/>
                <a:gd name="T66" fmla="*/ 370 w 889"/>
                <a:gd name="T67" fmla="*/ 824 h 899"/>
                <a:gd name="T68" fmla="*/ 368 w 889"/>
                <a:gd name="T69" fmla="*/ 780 h 899"/>
                <a:gd name="T70" fmla="*/ 359 w 889"/>
                <a:gd name="T71" fmla="*/ 738 h 899"/>
                <a:gd name="T72" fmla="*/ 347 w 889"/>
                <a:gd name="T73" fmla="*/ 696 h 899"/>
                <a:gd name="T74" fmla="*/ 330 w 889"/>
                <a:gd name="T75" fmla="*/ 657 h 899"/>
                <a:gd name="T76" fmla="*/ 309 w 889"/>
                <a:gd name="T77" fmla="*/ 618 h 899"/>
                <a:gd name="T78" fmla="*/ 282 w 889"/>
                <a:gd name="T79" fmla="*/ 584 h 899"/>
                <a:gd name="T80" fmla="*/ 222 w 889"/>
                <a:gd name="T81" fmla="*/ 507 h 899"/>
                <a:gd name="T82" fmla="*/ 167 w 889"/>
                <a:gd name="T83" fmla="*/ 430 h 899"/>
                <a:gd name="T84" fmla="*/ 118 w 889"/>
                <a:gd name="T85" fmla="*/ 350 h 899"/>
                <a:gd name="T86" fmla="*/ 74 w 889"/>
                <a:gd name="T87" fmla="*/ 269 h 899"/>
                <a:gd name="T88" fmla="*/ 36 w 889"/>
                <a:gd name="T89" fmla="*/ 186 h 899"/>
                <a:gd name="T90" fmla="*/ 4 w 889"/>
                <a:gd name="T91" fmla="*/ 101 h 899"/>
                <a:gd name="T92" fmla="*/ 0 w 889"/>
                <a:gd name="T93" fmla="*/ 84 h 899"/>
                <a:gd name="T94" fmla="*/ 0 w 889"/>
                <a:gd name="T95" fmla="*/ 66 h 899"/>
                <a:gd name="T96" fmla="*/ 4 w 889"/>
                <a:gd name="T97" fmla="*/ 48 h 899"/>
                <a:gd name="T98" fmla="*/ 12 w 889"/>
                <a:gd name="T99" fmla="*/ 33 h 899"/>
                <a:gd name="T100" fmla="*/ 25 w 889"/>
                <a:gd name="T101" fmla="*/ 19 h 899"/>
                <a:gd name="T102" fmla="*/ 39 w 889"/>
                <a:gd name="T103" fmla="*/ 9 h 899"/>
                <a:gd name="T104" fmla="*/ 56 w 889"/>
                <a:gd name="T105" fmla="*/ 2 h 899"/>
                <a:gd name="T106" fmla="*/ 74 w 889"/>
                <a:gd name="T107" fmla="*/ 0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89" h="899">
                  <a:moveTo>
                    <a:pt x="74" y="0"/>
                  </a:moveTo>
                  <a:lnTo>
                    <a:pt x="815" y="0"/>
                  </a:lnTo>
                  <a:lnTo>
                    <a:pt x="832" y="2"/>
                  </a:lnTo>
                  <a:lnTo>
                    <a:pt x="849" y="9"/>
                  </a:lnTo>
                  <a:lnTo>
                    <a:pt x="864" y="19"/>
                  </a:lnTo>
                  <a:lnTo>
                    <a:pt x="876" y="33"/>
                  </a:lnTo>
                  <a:lnTo>
                    <a:pt x="885" y="48"/>
                  </a:lnTo>
                  <a:lnTo>
                    <a:pt x="889" y="66"/>
                  </a:lnTo>
                  <a:lnTo>
                    <a:pt x="889" y="84"/>
                  </a:lnTo>
                  <a:lnTo>
                    <a:pt x="886" y="101"/>
                  </a:lnTo>
                  <a:lnTo>
                    <a:pt x="853" y="186"/>
                  </a:lnTo>
                  <a:lnTo>
                    <a:pt x="815" y="269"/>
                  </a:lnTo>
                  <a:lnTo>
                    <a:pt x="770" y="350"/>
                  </a:lnTo>
                  <a:lnTo>
                    <a:pt x="722" y="430"/>
                  </a:lnTo>
                  <a:lnTo>
                    <a:pt x="667" y="507"/>
                  </a:lnTo>
                  <a:lnTo>
                    <a:pt x="607" y="584"/>
                  </a:lnTo>
                  <a:lnTo>
                    <a:pt x="580" y="618"/>
                  </a:lnTo>
                  <a:lnTo>
                    <a:pt x="559" y="657"/>
                  </a:lnTo>
                  <a:lnTo>
                    <a:pt x="542" y="696"/>
                  </a:lnTo>
                  <a:lnTo>
                    <a:pt x="530" y="738"/>
                  </a:lnTo>
                  <a:lnTo>
                    <a:pt x="522" y="780"/>
                  </a:lnTo>
                  <a:lnTo>
                    <a:pt x="519" y="824"/>
                  </a:lnTo>
                  <a:lnTo>
                    <a:pt x="516" y="844"/>
                  </a:lnTo>
                  <a:lnTo>
                    <a:pt x="509" y="862"/>
                  </a:lnTo>
                  <a:lnTo>
                    <a:pt x="498" y="877"/>
                  </a:lnTo>
                  <a:lnTo>
                    <a:pt x="482" y="889"/>
                  </a:lnTo>
                  <a:lnTo>
                    <a:pt x="465" y="897"/>
                  </a:lnTo>
                  <a:lnTo>
                    <a:pt x="445" y="899"/>
                  </a:lnTo>
                  <a:lnTo>
                    <a:pt x="424" y="897"/>
                  </a:lnTo>
                  <a:lnTo>
                    <a:pt x="407" y="889"/>
                  </a:lnTo>
                  <a:lnTo>
                    <a:pt x="391" y="877"/>
                  </a:lnTo>
                  <a:lnTo>
                    <a:pt x="380" y="862"/>
                  </a:lnTo>
                  <a:lnTo>
                    <a:pt x="373" y="844"/>
                  </a:lnTo>
                  <a:lnTo>
                    <a:pt x="370" y="824"/>
                  </a:lnTo>
                  <a:lnTo>
                    <a:pt x="368" y="780"/>
                  </a:lnTo>
                  <a:lnTo>
                    <a:pt x="359" y="738"/>
                  </a:lnTo>
                  <a:lnTo>
                    <a:pt x="347" y="696"/>
                  </a:lnTo>
                  <a:lnTo>
                    <a:pt x="330" y="657"/>
                  </a:lnTo>
                  <a:lnTo>
                    <a:pt x="309" y="618"/>
                  </a:lnTo>
                  <a:lnTo>
                    <a:pt x="282" y="584"/>
                  </a:lnTo>
                  <a:lnTo>
                    <a:pt x="222" y="507"/>
                  </a:lnTo>
                  <a:lnTo>
                    <a:pt x="167" y="430"/>
                  </a:lnTo>
                  <a:lnTo>
                    <a:pt x="118" y="350"/>
                  </a:lnTo>
                  <a:lnTo>
                    <a:pt x="74" y="269"/>
                  </a:lnTo>
                  <a:lnTo>
                    <a:pt x="36" y="186"/>
                  </a:lnTo>
                  <a:lnTo>
                    <a:pt x="4" y="101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4" y="48"/>
                  </a:lnTo>
                  <a:lnTo>
                    <a:pt x="12" y="33"/>
                  </a:lnTo>
                  <a:lnTo>
                    <a:pt x="25" y="19"/>
                  </a:lnTo>
                  <a:lnTo>
                    <a:pt x="39" y="9"/>
                  </a:lnTo>
                  <a:lnTo>
                    <a:pt x="56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3" name="Freeform 197">
              <a:extLst>
                <a:ext uri="{FF2B5EF4-FFF2-40B4-BE49-F238E27FC236}">
                  <a16:creationId xmlns:a16="http://schemas.microsoft.com/office/drawing/2014/main" id="{E79B0057-9AA2-473A-A9EF-4E5E92EF2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6500" y="4278313"/>
              <a:ext cx="236538" cy="157163"/>
            </a:xfrm>
            <a:custGeom>
              <a:avLst/>
              <a:gdLst>
                <a:gd name="T0" fmla="*/ 822 w 1643"/>
                <a:gd name="T1" fmla="*/ 0 h 1090"/>
                <a:gd name="T2" fmla="*/ 842 w 1643"/>
                <a:gd name="T3" fmla="*/ 2 h 1090"/>
                <a:gd name="T4" fmla="*/ 859 w 1643"/>
                <a:gd name="T5" fmla="*/ 10 h 1090"/>
                <a:gd name="T6" fmla="*/ 875 w 1643"/>
                <a:gd name="T7" fmla="*/ 22 h 1090"/>
                <a:gd name="T8" fmla="*/ 886 w 1643"/>
                <a:gd name="T9" fmla="*/ 36 h 1090"/>
                <a:gd name="T10" fmla="*/ 893 w 1643"/>
                <a:gd name="T11" fmla="*/ 55 h 1090"/>
                <a:gd name="T12" fmla="*/ 896 w 1643"/>
                <a:gd name="T13" fmla="*/ 75 h 1090"/>
                <a:gd name="T14" fmla="*/ 900 w 1643"/>
                <a:gd name="T15" fmla="*/ 115 h 1090"/>
                <a:gd name="T16" fmla="*/ 908 w 1643"/>
                <a:gd name="T17" fmla="*/ 156 h 1090"/>
                <a:gd name="T18" fmla="*/ 923 w 1643"/>
                <a:gd name="T19" fmla="*/ 195 h 1090"/>
                <a:gd name="T20" fmla="*/ 943 w 1643"/>
                <a:gd name="T21" fmla="*/ 234 h 1090"/>
                <a:gd name="T22" fmla="*/ 969 w 1643"/>
                <a:gd name="T23" fmla="*/ 272 h 1090"/>
                <a:gd name="T24" fmla="*/ 1000 w 1643"/>
                <a:gd name="T25" fmla="*/ 309 h 1090"/>
                <a:gd name="T26" fmla="*/ 1036 w 1643"/>
                <a:gd name="T27" fmla="*/ 344 h 1090"/>
                <a:gd name="T28" fmla="*/ 1077 w 1643"/>
                <a:gd name="T29" fmla="*/ 377 h 1090"/>
                <a:gd name="T30" fmla="*/ 1168 w 1643"/>
                <a:gd name="T31" fmla="*/ 448 h 1090"/>
                <a:gd name="T32" fmla="*/ 1253 w 1643"/>
                <a:gd name="T33" fmla="*/ 520 h 1090"/>
                <a:gd name="T34" fmla="*/ 1332 w 1643"/>
                <a:gd name="T35" fmla="*/ 593 h 1090"/>
                <a:gd name="T36" fmla="*/ 1405 w 1643"/>
                <a:gd name="T37" fmla="*/ 667 h 1090"/>
                <a:gd name="T38" fmla="*/ 1472 w 1643"/>
                <a:gd name="T39" fmla="*/ 743 h 1090"/>
                <a:gd name="T40" fmla="*/ 1532 w 1643"/>
                <a:gd name="T41" fmla="*/ 820 h 1090"/>
                <a:gd name="T42" fmla="*/ 1585 w 1643"/>
                <a:gd name="T43" fmla="*/ 898 h 1090"/>
                <a:gd name="T44" fmla="*/ 1634 w 1643"/>
                <a:gd name="T45" fmla="*/ 977 h 1090"/>
                <a:gd name="T46" fmla="*/ 1641 w 1643"/>
                <a:gd name="T47" fmla="*/ 995 h 1090"/>
                <a:gd name="T48" fmla="*/ 1643 w 1643"/>
                <a:gd name="T49" fmla="*/ 1015 h 1090"/>
                <a:gd name="T50" fmla="*/ 1640 w 1643"/>
                <a:gd name="T51" fmla="*/ 1034 h 1090"/>
                <a:gd name="T52" fmla="*/ 1633 w 1643"/>
                <a:gd name="T53" fmla="*/ 1052 h 1090"/>
                <a:gd name="T54" fmla="*/ 1620 w 1643"/>
                <a:gd name="T55" fmla="*/ 1068 h 1090"/>
                <a:gd name="T56" fmla="*/ 1606 w 1643"/>
                <a:gd name="T57" fmla="*/ 1079 h 1090"/>
                <a:gd name="T58" fmla="*/ 1587 w 1643"/>
                <a:gd name="T59" fmla="*/ 1087 h 1090"/>
                <a:gd name="T60" fmla="*/ 1568 w 1643"/>
                <a:gd name="T61" fmla="*/ 1090 h 1090"/>
                <a:gd name="T62" fmla="*/ 74 w 1643"/>
                <a:gd name="T63" fmla="*/ 1090 h 1090"/>
                <a:gd name="T64" fmla="*/ 56 w 1643"/>
                <a:gd name="T65" fmla="*/ 1087 h 1090"/>
                <a:gd name="T66" fmla="*/ 37 w 1643"/>
                <a:gd name="T67" fmla="*/ 1079 h 1090"/>
                <a:gd name="T68" fmla="*/ 22 w 1643"/>
                <a:gd name="T69" fmla="*/ 1068 h 1090"/>
                <a:gd name="T70" fmla="*/ 10 w 1643"/>
                <a:gd name="T71" fmla="*/ 1052 h 1090"/>
                <a:gd name="T72" fmla="*/ 3 w 1643"/>
                <a:gd name="T73" fmla="*/ 1034 h 1090"/>
                <a:gd name="T74" fmla="*/ 0 w 1643"/>
                <a:gd name="T75" fmla="*/ 1015 h 1090"/>
                <a:gd name="T76" fmla="*/ 2 w 1643"/>
                <a:gd name="T77" fmla="*/ 995 h 1090"/>
                <a:gd name="T78" fmla="*/ 10 w 1643"/>
                <a:gd name="T79" fmla="*/ 977 h 1090"/>
                <a:gd name="T80" fmla="*/ 58 w 1643"/>
                <a:gd name="T81" fmla="*/ 898 h 1090"/>
                <a:gd name="T82" fmla="*/ 112 w 1643"/>
                <a:gd name="T83" fmla="*/ 820 h 1090"/>
                <a:gd name="T84" fmla="*/ 173 w 1643"/>
                <a:gd name="T85" fmla="*/ 743 h 1090"/>
                <a:gd name="T86" fmla="*/ 239 w 1643"/>
                <a:gd name="T87" fmla="*/ 667 h 1090"/>
                <a:gd name="T88" fmla="*/ 311 w 1643"/>
                <a:gd name="T89" fmla="*/ 593 h 1090"/>
                <a:gd name="T90" fmla="*/ 390 w 1643"/>
                <a:gd name="T91" fmla="*/ 520 h 1090"/>
                <a:gd name="T92" fmla="*/ 475 w 1643"/>
                <a:gd name="T93" fmla="*/ 448 h 1090"/>
                <a:gd name="T94" fmla="*/ 566 w 1643"/>
                <a:gd name="T95" fmla="*/ 377 h 1090"/>
                <a:gd name="T96" fmla="*/ 607 w 1643"/>
                <a:gd name="T97" fmla="*/ 344 h 1090"/>
                <a:gd name="T98" fmla="*/ 643 w 1643"/>
                <a:gd name="T99" fmla="*/ 309 h 1090"/>
                <a:gd name="T100" fmla="*/ 674 w 1643"/>
                <a:gd name="T101" fmla="*/ 272 h 1090"/>
                <a:gd name="T102" fmla="*/ 700 w 1643"/>
                <a:gd name="T103" fmla="*/ 234 h 1090"/>
                <a:gd name="T104" fmla="*/ 720 w 1643"/>
                <a:gd name="T105" fmla="*/ 195 h 1090"/>
                <a:gd name="T106" fmla="*/ 735 w 1643"/>
                <a:gd name="T107" fmla="*/ 156 h 1090"/>
                <a:gd name="T108" fmla="*/ 744 w 1643"/>
                <a:gd name="T109" fmla="*/ 115 h 1090"/>
                <a:gd name="T110" fmla="*/ 747 w 1643"/>
                <a:gd name="T111" fmla="*/ 75 h 1090"/>
                <a:gd name="T112" fmla="*/ 750 w 1643"/>
                <a:gd name="T113" fmla="*/ 55 h 1090"/>
                <a:gd name="T114" fmla="*/ 757 w 1643"/>
                <a:gd name="T115" fmla="*/ 36 h 1090"/>
                <a:gd name="T116" fmla="*/ 768 w 1643"/>
                <a:gd name="T117" fmla="*/ 22 h 1090"/>
                <a:gd name="T118" fmla="*/ 784 w 1643"/>
                <a:gd name="T119" fmla="*/ 10 h 1090"/>
                <a:gd name="T120" fmla="*/ 801 w 1643"/>
                <a:gd name="T121" fmla="*/ 2 h 1090"/>
                <a:gd name="T122" fmla="*/ 822 w 1643"/>
                <a:gd name="T123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43" h="1090">
                  <a:moveTo>
                    <a:pt x="822" y="0"/>
                  </a:moveTo>
                  <a:lnTo>
                    <a:pt x="842" y="2"/>
                  </a:lnTo>
                  <a:lnTo>
                    <a:pt x="859" y="10"/>
                  </a:lnTo>
                  <a:lnTo>
                    <a:pt x="875" y="22"/>
                  </a:lnTo>
                  <a:lnTo>
                    <a:pt x="886" y="36"/>
                  </a:lnTo>
                  <a:lnTo>
                    <a:pt x="893" y="55"/>
                  </a:lnTo>
                  <a:lnTo>
                    <a:pt x="896" y="75"/>
                  </a:lnTo>
                  <a:lnTo>
                    <a:pt x="900" y="115"/>
                  </a:lnTo>
                  <a:lnTo>
                    <a:pt x="908" y="156"/>
                  </a:lnTo>
                  <a:lnTo>
                    <a:pt x="923" y="195"/>
                  </a:lnTo>
                  <a:lnTo>
                    <a:pt x="943" y="234"/>
                  </a:lnTo>
                  <a:lnTo>
                    <a:pt x="969" y="272"/>
                  </a:lnTo>
                  <a:lnTo>
                    <a:pt x="1000" y="309"/>
                  </a:lnTo>
                  <a:lnTo>
                    <a:pt x="1036" y="344"/>
                  </a:lnTo>
                  <a:lnTo>
                    <a:pt x="1077" y="377"/>
                  </a:lnTo>
                  <a:lnTo>
                    <a:pt x="1168" y="448"/>
                  </a:lnTo>
                  <a:lnTo>
                    <a:pt x="1253" y="520"/>
                  </a:lnTo>
                  <a:lnTo>
                    <a:pt x="1332" y="593"/>
                  </a:lnTo>
                  <a:lnTo>
                    <a:pt x="1405" y="667"/>
                  </a:lnTo>
                  <a:lnTo>
                    <a:pt x="1472" y="743"/>
                  </a:lnTo>
                  <a:lnTo>
                    <a:pt x="1532" y="820"/>
                  </a:lnTo>
                  <a:lnTo>
                    <a:pt x="1585" y="898"/>
                  </a:lnTo>
                  <a:lnTo>
                    <a:pt x="1634" y="977"/>
                  </a:lnTo>
                  <a:lnTo>
                    <a:pt x="1641" y="995"/>
                  </a:lnTo>
                  <a:lnTo>
                    <a:pt x="1643" y="1015"/>
                  </a:lnTo>
                  <a:lnTo>
                    <a:pt x="1640" y="1034"/>
                  </a:lnTo>
                  <a:lnTo>
                    <a:pt x="1633" y="1052"/>
                  </a:lnTo>
                  <a:lnTo>
                    <a:pt x="1620" y="1068"/>
                  </a:lnTo>
                  <a:lnTo>
                    <a:pt x="1606" y="1079"/>
                  </a:lnTo>
                  <a:lnTo>
                    <a:pt x="1587" y="1087"/>
                  </a:lnTo>
                  <a:lnTo>
                    <a:pt x="1568" y="1090"/>
                  </a:lnTo>
                  <a:lnTo>
                    <a:pt x="74" y="1090"/>
                  </a:lnTo>
                  <a:lnTo>
                    <a:pt x="56" y="1087"/>
                  </a:lnTo>
                  <a:lnTo>
                    <a:pt x="37" y="1079"/>
                  </a:lnTo>
                  <a:lnTo>
                    <a:pt x="22" y="1068"/>
                  </a:lnTo>
                  <a:lnTo>
                    <a:pt x="10" y="1052"/>
                  </a:lnTo>
                  <a:lnTo>
                    <a:pt x="3" y="1034"/>
                  </a:lnTo>
                  <a:lnTo>
                    <a:pt x="0" y="1015"/>
                  </a:lnTo>
                  <a:lnTo>
                    <a:pt x="2" y="995"/>
                  </a:lnTo>
                  <a:lnTo>
                    <a:pt x="10" y="977"/>
                  </a:lnTo>
                  <a:lnTo>
                    <a:pt x="58" y="898"/>
                  </a:lnTo>
                  <a:lnTo>
                    <a:pt x="112" y="820"/>
                  </a:lnTo>
                  <a:lnTo>
                    <a:pt x="173" y="743"/>
                  </a:lnTo>
                  <a:lnTo>
                    <a:pt x="239" y="667"/>
                  </a:lnTo>
                  <a:lnTo>
                    <a:pt x="311" y="593"/>
                  </a:lnTo>
                  <a:lnTo>
                    <a:pt x="390" y="520"/>
                  </a:lnTo>
                  <a:lnTo>
                    <a:pt x="475" y="448"/>
                  </a:lnTo>
                  <a:lnTo>
                    <a:pt x="566" y="377"/>
                  </a:lnTo>
                  <a:lnTo>
                    <a:pt x="607" y="344"/>
                  </a:lnTo>
                  <a:lnTo>
                    <a:pt x="643" y="309"/>
                  </a:lnTo>
                  <a:lnTo>
                    <a:pt x="674" y="272"/>
                  </a:lnTo>
                  <a:lnTo>
                    <a:pt x="700" y="234"/>
                  </a:lnTo>
                  <a:lnTo>
                    <a:pt x="720" y="195"/>
                  </a:lnTo>
                  <a:lnTo>
                    <a:pt x="735" y="156"/>
                  </a:lnTo>
                  <a:lnTo>
                    <a:pt x="744" y="115"/>
                  </a:lnTo>
                  <a:lnTo>
                    <a:pt x="747" y="75"/>
                  </a:lnTo>
                  <a:lnTo>
                    <a:pt x="750" y="55"/>
                  </a:lnTo>
                  <a:lnTo>
                    <a:pt x="757" y="36"/>
                  </a:lnTo>
                  <a:lnTo>
                    <a:pt x="768" y="22"/>
                  </a:lnTo>
                  <a:lnTo>
                    <a:pt x="784" y="10"/>
                  </a:lnTo>
                  <a:lnTo>
                    <a:pt x="801" y="2"/>
                  </a:lnTo>
                  <a:lnTo>
                    <a:pt x="8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4" name="Freeform 198">
              <a:extLst>
                <a:ext uri="{FF2B5EF4-FFF2-40B4-BE49-F238E27FC236}">
                  <a16:creationId xmlns:a16="http://schemas.microsoft.com/office/drawing/2014/main" id="{4103E47B-299C-4249-8236-CECA08874E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74425" y="4017963"/>
              <a:ext cx="420688" cy="477838"/>
            </a:xfrm>
            <a:custGeom>
              <a:avLst/>
              <a:gdLst>
                <a:gd name="T0" fmla="*/ 543 w 2912"/>
                <a:gd name="T1" fmla="*/ 556 h 3309"/>
                <a:gd name="T2" fmla="*/ 666 w 2912"/>
                <a:gd name="T3" fmla="*/ 865 h 3309"/>
                <a:gd name="T4" fmla="*/ 830 w 2912"/>
                <a:gd name="T5" fmla="*/ 1139 h 3309"/>
                <a:gd name="T6" fmla="*/ 1012 w 2912"/>
                <a:gd name="T7" fmla="*/ 1380 h 3309"/>
                <a:gd name="T8" fmla="*/ 1159 w 2912"/>
                <a:gd name="T9" fmla="*/ 1557 h 3309"/>
                <a:gd name="T10" fmla="*/ 1195 w 2912"/>
                <a:gd name="T11" fmla="*/ 1655 h 3309"/>
                <a:gd name="T12" fmla="*/ 1159 w 2912"/>
                <a:gd name="T13" fmla="*/ 1752 h 3309"/>
                <a:gd name="T14" fmla="*/ 1012 w 2912"/>
                <a:gd name="T15" fmla="*/ 1929 h 3309"/>
                <a:gd name="T16" fmla="*/ 830 w 2912"/>
                <a:gd name="T17" fmla="*/ 2171 h 3309"/>
                <a:gd name="T18" fmla="*/ 666 w 2912"/>
                <a:gd name="T19" fmla="*/ 2445 h 3309"/>
                <a:gd name="T20" fmla="*/ 543 w 2912"/>
                <a:gd name="T21" fmla="*/ 2754 h 3309"/>
                <a:gd name="T22" fmla="*/ 2419 w 2912"/>
                <a:gd name="T23" fmla="*/ 3008 h 3309"/>
                <a:gd name="T24" fmla="*/ 2343 w 2912"/>
                <a:gd name="T25" fmla="*/ 2673 h 3309"/>
                <a:gd name="T26" fmla="*/ 2207 w 2912"/>
                <a:gd name="T27" fmla="*/ 2374 h 3309"/>
                <a:gd name="T28" fmla="*/ 2035 w 2912"/>
                <a:gd name="T29" fmla="*/ 2107 h 3309"/>
                <a:gd name="T30" fmla="*/ 1854 w 2912"/>
                <a:gd name="T31" fmla="*/ 1873 h 3309"/>
                <a:gd name="T32" fmla="*/ 1737 w 2912"/>
                <a:gd name="T33" fmla="*/ 1730 h 3309"/>
                <a:gd name="T34" fmla="*/ 1719 w 2912"/>
                <a:gd name="T35" fmla="*/ 1629 h 3309"/>
                <a:gd name="T36" fmla="*/ 1766 w 2912"/>
                <a:gd name="T37" fmla="*/ 1542 h 3309"/>
                <a:gd name="T38" fmla="*/ 1945 w 2912"/>
                <a:gd name="T39" fmla="*/ 1323 h 3309"/>
                <a:gd name="T40" fmla="*/ 2124 w 2912"/>
                <a:gd name="T41" fmla="*/ 1074 h 3309"/>
                <a:gd name="T42" fmla="*/ 2281 w 2912"/>
                <a:gd name="T43" fmla="*/ 790 h 3309"/>
                <a:gd name="T44" fmla="*/ 2390 w 2912"/>
                <a:gd name="T45" fmla="*/ 473 h 3309"/>
                <a:gd name="T46" fmla="*/ 149 w 2912"/>
                <a:gd name="T47" fmla="*/ 0 h 3309"/>
                <a:gd name="T48" fmla="*/ 2846 w 2912"/>
                <a:gd name="T49" fmla="*/ 25 h 3309"/>
                <a:gd name="T50" fmla="*/ 2909 w 2912"/>
                <a:gd name="T51" fmla="*/ 120 h 3309"/>
                <a:gd name="T52" fmla="*/ 2886 w 2912"/>
                <a:gd name="T53" fmla="*/ 234 h 3309"/>
                <a:gd name="T54" fmla="*/ 2792 w 2912"/>
                <a:gd name="T55" fmla="*/ 298 h 3309"/>
                <a:gd name="T56" fmla="*/ 2690 w 2912"/>
                <a:gd name="T57" fmla="*/ 491 h 3309"/>
                <a:gd name="T58" fmla="*/ 2584 w 2912"/>
                <a:gd name="T59" fmla="*/ 841 h 3309"/>
                <a:gd name="T60" fmla="*/ 2427 w 2912"/>
                <a:gd name="T61" fmla="*/ 1152 h 3309"/>
                <a:gd name="T62" fmla="*/ 2245 w 2912"/>
                <a:gd name="T63" fmla="*/ 1423 h 3309"/>
                <a:gd name="T64" fmla="*/ 2061 w 2912"/>
                <a:gd name="T65" fmla="*/ 1655 h 3309"/>
                <a:gd name="T66" fmla="*/ 2245 w 2912"/>
                <a:gd name="T67" fmla="*/ 1887 h 3309"/>
                <a:gd name="T68" fmla="*/ 2427 w 2912"/>
                <a:gd name="T69" fmla="*/ 2157 h 3309"/>
                <a:gd name="T70" fmla="*/ 2584 w 2912"/>
                <a:gd name="T71" fmla="*/ 2468 h 3309"/>
                <a:gd name="T72" fmla="*/ 2690 w 2912"/>
                <a:gd name="T73" fmla="*/ 2818 h 3309"/>
                <a:gd name="T74" fmla="*/ 2792 w 2912"/>
                <a:gd name="T75" fmla="*/ 3011 h 3309"/>
                <a:gd name="T76" fmla="*/ 2886 w 2912"/>
                <a:gd name="T77" fmla="*/ 3075 h 3309"/>
                <a:gd name="T78" fmla="*/ 2909 w 2912"/>
                <a:gd name="T79" fmla="*/ 3189 h 3309"/>
                <a:gd name="T80" fmla="*/ 2846 w 2912"/>
                <a:gd name="T81" fmla="*/ 3284 h 3309"/>
                <a:gd name="T82" fmla="*/ 149 w 2912"/>
                <a:gd name="T83" fmla="*/ 3309 h 3309"/>
                <a:gd name="T84" fmla="*/ 43 w 2912"/>
                <a:gd name="T85" fmla="*/ 3265 h 3309"/>
                <a:gd name="T86" fmla="*/ 0 w 2912"/>
                <a:gd name="T87" fmla="*/ 3159 h 3309"/>
                <a:gd name="T88" fmla="*/ 43 w 2912"/>
                <a:gd name="T89" fmla="*/ 3052 h 3309"/>
                <a:gd name="T90" fmla="*/ 149 w 2912"/>
                <a:gd name="T91" fmla="*/ 3008 h 3309"/>
                <a:gd name="T92" fmla="*/ 242 w 2912"/>
                <a:gd name="T93" fmla="*/ 2727 h 3309"/>
                <a:gd name="T94" fmla="*/ 364 w 2912"/>
                <a:gd name="T95" fmla="*/ 2387 h 3309"/>
                <a:gd name="T96" fmla="*/ 528 w 2912"/>
                <a:gd name="T97" fmla="*/ 2087 h 3309"/>
                <a:gd name="T98" fmla="*/ 713 w 2912"/>
                <a:gd name="T99" fmla="*/ 1825 h 3309"/>
                <a:gd name="T100" fmla="*/ 804 w 2912"/>
                <a:gd name="T101" fmla="*/ 1600 h 3309"/>
                <a:gd name="T102" fmla="*/ 620 w 2912"/>
                <a:gd name="T103" fmla="*/ 1359 h 3309"/>
                <a:gd name="T104" fmla="*/ 442 w 2912"/>
                <a:gd name="T105" fmla="*/ 1078 h 3309"/>
                <a:gd name="T106" fmla="*/ 295 w 2912"/>
                <a:gd name="T107" fmla="*/ 757 h 3309"/>
                <a:gd name="T108" fmla="*/ 204 w 2912"/>
                <a:gd name="T109" fmla="*/ 398 h 3309"/>
                <a:gd name="T110" fmla="*/ 91 w 2912"/>
                <a:gd name="T111" fmla="*/ 289 h 3309"/>
                <a:gd name="T112" fmla="*/ 11 w 2912"/>
                <a:gd name="T113" fmla="*/ 209 h 3309"/>
                <a:gd name="T114" fmla="*/ 11 w 2912"/>
                <a:gd name="T115" fmla="*/ 92 h 3309"/>
                <a:gd name="T116" fmla="*/ 91 w 2912"/>
                <a:gd name="T117" fmla="*/ 12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12" h="3309">
                  <a:moveTo>
                    <a:pt x="493" y="301"/>
                  </a:moveTo>
                  <a:lnTo>
                    <a:pt x="505" y="388"/>
                  </a:lnTo>
                  <a:lnTo>
                    <a:pt x="522" y="473"/>
                  </a:lnTo>
                  <a:lnTo>
                    <a:pt x="543" y="556"/>
                  </a:lnTo>
                  <a:lnTo>
                    <a:pt x="568" y="636"/>
                  </a:lnTo>
                  <a:lnTo>
                    <a:pt x="598" y="714"/>
                  </a:lnTo>
                  <a:lnTo>
                    <a:pt x="630" y="790"/>
                  </a:lnTo>
                  <a:lnTo>
                    <a:pt x="666" y="865"/>
                  </a:lnTo>
                  <a:lnTo>
                    <a:pt x="704" y="936"/>
                  </a:lnTo>
                  <a:lnTo>
                    <a:pt x="745" y="1006"/>
                  </a:lnTo>
                  <a:lnTo>
                    <a:pt x="787" y="1074"/>
                  </a:lnTo>
                  <a:lnTo>
                    <a:pt x="830" y="1139"/>
                  </a:lnTo>
                  <a:lnTo>
                    <a:pt x="876" y="1203"/>
                  </a:lnTo>
                  <a:lnTo>
                    <a:pt x="921" y="1264"/>
                  </a:lnTo>
                  <a:lnTo>
                    <a:pt x="967" y="1323"/>
                  </a:lnTo>
                  <a:lnTo>
                    <a:pt x="1012" y="1380"/>
                  </a:lnTo>
                  <a:lnTo>
                    <a:pt x="1057" y="1437"/>
                  </a:lnTo>
                  <a:lnTo>
                    <a:pt x="1102" y="1490"/>
                  </a:lnTo>
                  <a:lnTo>
                    <a:pt x="1145" y="1542"/>
                  </a:lnTo>
                  <a:lnTo>
                    <a:pt x="1159" y="1557"/>
                  </a:lnTo>
                  <a:lnTo>
                    <a:pt x="1174" y="1580"/>
                  </a:lnTo>
                  <a:lnTo>
                    <a:pt x="1186" y="1604"/>
                  </a:lnTo>
                  <a:lnTo>
                    <a:pt x="1192" y="1629"/>
                  </a:lnTo>
                  <a:lnTo>
                    <a:pt x="1195" y="1655"/>
                  </a:lnTo>
                  <a:lnTo>
                    <a:pt x="1192" y="1680"/>
                  </a:lnTo>
                  <a:lnTo>
                    <a:pt x="1186" y="1706"/>
                  </a:lnTo>
                  <a:lnTo>
                    <a:pt x="1174" y="1730"/>
                  </a:lnTo>
                  <a:lnTo>
                    <a:pt x="1159" y="1752"/>
                  </a:lnTo>
                  <a:lnTo>
                    <a:pt x="1145" y="1768"/>
                  </a:lnTo>
                  <a:lnTo>
                    <a:pt x="1102" y="1819"/>
                  </a:lnTo>
                  <a:lnTo>
                    <a:pt x="1057" y="1873"/>
                  </a:lnTo>
                  <a:lnTo>
                    <a:pt x="1012" y="1929"/>
                  </a:lnTo>
                  <a:lnTo>
                    <a:pt x="967" y="1987"/>
                  </a:lnTo>
                  <a:lnTo>
                    <a:pt x="921" y="2046"/>
                  </a:lnTo>
                  <a:lnTo>
                    <a:pt x="876" y="2107"/>
                  </a:lnTo>
                  <a:lnTo>
                    <a:pt x="830" y="2171"/>
                  </a:lnTo>
                  <a:lnTo>
                    <a:pt x="787" y="2236"/>
                  </a:lnTo>
                  <a:lnTo>
                    <a:pt x="745" y="2304"/>
                  </a:lnTo>
                  <a:lnTo>
                    <a:pt x="704" y="2374"/>
                  </a:lnTo>
                  <a:lnTo>
                    <a:pt x="666" y="2445"/>
                  </a:lnTo>
                  <a:lnTo>
                    <a:pt x="630" y="2519"/>
                  </a:lnTo>
                  <a:lnTo>
                    <a:pt x="598" y="2595"/>
                  </a:lnTo>
                  <a:lnTo>
                    <a:pt x="568" y="2673"/>
                  </a:lnTo>
                  <a:lnTo>
                    <a:pt x="543" y="2754"/>
                  </a:lnTo>
                  <a:lnTo>
                    <a:pt x="522" y="2836"/>
                  </a:lnTo>
                  <a:lnTo>
                    <a:pt x="505" y="2922"/>
                  </a:lnTo>
                  <a:lnTo>
                    <a:pt x="493" y="3008"/>
                  </a:lnTo>
                  <a:lnTo>
                    <a:pt x="2419" y="3008"/>
                  </a:lnTo>
                  <a:lnTo>
                    <a:pt x="2406" y="2922"/>
                  </a:lnTo>
                  <a:lnTo>
                    <a:pt x="2390" y="2836"/>
                  </a:lnTo>
                  <a:lnTo>
                    <a:pt x="2368" y="2754"/>
                  </a:lnTo>
                  <a:lnTo>
                    <a:pt x="2343" y="2673"/>
                  </a:lnTo>
                  <a:lnTo>
                    <a:pt x="2313" y="2595"/>
                  </a:lnTo>
                  <a:lnTo>
                    <a:pt x="2281" y="2519"/>
                  </a:lnTo>
                  <a:lnTo>
                    <a:pt x="2245" y="2445"/>
                  </a:lnTo>
                  <a:lnTo>
                    <a:pt x="2207" y="2374"/>
                  </a:lnTo>
                  <a:lnTo>
                    <a:pt x="2167" y="2304"/>
                  </a:lnTo>
                  <a:lnTo>
                    <a:pt x="2124" y="2236"/>
                  </a:lnTo>
                  <a:lnTo>
                    <a:pt x="2081" y="2171"/>
                  </a:lnTo>
                  <a:lnTo>
                    <a:pt x="2035" y="2107"/>
                  </a:lnTo>
                  <a:lnTo>
                    <a:pt x="1990" y="2046"/>
                  </a:lnTo>
                  <a:lnTo>
                    <a:pt x="1945" y="1987"/>
                  </a:lnTo>
                  <a:lnTo>
                    <a:pt x="1899" y="1929"/>
                  </a:lnTo>
                  <a:lnTo>
                    <a:pt x="1854" y="1873"/>
                  </a:lnTo>
                  <a:lnTo>
                    <a:pt x="1809" y="1819"/>
                  </a:lnTo>
                  <a:lnTo>
                    <a:pt x="1766" y="1768"/>
                  </a:lnTo>
                  <a:lnTo>
                    <a:pt x="1752" y="1752"/>
                  </a:lnTo>
                  <a:lnTo>
                    <a:pt x="1737" y="1730"/>
                  </a:lnTo>
                  <a:lnTo>
                    <a:pt x="1726" y="1706"/>
                  </a:lnTo>
                  <a:lnTo>
                    <a:pt x="1719" y="1680"/>
                  </a:lnTo>
                  <a:lnTo>
                    <a:pt x="1717" y="1655"/>
                  </a:lnTo>
                  <a:lnTo>
                    <a:pt x="1719" y="1629"/>
                  </a:lnTo>
                  <a:lnTo>
                    <a:pt x="1726" y="1604"/>
                  </a:lnTo>
                  <a:lnTo>
                    <a:pt x="1737" y="1580"/>
                  </a:lnTo>
                  <a:lnTo>
                    <a:pt x="1752" y="1557"/>
                  </a:lnTo>
                  <a:lnTo>
                    <a:pt x="1766" y="1542"/>
                  </a:lnTo>
                  <a:lnTo>
                    <a:pt x="1809" y="1490"/>
                  </a:lnTo>
                  <a:lnTo>
                    <a:pt x="1854" y="1437"/>
                  </a:lnTo>
                  <a:lnTo>
                    <a:pt x="1899" y="1380"/>
                  </a:lnTo>
                  <a:lnTo>
                    <a:pt x="1945" y="1323"/>
                  </a:lnTo>
                  <a:lnTo>
                    <a:pt x="1990" y="1264"/>
                  </a:lnTo>
                  <a:lnTo>
                    <a:pt x="2035" y="1203"/>
                  </a:lnTo>
                  <a:lnTo>
                    <a:pt x="2081" y="1139"/>
                  </a:lnTo>
                  <a:lnTo>
                    <a:pt x="2124" y="1074"/>
                  </a:lnTo>
                  <a:lnTo>
                    <a:pt x="2167" y="1006"/>
                  </a:lnTo>
                  <a:lnTo>
                    <a:pt x="2207" y="936"/>
                  </a:lnTo>
                  <a:lnTo>
                    <a:pt x="2245" y="865"/>
                  </a:lnTo>
                  <a:lnTo>
                    <a:pt x="2281" y="790"/>
                  </a:lnTo>
                  <a:lnTo>
                    <a:pt x="2313" y="714"/>
                  </a:lnTo>
                  <a:lnTo>
                    <a:pt x="2343" y="636"/>
                  </a:lnTo>
                  <a:lnTo>
                    <a:pt x="2368" y="556"/>
                  </a:lnTo>
                  <a:lnTo>
                    <a:pt x="2390" y="473"/>
                  </a:lnTo>
                  <a:lnTo>
                    <a:pt x="2406" y="388"/>
                  </a:lnTo>
                  <a:lnTo>
                    <a:pt x="2419" y="301"/>
                  </a:lnTo>
                  <a:lnTo>
                    <a:pt x="493" y="301"/>
                  </a:lnTo>
                  <a:close/>
                  <a:moveTo>
                    <a:pt x="149" y="0"/>
                  </a:moveTo>
                  <a:lnTo>
                    <a:pt x="2762" y="0"/>
                  </a:lnTo>
                  <a:lnTo>
                    <a:pt x="2792" y="3"/>
                  </a:lnTo>
                  <a:lnTo>
                    <a:pt x="2820" y="12"/>
                  </a:lnTo>
                  <a:lnTo>
                    <a:pt x="2846" y="25"/>
                  </a:lnTo>
                  <a:lnTo>
                    <a:pt x="2868" y="44"/>
                  </a:lnTo>
                  <a:lnTo>
                    <a:pt x="2886" y="67"/>
                  </a:lnTo>
                  <a:lnTo>
                    <a:pt x="2900" y="92"/>
                  </a:lnTo>
                  <a:lnTo>
                    <a:pt x="2909" y="120"/>
                  </a:lnTo>
                  <a:lnTo>
                    <a:pt x="2912" y="150"/>
                  </a:lnTo>
                  <a:lnTo>
                    <a:pt x="2909" y="180"/>
                  </a:lnTo>
                  <a:lnTo>
                    <a:pt x="2900" y="209"/>
                  </a:lnTo>
                  <a:lnTo>
                    <a:pt x="2886" y="234"/>
                  </a:lnTo>
                  <a:lnTo>
                    <a:pt x="2868" y="257"/>
                  </a:lnTo>
                  <a:lnTo>
                    <a:pt x="2846" y="275"/>
                  </a:lnTo>
                  <a:lnTo>
                    <a:pt x="2820" y="289"/>
                  </a:lnTo>
                  <a:lnTo>
                    <a:pt x="2792" y="298"/>
                  </a:lnTo>
                  <a:lnTo>
                    <a:pt x="2762" y="301"/>
                  </a:lnTo>
                  <a:lnTo>
                    <a:pt x="2718" y="301"/>
                  </a:lnTo>
                  <a:lnTo>
                    <a:pt x="2707" y="398"/>
                  </a:lnTo>
                  <a:lnTo>
                    <a:pt x="2690" y="491"/>
                  </a:lnTo>
                  <a:lnTo>
                    <a:pt x="2669" y="583"/>
                  </a:lnTo>
                  <a:lnTo>
                    <a:pt x="2645" y="671"/>
                  </a:lnTo>
                  <a:lnTo>
                    <a:pt x="2616" y="757"/>
                  </a:lnTo>
                  <a:lnTo>
                    <a:pt x="2584" y="841"/>
                  </a:lnTo>
                  <a:lnTo>
                    <a:pt x="2548" y="923"/>
                  </a:lnTo>
                  <a:lnTo>
                    <a:pt x="2510" y="1001"/>
                  </a:lnTo>
                  <a:lnTo>
                    <a:pt x="2469" y="1078"/>
                  </a:lnTo>
                  <a:lnTo>
                    <a:pt x="2427" y="1152"/>
                  </a:lnTo>
                  <a:lnTo>
                    <a:pt x="2383" y="1223"/>
                  </a:lnTo>
                  <a:lnTo>
                    <a:pt x="2338" y="1292"/>
                  </a:lnTo>
                  <a:lnTo>
                    <a:pt x="2292" y="1359"/>
                  </a:lnTo>
                  <a:lnTo>
                    <a:pt x="2245" y="1423"/>
                  </a:lnTo>
                  <a:lnTo>
                    <a:pt x="2199" y="1484"/>
                  </a:lnTo>
                  <a:lnTo>
                    <a:pt x="2152" y="1544"/>
                  </a:lnTo>
                  <a:lnTo>
                    <a:pt x="2107" y="1600"/>
                  </a:lnTo>
                  <a:lnTo>
                    <a:pt x="2061" y="1655"/>
                  </a:lnTo>
                  <a:lnTo>
                    <a:pt x="2107" y="1709"/>
                  </a:lnTo>
                  <a:lnTo>
                    <a:pt x="2152" y="1766"/>
                  </a:lnTo>
                  <a:lnTo>
                    <a:pt x="2199" y="1825"/>
                  </a:lnTo>
                  <a:lnTo>
                    <a:pt x="2245" y="1887"/>
                  </a:lnTo>
                  <a:lnTo>
                    <a:pt x="2292" y="1950"/>
                  </a:lnTo>
                  <a:lnTo>
                    <a:pt x="2338" y="2017"/>
                  </a:lnTo>
                  <a:lnTo>
                    <a:pt x="2383" y="2087"/>
                  </a:lnTo>
                  <a:lnTo>
                    <a:pt x="2427" y="2157"/>
                  </a:lnTo>
                  <a:lnTo>
                    <a:pt x="2469" y="2231"/>
                  </a:lnTo>
                  <a:lnTo>
                    <a:pt x="2510" y="2308"/>
                  </a:lnTo>
                  <a:lnTo>
                    <a:pt x="2548" y="2387"/>
                  </a:lnTo>
                  <a:lnTo>
                    <a:pt x="2584" y="2468"/>
                  </a:lnTo>
                  <a:lnTo>
                    <a:pt x="2616" y="2551"/>
                  </a:lnTo>
                  <a:lnTo>
                    <a:pt x="2645" y="2638"/>
                  </a:lnTo>
                  <a:lnTo>
                    <a:pt x="2669" y="2727"/>
                  </a:lnTo>
                  <a:lnTo>
                    <a:pt x="2690" y="2818"/>
                  </a:lnTo>
                  <a:lnTo>
                    <a:pt x="2707" y="2912"/>
                  </a:lnTo>
                  <a:lnTo>
                    <a:pt x="2718" y="3008"/>
                  </a:lnTo>
                  <a:lnTo>
                    <a:pt x="2762" y="3008"/>
                  </a:lnTo>
                  <a:lnTo>
                    <a:pt x="2792" y="3011"/>
                  </a:lnTo>
                  <a:lnTo>
                    <a:pt x="2820" y="3021"/>
                  </a:lnTo>
                  <a:lnTo>
                    <a:pt x="2846" y="3034"/>
                  </a:lnTo>
                  <a:lnTo>
                    <a:pt x="2868" y="3052"/>
                  </a:lnTo>
                  <a:lnTo>
                    <a:pt x="2886" y="3075"/>
                  </a:lnTo>
                  <a:lnTo>
                    <a:pt x="2900" y="3100"/>
                  </a:lnTo>
                  <a:lnTo>
                    <a:pt x="2909" y="3129"/>
                  </a:lnTo>
                  <a:lnTo>
                    <a:pt x="2912" y="3159"/>
                  </a:lnTo>
                  <a:lnTo>
                    <a:pt x="2909" y="3189"/>
                  </a:lnTo>
                  <a:lnTo>
                    <a:pt x="2900" y="3217"/>
                  </a:lnTo>
                  <a:lnTo>
                    <a:pt x="2886" y="3243"/>
                  </a:lnTo>
                  <a:lnTo>
                    <a:pt x="2868" y="3265"/>
                  </a:lnTo>
                  <a:lnTo>
                    <a:pt x="2846" y="3284"/>
                  </a:lnTo>
                  <a:lnTo>
                    <a:pt x="2820" y="3297"/>
                  </a:lnTo>
                  <a:lnTo>
                    <a:pt x="2792" y="3307"/>
                  </a:lnTo>
                  <a:lnTo>
                    <a:pt x="2762" y="3309"/>
                  </a:lnTo>
                  <a:lnTo>
                    <a:pt x="149" y="3309"/>
                  </a:lnTo>
                  <a:lnTo>
                    <a:pt x="119" y="3307"/>
                  </a:lnTo>
                  <a:lnTo>
                    <a:pt x="91" y="3297"/>
                  </a:lnTo>
                  <a:lnTo>
                    <a:pt x="65" y="3284"/>
                  </a:lnTo>
                  <a:lnTo>
                    <a:pt x="43" y="3265"/>
                  </a:lnTo>
                  <a:lnTo>
                    <a:pt x="25" y="3243"/>
                  </a:lnTo>
                  <a:lnTo>
                    <a:pt x="11" y="3217"/>
                  </a:lnTo>
                  <a:lnTo>
                    <a:pt x="2" y="3189"/>
                  </a:lnTo>
                  <a:lnTo>
                    <a:pt x="0" y="3159"/>
                  </a:lnTo>
                  <a:lnTo>
                    <a:pt x="2" y="3129"/>
                  </a:lnTo>
                  <a:lnTo>
                    <a:pt x="11" y="3100"/>
                  </a:lnTo>
                  <a:lnTo>
                    <a:pt x="25" y="3075"/>
                  </a:lnTo>
                  <a:lnTo>
                    <a:pt x="43" y="3052"/>
                  </a:lnTo>
                  <a:lnTo>
                    <a:pt x="65" y="3034"/>
                  </a:lnTo>
                  <a:lnTo>
                    <a:pt x="91" y="3021"/>
                  </a:lnTo>
                  <a:lnTo>
                    <a:pt x="119" y="3011"/>
                  </a:lnTo>
                  <a:lnTo>
                    <a:pt x="149" y="3008"/>
                  </a:lnTo>
                  <a:lnTo>
                    <a:pt x="193" y="3008"/>
                  </a:lnTo>
                  <a:lnTo>
                    <a:pt x="204" y="2912"/>
                  </a:lnTo>
                  <a:lnTo>
                    <a:pt x="221" y="2818"/>
                  </a:lnTo>
                  <a:lnTo>
                    <a:pt x="242" y="2727"/>
                  </a:lnTo>
                  <a:lnTo>
                    <a:pt x="266" y="2638"/>
                  </a:lnTo>
                  <a:lnTo>
                    <a:pt x="295" y="2551"/>
                  </a:lnTo>
                  <a:lnTo>
                    <a:pt x="327" y="2468"/>
                  </a:lnTo>
                  <a:lnTo>
                    <a:pt x="364" y="2387"/>
                  </a:lnTo>
                  <a:lnTo>
                    <a:pt x="402" y="2308"/>
                  </a:lnTo>
                  <a:lnTo>
                    <a:pt x="442" y="2231"/>
                  </a:lnTo>
                  <a:lnTo>
                    <a:pt x="484" y="2157"/>
                  </a:lnTo>
                  <a:lnTo>
                    <a:pt x="528" y="2087"/>
                  </a:lnTo>
                  <a:lnTo>
                    <a:pt x="573" y="2017"/>
                  </a:lnTo>
                  <a:lnTo>
                    <a:pt x="620" y="1950"/>
                  </a:lnTo>
                  <a:lnTo>
                    <a:pt x="666" y="1887"/>
                  </a:lnTo>
                  <a:lnTo>
                    <a:pt x="713" y="1825"/>
                  </a:lnTo>
                  <a:lnTo>
                    <a:pt x="759" y="1766"/>
                  </a:lnTo>
                  <a:lnTo>
                    <a:pt x="805" y="1709"/>
                  </a:lnTo>
                  <a:lnTo>
                    <a:pt x="850" y="1655"/>
                  </a:lnTo>
                  <a:lnTo>
                    <a:pt x="804" y="1600"/>
                  </a:lnTo>
                  <a:lnTo>
                    <a:pt x="759" y="1544"/>
                  </a:lnTo>
                  <a:lnTo>
                    <a:pt x="713" y="1484"/>
                  </a:lnTo>
                  <a:lnTo>
                    <a:pt x="666" y="1423"/>
                  </a:lnTo>
                  <a:lnTo>
                    <a:pt x="620" y="1359"/>
                  </a:lnTo>
                  <a:lnTo>
                    <a:pt x="573" y="1292"/>
                  </a:lnTo>
                  <a:lnTo>
                    <a:pt x="528" y="1223"/>
                  </a:lnTo>
                  <a:lnTo>
                    <a:pt x="484" y="1152"/>
                  </a:lnTo>
                  <a:lnTo>
                    <a:pt x="442" y="1078"/>
                  </a:lnTo>
                  <a:lnTo>
                    <a:pt x="401" y="1001"/>
                  </a:lnTo>
                  <a:lnTo>
                    <a:pt x="364" y="923"/>
                  </a:lnTo>
                  <a:lnTo>
                    <a:pt x="327" y="841"/>
                  </a:lnTo>
                  <a:lnTo>
                    <a:pt x="295" y="757"/>
                  </a:lnTo>
                  <a:lnTo>
                    <a:pt x="266" y="671"/>
                  </a:lnTo>
                  <a:lnTo>
                    <a:pt x="242" y="583"/>
                  </a:lnTo>
                  <a:lnTo>
                    <a:pt x="221" y="491"/>
                  </a:lnTo>
                  <a:lnTo>
                    <a:pt x="204" y="398"/>
                  </a:lnTo>
                  <a:lnTo>
                    <a:pt x="193" y="301"/>
                  </a:lnTo>
                  <a:lnTo>
                    <a:pt x="149" y="301"/>
                  </a:lnTo>
                  <a:lnTo>
                    <a:pt x="119" y="298"/>
                  </a:lnTo>
                  <a:lnTo>
                    <a:pt x="91" y="289"/>
                  </a:lnTo>
                  <a:lnTo>
                    <a:pt x="65" y="275"/>
                  </a:lnTo>
                  <a:lnTo>
                    <a:pt x="43" y="257"/>
                  </a:lnTo>
                  <a:lnTo>
                    <a:pt x="25" y="234"/>
                  </a:lnTo>
                  <a:lnTo>
                    <a:pt x="11" y="209"/>
                  </a:lnTo>
                  <a:lnTo>
                    <a:pt x="2" y="180"/>
                  </a:lnTo>
                  <a:lnTo>
                    <a:pt x="0" y="150"/>
                  </a:lnTo>
                  <a:lnTo>
                    <a:pt x="2" y="120"/>
                  </a:lnTo>
                  <a:lnTo>
                    <a:pt x="11" y="92"/>
                  </a:lnTo>
                  <a:lnTo>
                    <a:pt x="25" y="67"/>
                  </a:lnTo>
                  <a:lnTo>
                    <a:pt x="43" y="44"/>
                  </a:lnTo>
                  <a:lnTo>
                    <a:pt x="65" y="25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C88D4E45-42FC-48FA-98FD-3DE8DCCE2FEA}"/>
              </a:ext>
            </a:extLst>
          </p:cNvPr>
          <p:cNvGrpSpPr/>
          <p:nvPr/>
        </p:nvGrpSpPr>
        <p:grpSpPr>
          <a:xfrm flipH="1">
            <a:off x="10653063" y="3757196"/>
            <a:ext cx="329932" cy="327755"/>
            <a:chOff x="10434638" y="4010026"/>
            <a:chExt cx="481013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6" name="Freeform 222">
              <a:extLst>
                <a:ext uri="{FF2B5EF4-FFF2-40B4-BE49-F238E27FC236}">
                  <a16:creationId xmlns:a16="http://schemas.microsoft.com/office/drawing/2014/main" id="{790A1539-44F2-4878-A8CF-31D4CB43E0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34638" y="4010026"/>
              <a:ext cx="481013" cy="477838"/>
            </a:xfrm>
            <a:custGeom>
              <a:avLst/>
              <a:gdLst>
                <a:gd name="T0" fmla="*/ 2339 w 3331"/>
                <a:gd name="T1" fmla="*/ 2775 h 3310"/>
                <a:gd name="T2" fmla="*/ 2650 w 3331"/>
                <a:gd name="T3" fmla="*/ 2588 h 3310"/>
                <a:gd name="T4" fmla="*/ 2501 w 3331"/>
                <a:gd name="T5" fmla="*/ 2313 h 3310"/>
                <a:gd name="T6" fmla="*/ 2554 w 3331"/>
                <a:gd name="T7" fmla="*/ 1298 h 3310"/>
                <a:gd name="T8" fmla="*/ 2554 w 3331"/>
                <a:gd name="T9" fmla="*/ 2011 h 3310"/>
                <a:gd name="T10" fmla="*/ 2949 w 3331"/>
                <a:gd name="T11" fmla="*/ 2109 h 3310"/>
                <a:gd name="T12" fmla="*/ 3025 w 3331"/>
                <a:gd name="T13" fmla="*/ 1559 h 3310"/>
                <a:gd name="T14" fmla="*/ 417 w 3331"/>
                <a:gd name="T15" fmla="*/ 1116 h 3310"/>
                <a:gd name="T16" fmla="*/ 306 w 3331"/>
                <a:gd name="T17" fmla="*/ 1573 h 3310"/>
                <a:gd name="T18" fmla="*/ 362 w 3331"/>
                <a:gd name="T19" fmla="*/ 2048 h 3310"/>
                <a:gd name="T20" fmla="*/ 699 w 3331"/>
                <a:gd name="T21" fmla="*/ 2042 h 3310"/>
                <a:gd name="T22" fmla="*/ 766 w 3331"/>
                <a:gd name="T23" fmla="*/ 1415 h 3310"/>
                <a:gd name="T24" fmla="*/ 417 w 3331"/>
                <a:gd name="T25" fmla="*/ 1116 h 3310"/>
                <a:gd name="T26" fmla="*/ 683 w 3331"/>
                <a:gd name="T27" fmla="*/ 721 h 3310"/>
                <a:gd name="T28" fmla="*/ 830 w 3331"/>
                <a:gd name="T29" fmla="*/ 996 h 3310"/>
                <a:gd name="T30" fmla="*/ 1033 w 3331"/>
                <a:gd name="T31" fmla="*/ 457 h 3310"/>
                <a:gd name="T32" fmla="*/ 2476 w 3331"/>
                <a:gd name="T33" fmla="*/ 895 h 3310"/>
                <a:gd name="T34" fmla="*/ 2708 w 3331"/>
                <a:gd name="T35" fmla="*/ 787 h 3310"/>
                <a:gd name="T36" fmla="*/ 2297 w 3331"/>
                <a:gd name="T37" fmla="*/ 456 h 3310"/>
                <a:gd name="T38" fmla="*/ 2212 w 3331"/>
                <a:gd name="T39" fmla="*/ 1086 h 3310"/>
                <a:gd name="T40" fmla="*/ 2045 w 3331"/>
                <a:gd name="T41" fmla="*/ 620 h 3310"/>
                <a:gd name="T42" fmla="*/ 1817 w 3331"/>
                <a:gd name="T43" fmla="*/ 352 h 3310"/>
                <a:gd name="T44" fmla="*/ 1321 w 3331"/>
                <a:gd name="T45" fmla="*/ 561 h 3310"/>
                <a:gd name="T46" fmla="*/ 1141 w 3331"/>
                <a:gd name="T47" fmla="*/ 997 h 3310"/>
                <a:gd name="T48" fmla="*/ 1514 w 3331"/>
                <a:gd name="T49" fmla="*/ 352 h 3310"/>
                <a:gd name="T50" fmla="*/ 2075 w 3331"/>
                <a:gd name="T51" fmla="*/ 51 h 3310"/>
                <a:gd name="T52" fmla="*/ 2616 w 3331"/>
                <a:gd name="T53" fmla="*/ 297 h 3310"/>
                <a:gd name="T54" fmla="*/ 3033 w 3331"/>
                <a:gd name="T55" fmla="*/ 710 h 3310"/>
                <a:gd name="T56" fmla="*/ 3280 w 3331"/>
                <a:gd name="T57" fmla="*/ 1247 h 3310"/>
                <a:gd name="T58" fmla="*/ 3319 w 3331"/>
                <a:gd name="T59" fmla="*/ 1862 h 3310"/>
                <a:gd name="T60" fmla="*/ 3136 w 3331"/>
                <a:gd name="T61" fmla="*/ 2432 h 3310"/>
                <a:gd name="T62" fmla="*/ 2771 w 3331"/>
                <a:gd name="T63" fmla="*/ 2892 h 3310"/>
                <a:gd name="T64" fmla="*/ 2268 w 3331"/>
                <a:gd name="T65" fmla="*/ 3197 h 3310"/>
                <a:gd name="T66" fmla="*/ 1666 w 3331"/>
                <a:gd name="T67" fmla="*/ 3310 h 3310"/>
                <a:gd name="T68" fmla="*/ 1313 w 3331"/>
                <a:gd name="T69" fmla="*/ 3215 h 3310"/>
                <a:gd name="T70" fmla="*/ 1678 w 3331"/>
                <a:gd name="T71" fmla="*/ 3027 h 3310"/>
                <a:gd name="T72" fmla="*/ 1893 w 3331"/>
                <a:gd name="T73" fmla="*/ 3115 h 3310"/>
                <a:gd name="T74" fmla="*/ 2094 w 3331"/>
                <a:gd name="T75" fmla="*/ 3039 h 3310"/>
                <a:gd name="T76" fmla="*/ 2348 w 3331"/>
                <a:gd name="T77" fmla="*/ 1907 h 3310"/>
                <a:gd name="T78" fmla="*/ 2296 w 3331"/>
                <a:gd name="T79" fmla="*/ 1685 h 3310"/>
                <a:gd name="T80" fmla="*/ 2151 w 3331"/>
                <a:gd name="T81" fmla="*/ 1405 h 3310"/>
                <a:gd name="T82" fmla="*/ 1514 w 3331"/>
                <a:gd name="T83" fmla="*/ 1443 h 3310"/>
                <a:gd name="T84" fmla="*/ 1062 w 3331"/>
                <a:gd name="T85" fmla="*/ 1562 h 3310"/>
                <a:gd name="T86" fmla="*/ 958 w 3331"/>
                <a:gd name="T87" fmla="*/ 1741 h 3310"/>
                <a:gd name="T88" fmla="*/ 799 w 3331"/>
                <a:gd name="T89" fmla="*/ 1921 h 3310"/>
                <a:gd name="T90" fmla="*/ 822 w 3331"/>
                <a:gd name="T91" fmla="*/ 2159 h 3310"/>
                <a:gd name="T92" fmla="*/ 695 w 3331"/>
                <a:gd name="T93" fmla="*/ 2377 h 3310"/>
                <a:gd name="T94" fmla="*/ 529 w 3331"/>
                <a:gd name="T95" fmla="*/ 2555 h 3310"/>
                <a:gd name="T96" fmla="*/ 365 w 3331"/>
                <a:gd name="T97" fmla="*/ 2645 h 3310"/>
                <a:gd name="T98" fmla="*/ 180 w 3331"/>
                <a:gd name="T99" fmla="*/ 2403 h 3310"/>
                <a:gd name="T100" fmla="*/ 13 w 3331"/>
                <a:gd name="T101" fmla="*/ 1854 h 3310"/>
                <a:gd name="T102" fmla="*/ 51 w 3331"/>
                <a:gd name="T103" fmla="*/ 1247 h 3310"/>
                <a:gd name="T104" fmla="*/ 299 w 3331"/>
                <a:gd name="T105" fmla="*/ 710 h 3310"/>
                <a:gd name="T106" fmla="*/ 715 w 3331"/>
                <a:gd name="T107" fmla="*/ 297 h 3310"/>
                <a:gd name="T108" fmla="*/ 1256 w 3331"/>
                <a:gd name="T109" fmla="*/ 51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31" h="3310">
                  <a:moveTo>
                    <a:pt x="2501" y="2313"/>
                  </a:moveTo>
                  <a:lnTo>
                    <a:pt x="2475" y="2414"/>
                  </a:lnTo>
                  <a:lnTo>
                    <a:pt x="2447" y="2511"/>
                  </a:lnTo>
                  <a:lnTo>
                    <a:pt x="2414" y="2603"/>
                  </a:lnTo>
                  <a:lnTo>
                    <a:pt x="2378" y="2692"/>
                  </a:lnTo>
                  <a:lnTo>
                    <a:pt x="2339" y="2775"/>
                  </a:lnTo>
                  <a:lnTo>
                    <a:pt x="2297" y="2853"/>
                  </a:lnTo>
                  <a:lnTo>
                    <a:pt x="2374" y="2809"/>
                  </a:lnTo>
                  <a:lnTo>
                    <a:pt x="2449" y="2761"/>
                  </a:lnTo>
                  <a:lnTo>
                    <a:pt x="2519" y="2707"/>
                  </a:lnTo>
                  <a:lnTo>
                    <a:pt x="2586" y="2650"/>
                  </a:lnTo>
                  <a:lnTo>
                    <a:pt x="2650" y="2588"/>
                  </a:lnTo>
                  <a:lnTo>
                    <a:pt x="2708" y="2522"/>
                  </a:lnTo>
                  <a:lnTo>
                    <a:pt x="2763" y="2454"/>
                  </a:lnTo>
                  <a:lnTo>
                    <a:pt x="2704" y="2415"/>
                  </a:lnTo>
                  <a:lnTo>
                    <a:pt x="2640" y="2379"/>
                  </a:lnTo>
                  <a:lnTo>
                    <a:pt x="2572" y="2345"/>
                  </a:lnTo>
                  <a:lnTo>
                    <a:pt x="2501" y="2313"/>
                  </a:lnTo>
                  <a:close/>
                  <a:moveTo>
                    <a:pt x="2916" y="1116"/>
                  </a:moveTo>
                  <a:lnTo>
                    <a:pt x="2850" y="1158"/>
                  </a:lnTo>
                  <a:lnTo>
                    <a:pt x="2781" y="1197"/>
                  </a:lnTo>
                  <a:lnTo>
                    <a:pt x="2708" y="1234"/>
                  </a:lnTo>
                  <a:lnTo>
                    <a:pt x="2632" y="1267"/>
                  </a:lnTo>
                  <a:lnTo>
                    <a:pt x="2554" y="1298"/>
                  </a:lnTo>
                  <a:lnTo>
                    <a:pt x="2565" y="1415"/>
                  </a:lnTo>
                  <a:lnTo>
                    <a:pt x="2571" y="1533"/>
                  </a:lnTo>
                  <a:lnTo>
                    <a:pt x="2574" y="1655"/>
                  </a:lnTo>
                  <a:lnTo>
                    <a:pt x="2571" y="1776"/>
                  </a:lnTo>
                  <a:lnTo>
                    <a:pt x="2565" y="1895"/>
                  </a:lnTo>
                  <a:lnTo>
                    <a:pt x="2554" y="2011"/>
                  </a:lnTo>
                  <a:lnTo>
                    <a:pt x="2632" y="2042"/>
                  </a:lnTo>
                  <a:lnTo>
                    <a:pt x="2708" y="2076"/>
                  </a:lnTo>
                  <a:lnTo>
                    <a:pt x="2781" y="2113"/>
                  </a:lnTo>
                  <a:lnTo>
                    <a:pt x="2850" y="2151"/>
                  </a:lnTo>
                  <a:lnTo>
                    <a:pt x="2916" y="2193"/>
                  </a:lnTo>
                  <a:lnTo>
                    <a:pt x="2949" y="2109"/>
                  </a:lnTo>
                  <a:lnTo>
                    <a:pt x="2976" y="2022"/>
                  </a:lnTo>
                  <a:lnTo>
                    <a:pt x="2998" y="1934"/>
                  </a:lnTo>
                  <a:lnTo>
                    <a:pt x="3015" y="1842"/>
                  </a:lnTo>
                  <a:lnTo>
                    <a:pt x="3025" y="1750"/>
                  </a:lnTo>
                  <a:lnTo>
                    <a:pt x="3028" y="1655"/>
                  </a:lnTo>
                  <a:lnTo>
                    <a:pt x="3025" y="1559"/>
                  </a:lnTo>
                  <a:lnTo>
                    <a:pt x="3015" y="1467"/>
                  </a:lnTo>
                  <a:lnTo>
                    <a:pt x="2998" y="1375"/>
                  </a:lnTo>
                  <a:lnTo>
                    <a:pt x="2976" y="1287"/>
                  </a:lnTo>
                  <a:lnTo>
                    <a:pt x="2949" y="1201"/>
                  </a:lnTo>
                  <a:lnTo>
                    <a:pt x="2916" y="1116"/>
                  </a:lnTo>
                  <a:close/>
                  <a:moveTo>
                    <a:pt x="417" y="1116"/>
                  </a:moveTo>
                  <a:lnTo>
                    <a:pt x="387" y="1188"/>
                  </a:lnTo>
                  <a:lnTo>
                    <a:pt x="362" y="1262"/>
                  </a:lnTo>
                  <a:lnTo>
                    <a:pt x="341" y="1337"/>
                  </a:lnTo>
                  <a:lnTo>
                    <a:pt x="325" y="1415"/>
                  </a:lnTo>
                  <a:lnTo>
                    <a:pt x="313" y="1493"/>
                  </a:lnTo>
                  <a:lnTo>
                    <a:pt x="306" y="1573"/>
                  </a:lnTo>
                  <a:lnTo>
                    <a:pt x="304" y="1655"/>
                  </a:lnTo>
                  <a:lnTo>
                    <a:pt x="306" y="1736"/>
                  </a:lnTo>
                  <a:lnTo>
                    <a:pt x="313" y="1816"/>
                  </a:lnTo>
                  <a:lnTo>
                    <a:pt x="325" y="1895"/>
                  </a:lnTo>
                  <a:lnTo>
                    <a:pt x="341" y="1972"/>
                  </a:lnTo>
                  <a:lnTo>
                    <a:pt x="362" y="2048"/>
                  </a:lnTo>
                  <a:lnTo>
                    <a:pt x="387" y="2122"/>
                  </a:lnTo>
                  <a:lnTo>
                    <a:pt x="417" y="2194"/>
                  </a:lnTo>
                  <a:lnTo>
                    <a:pt x="482" y="2152"/>
                  </a:lnTo>
                  <a:lnTo>
                    <a:pt x="551" y="2113"/>
                  </a:lnTo>
                  <a:lnTo>
                    <a:pt x="623" y="2076"/>
                  </a:lnTo>
                  <a:lnTo>
                    <a:pt x="699" y="2042"/>
                  </a:lnTo>
                  <a:lnTo>
                    <a:pt x="778" y="2011"/>
                  </a:lnTo>
                  <a:lnTo>
                    <a:pt x="767" y="1894"/>
                  </a:lnTo>
                  <a:lnTo>
                    <a:pt x="760" y="1776"/>
                  </a:lnTo>
                  <a:lnTo>
                    <a:pt x="758" y="1655"/>
                  </a:lnTo>
                  <a:lnTo>
                    <a:pt x="760" y="1533"/>
                  </a:lnTo>
                  <a:lnTo>
                    <a:pt x="766" y="1415"/>
                  </a:lnTo>
                  <a:lnTo>
                    <a:pt x="778" y="1298"/>
                  </a:lnTo>
                  <a:lnTo>
                    <a:pt x="699" y="1267"/>
                  </a:lnTo>
                  <a:lnTo>
                    <a:pt x="623" y="1234"/>
                  </a:lnTo>
                  <a:lnTo>
                    <a:pt x="551" y="1197"/>
                  </a:lnTo>
                  <a:lnTo>
                    <a:pt x="482" y="1158"/>
                  </a:lnTo>
                  <a:lnTo>
                    <a:pt x="417" y="1116"/>
                  </a:lnTo>
                  <a:close/>
                  <a:moveTo>
                    <a:pt x="1033" y="457"/>
                  </a:moveTo>
                  <a:lnTo>
                    <a:pt x="956" y="501"/>
                  </a:lnTo>
                  <a:lnTo>
                    <a:pt x="883" y="548"/>
                  </a:lnTo>
                  <a:lnTo>
                    <a:pt x="811" y="601"/>
                  </a:lnTo>
                  <a:lnTo>
                    <a:pt x="745" y="660"/>
                  </a:lnTo>
                  <a:lnTo>
                    <a:pt x="683" y="721"/>
                  </a:lnTo>
                  <a:lnTo>
                    <a:pt x="623" y="787"/>
                  </a:lnTo>
                  <a:lnTo>
                    <a:pt x="568" y="855"/>
                  </a:lnTo>
                  <a:lnTo>
                    <a:pt x="627" y="894"/>
                  </a:lnTo>
                  <a:lnTo>
                    <a:pt x="691" y="930"/>
                  </a:lnTo>
                  <a:lnTo>
                    <a:pt x="759" y="964"/>
                  </a:lnTo>
                  <a:lnTo>
                    <a:pt x="830" y="996"/>
                  </a:lnTo>
                  <a:lnTo>
                    <a:pt x="856" y="895"/>
                  </a:lnTo>
                  <a:lnTo>
                    <a:pt x="885" y="798"/>
                  </a:lnTo>
                  <a:lnTo>
                    <a:pt x="917" y="705"/>
                  </a:lnTo>
                  <a:lnTo>
                    <a:pt x="953" y="618"/>
                  </a:lnTo>
                  <a:lnTo>
                    <a:pt x="991" y="535"/>
                  </a:lnTo>
                  <a:lnTo>
                    <a:pt x="1033" y="457"/>
                  </a:lnTo>
                  <a:close/>
                  <a:moveTo>
                    <a:pt x="2297" y="456"/>
                  </a:moveTo>
                  <a:lnTo>
                    <a:pt x="2339" y="535"/>
                  </a:lnTo>
                  <a:lnTo>
                    <a:pt x="2378" y="618"/>
                  </a:lnTo>
                  <a:lnTo>
                    <a:pt x="2414" y="705"/>
                  </a:lnTo>
                  <a:lnTo>
                    <a:pt x="2447" y="798"/>
                  </a:lnTo>
                  <a:lnTo>
                    <a:pt x="2476" y="895"/>
                  </a:lnTo>
                  <a:lnTo>
                    <a:pt x="2501" y="996"/>
                  </a:lnTo>
                  <a:lnTo>
                    <a:pt x="2573" y="964"/>
                  </a:lnTo>
                  <a:lnTo>
                    <a:pt x="2640" y="930"/>
                  </a:lnTo>
                  <a:lnTo>
                    <a:pt x="2704" y="894"/>
                  </a:lnTo>
                  <a:lnTo>
                    <a:pt x="2763" y="855"/>
                  </a:lnTo>
                  <a:lnTo>
                    <a:pt x="2708" y="787"/>
                  </a:lnTo>
                  <a:lnTo>
                    <a:pt x="2650" y="721"/>
                  </a:lnTo>
                  <a:lnTo>
                    <a:pt x="2587" y="659"/>
                  </a:lnTo>
                  <a:lnTo>
                    <a:pt x="2520" y="601"/>
                  </a:lnTo>
                  <a:lnTo>
                    <a:pt x="2449" y="548"/>
                  </a:lnTo>
                  <a:lnTo>
                    <a:pt x="2374" y="501"/>
                  </a:lnTo>
                  <a:lnTo>
                    <a:pt x="2297" y="456"/>
                  </a:lnTo>
                  <a:close/>
                  <a:moveTo>
                    <a:pt x="1817" y="352"/>
                  </a:moveTo>
                  <a:lnTo>
                    <a:pt x="1817" y="1142"/>
                  </a:lnTo>
                  <a:lnTo>
                    <a:pt x="1919" y="1134"/>
                  </a:lnTo>
                  <a:lnTo>
                    <a:pt x="2020" y="1121"/>
                  </a:lnTo>
                  <a:lnTo>
                    <a:pt x="2117" y="1106"/>
                  </a:lnTo>
                  <a:lnTo>
                    <a:pt x="2212" y="1086"/>
                  </a:lnTo>
                  <a:lnTo>
                    <a:pt x="2190" y="997"/>
                  </a:lnTo>
                  <a:lnTo>
                    <a:pt x="2166" y="911"/>
                  </a:lnTo>
                  <a:lnTo>
                    <a:pt x="2139" y="831"/>
                  </a:lnTo>
                  <a:lnTo>
                    <a:pt x="2110" y="755"/>
                  </a:lnTo>
                  <a:lnTo>
                    <a:pt x="2078" y="686"/>
                  </a:lnTo>
                  <a:lnTo>
                    <a:pt x="2045" y="620"/>
                  </a:lnTo>
                  <a:lnTo>
                    <a:pt x="2010" y="561"/>
                  </a:lnTo>
                  <a:lnTo>
                    <a:pt x="1973" y="507"/>
                  </a:lnTo>
                  <a:lnTo>
                    <a:pt x="1936" y="459"/>
                  </a:lnTo>
                  <a:lnTo>
                    <a:pt x="1897" y="416"/>
                  </a:lnTo>
                  <a:lnTo>
                    <a:pt x="1857" y="381"/>
                  </a:lnTo>
                  <a:lnTo>
                    <a:pt x="1817" y="352"/>
                  </a:lnTo>
                  <a:close/>
                  <a:moveTo>
                    <a:pt x="1514" y="352"/>
                  </a:moveTo>
                  <a:lnTo>
                    <a:pt x="1474" y="381"/>
                  </a:lnTo>
                  <a:lnTo>
                    <a:pt x="1434" y="416"/>
                  </a:lnTo>
                  <a:lnTo>
                    <a:pt x="1396" y="459"/>
                  </a:lnTo>
                  <a:lnTo>
                    <a:pt x="1358" y="507"/>
                  </a:lnTo>
                  <a:lnTo>
                    <a:pt x="1321" y="561"/>
                  </a:lnTo>
                  <a:lnTo>
                    <a:pt x="1287" y="620"/>
                  </a:lnTo>
                  <a:lnTo>
                    <a:pt x="1253" y="686"/>
                  </a:lnTo>
                  <a:lnTo>
                    <a:pt x="1222" y="755"/>
                  </a:lnTo>
                  <a:lnTo>
                    <a:pt x="1192" y="831"/>
                  </a:lnTo>
                  <a:lnTo>
                    <a:pt x="1165" y="911"/>
                  </a:lnTo>
                  <a:lnTo>
                    <a:pt x="1141" y="997"/>
                  </a:lnTo>
                  <a:lnTo>
                    <a:pt x="1119" y="1086"/>
                  </a:lnTo>
                  <a:lnTo>
                    <a:pt x="1214" y="1106"/>
                  </a:lnTo>
                  <a:lnTo>
                    <a:pt x="1312" y="1121"/>
                  </a:lnTo>
                  <a:lnTo>
                    <a:pt x="1412" y="1134"/>
                  </a:lnTo>
                  <a:lnTo>
                    <a:pt x="1514" y="1142"/>
                  </a:lnTo>
                  <a:lnTo>
                    <a:pt x="1514" y="352"/>
                  </a:lnTo>
                  <a:close/>
                  <a:moveTo>
                    <a:pt x="1666" y="0"/>
                  </a:moveTo>
                  <a:lnTo>
                    <a:pt x="1666" y="0"/>
                  </a:lnTo>
                  <a:lnTo>
                    <a:pt x="1771" y="3"/>
                  </a:lnTo>
                  <a:lnTo>
                    <a:pt x="1874" y="13"/>
                  </a:lnTo>
                  <a:lnTo>
                    <a:pt x="1976" y="29"/>
                  </a:lnTo>
                  <a:lnTo>
                    <a:pt x="2075" y="51"/>
                  </a:lnTo>
                  <a:lnTo>
                    <a:pt x="2172" y="78"/>
                  </a:lnTo>
                  <a:lnTo>
                    <a:pt x="2268" y="112"/>
                  </a:lnTo>
                  <a:lnTo>
                    <a:pt x="2359" y="150"/>
                  </a:lnTo>
                  <a:lnTo>
                    <a:pt x="2448" y="195"/>
                  </a:lnTo>
                  <a:lnTo>
                    <a:pt x="2534" y="244"/>
                  </a:lnTo>
                  <a:lnTo>
                    <a:pt x="2616" y="297"/>
                  </a:lnTo>
                  <a:lnTo>
                    <a:pt x="2696" y="355"/>
                  </a:lnTo>
                  <a:lnTo>
                    <a:pt x="2771" y="418"/>
                  </a:lnTo>
                  <a:lnTo>
                    <a:pt x="2844" y="485"/>
                  </a:lnTo>
                  <a:lnTo>
                    <a:pt x="2911" y="557"/>
                  </a:lnTo>
                  <a:lnTo>
                    <a:pt x="2973" y="632"/>
                  </a:lnTo>
                  <a:lnTo>
                    <a:pt x="3033" y="710"/>
                  </a:lnTo>
                  <a:lnTo>
                    <a:pt x="3086" y="792"/>
                  </a:lnTo>
                  <a:lnTo>
                    <a:pt x="3136" y="877"/>
                  </a:lnTo>
                  <a:lnTo>
                    <a:pt x="3181" y="965"/>
                  </a:lnTo>
                  <a:lnTo>
                    <a:pt x="3219" y="1057"/>
                  </a:lnTo>
                  <a:lnTo>
                    <a:pt x="3253" y="1152"/>
                  </a:lnTo>
                  <a:lnTo>
                    <a:pt x="3280" y="1247"/>
                  </a:lnTo>
                  <a:lnTo>
                    <a:pt x="3302" y="1346"/>
                  </a:lnTo>
                  <a:lnTo>
                    <a:pt x="3319" y="1447"/>
                  </a:lnTo>
                  <a:lnTo>
                    <a:pt x="3328" y="1550"/>
                  </a:lnTo>
                  <a:lnTo>
                    <a:pt x="3331" y="1655"/>
                  </a:lnTo>
                  <a:lnTo>
                    <a:pt x="3328" y="1759"/>
                  </a:lnTo>
                  <a:lnTo>
                    <a:pt x="3319" y="1862"/>
                  </a:lnTo>
                  <a:lnTo>
                    <a:pt x="3302" y="1963"/>
                  </a:lnTo>
                  <a:lnTo>
                    <a:pt x="3280" y="2062"/>
                  </a:lnTo>
                  <a:lnTo>
                    <a:pt x="3253" y="2158"/>
                  </a:lnTo>
                  <a:lnTo>
                    <a:pt x="3219" y="2252"/>
                  </a:lnTo>
                  <a:lnTo>
                    <a:pt x="3181" y="2343"/>
                  </a:lnTo>
                  <a:lnTo>
                    <a:pt x="3136" y="2432"/>
                  </a:lnTo>
                  <a:lnTo>
                    <a:pt x="3086" y="2517"/>
                  </a:lnTo>
                  <a:lnTo>
                    <a:pt x="3033" y="2599"/>
                  </a:lnTo>
                  <a:lnTo>
                    <a:pt x="2973" y="2678"/>
                  </a:lnTo>
                  <a:lnTo>
                    <a:pt x="2911" y="2753"/>
                  </a:lnTo>
                  <a:lnTo>
                    <a:pt x="2844" y="2824"/>
                  </a:lnTo>
                  <a:lnTo>
                    <a:pt x="2771" y="2892"/>
                  </a:lnTo>
                  <a:lnTo>
                    <a:pt x="2696" y="2954"/>
                  </a:lnTo>
                  <a:lnTo>
                    <a:pt x="2616" y="3012"/>
                  </a:lnTo>
                  <a:lnTo>
                    <a:pt x="2534" y="3066"/>
                  </a:lnTo>
                  <a:lnTo>
                    <a:pt x="2448" y="3115"/>
                  </a:lnTo>
                  <a:lnTo>
                    <a:pt x="2359" y="3159"/>
                  </a:lnTo>
                  <a:lnTo>
                    <a:pt x="2268" y="3197"/>
                  </a:lnTo>
                  <a:lnTo>
                    <a:pt x="2172" y="3231"/>
                  </a:lnTo>
                  <a:lnTo>
                    <a:pt x="2075" y="3259"/>
                  </a:lnTo>
                  <a:lnTo>
                    <a:pt x="1976" y="3281"/>
                  </a:lnTo>
                  <a:lnTo>
                    <a:pt x="1874" y="3296"/>
                  </a:lnTo>
                  <a:lnTo>
                    <a:pt x="1771" y="3305"/>
                  </a:lnTo>
                  <a:lnTo>
                    <a:pt x="1666" y="3310"/>
                  </a:lnTo>
                  <a:lnTo>
                    <a:pt x="1576" y="3307"/>
                  </a:lnTo>
                  <a:lnTo>
                    <a:pt x="1488" y="3299"/>
                  </a:lnTo>
                  <a:lnTo>
                    <a:pt x="1400" y="3288"/>
                  </a:lnTo>
                  <a:lnTo>
                    <a:pt x="1314" y="3271"/>
                  </a:lnTo>
                  <a:lnTo>
                    <a:pt x="1230" y="3251"/>
                  </a:lnTo>
                  <a:lnTo>
                    <a:pt x="1313" y="3215"/>
                  </a:lnTo>
                  <a:lnTo>
                    <a:pt x="1392" y="3177"/>
                  </a:lnTo>
                  <a:lnTo>
                    <a:pt x="1469" y="3137"/>
                  </a:lnTo>
                  <a:lnTo>
                    <a:pt x="1540" y="3097"/>
                  </a:lnTo>
                  <a:lnTo>
                    <a:pt x="1608" y="3057"/>
                  </a:lnTo>
                  <a:lnTo>
                    <a:pt x="1670" y="3018"/>
                  </a:lnTo>
                  <a:lnTo>
                    <a:pt x="1678" y="3027"/>
                  </a:lnTo>
                  <a:lnTo>
                    <a:pt x="1709" y="3053"/>
                  </a:lnTo>
                  <a:lnTo>
                    <a:pt x="1741" y="3075"/>
                  </a:lnTo>
                  <a:lnTo>
                    <a:pt x="1777" y="3092"/>
                  </a:lnTo>
                  <a:lnTo>
                    <a:pt x="1814" y="3105"/>
                  </a:lnTo>
                  <a:lnTo>
                    <a:pt x="1853" y="3112"/>
                  </a:lnTo>
                  <a:lnTo>
                    <a:pt x="1893" y="3115"/>
                  </a:lnTo>
                  <a:lnTo>
                    <a:pt x="1924" y="3113"/>
                  </a:lnTo>
                  <a:lnTo>
                    <a:pt x="1956" y="3109"/>
                  </a:lnTo>
                  <a:lnTo>
                    <a:pt x="1986" y="3101"/>
                  </a:lnTo>
                  <a:lnTo>
                    <a:pt x="2025" y="3085"/>
                  </a:lnTo>
                  <a:lnTo>
                    <a:pt x="2061" y="3064"/>
                  </a:lnTo>
                  <a:lnTo>
                    <a:pt x="2094" y="3039"/>
                  </a:lnTo>
                  <a:lnTo>
                    <a:pt x="2122" y="3010"/>
                  </a:lnTo>
                  <a:lnTo>
                    <a:pt x="2147" y="2978"/>
                  </a:lnTo>
                  <a:lnTo>
                    <a:pt x="2167" y="2943"/>
                  </a:lnTo>
                  <a:lnTo>
                    <a:pt x="2182" y="2903"/>
                  </a:lnTo>
                  <a:lnTo>
                    <a:pt x="2192" y="2862"/>
                  </a:lnTo>
                  <a:lnTo>
                    <a:pt x="2348" y="1907"/>
                  </a:lnTo>
                  <a:lnTo>
                    <a:pt x="2351" y="1867"/>
                  </a:lnTo>
                  <a:lnTo>
                    <a:pt x="2350" y="1829"/>
                  </a:lnTo>
                  <a:lnTo>
                    <a:pt x="2344" y="1790"/>
                  </a:lnTo>
                  <a:lnTo>
                    <a:pt x="2333" y="1754"/>
                  </a:lnTo>
                  <a:lnTo>
                    <a:pt x="2317" y="1718"/>
                  </a:lnTo>
                  <a:lnTo>
                    <a:pt x="2296" y="1685"/>
                  </a:lnTo>
                  <a:lnTo>
                    <a:pt x="2272" y="1655"/>
                  </a:lnTo>
                  <a:lnTo>
                    <a:pt x="2272" y="1655"/>
                  </a:lnTo>
                  <a:lnTo>
                    <a:pt x="2270" y="1562"/>
                  </a:lnTo>
                  <a:lnTo>
                    <a:pt x="2266" y="1472"/>
                  </a:lnTo>
                  <a:lnTo>
                    <a:pt x="2258" y="1385"/>
                  </a:lnTo>
                  <a:lnTo>
                    <a:pt x="2151" y="1405"/>
                  </a:lnTo>
                  <a:lnTo>
                    <a:pt x="2043" y="1422"/>
                  </a:lnTo>
                  <a:lnTo>
                    <a:pt x="1931" y="1436"/>
                  </a:lnTo>
                  <a:lnTo>
                    <a:pt x="1817" y="1443"/>
                  </a:lnTo>
                  <a:lnTo>
                    <a:pt x="1817" y="1592"/>
                  </a:lnTo>
                  <a:lnTo>
                    <a:pt x="1514" y="1639"/>
                  </a:lnTo>
                  <a:lnTo>
                    <a:pt x="1514" y="1443"/>
                  </a:lnTo>
                  <a:lnTo>
                    <a:pt x="1401" y="1436"/>
                  </a:lnTo>
                  <a:lnTo>
                    <a:pt x="1289" y="1422"/>
                  </a:lnTo>
                  <a:lnTo>
                    <a:pt x="1180" y="1405"/>
                  </a:lnTo>
                  <a:lnTo>
                    <a:pt x="1073" y="1385"/>
                  </a:lnTo>
                  <a:lnTo>
                    <a:pt x="1066" y="1472"/>
                  </a:lnTo>
                  <a:lnTo>
                    <a:pt x="1062" y="1562"/>
                  </a:lnTo>
                  <a:lnTo>
                    <a:pt x="1061" y="1655"/>
                  </a:lnTo>
                  <a:lnTo>
                    <a:pt x="1061" y="1684"/>
                  </a:lnTo>
                  <a:lnTo>
                    <a:pt x="1062" y="1713"/>
                  </a:lnTo>
                  <a:lnTo>
                    <a:pt x="1039" y="1716"/>
                  </a:lnTo>
                  <a:lnTo>
                    <a:pt x="997" y="1727"/>
                  </a:lnTo>
                  <a:lnTo>
                    <a:pt x="958" y="1741"/>
                  </a:lnTo>
                  <a:lnTo>
                    <a:pt x="922" y="1761"/>
                  </a:lnTo>
                  <a:lnTo>
                    <a:pt x="890" y="1785"/>
                  </a:lnTo>
                  <a:lnTo>
                    <a:pt x="861" y="1814"/>
                  </a:lnTo>
                  <a:lnTo>
                    <a:pt x="835" y="1846"/>
                  </a:lnTo>
                  <a:lnTo>
                    <a:pt x="814" y="1882"/>
                  </a:lnTo>
                  <a:lnTo>
                    <a:pt x="799" y="1921"/>
                  </a:lnTo>
                  <a:lnTo>
                    <a:pt x="788" y="1962"/>
                  </a:lnTo>
                  <a:lnTo>
                    <a:pt x="784" y="2002"/>
                  </a:lnTo>
                  <a:lnTo>
                    <a:pt x="785" y="2044"/>
                  </a:lnTo>
                  <a:lnTo>
                    <a:pt x="793" y="2083"/>
                  </a:lnTo>
                  <a:lnTo>
                    <a:pt x="805" y="2122"/>
                  </a:lnTo>
                  <a:lnTo>
                    <a:pt x="822" y="2159"/>
                  </a:lnTo>
                  <a:lnTo>
                    <a:pt x="845" y="2194"/>
                  </a:lnTo>
                  <a:lnTo>
                    <a:pt x="872" y="2225"/>
                  </a:lnTo>
                  <a:lnTo>
                    <a:pt x="835" y="2267"/>
                  </a:lnTo>
                  <a:lnTo>
                    <a:pt x="801" y="2305"/>
                  </a:lnTo>
                  <a:lnTo>
                    <a:pt x="765" y="2341"/>
                  </a:lnTo>
                  <a:lnTo>
                    <a:pt x="695" y="2377"/>
                  </a:lnTo>
                  <a:lnTo>
                    <a:pt x="629" y="2414"/>
                  </a:lnTo>
                  <a:lnTo>
                    <a:pt x="568" y="2454"/>
                  </a:lnTo>
                  <a:lnTo>
                    <a:pt x="585" y="2475"/>
                  </a:lnTo>
                  <a:lnTo>
                    <a:pt x="603" y="2495"/>
                  </a:lnTo>
                  <a:lnTo>
                    <a:pt x="564" y="2527"/>
                  </a:lnTo>
                  <a:lnTo>
                    <a:pt x="529" y="2555"/>
                  </a:lnTo>
                  <a:lnTo>
                    <a:pt x="494" y="2579"/>
                  </a:lnTo>
                  <a:lnTo>
                    <a:pt x="463" y="2599"/>
                  </a:lnTo>
                  <a:lnTo>
                    <a:pt x="434" y="2616"/>
                  </a:lnTo>
                  <a:lnTo>
                    <a:pt x="408" y="2629"/>
                  </a:lnTo>
                  <a:lnTo>
                    <a:pt x="385" y="2639"/>
                  </a:lnTo>
                  <a:lnTo>
                    <a:pt x="365" y="2645"/>
                  </a:lnTo>
                  <a:lnTo>
                    <a:pt x="349" y="2648"/>
                  </a:lnTo>
                  <a:lnTo>
                    <a:pt x="339" y="2645"/>
                  </a:lnTo>
                  <a:lnTo>
                    <a:pt x="331" y="2642"/>
                  </a:lnTo>
                  <a:lnTo>
                    <a:pt x="276" y="2565"/>
                  </a:lnTo>
                  <a:lnTo>
                    <a:pt x="226" y="2486"/>
                  </a:lnTo>
                  <a:lnTo>
                    <a:pt x="180" y="2403"/>
                  </a:lnTo>
                  <a:lnTo>
                    <a:pt x="139" y="2317"/>
                  </a:lnTo>
                  <a:lnTo>
                    <a:pt x="104" y="2229"/>
                  </a:lnTo>
                  <a:lnTo>
                    <a:pt x="73" y="2139"/>
                  </a:lnTo>
                  <a:lnTo>
                    <a:pt x="47" y="2045"/>
                  </a:lnTo>
                  <a:lnTo>
                    <a:pt x="27" y="1950"/>
                  </a:lnTo>
                  <a:lnTo>
                    <a:pt x="13" y="1854"/>
                  </a:lnTo>
                  <a:lnTo>
                    <a:pt x="3" y="1755"/>
                  </a:lnTo>
                  <a:lnTo>
                    <a:pt x="0" y="1655"/>
                  </a:lnTo>
                  <a:lnTo>
                    <a:pt x="3" y="1550"/>
                  </a:lnTo>
                  <a:lnTo>
                    <a:pt x="14" y="1447"/>
                  </a:lnTo>
                  <a:lnTo>
                    <a:pt x="29" y="1346"/>
                  </a:lnTo>
                  <a:lnTo>
                    <a:pt x="51" y="1247"/>
                  </a:lnTo>
                  <a:lnTo>
                    <a:pt x="80" y="1152"/>
                  </a:lnTo>
                  <a:lnTo>
                    <a:pt x="113" y="1057"/>
                  </a:lnTo>
                  <a:lnTo>
                    <a:pt x="152" y="965"/>
                  </a:lnTo>
                  <a:lnTo>
                    <a:pt x="196" y="877"/>
                  </a:lnTo>
                  <a:lnTo>
                    <a:pt x="245" y="792"/>
                  </a:lnTo>
                  <a:lnTo>
                    <a:pt x="299" y="710"/>
                  </a:lnTo>
                  <a:lnTo>
                    <a:pt x="358" y="632"/>
                  </a:lnTo>
                  <a:lnTo>
                    <a:pt x="421" y="557"/>
                  </a:lnTo>
                  <a:lnTo>
                    <a:pt x="489" y="485"/>
                  </a:lnTo>
                  <a:lnTo>
                    <a:pt x="560" y="418"/>
                  </a:lnTo>
                  <a:lnTo>
                    <a:pt x="635" y="355"/>
                  </a:lnTo>
                  <a:lnTo>
                    <a:pt x="715" y="297"/>
                  </a:lnTo>
                  <a:lnTo>
                    <a:pt x="798" y="244"/>
                  </a:lnTo>
                  <a:lnTo>
                    <a:pt x="884" y="195"/>
                  </a:lnTo>
                  <a:lnTo>
                    <a:pt x="973" y="150"/>
                  </a:lnTo>
                  <a:lnTo>
                    <a:pt x="1065" y="112"/>
                  </a:lnTo>
                  <a:lnTo>
                    <a:pt x="1159" y="78"/>
                  </a:lnTo>
                  <a:lnTo>
                    <a:pt x="1256" y="51"/>
                  </a:lnTo>
                  <a:lnTo>
                    <a:pt x="1356" y="29"/>
                  </a:lnTo>
                  <a:lnTo>
                    <a:pt x="1457" y="13"/>
                  </a:lnTo>
                  <a:lnTo>
                    <a:pt x="1561" y="3"/>
                  </a:lnTo>
                  <a:lnTo>
                    <a:pt x="1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7" name="Freeform 223">
              <a:extLst>
                <a:ext uri="{FF2B5EF4-FFF2-40B4-BE49-F238E27FC236}">
                  <a16:creationId xmlns:a16="http://schemas.microsoft.com/office/drawing/2014/main" id="{1F94D0E6-567C-46E7-9D13-88B14E2DA7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45751" y="4256088"/>
              <a:ext cx="306388" cy="220663"/>
            </a:xfrm>
            <a:custGeom>
              <a:avLst/>
              <a:gdLst>
                <a:gd name="T0" fmla="*/ 1200 w 2125"/>
                <a:gd name="T1" fmla="*/ 494 h 1526"/>
                <a:gd name="T2" fmla="*/ 1133 w 2125"/>
                <a:gd name="T3" fmla="*/ 582 h 1526"/>
                <a:gd name="T4" fmla="*/ 1068 w 2125"/>
                <a:gd name="T5" fmla="*/ 663 h 1526"/>
                <a:gd name="T6" fmla="*/ 979 w 2125"/>
                <a:gd name="T7" fmla="*/ 765 h 1526"/>
                <a:gd name="T8" fmla="*/ 871 w 2125"/>
                <a:gd name="T9" fmla="*/ 879 h 1526"/>
                <a:gd name="T10" fmla="*/ 751 w 2125"/>
                <a:gd name="T11" fmla="*/ 993 h 1526"/>
                <a:gd name="T12" fmla="*/ 621 w 2125"/>
                <a:gd name="T13" fmla="*/ 1097 h 1526"/>
                <a:gd name="T14" fmla="*/ 487 w 2125"/>
                <a:gd name="T15" fmla="*/ 1179 h 1526"/>
                <a:gd name="T16" fmla="*/ 354 w 2125"/>
                <a:gd name="T17" fmla="*/ 1230 h 1526"/>
                <a:gd name="T18" fmla="*/ 238 w 2125"/>
                <a:gd name="T19" fmla="*/ 1240 h 1526"/>
                <a:gd name="T20" fmla="*/ 151 w 2125"/>
                <a:gd name="T21" fmla="*/ 1216 h 1526"/>
                <a:gd name="T22" fmla="*/ 285 w 2125"/>
                <a:gd name="T23" fmla="*/ 1313 h 1526"/>
                <a:gd name="T24" fmla="*/ 444 w 2125"/>
                <a:gd name="T25" fmla="*/ 1366 h 1526"/>
                <a:gd name="T26" fmla="*/ 623 w 2125"/>
                <a:gd name="T27" fmla="*/ 1373 h 1526"/>
                <a:gd name="T28" fmla="*/ 801 w 2125"/>
                <a:gd name="T29" fmla="*/ 1344 h 1526"/>
                <a:gd name="T30" fmla="*/ 978 w 2125"/>
                <a:gd name="T31" fmla="*/ 1289 h 1526"/>
                <a:gd name="T32" fmla="*/ 1147 w 2125"/>
                <a:gd name="T33" fmla="*/ 1216 h 1526"/>
                <a:gd name="T34" fmla="*/ 1300 w 2125"/>
                <a:gd name="T35" fmla="*/ 1136 h 1526"/>
                <a:gd name="T36" fmla="*/ 1429 w 2125"/>
                <a:gd name="T37" fmla="*/ 1058 h 1526"/>
                <a:gd name="T38" fmla="*/ 1529 w 2125"/>
                <a:gd name="T39" fmla="*/ 991 h 1526"/>
                <a:gd name="T40" fmla="*/ 1628 w 2125"/>
                <a:gd name="T41" fmla="*/ 919 h 1526"/>
                <a:gd name="T42" fmla="*/ 1979 w 2125"/>
                <a:gd name="T43" fmla="*/ 0 h 1526"/>
                <a:gd name="T44" fmla="*/ 2059 w 2125"/>
                <a:gd name="T45" fmla="*/ 26 h 1526"/>
                <a:gd name="T46" fmla="*/ 2112 w 2125"/>
                <a:gd name="T47" fmla="*/ 92 h 1526"/>
                <a:gd name="T48" fmla="*/ 2123 w 2125"/>
                <a:gd name="T49" fmla="*/ 175 h 1526"/>
                <a:gd name="T50" fmla="*/ 1948 w 2125"/>
                <a:gd name="T51" fmla="*/ 1183 h 1526"/>
                <a:gd name="T52" fmla="*/ 1889 w 2125"/>
                <a:gd name="T53" fmla="*/ 1239 h 1526"/>
                <a:gd name="T54" fmla="*/ 1817 w 2125"/>
                <a:gd name="T55" fmla="*/ 1256 h 1526"/>
                <a:gd name="T56" fmla="*/ 1748 w 2125"/>
                <a:gd name="T57" fmla="*/ 1241 h 1526"/>
                <a:gd name="T58" fmla="*/ 1614 w 2125"/>
                <a:gd name="T59" fmla="*/ 1116 h 1526"/>
                <a:gd name="T60" fmla="*/ 1472 w 2125"/>
                <a:gd name="T61" fmla="*/ 1209 h 1526"/>
                <a:gd name="T62" fmla="*/ 1295 w 2125"/>
                <a:gd name="T63" fmla="*/ 1310 h 1526"/>
                <a:gd name="T64" fmla="*/ 1091 w 2125"/>
                <a:gd name="T65" fmla="*/ 1407 h 1526"/>
                <a:gd name="T66" fmla="*/ 869 w 2125"/>
                <a:gd name="T67" fmla="*/ 1483 h 1526"/>
                <a:gd name="T68" fmla="*/ 640 w 2125"/>
                <a:gd name="T69" fmla="*/ 1523 h 1526"/>
                <a:gd name="T70" fmla="*/ 430 w 2125"/>
                <a:gd name="T71" fmla="*/ 1515 h 1526"/>
                <a:gd name="T72" fmla="*/ 249 w 2125"/>
                <a:gd name="T73" fmla="*/ 1462 h 1526"/>
                <a:gd name="T74" fmla="*/ 91 w 2125"/>
                <a:gd name="T75" fmla="*/ 1365 h 1526"/>
                <a:gd name="T76" fmla="*/ 14 w 2125"/>
                <a:gd name="T77" fmla="*/ 1278 h 1526"/>
                <a:gd name="T78" fmla="*/ 0 w 2125"/>
                <a:gd name="T79" fmla="*/ 1203 h 1526"/>
                <a:gd name="T80" fmla="*/ 28 w 2125"/>
                <a:gd name="T81" fmla="*/ 1129 h 1526"/>
                <a:gd name="T82" fmla="*/ 87 w 2125"/>
                <a:gd name="T83" fmla="*/ 1081 h 1526"/>
                <a:gd name="T84" fmla="*/ 165 w 2125"/>
                <a:gd name="T85" fmla="*/ 1066 h 1526"/>
                <a:gd name="T86" fmla="*/ 232 w 2125"/>
                <a:gd name="T87" fmla="*/ 1086 h 1526"/>
                <a:gd name="T88" fmla="*/ 302 w 2125"/>
                <a:gd name="T89" fmla="*/ 1088 h 1526"/>
                <a:gd name="T90" fmla="*/ 411 w 2125"/>
                <a:gd name="T91" fmla="*/ 1050 h 1526"/>
                <a:gd name="T92" fmla="*/ 533 w 2125"/>
                <a:gd name="T93" fmla="*/ 975 h 1526"/>
                <a:gd name="T94" fmla="*/ 663 w 2125"/>
                <a:gd name="T95" fmla="*/ 869 h 1526"/>
                <a:gd name="T96" fmla="*/ 794 w 2125"/>
                <a:gd name="T97" fmla="*/ 744 h 1526"/>
                <a:gd name="T98" fmla="*/ 921 w 2125"/>
                <a:gd name="T99" fmla="*/ 603 h 1526"/>
                <a:gd name="T100" fmla="*/ 904 w 2125"/>
                <a:gd name="T101" fmla="*/ 412 h 1526"/>
                <a:gd name="T102" fmla="*/ 864 w 2125"/>
                <a:gd name="T103" fmla="*/ 341 h 1526"/>
                <a:gd name="T104" fmla="*/ 867 w 2125"/>
                <a:gd name="T105" fmla="*/ 259 h 1526"/>
                <a:gd name="T106" fmla="*/ 912 w 2125"/>
                <a:gd name="T107" fmla="*/ 191 h 1526"/>
                <a:gd name="T108" fmla="*/ 987 w 2125"/>
                <a:gd name="T109" fmla="*/ 157 h 1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25" h="1526">
                  <a:moveTo>
                    <a:pt x="1973" y="151"/>
                  </a:moveTo>
                  <a:lnTo>
                    <a:pt x="1012" y="306"/>
                  </a:lnTo>
                  <a:lnTo>
                    <a:pt x="1200" y="494"/>
                  </a:lnTo>
                  <a:lnTo>
                    <a:pt x="1161" y="546"/>
                  </a:lnTo>
                  <a:lnTo>
                    <a:pt x="1149" y="563"/>
                  </a:lnTo>
                  <a:lnTo>
                    <a:pt x="1133" y="582"/>
                  </a:lnTo>
                  <a:lnTo>
                    <a:pt x="1114" y="606"/>
                  </a:lnTo>
                  <a:lnTo>
                    <a:pt x="1092" y="633"/>
                  </a:lnTo>
                  <a:lnTo>
                    <a:pt x="1068" y="663"/>
                  </a:lnTo>
                  <a:lnTo>
                    <a:pt x="1041" y="695"/>
                  </a:lnTo>
                  <a:lnTo>
                    <a:pt x="1011" y="729"/>
                  </a:lnTo>
                  <a:lnTo>
                    <a:pt x="979" y="765"/>
                  </a:lnTo>
                  <a:lnTo>
                    <a:pt x="945" y="803"/>
                  </a:lnTo>
                  <a:lnTo>
                    <a:pt x="909" y="840"/>
                  </a:lnTo>
                  <a:lnTo>
                    <a:pt x="871" y="879"/>
                  </a:lnTo>
                  <a:lnTo>
                    <a:pt x="833" y="917"/>
                  </a:lnTo>
                  <a:lnTo>
                    <a:pt x="792" y="956"/>
                  </a:lnTo>
                  <a:lnTo>
                    <a:pt x="751" y="993"/>
                  </a:lnTo>
                  <a:lnTo>
                    <a:pt x="708" y="1030"/>
                  </a:lnTo>
                  <a:lnTo>
                    <a:pt x="665" y="1064"/>
                  </a:lnTo>
                  <a:lnTo>
                    <a:pt x="621" y="1097"/>
                  </a:lnTo>
                  <a:lnTo>
                    <a:pt x="576" y="1127"/>
                  </a:lnTo>
                  <a:lnTo>
                    <a:pt x="531" y="1155"/>
                  </a:lnTo>
                  <a:lnTo>
                    <a:pt x="487" y="1179"/>
                  </a:lnTo>
                  <a:lnTo>
                    <a:pt x="442" y="1200"/>
                  </a:lnTo>
                  <a:lnTo>
                    <a:pt x="398" y="1218"/>
                  </a:lnTo>
                  <a:lnTo>
                    <a:pt x="354" y="1230"/>
                  </a:lnTo>
                  <a:lnTo>
                    <a:pt x="311" y="1239"/>
                  </a:lnTo>
                  <a:lnTo>
                    <a:pt x="269" y="1241"/>
                  </a:lnTo>
                  <a:lnTo>
                    <a:pt x="238" y="1240"/>
                  </a:lnTo>
                  <a:lnTo>
                    <a:pt x="208" y="1235"/>
                  </a:lnTo>
                  <a:lnTo>
                    <a:pt x="179" y="1227"/>
                  </a:lnTo>
                  <a:lnTo>
                    <a:pt x="151" y="1216"/>
                  </a:lnTo>
                  <a:lnTo>
                    <a:pt x="193" y="1253"/>
                  </a:lnTo>
                  <a:lnTo>
                    <a:pt x="237" y="1285"/>
                  </a:lnTo>
                  <a:lnTo>
                    <a:pt x="285" y="1313"/>
                  </a:lnTo>
                  <a:lnTo>
                    <a:pt x="335" y="1335"/>
                  </a:lnTo>
                  <a:lnTo>
                    <a:pt x="388" y="1353"/>
                  </a:lnTo>
                  <a:lnTo>
                    <a:pt x="444" y="1366"/>
                  </a:lnTo>
                  <a:lnTo>
                    <a:pt x="503" y="1373"/>
                  </a:lnTo>
                  <a:lnTo>
                    <a:pt x="564" y="1375"/>
                  </a:lnTo>
                  <a:lnTo>
                    <a:pt x="623" y="1373"/>
                  </a:lnTo>
                  <a:lnTo>
                    <a:pt x="682" y="1367"/>
                  </a:lnTo>
                  <a:lnTo>
                    <a:pt x="742" y="1357"/>
                  </a:lnTo>
                  <a:lnTo>
                    <a:pt x="801" y="1344"/>
                  </a:lnTo>
                  <a:lnTo>
                    <a:pt x="861" y="1328"/>
                  </a:lnTo>
                  <a:lnTo>
                    <a:pt x="921" y="1309"/>
                  </a:lnTo>
                  <a:lnTo>
                    <a:pt x="978" y="1289"/>
                  </a:lnTo>
                  <a:lnTo>
                    <a:pt x="1036" y="1266"/>
                  </a:lnTo>
                  <a:lnTo>
                    <a:pt x="1092" y="1242"/>
                  </a:lnTo>
                  <a:lnTo>
                    <a:pt x="1147" y="1216"/>
                  </a:lnTo>
                  <a:lnTo>
                    <a:pt x="1199" y="1190"/>
                  </a:lnTo>
                  <a:lnTo>
                    <a:pt x="1250" y="1163"/>
                  </a:lnTo>
                  <a:lnTo>
                    <a:pt x="1300" y="1136"/>
                  </a:lnTo>
                  <a:lnTo>
                    <a:pt x="1346" y="1110"/>
                  </a:lnTo>
                  <a:lnTo>
                    <a:pt x="1389" y="1084"/>
                  </a:lnTo>
                  <a:lnTo>
                    <a:pt x="1429" y="1058"/>
                  </a:lnTo>
                  <a:lnTo>
                    <a:pt x="1466" y="1034"/>
                  </a:lnTo>
                  <a:lnTo>
                    <a:pt x="1500" y="1012"/>
                  </a:lnTo>
                  <a:lnTo>
                    <a:pt x="1529" y="991"/>
                  </a:lnTo>
                  <a:lnTo>
                    <a:pt x="1555" y="973"/>
                  </a:lnTo>
                  <a:lnTo>
                    <a:pt x="1576" y="958"/>
                  </a:lnTo>
                  <a:lnTo>
                    <a:pt x="1628" y="919"/>
                  </a:lnTo>
                  <a:lnTo>
                    <a:pt x="1817" y="1107"/>
                  </a:lnTo>
                  <a:lnTo>
                    <a:pt x="1973" y="151"/>
                  </a:lnTo>
                  <a:close/>
                  <a:moveTo>
                    <a:pt x="1979" y="0"/>
                  </a:moveTo>
                  <a:lnTo>
                    <a:pt x="2007" y="4"/>
                  </a:lnTo>
                  <a:lnTo>
                    <a:pt x="2035" y="13"/>
                  </a:lnTo>
                  <a:lnTo>
                    <a:pt x="2059" y="26"/>
                  </a:lnTo>
                  <a:lnTo>
                    <a:pt x="2081" y="45"/>
                  </a:lnTo>
                  <a:lnTo>
                    <a:pt x="2099" y="67"/>
                  </a:lnTo>
                  <a:lnTo>
                    <a:pt x="2112" y="92"/>
                  </a:lnTo>
                  <a:lnTo>
                    <a:pt x="2120" y="119"/>
                  </a:lnTo>
                  <a:lnTo>
                    <a:pt x="2125" y="147"/>
                  </a:lnTo>
                  <a:lnTo>
                    <a:pt x="2123" y="175"/>
                  </a:lnTo>
                  <a:lnTo>
                    <a:pt x="1967" y="1131"/>
                  </a:lnTo>
                  <a:lnTo>
                    <a:pt x="1959" y="1158"/>
                  </a:lnTo>
                  <a:lnTo>
                    <a:pt x="1948" y="1183"/>
                  </a:lnTo>
                  <a:lnTo>
                    <a:pt x="1932" y="1204"/>
                  </a:lnTo>
                  <a:lnTo>
                    <a:pt x="1912" y="1223"/>
                  </a:lnTo>
                  <a:lnTo>
                    <a:pt x="1889" y="1239"/>
                  </a:lnTo>
                  <a:lnTo>
                    <a:pt x="1864" y="1249"/>
                  </a:lnTo>
                  <a:lnTo>
                    <a:pt x="1841" y="1255"/>
                  </a:lnTo>
                  <a:lnTo>
                    <a:pt x="1817" y="1256"/>
                  </a:lnTo>
                  <a:lnTo>
                    <a:pt x="1793" y="1255"/>
                  </a:lnTo>
                  <a:lnTo>
                    <a:pt x="1770" y="1249"/>
                  </a:lnTo>
                  <a:lnTo>
                    <a:pt x="1748" y="1241"/>
                  </a:lnTo>
                  <a:lnTo>
                    <a:pt x="1728" y="1228"/>
                  </a:lnTo>
                  <a:lnTo>
                    <a:pt x="1710" y="1213"/>
                  </a:lnTo>
                  <a:lnTo>
                    <a:pt x="1614" y="1116"/>
                  </a:lnTo>
                  <a:lnTo>
                    <a:pt x="1571" y="1145"/>
                  </a:lnTo>
                  <a:lnTo>
                    <a:pt x="1524" y="1176"/>
                  </a:lnTo>
                  <a:lnTo>
                    <a:pt x="1472" y="1209"/>
                  </a:lnTo>
                  <a:lnTo>
                    <a:pt x="1417" y="1243"/>
                  </a:lnTo>
                  <a:lnTo>
                    <a:pt x="1358" y="1277"/>
                  </a:lnTo>
                  <a:lnTo>
                    <a:pt x="1295" y="1310"/>
                  </a:lnTo>
                  <a:lnTo>
                    <a:pt x="1230" y="1344"/>
                  </a:lnTo>
                  <a:lnTo>
                    <a:pt x="1161" y="1376"/>
                  </a:lnTo>
                  <a:lnTo>
                    <a:pt x="1091" y="1407"/>
                  </a:lnTo>
                  <a:lnTo>
                    <a:pt x="1018" y="1435"/>
                  </a:lnTo>
                  <a:lnTo>
                    <a:pt x="945" y="1460"/>
                  </a:lnTo>
                  <a:lnTo>
                    <a:pt x="869" y="1483"/>
                  </a:lnTo>
                  <a:lnTo>
                    <a:pt x="793" y="1501"/>
                  </a:lnTo>
                  <a:lnTo>
                    <a:pt x="717" y="1514"/>
                  </a:lnTo>
                  <a:lnTo>
                    <a:pt x="640" y="1523"/>
                  </a:lnTo>
                  <a:lnTo>
                    <a:pt x="564" y="1526"/>
                  </a:lnTo>
                  <a:lnTo>
                    <a:pt x="496" y="1524"/>
                  </a:lnTo>
                  <a:lnTo>
                    <a:pt x="430" y="1515"/>
                  </a:lnTo>
                  <a:lnTo>
                    <a:pt x="367" y="1503"/>
                  </a:lnTo>
                  <a:lnTo>
                    <a:pt x="306" y="1485"/>
                  </a:lnTo>
                  <a:lnTo>
                    <a:pt x="249" y="1462"/>
                  </a:lnTo>
                  <a:lnTo>
                    <a:pt x="193" y="1435"/>
                  </a:lnTo>
                  <a:lnTo>
                    <a:pt x="141" y="1402"/>
                  </a:lnTo>
                  <a:lnTo>
                    <a:pt x="91" y="1365"/>
                  </a:lnTo>
                  <a:lnTo>
                    <a:pt x="44" y="1322"/>
                  </a:lnTo>
                  <a:lnTo>
                    <a:pt x="27" y="1301"/>
                  </a:lnTo>
                  <a:lnTo>
                    <a:pt x="14" y="1278"/>
                  </a:lnTo>
                  <a:lnTo>
                    <a:pt x="5" y="1254"/>
                  </a:lnTo>
                  <a:lnTo>
                    <a:pt x="0" y="1229"/>
                  </a:lnTo>
                  <a:lnTo>
                    <a:pt x="0" y="1203"/>
                  </a:lnTo>
                  <a:lnTo>
                    <a:pt x="5" y="1177"/>
                  </a:lnTo>
                  <a:lnTo>
                    <a:pt x="14" y="1152"/>
                  </a:lnTo>
                  <a:lnTo>
                    <a:pt x="28" y="1129"/>
                  </a:lnTo>
                  <a:lnTo>
                    <a:pt x="44" y="1110"/>
                  </a:lnTo>
                  <a:lnTo>
                    <a:pt x="65" y="1093"/>
                  </a:lnTo>
                  <a:lnTo>
                    <a:pt x="87" y="1081"/>
                  </a:lnTo>
                  <a:lnTo>
                    <a:pt x="112" y="1071"/>
                  </a:lnTo>
                  <a:lnTo>
                    <a:pt x="138" y="1067"/>
                  </a:lnTo>
                  <a:lnTo>
                    <a:pt x="165" y="1066"/>
                  </a:lnTo>
                  <a:lnTo>
                    <a:pt x="190" y="1070"/>
                  </a:lnTo>
                  <a:lnTo>
                    <a:pt x="215" y="1080"/>
                  </a:lnTo>
                  <a:lnTo>
                    <a:pt x="232" y="1086"/>
                  </a:lnTo>
                  <a:lnTo>
                    <a:pt x="250" y="1089"/>
                  </a:lnTo>
                  <a:lnTo>
                    <a:pt x="269" y="1090"/>
                  </a:lnTo>
                  <a:lnTo>
                    <a:pt x="302" y="1088"/>
                  </a:lnTo>
                  <a:lnTo>
                    <a:pt x="336" y="1080"/>
                  </a:lnTo>
                  <a:lnTo>
                    <a:pt x="372" y="1067"/>
                  </a:lnTo>
                  <a:lnTo>
                    <a:pt x="411" y="1050"/>
                  </a:lnTo>
                  <a:lnTo>
                    <a:pt x="451" y="1029"/>
                  </a:lnTo>
                  <a:lnTo>
                    <a:pt x="491" y="1004"/>
                  </a:lnTo>
                  <a:lnTo>
                    <a:pt x="533" y="975"/>
                  </a:lnTo>
                  <a:lnTo>
                    <a:pt x="576" y="942"/>
                  </a:lnTo>
                  <a:lnTo>
                    <a:pt x="619" y="908"/>
                  </a:lnTo>
                  <a:lnTo>
                    <a:pt x="663" y="869"/>
                  </a:lnTo>
                  <a:lnTo>
                    <a:pt x="707" y="830"/>
                  </a:lnTo>
                  <a:lnTo>
                    <a:pt x="750" y="787"/>
                  </a:lnTo>
                  <a:lnTo>
                    <a:pt x="794" y="744"/>
                  </a:lnTo>
                  <a:lnTo>
                    <a:pt x="837" y="698"/>
                  </a:lnTo>
                  <a:lnTo>
                    <a:pt x="879" y="651"/>
                  </a:lnTo>
                  <a:lnTo>
                    <a:pt x="921" y="603"/>
                  </a:lnTo>
                  <a:lnTo>
                    <a:pt x="960" y="555"/>
                  </a:lnTo>
                  <a:lnTo>
                    <a:pt x="1000" y="508"/>
                  </a:lnTo>
                  <a:lnTo>
                    <a:pt x="904" y="412"/>
                  </a:lnTo>
                  <a:lnTo>
                    <a:pt x="886" y="391"/>
                  </a:lnTo>
                  <a:lnTo>
                    <a:pt x="873" y="367"/>
                  </a:lnTo>
                  <a:lnTo>
                    <a:pt x="864" y="341"/>
                  </a:lnTo>
                  <a:lnTo>
                    <a:pt x="860" y="314"/>
                  </a:lnTo>
                  <a:lnTo>
                    <a:pt x="861" y="287"/>
                  </a:lnTo>
                  <a:lnTo>
                    <a:pt x="867" y="259"/>
                  </a:lnTo>
                  <a:lnTo>
                    <a:pt x="878" y="234"/>
                  </a:lnTo>
                  <a:lnTo>
                    <a:pt x="893" y="211"/>
                  </a:lnTo>
                  <a:lnTo>
                    <a:pt x="912" y="191"/>
                  </a:lnTo>
                  <a:lnTo>
                    <a:pt x="934" y="176"/>
                  </a:lnTo>
                  <a:lnTo>
                    <a:pt x="959" y="164"/>
                  </a:lnTo>
                  <a:lnTo>
                    <a:pt x="987" y="157"/>
                  </a:lnTo>
                  <a:lnTo>
                    <a:pt x="1949" y="2"/>
                  </a:lnTo>
                  <a:lnTo>
                    <a:pt x="19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21254961-1B92-42DE-B59C-7C5490E5114E}"/>
              </a:ext>
            </a:extLst>
          </p:cNvPr>
          <p:cNvGrpSpPr/>
          <p:nvPr/>
        </p:nvGrpSpPr>
        <p:grpSpPr>
          <a:xfrm flipH="1">
            <a:off x="9967137" y="3757198"/>
            <a:ext cx="260243" cy="327753"/>
            <a:chOff x="9737725" y="4044951"/>
            <a:chExt cx="379413" cy="47783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9" name="Freeform 235">
              <a:extLst>
                <a:ext uri="{FF2B5EF4-FFF2-40B4-BE49-F238E27FC236}">
                  <a16:creationId xmlns:a16="http://schemas.microsoft.com/office/drawing/2014/main" id="{8111D00F-82BC-4605-AF65-C4FCE9E773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4100" y="4191001"/>
              <a:ext cx="63500" cy="63500"/>
            </a:xfrm>
            <a:custGeom>
              <a:avLst/>
              <a:gdLst>
                <a:gd name="T0" fmla="*/ 222 w 443"/>
                <a:gd name="T1" fmla="*/ 0 h 447"/>
                <a:gd name="T2" fmla="*/ 258 w 443"/>
                <a:gd name="T3" fmla="*/ 3 h 447"/>
                <a:gd name="T4" fmla="*/ 292 w 443"/>
                <a:gd name="T5" fmla="*/ 11 h 447"/>
                <a:gd name="T6" fmla="*/ 324 w 443"/>
                <a:gd name="T7" fmla="*/ 25 h 447"/>
                <a:gd name="T8" fmla="*/ 353 w 443"/>
                <a:gd name="T9" fmla="*/ 44 h 447"/>
                <a:gd name="T10" fmla="*/ 378 w 443"/>
                <a:gd name="T11" fmla="*/ 66 h 447"/>
                <a:gd name="T12" fmla="*/ 401 w 443"/>
                <a:gd name="T13" fmla="*/ 92 h 447"/>
                <a:gd name="T14" fmla="*/ 419 w 443"/>
                <a:gd name="T15" fmla="*/ 121 h 447"/>
                <a:gd name="T16" fmla="*/ 432 w 443"/>
                <a:gd name="T17" fmla="*/ 153 h 447"/>
                <a:gd name="T18" fmla="*/ 440 w 443"/>
                <a:gd name="T19" fmla="*/ 187 h 447"/>
                <a:gd name="T20" fmla="*/ 443 w 443"/>
                <a:gd name="T21" fmla="*/ 224 h 447"/>
                <a:gd name="T22" fmla="*/ 440 w 443"/>
                <a:gd name="T23" fmla="*/ 260 h 447"/>
                <a:gd name="T24" fmla="*/ 432 w 443"/>
                <a:gd name="T25" fmla="*/ 294 h 447"/>
                <a:gd name="T26" fmla="*/ 419 w 443"/>
                <a:gd name="T27" fmla="*/ 327 h 447"/>
                <a:gd name="T28" fmla="*/ 401 w 443"/>
                <a:gd name="T29" fmla="*/ 356 h 447"/>
                <a:gd name="T30" fmla="*/ 378 w 443"/>
                <a:gd name="T31" fmla="*/ 382 h 447"/>
                <a:gd name="T32" fmla="*/ 353 w 443"/>
                <a:gd name="T33" fmla="*/ 405 h 447"/>
                <a:gd name="T34" fmla="*/ 324 w 443"/>
                <a:gd name="T35" fmla="*/ 422 h 447"/>
                <a:gd name="T36" fmla="*/ 292 w 443"/>
                <a:gd name="T37" fmla="*/ 436 h 447"/>
                <a:gd name="T38" fmla="*/ 258 w 443"/>
                <a:gd name="T39" fmla="*/ 444 h 447"/>
                <a:gd name="T40" fmla="*/ 222 w 443"/>
                <a:gd name="T41" fmla="*/ 447 h 447"/>
                <a:gd name="T42" fmla="*/ 186 w 443"/>
                <a:gd name="T43" fmla="*/ 444 h 447"/>
                <a:gd name="T44" fmla="*/ 152 w 443"/>
                <a:gd name="T45" fmla="*/ 436 h 447"/>
                <a:gd name="T46" fmla="*/ 120 w 443"/>
                <a:gd name="T47" fmla="*/ 422 h 447"/>
                <a:gd name="T48" fmla="*/ 91 w 443"/>
                <a:gd name="T49" fmla="*/ 405 h 447"/>
                <a:gd name="T50" fmla="*/ 65 w 443"/>
                <a:gd name="T51" fmla="*/ 382 h 447"/>
                <a:gd name="T52" fmla="*/ 43 w 443"/>
                <a:gd name="T53" fmla="*/ 356 h 447"/>
                <a:gd name="T54" fmla="*/ 25 w 443"/>
                <a:gd name="T55" fmla="*/ 327 h 447"/>
                <a:gd name="T56" fmla="*/ 11 w 443"/>
                <a:gd name="T57" fmla="*/ 294 h 447"/>
                <a:gd name="T58" fmla="*/ 3 w 443"/>
                <a:gd name="T59" fmla="*/ 260 h 447"/>
                <a:gd name="T60" fmla="*/ 0 w 443"/>
                <a:gd name="T61" fmla="*/ 224 h 447"/>
                <a:gd name="T62" fmla="*/ 3 w 443"/>
                <a:gd name="T63" fmla="*/ 187 h 447"/>
                <a:gd name="T64" fmla="*/ 11 w 443"/>
                <a:gd name="T65" fmla="*/ 153 h 447"/>
                <a:gd name="T66" fmla="*/ 25 w 443"/>
                <a:gd name="T67" fmla="*/ 121 h 447"/>
                <a:gd name="T68" fmla="*/ 43 w 443"/>
                <a:gd name="T69" fmla="*/ 92 h 447"/>
                <a:gd name="T70" fmla="*/ 65 w 443"/>
                <a:gd name="T71" fmla="*/ 66 h 447"/>
                <a:gd name="T72" fmla="*/ 91 w 443"/>
                <a:gd name="T73" fmla="*/ 44 h 447"/>
                <a:gd name="T74" fmla="*/ 120 w 443"/>
                <a:gd name="T75" fmla="*/ 25 h 447"/>
                <a:gd name="T76" fmla="*/ 152 w 443"/>
                <a:gd name="T77" fmla="*/ 11 h 447"/>
                <a:gd name="T78" fmla="*/ 186 w 443"/>
                <a:gd name="T79" fmla="*/ 3 h 447"/>
                <a:gd name="T80" fmla="*/ 222 w 443"/>
                <a:gd name="T81" fmla="*/ 0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3" h="447">
                  <a:moveTo>
                    <a:pt x="222" y="0"/>
                  </a:moveTo>
                  <a:lnTo>
                    <a:pt x="258" y="3"/>
                  </a:lnTo>
                  <a:lnTo>
                    <a:pt x="292" y="11"/>
                  </a:lnTo>
                  <a:lnTo>
                    <a:pt x="324" y="25"/>
                  </a:lnTo>
                  <a:lnTo>
                    <a:pt x="353" y="44"/>
                  </a:lnTo>
                  <a:lnTo>
                    <a:pt x="378" y="66"/>
                  </a:lnTo>
                  <a:lnTo>
                    <a:pt x="401" y="92"/>
                  </a:lnTo>
                  <a:lnTo>
                    <a:pt x="419" y="121"/>
                  </a:lnTo>
                  <a:lnTo>
                    <a:pt x="432" y="153"/>
                  </a:lnTo>
                  <a:lnTo>
                    <a:pt x="440" y="187"/>
                  </a:lnTo>
                  <a:lnTo>
                    <a:pt x="443" y="224"/>
                  </a:lnTo>
                  <a:lnTo>
                    <a:pt x="440" y="260"/>
                  </a:lnTo>
                  <a:lnTo>
                    <a:pt x="432" y="294"/>
                  </a:lnTo>
                  <a:lnTo>
                    <a:pt x="419" y="327"/>
                  </a:lnTo>
                  <a:lnTo>
                    <a:pt x="401" y="356"/>
                  </a:lnTo>
                  <a:lnTo>
                    <a:pt x="378" y="382"/>
                  </a:lnTo>
                  <a:lnTo>
                    <a:pt x="353" y="405"/>
                  </a:lnTo>
                  <a:lnTo>
                    <a:pt x="324" y="422"/>
                  </a:lnTo>
                  <a:lnTo>
                    <a:pt x="292" y="436"/>
                  </a:lnTo>
                  <a:lnTo>
                    <a:pt x="258" y="444"/>
                  </a:lnTo>
                  <a:lnTo>
                    <a:pt x="222" y="447"/>
                  </a:lnTo>
                  <a:lnTo>
                    <a:pt x="186" y="444"/>
                  </a:lnTo>
                  <a:lnTo>
                    <a:pt x="152" y="436"/>
                  </a:lnTo>
                  <a:lnTo>
                    <a:pt x="120" y="422"/>
                  </a:lnTo>
                  <a:lnTo>
                    <a:pt x="91" y="405"/>
                  </a:lnTo>
                  <a:lnTo>
                    <a:pt x="65" y="382"/>
                  </a:lnTo>
                  <a:lnTo>
                    <a:pt x="43" y="356"/>
                  </a:lnTo>
                  <a:lnTo>
                    <a:pt x="25" y="327"/>
                  </a:lnTo>
                  <a:lnTo>
                    <a:pt x="11" y="294"/>
                  </a:lnTo>
                  <a:lnTo>
                    <a:pt x="3" y="260"/>
                  </a:lnTo>
                  <a:lnTo>
                    <a:pt x="0" y="224"/>
                  </a:lnTo>
                  <a:lnTo>
                    <a:pt x="3" y="187"/>
                  </a:lnTo>
                  <a:lnTo>
                    <a:pt x="11" y="153"/>
                  </a:lnTo>
                  <a:lnTo>
                    <a:pt x="25" y="121"/>
                  </a:lnTo>
                  <a:lnTo>
                    <a:pt x="43" y="92"/>
                  </a:lnTo>
                  <a:lnTo>
                    <a:pt x="65" y="66"/>
                  </a:lnTo>
                  <a:lnTo>
                    <a:pt x="91" y="44"/>
                  </a:lnTo>
                  <a:lnTo>
                    <a:pt x="120" y="25"/>
                  </a:lnTo>
                  <a:lnTo>
                    <a:pt x="152" y="11"/>
                  </a:lnTo>
                  <a:lnTo>
                    <a:pt x="186" y="3"/>
                  </a:lnTo>
                  <a:lnTo>
                    <a:pt x="2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0" name="Freeform 236">
              <a:extLst>
                <a:ext uri="{FF2B5EF4-FFF2-40B4-BE49-F238E27FC236}">
                  <a16:creationId xmlns:a16="http://schemas.microsoft.com/office/drawing/2014/main" id="{9BAB8304-51A5-490D-980D-E5534ECF7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6788" y="4195763"/>
              <a:ext cx="260350" cy="327025"/>
            </a:xfrm>
            <a:custGeom>
              <a:avLst/>
              <a:gdLst>
                <a:gd name="T0" fmla="*/ 1696 w 1805"/>
                <a:gd name="T1" fmla="*/ 1 h 2267"/>
                <a:gd name="T2" fmla="*/ 1742 w 1805"/>
                <a:gd name="T3" fmla="*/ 17 h 2267"/>
                <a:gd name="T4" fmla="*/ 1779 w 1805"/>
                <a:gd name="T5" fmla="*/ 50 h 2267"/>
                <a:gd name="T6" fmla="*/ 1801 w 1805"/>
                <a:gd name="T7" fmla="*/ 95 h 2267"/>
                <a:gd name="T8" fmla="*/ 1804 w 1805"/>
                <a:gd name="T9" fmla="*/ 143 h 2267"/>
                <a:gd name="T10" fmla="*/ 1788 w 1805"/>
                <a:gd name="T11" fmla="*/ 189 h 2267"/>
                <a:gd name="T12" fmla="*/ 1755 w 1805"/>
                <a:gd name="T13" fmla="*/ 227 h 2267"/>
                <a:gd name="T14" fmla="*/ 1120 w 1805"/>
                <a:gd name="T15" fmla="*/ 712 h 2267"/>
                <a:gd name="T16" fmla="*/ 1070 w 1805"/>
                <a:gd name="T17" fmla="*/ 724 h 2267"/>
                <a:gd name="T18" fmla="*/ 1300 w 1805"/>
                <a:gd name="T19" fmla="*/ 2106 h 2267"/>
                <a:gd name="T20" fmla="*/ 1304 w 1805"/>
                <a:gd name="T21" fmla="*/ 2156 h 2267"/>
                <a:gd name="T22" fmla="*/ 1289 w 1805"/>
                <a:gd name="T23" fmla="*/ 2202 h 2267"/>
                <a:gd name="T24" fmla="*/ 1258 w 1805"/>
                <a:gd name="T25" fmla="*/ 2240 h 2267"/>
                <a:gd name="T26" fmla="*/ 1215 w 1805"/>
                <a:gd name="T27" fmla="*/ 2262 h 2267"/>
                <a:gd name="T28" fmla="*/ 1179 w 1805"/>
                <a:gd name="T29" fmla="*/ 2267 h 2267"/>
                <a:gd name="T30" fmla="*/ 1135 w 1805"/>
                <a:gd name="T31" fmla="*/ 2258 h 2267"/>
                <a:gd name="T32" fmla="*/ 1097 w 1805"/>
                <a:gd name="T33" fmla="*/ 2234 h 2267"/>
                <a:gd name="T34" fmla="*/ 1069 w 1805"/>
                <a:gd name="T35" fmla="*/ 2198 h 2267"/>
                <a:gd name="T36" fmla="*/ 827 w 1805"/>
                <a:gd name="T37" fmla="*/ 1353 h 2267"/>
                <a:gd name="T38" fmla="*/ 585 w 1805"/>
                <a:gd name="T39" fmla="*/ 2198 h 2267"/>
                <a:gd name="T40" fmla="*/ 557 w 1805"/>
                <a:gd name="T41" fmla="*/ 2234 h 2267"/>
                <a:gd name="T42" fmla="*/ 519 w 1805"/>
                <a:gd name="T43" fmla="*/ 2258 h 2267"/>
                <a:gd name="T44" fmla="*/ 474 w 1805"/>
                <a:gd name="T45" fmla="*/ 2267 h 2267"/>
                <a:gd name="T46" fmla="*/ 440 w 1805"/>
                <a:gd name="T47" fmla="*/ 2262 h 2267"/>
                <a:gd name="T48" fmla="*/ 395 w 1805"/>
                <a:gd name="T49" fmla="*/ 2240 h 2267"/>
                <a:gd name="T50" fmla="*/ 364 w 1805"/>
                <a:gd name="T51" fmla="*/ 2202 h 2267"/>
                <a:gd name="T52" fmla="*/ 350 w 1805"/>
                <a:gd name="T53" fmla="*/ 2156 h 2267"/>
                <a:gd name="T54" fmla="*/ 354 w 1805"/>
                <a:gd name="T55" fmla="*/ 2106 h 2267"/>
                <a:gd name="T56" fmla="*/ 584 w 1805"/>
                <a:gd name="T57" fmla="*/ 724 h 2267"/>
                <a:gd name="T58" fmla="*/ 534 w 1805"/>
                <a:gd name="T59" fmla="*/ 712 h 2267"/>
                <a:gd name="T60" fmla="*/ 0 w 1805"/>
                <a:gd name="T61" fmla="*/ 305 h 2267"/>
                <a:gd name="T62" fmla="*/ 630 w 1805"/>
                <a:gd name="T63" fmla="*/ 473 h 2267"/>
                <a:gd name="T64" fmla="*/ 734 w 1805"/>
                <a:gd name="T65" fmla="*/ 476 h 2267"/>
                <a:gd name="T66" fmla="*/ 777 w 1805"/>
                <a:gd name="T67" fmla="*/ 494 h 2267"/>
                <a:gd name="T68" fmla="*/ 738 w 1805"/>
                <a:gd name="T69" fmla="*/ 941 h 2267"/>
                <a:gd name="T70" fmla="*/ 915 w 1805"/>
                <a:gd name="T71" fmla="*/ 941 h 2267"/>
                <a:gd name="T72" fmla="*/ 876 w 1805"/>
                <a:gd name="T73" fmla="*/ 494 h 2267"/>
                <a:gd name="T74" fmla="*/ 920 w 1805"/>
                <a:gd name="T75" fmla="*/ 476 h 2267"/>
                <a:gd name="T76" fmla="*/ 1024 w 1805"/>
                <a:gd name="T77" fmla="*/ 473 h 2267"/>
                <a:gd name="T78" fmla="*/ 1625 w 1805"/>
                <a:gd name="T79" fmla="*/ 13 h 2267"/>
                <a:gd name="T80" fmla="*/ 1673 w 1805"/>
                <a:gd name="T81" fmla="*/ 0 h 2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05" h="2267">
                  <a:moveTo>
                    <a:pt x="1673" y="0"/>
                  </a:moveTo>
                  <a:lnTo>
                    <a:pt x="1696" y="1"/>
                  </a:lnTo>
                  <a:lnTo>
                    <a:pt x="1719" y="8"/>
                  </a:lnTo>
                  <a:lnTo>
                    <a:pt x="1742" y="17"/>
                  </a:lnTo>
                  <a:lnTo>
                    <a:pt x="1761" y="32"/>
                  </a:lnTo>
                  <a:lnTo>
                    <a:pt x="1779" y="50"/>
                  </a:lnTo>
                  <a:lnTo>
                    <a:pt x="1792" y="72"/>
                  </a:lnTo>
                  <a:lnTo>
                    <a:pt x="1801" y="95"/>
                  </a:lnTo>
                  <a:lnTo>
                    <a:pt x="1805" y="119"/>
                  </a:lnTo>
                  <a:lnTo>
                    <a:pt x="1804" y="143"/>
                  </a:lnTo>
                  <a:lnTo>
                    <a:pt x="1798" y="167"/>
                  </a:lnTo>
                  <a:lnTo>
                    <a:pt x="1788" y="189"/>
                  </a:lnTo>
                  <a:lnTo>
                    <a:pt x="1774" y="209"/>
                  </a:lnTo>
                  <a:lnTo>
                    <a:pt x="1755" y="227"/>
                  </a:lnTo>
                  <a:lnTo>
                    <a:pt x="1142" y="698"/>
                  </a:lnTo>
                  <a:lnTo>
                    <a:pt x="1120" y="712"/>
                  </a:lnTo>
                  <a:lnTo>
                    <a:pt x="1096" y="721"/>
                  </a:lnTo>
                  <a:lnTo>
                    <a:pt x="1070" y="724"/>
                  </a:lnTo>
                  <a:lnTo>
                    <a:pt x="1070" y="1293"/>
                  </a:lnTo>
                  <a:lnTo>
                    <a:pt x="1300" y="2106"/>
                  </a:lnTo>
                  <a:lnTo>
                    <a:pt x="1304" y="2131"/>
                  </a:lnTo>
                  <a:lnTo>
                    <a:pt x="1304" y="2156"/>
                  </a:lnTo>
                  <a:lnTo>
                    <a:pt x="1299" y="2180"/>
                  </a:lnTo>
                  <a:lnTo>
                    <a:pt x="1289" y="2202"/>
                  </a:lnTo>
                  <a:lnTo>
                    <a:pt x="1275" y="2222"/>
                  </a:lnTo>
                  <a:lnTo>
                    <a:pt x="1258" y="2240"/>
                  </a:lnTo>
                  <a:lnTo>
                    <a:pt x="1238" y="2253"/>
                  </a:lnTo>
                  <a:lnTo>
                    <a:pt x="1215" y="2262"/>
                  </a:lnTo>
                  <a:lnTo>
                    <a:pt x="1197" y="2266"/>
                  </a:lnTo>
                  <a:lnTo>
                    <a:pt x="1179" y="2267"/>
                  </a:lnTo>
                  <a:lnTo>
                    <a:pt x="1157" y="2265"/>
                  </a:lnTo>
                  <a:lnTo>
                    <a:pt x="1135" y="2258"/>
                  </a:lnTo>
                  <a:lnTo>
                    <a:pt x="1114" y="2249"/>
                  </a:lnTo>
                  <a:lnTo>
                    <a:pt x="1097" y="2234"/>
                  </a:lnTo>
                  <a:lnTo>
                    <a:pt x="1081" y="2218"/>
                  </a:lnTo>
                  <a:lnTo>
                    <a:pt x="1069" y="2198"/>
                  </a:lnTo>
                  <a:lnTo>
                    <a:pt x="1060" y="2176"/>
                  </a:lnTo>
                  <a:lnTo>
                    <a:pt x="827" y="1353"/>
                  </a:lnTo>
                  <a:lnTo>
                    <a:pt x="594" y="2176"/>
                  </a:lnTo>
                  <a:lnTo>
                    <a:pt x="585" y="2198"/>
                  </a:lnTo>
                  <a:lnTo>
                    <a:pt x="573" y="2218"/>
                  </a:lnTo>
                  <a:lnTo>
                    <a:pt x="557" y="2234"/>
                  </a:lnTo>
                  <a:lnTo>
                    <a:pt x="539" y="2249"/>
                  </a:lnTo>
                  <a:lnTo>
                    <a:pt x="519" y="2258"/>
                  </a:lnTo>
                  <a:lnTo>
                    <a:pt x="497" y="2265"/>
                  </a:lnTo>
                  <a:lnTo>
                    <a:pt x="474" y="2267"/>
                  </a:lnTo>
                  <a:lnTo>
                    <a:pt x="457" y="2266"/>
                  </a:lnTo>
                  <a:lnTo>
                    <a:pt x="440" y="2262"/>
                  </a:lnTo>
                  <a:lnTo>
                    <a:pt x="416" y="2253"/>
                  </a:lnTo>
                  <a:lnTo>
                    <a:pt x="395" y="2240"/>
                  </a:lnTo>
                  <a:lnTo>
                    <a:pt x="378" y="2222"/>
                  </a:lnTo>
                  <a:lnTo>
                    <a:pt x="364" y="2202"/>
                  </a:lnTo>
                  <a:lnTo>
                    <a:pt x="355" y="2180"/>
                  </a:lnTo>
                  <a:lnTo>
                    <a:pt x="350" y="2156"/>
                  </a:lnTo>
                  <a:lnTo>
                    <a:pt x="349" y="2131"/>
                  </a:lnTo>
                  <a:lnTo>
                    <a:pt x="354" y="2106"/>
                  </a:lnTo>
                  <a:lnTo>
                    <a:pt x="584" y="1293"/>
                  </a:lnTo>
                  <a:lnTo>
                    <a:pt x="584" y="724"/>
                  </a:lnTo>
                  <a:lnTo>
                    <a:pt x="558" y="721"/>
                  </a:lnTo>
                  <a:lnTo>
                    <a:pt x="534" y="712"/>
                  </a:lnTo>
                  <a:lnTo>
                    <a:pt x="511" y="698"/>
                  </a:lnTo>
                  <a:lnTo>
                    <a:pt x="0" y="305"/>
                  </a:lnTo>
                  <a:lnTo>
                    <a:pt x="178" y="125"/>
                  </a:lnTo>
                  <a:lnTo>
                    <a:pt x="630" y="473"/>
                  </a:lnTo>
                  <a:lnTo>
                    <a:pt x="709" y="473"/>
                  </a:lnTo>
                  <a:lnTo>
                    <a:pt x="734" y="476"/>
                  </a:lnTo>
                  <a:lnTo>
                    <a:pt x="757" y="483"/>
                  </a:lnTo>
                  <a:lnTo>
                    <a:pt x="777" y="494"/>
                  </a:lnTo>
                  <a:lnTo>
                    <a:pt x="796" y="510"/>
                  </a:lnTo>
                  <a:lnTo>
                    <a:pt x="738" y="941"/>
                  </a:lnTo>
                  <a:lnTo>
                    <a:pt x="827" y="1017"/>
                  </a:lnTo>
                  <a:lnTo>
                    <a:pt x="915" y="941"/>
                  </a:lnTo>
                  <a:lnTo>
                    <a:pt x="858" y="510"/>
                  </a:lnTo>
                  <a:lnTo>
                    <a:pt x="876" y="494"/>
                  </a:lnTo>
                  <a:lnTo>
                    <a:pt x="897" y="483"/>
                  </a:lnTo>
                  <a:lnTo>
                    <a:pt x="920" y="476"/>
                  </a:lnTo>
                  <a:lnTo>
                    <a:pt x="944" y="473"/>
                  </a:lnTo>
                  <a:lnTo>
                    <a:pt x="1024" y="473"/>
                  </a:lnTo>
                  <a:lnTo>
                    <a:pt x="1603" y="26"/>
                  </a:lnTo>
                  <a:lnTo>
                    <a:pt x="1625" y="13"/>
                  </a:lnTo>
                  <a:lnTo>
                    <a:pt x="1648" y="5"/>
                  </a:lnTo>
                  <a:lnTo>
                    <a:pt x="16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1" name="Freeform 237">
              <a:extLst>
                <a:ext uri="{FF2B5EF4-FFF2-40B4-BE49-F238E27FC236}">
                  <a16:creationId xmlns:a16="http://schemas.microsoft.com/office/drawing/2014/main" id="{DE9E0351-656E-49C4-8DD9-41F62676BF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37725" y="4044951"/>
              <a:ext cx="260350" cy="276225"/>
            </a:xfrm>
            <a:custGeom>
              <a:avLst/>
              <a:gdLst>
                <a:gd name="T0" fmla="*/ 1245 w 1807"/>
                <a:gd name="T1" fmla="*/ 244 h 1911"/>
                <a:gd name="T2" fmla="*/ 1164 w 1807"/>
                <a:gd name="T3" fmla="*/ 294 h 1911"/>
                <a:gd name="T4" fmla="*/ 1114 w 1807"/>
                <a:gd name="T5" fmla="*/ 376 h 1911"/>
                <a:gd name="T6" fmla="*/ 1107 w 1807"/>
                <a:gd name="T7" fmla="*/ 473 h 1911"/>
                <a:gd name="T8" fmla="*/ 1141 w 1807"/>
                <a:gd name="T9" fmla="*/ 569 h 1911"/>
                <a:gd name="T10" fmla="*/ 1213 w 1807"/>
                <a:gd name="T11" fmla="*/ 651 h 1911"/>
                <a:gd name="T12" fmla="*/ 1306 w 1807"/>
                <a:gd name="T13" fmla="*/ 699 h 1911"/>
                <a:gd name="T14" fmla="*/ 1404 w 1807"/>
                <a:gd name="T15" fmla="*/ 706 h 1911"/>
                <a:gd name="T16" fmla="*/ 1492 w 1807"/>
                <a:gd name="T17" fmla="*/ 671 h 1911"/>
                <a:gd name="T18" fmla="*/ 1554 w 1807"/>
                <a:gd name="T19" fmla="*/ 597 h 1911"/>
                <a:gd name="T20" fmla="*/ 1574 w 1807"/>
                <a:gd name="T21" fmla="*/ 504 h 1911"/>
                <a:gd name="T22" fmla="*/ 1555 w 1807"/>
                <a:gd name="T23" fmla="*/ 405 h 1911"/>
                <a:gd name="T24" fmla="*/ 1495 w 1807"/>
                <a:gd name="T25" fmla="*/ 316 h 1911"/>
                <a:gd name="T26" fmla="*/ 1406 w 1807"/>
                <a:gd name="T27" fmla="*/ 255 h 1911"/>
                <a:gd name="T28" fmla="*/ 1308 w 1807"/>
                <a:gd name="T29" fmla="*/ 234 h 1911"/>
                <a:gd name="T30" fmla="*/ 1411 w 1807"/>
                <a:gd name="T31" fmla="*/ 5 h 1911"/>
                <a:gd name="T32" fmla="*/ 1549 w 1807"/>
                <a:gd name="T33" fmla="*/ 49 h 1911"/>
                <a:gd name="T34" fmla="*/ 1671 w 1807"/>
                <a:gd name="T35" fmla="*/ 138 h 1911"/>
                <a:gd name="T36" fmla="*/ 1759 w 1807"/>
                <a:gd name="T37" fmla="*/ 260 h 1911"/>
                <a:gd name="T38" fmla="*/ 1803 w 1807"/>
                <a:gd name="T39" fmla="*/ 399 h 1911"/>
                <a:gd name="T40" fmla="*/ 1803 w 1807"/>
                <a:gd name="T41" fmla="*/ 543 h 1911"/>
                <a:gd name="T42" fmla="*/ 1759 w 1807"/>
                <a:gd name="T43" fmla="*/ 683 h 1911"/>
                <a:gd name="T44" fmla="*/ 1671 w 1807"/>
                <a:gd name="T45" fmla="*/ 805 h 1911"/>
                <a:gd name="T46" fmla="*/ 1555 w 1807"/>
                <a:gd name="T47" fmla="*/ 892 h 1911"/>
                <a:gd name="T48" fmla="*/ 1423 w 1807"/>
                <a:gd name="T49" fmla="*/ 936 h 1911"/>
                <a:gd name="T50" fmla="*/ 1285 w 1807"/>
                <a:gd name="T51" fmla="*/ 941 h 1911"/>
                <a:gd name="T52" fmla="*/ 1151 w 1807"/>
                <a:gd name="T53" fmla="*/ 903 h 1911"/>
                <a:gd name="T54" fmla="*/ 655 w 1807"/>
                <a:gd name="T55" fmla="*/ 1696 h 1911"/>
                <a:gd name="T56" fmla="*/ 690 w 1807"/>
                <a:gd name="T57" fmla="*/ 1761 h 1911"/>
                <a:gd name="T58" fmla="*/ 683 w 1807"/>
                <a:gd name="T59" fmla="*/ 1832 h 1911"/>
                <a:gd name="T60" fmla="*/ 635 w 1807"/>
                <a:gd name="T61" fmla="*/ 1890 h 1911"/>
                <a:gd name="T62" fmla="*/ 567 w 1807"/>
                <a:gd name="T63" fmla="*/ 1911 h 1911"/>
                <a:gd name="T64" fmla="*/ 498 w 1807"/>
                <a:gd name="T65" fmla="*/ 1890 h 1911"/>
                <a:gd name="T66" fmla="*/ 214 w 1807"/>
                <a:gd name="T67" fmla="*/ 1785 h 1911"/>
                <a:gd name="T68" fmla="*/ 150 w 1807"/>
                <a:gd name="T69" fmla="*/ 1819 h 1911"/>
                <a:gd name="T70" fmla="*/ 78 w 1807"/>
                <a:gd name="T71" fmla="*/ 1812 h 1911"/>
                <a:gd name="T72" fmla="*/ 21 w 1807"/>
                <a:gd name="T73" fmla="*/ 1765 h 1911"/>
                <a:gd name="T74" fmla="*/ 0 w 1807"/>
                <a:gd name="T75" fmla="*/ 1697 h 1911"/>
                <a:gd name="T76" fmla="*/ 9 w 1807"/>
                <a:gd name="T77" fmla="*/ 1648 h 1911"/>
                <a:gd name="T78" fmla="*/ 933 w 1807"/>
                <a:gd name="T79" fmla="*/ 704 h 1911"/>
                <a:gd name="T80" fmla="*/ 883 w 1807"/>
                <a:gd name="T81" fmla="*/ 572 h 1911"/>
                <a:gd name="T82" fmla="*/ 873 w 1807"/>
                <a:gd name="T83" fmla="*/ 434 h 1911"/>
                <a:gd name="T84" fmla="*/ 904 w 1807"/>
                <a:gd name="T85" fmla="*/ 298 h 1911"/>
                <a:gd name="T86" fmla="*/ 976 w 1807"/>
                <a:gd name="T87" fmla="*/ 174 h 1911"/>
                <a:gd name="T88" fmla="*/ 1087 w 1807"/>
                <a:gd name="T89" fmla="*/ 73 h 1911"/>
                <a:gd name="T90" fmla="*/ 1221 w 1807"/>
                <a:gd name="T91" fmla="*/ 15 h 1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7" h="1911">
                  <a:moveTo>
                    <a:pt x="1308" y="234"/>
                  </a:moveTo>
                  <a:lnTo>
                    <a:pt x="1276" y="238"/>
                  </a:lnTo>
                  <a:lnTo>
                    <a:pt x="1245" y="244"/>
                  </a:lnTo>
                  <a:lnTo>
                    <a:pt x="1215" y="256"/>
                  </a:lnTo>
                  <a:lnTo>
                    <a:pt x="1188" y="273"/>
                  </a:lnTo>
                  <a:lnTo>
                    <a:pt x="1164" y="294"/>
                  </a:lnTo>
                  <a:lnTo>
                    <a:pt x="1142" y="319"/>
                  </a:lnTo>
                  <a:lnTo>
                    <a:pt x="1127" y="346"/>
                  </a:lnTo>
                  <a:lnTo>
                    <a:pt x="1114" y="376"/>
                  </a:lnTo>
                  <a:lnTo>
                    <a:pt x="1108" y="407"/>
                  </a:lnTo>
                  <a:lnTo>
                    <a:pt x="1105" y="439"/>
                  </a:lnTo>
                  <a:lnTo>
                    <a:pt x="1107" y="473"/>
                  </a:lnTo>
                  <a:lnTo>
                    <a:pt x="1114" y="505"/>
                  </a:lnTo>
                  <a:lnTo>
                    <a:pt x="1125" y="538"/>
                  </a:lnTo>
                  <a:lnTo>
                    <a:pt x="1141" y="569"/>
                  </a:lnTo>
                  <a:lnTo>
                    <a:pt x="1161" y="599"/>
                  </a:lnTo>
                  <a:lnTo>
                    <a:pt x="1185" y="628"/>
                  </a:lnTo>
                  <a:lnTo>
                    <a:pt x="1213" y="651"/>
                  </a:lnTo>
                  <a:lnTo>
                    <a:pt x="1243" y="672"/>
                  </a:lnTo>
                  <a:lnTo>
                    <a:pt x="1274" y="688"/>
                  </a:lnTo>
                  <a:lnTo>
                    <a:pt x="1306" y="699"/>
                  </a:lnTo>
                  <a:lnTo>
                    <a:pt x="1339" y="706"/>
                  </a:lnTo>
                  <a:lnTo>
                    <a:pt x="1372" y="708"/>
                  </a:lnTo>
                  <a:lnTo>
                    <a:pt x="1404" y="706"/>
                  </a:lnTo>
                  <a:lnTo>
                    <a:pt x="1435" y="698"/>
                  </a:lnTo>
                  <a:lnTo>
                    <a:pt x="1464" y="687"/>
                  </a:lnTo>
                  <a:lnTo>
                    <a:pt x="1492" y="671"/>
                  </a:lnTo>
                  <a:lnTo>
                    <a:pt x="1516" y="649"/>
                  </a:lnTo>
                  <a:lnTo>
                    <a:pt x="1537" y="624"/>
                  </a:lnTo>
                  <a:lnTo>
                    <a:pt x="1554" y="597"/>
                  </a:lnTo>
                  <a:lnTo>
                    <a:pt x="1565" y="567"/>
                  </a:lnTo>
                  <a:lnTo>
                    <a:pt x="1572" y="536"/>
                  </a:lnTo>
                  <a:lnTo>
                    <a:pt x="1574" y="504"/>
                  </a:lnTo>
                  <a:lnTo>
                    <a:pt x="1572" y="470"/>
                  </a:lnTo>
                  <a:lnTo>
                    <a:pt x="1566" y="437"/>
                  </a:lnTo>
                  <a:lnTo>
                    <a:pt x="1555" y="405"/>
                  </a:lnTo>
                  <a:lnTo>
                    <a:pt x="1539" y="374"/>
                  </a:lnTo>
                  <a:lnTo>
                    <a:pt x="1519" y="344"/>
                  </a:lnTo>
                  <a:lnTo>
                    <a:pt x="1495" y="316"/>
                  </a:lnTo>
                  <a:lnTo>
                    <a:pt x="1467" y="292"/>
                  </a:lnTo>
                  <a:lnTo>
                    <a:pt x="1437" y="271"/>
                  </a:lnTo>
                  <a:lnTo>
                    <a:pt x="1406" y="255"/>
                  </a:lnTo>
                  <a:lnTo>
                    <a:pt x="1373" y="244"/>
                  </a:lnTo>
                  <a:lnTo>
                    <a:pt x="1340" y="236"/>
                  </a:lnTo>
                  <a:lnTo>
                    <a:pt x="1308" y="234"/>
                  </a:lnTo>
                  <a:close/>
                  <a:moveTo>
                    <a:pt x="1316" y="0"/>
                  </a:moveTo>
                  <a:lnTo>
                    <a:pt x="1364" y="0"/>
                  </a:lnTo>
                  <a:lnTo>
                    <a:pt x="1411" y="5"/>
                  </a:lnTo>
                  <a:lnTo>
                    <a:pt x="1459" y="15"/>
                  </a:lnTo>
                  <a:lnTo>
                    <a:pt x="1505" y="30"/>
                  </a:lnTo>
                  <a:lnTo>
                    <a:pt x="1549" y="49"/>
                  </a:lnTo>
                  <a:lnTo>
                    <a:pt x="1593" y="74"/>
                  </a:lnTo>
                  <a:lnTo>
                    <a:pt x="1633" y="103"/>
                  </a:lnTo>
                  <a:lnTo>
                    <a:pt x="1671" y="138"/>
                  </a:lnTo>
                  <a:lnTo>
                    <a:pt x="1705" y="176"/>
                  </a:lnTo>
                  <a:lnTo>
                    <a:pt x="1734" y="217"/>
                  </a:lnTo>
                  <a:lnTo>
                    <a:pt x="1759" y="260"/>
                  </a:lnTo>
                  <a:lnTo>
                    <a:pt x="1779" y="305"/>
                  </a:lnTo>
                  <a:lnTo>
                    <a:pt x="1793" y="352"/>
                  </a:lnTo>
                  <a:lnTo>
                    <a:pt x="1803" y="399"/>
                  </a:lnTo>
                  <a:lnTo>
                    <a:pt x="1807" y="448"/>
                  </a:lnTo>
                  <a:lnTo>
                    <a:pt x="1807" y="495"/>
                  </a:lnTo>
                  <a:lnTo>
                    <a:pt x="1803" y="543"/>
                  </a:lnTo>
                  <a:lnTo>
                    <a:pt x="1793" y="591"/>
                  </a:lnTo>
                  <a:lnTo>
                    <a:pt x="1779" y="638"/>
                  </a:lnTo>
                  <a:lnTo>
                    <a:pt x="1759" y="683"/>
                  </a:lnTo>
                  <a:lnTo>
                    <a:pt x="1734" y="726"/>
                  </a:lnTo>
                  <a:lnTo>
                    <a:pt x="1705" y="767"/>
                  </a:lnTo>
                  <a:lnTo>
                    <a:pt x="1671" y="805"/>
                  </a:lnTo>
                  <a:lnTo>
                    <a:pt x="1634" y="839"/>
                  </a:lnTo>
                  <a:lnTo>
                    <a:pt x="1596" y="867"/>
                  </a:lnTo>
                  <a:lnTo>
                    <a:pt x="1555" y="892"/>
                  </a:lnTo>
                  <a:lnTo>
                    <a:pt x="1512" y="910"/>
                  </a:lnTo>
                  <a:lnTo>
                    <a:pt x="1468" y="926"/>
                  </a:lnTo>
                  <a:lnTo>
                    <a:pt x="1423" y="936"/>
                  </a:lnTo>
                  <a:lnTo>
                    <a:pt x="1377" y="942"/>
                  </a:lnTo>
                  <a:lnTo>
                    <a:pt x="1331" y="944"/>
                  </a:lnTo>
                  <a:lnTo>
                    <a:pt x="1285" y="941"/>
                  </a:lnTo>
                  <a:lnTo>
                    <a:pt x="1240" y="932"/>
                  </a:lnTo>
                  <a:lnTo>
                    <a:pt x="1195" y="920"/>
                  </a:lnTo>
                  <a:lnTo>
                    <a:pt x="1151" y="903"/>
                  </a:lnTo>
                  <a:lnTo>
                    <a:pt x="1109" y="882"/>
                  </a:lnTo>
                  <a:lnTo>
                    <a:pt x="479" y="1518"/>
                  </a:lnTo>
                  <a:lnTo>
                    <a:pt x="655" y="1696"/>
                  </a:lnTo>
                  <a:lnTo>
                    <a:pt x="672" y="1715"/>
                  </a:lnTo>
                  <a:lnTo>
                    <a:pt x="683" y="1737"/>
                  </a:lnTo>
                  <a:lnTo>
                    <a:pt x="690" y="1761"/>
                  </a:lnTo>
                  <a:lnTo>
                    <a:pt x="692" y="1785"/>
                  </a:lnTo>
                  <a:lnTo>
                    <a:pt x="690" y="1809"/>
                  </a:lnTo>
                  <a:lnTo>
                    <a:pt x="683" y="1832"/>
                  </a:lnTo>
                  <a:lnTo>
                    <a:pt x="672" y="1854"/>
                  </a:lnTo>
                  <a:lnTo>
                    <a:pt x="655" y="1873"/>
                  </a:lnTo>
                  <a:lnTo>
                    <a:pt x="635" y="1890"/>
                  </a:lnTo>
                  <a:lnTo>
                    <a:pt x="614" y="1902"/>
                  </a:lnTo>
                  <a:lnTo>
                    <a:pt x="591" y="1908"/>
                  </a:lnTo>
                  <a:lnTo>
                    <a:pt x="567" y="1911"/>
                  </a:lnTo>
                  <a:lnTo>
                    <a:pt x="544" y="1909"/>
                  </a:lnTo>
                  <a:lnTo>
                    <a:pt x="520" y="1902"/>
                  </a:lnTo>
                  <a:lnTo>
                    <a:pt x="498" y="1890"/>
                  </a:lnTo>
                  <a:lnTo>
                    <a:pt x="479" y="1873"/>
                  </a:lnTo>
                  <a:lnTo>
                    <a:pt x="302" y="1696"/>
                  </a:lnTo>
                  <a:lnTo>
                    <a:pt x="214" y="1785"/>
                  </a:lnTo>
                  <a:lnTo>
                    <a:pt x="194" y="1801"/>
                  </a:lnTo>
                  <a:lnTo>
                    <a:pt x="172" y="1812"/>
                  </a:lnTo>
                  <a:lnTo>
                    <a:pt x="150" y="1819"/>
                  </a:lnTo>
                  <a:lnTo>
                    <a:pt x="125" y="1821"/>
                  </a:lnTo>
                  <a:lnTo>
                    <a:pt x="101" y="1819"/>
                  </a:lnTo>
                  <a:lnTo>
                    <a:pt x="78" y="1812"/>
                  </a:lnTo>
                  <a:lnTo>
                    <a:pt x="57" y="1801"/>
                  </a:lnTo>
                  <a:lnTo>
                    <a:pt x="37" y="1785"/>
                  </a:lnTo>
                  <a:lnTo>
                    <a:pt x="21" y="1765"/>
                  </a:lnTo>
                  <a:lnTo>
                    <a:pt x="9" y="1743"/>
                  </a:lnTo>
                  <a:lnTo>
                    <a:pt x="3" y="1720"/>
                  </a:lnTo>
                  <a:lnTo>
                    <a:pt x="0" y="1697"/>
                  </a:lnTo>
                  <a:lnTo>
                    <a:pt x="0" y="1695"/>
                  </a:lnTo>
                  <a:lnTo>
                    <a:pt x="3" y="1672"/>
                  </a:lnTo>
                  <a:lnTo>
                    <a:pt x="9" y="1648"/>
                  </a:lnTo>
                  <a:lnTo>
                    <a:pt x="21" y="1626"/>
                  </a:lnTo>
                  <a:lnTo>
                    <a:pt x="37" y="1606"/>
                  </a:lnTo>
                  <a:lnTo>
                    <a:pt x="933" y="704"/>
                  </a:lnTo>
                  <a:lnTo>
                    <a:pt x="912" y="662"/>
                  </a:lnTo>
                  <a:lnTo>
                    <a:pt x="894" y="617"/>
                  </a:lnTo>
                  <a:lnTo>
                    <a:pt x="883" y="572"/>
                  </a:lnTo>
                  <a:lnTo>
                    <a:pt x="875" y="527"/>
                  </a:lnTo>
                  <a:lnTo>
                    <a:pt x="872" y="480"/>
                  </a:lnTo>
                  <a:lnTo>
                    <a:pt x="873" y="434"/>
                  </a:lnTo>
                  <a:lnTo>
                    <a:pt x="879" y="387"/>
                  </a:lnTo>
                  <a:lnTo>
                    <a:pt x="889" y="343"/>
                  </a:lnTo>
                  <a:lnTo>
                    <a:pt x="904" y="298"/>
                  </a:lnTo>
                  <a:lnTo>
                    <a:pt x="923" y="255"/>
                  </a:lnTo>
                  <a:lnTo>
                    <a:pt x="947" y="214"/>
                  </a:lnTo>
                  <a:lnTo>
                    <a:pt x="976" y="174"/>
                  </a:lnTo>
                  <a:lnTo>
                    <a:pt x="1009" y="138"/>
                  </a:lnTo>
                  <a:lnTo>
                    <a:pt x="1047" y="103"/>
                  </a:lnTo>
                  <a:lnTo>
                    <a:pt x="1087" y="73"/>
                  </a:lnTo>
                  <a:lnTo>
                    <a:pt x="1131" y="49"/>
                  </a:lnTo>
                  <a:lnTo>
                    <a:pt x="1175" y="30"/>
                  </a:lnTo>
                  <a:lnTo>
                    <a:pt x="1221" y="15"/>
                  </a:lnTo>
                  <a:lnTo>
                    <a:pt x="1268" y="5"/>
                  </a:lnTo>
                  <a:lnTo>
                    <a:pt x="13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3EA7F5BC-EC50-45FC-841E-B9B7CB7336F9}"/>
              </a:ext>
            </a:extLst>
          </p:cNvPr>
          <p:cNvGrpSpPr/>
          <p:nvPr/>
        </p:nvGrpSpPr>
        <p:grpSpPr>
          <a:xfrm flipH="1">
            <a:off x="9243100" y="3757196"/>
            <a:ext cx="298355" cy="327755"/>
            <a:chOff x="9064625" y="4037013"/>
            <a:chExt cx="434976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3" name="Freeform 242">
              <a:extLst>
                <a:ext uri="{FF2B5EF4-FFF2-40B4-BE49-F238E27FC236}">
                  <a16:creationId xmlns:a16="http://schemas.microsoft.com/office/drawing/2014/main" id="{EADBA921-005D-457A-AB53-08F787C4DD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36063" y="4110038"/>
              <a:ext cx="292100" cy="404813"/>
            </a:xfrm>
            <a:custGeom>
              <a:avLst/>
              <a:gdLst>
                <a:gd name="T0" fmla="*/ 750 w 2029"/>
                <a:gd name="T1" fmla="*/ 299 h 2800"/>
                <a:gd name="T2" fmla="*/ 479 w 2029"/>
                <a:gd name="T3" fmla="*/ 466 h 2800"/>
                <a:gd name="T4" fmla="*/ 304 w 2029"/>
                <a:gd name="T5" fmla="*/ 723 h 2800"/>
                <a:gd name="T6" fmla="*/ 259 w 2029"/>
                <a:gd name="T7" fmla="*/ 1034 h 2800"/>
                <a:gd name="T8" fmla="*/ 314 w 2029"/>
                <a:gd name="T9" fmla="*/ 1283 h 2800"/>
                <a:gd name="T10" fmla="*/ 414 w 2029"/>
                <a:gd name="T11" fmla="*/ 1472 h 2800"/>
                <a:gd name="T12" fmla="*/ 530 w 2029"/>
                <a:gd name="T13" fmla="*/ 1646 h 2800"/>
                <a:gd name="T14" fmla="*/ 603 w 2029"/>
                <a:gd name="T15" fmla="*/ 1843 h 2800"/>
                <a:gd name="T16" fmla="*/ 647 w 2029"/>
                <a:gd name="T17" fmla="*/ 1978 h 2800"/>
                <a:gd name="T18" fmla="*/ 1346 w 2029"/>
                <a:gd name="T19" fmla="*/ 2011 h 2800"/>
                <a:gd name="T20" fmla="*/ 1421 w 2029"/>
                <a:gd name="T21" fmla="*/ 1912 h 2800"/>
                <a:gd name="T22" fmla="*/ 1460 w 2029"/>
                <a:gd name="T23" fmla="*/ 1721 h 2800"/>
                <a:gd name="T24" fmla="*/ 1570 w 2029"/>
                <a:gd name="T25" fmla="*/ 1538 h 2800"/>
                <a:gd name="T26" fmla="*/ 1678 w 2029"/>
                <a:gd name="T27" fmla="*/ 1364 h 2800"/>
                <a:gd name="T28" fmla="*/ 1756 w 2029"/>
                <a:gd name="T29" fmla="*/ 1143 h 2800"/>
                <a:gd name="T30" fmla="*/ 1760 w 2029"/>
                <a:gd name="T31" fmla="*/ 844 h 2800"/>
                <a:gd name="T32" fmla="*/ 1634 w 2029"/>
                <a:gd name="T33" fmla="*/ 559 h 2800"/>
                <a:gd name="T34" fmla="*/ 1397 w 2029"/>
                <a:gd name="T35" fmla="*/ 352 h 2800"/>
                <a:gd name="T36" fmla="*/ 1084 w 2029"/>
                <a:gd name="T37" fmla="*/ 258 h 2800"/>
                <a:gd name="T38" fmla="*/ 1258 w 2029"/>
                <a:gd name="T39" fmla="*/ 29 h 2800"/>
                <a:gd name="T40" fmla="*/ 1613 w 2029"/>
                <a:gd name="T41" fmla="*/ 188 h 2800"/>
                <a:gd name="T42" fmla="*/ 1877 w 2029"/>
                <a:gd name="T43" fmla="*/ 461 h 2800"/>
                <a:gd name="T44" fmla="*/ 2015 w 2029"/>
                <a:gd name="T45" fmla="*/ 815 h 2800"/>
                <a:gd name="T46" fmla="*/ 2013 w 2029"/>
                <a:gd name="T47" fmla="*/ 1166 h 2800"/>
                <a:gd name="T48" fmla="*/ 1934 w 2029"/>
                <a:gd name="T49" fmla="*/ 1424 h 2800"/>
                <a:gd name="T50" fmla="*/ 1825 w 2029"/>
                <a:gd name="T51" fmla="*/ 1617 h 2800"/>
                <a:gd name="T52" fmla="*/ 1714 w 2029"/>
                <a:gd name="T53" fmla="*/ 1785 h 2800"/>
                <a:gd name="T54" fmla="*/ 1677 w 2029"/>
                <a:gd name="T55" fmla="*/ 1934 h 2800"/>
                <a:gd name="T56" fmla="*/ 1572 w 2029"/>
                <a:gd name="T57" fmla="*/ 2150 h 2800"/>
                <a:gd name="T58" fmla="*/ 1487 w 2029"/>
                <a:gd name="T59" fmla="*/ 2294 h 2800"/>
                <a:gd name="T60" fmla="*/ 1480 w 2029"/>
                <a:gd name="T61" fmla="*/ 2429 h 2800"/>
                <a:gd name="T62" fmla="*/ 1476 w 2029"/>
                <a:gd name="T63" fmla="*/ 2492 h 2800"/>
                <a:gd name="T64" fmla="*/ 1446 w 2029"/>
                <a:gd name="T65" fmla="*/ 2575 h 2800"/>
                <a:gd name="T66" fmla="*/ 1340 w 2029"/>
                <a:gd name="T67" fmla="*/ 2666 h 2800"/>
                <a:gd name="T68" fmla="*/ 1184 w 2029"/>
                <a:gd name="T69" fmla="*/ 2779 h 2800"/>
                <a:gd name="T70" fmla="*/ 891 w 2029"/>
                <a:gd name="T71" fmla="*/ 2798 h 2800"/>
                <a:gd name="T72" fmla="*/ 762 w 2029"/>
                <a:gd name="T73" fmla="*/ 2698 h 2800"/>
                <a:gd name="T74" fmla="*/ 607 w 2029"/>
                <a:gd name="T75" fmla="*/ 2606 h 2800"/>
                <a:gd name="T76" fmla="*/ 556 w 2029"/>
                <a:gd name="T77" fmla="*/ 2509 h 2800"/>
                <a:gd name="T78" fmla="*/ 551 w 2029"/>
                <a:gd name="T79" fmla="*/ 2466 h 2800"/>
                <a:gd name="T80" fmla="*/ 545 w 2029"/>
                <a:gd name="T81" fmla="*/ 2350 h 2800"/>
                <a:gd name="T82" fmla="*/ 538 w 2029"/>
                <a:gd name="T83" fmla="*/ 2221 h 2800"/>
                <a:gd name="T84" fmla="*/ 376 w 2029"/>
                <a:gd name="T85" fmla="*/ 2025 h 2800"/>
                <a:gd name="T86" fmla="*/ 340 w 2029"/>
                <a:gd name="T87" fmla="*/ 1839 h 2800"/>
                <a:gd name="T88" fmla="*/ 248 w 2029"/>
                <a:gd name="T89" fmla="*/ 1682 h 2800"/>
                <a:gd name="T90" fmla="*/ 138 w 2029"/>
                <a:gd name="T91" fmla="*/ 1508 h 2800"/>
                <a:gd name="T92" fmla="*/ 41 w 2029"/>
                <a:gd name="T93" fmla="*/ 1278 h 2800"/>
                <a:gd name="T94" fmla="*/ 0 w 2029"/>
                <a:gd name="T95" fmla="*/ 973 h 2800"/>
                <a:gd name="T96" fmla="*/ 80 w 2029"/>
                <a:gd name="T97" fmla="*/ 595 h 2800"/>
                <a:gd name="T98" fmla="*/ 298 w 2029"/>
                <a:gd name="T99" fmla="*/ 286 h 2800"/>
                <a:gd name="T100" fmla="*/ 621 w 2029"/>
                <a:gd name="T101" fmla="*/ 77 h 2800"/>
                <a:gd name="T102" fmla="*/ 1014 w 2029"/>
                <a:gd name="T103" fmla="*/ 0 h 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9" h="2800">
                  <a:moveTo>
                    <a:pt x="1014" y="255"/>
                  </a:moveTo>
                  <a:lnTo>
                    <a:pt x="945" y="258"/>
                  </a:lnTo>
                  <a:lnTo>
                    <a:pt x="878" y="266"/>
                  </a:lnTo>
                  <a:lnTo>
                    <a:pt x="813" y="281"/>
                  </a:lnTo>
                  <a:lnTo>
                    <a:pt x="750" y="299"/>
                  </a:lnTo>
                  <a:lnTo>
                    <a:pt x="690" y="324"/>
                  </a:lnTo>
                  <a:lnTo>
                    <a:pt x="632" y="354"/>
                  </a:lnTo>
                  <a:lnTo>
                    <a:pt x="578" y="387"/>
                  </a:lnTo>
                  <a:lnTo>
                    <a:pt x="527" y="424"/>
                  </a:lnTo>
                  <a:lnTo>
                    <a:pt x="479" y="466"/>
                  </a:lnTo>
                  <a:lnTo>
                    <a:pt x="435" y="511"/>
                  </a:lnTo>
                  <a:lnTo>
                    <a:pt x="396" y="559"/>
                  </a:lnTo>
                  <a:lnTo>
                    <a:pt x="361" y="611"/>
                  </a:lnTo>
                  <a:lnTo>
                    <a:pt x="330" y="666"/>
                  </a:lnTo>
                  <a:lnTo>
                    <a:pt x="304" y="723"/>
                  </a:lnTo>
                  <a:lnTo>
                    <a:pt x="284" y="783"/>
                  </a:lnTo>
                  <a:lnTo>
                    <a:pt x="270" y="844"/>
                  </a:lnTo>
                  <a:lnTo>
                    <a:pt x="260" y="908"/>
                  </a:lnTo>
                  <a:lnTo>
                    <a:pt x="257" y="973"/>
                  </a:lnTo>
                  <a:lnTo>
                    <a:pt x="259" y="1034"/>
                  </a:lnTo>
                  <a:lnTo>
                    <a:pt x="264" y="1090"/>
                  </a:lnTo>
                  <a:lnTo>
                    <a:pt x="273" y="1143"/>
                  </a:lnTo>
                  <a:lnTo>
                    <a:pt x="284" y="1193"/>
                  </a:lnTo>
                  <a:lnTo>
                    <a:pt x="298" y="1240"/>
                  </a:lnTo>
                  <a:lnTo>
                    <a:pt x="314" y="1283"/>
                  </a:lnTo>
                  <a:lnTo>
                    <a:pt x="331" y="1325"/>
                  </a:lnTo>
                  <a:lnTo>
                    <a:pt x="351" y="1364"/>
                  </a:lnTo>
                  <a:lnTo>
                    <a:pt x="371" y="1402"/>
                  </a:lnTo>
                  <a:lnTo>
                    <a:pt x="393" y="1437"/>
                  </a:lnTo>
                  <a:lnTo>
                    <a:pt x="414" y="1472"/>
                  </a:lnTo>
                  <a:lnTo>
                    <a:pt x="437" y="1505"/>
                  </a:lnTo>
                  <a:lnTo>
                    <a:pt x="458" y="1537"/>
                  </a:lnTo>
                  <a:lnTo>
                    <a:pt x="483" y="1573"/>
                  </a:lnTo>
                  <a:lnTo>
                    <a:pt x="507" y="1610"/>
                  </a:lnTo>
                  <a:lnTo>
                    <a:pt x="530" y="1646"/>
                  </a:lnTo>
                  <a:lnTo>
                    <a:pt x="551" y="1683"/>
                  </a:lnTo>
                  <a:lnTo>
                    <a:pt x="569" y="1721"/>
                  </a:lnTo>
                  <a:lnTo>
                    <a:pt x="584" y="1760"/>
                  </a:lnTo>
                  <a:lnTo>
                    <a:pt x="595" y="1800"/>
                  </a:lnTo>
                  <a:lnTo>
                    <a:pt x="603" y="1843"/>
                  </a:lnTo>
                  <a:lnTo>
                    <a:pt x="605" y="1888"/>
                  </a:lnTo>
                  <a:lnTo>
                    <a:pt x="608" y="1912"/>
                  </a:lnTo>
                  <a:lnTo>
                    <a:pt x="617" y="1936"/>
                  </a:lnTo>
                  <a:lnTo>
                    <a:pt x="630" y="1958"/>
                  </a:lnTo>
                  <a:lnTo>
                    <a:pt x="647" y="1978"/>
                  </a:lnTo>
                  <a:lnTo>
                    <a:pt x="665" y="1996"/>
                  </a:lnTo>
                  <a:lnTo>
                    <a:pt x="683" y="2011"/>
                  </a:lnTo>
                  <a:lnTo>
                    <a:pt x="701" y="2025"/>
                  </a:lnTo>
                  <a:lnTo>
                    <a:pt x="1328" y="2025"/>
                  </a:lnTo>
                  <a:lnTo>
                    <a:pt x="1346" y="2011"/>
                  </a:lnTo>
                  <a:lnTo>
                    <a:pt x="1364" y="1996"/>
                  </a:lnTo>
                  <a:lnTo>
                    <a:pt x="1383" y="1978"/>
                  </a:lnTo>
                  <a:lnTo>
                    <a:pt x="1399" y="1958"/>
                  </a:lnTo>
                  <a:lnTo>
                    <a:pt x="1412" y="1936"/>
                  </a:lnTo>
                  <a:lnTo>
                    <a:pt x="1421" y="1912"/>
                  </a:lnTo>
                  <a:lnTo>
                    <a:pt x="1424" y="1888"/>
                  </a:lnTo>
                  <a:lnTo>
                    <a:pt x="1426" y="1843"/>
                  </a:lnTo>
                  <a:lnTo>
                    <a:pt x="1434" y="1800"/>
                  </a:lnTo>
                  <a:lnTo>
                    <a:pt x="1445" y="1760"/>
                  </a:lnTo>
                  <a:lnTo>
                    <a:pt x="1460" y="1721"/>
                  </a:lnTo>
                  <a:lnTo>
                    <a:pt x="1478" y="1684"/>
                  </a:lnTo>
                  <a:lnTo>
                    <a:pt x="1498" y="1646"/>
                  </a:lnTo>
                  <a:lnTo>
                    <a:pt x="1520" y="1610"/>
                  </a:lnTo>
                  <a:lnTo>
                    <a:pt x="1545" y="1574"/>
                  </a:lnTo>
                  <a:lnTo>
                    <a:pt x="1570" y="1538"/>
                  </a:lnTo>
                  <a:lnTo>
                    <a:pt x="1592" y="1506"/>
                  </a:lnTo>
                  <a:lnTo>
                    <a:pt x="1614" y="1473"/>
                  </a:lnTo>
                  <a:lnTo>
                    <a:pt x="1636" y="1438"/>
                  </a:lnTo>
                  <a:lnTo>
                    <a:pt x="1658" y="1402"/>
                  </a:lnTo>
                  <a:lnTo>
                    <a:pt x="1678" y="1364"/>
                  </a:lnTo>
                  <a:lnTo>
                    <a:pt x="1698" y="1325"/>
                  </a:lnTo>
                  <a:lnTo>
                    <a:pt x="1715" y="1283"/>
                  </a:lnTo>
                  <a:lnTo>
                    <a:pt x="1731" y="1240"/>
                  </a:lnTo>
                  <a:lnTo>
                    <a:pt x="1745" y="1193"/>
                  </a:lnTo>
                  <a:lnTo>
                    <a:pt x="1756" y="1143"/>
                  </a:lnTo>
                  <a:lnTo>
                    <a:pt x="1765" y="1090"/>
                  </a:lnTo>
                  <a:lnTo>
                    <a:pt x="1770" y="1034"/>
                  </a:lnTo>
                  <a:lnTo>
                    <a:pt x="1772" y="973"/>
                  </a:lnTo>
                  <a:lnTo>
                    <a:pt x="1769" y="908"/>
                  </a:lnTo>
                  <a:lnTo>
                    <a:pt x="1760" y="844"/>
                  </a:lnTo>
                  <a:lnTo>
                    <a:pt x="1745" y="782"/>
                  </a:lnTo>
                  <a:lnTo>
                    <a:pt x="1725" y="723"/>
                  </a:lnTo>
                  <a:lnTo>
                    <a:pt x="1700" y="666"/>
                  </a:lnTo>
                  <a:lnTo>
                    <a:pt x="1668" y="610"/>
                  </a:lnTo>
                  <a:lnTo>
                    <a:pt x="1634" y="559"/>
                  </a:lnTo>
                  <a:lnTo>
                    <a:pt x="1594" y="511"/>
                  </a:lnTo>
                  <a:lnTo>
                    <a:pt x="1550" y="466"/>
                  </a:lnTo>
                  <a:lnTo>
                    <a:pt x="1503" y="424"/>
                  </a:lnTo>
                  <a:lnTo>
                    <a:pt x="1451" y="386"/>
                  </a:lnTo>
                  <a:lnTo>
                    <a:pt x="1397" y="352"/>
                  </a:lnTo>
                  <a:lnTo>
                    <a:pt x="1339" y="324"/>
                  </a:lnTo>
                  <a:lnTo>
                    <a:pt x="1278" y="299"/>
                  </a:lnTo>
                  <a:lnTo>
                    <a:pt x="1216" y="281"/>
                  </a:lnTo>
                  <a:lnTo>
                    <a:pt x="1151" y="266"/>
                  </a:lnTo>
                  <a:lnTo>
                    <a:pt x="1084" y="258"/>
                  </a:lnTo>
                  <a:lnTo>
                    <a:pt x="1014" y="255"/>
                  </a:lnTo>
                  <a:close/>
                  <a:moveTo>
                    <a:pt x="1014" y="0"/>
                  </a:moveTo>
                  <a:lnTo>
                    <a:pt x="1097" y="3"/>
                  </a:lnTo>
                  <a:lnTo>
                    <a:pt x="1179" y="13"/>
                  </a:lnTo>
                  <a:lnTo>
                    <a:pt x="1258" y="29"/>
                  </a:lnTo>
                  <a:lnTo>
                    <a:pt x="1335" y="50"/>
                  </a:lnTo>
                  <a:lnTo>
                    <a:pt x="1408" y="77"/>
                  </a:lnTo>
                  <a:lnTo>
                    <a:pt x="1480" y="109"/>
                  </a:lnTo>
                  <a:lnTo>
                    <a:pt x="1548" y="147"/>
                  </a:lnTo>
                  <a:lnTo>
                    <a:pt x="1613" y="188"/>
                  </a:lnTo>
                  <a:lnTo>
                    <a:pt x="1673" y="235"/>
                  </a:lnTo>
                  <a:lnTo>
                    <a:pt x="1731" y="286"/>
                  </a:lnTo>
                  <a:lnTo>
                    <a:pt x="1783" y="340"/>
                  </a:lnTo>
                  <a:lnTo>
                    <a:pt x="1833" y="399"/>
                  </a:lnTo>
                  <a:lnTo>
                    <a:pt x="1877" y="461"/>
                  </a:lnTo>
                  <a:lnTo>
                    <a:pt x="1915" y="526"/>
                  </a:lnTo>
                  <a:lnTo>
                    <a:pt x="1949" y="595"/>
                  </a:lnTo>
                  <a:lnTo>
                    <a:pt x="1976" y="667"/>
                  </a:lnTo>
                  <a:lnTo>
                    <a:pt x="1999" y="739"/>
                  </a:lnTo>
                  <a:lnTo>
                    <a:pt x="2015" y="815"/>
                  </a:lnTo>
                  <a:lnTo>
                    <a:pt x="2025" y="893"/>
                  </a:lnTo>
                  <a:lnTo>
                    <a:pt x="2029" y="973"/>
                  </a:lnTo>
                  <a:lnTo>
                    <a:pt x="2026" y="1041"/>
                  </a:lnTo>
                  <a:lnTo>
                    <a:pt x="2021" y="1105"/>
                  </a:lnTo>
                  <a:lnTo>
                    <a:pt x="2013" y="1166"/>
                  </a:lnTo>
                  <a:lnTo>
                    <a:pt x="2001" y="1224"/>
                  </a:lnTo>
                  <a:lnTo>
                    <a:pt x="1988" y="1278"/>
                  </a:lnTo>
                  <a:lnTo>
                    <a:pt x="1972" y="1329"/>
                  </a:lnTo>
                  <a:lnTo>
                    <a:pt x="1953" y="1378"/>
                  </a:lnTo>
                  <a:lnTo>
                    <a:pt x="1934" y="1424"/>
                  </a:lnTo>
                  <a:lnTo>
                    <a:pt x="1913" y="1466"/>
                  </a:lnTo>
                  <a:lnTo>
                    <a:pt x="1892" y="1507"/>
                  </a:lnTo>
                  <a:lnTo>
                    <a:pt x="1869" y="1546"/>
                  </a:lnTo>
                  <a:lnTo>
                    <a:pt x="1847" y="1583"/>
                  </a:lnTo>
                  <a:lnTo>
                    <a:pt x="1825" y="1617"/>
                  </a:lnTo>
                  <a:lnTo>
                    <a:pt x="1803" y="1649"/>
                  </a:lnTo>
                  <a:lnTo>
                    <a:pt x="1781" y="1681"/>
                  </a:lnTo>
                  <a:lnTo>
                    <a:pt x="1756" y="1719"/>
                  </a:lnTo>
                  <a:lnTo>
                    <a:pt x="1733" y="1753"/>
                  </a:lnTo>
                  <a:lnTo>
                    <a:pt x="1714" y="1785"/>
                  </a:lnTo>
                  <a:lnTo>
                    <a:pt x="1700" y="1813"/>
                  </a:lnTo>
                  <a:lnTo>
                    <a:pt x="1689" y="1839"/>
                  </a:lnTo>
                  <a:lnTo>
                    <a:pt x="1682" y="1864"/>
                  </a:lnTo>
                  <a:lnTo>
                    <a:pt x="1680" y="1888"/>
                  </a:lnTo>
                  <a:lnTo>
                    <a:pt x="1677" y="1934"/>
                  </a:lnTo>
                  <a:lnTo>
                    <a:pt x="1667" y="1980"/>
                  </a:lnTo>
                  <a:lnTo>
                    <a:pt x="1652" y="2025"/>
                  </a:lnTo>
                  <a:lnTo>
                    <a:pt x="1630" y="2068"/>
                  </a:lnTo>
                  <a:lnTo>
                    <a:pt x="1604" y="2110"/>
                  </a:lnTo>
                  <a:lnTo>
                    <a:pt x="1572" y="2150"/>
                  </a:lnTo>
                  <a:lnTo>
                    <a:pt x="1534" y="2187"/>
                  </a:lnTo>
                  <a:lnTo>
                    <a:pt x="1491" y="2221"/>
                  </a:lnTo>
                  <a:lnTo>
                    <a:pt x="1490" y="2242"/>
                  </a:lnTo>
                  <a:lnTo>
                    <a:pt x="1489" y="2267"/>
                  </a:lnTo>
                  <a:lnTo>
                    <a:pt x="1487" y="2294"/>
                  </a:lnTo>
                  <a:lnTo>
                    <a:pt x="1486" y="2322"/>
                  </a:lnTo>
                  <a:lnTo>
                    <a:pt x="1484" y="2350"/>
                  </a:lnTo>
                  <a:lnTo>
                    <a:pt x="1483" y="2378"/>
                  </a:lnTo>
                  <a:lnTo>
                    <a:pt x="1481" y="2405"/>
                  </a:lnTo>
                  <a:lnTo>
                    <a:pt x="1480" y="2429"/>
                  </a:lnTo>
                  <a:lnTo>
                    <a:pt x="1479" y="2449"/>
                  </a:lnTo>
                  <a:lnTo>
                    <a:pt x="1478" y="2466"/>
                  </a:lnTo>
                  <a:lnTo>
                    <a:pt x="1478" y="2476"/>
                  </a:lnTo>
                  <a:lnTo>
                    <a:pt x="1476" y="2479"/>
                  </a:lnTo>
                  <a:lnTo>
                    <a:pt x="1476" y="2492"/>
                  </a:lnTo>
                  <a:lnTo>
                    <a:pt x="1474" y="2506"/>
                  </a:lnTo>
                  <a:lnTo>
                    <a:pt x="1470" y="2522"/>
                  </a:lnTo>
                  <a:lnTo>
                    <a:pt x="1465" y="2539"/>
                  </a:lnTo>
                  <a:lnTo>
                    <a:pt x="1457" y="2557"/>
                  </a:lnTo>
                  <a:lnTo>
                    <a:pt x="1446" y="2575"/>
                  </a:lnTo>
                  <a:lnTo>
                    <a:pt x="1432" y="2594"/>
                  </a:lnTo>
                  <a:lnTo>
                    <a:pt x="1416" y="2613"/>
                  </a:lnTo>
                  <a:lnTo>
                    <a:pt x="1395" y="2631"/>
                  </a:lnTo>
                  <a:lnTo>
                    <a:pt x="1370" y="2650"/>
                  </a:lnTo>
                  <a:lnTo>
                    <a:pt x="1340" y="2666"/>
                  </a:lnTo>
                  <a:lnTo>
                    <a:pt x="1307" y="2683"/>
                  </a:lnTo>
                  <a:lnTo>
                    <a:pt x="1267" y="2698"/>
                  </a:lnTo>
                  <a:lnTo>
                    <a:pt x="1244" y="2727"/>
                  </a:lnTo>
                  <a:lnTo>
                    <a:pt x="1216" y="2754"/>
                  </a:lnTo>
                  <a:lnTo>
                    <a:pt x="1184" y="2779"/>
                  </a:lnTo>
                  <a:lnTo>
                    <a:pt x="1162" y="2790"/>
                  </a:lnTo>
                  <a:lnTo>
                    <a:pt x="1138" y="2798"/>
                  </a:lnTo>
                  <a:lnTo>
                    <a:pt x="1113" y="2800"/>
                  </a:lnTo>
                  <a:lnTo>
                    <a:pt x="916" y="2800"/>
                  </a:lnTo>
                  <a:lnTo>
                    <a:pt x="891" y="2798"/>
                  </a:lnTo>
                  <a:lnTo>
                    <a:pt x="867" y="2790"/>
                  </a:lnTo>
                  <a:lnTo>
                    <a:pt x="845" y="2779"/>
                  </a:lnTo>
                  <a:lnTo>
                    <a:pt x="813" y="2754"/>
                  </a:lnTo>
                  <a:lnTo>
                    <a:pt x="785" y="2727"/>
                  </a:lnTo>
                  <a:lnTo>
                    <a:pt x="762" y="2698"/>
                  </a:lnTo>
                  <a:lnTo>
                    <a:pt x="720" y="2681"/>
                  </a:lnTo>
                  <a:lnTo>
                    <a:pt x="684" y="2664"/>
                  </a:lnTo>
                  <a:lnTo>
                    <a:pt x="653" y="2646"/>
                  </a:lnTo>
                  <a:lnTo>
                    <a:pt x="628" y="2626"/>
                  </a:lnTo>
                  <a:lnTo>
                    <a:pt x="607" y="2606"/>
                  </a:lnTo>
                  <a:lnTo>
                    <a:pt x="590" y="2585"/>
                  </a:lnTo>
                  <a:lnTo>
                    <a:pt x="578" y="2566"/>
                  </a:lnTo>
                  <a:lnTo>
                    <a:pt x="567" y="2546"/>
                  </a:lnTo>
                  <a:lnTo>
                    <a:pt x="561" y="2527"/>
                  </a:lnTo>
                  <a:lnTo>
                    <a:pt x="556" y="2509"/>
                  </a:lnTo>
                  <a:lnTo>
                    <a:pt x="554" y="2494"/>
                  </a:lnTo>
                  <a:lnTo>
                    <a:pt x="552" y="2479"/>
                  </a:lnTo>
                  <a:lnTo>
                    <a:pt x="552" y="2479"/>
                  </a:lnTo>
                  <a:lnTo>
                    <a:pt x="552" y="2476"/>
                  </a:lnTo>
                  <a:lnTo>
                    <a:pt x="551" y="2466"/>
                  </a:lnTo>
                  <a:lnTo>
                    <a:pt x="550" y="2449"/>
                  </a:lnTo>
                  <a:lnTo>
                    <a:pt x="549" y="2429"/>
                  </a:lnTo>
                  <a:lnTo>
                    <a:pt x="548" y="2405"/>
                  </a:lnTo>
                  <a:lnTo>
                    <a:pt x="546" y="2378"/>
                  </a:lnTo>
                  <a:lnTo>
                    <a:pt x="545" y="2350"/>
                  </a:lnTo>
                  <a:lnTo>
                    <a:pt x="543" y="2322"/>
                  </a:lnTo>
                  <a:lnTo>
                    <a:pt x="542" y="2294"/>
                  </a:lnTo>
                  <a:lnTo>
                    <a:pt x="540" y="2267"/>
                  </a:lnTo>
                  <a:lnTo>
                    <a:pt x="539" y="2242"/>
                  </a:lnTo>
                  <a:lnTo>
                    <a:pt x="538" y="2221"/>
                  </a:lnTo>
                  <a:lnTo>
                    <a:pt x="495" y="2187"/>
                  </a:lnTo>
                  <a:lnTo>
                    <a:pt x="457" y="2150"/>
                  </a:lnTo>
                  <a:lnTo>
                    <a:pt x="425" y="2110"/>
                  </a:lnTo>
                  <a:lnTo>
                    <a:pt x="398" y="2068"/>
                  </a:lnTo>
                  <a:lnTo>
                    <a:pt x="376" y="2025"/>
                  </a:lnTo>
                  <a:lnTo>
                    <a:pt x="362" y="1980"/>
                  </a:lnTo>
                  <a:lnTo>
                    <a:pt x="352" y="1934"/>
                  </a:lnTo>
                  <a:lnTo>
                    <a:pt x="349" y="1888"/>
                  </a:lnTo>
                  <a:lnTo>
                    <a:pt x="347" y="1864"/>
                  </a:lnTo>
                  <a:lnTo>
                    <a:pt x="340" y="1839"/>
                  </a:lnTo>
                  <a:lnTo>
                    <a:pt x="329" y="1813"/>
                  </a:lnTo>
                  <a:lnTo>
                    <a:pt x="315" y="1785"/>
                  </a:lnTo>
                  <a:lnTo>
                    <a:pt x="296" y="1753"/>
                  </a:lnTo>
                  <a:lnTo>
                    <a:pt x="274" y="1719"/>
                  </a:lnTo>
                  <a:lnTo>
                    <a:pt x="248" y="1682"/>
                  </a:lnTo>
                  <a:lnTo>
                    <a:pt x="227" y="1650"/>
                  </a:lnTo>
                  <a:lnTo>
                    <a:pt x="205" y="1617"/>
                  </a:lnTo>
                  <a:lnTo>
                    <a:pt x="182" y="1583"/>
                  </a:lnTo>
                  <a:lnTo>
                    <a:pt x="160" y="1546"/>
                  </a:lnTo>
                  <a:lnTo>
                    <a:pt x="138" y="1508"/>
                  </a:lnTo>
                  <a:lnTo>
                    <a:pt x="116" y="1466"/>
                  </a:lnTo>
                  <a:lnTo>
                    <a:pt x="95" y="1424"/>
                  </a:lnTo>
                  <a:lnTo>
                    <a:pt x="76" y="1378"/>
                  </a:lnTo>
                  <a:lnTo>
                    <a:pt x="57" y="1329"/>
                  </a:lnTo>
                  <a:lnTo>
                    <a:pt x="41" y="1278"/>
                  </a:lnTo>
                  <a:lnTo>
                    <a:pt x="28" y="1224"/>
                  </a:lnTo>
                  <a:lnTo>
                    <a:pt x="16" y="1166"/>
                  </a:lnTo>
                  <a:lnTo>
                    <a:pt x="8" y="1105"/>
                  </a:lnTo>
                  <a:lnTo>
                    <a:pt x="2" y="1041"/>
                  </a:lnTo>
                  <a:lnTo>
                    <a:pt x="0" y="973"/>
                  </a:lnTo>
                  <a:lnTo>
                    <a:pt x="4" y="893"/>
                  </a:lnTo>
                  <a:lnTo>
                    <a:pt x="14" y="815"/>
                  </a:lnTo>
                  <a:lnTo>
                    <a:pt x="30" y="739"/>
                  </a:lnTo>
                  <a:lnTo>
                    <a:pt x="53" y="667"/>
                  </a:lnTo>
                  <a:lnTo>
                    <a:pt x="80" y="595"/>
                  </a:lnTo>
                  <a:lnTo>
                    <a:pt x="114" y="526"/>
                  </a:lnTo>
                  <a:lnTo>
                    <a:pt x="152" y="461"/>
                  </a:lnTo>
                  <a:lnTo>
                    <a:pt x="196" y="399"/>
                  </a:lnTo>
                  <a:lnTo>
                    <a:pt x="246" y="340"/>
                  </a:lnTo>
                  <a:lnTo>
                    <a:pt x="298" y="286"/>
                  </a:lnTo>
                  <a:lnTo>
                    <a:pt x="356" y="235"/>
                  </a:lnTo>
                  <a:lnTo>
                    <a:pt x="416" y="188"/>
                  </a:lnTo>
                  <a:lnTo>
                    <a:pt x="481" y="147"/>
                  </a:lnTo>
                  <a:lnTo>
                    <a:pt x="549" y="109"/>
                  </a:lnTo>
                  <a:lnTo>
                    <a:pt x="621" y="77"/>
                  </a:lnTo>
                  <a:lnTo>
                    <a:pt x="695" y="50"/>
                  </a:lnTo>
                  <a:lnTo>
                    <a:pt x="771" y="29"/>
                  </a:lnTo>
                  <a:lnTo>
                    <a:pt x="850" y="13"/>
                  </a:lnTo>
                  <a:lnTo>
                    <a:pt x="932" y="3"/>
                  </a:lnTo>
                  <a:lnTo>
                    <a:pt x="10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4" name="Freeform 243">
              <a:extLst>
                <a:ext uri="{FF2B5EF4-FFF2-40B4-BE49-F238E27FC236}">
                  <a16:creationId xmlns:a16="http://schemas.microsoft.com/office/drawing/2014/main" id="{0F6F8B94-F8CE-42E4-8FDD-00FD58191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2588" y="4037013"/>
              <a:ext cx="19050" cy="46038"/>
            </a:xfrm>
            <a:custGeom>
              <a:avLst/>
              <a:gdLst>
                <a:gd name="T0" fmla="*/ 63 w 127"/>
                <a:gd name="T1" fmla="*/ 0 h 318"/>
                <a:gd name="T2" fmla="*/ 63 w 127"/>
                <a:gd name="T3" fmla="*/ 0 h 318"/>
                <a:gd name="T4" fmla="*/ 80 w 127"/>
                <a:gd name="T5" fmla="*/ 2 h 318"/>
                <a:gd name="T6" fmla="*/ 96 w 127"/>
                <a:gd name="T7" fmla="*/ 9 h 318"/>
                <a:gd name="T8" fmla="*/ 109 w 127"/>
                <a:gd name="T9" fmla="*/ 19 h 318"/>
                <a:gd name="T10" fmla="*/ 119 w 127"/>
                <a:gd name="T11" fmla="*/ 32 h 318"/>
                <a:gd name="T12" fmla="*/ 125 w 127"/>
                <a:gd name="T13" fmla="*/ 47 h 318"/>
                <a:gd name="T14" fmla="*/ 127 w 127"/>
                <a:gd name="T15" fmla="*/ 64 h 318"/>
                <a:gd name="T16" fmla="*/ 127 w 127"/>
                <a:gd name="T17" fmla="*/ 254 h 318"/>
                <a:gd name="T18" fmla="*/ 125 w 127"/>
                <a:gd name="T19" fmla="*/ 272 h 318"/>
                <a:gd name="T20" fmla="*/ 119 w 127"/>
                <a:gd name="T21" fmla="*/ 286 h 318"/>
                <a:gd name="T22" fmla="*/ 109 w 127"/>
                <a:gd name="T23" fmla="*/ 300 h 318"/>
                <a:gd name="T24" fmla="*/ 96 w 127"/>
                <a:gd name="T25" fmla="*/ 309 h 318"/>
                <a:gd name="T26" fmla="*/ 80 w 127"/>
                <a:gd name="T27" fmla="*/ 315 h 318"/>
                <a:gd name="T28" fmla="*/ 63 w 127"/>
                <a:gd name="T29" fmla="*/ 318 h 318"/>
                <a:gd name="T30" fmla="*/ 47 w 127"/>
                <a:gd name="T31" fmla="*/ 315 h 318"/>
                <a:gd name="T32" fmla="*/ 31 w 127"/>
                <a:gd name="T33" fmla="*/ 309 h 318"/>
                <a:gd name="T34" fmla="*/ 18 w 127"/>
                <a:gd name="T35" fmla="*/ 300 h 318"/>
                <a:gd name="T36" fmla="*/ 8 w 127"/>
                <a:gd name="T37" fmla="*/ 286 h 318"/>
                <a:gd name="T38" fmla="*/ 2 w 127"/>
                <a:gd name="T39" fmla="*/ 272 h 318"/>
                <a:gd name="T40" fmla="*/ 0 w 127"/>
                <a:gd name="T41" fmla="*/ 254 h 318"/>
                <a:gd name="T42" fmla="*/ 0 w 127"/>
                <a:gd name="T43" fmla="*/ 64 h 318"/>
                <a:gd name="T44" fmla="*/ 2 w 127"/>
                <a:gd name="T45" fmla="*/ 47 h 318"/>
                <a:gd name="T46" fmla="*/ 8 w 127"/>
                <a:gd name="T47" fmla="*/ 32 h 318"/>
                <a:gd name="T48" fmla="*/ 18 w 127"/>
                <a:gd name="T49" fmla="*/ 19 h 318"/>
                <a:gd name="T50" fmla="*/ 31 w 127"/>
                <a:gd name="T51" fmla="*/ 9 h 318"/>
                <a:gd name="T52" fmla="*/ 47 w 127"/>
                <a:gd name="T53" fmla="*/ 2 h 318"/>
                <a:gd name="T54" fmla="*/ 63 w 127"/>
                <a:gd name="T5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318">
                  <a:moveTo>
                    <a:pt x="63" y="0"/>
                  </a:moveTo>
                  <a:lnTo>
                    <a:pt x="63" y="0"/>
                  </a:lnTo>
                  <a:lnTo>
                    <a:pt x="80" y="2"/>
                  </a:lnTo>
                  <a:lnTo>
                    <a:pt x="96" y="9"/>
                  </a:lnTo>
                  <a:lnTo>
                    <a:pt x="109" y="19"/>
                  </a:lnTo>
                  <a:lnTo>
                    <a:pt x="119" y="32"/>
                  </a:lnTo>
                  <a:lnTo>
                    <a:pt x="125" y="47"/>
                  </a:lnTo>
                  <a:lnTo>
                    <a:pt x="127" y="64"/>
                  </a:lnTo>
                  <a:lnTo>
                    <a:pt x="127" y="254"/>
                  </a:lnTo>
                  <a:lnTo>
                    <a:pt x="125" y="272"/>
                  </a:lnTo>
                  <a:lnTo>
                    <a:pt x="119" y="286"/>
                  </a:lnTo>
                  <a:lnTo>
                    <a:pt x="109" y="300"/>
                  </a:lnTo>
                  <a:lnTo>
                    <a:pt x="96" y="309"/>
                  </a:lnTo>
                  <a:lnTo>
                    <a:pt x="80" y="315"/>
                  </a:lnTo>
                  <a:lnTo>
                    <a:pt x="63" y="318"/>
                  </a:lnTo>
                  <a:lnTo>
                    <a:pt x="47" y="315"/>
                  </a:lnTo>
                  <a:lnTo>
                    <a:pt x="31" y="309"/>
                  </a:lnTo>
                  <a:lnTo>
                    <a:pt x="18" y="300"/>
                  </a:lnTo>
                  <a:lnTo>
                    <a:pt x="8" y="286"/>
                  </a:lnTo>
                  <a:lnTo>
                    <a:pt x="2" y="272"/>
                  </a:lnTo>
                  <a:lnTo>
                    <a:pt x="0" y="254"/>
                  </a:lnTo>
                  <a:lnTo>
                    <a:pt x="0" y="64"/>
                  </a:lnTo>
                  <a:lnTo>
                    <a:pt x="2" y="47"/>
                  </a:lnTo>
                  <a:lnTo>
                    <a:pt x="8" y="32"/>
                  </a:lnTo>
                  <a:lnTo>
                    <a:pt x="18" y="19"/>
                  </a:lnTo>
                  <a:lnTo>
                    <a:pt x="31" y="9"/>
                  </a:lnTo>
                  <a:lnTo>
                    <a:pt x="47" y="2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5" name="Freeform 244">
              <a:extLst>
                <a:ext uri="{FF2B5EF4-FFF2-40B4-BE49-F238E27FC236}">
                  <a16:creationId xmlns:a16="http://schemas.microsoft.com/office/drawing/2014/main" id="{DCB79C99-7320-40C4-9C7A-57C342BB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9400" y="4065588"/>
              <a:ext cx="31750" cy="41275"/>
            </a:xfrm>
            <a:custGeom>
              <a:avLst/>
              <a:gdLst>
                <a:gd name="T0" fmla="*/ 64 w 224"/>
                <a:gd name="T1" fmla="*/ 0 h 293"/>
                <a:gd name="T2" fmla="*/ 80 w 224"/>
                <a:gd name="T3" fmla="*/ 2 h 293"/>
                <a:gd name="T4" fmla="*/ 95 w 224"/>
                <a:gd name="T5" fmla="*/ 8 h 293"/>
                <a:gd name="T6" fmla="*/ 109 w 224"/>
                <a:gd name="T7" fmla="*/ 18 h 293"/>
                <a:gd name="T8" fmla="*/ 119 w 224"/>
                <a:gd name="T9" fmla="*/ 32 h 293"/>
                <a:gd name="T10" fmla="*/ 216 w 224"/>
                <a:gd name="T11" fmla="*/ 197 h 293"/>
                <a:gd name="T12" fmla="*/ 222 w 224"/>
                <a:gd name="T13" fmla="*/ 213 h 293"/>
                <a:gd name="T14" fmla="*/ 224 w 224"/>
                <a:gd name="T15" fmla="*/ 230 h 293"/>
                <a:gd name="T16" fmla="*/ 222 w 224"/>
                <a:gd name="T17" fmla="*/ 245 h 293"/>
                <a:gd name="T18" fmla="*/ 216 w 224"/>
                <a:gd name="T19" fmla="*/ 261 h 293"/>
                <a:gd name="T20" fmla="*/ 206 w 224"/>
                <a:gd name="T21" fmla="*/ 274 h 293"/>
                <a:gd name="T22" fmla="*/ 193 w 224"/>
                <a:gd name="T23" fmla="*/ 285 h 293"/>
                <a:gd name="T24" fmla="*/ 177 w 224"/>
                <a:gd name="T25" fmla="*/ 291 h 293"/>
                <a:gd name="T26" fmla="*/ 160 w 224"/>
                <a:gd name="T27" fmla="*/ 293 h 293"/>
                <a:gd name="T28" fmla="*/ 143 w 224"/>
                <a:gd name="T29" fmla="*/ 291 h 293"/>
                <a:gd name="T30" fmla="*/ 129 w 224"/>
                <a:gd name="T31" fmla="*/ 285 h 293"/>
                <a:gd name="T32" fmla="*/ 115 w 224"/>
                <a:gd name="T33" fmla="*/ 274 h 293"/>
                <a:gd name="T34" fmla="*/ 105 w 224"/>
                <a:gd name="T35" fmla="*/ 261 h 293"/>
                <a:gd name="T36" fmla="*/ 8 w 224"/>
                <a:gd name="T37" fmla="*/ 95 h 293"/>
                <a:gd name="T38" fmla="*/ 2 w 224"/>
                <a:gd name="T39" fmla="*/ 80 h 293"/>
                <a:gd name="T40" fmla="*/ 0 w 224"/>
                <a:gd name="T41" fmla="*/ 63 h 293"/>
                <a:gd name="T42" fmla="*/ 2 w 224"/>
                <a:gd name="T43" fmla="*/ 48 h 293"/>
                <a:gd name="T44" fmla="*/ 8 w 224"/>
                <a:gd name="T45" fmla="*/ 32 h 293"/>
                <a:gd name="T46" fmla="*/ 19 w 224"/>
                <a:gd name="T47" fmla="*/ 19 h 293"/>
                <a:gd name="T48" fmla="*/ 31 w 224"/>
                <a:gd name="T49" fmla="*/ 9 h 293"/>
                <a:gd name="T50" fmla="*/ 48 w 224"/>
                <a:gd name="T51" fmla="*/ 2 h 293"/>
                <a:gd name="T52" fmla="*/ 64 w 224"/>
                <a:gd name="T53" fmla="*/ 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3">
                  <a:moveTo>
                    <a:pt x="64" y="0"/>
                  </a:moveTo>
                  <a:lnTo>
                    <a:pt x="80" y="2"/>
                  </a:lnTo>
                  <a:lnTo>
                    <a:pt x="95" y="8"/>
                  </a:lnTo>
                  <a:lnTo>
                    <a:pt x="109" y="18"/>
                  </a:lnTo>
                  <a:lnTo>
                    <a:pt x="119" y="32"/>
                  </a:lnTo>
                  <a:lnTo>
                    <a:pt x="216" y="197"/>
                  </a:lnTo>
                  <a:lnTo>
                    <a:pt x="222" y="213"/>
                  </a:lnTo>
                  <a:lnTo>
                    <a:pt x="224" y="230"/>
                  </a:lnTo>
                  <a:lnTo>
                    <a:pt x="222" y="245"/>
                  </a:lnTo>
                  <a:lnTo>
                    <a:pt x="216" y="261"/>
                  </a:lnTo>
                  <a:lnTo>
                    <a:pt x="206" y="274"/>
                  </a:lnTo>
                  <a:lnTo>
                    <a:pt x="193" y="285"/>
                  </a:lnTo>
                  <a:lnTo>
                    <a:pt x="177" y="291"/>
                  </a:lnTo>
                  <a:lnTo>
                    <a:pt x="160" y="293"/>
                  </a:lnTo>
                  <a:lnTo>
                    <a:pt x="143" y="291"/>
                  </a:lnTo>
                  <a:lnTo>
                    <a:pt x="129" y="285"/>
                  </a:lnTo>
                  <a:lnTo>
                    <a:pt x="115" y="274"/>
                  </a:lnTo>
                  <a:lnTo>
                    <a:pt x="105" y="261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8"/>
                  </a:lnTo>
                  <a:lnTo>
                    <a:pt x="8" y="32"/>
                  </a:lnTo>
                  <a:lnTo>
                    <a:pt x="19" y="19"/>
                  </a:lnTo>
                  <a:lnTo>
                    <a:pt x="31" y="9"/>
                  </a:lnTo>
                  <a:lnTo>
                    <a:pt x="48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6" name="Freeform 245">
              <a:extLst>
                <a:ext uri="{FF2B5EF4-FFF2-40B4-BE49-F238E27FC236}">
                  <a16:creationId xmlns:a16="http://schemas.microsoft.com/office/drawing/2014/main" id="{28FC6C9B-4813-4D90-B7C7-C88F51591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3200" y="4140200"/>
              <a:ext cx="41275" cy="33338"/>
            </a:xfrm>
            <a:custGeom>
              <a:avLst/>
              <a:gdLst>
                <a:gd name="T0" fmla="*/ 64 w 294"/>
                <a:gd name="T1" fmla="*/ 0 h 222"/>
                <a:gd name="T2" fmla="*/ 79 w 294"/>
                <a:gd name="T3" fmla="*/ 2 h 222"/>
                <a:gd name="T4" fmla="*/ 96 w 294"/>
                <a:gd name="T5" fmla="*/ 8 h 222"/>
                <a:gd name="T6" fmla="*/ 263 w 294"/>
                <a:gd name="T7" fmla="*/ 103 h 222"/>
                <a:gd name="T8" fmla="*/ 276 w 294"/>
                <a:gd name="T9" fmla="*/ 114 h 222"/>
                <a:gd name="T10" fmla="*/ 286 w 294"/>
                <a:gd name="T11" fmla="*/ 127 h 222"/>
                <a:gd name="T12" fmla="*/ 292 w 294"/>
                <a:gd name="T13" fmla="*/ 142 h 222"/>
                <a:gd name="T14" fmla="*/ 294 w 294"/>
                <a:gd name="T15" fmla="*/ 158 h 222"/>
                <a:gd name="T16" fmla="*/ 292 w 294"/>
                <a:gd name="T17" fmla="*/ 175 h 222"/>
                <a:gd name="T18" fmla="*/ 286 w 294"/>
                <a:gd name="T19" fmla="*/ 190 h 222"/>
                <a:gd name="T20" fmla="*/ 275 w 294"/>
                <a:gd name="T21" fmla="*/ 204 h 222"/>
                <a:gd name="T22" fmla="*/ 262 w 294"/>
                <a:gd name="T23" fmla="*/ 214 h 222"/>
                <a:gd name="T24" fmla="*/ 246 w 294"/>
                <a:gd name="T25" fmla="*/ 220 h 222"/>
                <a:gd name="T26" fmla="*/ 230 w 294"/>
                <a:gd name="T27" fmla="*/ 222 h 222"/>
                <a:gd name="T28" fmla="*/ 213 w 294"/>
                <a:gd name="T29" fmla="*/ 220 h 222"/>
                <a:gd name="T30" fmla="*/ 198 w 294"/>
                <a:gd name="T31" fmla="*/ 213 h 222"/>
                <a:gd name="T32" fmla="*/ 31 w 294"/>
                <a:gd name="T33" fmla="*/ 118 h 222"/>
                <a:gd name="T34" fmla="*/ 18 w 294"/>
                <a:gd name="T35" fmla="*/ 108 h 222"/>
                <a:gd name="T36" fmla="*/ 8 w 294"/>
                <a:gd name="T37" fmla="*/ 95 h 222"/>
                <a:gd name="T38" fmla="*/ 2 w 294"/>
                <a:gd name="T39" fmla="*/ 80 h 222"/>
                <a:gd name="T40" fmla="*/ 0 w 294"/>
                <a:gd name="T41" fmla="*/ 63 h 222"/>
                <a:gd name="T42" fmla="*/ 2 w 294"/>
                <a:gd name="T43" fmla="*/ 47 h 222"/>
                <a:gd name="T44" fmla="*/ 8 w 294"/>
                <a:gd name="T45" fmla="*/ 31 h 222"/>
                <a:gd name="T46" fmla="*/ 19 w 294"/>
                <a:gd name="T47" fmla="*/ 18 h 222"/>
                <a:gd name="T48" fmla="*/ 32 w 294"/>
                <a:gd name="T49" fmla="*/ 8 h 222"/>
                <a:gd name="T50" fmla="*/ 47 w 294"/>
                <a:gd name="T51" fmla="*/ 2 h 222"/>
                <a:gd name="T52" fmla="*/ 64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64" y="0"/>
                  </a:moveTo>
                  <a:lnTo>
                    <a:pt x="79" y="2"/>
                  </a:lnTo>
                  <a:lnTo>
                    <a:pt x="96" y="8"/>
                  </a:lnTo>
                  <a:lnTo>
                    <a:pt x="263" y="103"/>
                  </a:lnTo>
                  <a:lnTo>
                    <a:pt x="276" y="114"/>
                  </a:lnTo>
                  <a:lnTo>
                    <a:pt x="286" y="127"/>
                  </a:lnTo>
                  <a:lnTo>
                    <a:pt x="292" y="142"/>
                  </a:lnTo>
                  <a:lnTo>
                    <a:pt x="294" y="158"/>
                  </a:lnTo>
                  <a:lnTo>
                    <a:pt x="292" y="175"/>
                  </a:lnTo>
                  <a:lnTo>
                    <a:pt x="286" y="190"/>
                  </a:lnTo>
                  <a:lnTo>
                    <a:pt x="275" y="204"/>
                  </a:lnTo>
                  <a:lnTo>
                    <a:pt x="262" y="214"/>
                  </a:lnTo>
                  <a:lnTo>
                    <a:pt x="246" y="220"/>
                  </a:lnTo>
                  <a:lnTo>
                    <a:pt x="230" y="222"/>
                  </a:lnTo>
                  <a:lnTo>
                    <a:pt x="213" y="220"/>
                  </a:lnTo>
                  <a:lnTo>
                    <a:pt x="198" y="213"/>
                  </a:lnTo>
                  <a:lnTo>
                    <a:pt x="31" y="118"/>
                  </a:lnTo>
                  <a:lnTo>
                    <a:pt x="18" y="108"/>
                  </a:lnTo>
                  <a:lnTo>
                    <a:pt x="8" y="95"/>
                  </a:lnTo>
                  <a:lnTo>
                    <a:pt x="2" y="80"/>
                  </a:lnTo>
                  <a:lnTo>
                    <a:pt x="0" y="63"/>
                  </a:lnTo>
                  <a:lnTo>
                    <a:pt x="2" y="47"/>
                  </a:lnTo>
                  <a:lnTo>
                    <a:pt x="8" y="31"/>
                  </a:lnTo>
                  <a:lnTo>
                    <a:pt x="19" y="18"/>
                  </a:lnTo>
                  <a:lnTo>
                    <a:pt x="32" y="8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7" name="Freeform 246">
              <a:extLst>
                <a:ext uri="{FF2B5EF4-FFF2-40B4-BE49-F238E27FC236}">
                  <a16:creationId xmlns:a16="http://schemas.microsoft.com/office/drawing/2014/main" id="{DAE4CD80-F2F9-4318-914E-EE0DEFABD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625" y="4243388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3 w 321"/>
                <a:gd name="T5" fmla="*/ 4 h 128"/>
                <a:gd name="T6" fmla="*/ 289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8 w 321"/>
                <a:gd name="T13" fmla="*/ 47 h 128"/>
                <a:gd name="T14" fmla="*/ 321 w 321"/>
                <a:gd name="T15" fmla="*/ 65 h 128"/>
                <a:gd name="T16" fmla="*/ 318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89 w 321"/>
                <a:gd name="T23" fmla="*/ 119 h 128"/>
                <a:gd name="T24" fmla="*/ 273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7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2 w 321"/>
                <a:gd name="T39" fmla="*/ 82 h 128"/>
                <a:gd name="T40" fmla="*/ 0 w 321"/>
                <a:gd name="T41" fmla="*/ 65 h 128"/>
                <a:gd name="T42" fmla="*/ 2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7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3" y="4"/>
                  </a:lnTo>
                  <a:lnTo>
                    <a:pt x="289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8" y="47"/>
                  </a:lnTo>
                  <a:lnTo>
                    <a:pt x="321" y="65"/>
                  </a:lnTo>
                  <a:lnTo>
                    <a:pt x="318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89" y="119"/>
                  </a:lnTo>
                  <a:lnTo>
                    <a:pt x="273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7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2" y="82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7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8" name="Freeform 247">
              <a:extLst>
                <a:ext uri="{FF2B5EF4-FFF2-40B4-BE49-F238E27FC236}">
                  <a16:creationId xmlns:a16="http://schemas.microsoft.com/office/drawing/2014/main" id="{5CF327B9-0B4E-41B9-80C9-98BFF5461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3200" y="4333875"/>
              <a:ext cx="41275" cy="31750"/>
            </a:xfrm>
            <a:custGeom>
              <a:avLst/>
              <a:gdLst>
                <a:gd name="T0" fmla="*/ 230 w 294"/>
                <a:gd name="T1" fmla="*/ 0 h 224"/>
                <a:gd name="T2" fmla="*/ 247 w 294"/>
                <a:gd name="T3" fmla="*/ 3 h 224"/>
                <a:gd name="T4" fmla="*/ 262 w 294"/>
                <a:gd name="T5" fmla="*/ 9 h 224"/>
                <a:gd name="T6" fmla="*/ 275 w 294"/>
                <a:gd name="T7" fmla="*/ 19 h 224"/>
                <a:gd name="T8" fmla="*/ 286 w 294"/>
                <a:gd name="T9" fmla="*/ 33 h 224"/>
                <a:gd name="T10" fmla="*/ 292 w 294"/>
                <a:gd name="T11" fmla="*/ 48 h 224"/>
                <a:gd name="T12" fmla="*/ 294 w 294"/>
                <a:gd name="T13" fmla="*/ 65 h 224"/>
                <a:gd name="T14" fmla="*/ 292 w 294"/>
                <a:gd name="T15" fmla="*/ 80 h 224"/>
                <a:gd name="T16" fmla="*/ 286 w 294"/>
                <a:gd name="T17" fmla="*/ 96 h 224"/>
                <a:gd name="T18" fmla="*/ 275 w 294"/>
                <a:gd name="T19" fmla="*/ 110 h 224"/>
                <a:gd name="T20" fmla="*/ 263 w 294"/>
                <a:gd name="T21" fmla="*/ 120 h 224"/>
                <a:gd name="T22" fmla="*/ 96 w 294"/>
                <a:gd name="T23" fmla="*/ 215 h 224"/>
                <a:gd name="T24" fmla="*/ 80 w 294"/>
                <a:gd name="T25" fmla="*/ 221 h 224"/>
                <a:gd name="T26" fmla="*/ 64 w 294"/>
                <a:gd name="T27" fmla="*/ 224 h 224"/>
                <a:gd name="T28" fmla="*/ 47 w 294"/>
                <a:gd name="T29" fmla="*/ 221 h 224"/>
                <a:gd name="T30" fmla="*/ 32 w 294"/>
                <a:gd name="T31" fmla="*/ 216 h 224"/>
                <a:gd name="T32" fmla="*/ 19 w 294"/>
                <a:gd name="T33" fmla="*/ 205 h 224"/>
                <a:gd name="T34" fmla="*/ 8 w 294"/>
                <a:gd name="T35" fmla="*/ 192 h 224"/>
                <a:gd name="T36" fmla="*/ 2 w 294"/>
                <a:gd name="T37" fmla="*/ 176 h 224"/>
                <a:gd name="T38" fmla="*/ 0 w 294"/>
                <a:gd name="T39" fmla="*/ 159 h 224"/>
                <a:gd name="T40" fmla="*/ 2 w 294"/>
                <a:gd name="T41" fmla="*/ 144 h 224"/>
                <a:gd name="T42" fmla="*/ 8 w 294"/>
                <a:gd name="T43" fmla="*/ 128 h 224"/>
                <a:gd name="T44" fmla="*/ 18 w 294"/>
                <a:gd name="T45" fmla="*/ 116 h 224"/>
                <a:gd name="T46" fmla="*/ 31 w 294"/>
                <a:gd name="T47" fmla="*/ 105 h 224"/>
                <a:gd name="T48" fmla="*/ 198 w 294"/>
                <a:gd name="T49" fmla="*/ 10 h 224"/>
                <a:gd name="T50" fmla="*/ 215 w 294"/>
                <a:gd name="T51" fmla="*/ 2 h 224"/>
                <a:gd name="T52" fmla="*/ 230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230" y="0"/>
                  </a:moveTo>
                  <a:lnTo>
                    <a:pt x="247" y="3"/>
                  </a:lnTo>
                  <a:lnTo>
                    <a:pt x="262" y="9"/>
                  </a:lnTo>
                  <a:lnTo>
                    <a:pt x="275" y="19"/>
                  </a:lnTo>
                  <a:lnTo>
                    <a:pt x="286" y="33"/>
                  </a:lnTo>
                  <a:lnTo>
                    <a:pt x="292" y="48"/>
                  </a:lnTo>
                  <a:lnTo>
                    <a:pt x="294" y="65"/>
                  </a:lnTo>
                  <a:lnTo>
                    <a:pt x="292" y="80"/>
                  </a:lnTo>
                  <a:lnTo>
                    <a:pt x="286" y="96"/>
                  </a:lnTo>
                  <a:lnTo>
                    <a:pt x="275" y="110"/>
                  </a:lnTo>
                  <a:lnTo>
                    <a:pt x="263" y="120"/>
                  </a:lnTo>
                  <a:lnTo>
                    <a:pt x="96" y="215"/>
                  </a:lnTo>
                  <a:lnTo>
                    <a:pt x="80" y="221"/>
                  </a:lnTo>
                  <a:lnTo>
                    <a:pt x="64" y="224"/>
                  </a:lnTo>
                  <a:lnTo>
                    <a:pt x="47" y="221"/>
                  </a:lnTo>
                  <a:lnTo>
                    <a:pt x="32" y="216"/>
                  </a:lnTo>
                  <a:lnTo>
                    <a:pt x="19" y="205"/>
                  </a:lnTo>
                  <a:lnTo>
                    <a:pt x="8" y="192"/>
                  </a:lnTo>
                  <a:lnTo>
                    <a:pt x="2" y="176"/>
                  </a:lnTo>
                  <a:lnTo>
                    <a:pt x="0" y="159"/>
                  </a:lnTo>
                  <a:lnTo>
                    <a:pt x="2" y="144"/>
                  </a:lnTo>
                  <a:lnTo>
                    <a:pt x="8" y="128"/>
                  </a:lnTo>
                  <a:lnTo>
                    <a:pt x="18" y="116"/>
                  </a:lnTo>
                  <a:lnTo>
                    <a:pt x="31" y="105"/>
                  </a:lnTo>
                  <a:lnTo>
                    <a:pt x="198" y="10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9" name="Freeform 248">
              <a:extLst>
                <a:ext uri="{FF2B5EF4-FFF2-40B4-BE49-F238E27FC236}">
                  <a16:creationId xmlns:a16="http://schemas.microsoft.com/office/drawing/2014/main" id="{8CFD6781-2536-4910-84D1-C45A885EE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750" y="4333875"/>
              <a:ext cx="41275" cy="31750"/>
            </a:xfrm>
            <a:custGeom>
              <a:avLst/>
              <a:gdLst>
                <a:gd name="T0" fmla="*/ 64 w 294"/>
                <a:gd name="T1" fmla="*/ 0 h 224"/>
                <a:gd name="T2" fmla="*/ 80 w 294"/>
                <a:gd name="T3" fmla="*/ 2 h 224"/>
                <a:gd name="T4" fmla="*/ 96 w 294"/>
                <a:gd name="T5" fmla="*/ 10 h 224"/>
                <a:gd name="T6" fmla="*/ 263 w 294"/>
                <a:gd name="T7" fmla="*/ 105 h 224"/>
                <a:gd name="T8" fmla="*/ 276 w 294"/>
                <a:gd name="T9" fmla="*/ 116 h 224"/>
                <a:gd name="T10" fmla="*/ 286 w 294"/>
                <a:gd name="T11" fmla="*/ 128 h 224"/>
                <a:gd name="T12" fmla="*/ 292 w 294"/>
                <a:gd name="T13" fmla="*/ 144 h 224"/>
                <a:gd name="T14" fmla="*/ 294 w 294"/>
                <a:gd name="T15" fmla="*/ 159 h 224"/>
                <a:gd name="T16" fmla="*/ 292 w 294"/>
                <a:gd name="T17" fmla="*/ 176 h 224"/>
                <a:gd name="T18" fmla="*/ 286 w 294"/>
                <a:gd name="T19" fmla="*/ 192 h 224"/>
                <a:gd name="T20" fmla="*/ 275 w 294"/>
                <a:gd name="T21" fmla="*/ 205 h 224"/>
                <a:gd name="T22" fmla="*/ 262 w 294"/>
                <a:gd name="T23" fmla="*/ 216 h 224"/>
                <a:gd name="T24" fmla="*/ 247 w 294"/>
                <a:gd name="T25" fmla="*/ 221 h 224"/>
                <a:gd name="T26" fmla="*/ 230 w 294"/>
                <a:gd name="T27" fmla="*/ 224 h 224"/>
                <a:gd name="T28" fmla="*/ 214 w 294"/>
                <a:gd name="T29" fmla="*/ 221 h 224"/>
                <a:gd name="T30" fmla="*/ 198 w 294"/>
                <a:gd name="T31" fmla="*/ 215 h 224"/>
                <a:gd name="T32" fmla="*/ 31 w 294"/>
                <a:gd name="T33" fmla="*/ 120 h 224"/>
                <a:gd name="T34" fmla="*/ 19 w 294"/>
                <a:gd name="T35" fmla="*/ 110 h 224"/>
                <a:gd name="T36" fmla="*/ 8 w 294"/>
                <a:gd name="T37" fmla="*/ 96 h 224"/>
                <a:gd name="T38" fmla="*/ 2 w 294"/>
                <a:gd name="T39" fmla="*/ 80 h 224"/>
                <a:gd name="T40" fmla="*/ 0 w 294"/>
                <a:gd name="T41" fmla="*/ 65 h 224"/>
                <a:gd name="T42" fmla="*/ 2 w 294"/>
                <a:gd name="T43" fmla="*/ 48 h 224"/>
                <a:gd name="T44" fmla="*/ 8 w 294"/>
                <a:gd name="T45" fmla="*/ 33 h 224"/>
                <a:gd name="T46" fmla="*/ 19 w 294"/>
                <a:gd name="T47" fmla="*/ 19 h 224"/>
                <a:gd name="T48" fmla="*/ 32 w 294"/>
                <a:gd name="T49" fmla="*/ 9 h 224"/>
                <a:gd name="T50" fmla="*/ 47 w 294"/>
                <a:gd name="T51" fmla="*/ 3 h 224"/>
                <a:gd name="T52" fmla="*/ 64 w 294"/>
                <a:gd name="T5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4">
                  <a:moveTo>
                    <a:pt x="64" y="0"/>
                  </a:moveTo>
                  <a:lnTo>
                    <a:pt x="80" y="2"/>
                  </a:lnTo>
                  <a:lnTo>
                    <a:pt x="96" y="10"/>
                  </a:lnTo>
                  <a:lnTo>
                    <a:pt x="263" y="105"/>
                  </a:lnTo>
                  <a:lnTo>
                    <a:pt x="276" y="116"/>
                  </a:lnTo>
                  <a:lnTo>
                    <a:pt x="286" y="128"/>
                  </a:lnTo>
                  <a:lnTo>
                    <a:pt x="292" y="144"/>
                  </a:lnTo>
                  <a:lnTo>
                    <a:pt x="294" y="159"/>
                  </a:lnTo>
                  <a:lnTo>
                    <a:pt x="292" y="176"/>
                  </a:lnTo>
                  <a:lnTo>
                    <a:pt x="286" y="192"/>
                  </a:lnTo>
                  <a:lnTo>
                    <a:pt x="275" y="205"/>
                  </a:lnTo>
                  <a:lnTo>
                    <a:pt x="262" y="216"/>
                  </a:lnTo>
                  <a:lnTo>
                    <a:pt x="247" y="221"/>
                  </a:lnTo>
                  <a:lnTo>
                    <a:pt x="230" y="224"/>
                  </a:lnTo>
                  <a:lnTo>
                    <a:pt x="214" y="221"/>
                  </a:lnTo>
                  <a:lnTo>
                    <a:pt x="198" y="215"/>
                  </a:lnTo>
                  <a:lnTo>
                    <a:pt x="31" y="120"/>
                  </a:lnTo>
                  <a:lnTo>
                    <a:pt x="19" y="110"/>
                  </a:lnTo>
                  <a:lnTo>
                    <a:pt x="8" y="96"/>
                  </a:lnTo>
                  <a:lnTo>
                    <a:pt x="2" y="80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7" y="3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0" name="Freeform 249">
              <a:extLst>
                <a:ext uri="{FF2B5EF4-FFF2-40B4-BE49-F238E27FC236}">
                  <a16:creationId xmlns:a16="http://schemas.microsoft.com/office/drawing/2014/main" id="{B946D961-2EB6-4BC2-A61A-E43B26EF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3563" y="4243388"/>
              <a:ext cx="46038" cy="19050"/>
            </a:xfrm>
            <a:custGeom>
              <a:avLst/>
              <a:gdLst>
                <a:gd name="T0" fmla="*/ 64 w 321"/>
                <a:gd name="T1" fmla="*/ 0 h 128"/>
                <a:gd name="T2" fmla="*/ 257 w 321"/>
                <a:gd name="T3" fmla="*/ 0 h 128"/>
                <a:gd name="T4" fmla="*/ 274 w 321"/>
                <a:gd name="T5" fmla="*/ 4 h 128"/>
                <a:gd name="T6" fmla="*/ 290 w 321"/>
                <a:gd name="T7" fmla="*/ 10 h 128"/>
                <a:gd name="T8" fmla="*/ 302 w 321"/>
                <a:gd name="T9" fmla="*/ 19 h 128"/>
                <a:gd name="T10" fmla="*/ 312 w 321"/>
                <a:gd name="T11" fmla="*/ 33 h 128"/>
                <a:gd name="T12" fmla="*/ 319 w 321"/>
                <a:gd name="T13" fmla="*/ 47 h 128"/>
                <a:gd name="T14" fmla="*/ 321 w 321"/>
                <a:gd name="T15" fmla="*/ 65 h 128"/>
                <a:gd name="T16" fmla="*/ 319 w 321"/>
                <a:gd name="T17" fmla="*/ 82 h 128"/>
                <a:gd name="T18" fmla="*/ 312 w 321"/>
                <a:gd name="T19" fmla="*/ 96 h 128"/>
                <a:gd name="T20" fmla="*/ 302 w 321"/>
                <a:gd name="T21" fmla="*/ 110 h 128"/>
                <a:gd name="T22" fmla="*/ 290 w 321"/>
                <a:gd name="T23" fmla="*/ 119 h 128"/>
                <a:gd name="T24" fmla="*/ 274 w 321"/>
                <a:gd name="T25" fmla="*/ 126 h 128"/>
                <a:gd name="T26" fmla="*/ 257 w 321"/>
                <a:gd name="T27" fmla="*/ 128 h 128"/>
                <a:gd name="T28" fmla="*/ 64 w 321"/>
                <a:gd name="T29" fmla="*/ 128 h 128"/>
                <a:gd name="T30" fmla="*/ 48 w 321"/>
                <a:gd name="T31" fmla="*/ 126 h 128"/>
                <a:gd name="T32" fmla="*/ 32 w 321"/>
                <a:gd name="T33" fmla="*/ 119 h 128"/>
                <a:gd name="T34" fmla="*/ 19 w 321"/>
                <a:gd name="T35" fmla="*/ 110 h 128"/>
                <a:gd name="T36" fmla="*/ 9 w 321"/>
                <a:gd name="T37" fmla="*/ 96 h 128"/>
                <a:gd name="T38" fmla="*/ 3 w 321"/>
                <a:gd name="T39" fmla="*/ 82 h 128"/>
                <a:gd name="T40" fmla="*/ 0 w 321"/>
                <a:gd name="T41" fmla="*/ 65 h 128"/>
                <a:gd name="T42" fmla="*/ 3 w 321"/>
                <a:gd name="T43" fmla="*/ 47 h 128"/>
                <a:gd name="T44" fmla="*/ 9 w 321"/>
                <a:gd name="T45" fmla="*/ 33 h 128"/>
                <a:gd name="T46" fmla="*/ 19 w 321"/>
                <a:gd name="T47" fmla="*/ 19 h 128"/>
                <a:gd name="T48" fmla="*/ 32 w 321"/>
                <a:gd name="T49" fmla="*/ 10 h 128"/>
                <a:gd name="T50" fmla="*/ 48 w 321"/>
                <a:gd name="T51" fmla="*/ 4 h 128"/>
                <a:gd name="T52" fmla="*/ 64 w 321"/>
                <a:gd name="T5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1" h="128">
                  <a:moveTo>
                    <a:pt x="64" y="0"/>
                  </a:moveTo>
                  <a:lnTo>
                    <a:pt x="257" y="0"/>
                  </a:lnTo>
                  <a:lnTo>
                    <a:pt x="274" y="4"/>
                  </a:lnTo>
                  <a:lnTo>
                    <a:pt x="290" y="10"/>
                  </a:lnTo>
                  <a:lnTo>
                    <a:pt x="302" y="19"/>
                  </a:lnTo>
                  <a:lnTo>
                    <a:pt x="312" y="33"/>
                  </a:lnTo>
                  <a:lnTo>
                    <a:pt x="319" y="47"/>
                  </a:lnTo>
                  <a:lnTo>
                    <a:pt x="321" y="65"/>
                  </a:lnTo>
                  <a:lnTo>
                    <a:pt x="319" y="82"/>
                  </a:lnTo>
                  <a:lnTo>
                    <a:pt x="312" y="96"/>
                  </a:lnTo>
                  <a:lnTo>
                    <a:pt x="302" y="110"/>
                  </a:lnTo>
                  <a:lnTo>
                    <a:pt x="290" y="119"/>
                  </a:lnTo>
                  <a:lnTo>
                    <a:pt x="274" y="126"/>
                  </a:lnTo>
                  <a:lnTo>
                    <a:pt x="257" y="128"/>
                  </a:lnTo>
                  <a:lnTo>
                    <a:pt x="64" y="128"/>
                  </a:lnTo>
                  <a:lnTo>
                    <a:pt x="48" y="126"/>
                  </a:lnTo>
                  <a:lnTo>
                    <a:pt x="32" y="119"/>
                  </a:lnTo>
                  <a:lnTo>
                    <a:pt x="19" y="110"/>
                  </a:lnTo>
                  <a:lnTo>
                    <a:pt x="9" y="96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9" y="33"/>
                  </a:lnTo>
                  <a:lnTo>
                    <a:pt x="19" y="19"/>
                  </a:lnTo>
                  <a:lnTo>
                    <a:pt x="32" y="10"/>
                  </a:lnTo>
                  <a:lnTo>
                    <a:pt x="48" y="4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1" name="Freeform 250">
              <a:extLst>
                <a:ext uri="{FF2B5EF4-FFF2-40B4-BE49-F238E27FC236}">
                  <a16:creationId xmlns:a16="http://schemas.microsoft.com/office/drawing/2014/main" id="{A2019A3A-081A-48C4-ADE9-5D927440F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9750" y="4140200"/>
              <a:ext cx="41275" cy="33338"/>
            </a:xfrm>
            <a:custGeom>
              <a:avLst/>
              <a:gdLst>
                <a:gd name="T0" fmla="*/ 230 w 294"/>
                <a:gd name="T1" fmla="*/ 0 h 222"/>
                <a:gd name="T2" fmla="*/ 247 w 294"/>
                <a:gd name="T3" fmla="*/ 2 h 222"/>
                <a:gd name="T4" fmla="*/ 262 w 294"/>
                <a:gd name="T5" fmla="*/ 8 h 222"/>
                <a:gd name="T6" fmla="*/ 275 w 294"/>
                <a:gd name="T7" fmla="*/ 18 h 222"/>
                <a:gd name="T8" fmla="*/ 286 w 294"/>
                <a:gd name="T9" fmla="*/ 31 h 222"/>
                <a:gd name="T10" fmla="*/ 292 w 294"/>
                <a:gd name="T11" fmla="*/ 47 h 222"/>
                <a:gd name="T12" fmla="*/ 294 w 294"/>
                <a:gd name="T13" fmla="*/ 63 h 222"/>
                <a:gd name="T14" fmla="*/ 292 w 294"/>
                <a:gd name="T15" fmla="*/ 80 h 222"/>
                <a:gd name="T16" fmla="*/ 286 w 294"/>
                <a:gd name="T17" fmla="*/ 95 h 222"/>
                <a:gd name="T18" fmla="*/ 276 w 294"/>
                <a:gd name="T19" fmla="*/ 108 h 222"/>
                <a:gd name="T20" fmla="*/ 263 w 294"/>
                <a:gd name="T21" fmla="*/ 118 h 222"/>
                <a:gd name="T22" fmla="*/ 96 w 294"/>
                <a:gd name="T23" fmla="*/ 213 h 222"/>
                <a:gd name="T24" fmla="*/ 80 w 294"/>
                <a:gd name="T25" fmla="*/ 220 h 222"/>
                <a:gd name="T26" fmla="*/ 64 w 294"/>
                <a:gd name="T27" fmla="*/ 222 h 222"/>
                <a:gd name="T28" fmla="*/ 48 w 294"/>
                <a:gd name="T29" fmla="*/ 220 h 222"/>
                <a:gd name="T30" fmla="*/ 32 w 294"/>
                <a:gd name="T31" fmla="*/ 214 h 222"/>
                <a:gd name="T32" fmla="*/ 19 w 294"/>
                <a:gd name="T33" fmla="*/ 204 h 222"/>
                <a:gd name="T34" fmla="*/ 8 w 294"/>
                <a:gd name="T35" fmla="*/ 190 h 222"/>
                <a:gd name="T36" fmla="*/ 2 w 294"/>
                <a:gd name="T37" fmla="*/ 175 h 222"/>
                <a:gd name="T38" fmla="*/ 0 w 294"/>
                <a:gd name="T39" fmla="*/ 158 h 222"/>
                <a:gd name="T40" fmla="*/ 2 w 294"/>
                <a:gd name="T41" fmla="*/ 142 h 222"/>
                <a:gd name="T42" fmla="*/ 8 w 294"/>
                <a:gd name="T43" fmla="*/ 127 h 222"/>
                <a:gd name="T44" fmla="*/ 19 w 294"/>
                <a:gd name="T45" fmla="*/ 114 h 222"/>
                <a:gd name="T46" fmla="*/ 31 w 294"/>
                <a:gd name="T47" fmla="*/ 103 h 222"/>
                <a:gd name="T48" fmla="*/ 198 w 294"/>
                <a:gd name="T49" fmla="*/ 8 h 222"/>
                <a:gd name="T50" fmla="*/ 215 w 294"/>
                <a:gd name="T51" fmla="*/ 2 h 222"/>
                <a:gd name="T52" fmla="*/ 230 w 294"/>
                <a:gd name="T5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" h="222">
                  <a:moveTo>
                    <a:pt x="230" y="0"/>
                  </a:moveTo>
                  <a:lnTo>
                    <a:pt x="247" y="2"/>
                  </a:lnTo>
                  <a:lnTo>
                    <a:pt x="262" y="8"/>
                  </a:lnTo>
                  <a:lnTo>
                    <a:pt x="275" y="18"/>
                  </a:lnTo>
                  <a:lnTo>
                    <a:pt x="286" y="31"/>
                  </a:lnTo>
                  <a:lnTo>
                    <a:pt x="292" y="47"/>
                  </a:lnTo>
                  <a:lnTo>
                    <a:pt x="294" y="63"/>
                  </a:lnTo>
                  <a:lnTo>
                    <a:pt x="292" y="80"/>
                  </a:lnTo>
                  <a:lnTo>
                    <a:pt x="286" y="95"/>
                  </a:lnTo>
                  <a:lnTo>
                    <a:pt x="276" y="108"/>
                  </a:lnTo>
                  <a:lnTo>
                    <a:pt x="263" y="118"/>
                  </a:lnTo>
                  <a:lnTo>
                    <a:pt x="96" y="213"/>
                  </a:lnTo>
                  <a:lnTo>
                    <a:pt x="80" y="220"/>
                  </a:lnTo>
                  <a:lnTo>
                    <a:pt x="64" y="222"/>
                  </a:lnTo>
                  <a:lnTo>
                    <a:pt x="48" y="220"/>
                  </a:lnTo>
                  <a:lnTo>
                    <a:pt x="32" y="214"/>
                  </a:lnTo>
                  <a:lnTo>
                    <a:pt x="19" y="204"/>
                  </a:lnTo>
                  <a:lnTo>
                    <a:pt x="8" y="190"/>
                  </a:lnTo>
                  <a:lnTo>
                    <a:pt x="2" y="175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8" y="127"/>
                  </a:lnTo>
                  <a:lnTo>
                    <a:pt x="19" y="114"/>
                  </a:lnTo>
                  <a:lnTo>
                    <a:pt x="31" y="103"/>
                  </a:lnTo>
                  <a:lnTo>
                    <a:pt x="198" y="8"/>
                  </a:lnTo>
                  <a:lnTo>
                    <a:pt x="215" y="2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2" name="Freeform 251">
              <a:extLst>
                <a:ext uri="{FF2B5EF4-FFF2-40B4-BE49-F238E27FC236}">
                  <a16:creationId xmlns:a16="http://schemas.microsoft.com/office/drawing/2014/main" id="{FFB91C20-8265-4649-923E-F024FE66C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3075" y="4065588"/>
              <a:ext cx="31750" cy="41275"/>
            </a:xfrm>
            <a:custGeom>
              <a:avLst/>
              <a:gdLst>
                <a:gd name="T0" fmla="*/ 159 w 224"/>
                <a:gd name="T1" fmla="*/ 0 h 292"/>
                <a:gd name="T2" fmla="*/ 176 w 224"/>
                <a:gd name="T3" fmla="*/ 2 h 292"/>
                <a:gd name="T4" fmla="*/ 192 w 224"/>
                <a:gd name="T5" fmla="*/ 9 h 292"/>
                <a:gd name="T6" fmla="*/ 205 w 224"/>
                <a:gd name="T7" fmla="*/ 19 h 292"/>
                <a:gd name="T8" fmla="*/ 216 w 224"/>
                <a:gd name="T9" fmla="*/ 32 h 292"/>
                <a:gd name="T10" fmla="*/ 222 w 224"/>
                <a:gd name="T11" fmla="*/ 48 h 292"/>
                <a:gd name="T12" fmla="*/ 224 w 224"/>
                <a:gd name="T13" fmla="*/ 63 h 292"/>
                <a:gd name="T14" fmla="*/ 222 w 224"/>
                <a:gd name="T15" fmla="*/ 80 h 292"/>
                <a:gd name="T16" fmla="*/ 216 w 224"/>
                <a:gd name="T17" fmla="*/ 95 h 292"/>
                <a:gd name="T18" fmla="*/ 119 w 224"/>
                <a:gd name="T19" fmla="*/ 261 h 292"/>
                <a:gd name="T20" fmla="*/ 109 w 224"/>
                <a:gd name="T21" fmla="*/ 274 h 292"/>
                <a:gd name="T22" fmla="*/ 95 w 224"/>
                <a:gd name="T23" fmla="*/ 285 h 292"/>
                <a:gd name="T24" fmla="*/ 81 w 224"/>
                <a:gd name="T25" fmla="*/ 290 h 292"/>
                <a:gd name="T26" fmla="*/ 64 w 224"/>
                <a:gd name="T27" fmla="*/ 292 h 292"/>
                <a:gd name="T28" fmla="*/ 48 w 224"/>
                <a:gd name="T29" fmla="*/ 290 h 292"/>
                <a:gd name="T30" fmla="*/ 32 w 224"/>
                <a:gd name="T31" fmla="*/ 284 h 292"/>
                <a:gd name="T32" fmla="*/ 18 w 224"/>
                <a:gd name="T33" fmla="*/ 273 h 292"/>
                <a:gd name="T34" fmla="*/ 8 w 224"/>
                <a:gd name="T35" fmla="*/ 261 h 292"/>
                <a:gd name="T36" fmla="*/ 2 w 224"/>
                <a:gd name="T37" fmla="*/ 245 h 292"/>
                <a:gd name="T38" fmla="*/ 0 w 224"/>
                <a:gd name="T39" fmla="*/ 230 h 292"/>
                <a:gd name="T40" fmla="*/ 2 w 224"/>
                <a:gd name="T41" fmla="*/ 213 h 292"/>
                <a:gd name="T42" fmla="*/ 8 w 224"/>
                <a:gd name="T43" fmla="*/ 197 h 292"/>
                <a:gd name="T44" fmla="*/ 105 w 224"/>
                <a:gd name="T45" fmla="*/ 32 h 292"/>
                <a:gd name="T46" fmla="*/ 115 w 224"/>
                <a:gd name="T47" fmla="*/ 18 h 292"/>
                <a:gd name="T48" fmla="*/ 129 w 224"/>
                <a:gd name="T49" fmla="*/ 8 h 292"/>
                <a:gd name="T50" fmla="*/ 144 w 224"/>
                <a:gd name="T51" fmla="*/ 2 h 292"/>
                <a:gd name="T52" fmla="*/ 159 w 224"/>
                <a:gd name="T5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4" h="292">
                  <a:moveTo>
                    <a:pt x="159" y="0"/>
                  </a:moveTo>
                  <a:lnTo>
                    <a:pt x="176" y="2"/>
                  </a:lnTo>
                  <a:lnTo>
                    <a:pt x="192" y="9"/>
                  </a:lnTo>
                  <a:lnTo>
                    <a:pt x="205" y="19"/>
                  </a:lnTo>
                  <a:lnTo>
                    <a:pt x="216" y="32"/>
                  </a:lnTo>
                  <a:lnTo>
                    <a:pt x="222" y="48"/>
                  </a:lnTo>
                  <a:lnTo>
                    <a:pt x="224" y="63"/>
                  </a:lnTo>
                  <a:lnTo>
                    <a:pt x="222" y="80"/>
                  </a:lnTo>
                  <a:lnTo>
                    <a:pt x="216" y="95"/>
                  </a:lnTo>
                  <a:lnTo>
                    <a:pt x="119" y="261"/>
                  </a:lnTo>
                  <a:lnTo>
                    <a:pt x="109" y="274"/>
                  </a:lnTo>
                  <a:lnTo>
                    <a:pt x="95" y="285"/>
                  </a:lnTo>
                  <a:lnTo>
                    <a:pt x="81" y="290"/>
                  </a:lnTo>
                  <a:lnTo>
                    <a:pt x="64" y="292"/>
                  </a:lnTo>
                  <a:lnTo>
                    <a:pt x="48" y="290"/>
                  </a:lnTo>
                  <a:lnTo>
                    <a:pt x="32" y="284"/>
                  </a:lnTo>
                  <a:lnTo>
                    <a:pt x="18" y="273"/>
                  </a:lnTo>
                  <a:lnTo>
                    <a:pt x="8" y="261"/>
                  </a:lnTo>
                  <a:lnTo>
                    <a:pt x="2" y="245"/>
                  </a:lnTo>
                  <a:lnTo>
                    <a:pt x="0" y="230"/>
                  </a:lnTo>
                  <a:lnTo>
                    <a:pt x="2" y="213"/>
                  </a:lnTo>
                  <a:lnTo>
                    <a:pt x="8" y="197"/>
                  </a:lnTo>
                  <a:lnTo>
                    <a:pt x="105" y="32"/>
                  </a:lnTo>
                  <a:lnTo>
                    <a:pt x="115" y="18"/>
                  </a:lnTo>
                  <a:lnTo>
                    <a:pt x="129" y="8"/>
                  </a:lnTo>
                  <a:lnTo>
                    <a:pt x="144" y="2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3" name="Freeform 252">
              <a:extLst>
                <a:ext uri="{FF2B5EF4-FFF2-40B4-BE49-F238E27FC236}">
                  <a16:creationId xmlns:a16="http://schemas.microsoft.com/office/drawing/2014/main" id="{4DB137F9-1012-43AD-9167-C367C933C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9888" y="4176713"/>
              <a:ext cx="44450" cy="142875"/>
            </a:xfrm>
            <a:custGeom>
              <a:avLst/>
              <a:gdLst>
                <a:gd name="T0" fmla="*/ 154 w 308"/>
                <a:gd name="T1" fmla="*/ 0 h 991"/>
                <a:gd name="T2" fmla="*/ 186 w 308"/>
                <a:gd name="T3" fmla="*/ 2 h 991"/>
                <a:gd name="T4" fmla="*/ 213 w 308"/>
                <a:gd name="T5" fmla="*/ 8 h 991"/>
                <a:gd name="T6" fmla="*/ 238 w 308"/>
                <a:gd name="T7" fmla="*/ 17 h 991"/>
                <a:gd name="T8" fmla="*/ 259 w 308"/>
                <a:gd name="T9" fmla="*/ 30 h 991"/>
                <a:gd name="T10" fmla="*/ 277 w 308"/>
                <a:gd name="T11" fmla="*/ 47 h 991"/>
                <a:gd name="T12" fmla="*/ 291 w 308"/>
                <a:gd name="T13" fmla="*/ 67 h 991"/>
                <a:gd name="T14" fmla="*/ 301 w 308"/>
                <a:gd name="T15" fmla="*/ 91 h 991"/>
                <a:gd name="T16" fmla="*/ 306 w 308"/>
                <a:gd name="T17" fmla="*/ 119 h 991"/>
                <a:gd name="T18" fmla="*/ 308 w 308"/>
                <a:gd name="T19" fmla="*/ 150 h 991"/>
                <a:gd name="T20" fmla="*/ 308 w 308"/>
                <a:gd name="T21" fmla="*/ 375 h 991"/>
                <a:gd name="T22" fmla="*/ 307 w 308"/>
                <a:gd name="T23" fmla="*/ 405 h 991"/>
                <a:gd name="T24" fmla="*/ 304 w 308"/>
                <a:gd name="T25" fmla="*/ 435 h 991"/>
                <a:gd name="T26" fmla="*/ 301 w 308"/>
                <a:gd name="T27" fmla="*/ 466 h 991"/>
                <a:gd name="T28" fmla="*/ 240 w 308"/>
                <a:gd name="T29" fmla="*/ 920 h 991"/>
                <a:gd name="T30" fmla="*/ 236 w 308"/>
                <a:gd name="T31" fmla="*/ 942 h 991"/>
                <a:gd name="T32" fmla="*/ 229 w 308"/>
                <a:gd name="T33" fmla="*/ 959 h 991"/>
                <a:gd name="T34" fmla="*/ 219 w 308"/>
                <a:gd name="T35" fmla="*/ 972 h 991"/>
                <a:gd name="T36" fmla="*/ 207 w 308"/>
                <a:gd name="T37" fmla="*/ 981 h 991"/>
                <a:gd name="T38" fmla="*/ 192 w 308"/>
                <a:gd name="T39" fmla="*/ 987 h 991"/>
                <a:gd name="T40" fmla="*/ 174 w 308"/>
                <a:gd name="T41" fmla="*/ 990 h 991"/>
                <a:gd name="T42" fmla="*/ 154 w 308"/>
                <a:gd name="T43" fmla="*/ 991 h 991"/>
                <a:gd name="T44" fmla="*/ 135 w 308"/>
                <a:gd name="T45" fmla="*/ 990 h 991"/>
                <a:gd name="T46" fmla="*/ 117 w 308"/>
                <a:gd name="T47" fmla="*/ 987 h 991"/>
                <a:gd name="T48" fmla="*/ 102 w 308"/>
                <a:gd name="T49" fmla="*/ 981 h 991"/>
                <a:gd name="T50" fmla="*/ 90 w 308"/>
                <a:gd name="T51" fmla="*/ 972 h 991"/>
                <a:gd name="T52" fmla="*/ 80 w 308"/>
                <a:gd name="T53" fmla="*/ 959 h 991"/>
                <a:gd name="T54" fmla="*/ 73 w 308"/>
                <a:gd name="T55" fmla="*/ 942 h 991"/>
                <a:gd name="T56" fmla="*/ 69 w 308"/>
                <a:gd name="T57" fmla="*/ 920 h 991"/>
                <a:gd name="T58" fmla="*/ 8 w 308"/>
                <a:gd name="T59" fmla="*/ 466 h 991"/>
                <a:gd name="T60" fmla="*/ 5 w 308"/>
                <a:gd name="T61" fmla="*/ 435 h 991"/>
                <a:gd name="T62" fmla="*/ 2 w 308"/>
                <a:gd name="T63" fmla="*/ 405 h 991"/>
                <a:gd name="T64" fmla="*/ 0 w 308"/>
                <a:gd name="T65" fmla="*/ 375 h 991"/>
                <a:gd name="T66" fmla="*/ 0 w 308"/>
                <a:gd name="T67" fmla="*/ 150 h 991"/>
                <a:gd name="T68" fmla="*/ 3 w 308"/>
                <a:gd name="T69" fmla="*/ 119 h 991"/>
                <a:gd name="T70" fmla="*/ 8 w 308"/>
                <a:gd name="T71" fmla="*/ 91 h 991"/>
                <a:gd name="T72" fmla="*/ 18 w 308"/>
                <a:gd name="T73" fmla="*/ 67 h 991"/>
                <a:gd name="T74" fmla="*/ 32 w 308"/>
                <a:gd name="T75" fmla="*/ 47 h 991"/>
                <a:gd name="T76" fmla="*/ 50 w 308"/>
                <a:gd name="T77" fmla="*/ 30 h 991"/>
                <a:gd name="T78" fmla="*/ 71 w 308"/>
                <a:gd name="T79" fmla="*/ 17 h 991"/>
                <a:gd name="T80" fmla="*/ 96 w 308"/>
                <a:gd name="T81" fmla="*/ 8 h 991"/>
                <a:gd name="T82" fmla="*/ 123 w 308"/>
                <a:gd name="T83" fmla="*/ 2 h 991"/>
                <a:gd name="T84" fmla="*/ 154 w 308"/>
                <a:gd name="T85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8" h="991">
                  <a:moveTo>
                    <a:pt x="154" y="0"/>
                  </a:moveTo>
                  <a:lnTo>
                    <a:pt x="186" y="2"/>
                  </a:lnTo>
                  <a:lnTo>
                    <a:pt x="213" y="8"/>
                  </a:lnTo>
                  <a:lnTo>
                    <a:pt x="238" y="17"/>
                  </a:lnTo>
                  <a:lnTo>
                    <a:pt x="259" y="30"/>
                  </a:lnTo>
                  <a:lnTo>
                    <a:pt x="277" y="47"/>
                  </a:lnTo>
                  <a:lnTo>
                    <a:pt x="291" y="67"/>
                  </a:lnTo>
                  <a:lnTo>
                    <a:pt x="301" y="91"/>
                  </a:lnTo>
                  <a:lnTo>
                    <a:pt x="306" y="119"/>
                  </a:lnTo>
                  <a:lnTo>
                    <a:pt x="308" y="150"/>
                  </a:lnTo>
                  <a:lnTo>
                    <a:pt x="308" y="375"/>
                  </a:lnTo>
                  <a:lnTo>
                    <a:pt x="307" y="405"/>
                  </a:lnTo>
                  <a:lnTo>
                    <a:pt x="304" y="435"/>
                  </a:lnTo>
                  <a:lnTo>
                    <a:pt x="301" y="466"/>
                  </a:lnTo>
                  <a:lnTo>
                    <a:pt x="240" y="920"/>
                  </a:lnTo>
                  <a:lnTo>
                    <a:pt x="236" y="942"/>
                  </a:lnTo>
                  <a:lnTo>
                    <a:pt x="229" y="959"/>
                  </a:lnTo>
                  <a:lnTo>
                    <a:pt x="219" y="972"/>
                  </a:lnTo>
                  <a:lnTo>
                    <a:pt x="207" y="981"/>
                  </a:lnTo>
                  <a:lnTo>
                    <a:pt x="192" y="987"/>
                  </a:lnTo>
                  <a:lnTo>
                    <a:pt x="174" y="990"/>
                  </a:lnTo>
                  <a:lnTo>
                    <a:pt x="154" y="991"/>
                  </a:lnTo>
                  <a:lnTo>
                    <a:pt x="135" y="990"/>
                  </a:lnTo>
                  <a:lnTo>
                    <a:pt x="117" y="987"/>
                  </a:lnTo>
                  <a:lnTo>
                    <a:pt x="102" y="981"/>
                  </a:lnTo>
                  <a:lnTo>
                    <a:pt x="90" y="972"/>
                  </a:lnTo>
                  <a:lnTo>
                    <a:pt x="80" y="959"/>
                  </a:lnTo>
                  <a:lnTo>
                    <a:pt x="73" y="942"/>
                  </a:lnTo>
                  <a:lnTo>
                    <a:pt x="69" y="920"/>
                  </a:lnTo>
                  <a:lnTo>
                    <a:pt x="8" y="466"/>
                  </a:lnTo>
                  <a:lnTo>
                    <a:pt x="5" y="435"/>
                  </a:lnTo>
                  <a:lnTo>
                    <a:pt x="2" y="405"/>
                  </a:lnTo>
                  <a:lnTo>
                    <a:pt x="0" y="375"/>
                  </a:lnTo>
                  <a:lnTo>
                    <a:pt x="0" y="150"/>
                  </a:lnTo>
                  <a:lnTo>
                    <a:pt x="3" y="119"/>
                  </a:lnTo>
                  <a:lnTo>
                    <a:pt x="8" y="91"/>
                  </a:lnTo>
                  <a:lnTo>
                    <a:pt x="18" y="67"/>
                  </a:lnTo>
                  <a:lnTo>
                    <a:pt x="32" y="47"/>
                  </a:lnTo>
                  <a:lnTo>
                    <a:pt x="50" y="30"/>
                  </a:lnTo>
                  <a:lnTo>
                    <a:pt x="71" y="17"/>
                  </a:lnTo>
                  <a:lnTo>
                    <a:pt x="96" y="8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4" name="Freeform 253">
              <a:extLst>
                <a:ext uri="{FF2B5EF4-FFF2-40B4-BE49-F238E27FC236}">
                  <a16:creationId xmlns:a16="http://schemas.microsoft.com/office/drawing/2014/main" id="{A529E4F5-A9DE-45FB-AB29-7BE8938A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8300" y="4337050"/>
              <a:ext cx="47625" cy="46038"/>
            </a:xfrm>
            <a:custGeom>
              <a:avLst/>
              <a:gdLst>
                <a:gd name="T0" fmla="*/ 160 w 321"/>
                <a:gd name="T1" fmla="*/ 0 h 319"/>
                <a:gd name="T2" fmla="*/ 193 w 321"/>
                <a:gd name="T3" fmla="*/ 4 h 319"/>
                <a:gd name="T4" fmla="*/ 222 w 321"/>
                <a:gd name="T5" fmla="*/ 14 h 319"/>
                <a:gd name="T6" fmla="*/ 250 w 321"/>
                <a:gd name="T7" fmla="*/ 28 h 319"/>
                <a:gd name="T8" fmla="*/ 274 w 321"/>
                <a:gd name="T9" fmla="*/ 47 h 319"/>
                <a:gd name="T10" fmla="*/ 294 w 321"/>
                <a:gd name="T11" fmla="*/ 71 h 319"/>
                <a:gd name="T12" fmla="*/ 308 w 321"/>
                <a:gd name="T13" fmla="*/ 98 h 319"/>
                <a:gd name="T14" fmla="*/ 318 w 321"/>
                <a:gd name="T15" fmla="*/ 128 h 319"/>
                <a:gd name="T16" fmla="*/ 321 w 321"/>
                <a:gd name="T17" fmla="*/ 159 h 319"/>
                <a:gd name="T18" fmla="*/ 318 w 321"/>
                <a:gd name="T19" fmla="*/ 192 h 319"/>
                <a:gd name="T20" fmla="*/ 308 w 321"/>
                <a:gd name="T21" fmla="*/ 222 h 319"/>
                <a:gd name="T22" fmla="*/ 294 w 321"/>
                <a:gd name="T23" fmla="*/ 249 h 319"/>
                <a:gd name="T24" fmla="*/ 274 w 321"/>
                <a:gd name="T25" fmla="*/ 272 h 319"/>
                <a:gd name="T26" fmla="*/ 250 w 321"/>
                <a:gd name="T27" fmla="*/ 291 h 319"/>
                <a:gd name="T28" fmla="*/ 222 w 321"/>
                <a:gd name="T29" fmla="*/ 306 h 319"/>
                <a:gd name="T30" fmla="*/ 193 w 321"/>
                <a:gd name="T31" fmla="*/ 315 h 319"/>
                <a:gd name="T32" fmla="*/ 160 w 321"/>
                <a:gd name="T33" fmla="*/ 319 h 319"/>
                <a:gd name="T34" fmla="*/ 128 w 321"/>
                <a:gd name="T35" fmla="*/ 315 h 319"/>
                <a:gd name="T36" fmla="*/ 99 w 321"/>
                <a:gd name="T37" fmla="*/ 306 h 319"/>
                <a:gd name="T38" fmla="*/ 71 w 321"/>
                <a:gd name="T39" fmla="*/ 291 h 319"/>
                <a:gd name="T40" fmla="*/ 47 w 321"/>
                <a:gd name="T41" fmla="*/ 272 h 319"/>
                <a:gd name="T42" fmla="*/ 27 w 321"/>
                <a:gd name="T43" fmla="*/ 249 h 319"/>
                <a:gd name="T44" fmla="*/ 13 w 321"/>
                <a:gd name="T45" fmla="*/ 222 h 319"/>
                <a:gd name="T46" fmla="*/ 3 w 321"/>
                <a:gd name="T47" fmla="*/ 192 h 319"/>
                <a:gd name="T48" fmla="*/ 0 w 321"/>
                <a:gd name="T49" fmla="*/ 159 h 319"/>
                <a:gd name="T50" fmla="*/ 3 w 321"/>
                <a:gd name="T51" fmla="*/ 128 h 319"/>
                <a:gd name="T52" fmla="*/ 13 w 321"/>
                <a:gd name="T53" fmla="*/ 98 h 319"/>
                <a:gd name="T54" fmla="*/ 27 w 321"/>
                <a:gd name="T55" fmla="*/ 71 h 319"/>
                <a:gd name="T56" fmla="*/ 47 w 321"/>
                <a:gd name="T57" fmla="*/ 47 h 319"/>
                <a:gd name="T58" fmla="*/ 71 w 321"/>
                <a:gd name="T59" fmla="*/ 28 h 319"/>
                <a:gd name="T60" fmla="*/ 99 w 321"/>
                <a:gd name="T61" fmla="*/ 14 h 319"/>
                <a:gd name="T62" fmla="*/ 128 w 321"/>
                <a:gd name="T63" fmla="*/ 4 h 319"/>
                <a:gd name="T64" fmla="*/ 160 w 321"/>
                <a:gd name="T65" fmla="*/ 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1" h="319">
                  <a:moveTo>
                    <a:pt x="160" y="0"/>
                  </a:moveTo>
                  <a:lnTo>
                    <a:pt x="193" y="4"/>
                  </a:lnTo>
                  <a:lnTo>
                    <a:pt x="222" y="14"/>
                  </a:lnTo>
                  <a:lnTo>
                    <a:pt x="250" y="28"/>
                  </a:lnTo>
                  <a:lnTo>
                    <a:pt x="274" y="47"/>
                  </a:lnTo>
                  <a:lnTo>
                    <a:pt x="294" y="71"/>
                  </a:lnTo>
                  <a:lnTo>
                    <a:pt x="308" y="98"/>
                  </a:lnTo>
                  <a:lnTo>
                    <a:pt x="318" y="128"/>
                  </a:lnTo>
                  <a:lnTo>
                    <a:pt x="321" y="159"/>
                  </a:lnTo>
                  <a:lnTo>
                    <a:pt x="318" y="192"/>
                  </a:lnTo>
                  <a:lnTo>
                    <a:pt x="308" y="222"/>
                  </a:lnTo>
                  <a:lnTo>
                    <a:pt x="294" y="249"/>
                  </a:lnTo>
                  <a:lnTo>
                    <a:pt x="274" y="272"/>
                  </a:lnTo>
                  <a:lnTo>
                    <a:pt x="250" y="291"/>
                  </a:lnTo>
                  <a:lnTo>
                    <a:pt x="222" y="306"/>
                  </a:lnTo>
                  <a:lnTo>
                    <a:pt x="193" y="315"/>
                  </a:lnTo>
                  <a:lnTo>
                    <a:pt x="160" y="319"/>
                  </a:lnTo>
                  <a:lnTo>
                    <a:pt x="128" y="315"/>
                  </a:lnTo>
                  <a:lnTo>
                    <a:pt x="99" y="306"/>
                  </a:lnTo>
                  <a:lnTo>
                    <a:pt x="71" y="291"/>
                  </a:lnTo>
                  <a:lnTo>
                    <a:pt x="47" y="272"/>
                  </a:lnTo>
                  <a:lnTo>
                    <a:pt x="27" y="249"/>
                  </a:lnTo>
                  <a:lnTo>
                    <a:pt x="13" y="222"/>
                  </a:lnTo>
                  <a:lnTo>
                    <a:pt x="3" y="192"/>
                  </a:lnTo>
                  <a:lnTo>
                    <a:pt x="0" y="159"/>
                  </a:lnTo>
                  <a:lnTo>
                    <a:pt x="3" y="128"/>
                  </a:lnTo>
                  <a:lnTo>
                    <a:pt x="13" y="98"/>
                  </a:lnTo>
                  <a:lnTo>
                    <a:pt x="27" y="71"/>
                  </a:lnTo>
                  <a:lnTo>
                    <a:pt x="47" y="47"/>
                  </a:lnTo>
                  <a:lnTo>
                    <a:pt x="71" y="28"/>
                  </a:lnTo>
                  <a:lnTo>
                    <a:pt x="99" y="14"/>
                  </a:lnTo>
                  <a:lnTo>
                    <a:pt x="128" y="4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73F42C18-0C85-4BD4-BCE8-8F3B1DFA3203}"/>
              </a:ext>
            </a:extLst>
          </p:cNvPr>
          <p:cNvGrpSpPr/>
          <p:nvPr/>
        </p:nvGrpSpPr>
        <p:grpSpPr>
          <a:xfrm flipH="1">
            <a:off x="8487485" y="3772442"/>
            <a:ext cx="329931" cy="297265"/>
            <a:chOff x="8453438" y="4062413"/>
            <a:chExt cx="481013" cy="4333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86" name="Freeform 273">
              <a:extLst>
                <a:ext uri="{FF2B5EF4-FFF2-40B4-BE49-F238E27FC236}">
                  <a16:creationId xmlns:a16="http://schemas.microsoft.com/office/drawing/2014/main" id="{34D450CD-C4F0-4727-80BA-08F7C5618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0126" y="4062413"/>
              <a:ext cx="95250" cy="96838"/>
            </a:xfrm>
            <a:custGeom>
              <a:avLst/>
              <a:gdLst>
                <a:gd name="T0" fmla="*/ 511 w 662"/>
                <a:gd name="T1" fmla="*/ 0 h 677"/>
                <a:gd name="T2" fmla="*/ 541 w 662"/>
                <a:gd name="T3" fmla="*/ 3 h 677"/>
                <a:gd name="T4" fmla="*/ 569 w 662"/>
                <a:gd name="T5" fmla="*/ 12 h 677"/>
                <a:gd name="T6" fmla="*/ 595 w 662"/>
                <a:gd name="T7" fmla="*/ 25 h 677"/>
                <a:gd name="T8" fmla="*/ 617 w 662"/>
                <a:gd name="T9" fmla="*/ 44 h 677"/>
                <a:gd name="T10" fmla="*/ 636 w 662"/>
                <a:gd name="T11" fmla="*/ 66 h 677"/>
                <a:gd name="T12" fmla="*/ 649 w 662"/>
                <a:gd name="T13" fmla="*/ 92 h 677"/>
                <a:gd name="T14" fmla="*/ 659 w 662"/>
                <a:gd name="T15" fmla="*/ 120 h 677"/>
                <a:gd name="T16" fmla="*/ 662 w 662"/>
                <a:gd name="T17" fmla="*/ 150 h 677"/>
                <a:gd name="T18" fmla="*/ 662 w 662"/>
                <a:gd name="T19" fmla="*/ 526 h 677"/>
                <a:gd name="T20" fmla="*/ 659 w 662"/>
                <a:gd name="T21" fmla="*/ 556 h 677"/>
                <a:gd name="T22" fmla="*/ 649 w 662"/>
                <a:gd name="T23" fmla="*/ 585 h 677"/>
                <a:gd name="T24" fmla="*/ 636 w 662"/>
                <a:gd name="T25" fmla="*/ 610 h 677"/>
                <a:gd name="T26" fmla="*/ 617 w 662"/>
                <a:gd name="T27" fmla="*/ 632 h 677"/>
                <a:gd name="T28" fmla="*/ 595 w 662"/>
                <a:gd name="T29" fmla="*/ 651 h 677"/>
                <a:gd name="T30" fmla="*/ 569 w 662"/>
                <a:gd name="T31" fmla="*/ 665 h 677"/>
                <a:gd name="T32" fmla="*/ 541 w 662"/>
                <a:gd name="T33" fmla="*/ 674 h 677"/>
                <a:gd name="T34" fmla="*/ 511 w 662"/>
                <a:gd name="T35" fmla="*/ 677 h 677"/>
                <a:gd name="T36" fmla="*/ 480 w 662"/>
                <a:gd name="T37" fmla="*/ 674 h 677"/>
                <a:gd name="T38" fmla="*/ 452 w 662"/>
                <a:gd name="T39" fmla="*/ 665 h 677"/>
                <a:gd name="T40" fmla="*/ 426 w 662"/>
                <a:gd name="T41" fmla="*/ 651 h 677"/>
                <a:gd name="T42" fmla="*/ 404 w 662"/>
                <a:gd name="T43" fmla="*/ 632 h 677"/>
                <a:gd name="T44" fmla="*/ 384 w 662"/>
                <a:gd name="T45" fmla="*/ 610 h 677"/>
                <a:gd name="T46" fmla="*/ 371 w 662"/>
                <a:gd name="T47" fmla="*/ 585 h 677"/>
                <a:gd name="T48" fmla="*/ 362 w 662"/>
                <a:gd name="T49" fmla="*/ 556 h 677"/>
                <a:gd name="T50" fmla="*/ 359 w 662"/>
                <a:gd name="T51" fmla="*/ 526 h 677"/>
                <a:gd name="T52" fmla="*/ 0 w 662"/>
                <a:gd name="T53" fmla="*/ 526 h 677"/>
                <a:gd name="T54" fmla="*/ 0 w 662"/>
                <a:gd name="T55" fmla="*/ 225 h 677"/>
                <a:gd name="T56" fmla="*/ 359 w 662"/>
                <a:gd name="T57" fmla="*/ 225 h 677"/>
                <a:gd name="T58" fmla="*/ 359 w 662"/>
                <a:gd name="T59" fmla="*/ 150 h 677"/>
                <a:gd name="T60" fmla="*/ 362 w 662"/>
                <a:gd name="T61" fmla="*/ 120 h 677"/>
                <a:gd name="T62" fmla="*/ 371 w 662"/>
                <a:gd name="T63" fmla="*/ 92 h 677"/>
                <a:gd name="T64" fmla="*/ 384 w 662"/>
                <a:gd name="T65" fmla="*/ 66 h 677"/>
                <a:gd name="T66" fmla="*/ 404 w 662"/>
                <a:gd name="T67" fmla="*/ 44 h 677"/>
                <a:gd name="T68" fmla="*/ 426 w 662"/>
                <a:gd name="T69" fmla="*/ 25 h 677"/>
                <a:gd name="T70" fmla="*/ 452 w 662"/>
                <a:gd name="T71" fmla="*/ 12 h 677"/>
                <a:gd name="T72" fmla="*/ 480 w 662"/>
                <a:gd name="T73" fmla="*/ 3 h 677"/>
                <a:gd name="T74" fmla="*/ 511 w 662"/>
                <a:gd name="T75" fmla="*/ 0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2" h="677">
                  <a:moveTo>
                    <a:pt x="511" y="0"/>
                  </a:moveTo>
                  <a:lnTo>
                    <a:pt x="541" y="3"/>
                  </a:lnTo>
                  <a:lnTo>
                    <a:pt x="569" y="12"/>
                  </a:lnTo>
                  <a:lnTo>
                    <a:pt x="595" y="25"/>
                  </a:lnTo>
                  <a:lnTo>
                    <a:pt x="617" y="44"/>
                  </a:lnTo>
                  <a:lnTo>
                    <a:pt x="636" y="66"/>
                  </a:lnTo>
                  <a:lnTo>
                    <a:pt x="649" y="92"/>
                  </a:lnTo>
                  <a:lnTo>
                    <a:pt x="659" y="120"/>
                  </a:lnTo>
                  <a:lnTo>
                    <a:pt x="662" y="150"/>
                  </a:lnTo>
                  <a:lnTo>
                    <a:pt x="662" y="526"/>
                  </a:lnTo>
                  <a:lnTo>
                    <a:pt x="659" y="556"/>
                  </a:lnTo>
                  <a:lnTo>
                    <a:pt x="649" y="585"/>
                  </a:lnTo>
                  <a:lnTo>
                    <a:pt x="636" y="610"/>
                  </a:lnTo>
                  <a:lnTo>
                    <a:pt x="617" y="632"/>
                  </a:lnTo>
                  <a:lnTo>
                    <a:pt x="595" y="651"/>
                  </a:lnTo>
                  <a:lnTo>
                    <a:pt x="569" y="665"/>
                  </a:lnTo>
                  <a:lnTo>
                    <a:pt x="541" y="674"/>
                  </a:lnTo>
                  <a:lnTo>
                    <a:pt x="511" y="677"/>
                  </a:lnTo>
                  <a:lnTo>
                    <a:pt x="480" y="674"/>
                  </a:lnTo>
                  <a:lnTo>
                    <a:pt x="452" y="665"/>
                  </a:lnTo>
                  <a:lnTo>
                    <a:pt x="426" y="651"/>
                  </a:lnTo>
                  <a:lnTo>
                    <a:pt x="404" y="632"/>
                  </a:lnTo>
                  <a:lnTo>
                    <a:pt x="384" y="610"/>
                  </a:lnTo>
                  <a:lnTo>
                    <a:pt x="371" y="585"/>
                  </a:lnTo>
                  <a:lnTo>
                    <a:pt x="362" y="556"/>
                  </a:lnTo>
                  <a:lnTo>
                    <a:pt x="359" y="526"/>
                  </a:lnTo>
                  <a:lnTo>
                    <a:pt x="0" y="526"/>
                  </a:lnTo>
                  <a:lnTo>
                    <a:pt x="0" y="225"/>
                  </a:lnTo>
                  <a:lnTo>
                    <a:pt x="359" y="225"/>
                  </a:lnTo>
                  <a:lnTo>
                    <a:pt x="359" y="150"/>
                  </a:lnTo>
                  <a:lnTo>
                    <a:pt x="362" y="120"/>
                  </a:lnTo>
                  <a:lnTo>
                    <a:pt x="371" y="92"/>
                  </a:lnTo>
                  <a:lnTo>
                    <a:pt x="384" y="66"/>
                  </a:lnTo>
                  <a:lnTo>
                    <a:pt x="404" y="44"/>
                  </a:lnTo>
                  <a:lnTo>
                    <a:pt x="426" y="25"/>
                  </a:lnTo>
                  <a:lnTo>
                    <a:pt x="452" y="12"/>
                  </a:lnTo>
                  <a:lnTo>
                    <a:pt x="480" y="3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7" name="Freeform 274">
              <a:extLst>
                <a:ext uri="{FF2B5EF4-FFF2-40B4-BE49-F238E27FC236}">
                  <a16:creationId xmlns:a16="http://schemas.microsoft.com/office/drawing/2014/main" id="{7266E4BD-B8D2-4A58-81B7-2C05FB3E6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7601" y="4062413"/>
              <a:ext cx="95250" cy="96838"/>
            </a:xfrm>
            <a:custGeom>
              <a:avLst/>
              <a:gdLst>
                <a:gd name="T0" fmla="*/ 511 w 662"/>
                <a:gd name="T1" fmla="*/ 0 h 677"/>
                <a:gd name="T2" fmla="*/ 540 w 662"/>
                <a:gd name="T3" fmla="*/ 3 h 677"/>
                <a:gd name="T4" fmla="*/ 569 w 662"/>
                <a:gd name="T5" fmla="*/ 12 h 677"/>
                <a:gd name="T6" fmla="*/ 594 w 662"/>
                <a:gd name="T7" fmla="*/ 25 h 677"/>
                <a:gd name="T8" fmla="*/ 617 w 662"/>
                <a:gd name="T9" fmla="*/ 44 h 677"/>
                <a:gd name="T10" fmla="*/ 635 w 662"/>
                <a:gd name="T11" fmla="*/ 66 h 677"/>
                <a:gd name="T12" fmla="*/ 649 w 662"/>
                <a:gd name="T13" fmla="*/ 92 h 677"/>
                <a:gd name="T14" fmla="*/ 659 w 662"/>
                <a:gd name="T15" fmla="*/ 120 h 677"/>
                <a:gd name="T16" fmla="*/ 662 w 662"/>
                <a:gd name="T17" fmla="*/ 150 h 677"/>
                <a:gd name="T18" fmla="*/ 662 w 662"/>
                <a:gd name="T19" fmla="*/ 526 h 677"/>
                <a:gd name="T20" fmla="*/ 659 w 662"/>
                <a:gd name="T21" fmla="*/ 556 h 677"/>
                <a:gd name="T22" fmla="*/ 649 w 662"/>
                <a:gd name="T23" fmla="*/ 585 h 677"/>
                <a:gd name="T24" fmla="*/ 635 w 662"/>
                <a:gd name="T25" fmla="*/ 610 h 677"/>
                <a:gd name="T26" fmla="*/ 617 w 662"/>
                <a:gd name="T27" fmla="*/ 632 h 677"/>
                <a:gd name="T28" fmla="*/ 594 w 662"/>
                <a:gd name="T29" fmla="*/ 651 h 677"/>
                <a:gd name="T30" fmla="*/ 569 w 662"/>
                <a:gd name="T31" fmla="*/ 665 h 677"/>
                <a:gd name="T32" fmla="*/ 540 w 662"/>
                <a:gd name="T33" fmla="*/ 674 h 677"/>
                <a:gd name="T34" fmla="*/ 511 w 662"/>
                <a:gd name="T35" fmla="*/ 677 h 677"/>
                <a:gd name="T36" fmla="*/ 480 w 662"/>
                <a:gd name="T37" fmla="*/ 674 h 677"/>
                <a:gd name="T38" fmla="*/ 451 w 662"/>
                <a:gd name="T39" fmla="*/ 665 h 677"/>
                <a:gd name="T40" fmla="*/ 425 w 662"/>
                <a:gd name="T41" fmla="*/ 651 h 677"/>
                <a:gd name="T42" fmla="*/ 403 w 662"/>
                <a:gd name="T43" fmla="*/ 632 h 677"/>
                <a:gd name="T44" fmla="*/ 384 w 662"/>
                <a:gd name="T45" fmla="*/ 610 h 677"/>
                <a:gd name="T46" fmla="*/ 371 w 662"/>
                <a:gd name="T47" fmla="*/ 585 h 677"/>
                <a:gd name="T48" fmla="*/ 362 w 662"/>
                <a:gd name="T49" fmla="*/ 556 h 677"/>
                <a:gd name="T50" fmla="*/ 359 w 662"/>
                <a:gd name="T51" fmla="*/ 526 h 677"/>
                <a:gd name="T52" fmla="*/ 0 w 662"/>
                <a:gd name="T53" fmla="*/ 526 h 677"/>
                <a:gd name="T54" fmla="*/ 0 w 662"/>
                <a:gd name="T55" fmla="*/ 225 h 677"/>
                <a:gd name="T56" fmla="*/ 359 w 662"/>
                <a:gd name="T57" fmla="*/ 225 h 677"/>
                <a:gd name="T58" fmla="*/ 359 w 662"/>
                <a:gd name="T59" fmla="*/ 150 h 677"/>
                <a:gd name="T60" fmla="*/ 362 w 662"/>
                <a:gd name="T61" fmla="*/ 120 h 677"/>
                <a:gd name="T62" fmla="*/ 371 w 662"/>
                <a:gd name="T63" fmla="*/ 92 h 677"/>
                <a:gd name="T64" fmla="*/ 384 w 662"/>
                <a:gd name="T65" fmla="*/ 66 h 677"/>
                <a:gd name="T66" fmla="*/ 403 w 662"/>
                <a:gd name="T67" fmla="*/ 44 h 677"/>
                <a:gd name="T68" fmla="*/ 425 w 662"/>
                <a:gd name="T69" fmla="*/ 25 h 677"/>
                <a:gd name="T70" fmla="*/ 451 w 662"/>
                <a:gd name="T71" fmla="*/ 12 h 677"/>
                <a:gd name="T72" fmla="*/ 480 w 662"/>
                <a:gd name="T73" fmla="*/ 3 h 677"/>
                <a:gd name="T74" fmla="*/ 511 w 662"/>
                <a:gd name="T75" fmla="*/ 0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62" h="677">
                  <a:moveTo>
                    <a:pt x="511" y="0"/>
                  </a:moveTo>
                  <a:lnTo>
                    <a:pt x="540" y="3"/>
                  </a:lnTo>
                  <a:lnTo>
                    <a:pt x="569" y="12"/>
                  </a:lnTo>
                  <a:lnTo>
                    <a:pt x="594" y="25"/>
                  </a:lnTo>
                  <a:lnTo>
                    <a:pt x="617" y="44"/>
                  </a:lnTo>
                  <a:lnTo>
                    <a:pt x="635" y="66"/>
                  </a:lnTo>
                  <a:lnTo>
                    <a:pt x="649" y="92"/>
                  </a:lnTo>
                  <a:lnTo>
                    <a:pt x="659" y="120"/>
                  </a:lnTo>
                  <a:lnTo>
                    <a:pt x="662" y="150"/>
                  </a:lnTo>
                  <a:lnTo>
                    <a:pt x="662" y="526"/>
                  </a:lnTo>
                  <a:lnTo>
                    <a:pt x="659" y="556"/>
                  </a:lnTo>
                  <a:lnTo>
                    <a:pt x="649" y="585"/>
                  </a:lnTo>
                  <a:lnTo>
                    <a:pt x="635" y="610"/>
                  </a:lnTo>
                  <a:lnTo>
                    <a:pt x="617" y="632"/>
                  </a:lnTo>
                  <a:lnTo>
                    <a:pt x="594" y="651"/>
                  </a:lnTo>
                  <a:lnTo>
                    <a:pt x="569" y="665"/>
                  </a:lnTo>
                  <a:lnTo>
                    <a:pt x="540" y="674"/>
                  </a:lnTo>
                  <a:lnTo>
                    <a:pt x="511" y="677"/>
                  </a:lnTo>
                  <a:lnTo>
                    <a:pt x="480" y="674"/>
                  </a:lnTo>
                  <a:lnTo>
                    <a:pt x="451" y="665"/>
                  </a:lnTo>
                  <a:lnTo>
                    <a:pt x="425" y="651"/>
                  </a:lnTo>
                  <a:lnTo>
                    <a:pt x="403" y="632"/>
                  </a:lnTo>
                  <a:lnTo>
                    <a:pt x="384" y="610"/>
                  </a:lnTo>
                  <a:lnTo>
                    <a:pt x="371" y="585"/>
                  </a:lnTo>
                  <a:lnTo>
                    <a:pt x="362" y="556"/>
                  </a:lnTo>
                  <a:lnTo>
                    <a:pt x="359" y="526"/>
                  </a:lnTo>
                  <a:lnTo>
                    <a:pt x="0" y="526"/>
                  </a:lnTo>
                  <a:lnTo>
                    <a:pt x="0" y="225"/>
                  </a:lnTo>
                  <a:lnTo>
                    <a:pt x="359" y="225"/>
                  </a:lnTo>
                  <a:lnTo>
                    <a:pt x="359" y="150"/>
                  </a:lnTo>
                  <a:lnTo>
                    <a:pt x="362" y="120"/>
                  </a:lnTo>
                  <a:lnTo>
                    <a:pt x="371" y="92"/>
                  </a:lnTo>
                  <a:lnTo>
                    <a:pt x="384" y="66"/>
                  </a:lnTo>
                  <a:lnTo>
                    <a:pt x="403" y="44"/>
                  </a:lnTo>
                  <a:lnTo>
                    <a:pt x="425" y="25"/>
                  </a:lnTo>
                  <a:lnTo>
                    <a:pt x="451" y="12"/>
                  </a:lnTo>
                  <a:lnTo>
                    <a:pt x="480" y="3"/>
                  </a:lnTo>
                  <a:lnTo>
                    <a:pt x="5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8" name="Freeform 275">
              <a:extLst>
                <a:ext uri="{FF2B5EF4-FFF2-40B4-BE49-F238E27FC236}">
                  <a16:creationId xmlns:a16="http://schemas.microsoft.com/office/drawing/2014/main" id="{65CB524F-2359-4E18-96DB-F264018CB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3438" y="4062413"/>
              <a:ext cx="481013" cy="401638"/>
            </a:xfrm>
            <a:custGeom>
              <a:avLst/>
              <a:gdLst>
                <a:gd name="T0" fmla="*/ 882 w 3330"/>
                <a:gd name="T1" fmla="*/ 3 h 2783"/>
                <a:gd name="T2" fmla="*/ 936 w 3330"/>
                <a:gd name="T3" fmla="*/ 25 h 2783"/>
                <a:gd name="T4" fmla="*/ 977 w 3330"/>
                <a:gd name="T5" fmla="*/ 66 h 2783"/>
                <a:gd name="T6" fmla="*/ 1000 w 3330"/>
                <a:gd name="T7" fmla="*/ 120 h 2783"/>
                <a:gd name="T8" fmla="*/ 1003 w 3330"/>
                <a:gd name="T9" fmla="*/ 526 h 2783"/>
                <a:gd name="T10" fmla="*/ 991 w 3330"/>
                <a:gd name="T11" fmla="*/ 585 h 2783"/>
                <a:gd name="T12" fmla="*/ 959 w 3330"/>
                <a:gd name="T13" fmla="*/ 632 h 2783"/>
                <a:gd name="T14" fmla="*/ 911 w 3330"/>
                <a:gd name="T15" fmla="*/ 665 h 2783"/>
                <a:gd name="T16" fmla="*/ 852 w 3330"/>
                <a:gd name="T17" fmla="*/ 677 h 2783"/>
                <a:gd name="T18" fmla="*/ 793 w 3330"/>
                <a:gd name="T19" fmla="*/ 665 h 2783"/>
                <a:gd name="T20" fmla="*/ 745 w 3330"/>
                <a:gd name="T21" fmla="*/ 632 h 2783"/>
                <a:gd name="T22" fmla="*/ 712 w 3330"/>
                <a:gd name="T23" fmla="*/ 585 h 2783"/>
                <a:gd name="T24" fmla="*/ 701 w 3330"/>
                <a:gd name="T25" fmla="*/ 526 h 2783"/>
                <a:gd name="T26" fmla="*/ 303 w 3330"/>
                <a:gd name="T27" fmla="*/ 978 h 2783"/>
                <a:gd name="T28" fmla="*/ 3027 w 3330"/>
                <a:gd name="T29" fmla="*/ 526 h 2783"/>
                <a:gd name="T30" fmla="*/ 2782 w 3330"/>
                <a:gd name="T31" fmla="*/ 225 h 2783"/>
                <a:gd name="T32" fmla="*/ 3210 w 3330"/>
                <a:gd name="T33" fmla="*/ 228 h 2783"/>
                <a:gd name="T34" fmla="*/ 3264 w 3330"/>
                <a:gd name="T35" fmla="*/ 251 h 2783"/>
                <a:gd name="T36" fmla="*/ 3305 w 3330"/>
                <a:gd name="T37" fmla="*/ 292 h 2783"/>
                <a:gd name="T38" fmla="*/ 3327 w 3330"/>
                <a:gd name="T39" fmla="*/ 346 h 2783"/>
                <a:gd name="T40" fmla="*/ 3330 w 3330"/>
                <a:gd name="T41" fmla="*/ 2632 h 2783"/>
                <a:gd name="T42" fmla="*/ 3319 w 3330"/>
                <a:gd name="T43" fmla="*/ 2691 h 2783"/>
                <a:gd name="T44" fmla="*/ 3286 w 3330"/>
                <a:gd name="T45" fmla="*/ 2738 h 2783"/>
                <a:gd name="T46" fmla="*/ 3239 w 3330"/>
                <a:gd name="T47" fmla="*/ 2771 h 2783"/>
                <a:gd name="T48" fmla="*/ 3179 w 3330"/>
                <a:gd name="T49" fmla="*/ 2783 h 2783"/>
                <a:gd name="T50" fmla="*/ 2439 w 3330"/>
                <a:gd name="T51" fmla="*/ 2727 h 2783"/>
                <a:gd name="T52" fmla="*/ 2500 w 3330"/>
                <a:gd name="T53" fmla="*/ 2610 h 2783"/>
                <a:gd name="T54" fmla="*/ 2544 w 3330"/>
                <a:gd name="T55" fmla="*/ 2482 h 2783"/>
                <a:gd name="T56" fmla="*/ 3027 w 3330"/>
                <a:gd name="T57" fmla="*/ 1128 h 2783"/>
                <a:gd name="T58" fmla="*/ 303 w 3330"/>
                <a:gd name="T59" fmla="*/ 2482 h 2783"/>
                <a:gd name="T60" fmla="*/ 806 w 3330"/>
                <a:gd name="T61" fmla="*/ 2547 h 2783"/>
                <a:gd name="T62" fmla="*/ 859 w 3330"/>
                <a:gd name="T63" fmla="*/ 2669 h 2783"/>
                <a:gd name="T64" fmla="*/ 929 w 3330"/>
                <a:gd name="T65" fmla="*/ 2783 h 2783"/>
                <a:gd name="T66" fmla="*/ 120 w 3330"/>
                <a:gd name="T67" fmla="*/ 2780 h 2783"/>
                <a:gd name="T68" fmla="*/ 66 w 3330"/>
                <a:gd name="T69" fmla="*/ 2756 h 2783"/>
                <a:gd name="T70" fmla="*/ 26 w 3330"/>
                <a:gd name="T71" fmla="*/ 2716 h 2783"/>
                <a:gd name="T72" fmla="*/ 3 w 3330"/>
                <a:gd name="T73" fmla="*/ 2662 h 2783"/>
                <a:gd name="T74" fmla="*/ 0 w 3330"/>
                <a:gd name="T75" fmla="*/ 376 h 2783"/>
                <a:gd name="T76" fmla="*/ 12 w 3330"/>
                <a:gd name="T77" fmla="*/ 317 h 2783"/>
                <a:gd name="T78" fmla="*/ 44 w 3330"/>
                <a:gd name="T79" fmla="*/ 270 h 2783"/>
                <a:gd name="T80" fmla="*/ 93 w 3330"/>
                <a:gd name="T81" fmla="*/ 237 h 2783"/>
                <a:gd name="T82" fmla="*/ 151 w 3330"/>
                <a:gd name="T83" fmla="*/ 225 h 2783"/>
                <a:gd name="T84" fmla="*/ 701 w 3330"/>
                <a:gd name="T85" fmla="*/ 150 h 2783"/>
                <a:gd name="T86" fmla="*/ 712 w 3330"/>
                <a:gd name="T87" fmla="*/ 92 h 2783"/>
                <a:gd name="T88" fmla="*/ 745 w 3330"/>
                <a:gd name="T89" fmla="*/ 44 h 2783"/>
                <a:gd name="T90" fmla="*/ 793 w 3330"/>
                <a:gd name="T91" fmla="*/ 12 h 2783"/>
                <a:gd name="T92" fmla="*/ 852 w 3330"/>
                <a:gd name="T93" fmla="*/ 0 h 2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30" h="2783">
                  <a:moveTo>
                    <a:pt x="852" y="0"/>
                  </a:moveTo>
                  <a:lnTo>
                    <a:pt x="882" y="3"/>
                  </a:lnTo>
                  <a:lnTo>
                    <a:pt x="911" y="12"/>
                  </a:lnTo>
                  <a:lnTo>
                    <a:pt x="936" y="25"/>
                  </a:lnTo>
                  <a:lnTo>
                    <a:pt x="959" y="44"/>
                  </a:lnTo>
                  <a:lnTo>
                    <a:pt x="977" y="66"/>
                  </a:lnTo>
                  <a:lnTo>
                    <a:pt x="991" y="92"/>
                  </a:lnTo>
                  <a:lnTo>
                    <a:pt x="1000" y="120"/>
                  </a:lnTo>
                  <a:lnTo>
                    <a:pt x="1003" y="150"/>
                  </a:lnTo>
                  <a:lnTo>
                    <a:pt x="1003" y="526"/>
                  </a:lnTo>
                  <a:lnTo>
                    <a:pt x="1000" y="556"/>
                  </a:lnTo>
                  <a:lnTo>
                    <a:pt x="991" y="585"/>
                  </a:lnTo>
                  <a:lnTo>
                    <a:pt x="977" y="610"/>
                  </a:lnTo>
                  <a:lnTo>
                    <a:pt x="959" y="632"/>
                  </a:lnTo>
                  <a:lnTo>
                    <a:pt x="936" y="651"/>
                  </a:lnTo>
                  <a:lnTo>
                    <a:pt x="911" y="665"/>
                  </a:lnTo>
                  <a:lnTo>
                    <a:pt x="882" y="674"/>
                  </a:lnTo>
                  <a:lnTo>
                    <a:pt x="852" y="677"/>
                  </a:lnTo>
                  <a:lnTo>
                    <a:pt x="821" y="674"/>
                  </a:lnTo>
                  <a:lnTo>
                    <a:pt x="793" y="665"/>
                  </a:lnTo>
                  <a:lnTo>
                    <a:pt x="767" y="651"/>
                  </a:lnTo>
                  <a:lnTo>
                    <a:pt x="745" y="632"/>
                  </a:lnTo>
                  <a:lnTo>
                    <a:pt x="726" y="610"/>
                  </a:lnTo>
                  <a:lnTo>
                    <a:pt x="712" y="585"/>
                  </a:lnTo>
                  <a:lnTo>
                    <a:pt x="704" y="556"/>
                  </a:lnTo>
                  <a:lnTo>
                    <a:pt x="701" y="526"/>
                  </a:lnTo>
                  <a:lnTo>
                    <a:pt x="303" y="526"/>
                  </a:lnTo>
                  <a:lnTo>
                    <a:pt x="303" y="978"/>
                  </a:lnTo>
                  <a:lnTo>
                    <a:pt x="3027" y="978"/>
                  </a:lnTo>
                  <a:lnTo>
                    <a:pt x="3027" y="526"/>
                  </a:lnTo>
                  <a:lnTo>
                    <a:pt x="2782" y="526"/>
                  </a:lnTo>
                  <a:lnTo>
                    <a:pt x="2782" y="225"/>
                  </a:lnTo>
                  <a:lnTo>
                    <a:pt x="3179" y="225"/>
                  </a:lnTo>
                  <a:lnTo>
                    <a:pt x="3210" y="228"/>
                  </a:lnTo>
                  <a:lnTo>
                    <a:pt x="3239" y="237"/>
                  </a:lnTo>
                  <a:lnTo>
                    <a:pt x="3264" y="251"/>
                  </a:lnTo>
                  <a:lnTo>
                    <a:pt x="3286" y="270"/>
                  </a:lnTo>
                  <a:lnTo>
                    <a:pt x="3305" y="292"/>
                  </a:lnTo>
                  <a:lnTo>
                    <a:pt x="3319" y="317"/>
                  </a:lnTo>
                  <a:lnTo>
                    <a:pt x="3327" y="346"/>
                  </a:lnTo>
                  <a:lnTo>
                    <a:pt x="3330" y="376"/>
                  </a:lnTo>
                  <a:lnTo>
                    <a:pt x="3330" y="2632"/>
                  </a:lnTo>
                  <a:lnTo>
                    <a:pt x="3327" y="2662"/>
                  </a:lnTo>
                  <a:lnTo>
                    <a:pt x="3319" y="2691"/>
                  </a:lnTo>
                  <a:lnTo>
                    <a:pt x="3305" y="2716"/>
                  </a:lnTo>
                  <a:lnTo>
                    <a:pt x="3286" y="2738"/>
                  </a:lnTo>
                  <a:lnTo>
                    <a:pt x="3264" y="2756"/>
                  </a:lnTo>
                  <a:lnTo>
                    <a:pt x="3239" y="2771"/>
                  </a:lnTo>
                  <a:lnTo>
                    <a:pt x="3210" y="2780"/>
                  </a:lnTo>
                  <a:lnTo>
                    <a:pt x="3179" y="2783"/>
                  </a:lnTo>
                  <a:lnTo>
                    <a:pt x="2402" y="2783"/>
                  </a:lnTo>
                  <a:lnTo>
                    <a:pt x="2439" y="2727"/>
                  </a:lnTo>
                  <a:lnTo>
                    <a:pt x="2471" y="2669"/>
                  </a:lnTo>
                  <a:lnTo>
                    <a:pt x="2500" y="2610"/>
                  </a:lnTo>
                  <a:lnTo>
                    <a:pt x="2525" y="2547"/>
                  </a:lnTo>
                  <a:lnTo>
                    <a:pt x="2544" y="2482"/>
                  </a:lnTo>
                  <a:lnTo>
                    <a:pt x="3027" y="2482"/>
                  </a:lnTo>
                  <a:lnTo>
                    <a:pt x="3027" y="1128"/>
                  </a:lnTo>
                  <a:lnTo>
                    <a:pt x="303" y="1128"/>
                  </a:lnTo>
                  <a:lnTo>
                    <a:pt x="303" y="2482"/>
                  </a:lnTo>
                  <a:lnTo>
                    <a:pt x="786" y="2482"/>
                  </a:lnTo>
                  <a:lnTo>
                    <a:pt x="806" y="2547"/>
                  </a:lnTo>
                  <a:lnTo>
                    <a:pt x="830" y="2610"/>
                  </a:lnTo>
                  <a:lnTo>
                    <a:pt x="859" y="2669"/>
                  </a:lnTo>
                  <a:lnTo>
                    <a:pt x="891" y="2727"/>
                  </a:lnTo>
                  <a:lnTo>
                    <a:pt x="929" y="2783"/>
                  </a:lnTo>
                  <a:lnTo>
                    <a:pt x="151" y="2783"/>
                  </a:lnTo>
                  <a:lnTo>
                    <a:pt x="120" y="2780"/>
                  </a:lnTo>
                  <a:lnTo>
                    <a:pt x="93" y="2771"/>
                  </a:lnTo>
                  <a:lnTo>
                    <a:pt x="66" y="2756"/>
                  </a:lnTo>
                  <a:lnTo>
                    <a:pt x="44" y="2738"/>
                  </a:lnTo>
                  <a:lnTo>
                    <a:pt x="26" y="2716"/>
                  </a:lnTo>
                  <a:lnTo>
                    <a:pt x="12" y="2691"/>
                  </a:lnTo>
                  <a:lnTo>
                    <a:pt x="3" y="2662"/>
                  </a:lnTo>
                  <a:lnTo>
                    <a:pt x="0" y="2632"/>
                  </a:lnTo>
                  <a:lnTo>
                    <a:pt x="0" y="376"/>
                  </a:lnTo>
                  <a:lnTo>
                    <a:pt x="3" y="346"/>
                  </a:lnTo>
                  <a:lnTo>
                    <a:pt x="12" y="317"/>
                  </a:lnTo>
                  <a:lnTo>
                    <a:pt x="26" y="292"/>
                  </a:lnTo>
                  <a:lnTo>
                    <a:pt x="44" y="270"/>
                  </a:lnTo>
                  <a:lnTo>
                    <a:pt x="66" y="251"/>
                  </a:lnTo>
                  <a:lnTo>
                    <a:pt x="93" y="237"/>
                  </a:lnTo>
                  <a:lnTo>
                    <a:pt x="120" y="228"/>
                  </a:lnTo>
                  <a:lnTo>
                    <a:pt x="151" y="225"/>
                  </a:lnTo>
                  <a:lnTo>
                    <a:pt x="701" y="225"/>
                  </a:lnTo>
                  <a:lnTo>
                    <a:pt x="701" y="150"/>
                  </a:lnTo>
                  <a:lnTo>
                    <a:pt x="704" y="120"/>
                  </a:lnTo>
                  <a:lnTo>
                    <a:pt x="712" y="92"/>
                  </a:lnTo>
                  <a:lnTo>
                    <a:pt x="726" y="66"/>
                  </a:lnTo>
                  <a:lnTo>
                    <a:pt x="745" y="44"/>
                  </a:lnTo>
                  <a:lnTo>
                    <a:pt x="767" y="25"/>
                  </a:lnTo>
                  <a:lnTo>
                    <a:pt x="793" y="12"/>
                  </a:lnTo>
                  <a:lnTo>
                    <a:pt x="821" y="3"/>
                  </a:lnTo>
                  <a:lnTo>
                    <a:pt x="8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9" name="Freeform 276">
              <a:extLst>
                <a:ext uri="{FF2B5EF4-FFF2-40B4-BE49-F238E27FC236}">
                  <a16:creationId xmlns:a16="http://schemas.microsoft.com/office/drawing/2014/main" id="{5EC1A659-560F-47F2-B687-A9503F324E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75688" y="4303713"/>
              <a:ext cx="74613" cy="120650"/>
            </a:xfrm>
            <a:custGeom>
              <a:avLst/>
              <a:gdLst>
                <a:gd name="T0" fmla="*/ 104 w 513"/>
                <a:gd name="T1" fmla="*/ 532 h 835"/>
                <a:gd name="T2" fmla="*/ 79 w 513"/>
                <a:gd name="T3" fmla="*/ 550 h 835"/>
                <a:gd name="T4" fmla="*/ 69 w 513"/>
                <a:gd name="T5" fmla="*/ 581 h 835"/>
                <a:gd name="T6" fmla="*/ 79 w 513"/>
                <a:gd name="T7" fmla="*/ 611 h 835"/>
                <a:gd name="T8" fmla="*/ 104 w 513"/>
                <a:gd name="T9" fmla="*/ 630 h 835"/>
                <a:gd name="T10" fmla="*/ 137 w 513"/>
                <a:gd name="T11" fmla="*/ 630 h 835"/>
                <a:gd name="T12" fmla="*/ 161 w 513"/>
                <a:gd name="T13" fmla="*/ 611 h 835"/>
                <a:gd name="T14" fmla="*/ 172 w 513"/>
                <a:gd name="T15" fmla="*/ 581 h 835"/>
                <a:gd name="T16" fmla="*/ 161 w 513"/>
                <a:gd name="T17" fmla="*/ 550 h 835"/>
                <a:gd name="T18" fmla="*/ 137 w 513"/>
                <a:gd name="T19" fmla="*/ 532 h 835"/>
                <a:gd name="T20" fmla="*/ 121 w 513"/>
                <a:gd name="T21" fmla="*/ 0 h 835"/>
                <a:gd name="T22" fmla="*/ 155 w 513"/>
                <a:gd name="T23" fmla="*/ 9 h 835"/>
                <a:gd name="T24" fmla="*/ 180 w 513"/>
                <a:gd name="T25" fmla="*/ 34 h 835"/>
                <a:gd name="T26" fmla="*/ 189 w 513"/>
                <a:gd name="T27" fmla="*/ 68 h 835"/>
                <a:gd name="T28" fmla="*/ 208 w 513"/>
                <a:gd name="T29" fmla="*/ 500 h 835"/>
                <a:gd name="T30" fmla="*/ 234 w 513"/>
                <a:gd name="T31" fmla="*/ 544 h 835"/>
                <a:gd name="T32" fmla="*/ 480 w 513"/>
                <a:gd name="T33" fmla="*/ 708 h 835"/>
                <a:gd name="T34" fmla="*/ 504 w 513"/>
                <a:gd name="T35" fmla="*/ 733 h 835"/>
                <a:gd name="T36" fmla="*/ 513 w 513"/>
                <a:gd name="T37" fmla="*/ 767 h 835"/>
                <a:gd name="T38" fmla="*/ 504 w 513"/>
                <a:gd name="T39" fmla="*/ 802 h 835"/>
                <a:gd name="T40" fmla="*/ 479 w 513"/>
                <a:gd name="T41" fmla="*/ 827 h 835"/>
                <a:gd name="T42" fmla="*/ 445 w 513"/>
                <a:gd name="T43" fmla="*/ 835 h 835"/>
                <a:gd name="T44" fmla="*/ 410 w 513"/>
                <a:gd name="T45" fmla="*/ 826 h 835"/>
                <a:gd name="T46" fmla="*/ 147 w 513"/>
                <a:gd name="T47" fmla="*/ 697 h 835"/>
                <a:gd name="T48" fmla="*/ 93 w 513"/>
                <a:gd name="T49" fmla="*/ 697 h 835"/>
                <a:gd name="T50" fmla="*/ 45 w 513"/>
                <a:gd name="T51" fmla="*/ 674 h 835"/>
                <a:gd name="T52" fmla="*/ 13 w 513"/>
                <a:gd name="T53" fmla="*/ 634 h 835"/>
                <a:gd name="T54" fmla="*/ 0 w 513"/>
                <a:gd name="T55" fmla="*/ 581 h 835"/>
                <a:gd name="T56" fmla="*/ 9 w 513"/>
                <a:gd name="T57" fmla="*/ 535 h 835"/>
                <a:gd name="T58" fmla="*/ 34 w 513"/>
                <a:gd name="T59" fmla="*/ 498 h 835"/>
                <a:gd name="T60" fmla="*/ 51 w 513"/>
                <a:gd name="T61" fmla="*/ 68 h 835"/>
                <a:gd name="T62" fmla="*/ 60 w 513"/>
                <a:gd name="T63" fmla="*/ 34 h 835"/>
                <a:gd name="T64" fmla="*/ 86 w 513"/>
                <a:gd name="T65" fmla="*/ 9 h 835"/>
                <a:gd name="T66" fmla="*/ 121 w 513"/>
                <a:gd name="T67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3" h="835">
                  <a:moveTo>
                    <a:pt x="121" y="530"/>
                  </a:moveTo>
                  <a:lnTo>
                    <a:pt x="104" y="532"/>
                  </a:lnTo>
                  <a:lnTo>
                    <a:pt x="90" y="539"/>
                  </a:lnTo>
                  <a:lnTo>
                    <a:pt x="79" y="550"/>
                  </a:lnTo>
                  <a:lnTo>
                    <a:pt x="72" y="565"/>
                  </a:lnTo>
                  <a:lnTo>
                    <a:pt x="69" y="581"/>
                  </a:lnTo>
                  <a:lnTo>
                    <a:pt x="72" y="597"/>
                  </a:lnTo>
                  <a:lnTo>
                    <a:pt x="79" y="611"/>
                  </a:lnTo>
                  <a:lnTo>
                    <a:pt x="90" y="622"/>
                  </a:lnTo>
                  <a:lnTo>
                    <a:pt x="104" y="630"/>
                  </a:lnTo>
                  <a:lnTo>
                    <a:pt x="121" y="633"/>
                  </a:lnTo>
                  <a:lnTo>
                    <a:pt x="137" y="630"/>
                  </a:lnTo>
                  <a:lnTo>
                    <a:pt x="151" y="622"/>
                  </a:lnTo>
                  <a:lnTo>
                    <a:pt x="161" y="611"/>
                  </a:lnTo>
                  <a:lnTo>
                    <a:pt x="170" y="597"/>
                  </a:lnTo>
                  <a:lnTo>
                    <a:pt x="172" y="581"/>
                  </a:lnTo>
                  <a:lnTo>
                    <a:pt x="170" y="565"/>
                  </a:lnTo>
                  <a:lnTo>
                    <a:pt x="161" y="550"/>
                  </a:lnTo>
                  <a:lnTo>
                    <a:pt x="151" y="539"/>
                  </a:lnTo>
                  <a:lnTo>
                    <a:pt x="137" y="532"/>
                  </a:lnTo>
                  <a:lnTo>
                    <a:pt x="121" y="530"/>
                  </a:lnTo>
                  <a:close/>
                  <a:moveTo>
                    <a:pt x="121" y="0"/>
                  </a:moveTo>
                  <a:lnTo>
                    <a:pt x="139" y="2"/>
                  </a:lnTo>
                  <a:lnTo>
                    <a:pt x="155" y="9"/>
                  </a:lnTo>
                  <a:lnTo>
                    <a:pt x="169" y="20"/>
                  </a:lnTo>
                  <a:lnTo>
                    <a:pt x="180" y="34"/>
                  </a:lnTo>
                  <a:lnTo>
                    <a:pt x="187" y="50"/>
                  </a:lnTo>
                  <a:lnTo>
                    <a:pt x="189" y="68"/>
                  </a:lnTo>
                  <a:lnTo>
                    <a:pt x="189" y="484"/>
                  </a:lnTo>
                  <a:lnTo>
                    <a:pt x="208" y="500"/>
                  </a:lnTo>
                  <a:lnTo>
                    <a:pt x="224" y="521"/>
                  </a:lnTo>
                  <a:lnTo>
                    <a:pt x="234" y="544"/>
                  </a:lnTo>
                  <a:lnTo>
                    <a:pt x="240" y="571"/>
                  </a:lnTo>
                  <a:lnTo>
                    <a:pt x="480" y="708"/>
                  </a:lnTo>
                  <a:lnTo>
                    <a:pt x="494" y="719"/>
                  </a:lnTo>
                  <a:lnTo>
                    <a:pt x="504" y="733"/>
                  </a:lnTo>
                  <a:lnTo>
                    <a:pt x="511" y="749"/>
                  </a:lnTo>
                  <a:lnTo>
                    <a:pt x="513" y="767"/>
                  </a:lnTo>
                  <a:lnTo>
                    <a:pt x="511" y="785"/>
                  </a:lnTo>
                  <a:lnTo>
                    <a:pt x="504" y="802"/>
                  </a:lnTo>
                  <a:lnTo>
                    <a:pt x="493" y="816"/>
                  </a:lnTo>
                  <a:lnTo>
                    <a:pt x="479" y="827"/>
                  </a:lnTo>
                  <a:lnTo>
                    <a:pt x="462" y="833"/>
                  </a:lnTo>
                  <a:lnTo>
                    <a:pt x="445" y="835"/>
                  </a:lnTo>
                  <a:lnTo>
                    <a:pt x="428" y="833"/>
                  </a:lnTo>
                  <a:lnTo>
                    <a:pt x="410" y="826"/>
                  </a:lnTo>
                  <a:lnTo>
                    <a:pt x="172" y="689"/>
                  </a:lnTo>
                  <a:lnTo>
                    <a:pt x="147" y="697"/>
                  </a:lnTo>
                  <a:lnTo>
                    <a:pt x="121" y="700"/>
                  </a:lnTo>
                  <a:lnTo>
                    <a:pt x="93" y="697"/>
                  </a:lnTo>
                  <a:lnTo>
                    <a:pt x="68" y="688"/>
                  </a:lnTo>
                  <a:lnTo>
                    <a:pt x="45" y="674"/>
                  </a:lnTo>
                  <a:lnTo>
                    <a:pt x="27" y="656"/>
                  </a:lnTo>
                  <a:lnTo>
                    <a:pt x="13" y="634"/>
                  </a:lnTo>
                  <a:lnTo>
                    <a:pt x="3" y="608"/>
                  </a:lnTo>
                  <a:lnTo>
                    <a:pt x="0" y="581"/>
                  </a:lnTo>
                  <a:lnTo>
                    <a:pt x="2" y="558"/>
                  </a:lnTo>
                  <a:lnTo>
                    <a:pt x="9" y="535"/>
                  </a:lnTo>
                  <a:lnTo>
                    <a:pt x="20" y="515"/>
                  </a:lnTo>
                  <a:lnTo>
                    <a:pt x="34" y="498"/>
                  </a:lnTo>
                  <a:lnTo>
                    <a:pt x="51" y="484"/>
                  </a:lnTo>
                  <a:lnTo>
                    <a:pt x="51" y="68"/>
                  </a:lnTo>
                  <a:lnTo>
                    <a:pt x="54" y="50"/>
                  </a:lnTo>
                  <a:lnTo>
                    <a:pt x="60" y="34"/>
                  </a:lnTo>
                  <a:lnTo>
                    <a:pt x="72" y="20"/>
                  </a:lnTo>
                  <a:lnTo>
                    <a:pt x="86" y="9"/>
                  </a:lnTo>
                  <a:lnTo>
                    <a:pt x="102" y="2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0" name="Freeform 277">
              <a:extLst>
                <a:ext uri="{FF2B5EF4-FFF2-40B4-BE49-F238E27FC236}">
                  <a16:creationId xmlns:a16="http://schemas.microsoft.com/office/drawing/2014/main" id="{FB41D4EF-7AAF-4316-A4B1-8F803A8A4A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5201" y="4278313"/>
              <a:ext cx="217488" cy="217488"/>
            </a:xfrm>
            <a:custGeom>
              <a:avLst/>
              <a:gdLst>
                <a:gd name="T0" fmla="*/ 632 w 1515"/>
                <a:gd name="T1" fmla="*/ 149 h 1504"/>
                <a:gd name="T2" fmla="*/ 463 w 1515"/>
                <a:gd name="T3" fmla="*/ 211 h 1504"/>
                <a:gd name="T4" fmla="*/ 320 w 1515"/>
                <a:gd name="T5" fmla="*/ 317 h 1504"/>
                <a:gd name="T6" fmla="*/ 213 w 1515"/>
                <a:gd name="T7" fmla="*/ 459 h 1504"/>
                <a:gd name="T8" fmla="*/ 151 w 1515"/>
                <a:gd name="T9" fmla="*/ 628 h 1504"/>
                <a:gd name="T10" fmla="*/ 142 w 1515"/>
                <a:gd name="T11" fmla="*/ 815 h 1504"/>
                <a:gd name="T12" fmla="*/ 186 w 1515"/>
                <a:gd name="T13" fmla="*/ 991 h 1504"/>
                <a:gd name="T14" fmla="*/ 279 w 1515"/>
                <a:gd name="T15" fmla="*/ 1143 h 1504"/>
                <a:gd name="T16" fmla="*/ 411 w 1515"/>
                <a:gd name="T17" fmla="*/ 1263 h 1504"/>
                <a:gd name="T18" fmla="*/ 573 w 1515"/>
                <a:gd name="T19" fmla="*/ 1340 h 1504"/>
                <a:gd name="T20" fmla="*/ 758 w 1515"/>
                <a:gd name="T21" fmla="*/ 1367 h 1504"/>
                <a:gd name="T22" fmla="*/ 941 w 1515"/>
                <a:gd name="T23" fmla="*/ 1340 h 1504"/>
                <a:gd name="T24" fmla="*/ 1103 w 1515"/>
                <a:gd name="T25" fmla="*/ 1263 h 1504"/>
                <a:gd name="T26" fmla="*/ 1235 w 1515"/>
                <a:gd name="T27" fmla="*/ 1143 h 1504"/>
                <a:gd name="T28" fmla="*/ 1328 w 1515"/>
                <a:gd name="T29" fmla="*/ 991 h 1504"/>
                <a:gd name="T30" fmla="*/ 1374 w 1515"/>
                <a:gd name="T31" fmla="*/ 815 h 1504"/>
                <a:gd name="T32" fmla="*/ 1365 w 1515"/>
                <a:gd name="T33" fmla="*/ 628 h 1504"/>
                <a:gd name="T34" fmla="*/ 1302 w 1515"/>
                <a:gd name="T35" fmla="*/ 459 h 1504"/>
                <a:gd name="T36" fmla="*/ 1195 w 1515"/>
                <a:gd name="T37" fmla="*/ 317 h 1504"/>
                <a:gd name="T38" fmla="*/ 1052 w 1515"/>
                <a:gd name="T39" fmla="*/ 211 h 1504"/>
                <a:gd name="T40" fmla="*/ 882 w 1515"/>
                <a:gd name="T41" fmla="*/ 149 h 1504"/>
                <a:gd name="T42" fmla="*/ 758 w 1515"/>
                <a:gd name="T43" fmla="*/ 0 h 1504"/>
                <a:gd name="T44" fmla="*/ 959 w 1515"/>
                <a:gd name="T45" fmla="*/ 26 h 1504"/>
                <a:gd name="T46" fmla="*/ 1139 w 1515"/>
                <a:gd name="T47" fmla="*/ 102 h 1504"/>
                <a:gd name="T48" fmla="*/ 1292 w 1515"/>
                <a:gd name="T49" fmla="*/ 221 h 1504"/>
                <a:gd name="T50" fmla="*/ 1410 w 1515"/>
                <a:gd name="T51" fmla="*/ 373 h 1504"/>
                <a:gd name="T52" fmla="*/ 1487 w 1515"/>
                <a:gd name="T53" fmla="*/ 552 h 1504"/>
                <a:gd name="T54" fmla="*/ 1515 w 1515"/>
                <a:gd name="T55" fmla="*/ 752 h 1504"/>
                <a:gd name="T56" fmla="*/ 1487 w 1515"/>
                <a:gd name="T57" fmla="*/ 952 h 1504"/>
                <a:gd name="T58" fmla="*/ 1410 w 1515"/>
                <a:gd name="T59" fmla="*/ 1131 h 1504"/>
                <a:gd name="T60" fmla="*/ 1292 w 1515"/>
                <a:gd name="T61" fmla="*/ 1284 h 1504"/>
                <a:gd name="T62" fmla="*/ 1139 w 1515"/>
                <a:gd name="T63" fmla="*/ 1401 h 1504"/>
                <a:gd name="T64" fmla="*/ 959 w 1515"/>
                <a:gd name="T65" fmla="*/ 1477 h 1504"/>
                <a:gd name="T66" fmla="*/ 758 w 1515"/>
                <a:gd name="T67" fmla="*/ 1504 h 1504"/>
                <a:gd name="T68" fmla="*/ 557 w 1515"/>
                <a:gd name="T69" fmla="*/ 1477 h 1504"/>
                <a:gd name="T70" fmla="*/ 375 w 1515"/>
                <a:gd name="T71" fmla="*/ 1401 h 1504"/>
                <a:gd name="T72" fmla="*/ 222 w 1515"/>
                <a:gd name="T73" fmla="*/ 1284 h 1504"/>
                <a:gd name="T74" fmla="*/ 104 w 1515"/>
                <a:gd name="T75" fmla="*/ 1131 h 1504"/>
                <a:gd name="T76" fmla="*/ 27 w 1515"/>
                <a:gd name="T77" fmla="*/ 952 h 1504"/>
                <a:gd name="T78" fmla="*/ 0 w 1515"/>
                <a:gd name="T79" fmla="*/ 752 h 1504"/>
                <a:gd name="T80" fmla="*/ 27 w 1515"/>
                <a:gd name="T81" fmla="*/ 552 h 1504"/>
                <a:gd name="T82" fmla="*/ 104 w 1515"/>
                <a:gd name="T83" fmla="*/ 373 h 1504"/>
                <a:gd name="T84" fmla="*/ 222 w 1515"/>
                <a:gd name="T85" fmla="*/ 221 h 1504"/>
                <a:gd name="T86" fmla="*/ 375 w 1515"/>
                <a:gd name="T87" fmla="*/ 102 h 1504"/>
                <a:gd name="T88" fmla="*/ 557 w 1515"/>
                <a:gd name="T89" fmla="*/ 26 h 1504"/>
                <a:gd name="T90" fmla="*/ 758 w 1515"/>
                <a:gd name="T91" fmla="*/ 0 h 1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15" h="1504">
                  <a:moveTo>
                    <a:pt x="758" y="137"/>
                  </a:moveTo>
                  <a:lnTo>
                    <a:pt x="694" y="140"/>
                  </a:lnTo>
                  <a:lnTo>
                    <a:pt x="632" y="149"/>
                  </a:lnTo>
                  <a:lnTo>
                    <a:pt x="573" y="164"/>
                  </a:lnTo>
                  <a:lnTo>
                    <a:pt x="517" y="185"/>
                  </a:lnTo>
                  <a:lnTo>
                    <a:pt x="463" y="211"/>
                  </a:lnTo>
                  <a:lnTo>
                    <a:pt x="411" y="242"/>
                  </a:lnTo>
                  <a:lnTo>
                    <a:pt x="364" y="278"/>
                  </a:lnTo>
                  <a:lnTo>
                    <a:pt x="320" y="317"/>
                  </a:lnTo>
                  <a:lnTo>
                    <a:pt x="279" y="361"/>
                  </a:lnTo>
                  <a:lnTo>
                    <a:pt x="244" y="408"/>
                  </a:lnTo>
                  <a:lnTo>
                    <a:pt x="213" y="459"/>
                  </a:lnTo>
                  <a:lnTo>
                    <a:pt x="186" y="513"/>
                  </a:lnTo>
                  <a:lnTo>
                    <a:pt x="166" y="569"/>
                  </a:lnTo>
                  <a:lnTo>
                    <a:pt x="151" y="628"/>
                  </a:lnTo>
                  <a:lnTo>
                    <a:pt x="142" y="689"/>
                  </a:lnTo>
                  <a:lnTo>
                    <a:pt x="139" y="752"/>
                  </a:lnTo>
                  <a:lnTo>
                    <a:pt x="142" y="815"/>
                  </a:lnTo>
                  <a:lnTo>
                    <a:pt x="151" y="876"/>
                  </a:lnTo>
                  <a:lnTo>
                    <a:pt x="166" y="935"/>
                  </a:lnTo>
                  <a:lnTo>
                    <a:pt x="186" y="991"/>
                  </a:lnTo>
                  <a:lnTo>
                    <a:pt x="213" y="1045"/>
                  </a:lnTo>
                  <a:lnTo>
                    <a:pt x="244" y="1095"/>
                  </a:lnTo>
                  <a:lnTo>
                    <a:pt x="279" y="1143"/>
                  </a:lnTo>
                  <a:lnTo>
                    <a:pt x="320" y="1187"/>
                  </a:lnTo>
                  <a:lnTo>
                    <a:pt x="364" y="1227"/>
                  </a:lnTo>
                  <a:lnTo>
                    <a:pt x="411" y="1263"/>
                  </a:lnTo>
                  <a:lnTo>
                    <a:pt x="463" y="1293"/>
                  </a:lnTo>
                  <a:lnTo>
                    <a:pt x="517" y="1319"/>
                  </a:lnTo>
                  <a:lnTo>
                    <a:pt x="573" y="1340"/>
                  </a:lnTo>
                  <a:lnTo>
                    <a:pt x="632" y="1355"/>
                  </a:lnTo>
                  <a:lnTo>
                    <a:pt x="694" y="1364"/>
                  </a:lnTo>
                  <a:lnTo>
                    <a:pt x="758" y="1367"/>
                  </a:lnTo>
                  <a:lnTo>
                    <a:pt x="821" y="1364"/>
                  </a:lnTo>
                  <a:lnTo>
                    <a:pt x="882" y="1355"/>
                  </a:lnTo>
                  <a:lnTo>
                    <a:pt x="941" y="1340"/>
                  </a:lnTo>
                  <a:lnTo>
                    <a:pt x="998" y="1319"/>
                  </a:lnTo>
                  <a:lnTo>
                    <a:pt x="1052" y="1293"/>
                  </a:lnTo>
                  <a:lnTo>
                    <a:pt x="1103" y="1263"/>
                  </a:lnTo>
                  <a:lnTo>
                    <a:pt x="1151" y="1227"/>
                  </a:lnTo>
                  <a:lnTo>
                    <a:pt x="1195" y="1187"/>
                  </a:lnTo>
                  <a:lnTo>
                    <a:pt x="1235" y="1143"/>
                  </a:lnTo>
                  <a:lnTo>
                    <a:pt x="1271" y="1095"/>
                  </a:lnTo>
                  <a:lnTo>
                    <a:pt x="1302" y="1045"/>
                  </a:lnTo>
                  <a:lnTo>
                    <a:pt x="1328" y="991"/>
                  </a:lnTo>
                  <a:lnTo>
                    <a:pt x="1349" y="935"/>
                  </a:lnTo>
                  <a:lnTo>
                    <a:pt x="1365" y="876"/>
                  </a:lnTo>
                  <a:lnTo>
                    <a:pt x="1374" y="815"/>
                  </a:lnTo>
                  <a:lnTo>
                    <a:pt x="1377" y="752"/>
                  </a:lnTo>
                  <a:lnTo>
                    <a:pt x="1374" y="689"/>
                  </a:lnTo>
                  <a:lnTo>
                    <a:pt x="1365" y="628"/>
                  </a:lnTo>
                  <a:lnTo>
                    <a:pt x="1349" y="569"/>
                  </a:lnTo>
                  <a:lnTo>
                    <a:pt x="1328" y="513"/>
                  </a:lnTo>
                  <a:lnTo>
                    <a:pt x="1302" y="459"/>
                  </a:lnTo>
                  <a:lnTo>
                    <a:pt x="1271" y="408"/>
                  </a:lnTo>
                  <a:lnTo>
                    <a:pt x="1235" y="361"/>
                  </a:lnTo>
                  <a:lnTo>
                    <a:pt x="1195" y="317"/>
                  </a:lnTo>
                  <a:lnTo>
                    <a:pt x="1151" y="278"/>
                  </a:lnTo>
                  <a:lnTo>
                    <a:pt x="1103" y="242"/>
                  </a:lnTo>
                  <a:lnTo>
                    <a:pt x="1052" y="211"/>
                  </a:lnTo>
                  <a:lnTo>
                    <a:pt x="998" y="185"/>
                  </a:lnTo>
                  <a:lnTo>
                    <a:pt x="941" y="164"/>
                  </a:lnTo>
                  <a:lnTo>
                    <a:pt x="882" y="149"/>
                  </a:lnTo>
                  <a:lnTo>
                    <a:pt x="821" y="140"/>
                  </a:lnTo>
                  <a:lnTo>
                    <a:pt x="758" y="137"/>
                  </a:lnTo>
                  <a:close/>
                  <a:moveTo>
                    <a:pt x="758" y="0"/>
                  </a:moveTo>
                  <a:lnTo>
                    <a:pt x="826" y="3"/>
                  </a:lnTo>
                  <a:lnTo>
                    <a:pt x="893" y="12"/>
                  </a:lnTo>
                  <a:lnTo>
                    <a:pt x="959" y="26"/>
                  </a:lnTo>
                  <a:lnTo>
                    <a:pt x="1021" y="47"/>
                  </a:lnTo>
                  <a:lnTo>
                    <a:pt x="1081" y="73"/>
                  </a:lnTo>
                  <a:lnTo>
                    <a:pt x="1139" y="102"/>
                  </a:lnTo>
                  <a:lnTo>
                    <a:pt x="1193" y="138"/>
                  </a:lnTo>
                  <a:lnTo>
                    <a:pt x="1244" y="177"/>
                  </a:lnTo>
                  <a:lnTo>
                    <a:pt x="1292" y="221"/>
                  </a:lnTo>
                  <a:lnTo>
                    <a:pt x="1336" y="267"/>
                  </a:lnTo>
                  <a:lnTo>
                    <a:pt x="1376" y="318"/>
                  </a:lnTo>
                  <a:lnTo>
                    <a:pt x="1410" y="373"/>
                  </a:lnTo>
                  <a:lnTo>
                    <a:pt x="1441" y="430"/>
                  </a:lnTo>
                  <a:lnTo>
                    <a:pt x="1467" y="490"/>
                  </a:lnTo>
                  <a:lnTo>
                    <a:pt x="1487" y="552"/>
                  </a:lnTo>
                  <a:lnTo>
                    <a:pt x="1502" y="617"/>
                  </a:lnTo>
                  <a:lnTo>
                    <a:pt x="1511" y="684"/>
                  </a:lnTo>
                  <a:lnTo>
                    <a:pt x="1515" y="752"/>
                  </a:lnTo>
                  <a:lnTo>
                    <a:pt x="1511" y="821"/>
                  </a:lnTo>
                  <a:lnTo>
                    <a:pt x="1502" y="887"/>
                  </a:lnTo>
                  <a:lnTo>
                    <a:pt x="1487" y="952"/>
                  </a:lnTo>
                  <a:lnTo>
                    <a:pt x="1467" y="1014"/>
                  </a:lnTo>
                  <a:lnTo>
                    <a:pt x="1441" y="1074"/>
                  </a:lnTo>
                  <a:lnTo>
                    <a:pt x="1410" y="1131"/>
                  </a:lnTo>
                  <a:lnTo>
                    <a:pt x="1376" y="1186"/>
                  </a:lnTo>
                  <a:lnTo>
                    <a:pt x="1336" y="1236"/>
                  </a:lnTo>
                  <a:lnTo>
                    <a:pt x="1292" y="1284"/>
                  </a:lnTo>
                  <a:lnTo>
                    <a:pt x="1244" y="1327"/>
                  </a:lnTo>
                  <a:lnTo>
                    <a:pt x="1193" y="1366"/>
                  </a:lnTo>
                  <a:lnTo>
                    <a:pt x="1139" y="1401"/>
                  </a:lnTo>
                  <a:lnTo>
                    <a:pt x="1081" y="1432"/>
                  </a:lnTo>
                  <a:lnTo>
                    <a:pt x="1021" y="1457"/>
                  </a:lnTo>
                  <a:lnTo>
                    <a:pt x="959" y="1477"/>
                  </a:lnTo>
                  <a:lnTo>
                    <a:pt x="893" y="1492"/>
                  </a:lnTo>
                  <a:lnTo>
                    <a:pt x="826" y="1501"/>
                  </a:lnTo>
                  <a:lnTo>
                    <a:pt x="758" y="1504"/>
                  </a:lnTo>
                  <a:lnTo>
                    <a:pt x="688" y="1501"/>
                  </a:lnTo>
                  <a:lnTo>
                    <a:pt x="622" y="1492"/>
                  </a:lnTo>
                  <a:lnTo>
                    <a:pt x="557" y="1477"/>
                  </a:lnTo>
                  <a:lnTo>
                    <a:pt x="493" y="1457"/>
                  </a:lnTo>
                  <a:lnTo>
                    <a:pt x="433" y="1432"/>
                  </a:lnTo>
                  <a:lnTo>
                    <a:pt x="375" y="1401"/>
                  </a:lnTo>
                  <a:lnTo>
                    <a:pt x="321" y="1366"/>
                  </a:lnTo>
                  <a:lnTo>
                    <a:pt x="270" y="1327"/>
                  </a:lnTo>
                  <a:lnTo>
                    <a:pt x="222" y="1284"/>
                  </a:lnTo>
                  <a:lnTo>
                    <a:pt x="178" y="1236"/>
                  </a:lnTo>
                  <a:lnTo>
                    <a:pt x="139" y="1186"/>
                  </a:lnTo>
                  <a:lnTo>
                    <a:pt x="104" y="1131"/>
                  </a:lnTo>
                  <a:lnTo>
                    <a:pt x="73" y="1074"/>
                  </a:lnTo>
                  <a:lnTo>
                    <a:pt x="48" y="1014"/>
                  </a:lnTo>
                  <a:lnTo>
                    <a:pt x="27" y="952"/>
                  </a:lnTo>
                  <a:lnTo>
                    <a:pt x="12" y="887"/>
                  </a:lnTo>
                  <a:lnTo>
                    <a:pt x="4" y="821"/>
                  </a:lnTo>
                  <a:lnTo>
                    <a:pt x="0" y="752"/>
                  </a:lnTo>
                  <a:lnTo>
                    <a:pt x="4" y="684"/>
                  </a:lnTo>
                  <a:lnTo>
                    <a:pt x="12" y="617"/>
                  </a:lnTo>
                  <a:lnTo>
                    <a:pt x="27" y="552"/>
                  </a:lnTo>
                  <a:lnTo>
                    <a:pt x="48" y="490"/>
                  </a:lnTo>
                  <a:lnTo>
                    <a:pt x="73" y="430"/>
                  </a:lnTo>
                  <a:lnTo>
                    <a:pt x="104" y="373"/>
                  </a:lnTo>
                  <a:lnTo>
                    <a:pt x="139" y="318"/>
                  </a:lnTo>
                  <a:lnTo>
                    <a:pt x="178" y="267"/>
                  </a:lnTo>
                  <a:lnTo>
                    <a:pt x="222" y="221"/>
                  </a:lnTo>
                  <a:lnTo>
                    <a:pt x="270" y="177"/>
                  </a:lnTo>
                  <a:lnTo>
                    <a:pt x="321" y="138"/>
                  </a:lnTo>
                  <a:lnTo>
                    <a:pt x="375" y="102"/>
                  </a:lnTo>
                  <a:lnTo>
                    <a:pt x="433" y="73"/>
                  </a:lnTo>
                  <a:lnTo>
                    <a:pt x="493" y="47"/>
                  </a:lnTo>
                  <a:lnTo>
                    <a:pt x="557" y="26"/>
                  </a:lnTo>
                  <a:lnTo>
                    <a:pt x="622" y="12"/>
                  </a:lnTo>
                  <a:lnTo>
                    <a:pt x="688" y="3"/>
                  </a:lnTo>
                  <a:lnTo>
                    <a:pt x="7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DD8DA17C-A2AD-4554-B4D8-8FD6DE38BD9D}"/>
              </a:ext>
            </a:extLst>
          </p:cNvPr>
          <p:cNvGrpSpPr/>
          <p:nvPr/>
        </p:nvGrpSpPr>
        <p:grpSpPr>
          <a:xfrm flipH="1">
            <a:off x="7769982" y="3757196"/>
            <a:ext cx="291821" cy="327755"/>
            <a:chOff x="7900988" y="4164013"/>
            <a:chExt cx="425451" cy="4778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92" name="Freeform 282">
              <a:extLst>
                <a:ext uri="{FF2B5EF4-FFF2-40B4-BE49-F238E27FC236}">
                  <a16:creationId xmlns:a16="http://schemas.microsoft.com/office/drawing/2014/main" id="{87CB3BB4-1137-4342-9B4F-57100B459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1" y="4164013"/>
              <a:ext cx="420688" cy="477838"/>
            </a:xfrm>
            <a:custGeom>
              <a:avLst/>
              <a:gdLst>
                <a:gd name="T0" fmla="*/ 2763 w 2912"/>
                <a:gd name="T1" fmla="*/ 0 h 3309"/>
                <a:gd name="T2" fmla="*/ 2820 w 2912"/>
                <a:gd name="T3" fmla="*/ 12 h 3309"/>
                <a:gd name="T4" fmla="*/ 2868 w 2912"/>
                <a:gd name="T5" fmla="*/ 44 h 3309"/>
                <a:gd name="T6" fmla="*/ 2900 w 2912"/>
                <a:gd name="T7" fmla="*/ 92 h 3309"/>
                <a:gd name="T8" fmla="*/ 2912 w 2912"/>
                <a:gd name="T9" fmla="*/ 151 h 3309"/>
                <a:gd name="T10" fmla="*/ 2902 w 2912"/>
                <a:gd name="T11" fmla="*/ 203 h 3309"/>
                <a:gd name="T12" fmla="*/ 2876 w 2912"/>
                <a:gd name="T13" fmla="*/ 248 h 3309"/>
                <a:gd name="T14" fmla="*/ 2837 w 2912"/>
                <a:gd name="T15" fmla="*/ 280 h 3309"/>
                <a:gd name="T16" fmla="*/ 2835 w 2912"/>
                <a:gd name="T17" fmla="*/ 2050 h 3309"/>
                <a:gd name="T18" fmla="*/ 2815 w 2912"/>
                <a:gd name="T19" fmla="*/ 2083 h 3309"/>
                <a:gd name="T20" fmla="*/ 2782 w 2912"/>
                <a:gd name="T21" fmla="*/ 2103 h 3309"/>
                <a:gd name="T22" fmla="*/ 2153 w 2912"/>
                <a:gd name="T23" fmla="*/ 2105 h 3309"/>
                <a:gd name="T24" fmla="*/ 2426 w 2912"/>
                <a:gd name="T25" fmla="*/ 3146 h 3309"/>
                <a:gd name="T26" fmla="*/ 2421 w 2912"/>
                <a:gd name="T27" fmla="*/ 3198 h 3309"/>
                <a:gd name="T28" fmla="*/ 2400 w 2912"/>
                <a:gd name="T29" fmla="*/ 3245 h 3309"/>
                <a:gd name="T30" fmla="*/ 2364 w 2912"/>
                <a:gd name="T31" fmla="*/ 3282 h 3309"/>
                <a:gd name="T32" fmla="*/ 2315 w 2912"/>
                <a:gd name="T33" fmla="*/ 3304 h 3309"/>
                <a:gd name="T34" fmla="*/ 2277 w 2912"/>
                <a:gd name="T35" fmla="*/ 3309 h 3309"/>
                <a:gd name="T36" fmla="*/ 2223 w 2912"/>
                <a:gd name="T37" fmla="*/ 3298 h 3309"/>
                <a:gd name="T38" fmla="*/ 2176 w 2912"/>
                <a:gd name="T39" fmla="*/ 3269 h 3309"/>
                <a:gd name="T40" fmla="*/ 2143 w 2912"/>
                <a:gd name="T41" fmla="*/ 3224 h 3309"/>
                <a:gd name="T42" fmla="*/ 1864 w 2912"/>
                <a:gd name="T43" fmla="*/ 2181 h 3309"/>
                <a:gd name="T44" fmla="*/ 779 w 2912"/>
                <a:gd name="T45" fmla="*/ 3197 h 3309"/>
                <a:gd name="T46" fmla="*/ 756 w 2912"/>
                <a:gd name="T47" fmla="*/ 3245 h 3309"/>
                <a:gd name="T48" fmla="*/ 720 w 2912"/>
                <a:gd name="T49" fmla="*/ 3282 h 3309"/>
                <a:gd name="T50" fmla="*/ 673 w 2912"/>
                <a:gd name="T51" fmla="*/ 3303 h 3309"/>
                <a:gd name="T52" fmla="*/ 623 w 2912"/>
                <a:gd name="T53" fmla="*/ 3309 h 3309"/>
                <a:gd name="T54" fmla="*/ 570 w 2912"/>
                <a:gd name="T55" fmla="*/ 3295 h 3309"/>
                <a:gd name="T56" fmla="*/ 528 w 2912"/>
                <a:gd name="T57" fmla="*/ 3265 h 3309"/>
                <a:gd name="T58" fmla="*/ 499 w 2912"/>
                <a:gd name="T59" fmla="*/ 3222 h 3309"/>
                <a:gd name="T60" fmla="*/ 486 w 2912"/>
                <a:gd name="T61" fmla="*/ 3173 h 3309"/>
                <a:gd name="T62" fmla="*/ 491 w 2912"/>
                <a:gd name="T63" fmla="*/ 3119 h 3309"/>
                <a:gd name="T64" fmla="*/ 627 w 2912"/>
                <a:gd name="T65" fmla="*/ 2105 h 3309"/>
                <a:gd name="T66" fmla="*/ 715 w 2912"/>
                <a:gd name="T67" fmla="*/ 2009 h 3309"/>
                <a:gd name="T68" fmla="*/ 2688 w 2912"/>
                <a:gd name="T69" fmla="*/ 1956 h 3309"/>
                <a:gd name="T70" fmla="*/ 223 w 2912"/>
                <a:gd name="T71" fmla="*/ 301 h 3309"/>
                <a:gd name="T72" fmla="*/ 181 w 2912"/>
                <a:gd name="T73" fmla="*/ 1915 h 3309"/>
                <a:gd name="T74" fmla="*/ 107 w 2912"/>
                <a:gd name="T75" fmla="*/ 1984 h 3309"/>
                <a:gd name="T76" fmla="*/ 75 w 2912"/>
                <a:gd name="T77" fmla="*/ 280 h 3309"/>
                <a:gd name="T78" fmla="*/ 35 w 2912"/>
                <a:gd name="T79" fmla="*/ 248 h 3309"/>
                <a:gd name="T80" fmla="*/ 9 w 2912"/>
                <a:gd name="T81" fmla="*/ 203 h 3309"/>
                <a:gd name="T82" fmla="*/ 0 w 2912"/>
                <a:gd name="T83" fmla="*/ 151 h 3309"/>
                <a:gd name="T84" fmla="*/ 12 w 2912"/>
                <a:gd name="T85" fmla="*/ 92 h 3309"/>
                <a:gd name="T86" fmla="*/ 44 w 2912"/>
                <a:gd name="T87" fmla="*/ 44 h 3309"/>
                <a:gd name="T88" fmla="*/ 91 w 2912"/>
                <a:gd name="T89" fmla="*/ 12 h 3309"/>
                <a:gd name="T90" fmla="*/ 149 w 2912"/>
                <a:gd name="T91" fmla="*/ 0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12" h="3309">
                  <a:moveTo>
                    <a:pt x="149" y="0"/>
                  </a:moveTo>
                  <a:lnTo>
                    <a:pt x="2763" y="0"/>
                  </a:lnTo>
                  <a:lnTo>
                    <a:pt x="2793" y="3"/>
                  </a:lnTo>
                  <a:lnTo>
                    <a:pt x="2820" y="12"/>
                  </a:lnTo>
                  <a:lnTo>
                    <a:pt x="2846" y="26"/>
                  </a:lnTo>
                  <a:lnTo>
                    <a:pt x="2868" y="44"/>
                  </a:lnTo>
                  <a:lnTo>
                    <a:pt x="2887" y="67"/>
                  </a:lnTo>
                  <a:lnTo>
                    <a:pt x="2900" y="92"/>
                  </a:lnTo>
                  <a:lnTo>
                    <a:pt x="2909" y="121"/>
                  </a:lnTo>
                  <a:lnTo>
                    <a:pt x="2912" y="151"/>
                  </a:lnTo>
                  <a:lnTo>
                    <a:pt x="2909" y="178"/>
                  </a:lnTo>
                  <a:lnTo>
                    <a:pt x="2902" y="203"/>
                  </a:lnTo>
                  <a:lnTo>
                    <a:pt x="2892" y="227"/>
                  </a:lnTo>
                  <a:lnTo>
                    <a:pt x="2876" y="248"/>
                  </a:lnTo>
                  <a:lnTo>
                    <a:pt x="2859" y="266"/>
                  </a:lnTo>
                  <a:lnTo>
                    <a:pt x="2837" y="280"/>
                  </a:lnTo>
                  <a:lnTo>
                    <a:pt x="2837" y="2030"/>
                  </a:lnTo>
                  <a:lnTo>
                    <a:pt x="2835" y="2050"/>
                  </a:lnTo>
                  <a:lnTo>
                    <a:pt x="2827" y="2069"/>
                  </a:lnTo>
                  <a:lnTo>
                    <a:pt x="2815" y="2083"/>
                  </a:lnTo>
                  <a:lnTo>
                    <a:pt x="2800" y="2096"/>
                  </a:lnTo>
                  <a:lnTo>
                    <a:pt x="2782" y="2103"/>
                  </a:lnTo>
                  <a:lnTo>
                    <a:pt x="2763" y="2105"/>
                  </a:lnTo>
                  <a:lnTo>
                    <a:pt x="2153" y="2105"/>
                  </a:lnTo>
                  <a:lnTo>
                    <a:pt x="2422" y="3119"/>
                  </a:lnTo>
                  <a:lnTo>
                    <a:pt x="2426" y="3146"/>
                  </a:lnTo>
                  <a:lnTo>
                    <a:pt x="2426" y="3172"/>
                  </a:lnTo>
                  <a:lnTo>
                    <a:pt x="2421" y="3198"/>
                  </a:lnTo>
                  <a:lnTo>
                    <a:pt x="2413" y="3222"/>
                  </a:lnTo>
                  <a:lnTo>
                    <a:pt x="2400" y="3245"/>
                  </a:lnTo>
                  <a:lnTo>
                    <a:pt x="2384" y="3265"/>
                  </a:lnTo>
                  <a:lnTo>
                    <a:pt x="2364" y="3282"/>
                  </a:lnTo>
                  <a:lnTo>
                    <a:pt x="2341" y="3295"/>
                  </a:lnTo>
                  <a:lnTo>
                    <a:pt x="2315" y="3304"/>
                  </a:lnTo>
                  <a:lnTo>
                    <a:pt x="2297" y="3308"/>
                  </a:lnTo>
                  <a:lnTo>
                    <a:pt x="2277" y="3309"/>
                  </a:lnTo>
                  <a:lnTo>
                    <a:pt x="2249" y="3307"/>
                  </a:lnTo>
                  <a:lnTo>
                    <a:pt x="2223" y="3298"/>
                  </a:lnTo>
                  <a:lnTo>
                    <a:pt x="2199" y="3286"/>
                  </a:lnTo>
                  <a:lnTo>
                    <a:pt x="2176" y="3269"/>
                  </a:lnTo>
                  <a:lnTo>
                    <a:pt x="2157" y="3249"/>
                  </a:lnTo>
                  <a:lnTo>
                    <a:pt x="2143" y="3224"/>
                  </a:lnTo>
                  <a:lnTo>
                    <a:pt x="2133" y="3197"/>
                  </a:lnTo>
                  <a:lnTo>
                    <a:pt x="1864" y="2181"/>
                  </a:lnTo>
                  <a:lnTo>
                    <a:pt x="1048" y="2181"/>
                  </a:lnTo>
                  <a:lnTo>
                    <a:pt x="779" y="3197"/>
                  </a:lnTo>
                  <a:lnTo>
                    <a:pt x="770" y="3223"/>
                  </a:lnTo>
                  <a:lnTo>
                    <a:pt x="756" y="3245"/>
                  </a:lnTo>
                  <a:lnTo>
                    <a:pt x="740" y="3265"/>
                  </a:lnTo>
                  <a:lnTo>
                    <a:pt x="720" y="3282"/>
                  </a:lnTo>
                  <a:lnTo>
                    <a:pt x="698" y="3295"/>
                  </a:lnTo>
                  <a:lnTo>
                    <a:pt x="673" y="3303"/>
                  </a:lnTo>
                  <a:lnTo>
                    <a:pt x="649" y="3309"/>
                  </a:lnTo>
                  <a:lnTo>
                    <a:pt x="623" y="3309"/>
                  </a:lnTo>
                  <a:lnTo>
                    <a:pt x="596" y="3304"/>
                  </a:lnTo>
                  <a:lnTo>
                    <a:pt x="570" y="3295"/>
                  </a:lnTo>
                  <a:lnTo>
                    <a:pt x="547" y="3282"/>
                  </a:lnTo>
                  <a:lnTo>
                    <a:pt x="528" y="3265"/>
                  </a:lnTo>
                  <a:lnTo>
                    <a:pt x="512" y="3245"/>
                  </a:lnTo>
                  <a:lnTo>
                    <a:pt x="499" y="3222"/>
                  </a:lnTo>
                  <a:lnTo>
                    <a:pt x="491" y="3198"/>
                  </a:lnTo>
                  <a:lnTo>
                    <a:pt x="486" y="3173"/>
                  </a:lnTo>
                  <a:lnTo>
                    <a:pt x="486" y="3146"/>
                  </a:lnTo>
                  <a:lnTo>
                    <a:pt x="491" y="3119"/>
                  </a:lnTo>
                  <a:lnTo>
                    <a:pt x="758" y="2105"/>
                  </a:lnTo>
                  <a:lnTo>
                    <a:pt x="627" y="2105"/>
                  </a:lnTo>
                  <a:lnTo>
                    <a:pt x="669" y="2059"/>
                  </a:lnTo>
                  <a:lnTo>
                    <a:pt x="715" y="2009"/>
                  </a:lnTo>
                  <a:lnTo>
                    <a:pt x="763" y="1956"/>
                  </a:lnTo>
                  <a:lnTo>
                    <a:pt x="2688" y="1956"/>
                  </a:lnTo>
                  <a:lnTo>
                    <a:pt x="2688" y="301"/>
                  </a:lnTo>
                  <a:lnTo>
                    <a:pt x="223" y="301"/>
                  </a:lnTo>
                  <a:lnTo>
                    <a:pt x="223" y="1875"/>
                  </a:lnTo>
                  <a:lnTo>
                    <a:pt x="181" y="1915"/>
                  </a:lnTo>
                  <a:lnTo>
                    <a:pt x="142" y="1950"/>
                  </a:lnTo>
                  <a:lnTo>
                    <a:pt x="107" y="1984"/>
                  </a:lnTo>
                  <a:lnTo>
                    <a:pt x="75" y="2013"/>
                  </a:lnTo>
                  <a:lnTo>
                    <a:pt x="75" y="280"/>
                  </a:lnTo>
                  <a:lnTo>
                    <a:pt x="54" y="266"/>
                  </a:lnTo>
                  <a:lnTo>
                    <a:pt x="35" y="248"/>
                  </a:lnTo>
                  <a:lnTo>
                    <a:pt x="21" y="227"/>
                  </a:lnTo>
                  <a:lnTo>
                    <a:pt x="9" y="203"/>
                  </a:lnTo>
                  <a:lnTo>
                    <a:pt x="2" y="178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2" y="92"/>
                  </a:lnTo>
                  <a:lnTo>
                    <a:pt x="25" y="67"/>
                  </a:lnTo>
                  <a:lnTo>
                    <a:pt x="44" y="44"/>
                  </a:lnTo>
                  <a:lnTo>
                    <a:pt x="65" y="26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3" name="Freeform 283">
              <a:extLst>
                <a:ext uri="{FF2B5EF4-FFF2-40B4-BE49-F238E27FC236}">
                  <a16:creationId xmlns:a16="http://schemas.microsoft.com/office/drawing/2014/main" id="{BF045136-BB54-408E-9215-1EB13E06A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9901" y="4302125"/>
              <a:ext cx="42863" cy="125413"/>
            </a:xfrm>
            <a:custGeom>
              <a:avLst/>
              <a:gdLst>
                <a:gd name="T0" fmla="*/ 150 w 299"/>
                <a:gd name="T1" fmla="*/ 0 h 864"/>
                <a:gd name="T2" fmla="*/ 180 w 299"/>
                <a:gd name="T3" fmla="*/ 3 h 864"/>
                <a:gd name="T4" fmla="*/ 208 w 299"/>
                <a:gd name="T5" fmla="*/ 12 h 864"/>
                <a:gd name="T6" fmla="*/ 233 w 299"/>
                <a:gd name="T7" fmla="*/ 25 h 864"/>
                <a:gd name="T8" fmla="*/ 255 w 299"/>
                <a:gd name="T9" fmla="*/ 44 h 864"/>
                <a:gd name="T10" fmla="*/ 273 w 299"/>
                <a:gd name="T11" fmla="*/ 67 h 864"/>
                <a:gd name="T12" fmla="*/ 287 w 299"/>
                <a:gd name="T13" fmla="*/ 92 h 864"/>
                <a:gd name="T14" fmla="*/ 296 w 299"/>
                <a:gd name="T15" fmla="*/ 120 h 864"/>
                <a:gd name="T16" fmla="*/ 299 w 299"/>
                <a:gd name="T17" fmla="*/ 151 h 864"/>
                <a:gd name="T18" fmla="*/ 299 w 299"/>
                <a:gd name="T19" fmla="*/ 715 h 864"/>
                <a:gd name="T20" fmla="*/ 296 w 299"/>
                <a:gd name="T21" fmla="*/ 745 h 864"/>
                <a:gd name="T22" fmla="*/ 287 w 299"/>
                <a:gd name="T23" fmla="*/ 773 h 864"/>
                <a:gd name="T24" fmla="*/ 273 w 299"/>
                <a:gd name="T25" fmla="*/ 799 h 864"/>
                <a:gd name="T26" fmla="*/ 255 w 299"/>
                <a:gd name="T27" fmla="*/ 821 h 864"/>
                <a:gd name="T28" fmla="*/ 233 w 299"/>
                <a:gd name="T29" fmla="*/ 840 h 864"/>
                <a:gd name="T30" fmla="*/ 208 w 299"/>
                <a:gd name="T31" fmla="*/ 853 h 864"/>
                <a:gd name="T32" fmla="*/ 180 w 299"/>
                <a:gd name="T33" fmla="*/ 861 h 864"/>
                <a:gd name="T34" fmla="*/ 150 w 299"/>
                <a:gd name="T35" fmla="*/ 864 h 864"/>
                <a:gd name="T36" fmla="*/ 119 w 299"/>
                <a:gd name="T37" fmla="*/ 861 h 864"/>
                <a:gd name="T38" fmla="*/ 91 w 299"/>
                <a:gd name="T39" fmla="*/ 853 h 864"/>
                <a:gd name="T40" fmla="*/ 66 w 299"/>
                <a:gd name="T41" fmla="*/ 840 h 864"/>
                <a:gd name="T42" fmla="*/ 44 w 299"/>
                <a:gd name="T43" fmla="*/ 821 h 864"/>
                <a:gd name="T44" fmla="*/ 26 w 299"/>
                <a:gd name="T45" fmla="*/ 799 h 864"/>
                <a:gd name="T46" fmla="*/ 12 w 299"/>
                <a:gd name="T47" fmla="*/ 773 h 864"/>
                <a:gd name="T48" fmla="*/ 3 w 299"/>
                <a:gd name="T49" fmla="*/ 745 h 864"/>
                <a:gd name="T50" fmla="*/ 0 w 299"/>
                <a:gd name="T51" fmla="*/ 715 h 864"/>
                <a:gd name="T52" fmla="*/ 0 w 299"/>
                <a:gd name="T53" fmla="*/ 151 h 864"/>
                <a:gd name="T54" fmla="*/ 3 w 299"/>
                <a:gd name="T55" fmla="*/ 120 h 864"/>
                <a:gd name="T56" fmla="*/ 12 w 299"/>
                <a:gd name="T57" fmla="*/ 92 h 864"/>
                <a:gd name="T58" fmla="*/ 26 w 299"/>
                <a:gd name="T59" fmla="*/ 67 h 864"/>
                <a:gd name="T60" fmla="*/ 44 w 299"/>
                <a:gd name="T61" fmla="*/ 44 h 864"/>
                <a:gd name="T62" fmla="*/ 66 w 299"/>
                <a:gd name="T63" fmla="*/ 25 h 864"/>
                <a:gd name="T64" fmla="*/ 91 w 299"/>
                <a:gd name="T65" fmla="*/ 12 h 864"/>
                <a:gd name="T66" fmla="*/ 119 w 299"/>
                <a:gd name="T67" fmla="*/ 3 h 864"/>
                <a:gd name="T68" fmla="*/ 150 w 299"/>
                <a:gd name="T69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9" h="864">
                  <a:moveTo>
                    <a:pt x="150" y="0"/>
                  </a:moveTo>
                  <a:lnTo>
                    <a:pt x="180" y="3"/>
                  </a:lnTo>
                  <a:lnTo>
                    <a:pt x="208" y="12"/>
                  </a:lnTo>
                  <a:lnTo>
                    <a:pt x="233" y="25"/>
                  </a:lnTo>
                  <a:lnTo>
                    <a:pt x="255" y="44"/>
                  </a:lnTo>
                  <a:lnTo>
                    <a:pt x="273" y="67"/>
                  </a:lnTo>
                  <a:lnTo>
                    <a:pt x="287" y="92"/>
                  </a:lnTo>
                  <a:lnTo>
                    <a:pt x="296" y="120"/>
                  </a:lnTo>
                  <a:lnTo>
                    <a:pt x="299" y="151"/>
                  </a:lnTo>
                  <a:lnTo>
                    <a:pt x="299" y="715"/>
                  </a:lnTo>
                  <a:lnTo>
                    <a:pt x="296" y="745"/>
                  </a:lnTo>
                  <a:lnTo>
                    <a:pt x="287" y="773"/>
                  </a:lnTo>
                  <a:lnTo>
                    <a:pt x="273" y="799"/>
                  </a:lnTo>
                  <a:lnTo>
                    <a:pt x="255" y="821"/>
                  </a:lnTo>
                  <a:lnTo>
                    <a:pt x="233" y="840"/>
                  </a:lnTo>
                  <a:lnTo>
                    <a:pt x="208" y="853"/>
                  </a:lnTo>
                  <a:lnTo>
                    <a:pt x="180" y="861"/>
                  </a:lnTo>
                  <a:lnTo>
                    <a:pt x="150" y="864"/>
                  </a:lnTo>
                  <a:lnTo>
                    <a:pt x="119" y="861"/>
                  </a:lnTo>
                  <a:lnTo>
                    <a:pt x="91" y="853"/>
                  </a:lnTo>
                  <a:lnTo>
                    <a:pt x="66" y="840"/>
                  </a:lnTo>
                  <a:lnTo>
                    <a:pt x="44" y="821"/>
                  </a:lnTo>
                  <a:lnTo>
                    <a:pt x="26" y="799"/>
                  </a:lnTo>
                  <a:lnTo>
                    <a:pt x="12" y="773"/>
                  </a:lnTo>
                  <a:lnTo>
                    <a:pt x="3" y="745"/>
                  </a:lnTo>
                  <a:lnTo>
                    <a:pt x="0" y="715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5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4" name="Freeform 284">
              <a:extLst>
                <a:ext uri="{FF2B5EF4-FFF2-40B4-BE49-F238E27FC236}">
                  <a16:creationId xmlns:a16="http://schemas.microsoft.com/office/drawing/2014/main" id="{B464A943-E06F-487D-9EEA-D49E528B1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9751" y="4227513"/>
              <a:ext cx="42863" cy="200025"/>
            </a:xfrm>
            <a:custGeom>
              <a:avLst/>
              <a:gdLst>
                <a:gd name="T0" fmla="*/ 149 w 298"/>
                <a:gd name="T1" fmla="*/ 0 h 1390"/>
                <a:gd name="T2" fmla="*/ 179 w 298"/>
                <a:gd name="T3" fmla="*/ 3 h 1390"/>
                <a:gd name="T4" fmla="*/ 207 w 298"/>
                <a:gd name="T5" fmla="*/ 11 h 1390"/>
                <a:gd name="T6" fmla="*/ 232 w 298"/>
                <a:gd name="T7" fmla="*/ 25 h 1390"/>
                <a:gd name="T8" fmla="*/ 255 w 298"/>
                <a:gd name="T9" fmla="*/ 44 h 1390"/>
                <a:gd name="T10" fmla="*/ 272 w 298"/>
                <a:gd name="T11" fmla="*/ 66 h 1390"/>
                <a:gd name="T12" fmla="*/ 287 w 298"/>
                <a:gd name="T13" fmla="*/ 92 h 1390"/>
                <a:gd name="T14" fmla="*/ 295 w 298"/>
                <a:gd name="T15" fmla="*/ 120 h 1390"/>
                <a:gd name="T16" fmla="*/ 298 w 298"/>
                <a:gd name="T17" fmla="*/ 150 h 1390"/>
                <a:gd name="T18" fmla="*/ 298 w 298"/>
                <a:gd name="T19" fmla="*/ 1241 h 1390"/>
                <a:gd name="T20" fmla="*/ 295 w 298"/>
                <a:gd name="T21" fmla="*/ 1271 h 1390"/>
                <a:gd name="T22" fmla="*/ 287 w 298"/>
                <a:gd name="T23" fmla="*/ 1299 h 1390"/>
                <a:gd name="T24" fmla="*/ 272 w 298"/>
                <a:gd name="T25" fmla="*/ 1325 h 1390"/>
                <a:gd name="T26" fmla="*/ 255 w 298"/>
                <a:gd name="T27" fmla="*/ 1347 h 1390"/>
                <a:gd name="T28" fmla="*/ 232 w 298"/>
                <a:gd name="T29" fmla="*/ 1366 h 1390"/>
                <a:gd name="T30" fmla="*/ 207 w 298"/>
                <a:gd name="T31" fmla="*/ 1379 h 1390"/>
                <a:gd name="T32" fmla="*/ 179 w 298"/>
                <a:gd name="T33" fmla="*/ 1387 h 1390"/>
                <a:gd name="T34" fmla="*/ 149 w 298"/>
                <a:gd name="T35" fmla="*/ 1390 h 1390"/>
                <a:gd name="T36" fmla="*/ 118 w 298"/>
                <a:gd name="T37" fmla="*/ 1387 h 1390"/>
                <a:gd name="T38" fmla="*/ 91 w 298"/>
                <a:gd name="T39" fmla="*/ 1379 h 1390"/>
                <a:gd name="T40" fmla="*/ 66 w 298"/>
                <a:gd name="T41" fmla="*/ 1366 h 1390"/>
                <a:gd name="T42" fmla="*/ 43 w 298"/>
                <a:gd name="T43" fmla="*/ 1347 h 1390"/>
                <a:gd name="T44" fmla="*/ 26 w 298"/>
                <a:gd name="T45" fmla="*/ 1325 h 1390"/>
                <a:gd name="T46" fmla="*/ 11 w 298"/>
                <a:gd name="T47" fmla="*/ 1299 h 1390"/>
                <a:gd name="T48" fmla="*/ 3 w 298"/>
                <a:gd name="T49" fmla="*/ 1271 h 1390"/>
                <a:gd name="T50" fmla="*/ 0 w 298"/>
                <a:gd name="T51" fmla="*/ 1241 h 1390"/>
                <a:gd name="T52" fmla="*/ 0 w 298"/>
                <a:gd name="T53" fmla="*/ 150 h 1390"/>
                <a:gd name="T54" fmla="*/ 3 w 298"/>
                <a:gd name="T55" fmla="*/ 120 h 1390"/>
                <a:gd name="T56" fmla="*/ 11 w 298"/>
                <a:gd name="T57" fmla="*/ 92 h 1390"/>
                <a:gd name="T58" fmla="*/ 26 w 298"/>
                <a:gd name="T59" fmla="*/ 66 h 1390"/>
                <a:gd name="T60" fmla="*/ 43 w 298"/>
                <a:gd name="T61" fmla="*/ 44 h 1390"/>
                <a:gd name="T62" fmla="*/ 66 w 298"/>
                <a:gd name="T63" fmla="*/ 25 h 1390"/>
                <a:gd name="T64" fmla="*/ 91 w 298"/>
                <a:gd name="T65" fmla="*/ 11 h 1390"/>
                <a:gd name="T66" fmla="*/ 118 w 298"/>
                <a:gd name="T67" fmla="*/ 3 h 1390"/>
                <a:gd name="T68" fmla="*/ 149 w 298"/>
                <a:gd name="T69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8" h="1390">
                  <a:moveTo>
                    <a:pt x="149" y="0"/>
                  </a:moveTo>
                  <a:lnTo>
                    <a:pt x="179" y="3"/>
                  </a:lnTo>
                  <a:lnTo>
                    <a:pt x="207" y="11"/>
                  </a:lnTo>
                  <a:lnTo>
                    <a:pt x="232" y="25"/>
                  </a:lnTo>
                  <a:lnTo>
                    <a:pt x="255" y="44"/>
                  </a:lnTo>
                  <a:lnTo>
                    <a:pt x="272" y="66"/>
                  </a:lnTo>
                  <a:lnTo>
                    <a:pt x="287" y="92"/>
                  </a:lnTo>
                  <a:lnTo>
                    <a:pt x="295" y="120"/>
                  </a:lnTo>
                  <a:lnTo>
                    <a:pt x="298" y="150"/>
                  </a:lnTo>
                  <a:lnTo>
                    <a:pt x="298" y="1241"/>
                  </a:lnTo>
                  <a:lnTo>
                    <a:pt x="295" y="1271"/>
                  </a:lnTo>
                  <a:lnTo>
                    <a:pt x="287" y="1299"/>
                  </a:lnTo>
                  <a:lnTo>
                    <a:pt x="272" y="1325"/>
                  </a:lnTo>
                  <a:lnTo>
                    <a:pt x="255" y="1347"/>
                  </a:lnTo>
                  <a:lnTo>
                    <a:pt x="232" y="1366"/>
                  </a:lnTo>
                  <a:lnTo>
                    <a:pt x="207" y="1379"/>
                  </a:lnTo>
                  <a:lnTo>
                    <a:pt x="179" y="1387"/>
                  </a:lnTo>
                  <a:lnTo>
                    <a:pt x="149" y="1390"/>
                  </a:lnTo>
                  <a:lnTo>
                    <a:pt x="118" y="1387"/>
                  </a:lnTo>
                  <a:lnTo>
                    <a:pt x="91" y="1379"/>
                  </a:lnTo>
                  <a:lnTo>
                    <a:pt x="66" y="1366"/>
                  </a:lnTo>
                  <a:lnTo>
                    <a:pt x="43" y="1347"/>
                  </a:lnTo>
                  <a:lnTo>
                    <a:pt x="26" y="1325"/>
                  </a:lnTo>
                  <a:lnTo>
                    <a:pt x="11" y="1299"/>
                  </a:lnTo>
                  <a:lnTo>
                    <a:pt x="3" y="1271"/>
                  </a:lnTo>
                  <a:lnTo>
                    <a:pt x="0" y="1241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6" y="66"/>
                  </a:lnTo>
                  <a:lnTo>
                    <a:pt x="43" y="44"/>
                  </a:lnTo>
                  <a:lnTo>
                    <a:pt x="66" y="25"/>
                  </a:lnTo>
                  <a:lnTo>
                    <a:pt x="91" y="11"/>
                  </a:lnTo>
                  <a:lnTo>
                    <a:pt x="118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5" name="Freeform 285">
              <a:extLst>
                <a:ext uri="{FF2B5EF4-FFF2-40B4-BE49-F238E27FC236}">
                  <a16:creationId xmlns:a16="http://schemas.microsoft.com/office/drawing/2014/main" id="{120E00B3-4A36-446F-8AEA-323AEE1E2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9601" y="4270375"/>
              <a:ext cx="42863" cy="157163"/>
            </a:xfrm>
            <a:custGeom>
              <a:avLst/>
              <a:gdLst>
                <a:gd name="T0" fmla="*/ 150 w 299"/>
                <a:gd name="T1" fmla="*/ 0 h 1089"/>
                <a:gd name="T2" fmla="*/ 180 w 299"/>
                <a:gd name="T3" fmla="*/ 3 h 1089"/>
                <a:gd name="T4" fmla="*/ 208 w 299"/>
                <a:gd name="T5" fmla="*/ 11 h 1089"/>
                <a:gd name="T6" fmla="*/ 232 w 299"/>
                <a:gd name="T7" fmla="*/ 26 h 1089"/>
                <a:gd name="T8" fmla="*/ 255 w 299"/>
                <a:gd name="T9" fmla="*/ 43 h 1089"/>
                <a:gd name="T10" fmla="*/ 273 w 299"/>
                <a:gd name="T11" fmla="*/ 66 h 1089"/>
                <a:gd name="T12" fmla="*/ 287 w 299"/>
                <a:gd name="T13" fmla="*/ 91 h 1089"/>
                <a:gd name="T14" fmla="*/ 295 w 299"/>
                <a:gd name="T15" fmla="*/ 119 h 1089"/>
                <a:gd name="T16" fmla="*/ 299 w 299"/>
                <a:gd name="T17" fmla="*/ 149 h 1089"/>
                <a:gd name="T18" fmla="*/ 299 w 299"/>
                <a:gd name="T19" fmla="*/ 940 h 1089"/>
                <a:gd name="T20" fmla="*/ 295 w 299"/>
                <a:gd name="T21" fmla="*/ 970 h 1089"/>
                <a:gd name="T22" fmla="*/ 287 w 299"/>
                <a:gd name="T23" fmla="*/ 998 h 1089"/>
                <a:gd name="T24" fmla="*/ 273 w 299"/>
                <a:gd name="T25" fmla="*/ 1024 h 1089"/>
                <a:gd name="T26" fmla="*/ 255 w 299"/>
                <a:gd name="T27" fmla="*/ 1046 h 1089"/>
                <a:gd name="T28" fmla="*/ 232 w 299"/>
                <a:gd name="T29" fmla="*/ 1065 h 1089"/>
                <a:gd name="T30" fmla="*/ 208 w 299"/>
                <a:gd name="T31" fmla="*/ 1078 h 1089"/>
                <a:gd name="T32" fmla="*/ 180 w 299"/>
                <a:gd name="T33" fmla="*/ 1086 h 1089"/>
                <a:gd name="T34" fmla="*/ 150 w 299"/>
                <a:gd name="T35" fmla="*/ 1089 h 1089"/>
                <a:gd name="T36" fmla="*/ 119 w 299"/>
                <a:gd name="T37" fmla="*/ 1086 h 1089"/>
                <a:gd name="T38" fmla="*/ 91 w 299"/>
                <a:gd name="T39" fmla="*/ 1078 h 1089"/>
                <a:gd name="T40" fmla="*/ 66 w 299"/>
                <a:gd name="T41" fmla="*/ 1065 h 1089"/>
                <a:gd name="T42" fmla="*/ 43 w 299"/>
                <a:gd name="T43" fmla="*/ 1046 h 1089"/>
                <a:gd name="T44" fmla="*/ 26 w 299"/>
                <a:gd name="T45" fmla="*/ 1024 h 1089"/>
                <a:gd name="T46" fmla="*/ 11 w 299"/>
                <a:gd name="T47" fmla="*/ 998 h 1089"/>
                <a:gd name="T48" fmla="*/ 3 w 299"/>
                <a:gd name="T49" fmla="*/ 970 h 1089"/>
                <a:gd name="T50" fmla="*/ 0 w 299"/>
                <a:gd name="T51" fmla="*/ 940 h 1089"/>
                <a:gd name="T52" fmla="*/ 0 w 299"/>
                <a:gd name="T53" fmla="*/ 149 h 1089"/>
                <a:gd name="T54" fmla="*/ 3 w 299"/>
                <a:gd name="T55" fmla="*/ 119 h 1089"/>
                <a:gd name="T56" fmla="*/ 11 w 299"/>
                <a:gd name="T57" fmla="*/ 91 h 1089"/>
                <a:gd name="T58" fmla="*/ 26 w 299"/>
                <a:gd name="T59" fmla="*/ 66 h 1089"/>
                <a:gd name="T60" fmla="*/ 43 w 299"/>
                <a:gd name="T61" fmla="*/ 43 h 1089"/>
                <a:gd name="T62" fmla="*/ 66 w 299"/>
                <a:gd name="T63" fmla="*/ 26 h 1089"/>
                <a:gd name="T64" fmla="*/ 91 w 299"/>
                <a:gd name="T65" fmla="*/ 11 h 1089"/>
                <a:gd name="T66" fmla="*/ 119 w 299"/>
                <a:gd name="T67" fmla="*/ 3 h 1089"/>
                <a:gd name="T68" fmla="*/ 150 w 299"/>
                <a:gd name="T69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9" h="1089">
                  <a:moveTo>
                    <a:pt x="150" y="0"/>
                  </a:moveTo>
                  <a:lnTo>
                    <a:pt x="180" y="3"/>
                  </a:lnTo>
                  <a:lnTo>
                    <a:pt x="208" y="11"/>
                  </a:lnTo>
                  <a:lnTo>
                    <a:pt x="232" y="26"/>
                  </a:lnTo>
                  <a:lnTo>
                    <a:pt x="255" y="43"/>
                  </a:lnTo>
                  <a:lnTo>
                    <a:pt x="273" y="66"/>
                  </a:lnTo>
                  <a:lnTo>
                    <a:pt x="287" y="91"/>
                  </a:lnTo>
                  <a:lnTo>
                    <a:pt x="295" y="119"/>
                  </a:lnTo>
                  <a:lnTo>
                    <a:pt x="299" y="149"/>
                  </a:lnTo>
                  <a:lnTo>
                    <a:pt x="299" y="940"/>
                  </a:lnTo>
                  <a:lnTo>
                    <a:pt x="295" y="970"/>
                  </a:lnTo>
                  <a:lnTo>
                    <a:pt x="287" y="998"/>
                  </a:lnTo>
                  <a:lnTo>
                    <a:pt x="273" y="1024"/>
                  </a:lnTo>
                  <a:lnTo>
                    <a:pt x="255" y="1046"/>
                  </a:lnTo>
                  <a:lnTo>
                    <a:pt x="232" y="1065"/>
                  </a:lnTo>
                  <a:lnTo>
                    <a:pt x="208" y="1078"/>
                  </a:lnTo>
                  <a:lnTo>
                    <a:pt x="180" y="1086"/>
                  </a:lnTo>
                  <a:lnTo>
                    <a:pt x="150" y="1089"/>
                  </a:lnTo>
                  <a:lnTo>
                    <a:pt x="119" y="1086"/>
                  </a:lnTo>
                  <a:lnTo>
                    <a:pt x="91" y="1078"/>
                  </a:lnTo>
                  <a:lnTo>
                    <a:pt x="66" y="1065"/>
                  </a:lnTo>
                  <a:lnTo>
                    <a:pt x="43" y="1046"/>
                  </a:lnTo>
                  <a:lnTo>
                    <a:pt x="26" y="1024"/>
                  </a:lnTo>
                  <a:lnTo>
                    <a:pt x="11" y="998"/>
                  </a:lnTo>
                  <a:lnTo>
                    <a:pt x="3" y="970"/>
                  </a:lnTo>
                  <a:lnTo>
                    <a:pt x="0" y="940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1"/>
                  </a:lnTo>
                  <a:lnTo>
                    <a:pt x="26" y="66"/>
                  </a:lnTo>
                  <a:lnTo>
                    <a:pt x="43" y="43"/>
                  </a:lnTo>
                  <a:lnTo>
                    <a:pt x="66" y="26"/>
                  </a:lnTo>
                  <a:lnTo>
                    <a:pt x="91" y="11"/>
                  </a:lnTo>
                  <a:lnTo>
                    <a:pt x="119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6" name="Freeform 286">
              <a:extLst>
                <a:ext uri="{FF2B5EF4-FFF2-40B4-BE49-F238E27FC236}">
                  <a16:creationId xmlns:a16="http://schemas.microsoft.com/office/drawing/2014/main" id="{7211EE10-5372-408E-B998-44F500CD0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0988" y="4360863"/>
              <a:ext cx="158750" cy="158750"/>
            </a:xfrm>
            <a:custGeom>
              <a:avLst/>
              <a:gdLst>
                <a:gd name="T0" fmla="*/ 1064 w 1095"/>
                <a:gd name="T1" fmla="*/ 0 h 1101"/>
                <a:gd name="T2" fmla="*/ 1084 w 1095"/>
                <a:gd name="T3" fmla="*/ 9 h 1101"/>
                <a:gd name="T4" fmla="*/ 1095 w 1095"/>
                <a:gd name="T5" fmla="*/ 30 h 1101"/>
                <a:gd name="T6" fmla="*/ 1091 w 1095"/>
                <a:gd name="T7" fmla="*/ 52 h 1101"/>
                <a:gd name="T8" fmla="*/ 1082 w 1095"/>
                <a:gd name="T9" fmla="*/ 64 h 1101"/>
                <a:gd name="T10" fmla="*/ 1068 w 1095"/>
                <a:gd name="T11" fmla="*/ 80 h 1101"/>
                <a:gd name="T12" fmla="*/ 1041 w 1095"/>
                <a:gd name="T13" fmla="*/ 109 h 1101"/>
                <a:gd name="T14" fmla="*/ 1003 w 1095"/>
                <a:gd name="T15" fmla="*/ 151 h 1101"/>
                <a:gd name="T16" fmla="*/ 954 w 1095"/>
                <a:gd name="T17" fmla="*/ 204 h 1101"/>
                <a:gd name="T18" fmla="*/ 898 w 1095"/>
                <a:gd name="T19" fmla="*/ 266 h 1101"/>
                <a:gd name="T20" fmla="*/ 836 w 1095"/>
                <a:gd name="T21" fmla="*/ 334 h 1101"/>
                <a:gd name="T22" fmla="*/ 769 w 1095"/>
                <a:gd name="T23" fmla="*/ 408 h 1101"/>
                <a:gd name="T24" fmla="*/ 698 w 1095"/>
                <a:gd name="T25" fmla="*/ 486 h 1101"/>
                <a:gd name="T26" fmla="*/ 627 w 1095"/>
                <a:gd name="T27" fmla="*/ 565 h 1101"/>
                <a:gd name="T28" fmla="*/ 555 w 1095"/>
                <a:gd name="T29" fmla="*/ 644 h 1101"/>
                <a:gd name="T30" fmla="*/ 484 w 1095"/>
                <a:gd name="T31" fmla="*/ 722 h 1101"/>
                <a:gd name="T32" fmla="*/ 416 w 1095"/>
                <a:gd name="T33" fmla="*/ 796 h 1101"/>
                <a:gd name="T34" fmla="*/ 354 w 1095"/>
                <a:gd name="T35" fmla="*/ 866 h 1101"/>
                <a:gd name="T36" fmla="*/ 297 w 1095"/>
                <a:gd name="T37" fmla="*/ 927 h 1101"/>
                <a:gd name="T38" fmla="*/ 249 w 1095"/>
                <a:gd name="T39" fmla="*/ 981 h 1101"/>
                <a:gd name="T40" fmla="*/ 211 w 1095"/>
                <a:gd name="T41" fmla="*/ 1024 h 1101"/>
                <a:gd name="T42" fmla="*/ 183 w 1095"/>
                <a:gd name="T43" fmla="*/ 1054 h 1101"/>
                <a:gd name="T44" fmla="*/ 167 w 1095"/>
                <a:gd name="T45" fmla="*/ 1071 h 1101"/>
                <a:gd name="T46" fmla="*/ 148 w 1095"/>
                <a:gd name="T47" fmla="*/ 1087 h 1101"/>
                <a:gd name="T48" fmla="*/ 107 w 1095"/>
                <a:gd name="T49" fmla="*/ 1101 h 1101"/>
                <a:gd name="T50" fmla="*/ 65 w 1095"/>
                <a:gd name="T51" fmla="*/ 1097 h 1101"/>
                <a:gd name="T52" fmla="*/ 28 w 1095"/>
                <a:gd name="T53" fmla="*/ 1073 h 1101"/>
                <a:gd name="T54" fmla="*/ 5 w 1095"/>
                <a:gd name="T55" fmla="*/ 1035 h 1101"/>
                <a:gd name="T56" fmla="*/ 0 w 1095"/>
                <a:gd name="T57" fmla="*/ 993 h 1101"/>
                <a:gd name="T58" fmla="*/ 13 w 1095"/>
                <a:gd name="T59" fmla="*/ 952 h 1101"/>
                <a:gd name="T60" fmla="*/ 30 w 1095"/>
                <a:gd name="T61" fmla="*/ 932 h 1101"/>
                <a:gd name="T62" fmla="*/ 46 w 1095"/>
                <a:gd name="T63" fmla="*/ 917 h 1101"/>
                <a:gd name="T64" fmla="*/ 76 w 1095"/>
                <a:gd name="T65" fmla="*/ 890 h 1101"/>
                <a:gd name="T66" fmla="*/ 120 w 1095"/>
                <a:gd name="T67" fmla="*/ 850 h 1101"/>
                <a:gd name="T68" fmla="*/ 172 w 1095"/>
                <a:gd name="T69" fmla="*/ 801 h 1101"/>
                <a:gd name="T70" fmla="*/ 233 w 1095"/>
                <a:gd name="T71" fmla="*/ 745 h 1101"/>
                <a:gd name="T72" fmla="*/ 303 w 1095"/>
                <a:gd name="T73" fmla="*/ 682 h 1101"/>
                <a:gd name="T74" fmla="*/ 376 w 1095"/>
                <a:gd name="T75" fmla="*/ 614 h 1101"/>
                <a:gd name="T76" fmla="*/ 453 w 1095"/>
                <a:gd name="T77" fmla="*/ 542 h 1101"/>
                <a:gd name="T78" fmla="*/ 532 w 1095"/>
                <a:gd name="T79" fmla="*/ 471 h 1101"/>
                <a:gd name="T80" fmla="*/ 610 w 1095"/>
                <a:gd name="T81" fmla="*/ 398 h 1101"/>
                <a:gd name="T82" fmla="*/ 688 w 1095"/>
                <a:gd name="T83" fmla="*/ 327 h 1101"/>
                <a:gd name="T84" fmla="*/ 761 w 1095"/>
                <a:gd name="T85" fmla="*/ 260 h 1101"/>
                <a:gd name="T86" fmla="*/ 829 w 1095"/>
                <a:gd name="T87" fmla="*/ 196 h 1101"/>
                <a:gd name="T88" fmla="*/ 890 w 1095"/>
                <a:gd name="T89" fmla="*/ 140 h 1101"/>
                <a:gd name="T90" fmla="*/ 943 w 1095"/>
                <a:gd name="T91" fmla="*/ 92 h 1101"/>
                <a:gd name="T92" fmla="*/ 985 w 1095"/>
                <a:gd name="T93" fmla="*/ 53 h 1101"/>
                <a:gd name="T94" fmla="*/ 1015 w 1095"/>
                <a:gd name="T95" fmla="*/ 26 h 1101"/>
                <a:gd name="T96" fmla="*/ 1031 w 1095"/>
                <a:gd name="T97" fmla="*/ 11 h 1101"/>
                <a:gd name="T98" fmla="*/ 1042 w 1095"/>
                <a:gd name="T99" fmla="*/ 3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95" h="1101">
                  <a:moveTo>
                    <a:pt x="1052" y="0"/>
                  </a:moveTo>
                  <a:lnTo>
                    <a:pt x="1064" y="0"/>
                  </a:lnTo>
                  <a:lnTo>
                    <a:pt x="1074" y="3"/>
                  </a:lnTo>
                  <a:lnTo>
                    <a:pt x="1084" y="9"/>
                  </a:lnTo>
                  <a:lnTo>
                    <a:pt x="1091" y="19"/>
                  </a:lnTo>
                  <a:lnTo>
                    <a:pt x="1095" y="30"/>
                  </a:lnTo>
                  <a:lnTo>
                    <a:pt x="1095" y="41"/>
                  </a:lnTo>
                  <a:lnTo>
                    <a:pt x="1091" y="52"/>
                  </a:lnTo>
                  <a:lnTo>
                    <a:pt x="1084" y="62"/>
                  </a:lnTo>
                  <a:lnTo>
                    <a:pt x="1082" y="64"/>
                  </a:lnTo>
                  <a:lnTo>
                    <a:pt x="1077" y="69"/>
                  </a:lnTo>
                  <a:lnTo>
                    <a:pt x="1068" y="80"/>
                  </a:lnTo>
                  <a:lnTo>
                    <a:pt x="1055" y="93"/>
                  </a:lnTo>
                  <a:lnTo>
                    <a:pt x="1041" y="109"/>
                  </a:lnTo>
                  <a:lnTo>
                    <a:pt x="1022" y="129"/>
                  </a:lnTo>
                  <a:lnTo>
                    <a:pt x="1003" y="151"/>
                  </a:lnTo>
                  <a:lnTo>
                    <a:pt x="979" y="176"/>
                  </a:lnTo>
                  <a:lnTo>
                    <a:pt x="954" y="204"/>
                  </a:lnTo>
                  <a:lnTo>
                    <a:pt x="927" y="235"/>
                  </a:lnTo>
                  <a:lnTo>
                    <a:pt x="898" y="266"/>
                  </a:lnTo>
                  <a:lnTo>
                    <a:pt x="867" y="299"/>
                  </a:lnTo>
                  <a:lnTo>
                    <a:pt x="836" y="334"/>
                  </a:lnTo>
                  <a:lnTo>
                    <a:pt x="803" y="371"/>
                  </a:lnTo>
                  <a:lnTo>
                    <a:pt x="769" y="408"/>
                  </a:lnTo>
                  <a:lnTo>
                    <a:pt x="734" y="447"/>
                  </a:lnTo>
                  <a:lnTo>
                    <a:pt x="698" y="486"/>
                  </a:lnTo>
                  <a:lnTo>
                    <a:pt x="663" y="526"/>
                  </a:lnTo>
                  <a:lnTo>
                    <a:pt x="627" y="565"/>
                  </a:lnTo>
                  <a:lnTo>
                    <a:pt x="591" y="605"/>
                  </a:lnTo>
                  <a:lnTo>
                    <a:pt x="555" y="644"/>
                  </a:lnTo>
                  <a:lnTo>
                    <a:pt x="518" y="684"/>
                  </a:lnTo>
                  <a:lnTo>
                    <a:pt x="484" y="722"/>
                  </a:lnTo>
                  <a:lnTo>
                    <a:pt x="449" y="760"/>
                  </a:lnTo>
                  <a:lnTo>
                    <a:pt x="416" y="796"/>
                  </a:lnTo>
                  <a:lnTo>
                    <a:pt x="384" y="832"/>
                  </a:lnTo>
                  <a:lnTo>
                    <a:pt x="354" y="866"/>
                  </a:lnTo>
                  <a:lnTo>
                    <a:pt x="325" y="898"/>
                  </a:lnTo>
                  <a:lnTo>
                    <a:pt x="297" y="927"/>
                  </a:lnTo>
                  <a:lnTo>
                    <a:pt x="273" y="955"/>
                  </a:lnTo>
                  <a:lnTo>
                    <a:pt x="249" y="981"/>
                  </a:lnTo>
                  <a:lnTo>
                    <a:pt x="228" y="1003"/>
                  </a:lnTo>
                  <a:lnTo>
                    <a:pt x="211" y="1024"/>
                  </a:lnTo>
                  <a:lnTo>
                    <a:pt x="195" y="1041"/>
                  </a:lnTo>
                  <a:lnTo>
                    <a:pt x="183" y="1054"/>
                  </a:lnTo>
                  <a:lnTo>
                    <a:pt x="173" y="1065"/>
                  </a:lnTo>
                  <a:lnTo>
                    <a:pt x="167" y="1071"/>
                  </a:lnTo>
                  <a:lnTo>
                    <a:pt x="165" y="1073"/>
                  </a:lnTo>
                  <a:lnTo>
                    <a:pt x="148" y="1087"/>
                  </a:lnTo>
                  <a:lnTo>
                    <a:pt x="128" y="1097"/>
                  </a:lnTo>
                  <a:lnTo>
                    <a:pt x="107" y="1101"/>
                  </a:lnTo>
                  <a:lnTo>
                    <a:pt x="86" y="1101"/>
                  </a:lnTo>
                  <a:lnTo>
                    <a:pt x="65" y="1097"/>
                  </a:lnTo>
                  <a:lnTo>
                    <a:pt x="45" y="1087"/>
                  </a:lnTo>
                  <a:lnTo>
                    <a:pt x="28" y="1073"/>
                  </a:lnTo>
                  <a:lnTo>
                    <a:pt x="13" y="1055"/>
                  </a:lnTo>
                  <a:lnTo>
                    <a:pt x="5" y="1035"/>
                  </a:lnTo>
                  <a:lnTo>
                    <a:pt x="0" y="1015"/>
                  </a:lnTo>
                  <a:lnTo>
                    <a:pt x="0" y="993"/>
                  </a:lnTo>
                  <a:lnTo>
                    <a:pt x="5" y="972"/>
                  </a:lnTo>
                  <a:lnTo>
                    <a:pt x="13" y="952"/>
                  </a:lnTo>
                  <a:lnTo>
                    <a:pt x="28" y="935"/>
                  </a:lnTo>
                  <a:lnTo>
                    <a:pt x="30" y="932"/>
                  </a:lnTo>
                  <a:lnTo>
                    <a:pt x="36" y="926"/>
                  </a:lnTo>
                  <a:lnTo>
                    <a:pt x="46" y="917"/>
                  </a:lnTo>
                  <a:lnTo>
                    <a:pt x="60" y="905"/>
                  </a:lnTo>
                  <a:lnTo>
                    <a:pt x="76" y="890"/>
                  </a:lnTo>
                  <a:lnTo>
                    <a:pt x="97" y="871"/>
                  </a:lnTo>
                  <a:lnTo>
                    <a:pt x="120" y="850"/>
                  </a:lnTo>
                  <a:lnTo>
                    <a:pt x="145" y="827"/>
                  </a:lnTo>
                  <a:lnTo>
                    <a:pt x="172" y="801"/>
                  </a:lnTo>
                  <a:lnTo>
                    <a:pt x="202" y="774"/>
                  </a:lnTo>
                  <a:lnTo>
                    <a:pt x="233" y="745"/>
                  </a:lnTo>
                  <a:lnTo>
                    <a:pt x="267" y="714"/>
                  </a:lnTo>
                  <a:lnTo>
                    <a:pt x="303" y="682"/>
                  </a:lnTo>
                  <a:lnTo>
                    <a:pt x="339" y="649"/>
                  </a:lnTo>
                  <a:lnTo>
                    <a:pt x="376" y="614"/>
                  </a:lnTo>
                  <a:lnTo>
                    <a:pt x="414" y="579"/>
                  </a:lnTo>
                  <a:lnTo>
                    <a:pt x="453" y="542"/>
                  </a:lnTo>
                  <a:lnTo>
                    <a:pt x="493" y="507"/>
                  </a:lnTo>
                  <a:lnTo>
                    <a:pt x="532" y="471"/>
                  </a:lnTo>
                  <a:lnTo>
                    <a:pt x="571" y="434"/>
                  </a:lnTo>
                  <a:lnTo>
                    <a:pt x="610" y="398"/>
                  </a:lnTo>
                  <a:lnTo>
                    <a:pt x="650" y="362"/>
                  </a:lnTo>
                  <a:lnTo>
                    <a:pt x="688" y="327"/>
                  </a:lnTo>
                  <a:lnTo>
                    <a:pt x="725" y="293"/>
                  </a:lnTo>
                  <a:lnTo>
                    <a:pt x="761" y="260"/>
                  </a:lnTo>
                  <a:lnTo>
                    <a:pt x="796" y="227"/>
                  </a:lnTo>
                  <a:lnTo>
                    <a:pt x="829" y="196"/>
                  </a:lnTo>
                  <a:lnTo>
                    <a:pt x="861" y="167"/>
                  </a:lnTo>
                  <a:lnTo>
                    <a:pt x="890" y="140"/>
                  </a:lnTo>
                  <a:lnTo>
                    <a:pt x="918" y="115"/>
                  </a:lnTo>
                  <a:lnTo>
                    <a:pt x="943" y="92"/>
                  </a:lnTo>
                  <a:lnTo>
                    <a:pt x="966" y="71"/>
                  </a:lnTo>
                  <a:lnTo>
                    <a:pt x="985" y="53"/>
                  </a:lnTo>
                  <a:lnTo>
                    <a:pt x="1002" y="38"/>
                  </a:lnTo>
                  <a:lnTo>
                    <a:pt x="1015" y="26"/>
                  </a:lnTo>
                  <a:lnTo>
                    <a:pt x="1024" y="17"/>
                  </a:lnTo>
                  <a:lnTo>
                    <a:pt x="1031" y="11"/>
                  </a:lnTo>
                  <a:lnTo>
                    <a:pt x="1033" y="9"/>
                  </a:lnTo>
                  <a:lnTo>
                    <a:pt x="1042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5757459-E2C6-4227-B1D3-4639C9A0AA4F}"/>
              </a:ext>
            </a:extLst>
          </p:cNvPr>
          <p:cNvGrpSpPr/>
          <p:nvPr/>
        </p:nvGrpSpPr>
        <p:grpSpPr>
          <a:xfrm flipH="1">
            <a:off x="6983879" y="3739774"/>
            <a:ext cx="360420" cy="362599"/>
            <a:chOff x="5867400" y="3730625"/>
            <a:chExt cx="525463" cy="5286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98" name="Freeform 417">
              <a:extLst>
                <a:ext uri="{FF2B5EF4-FFF2-40B4-BE49-F238E27FC236}">
                  <a16:creationId xmlns:a16="http://schemas.microsoft.com/office/drawing/2014/main" id="{2BA82259-71E0-467A-B2E5-F388DC593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69025" y="3946525"/>
              <a:ext cx="158750" cy="158750"/>
            </a:xfrm>
            <a:custGeom>
              <a:avLst/>
              <a:gdLst>
                <a:gd name="T0" fmla="*/ 422 w 999"/>
                <a:gd name="T1" fmla="*/ 725 h 1003"/>
                <a:gd name="T2" fmla="*/ 398 w 999"/>
                <a:gd name="T3" fmla="*/ 877 h 1003"/>
                <a:gd name="T4" fmla="*/ 527 w 999"/>
                <a:gd name="T5" fmla="*/ 890 h 1003"/>
                <a:gd name="T6" fmla="*/ 653 w 999"/>
                <a:gd name="T7" fmla="*/ 859 h 1003"/>
                <a:gd name="T8" fmla="*/ 751 w 999"/>
                <a:gd name="T9" fmla="*/ 797 h 1003"/>
                <a:gd name="T10" fmla="*/ 743 w 999"/>
                <a:gd name="T11" fmla="*/ 715 h 1003"/>
                <a:gd name="T12" fmla="*/ 548 w 999"/>
                <a:gd name="T13" fmla="*/ 635 h 1003"/>
                <a:gd name="T14" fmla="*/ 121 w 999"/>
                <a:gd name="T15" fmla="*/ 582 h 1003"/>
                <a:gd name="T16" fmla="*/ 163 w 999"/>
                <a:gd name="T17" fmla="*/ 695 h 1003"/>
                <a:gd name="T18" fmla="*/ 238 w 999"/>
                <a:gd name="T19" fmla="*/ 789 h 1003"/>
                <a:gd name="T20" fmla="*/ 316 w 999"/>
                <a:gd name="T21" fmla="*/ 688 h 1003"/>
                <a:gd name="T22" fmla="*/ 272 w 999"/>
                <a:gd name="T23" fmla="*/ 565 h 1003"/>
                <a:gd name="T24" fmla="*/ 415 w 999"/>
                <a:gd name="T25" fmla="*/ 122 h 1003"/>
                <a:gd name="T26" fmla="*/ 307 w 999"/>
                <a:gd name="T27" fmla="*/ 163 h 1003"/>
                <a:gd name="T28" fmla="*/ 207 w 999"/>
                <a:gd name="T29" fmla="*/ 245 h 1003"/>
                <a:gd name="T30" fmla="*/ 142 w 999"/>
                <a:gd name="T31" fmla="*/ 352 h 1003"/>
                <a:gd name="T32" fmla="*/ 205 w 999"/>
                <a:gd name="T33" fmla="*/ 442 h 1003"/>
                <a:gd name="T34" fmla="*/ 389 w 999"/>
                <a:gd name="T35" fmla="*/ 386 h 1003"/>
                <a:gd name="T36" fmla="*/ 415 w 999"/>
                <a:gd name="T37" fmla="*/ 122 h 1003"/>
                <a:gd name="T38" fmla="*/ 513 w 999"/>
                <a:gd name="T39" fmla="*/ 308 h 1003"/>
                <a:gd name="T40" fmla="*/ 534 w 999"/>
                <a:gd name="T41" fmla="*/ 512 h 1003"/>
                <a:gd name="T42" fmla="*/ 728 w 999"/>
                <a:gd name="T43" fmla="*/ 583 h 1003"/>
                <a:gd name="T44" fmla="*/ 867 w 999"/>
                <a:gd name="T45" fmla="*/ 627 h 1003"/>
                <a:gd name="T46" fmla="*/ 887 w 999"/>
                <a:gd name="T47" fmla="*/ 516 h 1003"/>
                <a:gd name="T48" fmla="*/ 871 w 999"/>
                <a:gd name="T49" fmla="*/ 389 h 1003"/>
                <a:gd name="T50" fmla="*/ 813 w 999"/>
                <a:gd name="T51" fmla="*/ 270 h 1003"/>
                <a:gd name="T52" fmla="*/ 721 w 999"/>
                <a:gd name="T53" fmla="*/ 181 h 1003"/>
                <a:gd name="T54" fmla="*/ 609 w 999"/>
                <a:gd name="T55" fmla="*/ 128 h 1003"/>
                <a:gd name="T56" fmla="*/ 488 w 999"/>
                <a:gd name="T57" fmla="*/ 0 h 1003"/>
                <a:gd name="T58" fmla="*/ 631 w 999"/>
                <a:gd name="T59" fmla="*/ 17 h 1003"/>
                <a:gd name="T60" fmla="*/ 762 w 999"/>
                <a:gd name="T61" fmla="*/ 75 h 1003"/>
                <a:gd name="T62" fmla="*/ 874 w 999"/>
                <a:gd name="T63" fmla="*/ 169 h 1003"/>
                <a:gd name="T64" fmla="*/ 956 w 999"/>
                <a:gd name="T65" fmla="*/ 297 h 1003"/>
                <a:gd name="T66" fmla="*/ 995 w 999"/>
                <a:gd name="T67" fmla="*/ 437 h 1003"/>
                <a:gd name="T68" fmla="*/ 992 w 999"/>
                <a:gd name="T69" fmla="*/ 584 h 1003"/>
                <a:gd name="T70" fmla="*/ 947 w 999"/>
                <a:gd name="T71" fmla="*/ 726 h 1003"/>
                <a:gd name="T72" fmla="*/ 863 w 999"/>
                <a:gd name="T73" fmla="*/ 845 h 1003"/>
                <a:gd name="T74" fmla="*/ 748 w 999"/>
                <a:gd name="T75" fmla="*/ 936 h 1003"/>
                <a:gd name="T76" fmla="*/ 603 w 999"/>
                <a:gd name="T77" fmla="*/ 992 h 1003"/>
                <a:gd name="T78" fmla="*/ 457 w 999"/>
                <a:gd name="T79" fmla="*/ 1001 h 1003"/>
                <a:gd name="T80" fmla="*/ 321 w 999"/>
                <a:gd name="T81" fmla="*/ 970 h 1003"/>
                <a:gd name="T82" fmla="*/ 193 w 999"/>
                <a:gd name="T83" fmla="*/ 898 h 1003"/>
                <a:gd name="T84" fmla="*/ 92 w 999"/>
                <a:gd name="T85" fmla="*/ 793 h 1003"/>
                <a:gd name="T86" fmla="*/ 25 w 999"/>
                <a:gd name="T87" fmla="*/ 657 h 1003"/>
                <a:gd name="T88" fmla="*/ 0 w 999"/>
                <a:gd name="T89" fmla="*/ 512 h 1003"/>
                <a:gd name="T90" fmla="*/ 18 w 999"/>
                <a:gd name="T91" fmla="*/ 370 h 1003"/>
                <a:gd name="T92" fmla="*/ 74 w 999"/>
                <a:gd name="T93" fmla="*/ 237 h 1003"/>
                <a:gd name="T94" fmla="*/ 169 w 999"/>
                <a:gd name="T95" fmla="*/ 125 h 1003"/>
                <a:gd name="T96" fmla="*/ 297 w 999"/>
                <a:gd name="T97" fmla="*/ 43 h 1003"/>
                <a:gd name="T98" fmla="*/ 439 w 999"/>
                <a:gd name="T99" fmla="*/ 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9" h="1003">
                  <a:moveTo>
                    <a:pt x="458" y="606"/>
                  </a:moveTo>
                  <a:lnTo>
                    <a:pt x="440" y="666"/>
                  </a:lnTo>
                  <a:lnTo>
                    <a:pt x="422" y="725"/>
                  </a:lnTo>
                  <a:lnTo>
                    <a:pt x="396" y="798"/>
                  </a:lnTo>
                  <a:lnTo>
                    <a:pt x="368" y="868"/>
                  </a:lnTo>
                  <a:lnTo>
                    <a:pt x="398" y="877"/>
                  </a:lnTo>
                  <a:lnTo>
                    <a:pt x="440" y="886"/>
                  </a:lnTo>
                  <a:lnTo>
                    <a:pt x="484" y="890"/>
                  </a:lnTo>
                  <a:lnTo>
                    <a:pt x="527" y="890"/>
                  </a:lnTo>
                  <a:lnTo>
                    <a:pt x="570" y="884"/>
                  </a:lnTo>
                  <a:lnTo>
                    <a:pt x="612" y="874"/>
                  </a:lnTo>
                  <a:lnTo>
                    <a:pt x="653" y="859"/>
                  </a:lnTo>
                  <a:lnTo>
                    <a:pt x="693" y="839"/>
                  </a:lnTo>
                  <a:lnTo>
                    <a:pt x="723" y="819"/>
                  </a:lnTo>
                  <a:lnTo>
                    <a:pt x="751" y="797"/>
                  </a:lnTo>
                  <a:lnTo>
                    <a:pt x="777" y="772"/>
                  </a:lnTo>
                  <a:lnTo>
                    <a:pt x="802" y="746"/>
                  </a:lnTo>
                  <a:lnTo>
                    <a:pt x="743" y="715"/>
                  </a:lnTo>
                  <a:lnTo>
                    <a:pt x="681" y="685"/>
                  </a:lnTo>
                  <a:lnTo>
                    <a:pt x="616" y="659"/>
                  </a:lnTo>
                  <a:lnTo>
                    <a:pt x="548" y="635"/>
                  </a:lnTo>
                  <a:lnTo>
                    <a:pt x="458" y="606"/>
                  </a:lnTo>
                  <a:close/>
                  <a:moveTo>
                    <a:pt x="114" y="544"/>
                  </a:moveTo>
                  <a:lnTo>
                    <a:pt x="121" y="582"/>
                  </a:lnTo>
                  <a:lnTo>
                    <a:pt x="131" y="621"/>
                  </a:lnTo>
                  <a:lnTo>
                    <a:pt x="145" y="658"/>
                  </a:lnTo>
                  <a:lnTo>
                    <a:pt x="163" y="695"/>
                  </a:lnTo>
                  <a:lnTo>
                    <a:pt x="185" y="729"/>
                  </a:lnTo>
                  <a:lnTo>
                    <a:pt x="210" y="760"/>
                  </a:lnTo>
                  <a:lnTo>
                    <a:pt x="238" y="789"/>
                  </a:lnTo>
                  <a:lnTo>
                    <a:pt x="269" y="814"/>
                  </a:lnTo>
                  <a:lnTo>
                    <a:pt x="294" y="753"/>
                  </a:lnTo>
                  <a:lnTo>
                    <a:pt x="316" y="688"/>
                  </a:lnTo>
                  <a:lnTo>
                    <a:pt x="334" y="635"/>
                  </a:lnTo>
                  <a:lnTo>
                    <a:pt x="349" y="580"/>
                  </a:lnTo>
                  <a:lnTo>
                    <a:pt x="272" y="565"/>
                  </a:lnTo>
                  <a:lnTo>
                    <a:pt x="194" y="553"/>
                  </a:lnTo>
                  <a:lnTo>
                    <a:pt x="114" y="544"/>
                  </a:lnTo>
                  <a:close/>
                  <a:moveTo>
                    <a:pt x="415" y="122"/>
                  </a:moveTo>
                  <a:lnTo>
                    <a:pt x="378" y="132"/>
                  </a:lnTo>
                  <a:lnTo>
                    <a:pt x="342" y="146"/>
                  </a:lnTo>
                  <a:lnTo>
                    <a:pt x="307" y="163"/>
                  </a:lnTo>
                  <a:lnTo>
                    <a:pt x="270" y="187"/>
                  </a:lnTo>
                  <a:lnTo>
                    <a:pt x="237" y="215"/>
                  </a:lnTo>
                  <a:lnTo>
                    <a:pt x="207" y="245"/>
                  </a:lnTo>
                  <a:lnTo>
                    <a:pt x="181" y="279"/>
                  </a:lnTo>
                  <a:lnTo>
                    <a:pt x="159" y="314"/>
                  </a:lnTo>
                  <a:lnTo>
                    <a:pt x="142" y="352"/>
                  </a:lnTo>
                  <a:lnTo>
                    <a:pt x="128" y="391"/>
                  </a:lnTo>
                  <a:lnTo>
                    <a:pt x="118" y="431"/>
                  </a:lnTo>
                  <a:lnTo>
                    <a:pt x="205" y="442"/>
                  </a:lnTo>
                  <a:lnTo>
                    <a:pt x="290" y="455"/>
                  </a:lnTo>
                  <a:lnTo>
                    <a:pt x="374" y="471"/>
                  </a:lnTo>
                  <a:lnTo>
                    <a:pt x="389" y="386"/>
                  </a:lnTo>
                  <a:lnTo>
                    <a:pt x="401" y="299"/>
                  </a:lnTo>
                  <a:lnTo>
                    <a:pt x="410" y="211"/>
                  </a:lnTo>
                  <a:lnTo>
                    <a:pt x="415" y="122"/>
                  </a:lnTo>
                  <a:close/>
                  <a:moveTo>
                    <a:pt x="527" y="114"/>
                  </a:moveTo>
                  <a:lnTo>
                    <a:pt x="522" y="212"/>
                  </a:lnTo>
                  <a:lnTo>
                    <a:pt x="513" y="308"/>
                  </a:lnTo>
                  <a:lnTo>
                    <a:pt x="500" y="404"/>
                  </a:lnTo>
                  <a:lnTo>
                    <a:pt x="483" y="497"/>
                  </a:lnTo>
                  <a:lnTo>
                    <a:pt x="534" y="512"/>
                  </a:lnTo>
                  <a:lnTo>
                    <a:pt x="584" y="528"/>
                  </a:lnTo>
                  <a:lnTo>
                    <a:pt x="657" y="555"/>
                  </a:lnTo>
                  <a:lnTo>
                    <a:pt x="728" y="583"/>
                  </a:lnTo>
                  <a:lnTo>
                    <a:pt x="795" y="615"/>
                  </a:lnTo>
                  <a:lnTo>
                    <a:pt x="858" y="649"/>
                  </a:lnTo>
                  <a:lnTo>
                    <a:pt x="867" y="627"/>
                  </a:lnTo>
                  <a:lnTo>
                    <a:pt x="874" y="603"/>
                  </a:lnTo>
                  <a:lnTo>
                    <a:pt x="883" y="560"/>
                  </a:lnTo>
                  <a:lnTo>
                    <a:pt x="887" y="516"/>
                  </a:lnTo>
                  <a:lnTo>
                    <a:pt x="886" y="473"/>
                  </a:lnTo>
                  <a:lnTo>
                    <a:pt x="881" y="430"/>
                  </a:lnTo>
                  <a:lnTo>
                    <a:pt x="871" y="389"/>
                  </a:lnTo>
                  <a:lnTo>
                    <a:pt x="856" y="347"/>
                  </a:lnTo>
                  <a:lnTo>
                    <a:pt x="836" y="308"/>
                  </a:lnTo>
                  <a:lnTo>
                    <a:pt x="813" y="270"/>
                  </a:lnTo>
                  <a:lnTo>
                    <a:pt x="784" y="237"/>
                  </a:lnTo>
                  <a:lnTo>
                    <a:pt x="754" y="208"/>
                  </a:lnTo>
                  <a:lnTo>
                    <a:pt x="721" y="181"/>
                  </a:lnTo>
                  <a:lnTo>
                    <a:pt x="686" y="160"/>
                  </a:lnTo>
                  <a:lnTo>
                    <a:pt x="648" y="142"/>
                  </a:lnTo>
                  <a:lnTo>
                    <a:pt x="609" y="128"/>
                  </a:lnTo>
                  <a:lnTo>
                    <a:pt x="569" y="119"/>
                  </a:lnTo>
                  <a:lnTo>
                    <a:pt x="527" y="114"/>
                  </a:lnTo>
                  <a:close/>
                  <a:moveTo>
                    <a:pt x="488" y="0"/>
                  </a:moveTo>
                  <a:lnTo>
                    <a:pt x="536" y="1"/>
                  </a:lnTo>
                  <a:lnTo>
                    <a:pt x="584" y="7"/>
                  </a:lnTo>
                  <a:lnTo>
                    <a:pt x="631" y="17"/>
                  </a:lnTo>
                  <a:lnTo>
                    <a:pt x="677" y="33"/>
                  </a:lnTo>
                  <a:lnTo>
                    <a:pt x="721" y="52"/>
                  </a:lnTo>
                  <a:lnTo>
                    <a:pt x="762" y="75"/>
                  </a:lnTo>
                  <a:lnTo>
                    <a:pt x="803" y="102"/>
                  </a:lnTo>
                  <a:lnTo>
                    <a:pt x="840" y="134"/>
                  </a:lnTo>
                  <a:lnTo>
                    <a:pt x="874" y="169"/>
                  </a:lnTo>
                  <a:lnTo>
                    <a:pt x="906" y="209"/>
                  </a:lnTo>
                  <a:lnTo>
                    <a:pt x="934" y="252"/>
                  </a:lnTo>
                  <a:lnTo>
                    <a:pt x="956" y="297"/>
                  </a:lnTo>
                  <a:lnTo>
                    <a:pt x="974" y="342"/>
                  </a:lnTo>
                  <a:lnTo>
                    <a:pt x="987" y="390"/>
                  </a:lnTo>
                  <a:lnTo>
                    <a:pt x="995" y="437"/>
                  </a:lnTo>
                  <a:lnTo>
                    <a:pt x="999" y="486"/>
                  </a:lnTo>
                  <a:lnTo>
                    <a:pt x="998" y="536"/>
                  </a:lnTo>
                  <a:lnTo>
                    <a:pt x="992" y="584"/>
                  </a:lnTo>
                  <a:lnTo>
                    <a:pt x="982" y="633"/>
                  </a:lnTo>
                  <a:lnTo>
                    <a:pt x="966" y="680"/>
                  </a:lnTo>
                  <a:lnTo>
                    <a:pt x="947" y="726"/>
                  </a:lnTo>
                  <a:lnTo>
                    <a:pt x="923" y="768"/>
                  </a:lnTo>
                  <a:lnTo>
                    <a:pt x="895" y="808"/>
                  </a:lnTo>
                  <a:lnTo>
                    <a:pt x="863" y="845"/>
                  </a:lnTo>
                  <a:lnTo>
                    <a:pt x="828" y="879"/>
                  </a:lnTo>
                  <a:lnTo>
                    <a:pt x="790" y="909"/>
                  </a:lnTo>
                  <a:lnTo>
                    <a:pt x="748" y="936"/>
                  </a:lnTo>
                  <a:lnTo>
                    <a:pt x="701" y="961"/>
                  </a:lnTo>
                  <a:lnTo>
                    <a:pt x="652" y="979"/>
                  </a:lnTo>
                  <a:lnTo>
                    <a:pt x="603" y="992"/>
                  </a:lnTo>
                  <a:lnTo>
                    <a:pt x="551" y="1000"/>
                  </a:lnTo>
                  <a:lnTo>
                    <a:pt x="500" y="1003"/>
                  </a:lnTo>
                  <a:lnTo>
                    <a:pt x="457" y="1001"/>
                  </a:lnTo>
                  <a:lnTo>
                    <a:pt x="412" y="995"/>
                  </a:lnTo>
                  <a:lnTo>
                    <a:pt x="368" y="985"/>
                  </a:lnTo>
                  <a:lnTo>
                    <a:pt x="321" y="970"/>
                  </a:lnTo>
                  <a:lnTo>
                    <a:pt x="276" y="950"/>
                  </a:lnTo>
                  <a:lnTo>
                    <a:pt x="234" y="926"/>
                  </a:lnTo>
                  <a:lnTo>
                    <a:pt x="193" y="898"/>
                  </a:lnTo>
                  <a:lnTo>
                    <a:pt x="157" y="867"/>
                  </a:lnTo>
                  <a:lnTo>
                    <a:pt x="123" y="831"/>
                  </a:lnTo>
                  <a:lnTo>
                    <a:pt x="92" y="793"/>
                  </a:lnTo>
                  <a:lnTo>
                    <a:pt x="66" y="750"/>
                  </a:lnTo>
                  <a:lnTo>
                    <a:pt x="43" y="705"/>
                  </a:lnTo>
                  <a:lnTo>
                    <a:pt x="25" y="657"/>
                  </a:lnTo>
                  <a:lnTo>
                    <a:pt x="12" y="610"/>
                  </a:lnTo>
                  <a:lnTo>
                    <a:pt x="4" y="561"/>
                  </a:lnTo>
                  <a:lnTo>
                    <a:pt x="0" y="512"/>
                  </a:lnTo>
                  <a:lnTo>
                    <a:pt x="2" y="465"/>
                  </a:lnTo>
                  <a:lnTo>
                    <a:pt x="7" y="416"/>
                  </a:lnTo>
                  <a:lnTo>
                    <a:pt x="18" y="370"/>
                  </a:lnTo>
                  <a:lnTo>
                    <a:pt x="32" y="324"/>
                  </a:lnTo>
                  <a:lnTo>
                    <a:pt x="51" y="280"/>
                  </a:lnTo>
                  <a:lnTo>
                    <a:pt x="74" y="237"/>
                  </a:lnTo>
                  <a:lnTo>
                    <a:pt x="103" y="197"/>
                  </a:lnTo>
                  <a:lnTo>
                    <a:pt x="134" y="159"/>
                  </a:lnTo>
                  <a:lnTo>
                    <a:pt x="169" y="125"/>
                  </a:lnTo>
                  <a:lnTo>
                    <a:pt x="208" y="93"/>
                  </a:lnTo>
                  <a:lnTo>
                    <a:pt x="252" y="66"/>
                  </a:lnTo>
                  <a:lnTo>
                    <a:pt x="297" y="43"/>
                  </a:lnTo>
                  <a:lnTo>
                    <a:pt x="344" y="25"/>
                  </a:lnTo>
                  <a:lnTo>
                    <a:pt x="391" y="11"/>
                  </a:lnTo>
                  <a:lnTo>
                    <a:pt x="439" y="3"/>
                  </a:lnTo>
                  <a:lnTo>
                    <a:pt x="4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9" name="Freeform 418">
              <a:extLst>
                <a:ext uri="{FF2B5EF4-FFF2-40B4-BE49-F238E27FC236}">
                  <a16:creationId xmlns:a16="http://schemas.microsoft.com/office/drawing/2014/main" id="{48ABF096-5760-4ABF-9928-7CCF4BAC23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67400" y="3730625"/>
              <a:ext cx="525463" cy="528638"/>
            </a:xfrm>
            <a:custGeom>
              <a:avLst/>
              <a:gdLst>
                <a:gd name="T0" fmla="*/ 3158 w 3307"/>
                <a:gd name="T1" fmla="*/ 3217 h 3331"/>
                <a:gd name="T2" fmla="*/ 1975 w 3307"/>
                <a:gd name="T3" fmla="*/ 2380 h 3331"/>
                <a:gd name="T4" fmla="*/ 2056 w 3307"/>
                <a:gd name="T5" fmla="*/ 2437 h 3331"/>
                <a:gd name="T6" fmla="*/ 538 w 3307"/>
                <a:gd name="T7" fmla="*/ 2349 h 3331"/>
                <a:gd name="T8" fmla="*/ 910 w 3307"/>
                <a:gd name="T9" fmla="*/ 2531 h 3331"/>
                <a:gd name="T10" fmla="*/ 1147 w 3307"/>
                <a:gd name="T11" fmla="*/ 2028 h 3331"/>
                <a:gd name="T12" fmla="*/ 966 w 3307"/>
                <a:gd name="T13" fmla="*/ 2423 h 3331"/>
                <a:gd name="T14" fmla="*/ 1334 w 3307"/>
                <a:gd name="T15" fmla="*/ 2016 h 3331"/>
                <a:gd name="T16" fmla="*/ 1774 w 3307"/>
                <a:gd name="T17" fmla="*/ 2471 h 3331"/>
                <a:gd name="T18" fmla="*/ 1752 w 3307"/>
                <a:gd name="T19" fmla="*/ 2045 h 3331"/>
                <a:gd name="T20" fmla="*/ 1726 w 3307"/>
                <a:gd name="T21" fmla="*/ 1871 h 3331"/>
                <a:gd name="T22" fmla="*/ 1446 w 3307"/>
                <a:gd name="T23" fmla="*/ 1450 h 3331"/>
                <a:gd name="T24" fmla="*/ 942 w 3307"/>
                <a:gd name="T25" fmla="*/ 1946 h 3331"/>
                <a:gd name="T26" fmla="*/ 132 w 3307"/>
                <a:gd name="T27" fmla="*/ 1622 h 3331"/>
                <a:gd name="T28" fmla="*/ 503 w 3307"/>
                <a:gd name="T29" fmla="*/ 2091 h 3331"/>
                <a:gd name="T30" fmla="*/ 113 w 3307"/>
                <a:gd name="T31" fmla="*/ 1450 h 3331"/>
                <a:gd name="T32" fmla="*/ 2033 w 3307"/>
                <a:gd name="T33" fmla="*/ 1432 h 3331"/>
                <a:gd name="T34" fmla="*/ 1839 w 3307"/>
                <a:gd name="T35" fmla="*/ 1835 h 3331"/>
                <a:gd name="T36" fmla="*/ 2005 w 3307"/>
                <a:gd name="T37" fmla="*/ 2256 h 3331"/>
                <a:gd name="T38" fmla="*/ 2399 w 3307"/>
                <a:gd name="T39" fmla="*/ 2418 h 3331"/>
                <a:gd name="T40" fmla="*/ 2805 w 3307"/>
                <a:gd name="T41" fmla="*/ 2242 h 3331"/>
                <a:gd name="T42" fmla="*/ 2953 w 3307"/>
                <a:gd name="T43" fmla="*/ 1786 h 3331"/>
                <a:gd name="T44" fmla="*/ 2716 w 3307"/>
                <a:gd name="T45" fmla="*/ 1396 h 3331"/>
                <a:gd name="T46" fmla="*/ 1930 w 3307"/>
                <a:gd name="T47" fmla="*/ 821 h 3331"/>
                <a:gd name="T48" fmla="*/ 2064 w 3307"/>
                <a:gd name="T49" fmla="*/ 1272 h 3331"/>
                <a:gd name="T50" fmla="*/ 716 w 3307"/>
                <a:gd name="T51" fmla="*/ 969 h 3331"/>
                <a:gd name="T52" fmla="*/ 1038 w 3307"/>
                <a:gd name="T53" fmla="*/ 858 h 3331"/>
                <a:gd name="T54" fmla="*/ 174 w 3307"/>
                <a:gd name="T55" fmla="*/ 1000 h 3331"/>
                <a:gd name="T56" fmla="*/ 607 w 3307"/>
                <a:gd name="T57" fmla="*/ 944 h 3331"/>
                <a:gd name="T58" fmla="*/ 2276 w 3307"/>
                <a:gd name="T59" fmla="*/ 696 h 3331"/>
                <a:gd name="T60" fmla="*/ 2322 w 3307"/>
                <a:gd name="T61" fmla="*/ 1188 h 3331"/>
                <a:gd name="T62" fmla="*/ 2602 w 3307"/>
                <a:gd name="T63" fmla="*/ 987 h 3331"/>
                <a:gd name="T64" fmla="*/ 1913 w 3307"/>
                <a:gd name="T65" fmla="*/ 312 h 3331"/>
                <a:gd name="T66" fmla="*/ 2337 w 3307"/>
                <a:gd name="T67" fmla="*/ 534 h 3331"/>
                <a:gd name="T68" fmla="*/ 983 w 3307"/>
                <a:gd name="T69" fmla="*/ 179 h 3331"/>
                <a:gd name="T70" fmla="*/ 442 w 3307"/>
                <a:gd name="T71" fmla="*/ 534 h 3331"/>
                <a:gd name="T72" fmla="*/ 867 w 3307"/>
                <a:gd name="T73" fmla="*/ 312 h 3331"/>
                <a:gd name="T74" fmla="*/ 1813 w 3307"/>
                <a:gd name="T75" fmla="*/ 732 h 3331"/>
                <a:gd name="T76" fmla="*/ 1729 w 3307"/>
                <a:gd name="T77" fmla="*/ 269 h 3331"/>
                <a:gd name="T78" fmla="*/ 1235 w 3307"/>
                <a:gd name="T79" fmla="*/ 144 h 3331"/>
                <a:gd name="T80" fmla="*/ 856 w 3307"/>
                <a:gd name="T81" fmla="*/ 547 h 3331"/>
                <a:gd name="T82" fmla="*/ 1334 w 3307"/>
                <a:gd name="T83" fmla="*/ 116 h 3331"/>
                <a:gd name="T84" fmla="*/ 2018 w 3307"/>
                <a:gd name="T85" fmla="*/ 151 h 3331"/>
                <a:gd name="T86" fmla="*/ 2591 w 3307"/>
                <a:gd name="T87" fmla="*/ 693 h 3331"/>
                <a:gd name="T88" fmla="*/ 2854 w 3307"/>
                <a:gd name="T89" fmla="*/ 1362 h 3331"/>
                <a:gd name="T90" fmla="*/ 3067 w 3307"/>
                <a:gd name="T91" fmla="*/ 1801 h 3331"/>
                <a:gd name="T92" fmla="*/ 2903 w 3307"/>
                <a:gd name="T93" fmla="*/ 2301 h 3331"/>
                <a:gd name="T94" fmla="*/ 3281 w 3307"/>
                <a:gd name="T95" fmla="*/ 3257 h 3331"/>
                <a:gd name="T96" fmla="*/ 3078 w 3307"/>
                <a:gd name="T97" fmla="*/ 3316 h 3331"/>
                <a:gd name="T98" fmla="*/ 2340 w 3307"/>
                <a:gd name="T99" fmla="*/ 2528 h 3331"/>
                <a:gd name="T100" fmla="*/ 1666 w 3307"/>
                <a:gd name="T101" fmla="*/ 2761 h 3331"/>
                <a:gd name="T102" fmla="*/ 1046 w 3307"/>
                <a:gd name="T103" fmla="*/ 2745 h 3331"/>
                <a:gd name="T104" fmla="*/ 404 w 3307"/>
                <a:gd name="T105" fmla="*/ 2376 h 3331"/>
                <a:gd name="T106" fmla="*/ 40 w 3307"/>
                <a:gd name="T107" fmla="*/ 1728 h 3331"/>
                <a:gd name="T108" fmla="*/ 63 w 3307"/>
                <a:gd name="T109" fmla="*/ 980 h 3331"/>
                <a:gd name="T110" fmla="*/ 465 w 3307"/>
                <a:gd name="T111" fmla="*/ 353 h 3331"/>
                <a:gd name="T112" fmla="*/ 1128 w 3307"/>
                <a:gd name="T113" fmla="*/ 24 h 3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307" h="3331">
                  <a:moveTo>
                    <a:pt x="2774" y="2415"/>
                  </a:moveTo>
                  <a:lnTo>
                    <a:pt x="2731" y="2442"/>
                  </a:lnTo>
                  <a:lnTo>
                    <a:pt x="2687" y="2466"/>
                  </a:lnTo>
                  <a:lnTo>
                    <a:pt x="3101" y="3193"/>
                  </a:lnTo>
                  <a:lnTo>
                    <a:pt x="3109" y="3203"/>
                  </a:lnTo>
                  <a:lnTo>
                    <a:pt x="3119" y="3211"/>
                  </a:lnTo>
                  <a:lnTo>
                    <a:pt x="3131" y="3217"/>
                  </a:lnTo>
                  <a:lnTo>
                    <a:pt x="3145" y="3219"/>
                  </a:lnTo>
                  <a:lnTo>
                    <a:pt x="3158" y="3217"/>
                  </a:lnTo>
                  <a:lnTo>
                    <a:pt x="3170" y="3211"/>
                  </a:lnTo>
                  <a:lnTo>
                    <a:pt x="3181" y="3203"/>
                  </a:lnTo>
                  <a:lnTo>
                    <a:pt x="3189" y="3193"/>
                  </a:lnTo>
                  <a:lnTo>
                    <a:pt x="3194" y="3181"/>
                  </a:lnTo>
                  <a:lnTo>
                    <a:pt x="3196" y="3168"/>
                  </a:lnTo>
                  <a:lnTo>
                    <a:pt x="3194" y="3155"/>
                  </a:lnTo>
                  <a:lnTo>
                    <a:pt x="3189" y="3143"/>
                  </a:lnTo>
                  <a:lnTo>
                    <a:pt x="2774" y="2415"/>
                  </a:lnTo>
                  <a:close/>
                  <a:moveTo>
                    <a:pt x="1975" y="2380"/>
                  </a:moveTo>
                  <a:lnTo>
                    <a:pt x="1934" y="2446"/>
                  </a:lnTo>
                  <a:lnTo>
                    <a:pt x="1891" y="2506"/>
                  </a:lnTo>
                  <a:lnTo>
                    <a:pt x="1845" y="2561"/>
                  </a:lnTo>
                  <a:lnTo>
                    <a:pt x="1797" y="2609"/>
                  </a:lnTo>
                  <a:lnTo>
                    <a:pt x="1875" y="2580"/>
                  </a:lnTo>
                  <a:lnTo>
                    <a:pt x="1952" y="2545"/>
                  </a:lnTo>
                  <a:lnTo>
                    <a:pt x="2027" y="2505"/>
                  </a:lnTo>
                  <a:lnTo>
                    <a:pt x="2099" y="2460"/>
                  </a:lnTo>
                  <a:lnTo>
                    <a:pt x="2056" y="2437"/>
                  </a:lnTo>
                  <a:lnTo>
                    <a:pt x="2015" y="2411"/>
                  </a:lnTo>
                  <a:lnTo>
                    <a:pt x="1975" y="2380"/>
                  </a:lnTo>
                  <a:close/>
                  <a:moveTo>
                    <a:pt x="688" y="2135"/>
                  </a:moveTo>
                  <a:lnTo>
                    <a:pt x="621" y="2161"/>
                  </a:lnTo>
                  <a:lnTo>
                    <a:pt x="559" y="2189"/>
                  </a:lnTo>
                  <a:lnTo>
                    <a:pt x="498" y="2221"/>
                  </a:lnTo>
                  <a:lnTo>
                    <a:pt x="442" y="2254"/>
                  </a:lnTo>
                  <a:lnTo>
                    <a:pt x="483" y="2298"/>
                  </a:lnTo>
                  <a:lnTo>
                    <a:pt x="538" y="2349"/>
                  </a:lnTo>
                  <a:lnTo>
                    <a:pt x="595" y="2398"/>
                  </a:lnTo>
                  <a:lnTo>
                    <a:pt x="655" y="2442"/>
                  </a:lnTo>
                  <a:lnTo>
                    <a:pt x="716" y="2484"/>
                  </a:lnTo>
                  <a:lnTo>
                    <a:pt x="780" y="2521"/>
                  </a:lnTo>
                  <a:lnTo>
                    <a:pt x="845" y="2555"/>
                  </a:lnTo>
                  <a:lnTo>
                    <a:pt x="913" y="2584"/>
                  </a:lnTo>
                  <a:lnTo>
                    <a:pt x="983" y="2609"/>
                  </a:lnTo>
                  <a:lnTo>
                    <a:pt x="954" y="2582"/>
                  </a:lnTo>
                  <a:lnTo>
                    <a:pt x="910" y="2531"/>
                  </a:lnTo>
                  <a:lnTo>
                    <a:pt x="867" y="2476"/>
                  </a:lnTo>
                  <a:lnTo>
                    <a:pt x="825" y="2416"/>
                  </a:lnTo>
                  <a:lnTo>
                    <a:pt x="787" y="2351"/>
                  </a:lnTo>
                  <a:lnTo>
                    <a:pt x="752" y="2283"/>
                  </a:lnTo>
                  <a:lnTo>
                    <a:pt x="718" y="2210"/>
                  </a:lnTo>
                  <a:lnTo>
                    <a:pt x="688" y="2135"/>
                  </a:lnTo>
                  <a:close/>
                  <a:moveTo>
                    <a:pt x="1334" y="2016"/>
                  </a:moveTo>
                  <a:lnTo>
                    <a:pt x="1240" y="2020"/>
                  </a:lnTo>
                  <a:lnTo>
                    <a:pt x="1147" y="2028"/>
                  </a:lnTo>
                  <a:lnTo>
                    <a:pt x="1056" y="2040"/>
                  </a:lnTo>
                  <a:lnTo>
                    <a:pt x="966" y="2057"/>
                  </a:lnTo>
                  <a:lnTo>
                    <a:pt x="879" y="2076"/>
                  </a:lnTo>
                  <a:lnTo>
                    <a:pt x="795" y="2099"/>
                  </a:lnTo>
                  <a:lnTo>
                    <a:pt x="824" y="2172"/>
                  </a:lnTo>
                  <a:lnTo>
                    <a:pt x="856" y="2242"/>
                  </a:lnTo>
                  <a:lnTo>
                    <a:pt x="891" y="2307"/>
                  </a:lnTo>
                  <a:lnTo>
                    <a:pt x="928" y="2367"/>
                  </a:lnTo>
                  <a:lnTo>
                    <a:pt x="966" y="2423"/>
                  </a:lnTo>
                  <a:lnTo>
                    <a:pt x="1008" y="2474"/>
                  </a:lnTo>
                  <a:lnTo>
                    <a:pt x="1050" y="2518"/>
                  </a:lnTo>
                  <a:lnTo>
                    <a:pt x="1095" y="2559"/>
                  </a:lnTo>
                  <a:lnTo>
                    <a:pt x="1140" y="2593"/>
                  </a:lnTo>
                  <a:lnTo>
                    <a:pt x="1187" y="2621"/>
                  </a:lnTo>
                  <a:lnTo>
                    <a:pt x="1235" y="2645"/>
                  </a:lnTo>
                  <a:lnTo>
                    <a:pt x="1284" y="2661"/>
                  </a:lnTo>
                  <a:lnTo>
                    <a:pt x="1334" y="2672"/>
                  </a:lnTo>
                  <a:lnTo>
                    <a:pt x="1334" y="2016"/>
                  </a:lnTo>
                  <a:close/>
                  <a:moveTo>
                    <a:pt x="1446" y="2016"/>
                  </a:moveTo>
                  <a:lnTo>
                    <a:pt x="1446" y="2672"/>
                  </a:lnTo>
                  <a:lnTo>
                    <a:pt x="1495" y="2661"/>
                  </a:lnTo>
                  <a:lnTo>
                    <a:pt x="1545" y="2645"/>
                  </a:lnTo>
                  <a:lnTo>
                    <a:pt x="1593" y="2621"/>
                  </a:lnTo>
                  <a:lnTo>
                    <a:pt x="1640" y="2592"/>
                  </a:lnTo>
                  <a:lnTo>
                    <a:pt x="1686" y="2558"/>
                  </a:lnTo>
                  <a:lnTo>
                    <a:pt x="1731" y="2517"/>
                  </a:lnTo>
                  <a:lnTo>
                    <a:pt x="1774" y="2471"/>
                  </a:lnTo>
                  <a:lnTo>
                    <a:pt x="1815" y="2419"/>
                  </a:lnTo>
                  <a:lnTo>
                    <a:pt x="1855" y="2362"/>
                  </a:lnTo>
                  <a:lnTo>
                    <a:pt x="1893" y="2301"/>
                  </a:lnTo>
                  <a:lnTo>
                    <a:pt x="1864" y="2266"/>
                  </a:lnTo>
                  <a:lnTo>
                    <a:pt x="1838" y="2230"/>
                  </a:lnTo>
                  <a:lnTo>
                    <a:pt x="1815" y="2192"/>
                  </a:lnTo>
                  <a:lnTo>
                    <a:pt x="1790" y="2144"/>
                  </a:lnTo>
                  <a:lnTo>
                    <a:pt x="1769" y="2095"/>
                  </a:lnTo>
                  <a:lnTo>
                    <a:pt x="1752" y="2045"/>
                  </a:lnTo>
                  <a:lnTo>
                    <a:pt x="1652" y="2030"/>
                  </a:lnTo>
                  <a:lnTo>
                    <a:pt x="1550" y="2021"/>
                  </a:lnTo>
                  <a:lnTo>
                    <a:pt x="1446" y="2016"/>
                  </a:lnTo>
                  <a:close/>
                  <a:moveTo>
                    <a:pt x="1446" y="1450"/>
                  </a:moveTo>
                  <a:lnTo>
                    <a:pt x="1446" y="1904"/>
                  </a:lnTo>
                  <a:lnTo>
                    <a:pt x="1541" y="1908"/>
                  </a:lnTo>
                  <a:lnTo>
                    <a:pt x="1636" y="1916"/>
                  </a:lnTo>
                  <a:lnTo>
                    <a:pt x="1730" y="1928"/>
                  </a:lnTo>
                  <a:lnTo>
                    <a:pt x="1726" y="1871"/>
                  </a:lnTo>
                  <a:lnTo>
                    <a:pt x="1728" y="1815"/>
                  </a:lnTo>
                  <a:lnTo>
                    <a:pt x="1734" y="1759"/>
                  </a:lnTo>
                  <a:lnTo>
                    <a:pt x="1744" y="1703"/>
                  </a:lnTo>
                  <a:lnTo>
                    <a:pt x="1759" y="1650"/>
                  </a:lnTo>
                  <a:lnTo>
                    <a:pt x="1779" y="1597"/>
                  </a:lnTo>
                  <a:lnTo>
                    <a:pt x="1803" y="1545"/>
                  </a:lnTo>
                  <a:lnTo>
                    <a:pt x="1830" y="1497"/>
                  </a:lnTo>
                  <a:lnTo>
                    <a:pt x="1862" y="1450"/>
                  </a:lnTo>
                  <a:lnTo>
                    <a:pt x="1446" y="1450"/>
                  </a:lnTo>
                  <a:close/>
                  <a:moveTo>
                    <a:pt x="676" y="1450"/>
                  </a:moveTo>
                  <a:lnTo>
                    <a:pt x="680" y="1544"/>
                  </a:lnTo>
                  <a:lnTo>
                    <a:pt x="689" y="1638"/>
                  </a:lnTo>
                  <a:lnTo>
                    <a:pt x="700" y="1730"/>
                  </a:lnTo>
                  <a:lnTo>
                    <a:pt x="716" y="1820"/>
                  </a:lnTo>
                  <a:lnTo>
                    <a:pt x="735" y="1907"/>
                  </a:lnTo>
                  <a:lnTo>
                    <a:pt x="759" y="1992"/>
                  </a:lnTo>
                  <a:lnTo>
                    <a:pt x="849" y="1968"/>
                  </a:lnTo>
                  <a:lnTo>
                    <a:pt x="942" y="1946"/>
                  </a:lnTo>
                  <a:lnTo>
                    <a:pt x="1038" y="1930"/>
                  </a:lnTo>
                  <a:lnTo>
                    <a:pt x="1135" y="1917"/>
                  </a:lnTo>
                  <a:lnTo>
                    <a:pt x="1234" y="1908"/>
                  </a:lnTo>
                  <a:lnTo>
                    <a:pt x="1334" y="1904"/>
                  </a:lnTo>
                  <a:lnTo>
                    <a:pt x="1334" y="1450"/>
                  </a:lnTo>
                  <a:lnTo>
                    <a:pt x="676" y="1450"/>
                  </a:lnTo>
                  <a:close/>
                  <a:moveTo>
                    <a:pt x="113" y="1450"/>
                  </a:moveTo>
                  <a:lnTo>
                    <a:pt x="120" y="1536"/>
                  </a:lnTo>
                  <a:lnTo>
                    <a:pt x="132" y="1622"/>
                  </a:lnTo>
                  <a:lnTo>
                    <a:pt x="150" y="1706"/>
                  </a:lnTo>
                  <a:lnTo>
                    <a:pt x="174" y="1788"/>
                  </a:lnTo>
                  <a:lnTo>
                    <a:pt x="203" y="1869"/>
                  </a:lnTo>
                  <a:lnTo>
                    <a:pt x="237" y="1947"/>
                  </a:lnTo>
                  <a:lnTo>
                    <a:pt x="276" y="2023"/>
                  </a:lnTo>
                  <a:lnTo>
                    <a:pt x="321" y="2096"/>
                  </a:lnTo>
                  <a:lnTo>
                    <a:pt x="370" y="2167"/>
                  </a:lnTo>
                  <a:lnTo>
                    <a:pt x="435" y="2127"/>
                  </a:lnTo>
                  <a:lnTo>
                    <a:pt x="503" y="2091"/>
                  </a:lnTo>
                  <a:lnTo>
                    <a:pt x="576" y="2059"/>
                  </a:lnTo>
                  <a:lnTo>
                    <a:pt x="653" y="2027"/>
                  </a:lnTo>
                  <a:lnTo>
                    <a:pt x="627" y="1937"/>
                  </a:lnTo>
                  <a:lnTo>
                    <a:pt x="607" y="1843"/>
                  </a:lnTo>
                  <a:lnTo>
                    <a:pt x="590" y="1748"/>
                  </a:lnTo>
                  <a:lnTo>
                    <a:pt x="577" y="1650"/>
                  </a:lnTo>
                  <a:lnTo>
                    <a:pt x="569" y="1551"/>
                  </a:lnTo>
                  <a:lnTo>
                    <a:pt x="564" y="1450"/>
                  </a:lnTo>
                  <a:lnTo>
                    <a:pt x="113" y="1450"/>
                  </a:lnTo>
                  <a:close/>
                  <a:moveTo>
                    <a:pt x="2397" y="1296"/>
                  </a:moveTo>
                  <a:lnTo>
                    <a:pt x="2350" y="1298"/>
                  </a:lnTo>
                  <a:lnTo>
                    <a:pt x="2302" y="1304"/>
                  </a:lnTo>
                  <a:lnTo>
                    <a:pt x="2256" y="1314"/>
                  </a:lnTo>
                  <a:lnTo>
                    <a:pt x="2209" y="1329"/>
                  </a:lnTo>
                  <a:lnTo>
                    <a:pt x="2164" y="1347"/>
                  </a:lnTo>
                  <a:lnTo>
                    <a:pt x="2120" y="1370"/>
                  </a:lnTo>
                  <a:lnTo>
                    <a:pt x="2074" y="1399"/>
                  </a:lnTo>
                  <a:lnTo>
                    <a:pt x="2033" y="1432"/>
                  </a:lnTo>
                  <a:lnTo>
                    <a:pt x="1994" y="1468"/>
                  </a:lnTo>
                  <a:lnTo>
                    <a:pt x="1960" y="1507"/>
                  </a:lnTo>
                  <a:lnTo>
                    <a:pt x="1931" y="1549"/>
                  </a:lnTo>
                  <a:lnTo>
                    <a:pt x="1905" y="1592"/>
                  </a:lnTo>
                  <a:lnTo>
                    <a:pt x="1882" y="1638"/>
                  </a:lnTo>
                  <a:lnTo>
                    <a:pt x="1865" y="1685"/>
                  </a:lnTo>
                  <a:lnTo>
                    <a:pt x="1852" y="1735"/>
                  </a:lnTo>
                  <a:lnTo>
                    <a:pt x="1843" y="1784"/>
                  </a:lnTo>
                  <a:lnTo>
                    <a:pt x="1839" y="1835"/>
                  </a:lnTo>
                  <a:lnTo>
                    <a:pt x="1839" y="1887"/>
                  </a:lnTo>
                  <a:lnTo>
                    <a:pt x="1844" y="1937"/>
                  </a:lnTo>
                  <a:lnTo>
                    <a:pt x="1853" y="1988"/>
                  </a:lnTo>
                  <a:lnTo>
                    <a:pt x="1868" y="2038"/>
                  </a:lnTo>
                  <a:lnTo>
                    <a:pt x="1888" y="2088"/>
                  </a:lnTo>
                  <a:lnTo>
                    <a:pt x="1912" y="2136"/>
                  </a:lnTo>
                  <a:lnTo>
                    <a:pt x="1940" y="2179"/>
                  </a:lnTo>
                  <a:lnTo>
                    <a:pt x="1970" y="2220"/>
                  </a:lnTo>
                  <a:lnTo>
                    <a:pt x="2005" y="2256"/>
                  </a:lnTo>
                  <a:lnTo>
                    <a:pt x="2041" y="2289"/>
                  </a:lnTo>
                  <a:lnTo>
                    <a:pt x="2080" y="2319"/>
                  </a:lnTo>
                  <a:lnTo>
                    <a:pt x="2122" y="2345"/>
                  </a:lnTo>
                  <a:lnTo>
                    <a:pt x="2164" y="2367"/>
                  </a:lnTo>
                  <a:lnTo>
                    <a:pt x="2209" y="2386"/>
                  </a:lnTo>
                  <a:lnTo>
                    <a:pt x="2255" y="2400"/>
                  </a:lnTo>
                  <a:lnTo>
                    <a:pt x="2302" y="2410"/>
                  </a:lnTo>
                  <a:lnTo>
                    <a:pt x="2351" y="2416"/>
                  </a:lnTo>
                  <a:lnTo>
                    <a:pt x="2399" y="2418"/>
                  </a:lnTo>
                  <a:lnTo>
                    <a:pt x="2445" y="2416"/>
                  </a:lnTo>
                  <a:lnTo>
                    <a:pt x="2493" y="2411"/>
                  </a:lnTo>
                  <a:lnTo>
                    <a:pt x="2539" y="2400"/>
                  </a:lnTo>
                  <a:lnTo>
                    <a:pt x="2586" y="2386"/>
                  </a:lnTo>
                  <a:lnTo>
                    <a:pt x="2631" y="2367"/>
                  </a:lnTo>
                  <a:lnTo>
                    <a:pt x="2675" y="2344"/>
                  </a:lnTo>
                  <a:lnTo>
                    <a:pt x="2722" y="2315"/>
                  </a:lnTo>
                  <a:lnTo>
                    <a:pt x="2765" y="2280"/>
                  </a:lnTo>
                  <a:lnTo>
                    <a:pt x="2805" y="2242"/>
                  </a:lnTo>
                  <a:lnTo>
                    <a:pt x="2840" y="2200"/>
                  </a:lnTo>
                  <a:lnTo>
                    <a:pt x="2871" y="2156"/>
                  </a:lnTo>
                  <a:lnTo>
                    <a:pt x="2898" y="2108"/>
                  </a:lnTo>
                  <a:lnTo>
                    <a:pt x="2921" y="2058"/>
                  </a:lnTo>
                  <a:lnTo>
                    <a:pt x="2938" y="2005"/>
                  </a:lnTo>
                  <a:lnTo>
                    <a:pt x="2950" y="1950"/>
                  </a:lnTo>
                  <a:lnTo>
                    <a:pt x="2956" y="1896"/>
                  </a:lnTo>
                  <a:lnTo>
                    <a:pt x="2957" y="1840"/>
                  </a:lnTo>
                  <a:lnTo>
                    <a:pt x="2953" y="1786"/>
                  </a:lnTo>
                  <a:lnTo>
                    <a:pt x="2944" y="1733"/>
                  </a:lnTo>
                  <a:lnTo>
                    <a:pt x="2929" y="1679"/>
                  </a:lnTo>
                  <a:lnTo>
                    <a:pt x="2908" y="1628"/>
                  </a:lnTo>
                  <a:lnTo>
                    <a:pt x="2883" y="1579"/>
                  </a:lnTo>
                  <a:lnTo>
                    <a:pt x="2856" y="1535"/>
                  </a:lnTo>
                  <a:lnTo>
                    <a:pt x="2825" y="1495"/>
                  </a:lnTo>
                  <a:lnTo>
                    <a:pt x="2791" y="1458"/>
                  </a:lnTo>
                  <a:lnTo>
                    <a:pt x="2754" y="1425"/>
                  </a:lnTo>
                  <a:lnTo>
                    <a:pt x="2716" y="1396"/>
                  </a:lnTo>
                  <a:lnTo>
                    <a:pt x="2674" y="1369"/>
                  </a:lnTo>
                  <a:lnTo>
                    <a:pt x="2631" y="1347"/>
                  </a:lnTo>
                  <a:lnTo>
                    <a:pt x="2587" y="1329"/>
                  </a:lnTo>
                  <a:lnTo>
                    <a:pt x="2540" y="1315"/>
                  </a:lnTo>
                  <a:lnTo>
                    <a:pt x="2493" y="1305"/>
                  </a:lnTo>
                  <a:lnTo>
                    <a:pt x="2445" y="1299"/>
                  </a:lnTo>
                  <a:lnTo>
                    <a:pt x="2397" y="1296"/>
                  </a:lnTo>
                  <a:close/>
                  <a:moveTo>
                    <a:pt x="2021" y="796"/>
                  </a:moveTo>
                  <a:lnTo>
                    <a:pt x="1930" y="821"/>
                  </a:lnTo>
                  <a:lnTo>
                    <a:pt x="1837" y="841"/>
                  </a:lnTo>
                  <a:lnTo>
                    <a:pt x="1741" y="858"/>
                  </a:lnTo>
                  <a:lnTo>
                    <a:pt x="1644" y="871"/>
                  </a:lnTo>
                  <a:lnTo>
                    <a:pt x="1546" y="880"/>
                  </a:lnTo>
                  <a:lnTo>
                    <a:pt x="1446" y="885"/>
                  </a:lnTo>
                  <a:lnTo>
                    <a:pt x="1446" y="1338"/>
                  </a:lnTo>
                  <a:lnTo>
                    <a:pt x="1970" y="1338"/>
                  </a:lnTo>
                  <a:lnTo>
                    <a:pt x="2016" y="1304"/>
                  </a:lnTo>
                  <a:lnTo>
                    <a:pt x="2064" y="1272"/>
                  </a:lnTo>
                  <a:lnTo>
                    <a:pt x="2099" y="1254"/>
                  </a:lnTo>
                  <a:lnTo>
                    <a:pt x="2091" y="1158"/>
                  </a:lnTo>
                  <a:lnTo>
                    <a:pt x="2080" y="1064"/>
                  </a:lnTo>
                  <a:lnTo>
                    <a:pt x="2064" y="973"/>
                  </a:lnTo>
                  <a:lnTo>
                    <a:pt x="2044" y="883"/>
                  </a:lnTo>
                  <a:lnTo>
                    <a:pt x="2021" y="796"/>
                  </a:lnTo>
                  <a:close/>
                  <a:moveTo>
                    <a:pt x="759" y="796"/>
                  </a:moveTo>
                  <a:lnTo>
                    <a:pt x="735" y="881"/>
                  </a:lnTo>
                  <a:lnTo>
                    <a:pt x="716" y="969"/>
                  </a:lnTo>
                  <a:lnTo>
                    <a:pt x="700" y="1059"/>
                  </a:lnTo>
                  <a:lnTo>
                    <a:pt x="689" y="1151"/>
                  </a:lnTo>
                  <a:lnTo>
                    <a:pt x="680" y="1244"/>
                  </a:lnTo>
                  <a:lnTo>
                    <a:pt x="676" y="1338"/>
                  </a:lnTo>
                  <a:lnTo>
                    <a:pt x="1334" y="1338"/>
                  </a:lnTo>
                  <a:lnTo>
                    <a:pt x="1334" y="885"/>
                  </a:lnTo>
                  <a:lnTo>
                    <a:pt x="1234" y="880"/>
                  </a:lnTo>
                  <a:lnTo>
                    <a:pt x="1135" y="871"/>
                  </a:lnTo>
                  <a:lnTo>
                    <a:pt x="1038" y="858"/>
                  </a:lnTo>
                  <a:lnTo>
                    <a:pt x="942" y="841"/>
                  </a:lnTo>
                  <a:lnTo>
                    <a:pt x="849" y="821"/>
                  </a:lnTo>
                  <a:lnTo>
                    <a:pt x="759" y="796"/>
                  </a:lnTo>
                  <a:close/>
                  <a:moveTo>
                    <a:pt x="370" y="621"/>
                  </a:moveTo>
                  <a:lnTo>
                    <a:pt x="321" y="692"/>
                  </a:lnTo>
                  <a:lnTo>
                    <a:pt x="276" y="765"/>
                  </a:lnTo>
                  <a:lnTo>
                    <a:pt x="237" y="841"/>
                  </a:lnTo>
                  <a:lnTo>
                    <a:pt x="203" y="919"/>
                  </a:lnTo>
                  <a:lnTo>
                    <a:pt x="174" y="1000"/>
                  </a:lnTo>
                  <a:lnTo>
                    <a:pt x="150" y="1082"/>
                  </a:lnTo>
                  <a:lnTo>
                    <a:pt x="132" y="1166"/>
                  </a:lnTo>
                  <a:lnTo>
                    <a:pt x="120" y="1251"/>
                  </a:lnTo>
                  <a:lnTo>
                    <a:pt x="113" y="1338"/>
                  </a:lnTo>
                  <a:lnTo>
                    <a:pt x="564" y="1338"/>
                  </a:lnTo>
                  <a:lnTo>
                    <a:pt x="569" y="1238"/>
                  </a:lnTo>
                  <a:lnTo>
                    <a:pt x="577" y="1139"/>
                  </a:lnTo>
                  <a:lnTo>
                    <a:pt x="590" y="1040"/>
                  </a:lnTo>
                  <a:lnTo>
                    <a:pt x="607" y="944"/>
                  </a:lnTo>
                  <a:lnTo>
                    <a:pt x="627" y="851"/>
                  </a:lnTo>
                  <a:lnTo>
                    <a:pt x="653" y="760"/>
                  </a:lnTo>
                  <a:lnTo>
                    <a:pt x="576" y="730"/>
                  </a:lnTo>
                  <a:lnTo>
                    <a:pt x="503" y="696"/>
                  </a:lnTo>
                  <a:lnTo>
                    <a:pt x="435" y="661"/>
                  </a:lnTo>
                  <a:lnTo>
                    <a:pt x="370" y="621"/>
                  </a:lnTo>
                  <a:close/>
                  <a:moveTo>
                    <a:pt x="2409" y="621"/>
                  </a:moveTo>
                  <a:lnTo>
                    <a:pt x="2345" y="660"/>
                  </a:lnTo>
                  <a:lnTo>
                    <a:pt x="2276" y="696"/>
                  </a:lnTo>
                  <a:lnTo>
                    <a:pt x="2203" y="730"/>
                  </a:lnTo>
                  <a:lnTo>
                    <a:pt x="2127" y="760"/>
                  </a:lnTo>
                  <a:lnTo>
                    <a:pt x="2150" y="846"/>
                  </a:lnTo>
                  <a:lnTo>
                    <a:pt x="2170" y="934"/>
                  </a:lnTo>
                  <a:lnTo>
                    <a:pt x="2187" y="1025"/>
                  </a:lnTo>
                  <a:lnTo>
                    <a:pt x="2199" y="1117"/>
                  </a:lnTo>
                  <a:lnTo>
                    <a:pt x="2208" y="1210"/>
                  </a:lnTo>
                  <a:lnTo>
                    <a:pt x="2266" y="1196"/>
                  </a:lnTo>
                  <a:lnTo>
                    <a:pt x="2322" y="1188"/>
                  </a:lnTo>
                  <a:lnTo>
                    <a:pt x="2380" y="1184"/>
                  </a:lnTo>
                  <a:lnTo>
                    <a:pt x="2437" y="1185"/>
                  </a:lnTo>
                  <a:lnTo>
                    <a:pt x="2494" y="1191"/>
                  </a:lnTo>
                  <a:lnTo>
                    <a:pt x="2549" y="1201"/>
                  </a:lnTo>
                  <a:lnTo>
                    <a:pt x="2604" y="1217"/>
                  </a:lnTo>
                  <a:lnTo>
                    <a:pt x="2657" y="1237"/>
                  </a:lnTo>
                  <a:lnTo>
                    <a:pt x="2644" y="1152"/>
                  </a:lnTo>
                  <a:lnTo>
                    <a:pt x="2626" y="1068"/>
                  </a:lnTo>
                  <a:lnTo>
                    <a:pt x="2602" y="987"/>
                  </a:lnTo>
                  <a:lnTo>
                    <a:pt x="2573" y="909"/>
                  </a:lnTo>
                  <a:lnTo>
                    <a:pt x="2538" y="832"/>
                  </a:lnTo>
                  <a:lnTo>
                    <a:pt x="2500" y="759"/>
                  </a:lnTo>
                  <a:lnTo>
                    <a:pt x="2457" y="688"/>
                  </a:lnTo>
                  <a:lnTo>
                    <a:pt x="2409" y="621"/>
                  </a:lnTo>
                  <a:close/>
                  <a:moveTo>
                    <a:pt x="1797" y="179"/>
                  </a:moveTo>
                  <a:lnTo>
                    <a:pt x="1825" y="206"/>
                  </a:lnTo>
                  <a:lnTo>
                    <a:pt x="1869" y="257"/>
                  </a:lnTo>
                  <a:lnTo>
                    <a:pt x="1913" y="312"/>
                  </a:lnTo>
                  <a:lnTo>
                    <a:pt x="1953" y="372"/>
                  </a:lnTo>
                  <a:lnTo>
                    <a:pt x="1991" y="436"/>
                  </a:lnTo>
                  <a:lnTo>
                    <a:pt x="2028" y="505"/>
                  </a:lnTo>
                  <a:lnTo>
                    <a:pt x="2061" y="578"/>
                  </a:lnTo>
                  <a:lnTo>
                    <a:pt x="2091" y="654"/>
                  </a:lnTo>
                  <a:lnTo>
                    <a:pt x="2158" y="628"/>
                  </a:lnTo>
                  <a:lnTo>
                    <a:pt x="2220" y="598"/>
                  </a:lnTo>
                  <a:lnTo>
                    <a:pt x="2281" y="568"/>
                  </a:lnTo>
                  <a:lnTo>
                    <a:pt x="2337" y="534"/>
                  </a:lnTo>
                  <a:lnTo>
                    <a:pt x="2281" y="476"/>
                  </a:lnTo>
                  <a:lnTo>
                    <a:pt x="2221" y="421"/>
                  </a:lnTo>
                  <a:lnTo>
                    <a:pt x="2158" y="369"/>
                  </a:lnTo>
                  <a:lnTo>
                    <a:pt x="2091" y="323"/>
                  </a:lnTo>
                  <a:lnTo>
                    <a:pt x="2022" y="280"/>
                  </a:lnTo>
                  <a:lnTo>
                    <a:pt x="1950" y="242"/>
                  </a:lnTo>
                  <a:lnTo>
                    <a:pt x="1874" y="207"/>
                  </a:lnTo>
                  <a:lnTo>
                    <a:pt x="1797" y="179"/>
                  </a:lnTo>
                  <a:close/>
                  <a:moveTo>
                    <a:pt x="983" y="179"/>
                  </a:moveTo>
                  <a:lnTo>
                    <a:pt x="913" y="204"/>
                  </a:lnTo>
                  <a:lnTo>
                    <a:pt x="845" y="234"/>
                  </a:lnTo>
                  <a:lnTo>
                    <a:pt x="780" y="267"/>
                  </a:lnTo>
                  <a:lnTo>
                    <a:pt x="716" y="305"/>
                  </a:lnTo>
                  <a:lnTo>
                    <a:pt x="655" y="345"/>
                  </a:lnTo>
                  <a:lnTo>
                    <a:pt x="595" y="391"/>
                  </a:lnTo>
                  <a:lnTo>
                    <a:pt x="538" y="439"/>
                  </a:lnTo>
                  <a:lnTo>
                    <a:pt x="483" y="491"/>
                  </a:lnTo>
                  <a:lnTo>
                    <a:pt x="442" y="534"/>
                  </a:lnTo>
                  <a:lnTo>
                    <a:pt x="498" y="568"/>
                  </a:lnTo>
                  <a:lnTo>
                    <a:pt x="559" y="598"/>
                  </a:lnTo>
                  <a:lnTo>
                    <a:pt x="621" y="628"/>
                  </a:lnTo>
                  <a:lnTo>
                    <a:pt x="688" y="654"/>
                  </a:lnTo>
                  <a:lnTo>
                    <a:pt x="718" y="578"/>
                  </a:lnTo>
                  <a:lnTo>
                    <a:pt x="752" y="505"/>
                  </a:lnTo>
                  <a:lnTo>
                    <a:pt x="787" y="436"/>
                  </a:lnTo>
                  <a:lnTo>
                    <a:pt x="825" y="372"/>
                  </a:lnTo>
                  <a:lnTo>
                    <a:pt x="867" y="312"/>
                  </a:lnTo>
                  <a:lnTo>
                    <a:pt x="909" y="257"/>
                  </a:lnTo>
                  <a:lnTo>
                    <a:pt x="954" y="206"/>
                  </a:lnTo>
                  <a:lnTo>
                    <a:pt x="983" y="179"/>
                  </a:lnTo>
                  <a:close/>
                  <a:moveTo>
                    <a:pt x="1446" y="116"/>
                  </a:moveTo>
                  <a:lnTo>
                    <a:pt x="1446" y="772"/>
                  </a:lnTo>
                  <a:lnTo>
                    <a:pt x="1539" y="768"/>
                  </a:lnTo>
                  <a:lnTo>
                    <a:pt x="1632" y="760"/>
                  </a:lnTo>
                  <a:lnTo>
                    <a:pt x="1723" y="748"/>
                  </a:lnTo>
                  <a:lnTo>
                    <a:pt x="1813" y="732"/>
                  </a:lnTo>
                  <a:lnTo>
                    <a:pt x="1900" y="713"/>
                  </a:lnTo>
                  <a:lnTo>
                    <a:pt x="1984" y="689"/>
                  </a:lnTo>
                  <a:lnTo>
                    <a:pt x="1955" y="615"/>
                  </a:lnTo>
                  <a:lnTo>
                    <a:pt x="1923" y="547"/>
                  </a:lnTo>
                  <a:lnTo>
                    <a:pt x="1889" y="482"/>
                  </a:lnTo>
                  <a:lnTo>
                    <a:pt x="1851" y="421"/>
                  </a:lnTo>
                  <a:lnTo>
                    <a:pt x="1813" y="365"/>
                  </a:lnTo>
                  <a:lnTo>
                    <a:pt x="1772" y="315"/>
                  </a:lnTo>
                  <a:lnTo>
                    <a:pt x="1729" y="269"/>
                  </a:lnTo>
                  <a:lnTo>
                    <a:pt x="1685" y="230"/>
                  </a:lnTo>
                  <a:lnTo>
                    <a:pt x="1639" y="195"/>
                  </a:lnTo>
                  <a:lnTo>
                    <a:pt x="1592" y="166"/>
                  </a:lnTo>
                  <a:lnTo>
                    <a:pt x="1545" y="144"/>
                  </a:lnTo>
                  <a:lnTo>
                    <a:pt x="1495" y="127"/>
                  </a:lnTo>
                  <a:lnTo>
                    <a:pt x="1446" y="116"/>
                  </a:lnTo>
                  <a:close/>
                  <a:moveTo>
                    <a:pt x="1334" y="116"/>
                  </a:moveTo>
                  <a:lnTo>
                    <a:pt x="1284" y="127"/>
                  </a:lnTo>
                  <a:lnTo>
                    <a:pt x="1235" y="144"/>
                  </a:lnTo>
                  <a:lnTo>
                    <a:pt x="1187" y="166"/>
                  </a:lnTo>
                  <a:lnTo>
                    <a:pt x="1140" y="195"/>
                  </a:lnTo>
                  <a:lnTo>
                    <a:pt x="1095" y="230"/>
                  </a:lnTo>
                  <a:lnTo>
                    <a:pt x="1050" y="269"/>
                  </a:lnTo>
                  <a:lnTo>
                    <a:pt x="1008" y="315"/>
                  </a:lnTo>
                  <a:lnTo>
                    <a:pt x="966" y="365"/>
                  </a:lnTo>
                  <a:lnTo>
                    <a:pt x="927" y="421"/>
                  </a:lnTo>
                  <a:lnTo>
                    <a:pt x="891" y="482"/>
                  </a:lnTo>
                  <a:lnTo>
                    <a:pt x="856" y="547"/>
                  </a:lnTo>
                  <a:lnTo>
                    <a:pt x="824" y="615"/>
                  </a:lnTo>
                  <a:lnTo>
                    <a:pt x="795" y="689"/>
                  </a:lnTo>
                  <a:lnTo>
                    <a:pt x="879" y="713"/>
                  </a:lnTo>
                  <a:lnTo>
                    <a:pt x="966" y="732"/>
                  </a:lnTo>
                  <a:lnTo>
                    <a:pt x="1056" y="748"/>
                  </a:lnTo>
                  <a:lnTo>
                    <a:pt x="1147" y="760"/>
                  </a:lnTo>
                  <a:lnTo>
                    <a:pt x="1240" y="768"/>
                  </a:lnTo>
                  <a:lnTo>
                    <a:pt x="1334" y="772"/>
                  </a:lnTo>
                  <a:lnTo>
                    <a:pt x="1334" y="116"/>
                  </a:lnTo>
                  <a:close/>
                  <a:moveTo>
                    <a:pt x="1379" y="0"/>
                  </a:moveTo>
                  <a:lnTo>
                    <a:pt x="1400" y="0"/>
                  </a:lnTo>
                  <a:lnTo>
                    <a:pt x="1495" y="4"/>
                  </a:lnTo>
                  <a:lnTo>
                    <a:pt x="1587" y="14"/>
                  </a:lnTo>
                  <a:lnTo>
                    <a:pt x="1678" y="30"/>
                  </a:lnTo>
                  <a:lnTo>
                    <a:pt x="1766" y="52"/>
                  </a:lnTo>
                  <a:lnTo>
                    <a:pt x="1853" y="80"/>
                  </a:lnTo>
                  <a:lnTo>
                    <a:pt x="1937" y="112"/>
                  </a:lnTo>
                  <a:lnTo>
                    <a:pt x="2018" y="151"/>
                  </a:lnTo>
                  <a:lnTo>
                    <a:pt x="2096" y="193"/>
                  </a:lnTo>
                  <a:lnTo>
                    <a:pt x="2171" y="241"/>
                  </a:lnTo>
                  <a:lnTo>
                    <a:pt x="2243" y="294"/>
                  </a:lnTo>
                  <a:lnTo>
                    <a:pt x="2311" y="350"/>
                  </a:lnTo>
                  <a:lnTo>
                    <a:pt x="2376" y="411"/>
                  </a:lnTo>
                  <a:lnTo>
                    <a:pt x="2435" y="476"/>
                  </a:lnTo>
                  <a:lnTo>
                    <a:pt x="2492" y="545"/>
                  </a:lnTo>
                  <a:lnTo>
                    <a:pt x="2544" y="617"/>
                  </a:lnTo>
                  <a:lnTo>
                    <a:pt x="2591" y="693"/>
                  </a:lnTo>
                  <a:lnTo>
                    <a:pt x="2633" y="772"/>
                  </a:lnTo>
                  <a:lnTo>
                    <a:pt x="2671" y="853"/>
                  </a:lnTo>
                  <a:lnTo>
                    <a:pt x="2704" y="938"/>
                  </a:lnTo>
                  <a:lnTo>
                    <a:pt x="2730" y="1025"/>
                  </a:lnTo>
                  <a:lnTo>
                    <a:pt x="2751" y="1115"/>
                  </a:lnTo>
                  <a:lnTo>
                    <a:pt x="2766" y="1207"/>
                  </a:lnTo>
                  <a:lnTo>
                    <a:pt x="2776" y="1301"/>
                  </a:lnTo>
                  <a:lnTo>
                    <a:pt x="2816" y="1330"/>
                  </a:lnTo>
                  <a:lnTo>
                    <a:pt x="2854" y="1362"/>
                  </a:lnTo>
                  <a:lnTo>
                    <a:pt x="2889" y="1399"/>
                  </a:lnTo>
                  <a:lnTo>
                    <a:pt x="2923" y="1437"/>
                  </a:lnTo>
                  <a:lnTo>
                    <a:pt x="2953" y="1479"/>
                  </a:lnTo>
                  <a:lnTo>
                    <a:pt x="2980" y="1522"/>
                  </a:lnTo>
                  <a:lnTo>
                    <a:pt x="3007" y="1576"/>
                  </a:lnTo>
                  <a:lnTo>
                    <a:pt x="3030" y="1631"/>
                  </a:lnTo>
                  <a:lnTo>
                    <a:pt x="3048" y="1686"/>
                  </a:lnTo>
                  <a:lnTo>
                    <a:pt x="3060" y="1743"/>
                  </a:lnTo>
                  <a:lnTo>
                    <a:pt x="3067" y="1801"/>
                  </a:lnTo>
                  <a:lnTo>
                    <a:pt x="3069" y="1859"/>
                  </a:lnTo>
                  <a:lnTo>
                    <a:pt x="3067" y="1918"/>
                  </a:lnTo>
                  <a:lnTo>
                    <a:pt x="3059" y="1976"/>
                  </a:lnTo>
                  <a:lnTo>
                    <a:pt x="3046" y="2034"/>
                  </a:lnTo>
                  <a:lnTo>
                    <a:pt x="3027" y="2093"/>
                  </a:lnTo>
                  <a:lnTo>
                    <a:pt x="3003" y="2149"/>
                  </a:lnTo>
                  <a:lnTo>
                    <a:pt x="2974" y="2202"/>
                  </a:lnTo>
                  <a:lnTo>
                    <a:pt x="2942" y="2253"/>
                  </a:lnTo>
                  <a:lnTo>
                    <a:pt x="2903" y="2301"/>
                  </a:lnTo>
                  <a:lnTo>
                    <a:pt x="2862" y="2344"/>
                  </a:lnTo>
                  <a:lnTo>
                    <a:pt x="3286" y="3087"/>
                  </a:lnTo>
                  <a:lnTo>
                    <a:pt x="3297" y="3110"/>
                  </a:lnTo>
                  <a:lnTo>
                    <a:pt x="3304" y="3135"/>
                  </a:lnTo>
                  <a:lnTo>
                    <a:pt x="3307" y="3160"/>
                  </a:lnTo>
                  <a:lnTo>
                    <a:pt x="3307" y="3185"/>
                  </a:lnTo>
                  <a:lnTo>
                    <a:pt x="3302" y="3210"/>
                  </a:lnTo>
                  <a:lnTo>
                    <a:pt x="3293" y="3235"/>
                  </a:lnTo>
                  <a:lnTo>
                    <a:pt x="3281" y="3257"/>
                  </a:lnTo>
                  <a:lnTo>
                    <a:pt x="3266" y="3277"/>
                  </a:lnTo>
                  <a:lnTo>
                    <a:pt x="3246" y="3294"/>
                  </a:lnTo>
                  <a:lnTo>
                    <a:pt x="3225" y="3309"/>
                  </a:lnTo>
                  <a:lnTo>
                    <a:pt x="3200" y="3321"/>
                  </a:lnTo>
                  <a:lnTo>
                    <a:pt x="3173" y="3328"/>
                  </a:lnTo>
                  <a:lnTo>
                    <a:pt x="3146" y="3331"/>
                  </a:lnTo>
                  <a:lnTo>
                    <a:pt x="3123" y="3329"/>
                  </a:lnTo>
                  <a:lnTo>
                    <a:pt x="3102" y="3325"/>
                  </a:lnTo>
                  <a:lnTo>
                    <a:pt x="3078" y="3316"/>
                  </a:lnTo>
                  <a:lnTo>
                    <a:pt x="3056" y="3304"/>
                  </a:lnTo>
                  <a:lnTo>
                    <a:pt x="3036" y="3288"/>
                  </a:lnTo>
                  <a:lnTo>
                    <a:pt x="3018" y="3270"/>
                  </a:lnTo>
                  <a:lnTo>
                    <a:pt x="3004" y="3249"/>
                  </a:lnTo>
                  <a:lnTo>
                    <a:pt x="2580" y="2505"/>
                  </a:lnTo>
                  <a:lnTo>
                    <a:pt x="2520" y="2519"/>
                  </a:lnTo>
                  <a:lnTo>
                    <a:pt x="2460" y="2528"/>
                  </a:lnTo>
                  <a:lnTo>
                    <a:pt x="2399" y="2530"/>
                  </a:lnTo>
                  <a:lnTo>
                    <a:pt x="2340" y="2528"/>
                  </a:lnTo>
                  <a:lnTo>
                    <a:pt x="2282" y="2520"/>
                  </a:lnTo>
                  <a:lnTo>
                    <a:pt x="2225" y="2508"/>
                  </a:lnTo>
                  <a:lnTo>
                    <a:pt x="2152" y="2560"/>
                  </a:lnTo>
                  <a:lnTo>
                    <a:pt x="2076" y="2606"/>
                  </a:lnTo>
                  <a:lnTo>
                    <a:pt x="1999" y="2648"/>
                  </a:lnTo>
                  <a:lnTo>
                    <a:pt x="1918" y="2684"/>
                  </a:lnTo>
                  <a:lnTo>
                    <a:pt x="1836" y="2714"/>
                  </a:lnTo>
                  <a:lnTo>
                    <a:pt x="1752" y="2741"/>
                  </a:lnTo>
                  <a:lnTo>
                    <a:pt x="1666" y="2761"/>
                  </a:lnTo>
                  <a:lnTo>
                    <a:pt x="1579" y="2775"/>
                  </a:lnTo>
                  <a:lnTo>
                    <a:pt x="1490" y="2784"/>
                  </a:lnTo>
                  <a:lnTo>
                    <a:pt x="1400" y="2787"/>
                  </a:lnTo>
                  <a:lnTo>
                    <a:pt x="1389" y="2788"/>
                  </a:lnTo>
                  <a:lnTo>
                    <a:pt x="1379" y="2787"/>
                  </a:lnTo>
                  <a:lnTo>
                    <a:pt x="1294" y="2784"/>
                  </a:lnTo>
                  <a:lnTo>
                    <a:pt x="1211" y="2776"/>
                  </a:lnTo>
                  <a:lnTo>
                    <a:pt x="1128" y="2763"/>
                  </a:lnTo>
                  <a:lnTo>
                    <a:pt x="1046" y="2745"/>
                  </a:lnTo>
                  <a:lnTo>
                    <a:pt x="966" y="2723"/>
                  </a:lnTo>
                  <a:lnTo>
                    <a:pt x="889" y="2695"/>
                  </a:lnTo>
                  <a:lnTo>
                    <a:pt x="813" y="2663"/>
                  </a:lnTo>
                  <a:lnTo>
                    <a:pt x="738" y="2626"/>
                  </a:lnTo>
                  <a:lnTo>
                    <a:pt x="667" y="2585"/>
                  </a:lnTo>
                  <a:lnTo>
                    <a:pt x="597" y="2539"/>
                  </a:lnTo>
                  <a:lnTo>
                    <a:pt x="530" y="2489"/>
                  </a:lnTo>
                  <a:lnTo>
                    <a:pt x="465" y="2435"/>
                  </a:lnTo>
                  <a:lnTo>
                    <a:pt x="404" y="2376"/>
                  </a:lnTo>
                  <a:lnTo>
                    <a:pt x="346" y="2314"/>
                  </a:lnTo>
                  <a:lnTo>
                    <a:pt x="293" y="2249"/>
                  </a:lnTo>
                  <a:lnTo>
                    <a:pt x="243" y="2181"/>
                  </a:lnTo>
                  <a:lnTo>
                    <a:pt x="198" y="2111"/>
                  </a:lnTo>
                  <a:lnTo>
                    <a:pt x="157" y="2038"/>
                  </a:lnTo>
                  <a:lnTo>
                    <a:pt x="121" y="1964"/>
                  </a:lnTo>
                  <a:lnTo>
                    <a:pt x="89" y="1887"/>
                  </a:lnTo>
                  <a:lnTo>
                    <a:pt x="63" y="1809"/>
                  </a:lnTo>
                  <a:lnTo>
                    <a:pt x="40" y="1728"/>
                  </a:lnTo>
                  <a:lnTo>
                    <a:pt x="23" y="1647"/>
                  </a:lnTo>
                  <a:lnTo>
                    <a:pt x="10" y="1564"/>
                  </a:lnTo>
                  <a:lnTo>
                    <a:pt x="3" y="1479"/>
                  </a:lnTo>
                  <a:lnTo>
                    <a:pt x="0" y="1394"/>
                  </a:lnTo>
                  <a:lnTo>
                    <a:pt x="3" y="1309"/>
                  </a:lnTo>
                  <a:lnTo>
                    <a:pt x="10" y="1225"/>
                  </a:lnTo>
                  <a:lnTo>
                    <a:pt x="23" y="1142"/>
                  </a:lnTo>
                  <a:lnTo>
                    <a:pt x="40" y="1060"/>
                  </a:lnTo>
                  <a:lnTo>
                    <a:pt x="63" y="980"/>
                  </a:lnTo>
                  <a:lnTo>
                    <a:pt x="89" y="901"/>
                  </a:lnTo>
                  <a:lnTo>
                    <a:pt x="121" y="825"/>
                  </a:lnTo>
                  <a:lnTo>
                    <a:pt x="157" y="750"/>
                  </a:lnTo>
                  <a:lnTo>
                    <a:pt x="198" y="677"/>
                  </a:lnTo>
                  <a:lnTo>
                    <a:pt x="243" y="606"/>
                  </a:lnTo>
                  <a:lnTo>
                    <a:pt x="293" y="539"/>
                  </a:lnTo>
                  <a:lnTo>
                    <a:pt x="346" y="474"/>
                  </a:lnTo>
                  <a:lnTo>
                    <a:pt x="404" y="412"/>
                  </a:lnTo>
                  <a:lnTo>
                    <a:pt x="465" y="353"/>
                  </a:lnTo>
                  <a:lnTo>
                    <a:pt x="530" y="299"/>
                  </a:lnTo>
                  <a:lnTo>
                    <a:pt x="597" y="249"/>
                  </a:lnTo>
                  <a:lnTo>
                    <a:pt x="667" y="203"/>
                  </a:lnTo>
                  <a:lnTo>
                    <a:pt x="738" y="162"/>
                  </a:lnTo>
                  <a:lnTo>
                    <a:pt x="813" y="125"/>
                  </a:lnTo>
                  <a:lnTo>
                    <a:pt x="889" y="93"/>
                  </a:lnTo>
                  <a:lnTo>
                    <a:pt x="966" y="66"/>
                  </a:lnTo>
                  <a:lnTo>
                    <a:pt x="1046" y="42"/>
                  </a:lnTo>
                  <a:lnTo>
                    <a:pt x="1128" y="24"/>
                  </a:lnTo>
                  <a:lnTo>
                    <a:pt x="1211" y="11"/>
                  </a:lnTo>
                  <a:lnTo>
                    <a:pt x="1294" y="3"/>
                  </a:lnTo>
                  <a:lnTo>
                    <a:pt x="13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09FEACB0-E747-4B60-931E-89D25705E13A}"/>
              </a:ext>
            </a:extLst>
          </p:cNvPr>
          <p:cNvGrpSpPr/>
          <p:nvPr/>
        </p:nvGrpSpPr>
        <p:grpSpPr>
          <a:xfrm flipH="1">
            <a:off x="5445428" y="3744675"/>
            <a:ext cx="357155" cy="352799"/>
            <a:chOff x="5089525" y="3619500"/>
            <a:chExt cx="520701" cy="51435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01" name="Freeform 423">
              <a:extLst>
                <a:ext uri="{FF2B5EF4-FFF2-40B4-BE49-F238E27FC236}">
                  <a16:creationId xmlns:a16="http://schemas.microsoft.com/office/drawing/2014/main" id="{ACA1C2F3-2763-4B0E-985A-BAF34FF80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37163" y="3619500"/>
              <a:ext cx="225425" cy="193675"/>
            </a:xfrm>
            <a:custGeom>
              <a:avLst/>
              <a:gdLst>
                <a:gd name="T0" fmla="*/ 122 w 1566"/>
                <a:gd name="T1" fmla="*/ 959 h 1340"/>
                <a:gd name="T2" fmla="*/ 134 w 1566"/>
                <a:gd name="T3" fmla="*/ 995 h 1340"/>
                <a:gd name="T4" fmla="*/ 164 w 1566"/>
                <a:gd name="T5" fmla="*/ 1016 h 1340"/>
                <a:gd name="T6" fmla="*/ 1383 w 1566"/>
                <a:gd name="T7" fmla="*/ 1019 h 1340"/>
                <a:gd name="T8" fmla="*/ 1418 w 1566"/>
                <a:gd name="T9" fmla="*/ 1007 h 1340"/>
                <a:gd name="T10" fmla="*/ 1440 w 1566"/>
                <a:gd name="T11" fmla="*/ 978 h 1340"/>
                <a:gd name="T12" fmla="*/ 1443 w 1566"/>
                <a:gd name="T13" fmla="*/ 916 h 1340"/>
                <a:gd name="T14" fmla="*/ 183 w 1566"/>
                <a:gd name="T15" fmla="*/ 124 h 1340"/>
                <a:gd name="T16" fmla="*/ 148 w 1566"/>
                <a:gd name="T17" fmla="*/ 135 h 1340"/>
                <a:gd name="T18" fmla="*/ 126 w 1566"/>
                <a:gd name="T19" fmla="*/ 164 h 1340"/>
                <a:gd name="T20" fmla="*/ 122 w 1566"/>
                <a:gd name="T21" fmla="*/ 793 h 1340"/>
                <a:gd name="T22" fmla="*/ 1443 w 1566"/>
                <a:gd name="T23" fmla="*/ 184 h 1340"/>
                <a:gd name="T24" fmla="*/ 1431 w 1566"/>
                <a:gd name="T25" fmla="*/ 148 h 1340"/>
                <a:gd name="T26" fmla="*/ 1402 w 1566"/>
                <a:gd name="T27" fmla="*/ 126 h 1340"/>
                <a:gd name="T28" fmla="*/ 183 w 1566"/>
                <a:gd name="T29" fmla="*/ 124 h 1340"/>
                <a:gd name="T30" fmla="*/ 1383 w 1566"/>
                <a:gd name="T31" fmla="*/ 0 h 1340"/>
                <a:gd name="T32" fmla="*/ 1446 w 1566"/>
                <a:gd name="T33" fmla="*/ 12 h 1340"/>
                <a:gd name="T34" fmla="*/ 1501 w 1566"/>
                <a:gd name="T35" fmla="*/ 44 h 1340"/>
                <a:gd name="T36" fmla="*/ 1540 w 1566"/>
                <a:gd name="T37" fmla="*/ 91 h 1340"/>
                <a:gd name="T38" fmla="*/ 1563 w 1566"/>
                <a:gd name="T39" fmla="*/ 150 h 1340"/>
                <a:gd name="T40" fmla="*/ 1566 w 1566"/>
                <a:gd name="T41" fmla="*/ 959 h 1340"/>
                <a:gd name="T42" fmla="*/ 1555 w 1566"/>
                <a:gd name="T43" fmla="*/ 1024 h 1340"/>
                <a:gd name="T44" fmla="*/ 1523 w 1566"/>
                <a:gd name="T45" fmla="*/ 1077 h 1340"/>
                <a:gd name="T46" fmla="*/ 1475 w 1566"/>
                <a:gd name="T47" fmla="*/ 1118 h 1340"/>
                <a:gd name="T48" fmla="*/ 1416 w 1566"/>
                <a:gd name="T49" fmla="*/ 1140 h 1340"/>
                <a:gd name="T50" fmla="*/ 844 w 1566"/>
                <a:gd name="T51" fmla="*/ 1143 h 1340"/>
                <a:gd name="T52" fmla="*/ 1234 w 1566"/>
                <a:gd name="T53" fmla="*/ 1217 h 1340"/>
                <a:gd name="T54" fmla="*/ 1270 w 1566"/>
                <a:gd name="T55" fmla="*/ 1229 h 1340"/>
                <a:gd name="T56" fmla="*/ 1292 w 1566"/>
                <a:gd name="T57" fmla="*/ 1259 h 1340"/>
                <a:gd name="T58" fmla="*/ 1292 w 1566"/>
                <a:gd name="T59" fmla="*/ 1298 h 1340"/>
                <a:gd name="T60" fmla="*/ 1270 w 1566"/>
                <a:gd name="T61" fmla="*/ 1328 h 1340"/>
                <a:gd name="T62" fmla="*/ 1234 w 1566"/>
                <a:gd name="T63" fmla="*/ 1340 h 1340"/>
                <a:gd name="T64" fmla="*/ 313 w 1566"/>
                <a:gd name="T65" fmla="*/ 1337 h 1340"/>
                <a:gd name="T66" fmla="*/ 282 w 1566"/>
                <a:gd name="T67" fmla="*/ 1315 h 1340"/>
                <a:gd name="T68" fmla="*/ 270 w 1566"/>
                <a:gd name="T69" fmla="*/ 1278 h 1340"/>
                <a:gd name="T70" fmla="*/ 282 w 1566"/>
                <a:gd name="T71" fmla="*/ 1242 h 1340"/>
                <a:gd name="T72" fmla="*/ 313 w 1566"/>
                <a:gd name="T73" fmla="*/ 1220 h 1340"/>
                <a:gd name="T74" fmla="*/ 722 w 1566"/>
                <a:gd name="T75" fmla="*/ 1217 h 1340"/>
                <a:gd name="T76" fmla="*/ 183 w 1566"/>
                <a:gd name="T77" fmla="*/ 1143 h 1340"/>
                <a:gd name="T78" fmla="*/ 119 w 1566"/>
                <a:gd name="T79" fmla="*/ 1131 h 1340"/>
                <a:gd name="T80" fmla="*/ 64 w 1566"/>
                <a:gd name="T81" fmla="*/ 1099 h 1340"/>
                <a:gd name="T82" fmla="*/ 25 w 1566"/>
                <a:gd name="T83" fmla="*/ 1052 h 1340"/>
                <a:gd name="T84" fmla="*/ 2 w 1566"/>
                <a:gd name="T85" fmla="*/ 992 h 1340"/>
                <a:gd name="T86" fmla="*/ 0 w 1566"/>
                <a:gd name="T87" fmla="*/ 184 h 1340"/>
                <a:gd name="T88" fmla="*/ 11 w 1566"/>
                <a:gd name="T89" fmla="*/ 119 h 1340"/>
                <a:gd name="T90" fmla="*/ 43 w 1566"/>
                <a:gd name="T91" fmla="*/ 66 h 1340"/>
                <a:gd name="T92" fmla="*/ 91 w 1566"/>
                <a:gd name="T93" fmla="*/ 25 h 1340"/>
                <a:gd name="T94" fmla="*/ 150 w 1566"/>
                <a:gd name="T95" fmla="*/ 3 h 1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66" h="1340">
                  <a:moveTo>
                    <a:pt x="122" y="916"/>
                  </a:moveTo>
                  <a:lnTo>
                    <a:pt x="122" y="959"/>
                  </a:lnTo>
                  <a:lnTo>
                    <a:pt x="126" y="978"/>
                  </a:lnTo>
                  <a:lnTo>
                    <a:pt x="134" y="995"/>
                  </a:lnTo>
                  <a:lnTo>
                    <a:pt x="148" y="1007"/>
                  </a:lnTo>
                  <a:lnTo>
                    <a:pt x="164" y="1016"/>
                  </a:lnTo>
                  <a:lnTo>
                    <a:pt x="183" y="1019"/>
                  </a:lnTo>
                  <a:lnTo>
                    <a:pt x="1383" y="1019"/>
                  </a:lnTo>
                  <a:lnTo>
                    <a:pt x="1402" y="1016"/>
                  </a:lnTo>
                  <a:lnTo>
                    <a:pt x="1418" y="1007"/>
                  </a:lnTo>
                  <a:lnTo>
                    <a:pt x="1431" y="995"/>
                  </a:lnTo>
                  <a:lnTo>
                    <a:pt x="1440" y="978"/>
                  </a:lnTo>
                  <a:lnTo>
                    <a:pt x="1443" y="959"/>
                  </a:lnTo>
                  <a:lnTo>
                    <a:pt x="1443" y="916"/>
                  </a:lnTo>
                  <a:lnTo>
                    <a:pt x="122" y="916"/>
                  </a:lnTo>
                  <a:close/>
                  <a:moveTo>
                    <a:pt x="183" y="124"/>
                  </a:moveTo>
                  <a:lnTo>
                    <a:pt x="164" y="126"/>
                  </a:lnTo>
                  <a:lnTo>
                    <a:pt x="148" y="135"/>
                  </a:lnTo>
                  <a:lnTo>
                    <a:pt x="134" y="148"/>
                  </a:lnTo>
                  <a:lnTo>
                    <a:pt x="126" y="164"/>
                  </a:lnTo>
                  <a:lnTo>
                    <a:pt x="122" y="184"/>
                  </a:lnTo>
                  <a:lnTo>
                    <a:pt x="122" y="793"/>
                  </a:lnTo>
                  <a:lnTo>
                    <a:pt x="1443" y="793"/>
                  </a:lnTo>
                  <a:lnTo>
                    <a:pt x="1443" y="184"/>
                  </a:lnTo>
                  <a:lnTo>
                    <a:pt x="1440" y="164"/>
                  </a:lnTo>
                  <a:lnTo>
                    <a:pt x="1431" y="148"/>
                  </a:lnTo>
                  <a:lnTo>
                    <a:pt x="1418" y="135"/>
                  </a:lnTo>
                  <a:lnTo>
                    <a:pt x="1402" y="126"/>
                  </a:lnTo>
                  <a:lnTo>
                    <a:pt x="1383" y="124"/>
                  </a:lnTo>
                  <a:lnTo>
                    <a:pt x="183" y="124"/>
                  </a:lnTo>
                  <a:close/>
                  <a:moveTo>
                    <a:pt x="183" y="0"/>
                  </a:moveTo>
                  <a:lnTo>
                    <a:pt x="1383" y="0"/>
                  </a:lnTo>
                  <a:lnTo>
                    <a:pt x="1416" y="3"/>
                  </a:lnTo>
                  <a:lnTo>
                    <a:pt x="1446" y="12"/>
                  </a:lnTo>
                  <a:lnTo>
                    <a:pt x="1475" y="25"/>
                  </a:lnTo>
                  <a:lnTo>
                    <a:pt x="1501" y="44"/>
                  </a:lnTo>
                  <a:lnTo>
                    <a:pt x="1523" y="66"/>
                  </a:lnTo>
                  <a:lnTo>
                    <a:pt x="1540" y="91"/>
                  </a:lnTo>
                  <a:lnTo>
                    <a:pt x="1555" y="119"/>
                  </a:lnTo>
                  <a:lnTo>
                    <a:pt x="1563" y="150"/>
                  </a:lnTo>
                  <a:lnTo>
                    <a:pt x="1566" y="184"/>
                  </a:lnTo>
                  <a:lnTo>
                    <a:pt x="1566" y="959"/>
                  </a:lnTo>
                  <a:lnTo>
                    <a:pt x="1563" y="992"/>
                  </a:lnTo>
                  <a:lnTo>
                    <a:pt x="1555" y="1024"/>
                  </a:lnTo>
                  <a:lnTo>
                    <a:pt x="1540" y="1052"/>
                  </a:lnTo>
                  <a:lnTo>
                    <a:pt x="1523" y="1077"/>
                  </a:lnTo>
                  <a:lnTo>
                    <a:pt x="1501" y="1099"/>
                  </a:lnTo>
                  <a:lnTo>
                    <a:pt x="1475" y="1118"/>
                  </a:lnTo>
                  <a:lnTo>
                    <a:pt x="1446" y="1131"/>
                  </a:lnTo>
                  <a:lnTo>
                    <a:pt x="1416" y="1140"/>
                  </a:lnTo>
                  <a:lnTo>
                    <a:pt x="1383" y="1143"/>
                  </a:lnTo>
                  <a:lnTo>
                    <a:pt x="844" y="1143"/>
                  </a:lnTo>
                  <a:lnTo>
                    <a:pt x="844" y="1217"/>
                  </a:lnTo>
                  <a:lnTo>
                    <a:pt x="1234" y="1217"/>
                  </a:lnTo>
                  <a:lnTo>
                    <a:pt x="1253" y="1220"/>
                  </a:lnTo>
                  <a:lnTo>
                    <a:pt x="1270" y="1229"/>
                  </a:lnTo>
                  <a:lnTo>
                    <a:pt x="1284" y="1242"/>
                  </a:lnTo>
                  <a:lnTo>
                    <a:pt x="1292" y="1259"/>
                  </a:lnTo>
                  <a:lnTo>
                    <a:pt x="1296" y="1278"/>
                  </a:lnTo>
                  <a:lnTo>
                    <a:pt x="1292" y="1298"/>
                  </a:lnTo>
                  <a:lnTo>
                    <a:pt x="1284" y="1315"/>
                  </a:lnTo>
                  <a:lnTo>
                    <a:pt x="1270" y="1328"/>
                  </a:lnTo>
                  <a:lnTo>
                    <a:pt x="1253" y="1337"/>
                  </a:lnTo>
                  <a:lnTo>
                    <a:pt x="1234" y="1340"/>
                  </a:lnTo>
                  <a:lnTo>
                    <a:pt x="332" y="1340"/>
                  </a:lnTo>
                  <a:lnTo>
                    <a:pt x="313" y="1337"/>
                  </a:lnTo>
                  <a:lnTo>
                    <a:pt x="295" y="1328"/>
                  </a:lnTo>
                  <a:lnTo>
                    <a:pt x="282" y="1315"/>
                  </a:lnTo>
                  <a:lnTo>
                    <a:pt x="273" y="1298"/>
                  </a:lnTo>
                  <a:lnTo>
                    <a:pt x="270" y="1278"/>
                  </a:lnTo>
                  <a:lnTo>
                    <a:pt x="273" y="1259"/>
                  </a:lnTo>
                  <a:lnTo>
                    <a:pt x="282" y="1242"/>
                  </a:lnTo>
                  <a:lnTo>
                    <a:pt x="295" y="1229"/>
                  </a:lnTo>
                  <a:lnTo>
                    <a:pt x="313" y="1220"/>
                  </a:lnTo>
                  <a:lnTo>
                    <a:pt x="332" y="1217"/>
                  </a:lnTo>
                  <a:lnTo>
                    <a:pt x="722" y="1217"/>
                  </a:lnTo>
                  <a:lnTo>
                    <a:pt x="722" y="1143"/>
                  </a:lnTo>
                  <a:lnTo>
                    <a:pt x="183" y="1143"/>
                  </a:lnTo>
                  <a:lnTo>
                    <a:pt x="150" y="1140"/>
                  </a:lnTo>
                  <a:lnTo>
                    <a:pt x="119" y="1131"/>
                  </a:lnTo>
                  <a:lnTo>
                    <a:pt x="91" y="1118"/>
                  </a:lnTo>
                  <a:lnTo>
                    <a:pt x="64" y="1099"/>
                  </a:lnTo>
                  <a:lnTo>
                    <a:pt x="43" y="1077"/>
                  </a:lnTo>
                  <a:lnTo>
                    <a:pt x="25" y="1052"/>
                  </a:lnTo>
                  <a:lnTo>
                    <a:pt x="11" y="1024"/>
                  </a:lnTo>
                  <a:lnTo>
                    <a:pt x="2" y="992"/>
                  </a:lnTo>
                  <a:lnTo>
                    <a:pt x="0" y="959"/>
                  </a:lnTo>
                  <a:lnTo>
                    <a:pt x="0" y="184"/>
                  </a:lnTo>
                  <a:lnTo>
                    <a:pt x="2" y="150"/>
                  </a:lnTo>
                  <a:lnTo>
                    <a:pt x="11" y="119"/>
                  </a:lnTo>
                  <a:lnTo>
                    <a:pt x="25" y="91"/>
                  </a:lnTo>
                  <a:lnTo>
                    <a:pt x="43" y="66"/>
                  </a:lnTo>
                  <a:lnTo>
                    <a:pt x="64" y="44"/>
                  </a:lnTo>
                  <a:lnTo>
                    <a:pt x="91" y="25"/>
                  </a:lnTo>
                  <a:lnTo>
                    <a:pt x="119" y="12"/>
                  </a:lnTo>
                  <a:lnTo>
                    <a:pt x="150" y="3"/>
                  </a:lnTo>
                  <a:lnTo>
                    <a:pt x="1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2" name="Freeform 424">
              <a:extLst>
                <a:ext uri="{FF2B5EF4-FFF2-40B4-BE49-F238E27FC236}">
                  <a16:creationId xmlns:a16="http://schemas.microsoft.com/office/drawing/2014/main" id="{5524225B-DE6D-42CE-8EA7-A6C8754BC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675" y="3822700"/>
              <a:ext cx="404813" cy="100013"/>
            </a:xfrm>
            <a:custGeom>
              <a:avLst/>
              <a:gdLst>
                <a:gd name="T0" fmla="*/ 1401 w 2801"/>
                <a:gd name="T1" fmla="*/ 0 h 692"/>
                <a:gd name="T2" fmla="*/ 1420 w 2801"/>
                <a:gd name="T3" fmla="*/ 3 h 692"/>
                <a:gd name="T4" fmla="*/ 1437 w 2801"/>
                <a:gd name="T5" fmla="*/ 12 h 692"/>
                <a:gd name="T6" fmla="*/ 1450 w 2801"/>
                <a:gd name="T7" fmla="*/ 25 h 692"/>
                <a:gd name="T8" fmla="*/ 1459 w 2801"/>
                <a:gd name="T9" fmla="*/ 42 h 692"/>
                <a:gd name="T10" fmla="*/ 1462 w 2801"/>
                <a:gd name="T11" fmla="*/ 61 h 692"/>
                <a:gd name="T12" fmla="*/ 1462 w 2801"/>
                <a:gd name="T13" fmla="*/ 345 h 692"/>
                <a:gd name="T14" fmla="*/ 2739 w 2801"/>
                <a:gd name="T15" fmla="*/ 345 h 692"/>
                <a:gd name="T16" fmla="*/ 2759 w 2801"/>
                <a:gd name="T17" fmla="*/ 349 h 692"/>
                <a:gd name="T18" fmla="*/ 2776 w 2801"/>
                <a:gd name="T19" fmla="*/ 357 h 692"/>
                <a:gd name="T20" fmla="*/ 2789 w 2801"/>
                <a:gd name="T21" fmla="*/ 370 h 692"/>
                <a:gd name="T22" fmla="*/ 2798 w 2801"/>
                <a:gd name="T23" fmla="*/ 387 h 692"/>
                <a:gd name="T24" fmla="*/ 2801 w 2801"/>
                <a:gd name="T25" fmla="*/ 407 h 692"/>
                <a:gd name="T26" fmla="*/ 2801 w 2801"/>
                <a:gd name="T27" fmla="*/ 630 h 692"/>
                <a:gd name="T28" fmla="*/ 2798 w 2801"/>
                <a:gd name="T29" fmla="*/ 650 h 692"/>
                <a:gd name="T30" fmla="*/ 2789 w 2801"/>
                <a:gd name="T31" fmla="*/ 666 h 692"/>
                <a:gd name="T32" fmla="*/ 2776 w 2801"/>
                <a:gd name="T33" fmla="*/ 680 h 692"/>
                <a:gd name="T34" fmla="*/ 2759 w 2801"/>
                <a:gd name="T35" fmla="*/ 688 h 692"/>
                <a:gd name="T36" fmla="*/ 2739 w 2801"/>
                <a:gd name="T37" fmla="*/ 692 h 692"/>
                <a:gd name="T38" fmla="*/ 2720 w 2801"/>
                <a:gd name="T39" fmla="*/ 688 h 692"/>
                <a:gd name="T40" fmla="*/ 2703 w 2801"/>
                <a:gd name="T41" fmla="*/ 680 h 692"/>
                <a:gd name="T42" fmla="*/ 2690 w 2801"/>
                <a:gd name="T43" fmla="*/ 666 h 692"/>
                <a:gd name="T44" fmla="*/ 2681 w 2801"/>
                <a:gd name="T45" fmla="*/ 650 h 692"/>
                <a:gd name="T46" fmla="*/ 2678 w 2801"/>
                <a:gd name="T47" fmla="*/ 630 h 692"/>
                <a:gd name="T48" fmla="*/ 2678 w 2801"/>
                <a:gd name="T49" fmla="*/ 468 h 692"/>
                <a:gd name="T50" fmla="*/ 1462 w 2801"/>
                <a:gd name="T51" fmla="*/ 468 h 692"/>
                <a:gd name="T52" fmla="*/ 1462 w 2801"/>
                <a:gd name="T53" fmla="*/ 630 h 692"/>
                <a:gd name="T54" fmla="*/ 1459 w 2801"/>
                <a:gd name="T55" fmla="*/ 650 h 692"/>
                <a:gd name="T56" fmla="*/ 1450 w 2801"/>
                <a:gd name="T57" fmla="*/ 666 h 692"/>
                <a:gd name="T58" fmla="*/ 1437 w 2801"/>
                <a:gd name="T59" fmla="*/ 680 h 692"/>
                <a:gd name="T60" fmla="*/ 1420 w 2801"/>
                <a:gd name="T61" fmla="*/ 688 h 692"/>
                <a:gd name="T62" fmla="*/ 1401 w 2801"/>
                <a:gd name="T63" fmla="*/ 692 h 692"/>
                <a:gd name="T64" fmla="*/ 1381 w 2801"/>
                <a:gd name="T65" fmla="*/ 688 h 692"/>
                <a:gd name="T66" fmla="*/ 1365 w 2801"/>
                <a:gd name="T67" fmla="*/ 680 h 692"/>
                <a:gd name="T68" fmla="*/ 1352 w 2801"/>
                <a:gd name="T69" fmla="*/ 666 h 692"/>
                <a:gd name="T70" fmla="*/ 1343 w 2801"/>
                <a:gd name="T71" fmla="*/ 650 h 692"/>
                <a:gd name="T72" fmla="*/ 1340 w 2801"/>
                <a:gd name="T73" fmla="*/ 630 h 692"/>
                <a:gd name="T74" fmla="*/ 1340 w 2801"/>
                <a:gd name="T75" fmla="*/ 468 h 692"/>
                <a:gd name="T76" fmla="*/ 124 w 2801"/>
                <a:gd name="T77" fmla="*/ 468 h 692"/>
                <a:gd name="T78" fmla="*/ 124 w 2801"/>
                <a:gd name="T79" fmla="*/ 630 h 692"/>
                <a:gd name="T80" fmla="*/ 121 w 2801"/>
                <a:gd name="T81" fmla="*/ 650 h 692"/>
                <a:gd name="T82" fmla="*/ 112 w 2801"/>
                <a:gd name="T83" fmla="*/ 666 h 692"/>
                <a:gd name="T84" fmla="*/ 99 w 2801"/>
                <a:gd name="T85" fmla="*/ 680 h 692"/>
                <a:gd name="T86" fmla="*/ 82 w 2801"/>
                <a:gd name="T87" fmla="*/ 688 h 692"/>
                <a:gd name="T88" fmla="*/ 63 w 2801"/>
                <a:gd name="T89" fmla="*/ 692 h 692"/>
                <a:gd name="T90" fmla="*/ 43 w 2801"/>
                <a:gd name="T91" fmla="*/ 688 h 692"/>
                <a:gd name="T92" fmla="*/ 26 w 2801"/>
                <a:gd name="T93" fmla="*/ 680 h 692"/>
                <a:gd name="T94" fmla="*/ 12 w 2801"/>
                <a:gd name="T95" fmla="*/ 666 h 692"/>
                <a:gd name="T96" fmla="*/ 4 w 2801"/>
                <a:gd name="T97" fmla="*/ 650 h 692"/>
                <a:gd name="T98" fmla="*/ 0 w 2801"/>
                <a:gd name="T99" fmla="*/ 630 h 692"/>
                <a:gd name="T100" fmla="*/ 0 w 2801"/>
                <a:gd name="T101" fmla="*/ 407 h 692"/>
                <a:gd name="T102" fmla="*/ 4 w 2801"/>
                <a:gd name="T103" fmla="*/ 387 h 692"/>
                <a:gd name="T104" fmla="*/ 12 w 2801"/>
                <a:gd name="T105" fmla="*/ 370 h 692"/>
                <a:gd name="T106" fmla="*/ 26 w 2801"/>
                <a:gd name="T107" fmla="*/ 357 h 692"/>
                <a:gd name="T108" fmla="*/ 43 w 2801"/>
                <a:gd name="T109" fmla="*/ 349 h 692"/>
                <a:gd name="T110" fmla="*/ 63 w 2801"/>
                <a:gd name="T111" fmla="*/ 345 h 692"/>
                <a:gd name="T112" fmla="*/ 1340 w 2801"/>
                <a:gd name="T113" fmla="*/ 345 h 692"/>
                <a:gd name="T114" fmla="*/ 1340 w 2801"/>
                <a:gd name="T115" fmla="*/ 61 h 692"/>
                <a:gd name="T116" fmla="*/ 1343 w 2801"/>
                <a:gd name="T117" fmla="*/ 42 h 692"/>
                <a:gd name="T118" fmla="*/ 1352 w 2801"/>
                <a:gd name="T119" fmla="*/ 25 h 692"/>
                <a:gd name="T120" fmla="*/ 1365 w 2801"/>
                <a:gd name="T121" fmla="*/ 12 h 692"/>
                <a:gd name="T122" fmla="*/ 1381 w 2801"/>
                <a:gd name="T123" fmla="*/ 3 h 692"/>
                <a:gd name="T124" fmla="*/ 1401 w 2801"/>
                <a:gd name="T125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01" h="692">
                  <a:moveTo>
                    <a:pt x="1401" y="0"/>
                  </a:moveTo>
                  <a:lnTo>
                    <a:pt x="1420" y="3"/>
                  </a:lnTo>
                  <a:lnTo>
                    <a:pt x="1437" y="12"/>
                  </a:lnTo>
                  <a:lnTo>
                    <a:pt x="1450" y="25"/>
                  </a:lnTo>
                  <a:lnTo>
                    <a:pt x="1459" y="42"/>
                  </a:lnTo>
                  <a:lnTo>
                    <a:pt x="1462" y="61"/>
                  </a:lnTo>
                  <a:lnTo>
                    <a:pt x="1462" y="345"/>
                  </a:lnTo>
                  <a:lnTo>
                    <a:pt x="2739" y="345"/>
                  </a:lnTo>
                  <a:lnTo>
                    <a:pt x="2759" y="349"/>
                  </a:lnTo>
                  <a:lnTo>
                    <a:pt x="2776" y="357"/>
                  </a:lnTo>
                  <a:lnTo>
                    <a:pt x="2789" y="370"/>
                  </a:lnTo>
                  <a:lnTo>
                    <a:pt x="2798" y="387"/>
                  </a:lnTo>
                  <a:lnTo>
                    <a:pt x="2801" y="407"/>
                  </a:lnTo>
                  <a:lnTo>
                    <a:pt x="2801" y="630"/>
                  </a:lnTo>
                  <a:lnTo>
                    <a:pt x="2798" y="650"/>
                  </a:lnTo>
                  <a:lnTo>
                    <a:pt x="2789" y="666"/>
                  </a:lnTo>
                  <a:lnTo>
                    <a:pt x="2776" y="680"/>
                  </a:lnTo>
                  <a:lnTo>
                    <a:pt x="2759" y="688"/>
                  </a:lnTo>
                  <a:lnTo>
                    <a:pt x="2739" y="692"/>
                  </a:lnTo>
                  <a:lnTo>
                    <a:pt x="2720" y="688"/>
                  </a:lnTo>
                  <a:lnTo>
                    <a:pt x="2703" y="680"/>
                  </a:lnTo>
                  <a:lnTo>
                    <a:pt x="2690" y="666"/>
                  </a:lnTo>
                  <a:lnTo>
                    <a:pt x="2681" y="650"/>
                  </a:lnTo>
                  <a:lnTo>
                    <a:pt x="2678" y="630"/>
                  </a:lnTo>
                  <a:lnTo>
                    <a:pt x="2678" y="468"/>
                  </a:lnTo>
                  <a:lnTo>
                    <a:pt x="1462" y="468"/>
                  </a:lnTo>
                  <a:lnTo>
                    <a:pt x="1462" y="630"/>
                  </a:lnTo>
                  <a:lnTo>
                    <a:pt x="1459" y="650"/>
                  </a:lnTo>
                  <a:lnTo>
                    <a:pt x="1450" y="666"/>
                  </a:lnTo>
                  <a:lnTo>
                    <a:pt x="1437" y="680"/>
                  </a:lnTo>
                  <a:lnTo>
                    <a:pt x="1420" y="688"/>
                  </a:lnTo>
                  <a:lnTo>
                    <a:pt x="1401" y="692"/>
                  </a:lnTo>
                  <a:lnTo>
                    <a:pt x="1381" y="688"/>
                  </a:lnTo>
                  <a:lnTo>
                    <a:pt x="1365" y="680"/>
                  </a:lnTo>
                  <a:lnTo>
                    <a:pt x="1352" y="666"/>
                  </a:lnTo>
                  <a:lnTo>
                    <a:pt x="1343" y="650"/>
                  </a:lnTo>
                  <a:lnTo>
                    <a:pt x="1340" y="630"/>
                  </a:lnTo>
                  <a:lnTo>
                    <a:pt x="1340" y="468"/>
                  </a:lnTo>
                  <a:lnTo>
                    <a:pt x="124" y="468"/>
                  </a:lnTo>
                  <a:lnTo>
                    <a:pt x="124" y="630"/>
                  </a:lnTo>
                  <a:lnTo>
                    <a:pt x="121" y="650"/>
                  </a:lnTo>
                  <a:lnTo>
                    <a:pt x="112" y="666"/>
                  </a:lnTo>
                  <a:lnTo>
                    <a:pt x="99" y="680"/>
                  </a:lnTo>
                  <a:lnTo>
                    <a:pt x="82" y="688"/>
                  </a:lnTo>
                  <a:lnTo>
                    <a:pt x="63" y="692"/>
                  </a:lnTo>
                  <a:lnTo>
                    <a:pt x="43" y="688"/>
                  </a:lnTo>
                  <a:lnTo>
                    <a:pt x="26" y="680"/>
                  </a:lnTo>
                  <a:lnTo>
                    <a:pt x="12" y="666"/>
                  </a:lnTo>
                  <a:lnTo>
                    <a:pt x="4" y="650"/>
                  </a:lnTo>
                  <a:lnTo>
                    <a:pt x="0" y="630"/>
                  </a:lnTo>
                  <a:lnTo>
                    <a:pt x="0" y="407"/>
                  </a:lnTo>
                  <a:lnTo>
                    <a:pt x="4" y="387"/>
                  </a:lnTo>
                  <a:lnTo>
                    <a:pt x="12" y="370"/>
                  </a:lnTo>
                  <a:lnTo>
                    <a:pt x="26" y="357"/>
                  </a:lnTo>
                  <a:lnTo>
                    <a:pt x="43" y="349"/>
                  </a:lnTo>
                  <a:lnTo>
                    <a:pt x="63" y="345"/>
                  </a:lnTo>
                  <a:lnTo>
                    <a:pt x="1340" y="345"/>
                  </a:lnTo>
                  <a:lnTo>
                    <a:pt x="1340" y="61"/>
                  </a:lnTo>
                  <a:lnTo>
                    <a:pt x="1343" y="42"/>
                  </a:lnTo>
                  <a:lnTo>
                    <a:pt x="1352" y="25"/>
                  </a:lnTo>
                  <a:lnTo>
                    <a:pt x="1365" y="12"/>
                  </a:lnTo>
                  <a:lnTo>
                    <a:pt x="1381" y="3"/>
                  </a:lnTo>
                  <a:lnTo>
                    <a:pt x="14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3" name="Freeform 425">
              <a:extLst>
                <a:ext uri="{FF2B5EF4-FFF2-40B4-BE49-F238E27FC236}">
                  <a16:creationId xmlns:a16="http://schemas.microsoft.com/office/drawing/2014/main" id="{66252426-830B-452B-A178-DCABCBFB78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89525" y="3938588"/>
              <a:ext cx="133350" cy="195263"/>
            </a:xfrm>
            <a:custGeom>
              <a:avLst/>
              <a:gdLst>
                <a:gd name="T0" fmla="*/ 122 w 926"/>
                <a:gd name="T1" fmla="*/ 1173 h 1357"/>
                <a:gd name="T2" fmla="*/ 134 w 926"/>
                <a:gd name="T3" fmla="*/ 1209 h 1357"/>
                <a:gd name="T4" fmla="*/ 164 w 926"/>
                <a:gd name="T5" fmla="*/ 1231 h 1357"/>
                <a:gd name="T6" fmla="*/ 743 w 926"/>
                <a:gd name="T7" fmla="*/ 1233 h 1357"/>
                <a:gd name="T8" fmla="*/ 778 w 926"/>
                <a:gd name="T9" fmla="*/ 1222 h 1357"/>
                <a:gd name="T10" fmla="*/ 800 w 926"/>
                <a:gd name="T11" fmla="*/ 1193 h 1357"/>
                <a:gd name="T12" fmla="*/ 804 w 926"/>
                <a:gd name="T13" fmla="*/ 1160 h 1357"/>
                <a:gd name="T14" fmla="*/ 184 w 926"/>
                <a:gd name="T15" fmla="*/ 124 h 1357"/>
                <a:gd name="T16" fmla="*/ 148 w 926"/>
                <a:gd name="T17" fmla="*/ 136 h 1357"/>
                <a:gd name="T18" fmla="*/ 126 w 926"/>
                <a:gd name="T19" fmla="*/ 166 h 1357"/>
                <a:gd name="T20" fmla="*/ 122 w 926"/>
                <a:gd name="T21" fmla="*/ 1036 h 1357"/>
                <a:gd name="T22" fmla="*/ 804 w 926"/>
                <a:gd name="T23" fmla="*/ 184 h 1357"/>
                <a:gd name="T24" fmla="*/ 792 w 926"/>
                <a:gd name="T25" fmla="*/ 148 h 1357"/>
                <a:gd name="T26" fmla="*/ 762 w 926"/>
                <a:gd name="T27" fmla="*/ 127 h 1357"/>
                <a:gd name="T28" fmla="*/ 184 w 926"/>
                <a:gd name="T29" fmla="*/ 124 h 1357"/>
                <a:gd name="T30" fmla="*/ 743 w 926"/>
                <a:gd name="T31" fmla="*/ 0 h 1357"/>
                <a:gd name="T32" fmla="*/ 807 w 926"/>
                <a:gd name="T33" fmla="*/ 12 h 1357"/>
                <a:gd name="T34" fmla="*/ 862 w 926"/>
                <a:gd name="T35" fmla="*/ 44 h 1357"/>
                <a:gd name="T36" fmla="*/ 902 w 926"/>
                <a:gd name="T37" fmla="*/ 91 h 1357"/>
                <a:gd name="T38" fmla="*/ 924 w 926"/>
                <a:gd name="T39" fmla="*/ 152 h 1357"/>
                <a:gd name="T40" fmla="*/ 926 w 926"/>
                <a:gd name="T41" fmla="*/ 1173 h 1357"/>
                <a:gd name="T42" fmla="*/ 915 w 926"/>
                <a:gd name="T43" fmla="*/ 1238 h 1357"/>
                <a:gd name="T44" fmla="*/ 883 w 926"/>
                <a:gd name="T45" fmla="*/ 1291 h 1357"/>
                <a:gd name="T46" fmla="*/ 835 w 926"/>
                <a:gd name="T47" fmla="*/ 1332 h 1357"/>
                <a:gd name="T48" fmla="*/ 776 w 926"/>
                <a:gd name="T49" fmla="*/ 1354 h 1357"/>
                <a:gd name="T50" fmla="*/ 184 w 926"/>
                <a:gd name="T51" fmla="*/ 1357 h 1357"/>
                <a:gd name="T52" fmla="*/ 119 w 926"/>
                <a:gd name="T53" fmla="*/ 1345 h 1357"/>
                <a:gd name="T54" fmla="*/ 66 w 926"/>
                <a:gd name="T55" fmla="*/ 1313 h 1357"/>
                <a:gd name="T56" fmla="*/ 25 w 926"/>
                <a:gd name="T57" fmla="*/ 1266 h 1357"/>
                <a:gd name="T58" fmla="*/ 3 w 926"/>
                <a:gd name="T59" fmla="*/ 1206 h 1357"/>
                <a:gd name="T60" fmla="*/ 0 w 926"/>
                <a:gd name="T61" fmla="*/ 184 h 1357"/>
                <a:gd name="T62" fmla="*/ 12 w 926"/>
                <a:gd name="T63" fmla="*/ 121 h 1357"/>
                <a:gd name="T64" fmla="*/ 43 w 926"/>
                <a:gd name="T65" fmla="*/ 66 h 1357"/>
                <a:gd name="T66" fmla="*/ 91 w 926"/>
                <a:gd name="T67" fmla="*/ 26 h 1357"/>
                <a:gd name="T68" fmla="*/ 151 w 926"/>
                <a:gd name="T69" fmla="*/ 4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6" h="1357">
                  <a:moveTo>
                    <a:pt x="122" y="1160"/>
                  </a:moveTo>
                  <a:lnTo>
                    <a:pt x="122" y="1173"/>
                  </a:lnTo>
                  <a:lnTo>
                    <a:pt x="126" y="1193"/>
                  </a:lnTo>
                  <a:lnTo>
                    <a:pt x="134" y="1209"/>
                  </a:lnTo>
                  <a:lnTo>
                    <a:pt x="148" y="1222"/>
                  </a:lnTo>
                  <a:lnTo>
                    <a:pt x="164" y="1231"/>
                  </a:lnTo>
                  <a:lnTo>
                    <a:pt x="184" y="1233"/>
                  </a:lnTo>
                  <a:lnTo>
                    <a:pt x="743" y="1233"/>
                  </a:lnTo>
                  <a:lnTo>
                    <a:pt x="762" y="1231"/>
                  </a:lnTo>
                  <a:lnTo>
                    <a:pt x="778" y="1222"/>
                  </a:lnTo>
                  <a:lnTo>
                    <a:pt x="792" y="1209"/>
                  </a:lnTo>
                  <a:lnTo>
                    <a:pt x="800" y="1193"/>
                  </a:lnTo>
                  <a:lnTo>
                    <a:pt x="804" y="1173"/>
                  </a:lnTo>
                  <a:lnTo>
                    <a:pt x="804" y="1160"/>
                  </a:lnTo>
                  <a:lnTo>
                    <a:pt x="122" y="1160"/>
                  </a:lnTo>
                  <a:close/>
                  <a:moveTo>
                    <a:pt x="184" y="124"/>
                  </a:moveTo>
                  <a:lnTo>
                    <a:pt x="164" y="127"/>
                  </a:lnTo>
                  <a:lnTo>
                    <a:pt x="148" y="136"/>
                  </a:lnTo>
                  <a:lnTo>
                    <a:pt x="134" y="148"/>
                  </a:lnTo>
                  <a:lnTo>
                    <a:pt x="126" y="166"/>
                  </a:lnTo>
                  <a:lnTo>
                    <a:pt x="122" y="184"/>
                  </a:lnTo>
                  <a:lnTo>
                    <a:pt x="122" y="1036"/>
                  </a:lnTo>
                  <a:lnTo>
                    <a:pt x="804" y="1036"/>
                  </a:lnTo>
                  <a:lnTo>
                    <a:pt x="804" y="184"/>
                  </a:lnTo>
                  <a:lnTo>
                    <a:pt x="800" y="166"/>
                  </a:lnTo>
                  <a:lnTo>
                    <a:pt x="792" y="148"/>
                  </a:lnTo>
                  <a:lnTo>
                    <a:pt x="778" y="136"/>
                  </a:lnTo>
                  <a:lnTo>
                    <a:pt x="762" y="127"/>
                  </a:lnTo>
                  <a:lnTo>
                    <a:pt x="743" y="124"/>
                  </a:lnTo>
                  <a:lnTo>
                    <a:pt x="184" y="124"/>
                  </a:lnTo>
                  <a:close/>
                  <a:moveTo>
                    <a:pt x="184" y="0"/>
                  </a:moveTo>
                  <a:lnTo>
                    <a:pt x="743" y="0"/>
                  </a:lnTo>
                  <a:lnTo>
                    <a:pt x="776" y="4"/>
                  </a:lnTo>
                  <a:lnTo>
                    <a:pt x="807" y="12"/>
                  </a:lnTo>
                  <a:lnTo>
                    <a:pt x="835" y="26"/>
                  </a:lnTo>
                  <a:lnTo>
                    <a:pt x="862" y="44"/>
                  </a:lnTo>
                  <a:lnTo>
                    <a:pt x="883" y="66"/>
                  </a:lnTo>
                  <a:lnTo>
                    <a:pt x="902" y="91"/>
                  </a:lnTo>
                  <a:lnTo>
                    <a:pt x="915" y="121"/>
                  </a:lnTo>
                  <a:lnTo>
                    <a:pt x="924" y="152"/>
                  </a:lnTo>
                  <a:lnTo>
                    <a:pt x="926" y="184"/>
                  </a:lnTo>
                  <a:lnTo>
                    <a:pt x="926" y="1173"/>
                  </a:lnTo>
                  <a:lnTo>
                    <a:pt x="924" y="1206"/>
                  </a:lnTo>
                  <a:lnTo>
                    <a:pt x="915" y="1238"/>
                  </a:lnTo>
                  <a:lnTo>
                    <a:pt x="902" y="1266"/>
                  </a:lnTo>
                  <a:lnTo>
                    <a:pt x="883" y="1291"/>
                  </a:lnTo>
                  <a:lnTo>
                    <a:pt x="862" y="1313"/>
                  </a:lnTo>
                  <a:lnTo>
                    <a:pt x="835" y="1332"/>
                  </a:lnTo>
                  <a:lnTo>
                    <a:pt x="807" y="1345"/>
                  </a:lnTo>
                  <a:lnTo>
                    <a:pt x="776" y="1354"/>
                  </a:lnTo>
                  <a:lnTo>
                    <a:pt x="743" y="1357"/>
                  </a:lnTo>
                  <a:lnTo>
                    <a:pt x="184" y="1357"/>
                  </a:lnTo>
                  <a:lnTo>
                    <a:pt x="151" y="1354"/>
                  </a:lnTo>
                  <a:lnTo>
                    <a:pt x="119" y="1345"/>
                  </a:lnTo>
                  <a:lnTo>
                    <a:pt x="91" y="1332"/>
                  </a:lnTo>
                  <a:lnTo>
                    <a:pt x="66" y="1313"/>
                  </a:lnTo>
                  <a:lnTo>
                    <a:pt x="43" y="1291"/>
                  </a:lnTo>
                  <a:lnTo>
                    <a:pt x="25" y="1266"/>
                  </a:lnTo>
                  <a:lnTo>
                    <a:pt x="12" y="1238"/>
                  </a:lnTo>
                  <a:lnTo>
                    <a:pt x="3" y="1206"/>
                  </a:lnTo>
                  <a:lnTo>
                    <a:pt x="0" y="1173"/>
                  </a:lnTo>
                  <a:lnTo>
                    <a:pt x="0" y="184"/>
                  </a:lnTo>
                  <a:lnTo>
                    <a:pt x="3" y="152"/>
                  </a:lnTo>
                  <a:lnTo>
                    <a:pt x="12" y="121"/>
                  </a:lnTo>
                  <a:lnTo>
                    <a:pt x="25" y="91"/>
                  </a:lnTo>
                  <a:lnTo>
                    <a:pt x="43" y="66"/>
                  </a:lnTo>
                  <a:lnTo>
                    <a:pt x="66" y="44"/>
                  </a:lnTo>
                  <a:lnTo>
                    <a:pt x="91" y="26"/>
                  </a:lnTo>
                  <a:lnTo>
                    <a:pt x="119" y="12"/>
                  </a:lnTo>
                  <a:lnTo>
                    <a:pt x="151" y="4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4" name="Freeform 426">
              <a:extLst>
                <a:ext uri="{FF2B5EF4-FFF2-40B4-BE49-F238E27FC236}">
                  <a16:creationId xmlns:a16="http://schemas.microsoft.com/office/drawing/2014/main" id="{626ED412-CA34-434D-8DAC-718A391E0E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3200" y="3938588"/>
              <a:ext cx="133350" cy="195263"/>
            </a:xfrm>
            <a:custGeom>
              <a:avLst/>
              <a:gdLst>
                <a:gd name="T0" fmla="*/ 124 w 927"/>
                <a:gd name="T1" fmla="*/ 1173 h 1357"/>
                <a:gd name="T2" fmla="*/ 135 w 927"/>
                <a:gd name="T3" fmla="*/ 1209 h 1357"/>
                <a:gd name="T4" fmla="*/ 165 w 927"/>
                <a:gd name="T5" fmla="*/ 1231 h 1357"/>
                <a:gd name="T6" fmla="*/ 744 w 927"/>
                <a:gd name="T7" fmla="*/ 1233 h 1357"/>
                <a:gd name="T8" fmla="*/ 780 w 927"/>
                <a:gd name="T9" fmla="*/ 1222 h 1357"/>
                <a:gd name="T10" fmla="*/ 801 w 927"/>
                <a:gd name="T11" fmla="*/ 1193 h 1357"/>
                <a:gd name="T12" fmla="*/ 804 w 927"/>
                <a:gd name="T13" fmla="*/ 1160 h 1357"/>
                <a:gd name="T14" fmla="*/ 184 w 927"/>
                <a:gd name="T15" fmla="*/ 124 h 1357"/>
                <a:gd name="T16" fmla="*/ 148 w 927"/>
                <a:gd name="T17" fmla="*/ 136 h 1357"/>
                <a:gd name="T18" fmla="*/ 127 w 927"/>
                <a:gd name="T19" fmla="*/ 166 h 1357"/>
                <a:gd name="T20" fmla="*/ 124 w 927"/>
                <a:gd name="T21" fmla="*/ 1036 h 1357"/>
                <a:gd name="T22" fmla="*/ 804 w 927"/>
                <a:gd name="T23" fmla="*/ 184 h 1357"/>
                <a:gd name="T24" fmla="*/ 793 w 927"/>
                <a:gd name="T25" fmla="*/ 148 h 1357"/>
                <a:gd name="T26" fmla="*/ 763 w 927"/>
                <a:gd name="T27" fmla="*/ 127 h 1357"/>
                <a:gd name="T28" fmla="*/ 184 w 927"/>
                <a:gd name="T29" fmla="*/ 124 h 1357"/>
                <a:gd name="T30" fmla="*/ 744 w 927"/>
                <a:gd name="T31" fmla="*/ 0 h 1357"/>
                <a:gd name="T32" fmla="*/ 808 w 927"/>
                <a:gd name="T33" fmla="*/ 12 h 1357"/>
                <a:gd name="T34" fmla="*/ 862 w 927"/>
                <a:gd name="T35" fmla="*/ 44 h 1357"/>
                <a:gd name="T36" fmla="*/ 902 w 927"/>
                <a:gd name="T37" fmla="*/ 91 h 1357"/>
                <a:gd name="T38" fmla="*/ 924 w 927"/>
                <a:gd name="T39" fmla="*/ 152 h 1357"/>
                <a:gd name="T40" fmla="*/ 927 w 927"/>
                <a:gd name="T41" fmla="*/ 1173 h 1357"/>
                <a:gd name="T42" fmla="*/ 915 w 927"/>
                <a:gd name="T43" fmla="*/ 1238 h 1357"/>
                <a:gd name="T44" fmla="*/ 884 w 927"/>
                <a:gd name="T45" fmla="*/ 1291 h 1357"/>
                <a:gd name="T46" fmla="*/ 837 w 927"/>
                <a:gd name="T47" fmla="*/ 1332 h 1357"/>
                <a:gd name="T48" fmla="*/ 777 w 927"/>
                <a:gd name="T49" fmla="*/ 1354 h 1357"/>
                <a:gd name="T50" fmla="*/ 184 w 927"/>
                <a:gd name="T51" fmla="*/ 1357 h 1357"/>
                <a:gd name="T52" fmla="*/ 121 w 927"/>
                <a:gd name="T53" fmla="*/ 1345 h 1357"/>
                <a:gd name="T54" fmla="*/ 66 w 927"/>
                <a:gd name="T55" fmla="*/ 1313 h 1357"/>
                <a:gd name="T56" fmla="*/ 25 w 927"/>
                <a:gd name="T57" fmla="*/ 1266 h 1357"/>
                <a:gd name="T58" fmla="*/ 4 w 927"/>
                <a:gd name="T59" fmla="*/ 1206 h 1357"/>
                <a:gd name="T60" fmla="*/ 0 w 927"/>
                <a:gd name="T61" fmla="*/ 184 h 1357"/>
                <a:gd name="T62" fmla="*/ 12 w 927"/>
                <a:gd name="T63" fmla="*/ 121 h 1357"/>
                <a:gd name="T64" fmla="*/ 44 w 927"/>
                <a:gd name="T65" fmla="*/ 66 h 1357"/>
                <a:gd name="T66" fmla="*/ 91 w 927"/>
                <a:gd name="T67" fmla="*/ 26 h 1357"/>
                <a:gd name="T68" fmla="*/ 151 w 927"/>
                <a:gd name="T69" fmla="*/ 4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7" h="1357">
                  <a:moveTo>
                    <a:pt x="124" y="1160"/>
                  </a:moveTo>
                  <a:lnTo>
                    <a:pt x="124" y="1173"/>
                  </a:lnTo>
                  <a:lnTo>
                    <a:pt x="127" y="1193"/>
                  </a:lnTo>
                  <a:lnTo>
                    <a:pt x="135" y="1209"/>
                  </a:lnTo>
                  <a:lnTo>
                    <a:pt x="148" y="1222"/>
                  </a:lnTo>
                  <a:lnTo>
                    <a:pt x="165" y="1231"/>
                  </a:lnTo>
                  <a:lnTo>
                    <a:pt x="184" y="1233"/>
                  </a:lnTo>
                  <a:lnTo>
                    <a:pt x="744" y="1233"/>
                  </a:lnTo>
                  <a:lnTo>
                    <a:pt x="763" y="1231"/>
                  </a:lnTo>
                  <a:lnTo>
                    <a:pt x="780" y="1222"/>
                  </a:lnTo>
                  <a:lnTo>
                    <a:pt x="793" y="1209"/>
                  </a:lnTo>
                  <a:lnTo>
                    <a:pt x="801" y="1193"/>
                  </a:lnTo>
                  <a:lnTo>
                    <a:pt x="804" y="1173"/>
                  </a:lnTo>
                  <a:lnTo>
                    <a:pt x="804" y="1160"/>
                  </a:lnTo>
                  <a:lnTo>
                    <a:pt x="124" y="1160"/>
                  </a:lnTo>
                  <a:close/>
                  <a:moveTo>
                    <a:pt x="184" y="124"/>
                  </a:moveTo>
                  <a:lnTo>
                    <a:pt x="165" y="127"/>
                  </a:lnTo>
                  <a:lnTo>
                    <a:pt x="148" y="136"/>
                  </a:lnTo>
                  <a:lnTo>
                    <a:pt x="135" y="148"/>
                  </a:lnTo>
                  <a:lnTo>
                    <a:pt x="127" y="166"/>
                  </a:lnTo>
                  <a:lnTo>
                    <a:pt x="124" y="184"/>
                  </a:lnTo>
                  <a:lnTo>
                    <a:pt x="124" y="1036"/>
                  </a:lnTo>
                  <a:lnTo>
                    <a:pt x="804" y="1036"/>
                  </a:lnTo>
                  <a:lnTo>
                    <a:pt x="804" y="184"/>
                  </a:lnTo>
                  <a:lnTo>
                    <a:pt x="801" y="166"/>
                  </a:lnTo>
                  <a:lnTo>
                    <a:pt x="793" y="148"/>
                  </a:lnTo>
                  <a:lnTo>
                    <a:pt x="780" y="136"/>
                  </a:lnTo>
                  <a:lnTo>
                    <a:pt x="763" y="127"/>
                  </a:lnTo>
                  <a:lnTo>
                    <a:pt x="744" y="124"/>
                  </a:lnTo>
                  <a:lnTo>
                    <a:pt x="184" y="124"/>
                  </a:lnTo>
                  <a:close/>
                  <a:moveTo>
                    <a:pt x="184" y="0"/>
                  </a:moveTo>
                  <a:lnTo>
                    <a:pt x="744" y="0"/>
                  </a:lnTo>
                  <a:lnTo>
                    <a:pt x="777" y="4"/>
                  </a:lnTo>
                  <a:lnTo>
                    <a:pt x="808" y="12"/>
                  </a:lnTo>
                  <a:lnTo>
                    <a:pt x="837" y="26"/>
                  </a:lnTo>
                  <a:lnTo>
                    <a:pt x="862" y="44"/>
                  </a:lnTo>
                  <a:lnTo>
                    <a:pt x="884" y="66"/>
                  </a:lnTo>
                  <a:lnTo>
                    <a:pt x="902" y="91"/>
                  </a:lnTo>
                  <a:lnTo>
                    <a:pt x="915" y="121"/>
                  </a:lnTo>
                  <a:lnTo>
                    <a:pt x="924" y="152"/>
                  </a:lnTo>
                  <a:lnTo>
                    <a:pt x="927" y="184"/>
                  </a:lnTo>
                  <a:lnTo>
                    <a:pt x="927" y="1173"/>
                  </a:lnTo>
                  <a:lnTo>
                    <a:pt x="924" y="1206"/>
                  </a:lnTo>
                  <a:lnTo>
                    <a:pt x="915" y="1238"/>
                  </a:lnTo>
                  <a:lnTo>
                    <a:pt x="902" y="1266"/>
                  </a:lnTo>
                  <a:lnTo>
                    <a:pt x="884" y="1291"/>
                  </a:lnTo>
                  <a:lnTo>
                    <a:pt x="862" y="1313"/>
                  </a:lnTo>
                  <a:lnTo>
                    <a:pt x="837" y="1332"/>
                  </a:lnTo>
                  <a:lnTo>
                    <a:pt x="808" y="1345"/>
                  </a:lnTo>
                  <a:lnTo>
                    <a:pt x="777" y="1354"/>
                  </a:lnTo>
                  <a:lnTo>
                    <a:pt x="744" y="1357"/>
                  </a:lnTo>
                  <a:lnTo>
                    <a:pt x="184" y="1357"/>
                  </a:lnTo>
                  <a:lnTo>
                    <a:pt x="151" y="1354"/>
                  </a:lnTo>
                  <a:lnTo>
                    <a:pt x="121" y="1345"/>
                  </a:lnTo>
                  <a:lnTo>
                    <a:pt x="91" y="1332"/>
                  </a:lnTo>
                  <a:lnTo>
                    <a:pt x="66" y="1313"/>
                  </a:lnTo>
                  <a:lnTo>
                    <a:pt x="44" y="1291"/>
                  </a:lnTo>
                  <a:lnTo>
                    <a:pt x="25" y="1266"/>
                  </a:lnTo>
                  <a:lnTo>
                    <a:pt x="12" y="1238"/>
                  </a:lnTo>
                  <a:lnTo>
                    <a:pt x="4" y="1206"/>
                  </a:lnTo>
                  <a:lnTo>
                    <a:pt x="0" y="1173"/>
                  </a:lnTo>
                  <a:lnTo>
                    <a:pt x="0" y="184"/>
                  </a:lnTo>
                  <a:lnTo>
                    <a:pt x="4" y="152"/>
                  </a:lnTo>
                  <a:lnTo>
                    <a:pt x="12" y="121"/>
                  </a:lnTo>
                  <a:lnTo>
                    <a:pt x="25" y="91"/>
                  </a:lnTo>
                  <a:lnTo>
                    <a:pt x="44" y="66"/>
                  </a:lnTo>
                  <a:lnTo>
                    <a:pt x="66" y="44"/>
                  </a:lnTo>
                  <a:lnTo>
                    <a:pt x="91" y="26"/>
                  </a:lnTo>
                  <a:lnTo>
                    <a:pt x="121" y="12"/>
                  </a:lnTo>
                  <a:lnTo>
                    <a:pt x="151" y="4"/>
                  </a:lnTo>
                  <a:lnTo>
                    <a:pt x="1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5" name="Freeform 427">
              <a:extLst>
                <a:ext uri="{FF2B5EF4-FFF2-40B4-BE49-F238E27FC236}">
                  <a16:creationId xmlns:a16="http://schemas.microsoft.com/office/drawing/2014/main" id="{971F9755-6A6A-4831-B236-FAF8A119C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5288" y="3938588"/>
              <a:ext cx="134938" cy="195263"/>
            </a:xfrm>
            <a:custGeom>
              <a:avLst/>
              <a:gdLst>
                <a:gd name="T0" fmla="*/ 122 w 926"/>
                <a:gd name="T1" fmla="*/ 1173 h 1357"/>
                <a:gd name="T2" fmla="*/ 134 w 926"/>
                <a:gd name="T3" fmla="*/ 1209 h 1357"/>
                <a:gd name="T4" fmla="*/ 164 w 926"/>
                <a:gd name="T5" fmla="*/ 1231 h 1357"/>
                <a:gd name="T6" fmla="*/ 742 w 926"/>
                <a:gd name="T7" fmla="*/ 1233 h 1357"/>
                <a:gd name="T8" fmla="*/ 778 w 926"/>
                <a:gd name="T9" fmla="*/ 1222 h 1357"/>
                <a:gd name="T10" fmla="*/ 800 w 926"/>
                <a:gd name="T11" fmla="*/ 1193 h 1357"/>
                <a:gd name="T12" fmla="*/ 803 w 926"/>
                <a:gd name="T13" fmla="*/ 1160 h 1357"/>
                <a:gd name="T14" fmla="*/ 182 w 926"/>
                <a:gd name="T15" fmla="*/ 124 h 1357"/>
                <a:gd name="T16" fmla="*/ 147 w 926"/>
                <a:gd name="T17" fmla="*/ 136 h 1357"/>
                <a:gd name="T18" fmla="*/ 125 w 926"/>
                <a:gd name="T19" fmla="*/ 166 h 1357"/>
                <a:gd name="T20" fmla="*/ 122 w 926"/>
                <a:gd name="T21" fmla="*/ 1036 h 1357"/>
                <a:gd name="T22" fmla="*/ 803 w 926"/>
                <a:gd name="T23" fmla="*/ 184 h 1357"/>
                <a:gd name="T24" fmla="*/ 791 w 926"/>
                <a:gd name="T25" fmla="*/ 148 h 1357"/>
                <a:gd name="T26" fmla="*/ 762 w 926"/>
                <a:gd name="T27" fmla="*/ 127 h 1357"/>
                <a:gd name="T28" fmla="*/ 182 w 926"/>
                <a:gd name="T29" fmla="*/ 124 h 1357"/>
                <a:gd name="T30" fmla="*/ 742 w 926"/>
                <a:gd name="T31" fmla="*/ 0 h 1357"/>
                <a:gd name="T32" fmla="*/ 806 w 926"/>
                <a:gd name="T33" fmla="*/ 12 h 1357"/>
                <a:gd name="T34" fmla="*/ 860 w 926"/>
                <a:gd name="T35" fmla="*/ 44 h 1357"/>
                <a:gd name="T36" fmla="*/ 900 w 926"/>
                <a:gd name="T37" fmla="*/ 91 h 1357"/>
                <a:gd name="T38" fmla="*/ 922 w 926"/>
                <a:gd name="T39" fmla="*/ 152 h 1357"/>
                <a:gd name="T40" fmla="*/ 926 w 926"/>
                <a:gd name="T41" fmla="*/ 1173 h 1357"/>
                <a:gd name="T42" fmla="*/ 915 w 926"/>
                <a:gd name="T43" fmla="*/ 1238 h 1357"/>
                <a:gd name="T44" fmla="*/ 883 w 926"/>
                <a:gd name="T45" fmla="*/ 1291 h 1357"/>
                <a:gd name="T46" fmla="*/ 835 w 926"/>
                <a:gd name="T47" fmla="*/ 1332 h 1357"/>
                <a:gd name="T48" fmla="*/ 776 w 926"/>
                <a:gd name="T49" fmla="*/ 1354 h 1357"/>
                <a:gd name="T50" fmla="*/ 182 w 926"/>
                <a:gd name="T51" fmla="*/ 1357 h 1357"/>
                <a:gd name="T52" fmla="*/ 119 w 926"/>
                <a:gd name="T53" fmla="*/ 1345 h 1357"/>
                <a:gd name="T54" fmla="*/ 64 w 926"/>
                <a:gd name="T55" fmla="*/ 1313 h 1357"/>
                <a:gd name="T56" fmla="*/ 25 w 926"/>
                <a:gd name="T57" fmla="*/ 1266 h 1357"/>
                <a:gd name="T58" fmla="*/ 2 w 926"/>
                <a:gd name="T59" fmla="*/ 1206 h 1357"/>
                <a:gd name="T60" fmla="*/ 0 w 926"/>
                <a:gd name="T61" fmla="*/ 184 h 1357"/>
                <a:gd name="T62" fmla="*/ 11 w 926"/>
                <a:gd name="T63" fmla="*/ 121 h 1357"/>
                <a:gd name="T64" fmla="*/ 42 w 926"/>
                <a:gd name="T65" fmla="*/ 66 h 1357"/>
                <a:gd name="T66" fmla="*/ 90 w 926"/>
                <a:gd name="T67" fmla="*/ 26 h 1357"/>
                <a:gd name="T68" fmla="*/ 149 w 926"/>
                <a:gd name="T69" fmla="*/ 4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26" h="1357">
                  <a:moveTo>
                    <a:pt x="122" y="1160"/>
                  </a:moveTo>
                  <a:lnTo>
                    <a:pt x="122" y="1173"/>
                  </a:lnTo>
                  <a:lnTo>
                    <a:pt x="125" y="1193"/>
                  </a:lnTo>
                  <a:lnTo>
                    <a:pt x="134" y="1209"/>
                  </a:lnTo>
                  <a:lnTo>
                    <a:pt x="147" y="1222"/>
                  </a:lnTo>
                  <a:lnTo>
                    <a:pt x="164" y="1231"/>
                  </a:lnTo>
                  <a:lnTo>
                    <a:pt x="182" y="1233"/>
                  </a:lnTo>
                  <a:lnTo>
                    <a:pt x="742" y="1233"/>
                  </a:lnTo>
                  <a:lnTo>
                    <a:pt x="762" y="1231"/>
                  </a:lnTo>
                  <a:lnTo>
                    <a:pt x="778" y="1222"/>
                  </a:lnTo>
                  <a:lnTo>
                    <a:pt x="791" y="1209"/>
                  </a:lnTo>
                  <a:lnTo>
                    <a:pt x="800" y="1193"/>
                  </a:lnTo>
                  <a:lnTo>
                    <a:pt x="803" y="1173"/>
                  </a:lnTo>
                  <a:lnTo>
                    <a:pt x="803" y="1160"/>
                  </a:lnTo>
                  <a:lnTo>
                    <a:pt x="122" y="1160"/>
                  </a:lnTo>
                  <a:close/>
                  <a:moveTo>
                    <a:pt x="182" y="124"/>
                  </a:moveTo>
                  <a:lnTo>
                    <a:pt x="164" y="127"/>
                  </a:lnTo>
                  <a:lnTo>
                    <a:pt x="147" y="136"/>
                  </a:lnTo>
                  <a:lnTo>
                    <a:pt x="134" y="148"/>
                  </a:lnTo>
                  <a:lnTo>
                    <a:pt x="125" y="166"/>
                  </a:lnTo>
                  <a:lnTo>
                    <a:pt x="122" y="184"/>
                  </a:lnTo>
                  <a:lnTo>
                    <a:pt x="122" y="1036"/>
                  </a:lnTo>
                  <a:lnTo>
                    <a:pt x="803" y="1036"/>
                  </a:lnTo>
                  <a:lnTo>
                    <a:pt x="803" y="184"/>
                  </a:lnTo>
                  <a:lnTo>
                    <a:pt x="800" y="166"/>
                  </a:lnTo>
                  <a:lnTo>
                    <a:pt x="791" y="148"/>
                  </a:lnTo>
                  <a:lnTo>
                    <a:pt x="778" y="136"/>
                  </a:lnTo>
                  <a:lnTo>
                    <a:pt x="762" y="127"/>
                  </a:lnTo>
                  <a:lnTo>
                    <a:pt x="742" y="124"/>
                  </a:lnTo>
                  <a:lnTo>
                    <a:pt x="182" y="124"/>
                  </a:lnTo>
                  <a:close/>
                  <a:moveTo>
                    <a:pt x="182" y="0"/>
                  </a:moveTo>
                  <a:lnTo>
                    <a:pt x="742" y="0"/>
                  </a:lnTo>
                  <a:lnTo>
                    <a:pt x="776" y="4"/>
                  </a:lnTo>
                  <a:lnTo>
                    <a:pt x="806" y="12"/>
                  </a:lnTo>
                  <a:lnTo>
                    <a:pt x="835" y="26"/>
                  </a:lnTo>
                  <a:lnTo>
                    <a:pt x="860" y="44"/>
                  </a:lnTo>
                  <a:lnTo>
                    <a:pt x="883" y="66"/>
                  </a:lnTo>
                  <a:lnTo>
                    <a:pt x="900" y="91"/>
                  </a:lnTo>
                  <a:lnTo>
                    <a:pt x="915" y="121"/>
                  </a:lnTo>
                  <a:lnTo>
                    <a:pt x="922" y="152"/>
                  </a:lnTo>
                  <a:lnTo>
                    <a:pt x="926" y="184"/>
                  </a:lnTo>
                  <a:lnTo>
                    <a:pt x="926" y="1173"/>
                  </a:lnTo>
                  <a:lnTo>
                    <a:pt x="922" y="1206"/>
                  </a:lnTo>
                  <a:lnTo>
                    <a:pt x="915" y="1238"/>
                  </a:lnTo>
                  <a:lnTo>
                    <a:pt x="900" y="1266"/>
                  </a:lnTo>
                  <a:lnTo>
                    <a:pt x="883" y="1291"/>
                  </a:lnTo>
                  <a:lnTo>
                    <a:pt x="860" y="1313"/>
                  </a:lnTo>
                  <a:lnTo>
                    <a:pt x="835" y="1332"/>
                  </a:lnTo>
                  <a:lnTo>
                    <a:pt x="806" y="1345"/>
                  </a:lnTo>
                  <a:lnTo>
                    <a:pt x="776" y="1354"/>
                  </a:lnTo>
                  <a:lnTo>
                    <a:pt x="742" y="1357"/>
                  </a:lnTo>
                  <a:lnTo>
                    <a:pt x="182" y="1357"/>
                  </a:lnTo>
                  <a:lnTo>
                    <a:pt x="149" y="1354"/>
                  </a:lnTo>
                  <a:lnTo>
                    <a:pt x="119" y="1345"/>
                  </a:lnTo>
                  <a:lnTo>
                    <a:pt x="90" y="1332"/>
                  </a:lnTo>
                  <a:lnTo>
                    <a:pt x="64" y="1313"/>
                  </a:lnTo>
                  <a:lnTo>
                    <a:pt x="42" y="1291"/>
                  </a:lnTo>
                  <a:lnTo>
                    <a:pt x="25" y="1266"/>
                  </a:lnTo>
                  <a:lnTo>
                    <a:pt x="11" y="1238"/>
                  </a:lnTo>
                  <a:lnTo>
                    <a:pt x="2" y="1206"/>
                  </a:lnTo>
                  <a:lnTo>
                    <a:pt x="0" y="1173"/>
                  </a:lnTo>
                  <a:lnTo>
                    <a:pt x="0" y="184"/>
                  </a:lnTo>
                  <a:lnTo>
                    <a:pt x="2" y="152"/>
                  </a:lnTo>
                  <a:lnTo>
                    <a:pt x="11" y="121"/>
                  </a:lnTo>
                  <a:lnTo>
                    <a:pt x="25" y="91"/>
                  </a:lnTo>
                  <a:lnTo>
                    <a:pt x="42" y="66"/>
                  </a:lnTo>
                  <a:lnTo>
                    <a:pt x="64" y="44"/>
                  </a:lnTo>
                  <a:lnTo>
                    <a:pt x="90" y="26"/>
                  </a:lnTo>
                  <a:lnTo>
                    <a:pt x="119" y="12"/>
                  </a:lnTo>
                  <a:lnTo>
                    <a:pt x="149" y="4"/>
                  </a:lnTo>
                  <a:lnTo>
                    <a:pt x="1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59C066B4-DF9C-4116-A650-F5D93081F2FF}"/>
              </a:ext>
            </a:extLst>
          </p:cNvPr>
          <p:cNvGrpSpPr/>
          <p:nvPr/>
        </p:nvGrpSpPr>
        <p:grpSpPr>
          <a:xfrm flipH="1">
            <a:off x="6228265" y="3817631"/>
            <a:ext cx="329931" cy="206887"/>
            <a:chOff x="6799263" y="5102225"/>
            <a:chExt cx="481012" cy="3016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07" name="Freeform 544">
              <a:extLst>
                <a:ext uri="{FF2B5EF4-FFF2-40B4-BE49-F238E27FC236}">
                  <a16:creationId xmlns:a16="http://schemas.microsoft.com/office/drawing/2014/main" id="{6525901F-A589-494D-8E3B-5131DB03A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0538" y="5360988"/>
              <a:ext cx="398462" cy="15875"/>
            </a:xfrm>
            <a:custGeom>
              <a:avLst/>
              <a:gdLst>
                <a:gd name="T0" fmla="*/ 55 w 2764"/>
                <a:gd name="T1" fmla="*/ 0 h 110"/>
                <a:gd name="T2" fmla="*/ 2709 w 2764"/>
                <a:gd name="T3" fmla="*/ 0 h 110"/>
                <a:gd name="T4" fmla="*/ 2726 w 2764"/>
                <a:gd name="T5" fmla="*/ 2 h 110"/>
                <a:gd name="T6" fmla="*/ 2741 w 2764"/>
                <a:gd name="T7" fmla="*/ 10 h 110"/>
                <a:gd name="T8" fmla="*/ 2753 w 2764"/>
                <a:gd name="T9" fmla="*/ 22 h 110"/>
                <a:gd name="T10" fmla="*/ 2761 w 2764"/>
                <a:gd name="T11" fmla="*/ 38 h 110"/>
                <a:gd name="T12" fmla="*/ 2764 w 2764"/>
                <a:gd name="T13" fmla="*/ 55 h 110"/>
                <a:gd name="T14" fmla="*/ 2761 w 2764"/>
                <a:gd name="T15" fmla="*/ 72 h 110"/>
                <a:gd name="T16" fmla="*/ 2753 w 2764"/>
                <a:gd name="T17" fmla="*/ 88 h 110"/>
                <a:gd name="T18" fmla="*/ 2741 w 2764"/>
                <a:gd name="T19" fmla="*/ 99 h 110"/>
                <a:gd name="T20" fmla="*/ 2726 w 2764"/>
                <a:gd name="T21" fmla="*/ 107 h 110"/>
                <a:gd name="T22" fmla="*/ 2709 w 2764"/>
                <a:gd name="T23" fmla="*/ 110 h 110"/>
                <a:gd name="T24" fmla="*/ 55 w 2764"/>
                <a:gd name="T25" fmla="*/ 110 h 110"/>
                <a:gd name="T26" fmla="*/ 37 w 2764"/>
                <a:gd name="T27" fmla="*/ 107 h 110"/>
                <a:gd name="T28" fmla="*/ 22 w 2764"/>
                <a:gd name="T29" fmla="*/ 99 h 110"/>
                <a:gd name="T30" fmla="*/ 11 w 2764"/>
                <a:gd name="T31" fmla="*/ 88 h 110"/>
                <a:gd name="T32" fmla="*/ 3 w 2764"/>
                <a:gd name="T33" fmla="*/ 72 h 110"/>
                <a:gd name="T34" fmla="*/ 0 w 2764"/>
                <a:gd name="T35" fmla="*/ 55 h 110"/>
                <a:gd name="T36" fmla="*/ 3 w 2764"/>
                <a:gd name="T37" fmla="*/ 38 h 110"/>
                <a:gd name="T38" fmla="*/ 11 w 2764"/>
                <a:gd name="T39" fmla="*/ 22 h 110"/>
                <a:gd name="T40" fmla="*/ 22 w 2764"/>
                <a:gd name="T41" fmla="*/ 10 h 110"/>
                <a:gd name="T42" fmla="*/ 37 w 2764"/>
                <a:gd name="T43" fmla="*/ 2 h 110"/>
                <a:gd name="T44" fmla="*/ 55 w 2764"/>
                <a:gd name="T45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64" h="110">
                  <a:moveTo>
                    <a:pt x="55" y="0"/>
                  </a:moveTo>
                  <a:lnTo>
                    <a:pt x="2709" y="0"/>
                  </a:lnTo>
                  <a:lnTo>
                    <a:pt x="2726" y="2"/>
                  </a:lnTo>
                  <a:lnTo>
                    <a:pt x="2741" y="10"/>
                  </a:lnTo>
                  <a:lnTo>
                    <a:pt x="2753" y="22"/>
                  </a:lnTo>
                  <a:lnTo>
                    <a:pt x="2761" y="38"/>
                  </a:lnTo>
                  <a:lnTo>
                    <a:pt x="2764" y="55"/>
                  </a:lnTo>
                  <a:lnTo>
                    <a:pt x="2761" y="72"/>
                  </a:lnTo>
                  <a:lnTo>
                    <a:pt x="2753" y="88"/>
                  </a:lnTo>
                  <a:lnTo>
                    <a:pt x="2741" y="99"/>
                  </a:lnTo>
                  <a:lnTo>
                    <a:pt x="2726" y="107"/>
                  </a:lnTo>
                  <a:lnTo>
                    <a:pt x="2709" y="110"/>
                  </a:lnTo>
                  <a:lnTo>
                    <a:pt x="55" y="110"/>
                  </a:lnTo>
                  <a:lnTo>
                    <a:pt x="37" y="107"/>
                  </a:lnTo>
                  <a:lnTo>
                    <a:pt x="22" y="99"/>
                  </a:lnTo>
                  <a:lnTo>
                    <a:pt x="11" y="88"/>
                  </a:lnTo>
                  <a:lnTo>
                    <a:pt x="3" y="72"/>
                  </a:lnTo>
                  <a:lnTo>
                    <a:pt x="0" y="55"/>
                  </a:lnTo>
                  <a:lnTo>
                    <a:pt x="3" y="38"/>
                  </a:lnTo>
                  <a:lnTo>
                    <a:pt x="11" y="22"/>
                  </a:lnTo>
                  <a:lnTo>
                    <a:pt x="22" y="10"/>
                  </a:lnTo>
                  <a:lnTo>
                    <a:pt x="37" y="2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8" name="Freeform 545">
              <a:extLst>
                <a:ext uri="{FF2B5EF4-FFF2-40B4-BE49-F238E27FC236}">
                  <a16:creationId xmlns:a16="http://schemas.microsoft.com/office/drawing/2014/main" id="{1FA89E25-5FCA-4B53-970C-972A2F572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4038" y="5387975"/>
              <a:ext cx="271462" cy="15875"/>
            </a:xfrm>
            <a:custGeom>
              <a:avLst/>
              <a:gdLst>
                <a:gd name="T0" fmla="*/ 55 w 1878"/>
                <a:gd name="T1" fmla="*/ 0 h 110"/>
                <a:gd name="T2" fmla="*/ 1823 w 1878"/>
                <a:gd name="T3" fmla="*/ 0 h 110"/>
                <a:gd name="T4" fmla="*/ 1840 w 1878"/>
                <a:gd name="T5" fmla="*/ 3 h 110"/>
                <a:gd name="T6" fmla="*/ 1856 w 1878"/>
                <a:gd name="T7" fmla="*/ 10 h 110"/>
                <a:gd name="T8" fmla="*/ 1868 w 1878"/>
                <a:gd name="T9" fmla="*/ 22 h 110"/>
                <a:gd name="T10" fmla="*/ 1875 w 1878"/>
                <a:gd name="T11" fmla="*/ 38 h 110"/>
                <a:gd name="T12" fmla="*/ 1878 w 1878"/>
                <a:gd name="T13" fmla="*/ 56 h 110"/>
                <a:gd name="T14" fmla="*/ 1875 w 1878"/>
                <a:gd name="T15" fmla="*/ 73 h 110"/>
                <a:gd name="T16" fmla="*/ 1868 w 1878"/>
                <a:gd name="T17" fmla="*/ 88 h 110"/>
                <a:gd name="T18" fmla="*/ 1856 w 1878"/>
                <a:gd name="T19" fmla="*/ 100 h 110"/>
                <a:gd name="T20" fmla="*/ 1840 w 1878"/>
                <a:gd name="T21" fmla="*/ 107 h 110"/>
                <a:gd name="T22" fmla="*/ 1823 w 1878"/>
                <a:gd name="T23" fmla="*/ 110 h 110"/>
                <a:gd name="T24" fmla="*/ 55 w 1878"/>
                <a:gd name="T25" fmla="*/ 110 h 110"/>
                <a:gd name="T26" fmla="*/ 38 w 1878"/>
                <a:gd name="T27" fmla="*/ 107 h 110"/>
                <a:gd name="T28" fmla="*/ 22 w 1878"/>
                <a:gd name="T29" fmla="*/ 100 h 110"/>
                <a:gd name="T30" fmla="*/ 10 w 1878"/>
                <a:gd name="T31" fmla="*/ 88 h 110"/>
                <a:gd name="T32" fmla="*/ 2 w 1878"/>
                <a:gd name="T33" fmla="*/ 73 h 110"/>
                <a:gd name="T34" fmla="*/ 0 w 1878"/>
                <a:gd name="T35" fmla="*/ 56 h 110"/>
                <a:gd name="T36" fmla="*/ 2 w 1878"/>
                <a:gd name="T37" fmla="*/ 38 h 110"/>
                <a:gd name="T38" fmla="*/ 10 w 1878"/>
                <a:gd name="T39" fmla="*/ 22 h 110"/>
                <a:gd name="T40" fmla="*/ 22 w 1878"/>
                <a:gd name="T41" fmla="*/ 10 h 110"/>
                <a:gd name="T42" fmla="*/ 38 w 1878"/>
                <a:gd name="T43" fmla="*/ 3 h 110"/>
                <a:gd name="T44" fmla="*/ 55 w 1878"/>
                <a:gd name="T45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78" h="110">
                  <a:moveTo>
                    <a:pt x="55" y="0"/>
                  </a:moveTo>
                  <a:lnTo>
                    <a:pt x="1823" y="0"/>
                  </a:lnTo>
                  <a:lnTo>
                    <a:pt x="1840" y="3"/>
                  </a:lnTo>
                  <a:lnTo>
                    <a:pt x="1856" y="10"/>
                  </a:lnTo>
                  <a:lnTo>
                    <a:pt x="1868" y="22"/>
                  </a:lnTo>
                  <a:lnTo>
                    <a:pt x="1875" y="38"/>
                  </a:lnTo>
                  <a:lnTo>
                    <a:pt x="1878" y="56"/>
                  </a:lnTo>
                  <a:lnTo>
                    <a:pt x="1875" y="73"/>
                  </a:lnTo>
                  <a:lnTo>
                    <a:pt x="1868" y="88"/>
                  </a:lnTo>
                  <a:lnTo>
                    <a:pt x="1856" y="100"/>
                  </a:lnTo>
                  <a:lnTo>
                    <a:pt x="1840" y="107"/>
                  </a:lnTo>
                  <a:lnTo>
                    <a:pt x="1823" y="110"/>
                  </a:lnTo>
                  <a:lnTo>
                    <a:pt x="55" y="110"/>
                  </a:lnTo>
                  <a:lnTo>
                    <a:pt x="38" y="107"/>
                  </a:lnTo>
                  <a:lnTo>
                    <a:pt x="22" y="100"/>
                  </a:lnTo>
                  <a:lnTo>
                    <a:pt x="10" y="88"/>
                  </a:lnTo>
                  <a:lnTo>
                    <a:pt x="2" y="73"/>
                  </a:lnTo>
                  <a:lnTo>
                    <a:pt x="0" y="56"/>
                  </a:lnTo>
                  <a:lnTo>
                    <a:pt x="2" y="38"/>
                  </a:lnTo>
                  <a:lnTo>
                    <a:pt x="10" y="22"/>
                  </a:lnTo>
                  <a:lnTo>
                    <a:pt x="22" y="10"/>
                  </a:lnTo>
                  <a:lnTo>
                    <a:pt x="38" y="3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9" name="Freeform 546">
              <a:extLst>
                <a:ext uri="{FF2B5EF4-FFF2-40B4-BE49-F238E27FC236}">
                  <a16:creationId xmlns:a16="http://schemas.microsoft.com/office/drawing/2014/main" id="{53EBBF47-322B-47AA-AAD9-58AA716E09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99263" y="5102225"/>
              <a:ext cx="481012" cy="247650"/>
            </a:xfrm>
            <a:custGeom>
              <a:avLst/>
              <a:gdLst>
                <a:gd name="T0" fmla="*/ 2234 w 3332"/>
                <a:gd name="T1" fmla="*/ 1329 h 1714"/>
                <a:gd name="T2" fmla="*/ 1368 w 3332"/>
                <a:gd name="T3" fmla="*/ 1075 h 1714"/>
                <a:gd name="T4" fmla="*/ 1052 w 3332"/>
                <a:gd name="T5" fmla="*/ 1424 h 1714"/>
                <a:gd name="T6" fmla="*/ 1948 w 3332"/>
                <a:gd name="T7" fmla="*/ 1067 h 1714"/>
                <a:gd name="T8" fmla="*/ 1441 w 3332"/>
                <a:gd name="T9" fmla="*/ 289 h 1714"/>
                <a:gd name="T10" fmla="*/ 1366 w 3332"/>
                <a:gd name="T11" fmla="*/ 543 h 1714"/>
                <a:gd name="T12" fmla="*/ 1252 w 3332"/>
                <a:gd name="T13" fmla="*/ 333 h 1714"/>
                <a:gd name="T14" fmla="*/ 1107 w 3332"/>
                <a:gd name="T15" fmla="*/ 639 h 1714"/>
                <a:gd name="T16" fmla="*/ 1011 w 3332"/>
                <a:gd name="T17" fmla="*/ 639 h 1714"/>
                <a:gd name="T18" fmla="*/ 863 w 3332"/>
                <a:gd name="T19" fmla="*/ 804 h 1714"/>
                <a:gd name="T20" fmla="*/ 780 w 3332"/>
                <a:gd name="T21" fmla="*/ 851 h 1714"/>
                <a:gd name="T22" fmla="*/ 662 w 3332"/>
                <a:gd name="T23" fmla="*/ 1027 h 1714"/>
                <a:gd name="T24" fmla="*/ 614 w 3332"/>
                <a:gd name="T25" fmla="*/ 1109 h 1714"/>
                <a:gd name="T26" fmla="*/ 520 w 3332"/>
                <a:gd name="T27" fmla="*/ 1298 h 1714"/>
                <a:gd name="T28" fmla="*/ 520 w 3332"/>
                <a:gd name="T29" fmla="*/ 1393 h 1714"/>
                <a:gd name="T30" fmla="*/ 273 w 3332"/>
                <a:gd name="T31" fmla="*/ 1603 h 1714"/>
                <a:gd name="T32" fmla="*/ 1074 w 3332"/>
                <a:gd name="T33" fmla="*/ 1173 h 1714"/>
                <a:gd name="T34" fmla="*/ 1526 w 3332"/>
                <a:gd name="T35" fmla="*/ 906 h 1714"/>
                <a:gd name="T36" fmla="*/ 2021 w 3332"/>
                <a:gd name="T37" fmla="*/ 981 h 1714"/>
                <a:gd name="T38" fmla="*/ 2366 w 3332"/>
                <a:gd name="T39" fmla="*/ 922 h 1714"/>
                <a:gd name="T40" fmla="*/ 2392 w 3332"/>
                <a:gd name="T41" fmla="*/ 1014 h 1714"/>
                <a:gd name="T42" fmla="*/ 2425 w 3332"/>
                <a:gd name="T43" fmla="*/ 1541 h 1714"/>
                <a:gd name="T44" fmla="*/ 2846 w 3332"/>
                <a:gd name="T45" fmla="*/ 1400 h 1714"/>
                <a:gd name="T46" fmla="*/ 2787 w 3332"/>
                <a:gd name="T47" fmla="*/ 1331 h 1714"/>
                <a:gd name="T48" fmla="*/ 2900 w 3332"/>
                <a:gd name="T49" fmla="*/ 1013 h 1714"/>
                <a:gd name="T50" fmla="*/ 2664 w 3332"/>
                <a:gd name="T51" fmla="*/ 1068 h 1714"/>
                <a:gd name="T52" fmla="*/ 2745 w 3332"/>
                <a:gd name="T53" fmla="*/ 780 h 1714"/>
                <a:gd name="T54" fmla="*/ 2486 w 3332"/>
                <a:gd name="T55" fmla="*/ 842 h 1714"/>
                <a:gd name="T56" fmla="*/ 2547 w 3332"/>
                <a:gd name="T57" fmla="*/ 584 h 1714"/>
                <a:gd name="T58" fmla="*/ 2259 w 3332"/>
                <a:gd name="T59" fmla="*/ 664 h 1714"/>
                <a:gd name="T60" fmla="*/ 2314 w 3332"/>
                <a:gd name="T61" fmla="*/ 430 h 1714"/>
                <a:gd name="T62" fmla="*/ 1995 w 3332"/>
                <a:gd name="T63" fmla="*/ 543 h 1714"/>
                <a:gd name="T64" fmla="*/ 1925 w 3332"/>
                <a:gd name="T65" fmla="*/ 491 h 1714"/>
                <a:gd name="T66" fmla="*/ 1711 w 3332"/>
                <a:gd name="T67" fmla="*/ 482 h 1714"/>
                <a:gd name="T68" fmla="*/ 1611 w 3332"/>
                <a:gd name="T69" fmla="*/ 450 h 1714"/>
                <a:gd name="T70" fmla="*/ 1095 w 3332"/>
                <a:gd name="T71" fmla="*/ 218 h 1714"/>
                <a:gd name="T72" fmla="*/ 489 w 3332"/>
                <a:gd name="T73" fmla="*/ 648 h 1714"/>
                <a:gd name="T74" fmla="*/ 149 w 3332"/>
                <a:gd name="T75" fmla="*/ 1314 h 1714"/>
                <a:gd name="T76" fmla="*/ 223 w 3332"/>
                <a:gd name="T77" fmla="*/ 1233 h 1714"/>
                <a:gd name="T78" fmla="*/ 589 w 3332"/>
                <a:gd name="T79" fmla="*/ 614 h 1714"/>
                <a:gd name="T80" fmla="*/ 1201 w 3332"/>
                <a:gd name="T81" fmla="*/ 234 h 1714"/>
                <a:gd name="T82" fmla="*/ 1950 w 3332"/>
                <a:gd name="T83" fmla="*/ 187 h 1714"/>
                <a:gd name="T84" fmla="*/ 2609 w 3332"/>
                <a:gd name="T85" fmla="*/ 493 h 1714"/>
                <a:gd name="T86" fmla="*/ 3045 w 3332"/>
                <a:gd name="T87" fmla="*/ 1061 h 1714"/>
                <a:gd name="T88" fmla="*/ 3214 w 3332"/>
                <a:gd name="T89" fmla="*/ 1505 h 1714"/>
                <a:gd name="T90" fmla="*/ 2957 w 3332"/>
                <a:gd name="T91" fmla="*/ 796 h 1714"/>
                <a:gd name="T92" fmla="*/ 2408 w 3332"/>
                <a:gd name="T93" fmla="*/ 298 h 1714"/>
                <a:gd name="T94" fmla="*/ 1665 w 3332"/>
                <a:gd name="T95" fmla="*/ 110 h 1714"/>
                <a:gd name="T96" fmla="*/ 2217 w 3332"/>
                <a:gd name="T97" fmla="*/ 93 h 1714"/>
                <a:gd name="T98" fmla="*/ 2844 w 3332"/>
                <a:gd name="T99" fmla="*/ 486 h 1714"/>
                <a:gd name="T100" fmla="*/ 3239 w 3332"/>
                <a:gd name="T101" fmla="*/ 1109 h 1714"/>
                <a:gd name="T102" fmla="*/ 3321 w 3332"/>
                <a:gd name="T103" fmla="*/ 1691 h 1714"/>
                <a:gd name="T104" fmla="*/ 3 w 3332"/>
                <a:gd name="T105" fmla="*/ 1676 h 1714"/>
                <a:gd name="T106" fmla="*/ 126 w 3332"/>
                <a:gd name="T107" fmla="*/ 1024 h 1714"/>
                <a:gd name="T108" fmla="*/ 557 w 3332"/>
                <a:gd name="T109" fmla="*/ 420 h 1714"/>
                <a:gd name="T110" fmla="*/ 1203 w 3332"/>
                <a:gd name="T111" fmla="*/ 64 h 1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32" h="1714">
                  <a:moveTo>
                    <a:pt x="2168" y="1236"/>
                  </a:moveTo>
                  <a:lnTo>
                    <a:pt x="1799" y="1603"/>
                  </a:lnTo>
                  <a:lnTo>
                    <a:pt x="2321" y="1603"/>
                  </a:lnTo>
                  <a:lnTo>
                    <a:pt x="2314" y="1545"/>
                  </a:lnTo>
                  <a:lnTo>
                    <a:pt x="2301" y="1488"/>
                  </a:lnTo>
                  <a:lnTo>
                    <a:pt x="2283" y="1432"/>
                  </a:lnTo>
                  <a:lnTo>
                    <a:pt x="2260" y="1380"/>
                  </a:lnTo>
                  <a:lnTo>
                    <a:pt x="2234" y="1329"/>
                  </a:lnTo>
                  <a:lnTo>
                    <a:pt x="2203" y="1281"/>
                  </a:lnTo>
                  <a:lnTo>
                    <a:pt x="2168" y="1236"/>
                  </a:lnTo>
                  <a:close/>
                  <a:moveTo>
                    <a:pt x="1665" y="1004"/>
                  </a:moveTo>
                  <a:lnTo>
                    <a:pt x="1602" y="1007"/>
                  </a:lnTo>
                  <a:lnTo>
                    <a:pt x="1540" y="1016"/>
                  </a:lnTo>
                  <a:lnTo>
                    <a:pt x="1480" y="1030"/>
                  </a:lnTo>
                  <a:lnTo>
                    <a:pt x="1422" y="1050"/>
                  </a:lnTo>
                  <a:lnTo>
                    <a:pt x="1368" y="1075"/>
                  </a:lnTo>
                  <a:lnTo>
                    <a:pt x="1315" y="1105"/>
                  </a:lnTo>
                  <a:lnTo>
                    <a:pt x="1266" y="1140"/>
                  </a:lnTo>
                  <a:lnTo>
                    <a:pt x="1220" y="1178"/>
                  </a:lnTo>
                  <a:lnTo>
                    <a:pt x="1178" y="1220"/>
                  </a:lnTo>
                  <a:lnTo>
                    <a:pt x="1139" y="1266"/>
                  </a:lnTo>
                  <a:lnTo>
                    <a:pt x="1106" y="1316"/>
                  </a:lnTo>
                  <a:lnTo>
                    <a:pt x="1077" y="1369"/>
                  </a:lnTo>
                  <a:lnTo>
                    <a:pt x="1052" y="1424"/>
                  </a:lnTo>
                  <a:lnTo>
                    <a:pt x="1032" y="1482"/>
                  </a:lnTo>
                  <a:lnTo>
                    <a:pt x="1019" y="1542"/>
                  </a:lnTo>
                  <a:lnTo>
                    <a:pt x="1011" y="1603"/>
                  </a:lnTo>
                  <a:lnTo>
                    <a:pt x="1643" y="1603"/>
                  </a:lnTo>
                  <a:lnTo>
                    <a:pt x="2090" y="1159"/>
                  </a:lnTo>
                  <a:lnTo>
                    <a:pt x="2045" y="1124"/>
                  </a:lnTo>
                  <a:lnTo>
                    <a:pt x="1998" y="1093"/>
                  </a:lnTo>
                  <a:lnTo>
                    <a:pt x="1948" y="1067"/>
                  </a:lnTo>
                  <a:lnTo>
                    <a:pt x="1896" y="1044"/>
                  </a:lnTo>
                  <a:lnTo>
                    <a:pt x="1841" y="1027"/>
                  </a:lnTo>
                  <a:lnTo>
                    <a:pt x="1785" y="1015"/>
                  </a:lnTo>
                  <a:lnTo>
                    <a:pt x="1726" y="1007"/>
                  </a:lnTo>
                  <a:lnTo>
                    <a:pt x="1665" y="1004"/>
                  </a:lnTo>
                  <a:close/>
                  <a:moveTo>
                    <a:pt x="1611" y="272"/>
                  </a:moveTo>
                  <a:lnTo>
                    <a:pt x="1525" y="278"/>
                  </a:lnTo>
                  <a:lnTo>
                    <a:pt x="1441" y="289"/>
                  </a:lnTo>
                  <a:lnTo>
                    <a:pt x="1358" y="305"/>
                  </a:lnTo>
                  <a:lnTo>
                    <a:pt x="1405" y="476"/>
                  </a:lnTo>
                  <a:lnTo>
                    <a:pt x="1407" y="491"/>
                  </a:lnTo>
                  <a:lnTo>
                    <a:pt x="1405" y="505"/>
                  </a:lnTo>
                  <a:lnTo>
                    <a:pt x="1400" y="518"/>
                  </a:lnTo>
                  <a:lnTo>
                    <a:pt x="1391" y="529"/>
                  </a:lnTo>
                  <a:lnTo>
                    <a:pt x="1380" y="538"/>
                  </a:lnTo>
                  <a:lnTo>
                    <a:pt x="1366" y="543"/>
                  </a:lnTo>
                  <a:lnTo>
                    <a:pt x="1358" y="545"/>
                  </a:lnTo>
                  <a:lnTo>
                    <a:pt x="1351" y="545"/>
                  </a:lnTo>
                  <a:lnTo>
                    <a:pt x="1337" y="543"/>
                  </a:lnTo>
                  <a:lnTo>
                    <a:pt x="1324" y="538"/>
                  </a:lnTo>
                  <a:lnTo>
                    <a:pt x="1313" y="529"/>
                  </a:lnTo>
                  <a:lnTo>
                    <a:pt x="1304" y="518"/>
                  </a:lnTo>
                  <a:lnTo>
                    <a:pt x="1298" y="504"/>
                  </a:lnTo>
                  <a:lnTo>
                    <a:pt x="1252" y="333"/>
                  </a:lnTo>
                  <a:lnTo>
                    <a:pt x="1172" y="361"/>
                  </a:lnTo>
                  <a:lnTo>
                    <a:pt x="1093" y="393"/>
                  </a:lnTo>
                  <a:lnTo>
                    <a:pt x="1017" y="430"/>
                  </a:lnTo>
                  <a:lnTo>
                    <a:pt x="1106" y="583"/>
                  </a:lnTo>
                  <a:lnTo>
                    <a:pt x="1112" y="597"/>
                  </a:lnTo>
                  <a:lnTo>
                    <a:pt x="1114" y="612"/>
                  </a:lnTo>
                  <a:lnTo>
                    <a:pt x="1112" y="626"/>
                  </a:lnTo>
                  <a:lnTo>
                    <a:pt x="1107" y="639"/>
                  </a:lnTo>
                  <a:lnTo>
                    <a:pt x="1098" y="650"/>
                  </a:lnTo>
                  <a:lnTo>
                    <a:pt x="1086" y="659"/>
                  </a:lnTo>
                  <a:lnTo>
                    <a:pt x="1073" y="664"/>
                  </a:lnTo>
                  <a:lnTo>
                    <a:pt x="1058" y="666"/>
                  </a:lnTo>
                  <a:lnTo>
                    <a:pt x="1044" y="664"/>
                  </a:lnTo>
                  <a:lnTo>
                    <a:pt x="1031" y="659"/>
                  </a:lnTo>
                  <a:lnTo>
                    <a:pt x="1020" y="651"/>
                  </a:lnTo>
                  <a:lnTo>
                    <a:pt x="1011" y="639"/>
                  </a:lnTo>
                  <a:lnTo>
                    <a:pt x="922" y="486"/>
                  </a:lnTo>
                  <a:lnTo>
                    <a:pt x="851" y="533"/>
                  </a:lnTo>
                  <a:lnTo>
                    <a:pt x="785" y="584"/>
                  </a:lnTo>
                  <a:lnTo>
                    <a:pt x="720" y="640"/>
                  </a:lnTo>
                  <a:lnTo>
                    <a:pt x="846" y="764"/>
                  </a:lnTo>
                  <a:lnTo>
                    <a:pt x="855" y="776"/>
                  </a:lnTo>
                  <a:lnTo>
                    <a:pt x="861" y="790"/>
                  </a:lnTo>
                  <a:lnTo>
                    <a:pt x="863" y="804"/>
                  </a:lnTo>
                  <a:lnTo>
                    <a:pt x="861" y="818"/>
                  </a:lnTo>
                  <a:lnTo>
                    <a:pt x="855" y="831"/>
                  </a:lnTo>
                  <a:lnTo>
                    <a:pt x="846" y="842"/>
                  </a:lnTo>
                  <a:lnTo>
                    <a:pt x="834" y="851"/>
                  </a:lnTo>
                  <a:lnTo>
                    <a:pt x="821" y="857"/>
                  </a:lnTo>
                  <a:lnTo>
                    <a:pt x="807" y="859"/>
                  </a:lnTo>
                  <a:lnTo>
                    <a:pt x="793" y="857"/>
                  </a:lnTo>
                  <a:lnTo>
                    <a:pt x="780" y="851"/>
                  </a:lnTo>
                  <a:lnTo>
                    <a:pt x="768" y="843"/>
                  </a:lnTo>
                  <a:lnTo>
                    <a:pt x="642" y="717"/>
                  </a:lnTo>
                  <a:lnTo>
                    <a:pt x="587" y="781"/>
                  </a:lnTo>
                  <a:lnTo>
                    <a:pt x="535" y="848"/>
                  </a:lnTo>
                  <a:lnTo>
                    <a:pt x="488" y="918"/>
                  </a:lnTo>
                  <a:lnTo>
                    <a:pt x="641" y="1006"/>
                  </a:lnTo>
                  <a:lnTo>
                    <a:pt x="653" y="1015"/>
                  </a:lnTo>
                  <a:lnTo>
                    <a:pt x="662" y="1027"/>
                  </a:lnTo>
                  <a:lnTo>
                    <a:pt x="668" y="1040"/>
                  </a:lnTo>
                  <a:lnTo>
                    <a:pt x="670" y="1054"/>
                  </a:lnTo>
                  <a:lnTo>
                    <a:pt x="668" y="1068"/>
                  </a:lnTo>
                  <a:lnTo>
                    <a:pt x="662" y="1081"/>
                  </a:lnTo>
                  <a:lnTo>
                    <a:pt x="652" y="1093"/>
                  </a:lnTo>
                  <a:lnTo>
                    <a:pt x="641" y="1101"/>
                  </a:lnTo>
                  <a:lnTo>
                    <a:pt x="628" y="1107"/>
                  </a:lnTo>
                  <a:lnTo>
                    <a:pt x="614" y="1109"/>
                  </a:lnTo>
                  <a:lnTo>
                    <a:pt x="600" y="1107"/>
                  </a:lnTo>
                  <a:lnTo>
                    <a:pt x="586" y="1101"/>
                  </a:lnTo>
                  <a:lnTo>
                    <a:pt x="432" y="1013"/>
                  </a:lnTo>
                  <a:lnTo>
                    <a:pt x="395" y="1088"/>
                  </a:lnTo>
                  <a:lnTo>
                    <a:pt x="363" y="1167"/>
                  </a:lnTo>
                  <a:lnTo>
                    <a:pt x="335" y="1246"/>
                  </a:lnTo>
                  <a:lnTo>
                    <a:pt x="507" y="1292"/>
                  </a:lnTo>
                  <a:lnTo>
                    <a:pt x="520" y="1298"/>
                  </a:lnTo>
                  <a:lnTo>
                    <a:pt x="531" y="1307"/>
                  </a:lnTo>
                  <a:lnTo>
                    <a:pt x="540" y="1319"/>
                  </a:lnTo>
                  <a:lnTo>
                    <a:pt x="545" y="1331"/>
                  </a:lnTo>
                  <a:lnTo>
                    <a:pt x="547" y="1345"/>
                  </a:lnTo>
                  <a:lnTo>
                    <a:pt x="545" y="1360"/>
                  </a:lnTo>
                  <a:lnTo>
                    <a:pt x="540" y="1374"/>
                  </a:lnTo>
                  <a:lnTo>
                    <a:pt x="531" y="1385"/>
                  </a:lnTo>
                  <a:lnTo>
                    <a:pt x="520" y="1393"/>
                  </a:lnTo>
                  <a:lnTo>
                    <a:pt x="507" y="1399"/>
                  </a:lnTo>
                  <a:lnTo>
                    <a:pt x="493" y="1401"/>
                  </a:lnTo>
                  <a:lnTo>
                    <a:pt x="486" y="1400"/>
                  </a:lnTo>
                  <a:lnTo>
                    <a:pt x="478" y="1399"/>
                  </a:lnTo>
                  <a:lnTo>
                    <a:pt x="306" y="1353"/>
                  </a:lnTo>
                  <a:lnTo>
                    <a:pt x="290" y="1435"/>
                  </a:lnTo>
                  <a:lnTo>
                    <a:pt x="279" y="1519"/>
                  </a:lnTo>
                  <a:lnTo>
                    <a:pt x="273" y="1603"/>
                  </a:lnTo>
                  <a:lnTo>
                    <a:pt x="900" y="1603"/>
                  </a:lnTo>
                  <a:lnTo>
                    <a:pt x="908" y="1535"/>
                  </a:lnTo>
                  <a:lnTo>
                    <a:pt x="922" y="1467"/>
                  </a:lnTo>
                  <a:lnTo>
                    <a:pt x="942" y="1403"/>
                  </a:lnTo>
                  <a:lnTo>
                    <a:pt x="968" y="1341"/>
                  </a:lnTo>
                  <a:lnTo>
                    <a:pt x="998" y="1281"/>
                  </a:lnTo>
                  <a:lnTo>
                    <a:pt x="1033" y="1225"/>
                  </a:lnTo>
                  <a:lnTo>
                    <a:pt x="1074" y="1173"/>
                  </a:lnTo>
                  <a:lnTo>
                    <a:pt x="1118" y="1123"/>
                  </a:lnTo>
                  <a:lnTo>
                    <a:pt x="1167" y="1078"/>
                  </a:lnTo>
                  <a:lnTo>
                    <a:pt x="1219" y="1037"/>
                  </a:lnTo>
                  <a:lnTo>
                    <a:pt x="1275" y="1001"/>
                  </a:lnTo>
                  <a:lnTo>
                    <a:pt x="1333" y="970"/>
                  </a:lnTo>
                  <a:lnTo>
                    <a:pt x="1395" y="942"/>
                  </a:lnTo>
                  <a:lnTo>
                    <a:pt x="1459" y="922"/>
                  </a:lnTo>
                  <a:lnTo>
                    <a:pt x="1526" y="906"/>
                  </a:lnTo>
                  <a:lnTo>
                    <a:pt x="1595" y="897"/>
                  </a:lnTo>
                  <a:lnTo>
                    <a:pt x="1665" y="894"/>
                  </a:lnTo>
                  <a:lnTo>
                    <a:pt x="1729" y="896"/>
                  </a:lnTo>
                  <a:lnTo>
                    <a:pt x="1791" y="904"/>
                  </a:lnTo>
                  <a:lnTo>
                    <a:pt x="1851" y="916"/>
                  </a:lnTo>
                  <a:lnTo>
                    <a:pt x="1910" y="933"/>
                  </a:lnTo>
                  <a:lnTo>
                    <a:pt x="1966" y="954"/>
                  </a:lnTo>
                  <a:lnTo>
                    <a:pt x="2021" y="981"/>
                  </a:lnTo>
                  <a:lnTo>
                    <a:pt x="2073" y="1010"/>
                  </a:lnTo>
                  <a:lnTo>
                    <a:pt x="2122" y="1044"/>
                  </a:lnTo>
                  <a:lnTo>
                    <a:pt x="2168" y="1080"/>
                  </a:lnTo>
                  <a:lnTo>
                    <a:pt x="2313" y="936"/>
                  </a:lnTo>
                  <a:lnTo>
                    <a:pt x="2325" y="927"/>
                  </a:lnTo>
                  <a:lnTo>
                    <a:pt x="2338" y="922"/>
                  </a:lnTo>
                  <a:lnTo>
                    <a:pt x="2352" y="920"/>
                  </a:lnTo>
                  <a:lnTo>
                    <a:pt x="2366" y="922"/>
                  </a:lnTo>
                  <a:lnTo>
                    <a:pt x="2380" y="927"/>
                  </a:lnTo>
                  <a:lnTo>
                    <a:pt x="2392" y="936"/>
                  </a:lnTo>
                  <a:lnTo>
                    <a:pt x="2401" y="947"/>
                  </a:lnTo>
                  <a:lnTo>
                    <a:pt x="2406" y="962"/>
                  </a:lnTo>
                  <a:lnTo>
                    <a:pt x="2408" y="975"/>
                  </a:lnTo>
                  <a:lnTo>
                    <a:pt x="2406" y="989"/>
                  </a:lnTo>
                  <a:lnTo>
                    <a:pt x="2401" y="1002"/>
                  </a:lnTo>
                  <a:lnTo>
                    <a:pt x="2392" y="1014"/>
                  </a:lnTo>
                  <a:lnTo>
                    <a:pt x="2246" y="1159"/>
                  </a:lnTo>
                  <a:lnTo>
                    <a:pt x="2285" y="1205"/>
                  </a:lnTo>
                  <a:lnTo>
                    <a:pt x="2318" y="1255"/>
                  </a:lnTo>
                  <a:lnTo>
                    <a:pt x="2348" y="1308"/>
                  </a:lnTo>
                  <a:lnTo>
                    <a:pt x="2375" y="1363"/>
                  </a:lnTo>
                  <a:lnTo>
                    <a:pt x="2396" y="1420"/>
                  </a:lnTo>
                  <a:lnTo>
                    <a:pt x="2413" y="1479"/>
                  </a:lnTo>
                  <a:lnTo>
                    <a:pt x="2425" y="1541"/>
                  </a:lnTo>
                  <a:lnTo>
                    <a:pt x="2432" y="1603"/>
                  </a:lnTo>
                  <a:lnTo>
                    <a:pt x="2432" y="1604"/>
                  </a:lnTo>
                  <a:lnTo>
                    <a:pt x="3058" y="1604"/>
                  </a:lnTo>
                  <a:lnTo>
                    <a:pt x="3052" y="1519"/>
                  </a:lnTo>
                  <a:lnTo>
                    <a:pt x="3041" y="1435"/>
                  </a:lnTo>
                  <a:lnTo>
                    <a:pt x="3026" y="1353"/>
                  </a:lnTo>
                  <a:lnTo>
                    <a:pt x="2853" y="1399"/>
                  </a:lnTo>
                  <a:lnTo>
                    <a:pt x="2846" y="1400"/>
                  </a:lnTo>
                  <a:lnTo>
                    <a:pt x="2839" y="1401"/>
                  </a:lnTo>
                  <a:lnTo>
                    <a:pt x="2825" y="1399"/>
                  </a:lnTo>
                  <a:lnTo>
                    <a:pt x="2812" y="1393"/>
                  </a:lnTo>
                  <a:lnTo>
                    <a:pt x="2801" y="1385"/>
                  </a:lnTo>
                  <a:lnTo>
                    <a:pt x="2792" y="1374"/>
                  </a:lnTo>
                  <a:lnTo>
                    <a:pt x="2786" y="1360"/>
                  </a:lnTo>
                  <a:lnTo>
                    <a:pt x="2785" y="1345"/>
                  </a:lnTo>
                  <a:lnTo>
                    <a:pt x="2787" y="1331"/>
                  </a:lnTo>
                  <a:lnTo>
                    <a:pt x="2792" y="1319"/>
                  </a:lnTo>
                  <a:lnTo>
                    <a:pt x="2800" y="1307"/>
                  </a:lnTo>
                  <a:lnTo>
                    <a:pt x="2812" y="1298"/>
                  </a:lnTo>
                  <a:lnTo>
                    <a:pt x="2825" y="1292"/>
                  </a:lnTo>
                  <a:lnTo>
                    <a:pt x="2997" y="1246"/>
                  </a:lnTo>
                  <a:lnTo>
                    <a:pt x="2969" y="1167"/>
                  </a:lnTo>
                  <a:lnTo>
                    <a:pt x="2936" y="1088"/>
                  </a:lnTo>
                  <a:lnTo>
                    <a:pt x="2900" y="1013"/>
                  </a:lnTo>
                  <a:lnTo>
                    <a:pt x="2745" y="1101"/>
                  </a:lnTo>
                  <a:lnTo>
                    <a:pt x="2732" y="1107"/>
                  </a:lnTo>
                  <a:lnTo>
                    <a:pt x="2718" y="1108"/>
                  </a:lnTo>
                  <a:lnTo>
                    <a:pt x="2704" y="1107"/>
                  </a:lnTo>
                  <a:lnTo>
                    <a:pt x="2691" y="1101"/>
                  </a:lnTo>
                  <a:lnTo>
                    <a:pt x="2680" y="1093"/>
                  </a:lnTo>
                  <a:lnTo>
                    <a:pt x="2670" y="1081"/>
                  </a:lnTo>
                  <a:lnTo>
                    <a:pt x="2664" y="1068"/>
                  </a:lnTo>
                  <a:lnTo>
                    <a:pt x="2662" y="1053"/>
                  </a:lnTo>
                  <a:lnTo>
                    <a:pt x="2664" y="1040"/>
                  </a:lnTo>
                  <a:lnTo>
                    <a:pt x="2670" y="1027"/>
                  </a:lnTo>
                  <a:lnTo>
                    <a:pt x="2679" y="1015"/>
                  </a:lnTo>
                  <a:lnTo>
                    <a:pt x="2691" y="1006"/>
                  </a:lnTo>
                  <a:lnTo>
                    <a:pt x="2844" y="918"/>
                  </a:lnTo>
                  <a:lnTo>
                    <a:pt x="2797" y="848"/>
                  </a:lnTo>
                  <a:lnTo>
                    <a:pt x="2745" y="780"/>
                  </a:lnTo>
                  <a:lnTo>
                    <a:pt x="2690" y="717"/>
                  </a:lnTo>
                  <a:lnTo>
                    <a:pt x="2563" y="842"/>
                  </a:lnTo>
                  <a:lnTo>
                    <a:pt x="2552" y="851"/>
                  </a:lnTo>
                  <a:lnTo>
                    <a:pt x="2539" y="857"/>
                  </a:lnTo>
                  <a:lnTo>
                    <a:pt x="2525" y="859"/>
                  </a:lnTo>
                  <a:lnTo>
                    <a:pt x="2511" y="857"/>
                  </a:lnTo>
                  <a:lnTo>
                    <a:pt x="2498" y="851"/>
                  </a:lnTo>
                  <a:lnTo>
                    <a:pt x="2486" y="842"/>
                  </a:lnTo>
                  <a:lnTo>
                    <a:pt x="2477" y="831"/>
                  </a:lnTo>
                  <a:lnTo>
                    <a:pt x="2471" y="818"/>
                  </a:lnTo>
                  <a:lnTo>
                    <a:pt x="2469" y="804"/>
                  </a:lnTo>
                  <a:lnTo>
                    <a:pt x="2471" y="790"/>
                  </a:lnTo>
                  <a:lnTo>
                    <a:pt x="2477" y="776"/>
                  </a:lnTo>
                  <a:lnTo>
                    <a:pt x="2486" y="764"/>
                  </a:lnTo>
                  <a:lnTo>
                    <a:pt x="2611" y="640"/>
                  </a:lnTo>
                  <a:lnTo>
                    <a:pt x="2547" y="584"/>
                  </a:lnTo>
                  <a:lnTo>
                    <a:pt x="2481" y="533"/>
                  </a:lnTo>
                  <a:lnTo>
                    <a:pt x="2410" y="486"/>
                  </a:lnTo>
                  <a:lnTo>
                    <a:pt x="2321" y="639"/>
                  </a:lnTo>
                  <a:lnTo>
                    <a:pt x="2312" y="651"/>
                  </a:lnTo>
                  <a:lnTo>
                    <a:pt x="2301" y="659"/>
                  </a:lnTo>
                  <a:lnTo>
                    <a:pt x="2288" y="664"/>
                  </a:lnTo>
                  <a:lnTo>
                    <a:pt x="2274" y="666"/>
                  </a:lnTo>
                  <a:lnTo>
                    <a:pt x="2259" y="664"/>
                  </a:lnTo>
                  <a:lnTo>
                    <a:pt x="2245" y="659"/>
                  </a:lnTo>
                  <a:lnTo>
                    <a:pt x="2234" y="650"/>
                  </a:lnTo>
                  <a:lnTo>
                    <a:pt x="2225" y="639"/>
                  </a:lnTo>
                  <a:lnTo>
                    <a:pt x="2220" y="626"/>
                  </a:lnTo>
                  <a:lnTo>
                    <a:pt x="2218" y="612"/>
                  </a:lnTo>
                  <a:lnTo>
                    <a:pt x="2220" y="597"/>
                  </a:lnTo>
                  <a:lnTo>
                    <a:pt x="2225" y="583"/>
                  </a:lnTo>
                  <a:lnTo>
                    <a:pt x="2314" y="430"/>
                  </a:lnTo>
                  <a:lnTo>
                    <a:pt x="2238" y="393"/>
                  </a:lnTo>
                  <a:lnTo>
                    <a:pt x="2160" y="361"/>
                  </a:lnTo>
                  <a:lnTo>
                    <a:pt x="2080" y="333"/>
                  </a:lnTo>
                  <a:lnTo>
                    <a:pt x="2034" y="505"/>
                  </a:lnTo>
                  <a:lnTo>
                    <a:pt x="2028" y="518"/>
                  </a:lnTo>
                  <a:lnTo>
                    <a:pt x="2019" y="529"/>
                  </a:lnTo>
                  <a:lnTo>
                    <a:pt x="2008" y="538"/>
                  </a:lnTo>
                  <a:lnTo>
                    <a:pt x="1995" y="543"/>
                  </a:lnTo>
                  <a:lnTo>
                    <a:pt x="1981" y="545"/>
                  </a:lnTo>
                  <a:lnTo>
                    <a:pt x="1974" y="545"/>
                  </a:lnTo>
                  <a:lnTo>
                    <a:pt x="1966" y="543"/>
                  </a:lnTo>
                  <a:lnTo>
                    <a:pt x="1952" y="538"/>
                  </a:lnTo>
                  <a:lnTo>
                    <a:pt x="1941" y="529"/>
                  </a:lnTo>
                  <a:lnTo>
                    <a:pt x="1932" y="518"/>
                  </a:lnTo>
                  <a:lnTo>
                    <a:pt x="1927" y="505"/>
                  </a:lnTo>
                  <a:lnTo>
                    <a:pt x="1925" y="491"/>
                  </a:lnTo>
                  <a:lnTo>
                    <a:pt x="1927" y="476"/>
                  </a:lnTo>
                  <a:lnTo>
                    <a:pt x="1974" y="305"/>
                  </a:lnTo>
                  <a:lnTo>
                    <a:pt x="1891" y="289"/>
                  </a:lnTo>
                  <a:lnTo>
                    <a:pt x="1807" y="278"/>
                  </a:lnTo>
                  <a:lnTo>
                    <a:pt x="1721" y="272"/>
                  </a:lnTo>
                  <a:lnTo>
                    <a:pt x="1721" y="450"/>
                  </a:lnTo>
                  <a:lnTo>
                    <a:pt x="1718" y="467"/>
                  </a:lnTo>
                  <a:lnTo>
                    <a:pt x="1711" y="482"/>
                  </a:lnTo>
                  <a:lnTo>
                    <a:pt x="1699" y="494"/>
                  </a:lnTo>
                  <a:lnTo>
                    <a:pt x="1684" y="502"/>
                  </a:lnTo>
                  <a:lnTo>
                    <a:pt x="1665" y="504"/>
                  </a:lnTo>
                  <a:lnTo>
                    <a:pt x="1648" y="502"/>
                  </a:lnTo>
                  <a:lnTo>
                    <a:pt x="1633" y="494"/>
                  </a:lnTo>
                  <a:lnTo>
                    <a:pt x="1621" y="482"/>
                  </a:lnTo>
                  <a:lnTo>
                    <a:pt x="1614" y="467"/>
                  </a:lnTo>
                  <a:lnTo>
                    <a:pt x="1611" y="450"/>
                  </a:lnTo>
                  <a:lnTo>
                    <a:pt x="1611" y="272"/>
                  </a:lnTo>
                  <a:close/>
                  <a:moveTo>
                    <a:pt x="1665" y="110"/>
                  </a:moveTo>
                  <a:lnTo>
                    <a:pt x="1566" y="113"/>
                  </a:lnTo>
                  <a:lnTo>
                    <a:pt x="1468" y="123"/>
                  </a:lnTo>
                  <a:lnTo>
                    <a:pt x="1372" y="138"/>
                  </a:lnTo>
                  <a:lnTo>
                    <a:pt x="1277" y="159"/>
                  </a:lnTo>
                  <a:lnTo>
                    <a:pt x="1185" y="186"/>
                  </a:lnTo>
                  <a:lnTo>
                    <a:pt x="1095" y="218"/>
                  </a:lnTo>
                  <a:lnTo>
                    <a:pt x="1008" y="255"/>
                  </a:lnTo>
                  <a:lnTo>
                    <a:pt x="924" y="298"/>
                  </a:lnTo>
                  <a:lnTo>
                    <a:pt x="842" y="345"/>
                  </a:lnTo>
                  <a:lnTo>
                    <a:pt x="765" y="397"/>
                  </a:lnTo>
                  <a:lnTo>
                    <a:pt x="690" y="454"/>
                  </a:lnTo>
                  <a:lnTo>
                    <a:pt x="619" y="514"/>
                  </a:lnTo>
                  <a:lnTo>
                    <a:pt x="551" y="579"/>
                  </a:lnTo>
                  <a:lnTo>
                    <a:pt x="489" y="648"/>
                  </a:lnTo>
                  <a:lnTo>
                    <a:pt x="429" y="720"/>
                  </a:lnTo>
                  <a:lnTo>
                    <a:pt x="375" y="796"/>
                  </a:lnTo>
                  <a:lnTo>
                    <a:pt x="325" y="875"/>
                  </a:lnTo>
                  <a:lnTo>
                    <a:pt x="280" y="957"/>
                  </a:lnTo>
                  <a:lnTo>
                    <a:pt x="239" y="1042"/>
                  </a:lnTo>
                  <a:lnTo>
                    <a:pt x="204" y="1130"/>
                  </a:lnTo>
                  <a:lnTo>
                    <a:pt x="174" y="1221"/>
                  </a:lnTo>
                  <a:lnTo>
                    <a:pt x="149" y="1314"/>
                  </a:lnTo>
                  <a:lnTo>
                    <a:pt x="131" y="1408"/>
                  </a:lnTo>
                  <a:lnTo>
                    <a:pt x="118" y="1505"/>
                  </a:lnTo>
                  <a:lnTo>
                    <a:pt x="111" y="1603"/>
                  </a:lnTo>
                  <a:lnTo>
                    <a:pt x="163" y="1603"/>
                  </a:lnTo>
                  <a:lnTo>
                    <a:pt x="170" y="1509"/>
                  </a:lnTo>
                  <a:lnTo>
                    <a:pt x="182" y="1415"/>
                  </a:lnTo>
                  <a:lnTo>
                    <a:pt x="200" y="1324"/>
                  </a:lnTo>
                  <a:lnTo>
                    <a:pt x="223" y="1233"/>
                  </a:lnTo>
                  <a:lnTo>
                    <a:pt x="253" y="1147"/>
                  </a:lnTo>
                  <a:lnTo>
                    <a:pt x="287" y="1061"/>
                  </a:lnTo>
                  <a:lnTo>
                    <a:pt x="325" y="979"/>
                  </a:lnTo>
                  <a:lnTo>
                    <a:pt x="370" y="899"/>
                  </a:lnTo>
                  <a:lnTo>
                    <a:pt x="418" y="823"/>
                  </a:lnTo>
                  <a:lnTo>
                    <a:pt x="471" y="750"/>
                  </a:lnTo>
                  <a:lnTo>
                    <a:pt x="528" y="680"/>
                  </a:lnTo>
                  <a:lnTo>
                    <a:pt x="589" y="614"/>
                  </a:lnTo>
                  <a:lnTo>
                    <a:pt x="654" y="551"/>
                  </a:lnTo>
                  <a:lnTo>
                    <a:pt x="723" y="493"/>
                  </a:lnTo>
                  <a:lnTo>
                    <a:pt x="795" y="439"/>
                  </a:lnTo>
                  <a:lnTo>
                    <a:pt x="871" y="388"/>
                  </a:lnTo>
                  <a:lnTo>
                    <a:pt x="948" y="342"/>
                  </a:lnTo>
                  <a:lnTo>
                    <a:pt x="1030" y="301"/>
                  </a:lnTo>
                  <a:lnTo>
                    <a:pt x="1114" y="265"/>
                  </a:lnTo>
                  <a:lnTo>
                    <a:pt x="1201" y="234"/>
                  </a:lnTo>
                  <a:lnTo>
                    <a:pt x="1290" y="208"/>
                  </a:lnTo>
                  <a:lnTo>
                    <a:pt x="1381" y="187"/>
                  </a:lnTo>
                  <a:lnTo>
                    <a:pt x="1475" y="173"/>
                  </a:lnTo>
                  <a:lnTo>
                    <a:pt x="1570" y="164"/>
                  </a:lnTo>
                  <a:lnTo>
                    <a:pt x="1665" y="161"/>
                  </a:lnTo>
                  <a:lnTo>
                    <a:pt x="1762" y="164"/>
                  </a:lnTo>
                  <a:lnTo>
                    <a:pt x="1857" y="173"/>
                  </a:lnTo>
                  <a:lnTo>
                    <a:pt x="1950" y="187"/>
                  </a:lnTo>
                  <a:lnTo>
                    <a:pt x="2042" y="208"/>
                  </a:lnTo>
                  <a:lnTo>
                    <a:pt x="2131" y="234"/>
                  </a:lnTo>
                  <a:lnTo>
                    <a:pt x="2218" y="265"/>
                  </a:lnTo>
                  <a:lnTo>
                    <a:pt x="2302" y="301"/>
                  </a:lnTo>
                  <a:lnTo>
                    <a:pt x="2383" y="342"/>
                  </a:lnTo>
                  <a:lnTo>
                    <a:pt x="2461" y="388"/>
                  </a:lnTo>
                  <a:lnTo>
                    <a:pt x="2537" y="438"/>
                  </a:lnTo>
                  <a:lnTo>
                    <a:pt x="2609" y="493"/>
                  </a:lnTo>
                  <a:lnTo>
                    <a:pt x="2678" y="551"/>
                  </a:lnTo>
                  <a:lnTo>
                    <a:pt x="2743" y="614"/>
                  </a:lnTo>
                  <a:lnTo>
                    <a:pt x="2804" y="680"/>
                  </a:lnTo>
                  <a:lnTo>
                    <a:pt x="2861" y="750"/>
                  </a:lnTo>
                  <a:lnTo>
                    <a:pt x="2914" y="823"/>
                  </a:lnTo>
                  <a:lnTo>
                    <a:pt x="2962" y="899"/>
                  </a:lnTo>
                  <a:lnTo>
                    <a:pt x="3006" y="979"/>
                  </a:lnTo>
                  <a:lnTo>
                    <a:pt x="3045" y="1061"/>
                  </a:lnTo>
                  <a:lnTo>
                    <a:pt x="3079" y="1147"/>
                  </a:lnTo>
                  <a:lnTo>
                    <a:pt x="3109" y="1233"/>
                  </a:lnTo>
                  <a:lnTo>
                    <a:pt x="3132" y="1324"/>
                  </a:lnTo>
                  <a:lnTo>
                    <a:pt x="3150" y="1415"/>
                  </a:lnTo>
                  <a:lnTo>
                    <a:pt x="3162" y="1509"/>
                  </a:lnTo>
                  <a:lnTo>
                    <a:pt x="3169" y="1603"/>
                  </a:lnTo>
                  <a:lnTo>
                    <a:pt x="3220" y="1603"/>
                  </a:lnTo>
                  <a:lnTo>
                    <a:pt x="3214" y="1505"/>
                  </a:lnTo>
                  <a:lnTo>
                    <a:pt x="3201" y="1408"/>
                  </a:lnTo>
                  <a:lnTo>
                    <a:pt x="3183" y="1314"/>
                  </a:lnTo>
                  <a:lnTo>
                    <a:pt x="3158" y="1221"/>
                  </a:lnTo>
                  <a:lnTo>
                    <a:pt x="3128" y="1130"/>
                  </a:lnTo>
                  <a:lnTo>
                    <a:pt x="3093" y="1042"/>
                  </a:lnTo>
                  <a:lnTo>
                    <a:pt x="3052" y="957"/>
                  </a:lnTo>
                  <a:lnTo>
                    <a:pt x="3007" y="875"/>
                  </a:lnTo>
                  <a:lnTo>
                    <a:pt x="2957" y="796"/>
                  </a:lnTo>
                  <a:lnTo>
                    <a:pt x="2903" y="720"/>
                  </a:lnTo>
                  <a:lnTo>
                    <a:pt x="2843" y="648"/>
                  </a:lnTo>
                  <a:lnTo>
                    <a:pt x="2780" y="579"/>
                  </a:lnTo>
                  <a:lnTo>
                    <a:pt x="2713" y="514"/>
                  </a:lnTo>
                  <a:lnTo>
                    <a:pt x="2642" y="454"/>
                  </a:lnTo>
                  <a:lnTo>
                    <a:pt x="2567" y="397"/>
                  </a:lnTo>
                  <a:lnTo>
                    <a:pt x="2490" y="345"/>
                  </a:lnTo>
                  <a:lnTo>
                    <a:pt x="2408" y="298"/>
                  </a:lnTo>
                  <a:lnTo>
                    <a:pt x="2324" y="255"/>
                  </a:lnTo>
                  <a:lnTo>
                    <a:pt x="2237" y="218"/>
                  </a:lnTo>
                  <a:lnTo>
                    <a:pt x="2147" y="186"/>
                  </a:lnTo>
                  <a:lnTo>
                    <a:pt x="2055" y="159"/>
                  </a:lnTo>
                  <a:lnTo>
                    <a:pt x="1960" y="138"/>
                  </a:lnTo>
                  <a:lnTo>
                    <a:pt x="1864" y="123"/>
                  </a:lnTo>
                  <a:lnTo>
                    <a:pt x="1765" y="113"/>
                  </a:lnTo>
                  <a:lnTo>
                    <a:pt x="1665" y="110"/>
                  </a:lnTo>
                  <a:close/>
                  <a:moveTo>
                    <a:pt x="1665" y="0"/>
                  </a:moveTo>
                  <a:lnTo>
                    <a:pt x="1665" y="0"/>
                  </a:lnTo>
                  <a:lnTo>
                    <a:pt x="1760" y="2"/>
                  </a:lnTo>
                  <a:lnTo>
                    <a:pt x="1854" y="10"/>
                  </a:lnTo>
                  <a:lnTo>
                    <a:pt x="1947" y="23"/>
                  </a:lnTo>
                  <a:lnTo>
                    <a:pt x="2039" y="41"/>
                  </a:lnTo>
                  <a:lnTo>
                    <a:pt x="2129" y="64"/>
                  </a:lnTo>
                  <a:lnTo>
                    <a:pt x="2217" y="93"/>
                  </a:lnTo>
                  <a:lnTo>
                    <a:pt x="2304" y="125"/>
                  </a:lnTo>
                  <a:lnTo>
                    <a:pt x="2389" y="163"/>
                  </a:lnTo>
                  <a:lnTo>
                    <a:pt x="2470" y="205"/>
                  </a:lnTo>
                  <a:lnTo>
                    <a:pt x="2550" y="252"/>
                  </a:lnTo>
                  <a:lnTo>
                    <a:pt x="2628" y="304"/>
                  </a:lnTo>
                  <a:lnTo>
                    <a:pt x="2703" y="360"/>
                  </a:lnTo>
                  <a:lnTo>
                    <a:pt x="2774" y="420"/>
                  </a:lnTo>
                  <a:lnTo>
                    <a:pt x="2844" y="486"/>
                  </a:lnTo>
                  <a:lnTo>
                    <a:pt x="2909" y="554"/>
                  </a:lnTo>
                  <a:lnTo>
                    <a:pt x="2970" y="626"/>
                  </a:lnTo>
                  <a:lnTo>
                    <a:pt x="3026" y="701"/>
                  </a:lnTo>
                  <a:lnTo>
                    <a:pt x="3078" y="777"/>
                  </a:lnTo>
                  <a:lnTo>
                    <a:pt x="3125" y="857"/>
                  </a:lnTo>
                  <a:lnTo>
                    <a:pt x="3168" y="939"/>
                  </a:lnTo>
                  <a:lnTo>
                    <a:pt x="3206" y="1024"/>
                  </a:lnTo>
                  <a:lnTo>
                    <a:pt x="3239" y="1109"/>
                  </a:lnTo>
                  <a:lnTo>
                    <a:pt x="3267" y="1198"/>
                  </a:lnTo>
                  <a:lnTo>
                    <a:pt x="3291" y="1287"/>
                  </a:lnTo>
                  <a:lnTo>
                    <a:pt x="3308" y="1378"/>
                  </a:lnTo>
                  <a:lnTo>
                    <a:pt x="3321" y="1470"/>
                  </a:lnTo>
                  <a:lnTo>
                    <a:pt x="3329" y="1564"/>
                  </a:lnTo>
                  <a:lnTo>
                    <a:pt x="3332" y="1659"/>
                  </a:lnTo>
                  <a:lnTo>
                    <a:pt x="3329" y="1676"/>
                  </a:lnTo>
                  <a:lnTo>
                    <a:pt x="3321" y="1691"/>
                  </a:lnTo>
                  <a:lnTo>
                    <a:pt x="3309" y="1703"/>
                  </a:lnTo>
                  <a:lnTo>
                    <a:pt x="3294" y="1711"/>
                  </a:lnTo>
                  <a:lnTo>
                    <a:pt x="3276" y="1714"/>
                  </a:lnTo>
                  <a:lnTo>
                    <a:pt x="56" y="1714"/>
                  </a:lnTo>
                  <a:lnTo>
                    <a:pt x="37" y="1711"/>
                  </a:lnTo>
                  <a:lnTo>
                    <a:pt x="22" y="1703"/>
                  </a:lnTo>
                  <a:lnTo>
                    <a:pt x="11" y="1691"/>
                  </a:lnTo>
                  <a:lnTo>
                    <a:pt x="3" y="1676"/>
                  </a:lnTo>
                  <a:lnTo>
                    <a:pt x="0" y="1659"/>
                  </a:lnTo>
                  <a:lnTo>
                    <a:pt x="3" y="1564"/>
                  </a:lnTo>
                  <a:lnTo>
                    <a:pt x="10" y="1470"/>
                  </a:lnTo>
                  <a:lnTo>
                    <a:pt x="23" y="1378"/>
                  </a:lnTo>
                  <a:lnTo>
                    <a:pt x="41" y="1287"/>
                  </a:lnTo>
                  <a:lnTo>
                    <a:pt x="65" y="1198"/>
                  </a:lnTo>
                  <a:lnTo>
                    <a:pt x="93" y="1109"/>
                  </a:lnTo>
                  <a:lnTo>
                    <a:pt x="126" y="1024"/>
                  </a:lnTo>
                  <a:lnTo>
                    <a:pt x="164" y="939"/>
                  </a:lnTo>
                  <a:lnTo>
                    <a:pt x="206" y="857"/>
                  </a:lnTo>
                  <a:lnTo>
                    <a:pt x="254" y="777"/>
                  </a:lnTo>
                  <a:lnTo>
                    <a:pt x="305" y="701"/>
                  </a:lnTo>
                  <a:lnTo>
                    <a:pt x="362" y="626"/>
                  </a:lnTo>
                  <a:lnTo>
                    <a:pt x="423" y="554"/>
                  </a:lnTo>
                  <a:lnTo>
                    <a:pt x="488" y="486"/>
                  </a:lnTo>
                  <a:lnTo>
                    <a:pt x="557" y="420"/>
                  </a:lnTo>
                  <a:lnTo>
                    <a:pt x="629" y="360"/>
                  </a:lnTo>
                  <a:lnTo>
                    <a:pt x="704" y="304"/>
                  </a:lnTo>
                  <a:lnTo>
                    <a:pt x="781" y="252"/>
                  </a:lnTo>
                  <a:lnTo>
                    <a:pt x="862" y="205"/>
                  </a:lnTo>
                  <a:lnTo>
                    <a:pt x="943" y="163"/>
                  </a:lnTo>
                  <a:lnTo>
                    <a:pt x="1028" y="125"/>
                  </a:lnTo>
                  <a:lnTo>
                    <a:pt x="1114" y="93"/>
                  </a:lnTo>
                  <a:lnTo>
                    <a:pt x="1203" y="64"/>
                  </a:lnTo>
                  <a:lnTo>
                    <a:pt x="1293" y="41"/>
                  </a:lnTo>
                  <a:lnTo>
                    <a:pt x="1385" y="23"/>
                  </a:lnTo>
                  <a:lnTo>
                    <a:pt x="1477" y="10"/>
                  </a:lnTo>
                  <a:lnTo>
                    <a:pt x="1571" y="2"/>
                  </a:lnTo>
                  <a:lnTo>
                    <a:pt x="1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C7A4432D-4D60-4D8A-A2BB-872A7FBB3515}"/>
              </a:ext>
            </a:extLst>
          </p:cNvPr>
          <p:cNvGrpSpPr/>
          <p:nvPr/>
        </p:nvGrpSpPr>
        <p:grpSpPr>
          <a:xfrm flipH="1">
            <a:off x="4709414" y="3774074"/>
            <a:ext cx="310332" cy="293999"/>
            <a:chOff x="6022975" y="5233988"/>
            <a:chExt cx="452438" cy="4286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11" name="Freeform 551">
              <a:extLst>
                <a:ext uri="{FF2B5EF4-FFF2-40B4-BE49-F238E27FC236}">
                  <a16:creationId xmlns:a16="http://schemas.microsoft.com/office/drawing/2014/main" id="{0F82CA35-7F30-450F-AEAE-E0C27F0C5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5233988"/>
              <a:ext cx="452438" cy="15875"/>
            </a:xfrm>
            <a:custGeom>
              <a:avLst/>
              <a:gdLst>
                <a:gd name="T0" fmla="*/ 60 w 3420"/>
                <a:gd name="T1" fmla="*/ 0 h 121"/>
                <a:gd name="T2" fmla="*/ 3360 w 3420"/>
                <a:gd name="T3" fmla="*/ 0 h 121"/>
                <a:gd name="T4" fmla="*/ 3379 w 3420"/>
                <a:gd name="T5" fmla="*/ 3 h 121"/>
                <a:gd name="T6" fmla="*/ 3395 w 3420"/>
                <a:gd name="T7" fmla="*/ 13 h 121"/>
                <a:gd name="T8" fmla="*/ 3409 w 3420"/>
                <a:gd name="T9" fmla="*/ 25 h 121"/>
                <a:gd name="T10" fmla="*/ 3417 w 3420"/>
                <a:gd name="T11" fmla="*/ 42 h 121"/>
                <a:gd name="T12" fmla="*/ 3420 w 3420"/>
                <a:gd name="T13" fmla="*/ 61 h 121"/>
                <a:gd name="T14" fmla="*/ 3417 w 3420"/>
                <a:gd name="T15" fmla="*/ 80 h 121"/>
                <a:gd name="T16" fmla="*/ 3409 w 3420"/>
                <a:gd name="T17" fmla="*/ 96 h 121"/>
                <a:gd name="T18" fmla="*/ 3395 w 3420"/>
                <a:gd name="T19" fmla="*/ 110 h 121"/>
                <a:gd name="T20" fmla="*/ 3379 w 3420"/>
                <a:gd name="T21" fmla="*/ 118 h 121"/>
                <a:gd name="T22" fmla="*/ 3360 w 3420"/>
                <a:gd name="T23" fmla="*/ 121 h 121"/>
                <a:gd name="T24" fmla="*/ 60 w 3420"/>
                <a:gd name="T25" fmla="*/ 121 h 121"/>
                <a:gd name="T26" fmla="*/ 41 w 3420"/>
                <a:gd name="T27" fmla="*/ 118 h 121"/>
                <a:gd name="T28" fmla="*/ 25 w 3420"/>
                <a:gd name="T29" fmla="*/ 110 h 121"/>
                <a:gd name="T30" fmla="*/ 11 w 3420"/>
                <a:gd name="T31" fmla="*/ 96 h 121"/>
                <a:gd name="T32" fmla="*/ 3 w 3420"/>
                <a:gd name="T33" fmla="*/ 80 h 121"/>
                <a:gd name="T34" fmla="*/ 0 w 3420"/>
                <a:gd name="T35" fmla="*/ 61 h 121"/>
                <a:gd name="T36" fmla="*/ 3 w 3420"/>
                <a:gd name="T37" fmla="*/ 42 h 121"/>
                <a:gd name="T38" fmla="*/ 11 w 3420"/>
                <a:gd name="T39" fmla="*/ 25 h 121"/>
                <a:gd name="T40" fmla="*/ 25 w 3420"/>
                <a:gd name="T41" fmla="*/ 13 h 121"/>
                <a:gd name="T42" fmla="*/ 41 w 3420"/>
                <a:gd name="T43" fmla="*/ 3 h 121"/>
                <a:gd name="T44" fmla="*/ 60 w 3420"/>
                <a:gd name="T45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20" h="121">
                  <a:moveTo>
                    <a:pt x="60" y="0"/>
                  </a:moveTo>
                  <a:lnTo>
                    <a:pt x="3360" y="0"/>
                  </a:lnTo>
                  <a:lnTo>
                    <a:pt x="3379" y="3"/>
                  </a:lnTo>
                  <a:lnTo>
                    <a:pt x="3395" y="13"/>
                  </a:lnTo>
                  <a:lnTo>
                    <a:pt x="3409" y="25"/>
                  </a:lnTo>
                  <a:lnTo>
                    <a:pt x="3417" y="42"/>
                  </a:lnTo>
                  <a:lnTo>
                    <a:pt x="3420" y="61"/>
                  </a:lnTo>
                  <a:lnTo>
                    <a:pt x="3417" y="80"/>
                  </a:lnTo>
                  <a:lnTo>
                    <a:pt x="3409" y="96"/>
                  </a:lnTo>
                  <a:lnTo>
                    <a:pt x="3395" y="110"/>
                  </a:lnTo>
                  <a:lnTo>
                    <a:pt x="3379" y="118"/>
                  </a:lnTo>
                  <a:lnTo>
                    <a:pt x="3360" y="121"/>
                  </a:lnTo>
                  <a:lnTo>
                    <a:pt x="60" y="121"/>
                  </a:lnTo>
                  <a:lnTo>
                    <a:pt x="41" y="118"/>
                  </a:lnTo>
                  <a:lnTo>
                    <a:pt x="25" y="110"/>
                  </a:lnTo>
                  <a:lnTo>
                    <a:pt x="11" y="96"/>
                  </a:lnTo>
                  <a:lnTo>
                    <a:pt x="3" y="80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1" y="25"/>
                  </a:lnTo>
                  <a:lnTo>
                    <a:pt x="25" y="13"/>
                  </a:lnTo>
                  <a:lnTo>
                    <a:pt x="41" y="3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2" name="Freeform 552">
              <a:extLst>
                <a:ext uri="{FF2B5EF4-FFF2-40B4-BE49-F238E27FC236}">
                  <a16:creationId xmlns:a16="http://schemas.microsoft.com/office/drawing/2014/main" id="{57528D16-1D70-4DD6-98A3-BB172902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5284788"/>
              <a:ext cx="452438" cy="15875"/>
            </a:xfrm>
            <a:custGeom>
              <a:avLst/>
              <a:gdLst>
                <a:gd name="T0" fmla="*/ 60 w 3420"/>
                <a:gd name="T1" fmla="*/ 0 h 120"/>
                <a:gd name="T2" fmla="*/ 3360 w 3420"/>
                <a:gd name="T3" fmla="*/ 0 h 120"/>
                <a:gd name="T4" fmla="*/ 3379 w 3420"/>
                <a:gd name="T5" fmla="*/ 3 h 120"/>
                <a:gd name="T6" fmla="*/ 3395 w 3420"/>
                <a:gd name="T7" fmla="*/ 11 h 120"/>
                <a:gd name="T8" fmla="*/ 3409 w 3420"/>
                <a:gd name="T9" fmla="*/ 24 h 120"/>
                <a:gd name="T10" fmla="*/ 3417 w 3420"/>
                <a:gd name="T11" fmla="*/ 41 h 120"/>
                <a:gd name="T12" fmla="*/ 3420 w 3420"/>
                <a:gd name="T13" fmla="*/ 60 h 120"/>
                <a:gd name="T14" fmla="*/ 3417 w 3420"/>
                <a:gd name="T15" fmla="*/ 78 h 120"/>
                <a:gd name="T16" fmla="*/ 3409 w 3420"/>
                <a:gd name="T17" fmla="*/ 95 h 120"/>
                <a:gd name="T18" fmla="*/ 3395 w 3420"/>
                <a:gd name="T19" fmla="*/ 108 h 120"/>
                <a:gd name="T20" fmla="*/ 3379 w 3420"/>
                <a:gd name="T21" fmla="*/ 117 h 120"/>
                <a:gd name="T22" fmla="*/ 3360 w 3420"/>
                <a:gd name="T23" fmla="*/ 120 h 120"/>
                <a:gd name="T24" fmla="*/ 60 w 3420"/>
                <a:gd name="T25" fmla="*/ 120 h 120"/>
                <a:gd name="T26" fmla="*/ 41 w 3420"/>
                <a:gd name="T27" fmla="*/ 117 h 120"/>
                <a:gd name="T28" fmla="*/ 25 w 3420"/>
                <a:gd name="T29" fmla="*/ 108 h 120"/>
                <a:gd name="T30" fmla="*/ 11 w 3420"/>
                <a:gd name="T31" fmla="*/ 95 h 120"/>
                <a:gd name="T32" fmla="*/ 3 w 3420"/>
                <a:gd name="T33" fmla="*/ 78 h 120"/>
                <a:gd name="T34" fmla="*/ 0 w 3420"/>
                <a:gd name="T35" fmla="*/ 60 h 120"/>
                <a:gd name="T36" fmla="*/ 3 w 3420"/>
                <a:gd name="T37" fmla="*/ 41 h 120"/>
                <a:gd name="T38" fmla="*/ 11 w 3420"/>
                <a:gd name="T39" fmla="*/ 24 h 120"/>
                <a:gd name="T40" fmla="*/ 25 w 3420"/>
                <a:gd name="T41" fmla="*/ 11 h 120"/>
                <a:gd name="T42" fmla="*/ 41 w 3420"/>
                <a:gd name="T43" fmla="*/ 3 h 120"/>
                <a:gd name="T44" fmla="*/ 60 w 3420"/>
                <a:gd name="T45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20" h="120">
                  <a:moveTo>
                    <a:pt x="60" y="0"/>
                  </a:moveTo>
                  <a:lnTo>
                    <a:pt x="3360" y="0"/>
                  </a:lnTo>
                  <a:lnTo>
                    <a:pt x="3379" y="3"/>
                  </a:lnTo>
                  <a:lnTo>
                    <a:pt x="3395" y="11"/>
                  </a:lnTo>
                  <a:lnTo>
                    <a:pt x="3409" y="24"/>
                  </a:lnTo>
                  <a:lnTo>
                    <a:pt x="3417" y="41"/>
                  </a:lnTo>
                  <a:lnTo>
                    <a:pt x="3420" y="60"/>
                  </a:lnTo>
                  <a:lnTo>
                    <a:pt x="3417" y="78"/>
                  </a:lnTo>
                  <a:lnTo>
                    <a:pt x="3409" y="95"/>
                  </a:lnTo>
                  <a:lnTo>
                    <a:pt x="3395" y="108"/>
                  </a:lnTo>
                  <a:lnTo>
                    <a:pt x="3379" y="117"/>
                  </a:lnTo>
                  <a:lnTo>
                    <a:pt x="3360" y="120"/>
                  </a:lnTo>
                  <a:lnTo>
                    <a:pt x="60" y="120"/>
                  </a:lnTo>
                  <a:lnTo>
                    <a:pt x="41" y="117"/>
                  </a:lnTo>
                  <a:lnTo>
                    <a:pt x="25" y="108"/>
                  </a:lnTo>
                  <a:lnTo>
                    <a:pt x="11" y="95"/>
                  </a:lnTo>
                  <a:lnTo>
                    <a:pt x="3" y="78"/>
                  </a:lnTo>
                  <a:lnTo>
                    <a:pt x="0" y="60"/>
                  </a:lnTo>
                  <a:lnTo>
                    <a:pt x="3" y="41"/>
                  </a:lnTo>
                  <a:lnTo>
                    <a:pt x="11" y="24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3" name="Freeform 553">
              <a:extLst>
                <a:ext uri="{FF2B5EF4-FFF2-40B4-BE49-F238E27FC236}">
                  <a16:creationId xmlns:a16="http://schemas.microsoft.com/office/drawing/2014/main" id="{E08BAFD4-E652-42DB-BC61-D064E5E47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975" y="5334000"/>
              <a:ext cx="452438" cy="15875"/>
            </a:xfrm>
            <a:custGeom>
              <a:avLst/>
              <a:gdLst>
                <a:gd name="T0" fmla="*/ 60 w 3420"/>
                <a:gd name="T1" fmla="*/ 0 h 121"/>
                <a:gd name="T2" fmla="*/ 3360 w 3420"/>
                <a:gd name="T3" fmla="*/ 0 h 121"/>
                <a:gd name="T4" fmla="*/ 3379 w 3420"/>
                <a:gd name="T5" fmla="*/ 3 h 121"/>
                <a:gd name="T6" fmla="*/ 3395 w 3420"/>
                <a:gd name="T7" fmla="*/ 11 h 121"/>
                <a:gd name="T8" fmla="*/ 3409 w 3420"/>
                <a:gd name="T9" fmla="*/ 25 h 121"/>
                <a:gd name="T10" fmla="*/ 3417 w 3420"/>
                <a:gd name="T11" fmla="*/ 41 h 121"/>
                <a:gd name="T12" fmla="*/ 3420 w 3420"/>
                <a:gd name="T13" fmla="*/ 60 h 121"/>
                <a:gd name="T14" fmla="*/ 3417 w 3420"/>
                <a:gd name="T15" fmla="*/ 80 h 121"/>
                <a:gd name="T16" fmla="*/ 3409 w 3420"/>
                <a:gd name="T17" fmla="*/ 96 h 121"/>
                <a:gd name="T18" fmla="*/ 3395 w 3420"/>
                <a:gd name="T19" fmla="*/ 109 h 121"/>
                <a:gd name="T20" fmla="*/ 3379 w 3420"/>
                <a:gd name="T21" fmla="*/ 118 h 121"/>
                <a:gd name="T22" fmla="*/ 3360 w 3420"/>
                <a:gd name="T23" fmla="*/ 121 h 121"/>
                <a:gd name="T24" fmla="*/ 60 w 3420"/>
                <a:gd name="T25" fmla="*/ 121 h 121"/>
                <a:gd name="T26" fmla="*/ 41 w 3420"/>
                <a:gd name="T27" fmla="*/ 118 h 121"/>
                <a:gd name="T28" fmla="*/ 25 w 3420"/>
                <a:gd name="T29" fmla="*/ 109 h 121"/>
                <a:gd name="T30" fmla="*/ 11 w 3420"/>
                <a:gd name="T31" fmla="*/ 96 h 121"/>
                <a:gd name="T32" fmla="*/ 3 w 3420"/>
                <a:gd name="T33" fmla="*/ 80 h 121"/>
                <a:gd name="T34" fmla="*/ 0 w 3420"/>
                <a:gd name="T35" fmla="*/ 60 h 121"/>
                <a:gd name="T36" fmla="*/ 3 w 3420"/>
                <a:gd name="T37" fmla="*/ 41 h 121"/>
                <a:gd name="T38" fmla="*/ 11 w 3420"/>
                <a:gd name="T39" fmla="*/ 25 h 121"/>
                <a:gd name="T40" fmla="*/ 25 w 3420"/>
                <a:gd name="T41" fmla="*/ 11 h 121"/>
                <a:gd name="T42" fmla="*/ 41 w 3420"/>
                <a:gd name="T43" fmla="*/ 3 h 121"/>
                <a:gd name="T44" fmla="*/ 60 w 3420"/>
                <a:gd name="T45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20" h="121">
                  <a:moveTo>
                    <a:pt x="60" y="0"/>
                  </a:moveTo>
                  <a:lnTo>
                    <a:pt x="3360" y="0"/>
                  </a:lnTo>
                  <a:lnTo>
                    <a:pt x="3379" y="3"/>
                  </a:lnTo>
                  <a:lnTo>
                    <a:pt x="3395" y="11"/>
                  </a:lnTo>
                  <a:lnTo>
                    <a:pt x="3409" y="25"/>
                  </a:lnTo>
                  <a:lnTo>
                    <a:pt x="3417" y="41"/>
                  </a:lnTo>
                  <a:lnTo>
                    <a:pt x="3420" y="60"/>
                  </a:lnTo>
                  <a:lnTo>
                    <a:pt x="3417" y="80"/>
                  </a:lnTo>
                  <a:lnTo>
                    <a:pt x="3409" y="96"/>
                  </a:lnTo>
                  <a:lnTo>
                    <a:pt x="3395" y="109"/>
                  </a:lnTo>
                  <a:lnTo>
                    <a:pt x="3379" y="118"/>
                  </a:lnTo>
                  <a:lnTo>
                    <a:pt x="3360" y="121"/>
                  </a:lnTo>
                  <a:lnTo>
                    <a:pt x="60" y="121"/>
                  </a:lnTo>
                  <a:lnTo>
                    <a:pt x="41" y="118"/>
                  </a:lnTo>
                  <a:lnTo>
                    <a:pt x="25" y="109"/>
                  </a:lnTo>
                  <a:lnTo>
                    <a:pt x="11" y="96"/>
                  </a:lnTo>
                  <a:lnTo>
                    <a:pt x="3" y="80"/>
                  </a:lnTo>
                  <a:lnTo>
                    <a:pt x="0" y="60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4" name="Freeform 554">
              <a:extLst>
                <a:ext uri="{FF2B5EF4-FFF2-40B4-BE49-F238E27FC236}">
                  <a16:creationId xmlns:a16="http://schemas.microsoft.com/office/drawing/2014/main" id="{80B2F369-D5D5-49C2-9B0D-A3593674B5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2975" y="5357813"/>
              <a:ext cx="452438" cy="304800"/>
            </a:xfrm>
            <a:custGeom>
              <a:avLst/>
              <a:gdLst>
                <a:gd name="T0" fmla="*/ 2760 w 3420"/>
                <a:gd name="T1" fmla="*/ 2156 h 2304"/>
                <a:gd name="T2" fmla="*/ 2806 w 3420"/>
                <a:gd name="T3" fmla="*/ 2183 h 2304"/>
                <a:gd name="T4" fmla="*/ 2854 w 3420"/>
                <a:gd name="T5" fmla="*/ 2156 h 2304"/>
                <a:gd name="T6" fmla="*/ 2855 w 3420"/>
                <a:gd name="T7" fmla="*/ 2101 h 2304"/>
                <a:gd name="T8" fmla="*/ 1898 w 3420"/>
                <a:gd name="T9" fmla="*/ 128 h 2304"/>
                <a:gd name="T10" fmla="*/ 1702 w 3420"/>
                <a:gd name="T11" fmla="*/ 200 h 2304"/>
                <a:gd name="T12" fmla="*/ 1530 w 3420"/>
                <a:gd name="T13" fmla="*/ 346 h 2304"/>
                <a:gd name="T14" fmla="*/ 1427 w 3420"/>
                <a:gd name="T15" fmla="*/ 538 h 2304"/>
                <a:gd name="T16" fmla="*/ 1399 w 3420"/>
                <a:gd name="T17" fmla="*/ 753 h 2304"/>
                <a:gd name="T18" fmla="*/ 1451 w 3420"/>
                <a:gd name="T19" fmla="*/ 969 h 2304"/>
                <a:gd name="T20" fmla="*/ 1573 w 3420"/>
                <a:gd name="T21" fmla="*/ 1147 h 2304"/>
                <a:gd name="T22" fmla="*/ 1743 w 3420"/>
                <a:gd name="T23" fmla="*/ 1267 h 2304"/>
                <a:gd name="T24" fmla="*/ 1961 w 3420"/>
                <a:gd name="T25" fmla="*/ 1323 h 2304"/>
                <a:gd name="T26" fmla="*/ 2192 w 3420"/>
                <a:gd name="T27" fmla="*/ 1294 h 2304"/>
                <a:gd name="T28" fmla="*/ 2388 w 3420"/>
                <a:gd name="T29" fmla="*/ 1185 h 2304"/>
                <a:gd name="T30" fmla="*/ 2523 w 3420"/>
                <a:gd name="T31" fmla="*/ 1026 h 2304"/>
                <a:gd name="T32" fmla="*/ 2596 w 3420"/>
                <a:gd name="T33" fmla="*/ 823 h 2304"/>
                <a:gd name="T34" fmla="*/ 2590 w 3420"/>
                <a:gd name="T35" fmla="*/ 589 h 2304"/>
                <a:gd name="T36" fmla="*/ 2497 w 3420"/>
                <a:gd name="T37" fmla="*/ 378 h 2304"/>
                <a:gd name="T38" fmla="*/ 2349 w 3420"/>
                <a:gd name="T39" fmla="*/ 230 h 2304"/>
                <a:gd name="T40" fmla="*/ 2160 w 3420"/>
                <a:gd name="T41" fmla="*/ 141 h 2304"/>
                <a:gd name="T42" fmla="*/ 1998 w 3420"/>
                <a:gd name="T43" fmla="*/ 0 h 2304"/>
                <a:gd name="T44" fmla="*/ 2235 w 3420"/>
                <a:gd name="T45" fmla="*/ 38 h 2304"/>
                <a:gd name="T46" fmla="*/ 2448 w 3420"/>
                <a:gd name="T47" fmla="*/ 153 h 2304"/>
                <a:gd name="T48" fmla="*/ 3395 w 3420"/>
                <a:gd name="T49" fmla="*/ 205 h 2304"/>
                <a:gd name="T50" fmla="*/ 3417 w 3420"/>
                <a:gd name="T51" fmla="*/ 272 h 2304"/>
                <a:gd name="T52" fmla="*/ 3360 w 3420"/>
                <a:gd name="T53" fmla="*/ 314 h 2304"/>
                <a:gd name="T54" fmla="*/ 2678 w 3420"/>
                <a:gd name="T55" fmla="*/ 464 h 2304"/>
                <a:gd name="T56" fmla="*/ 3379 w 3420"/>
                <a:gd name="T57" fmla="*/ 572 h 2304"/>
                <a:gd name="T58" fmla="*/ 3420 w 3420"/>
                <a:gd name="T59" fmla="*/ 629 h 2304"/>
                <a:gd name="T60" fmla="*/ 3379 w 3420"/>
                <a:gd name="T61" fmla="*/ 686 h 2304"/>
                <a:gd name="T62" fmla="*/ 2721 w 3420"/>
                <a:gd name="T63" fmla="*/ 801 h 2304"/>
                <a:gd name="T64" fmla="*/ 3360 w 3420"/>
                <a:gd name="T65" fmla="*/ 945 h 2304"/>
                <a:gd name="T66" fmla="*/ 3417 w 3420"/>
                <a:gd name="T67" fmla="*/ 986 h 2304"/>
                <a:gd name="T68" fmla="*/ 3395 w 3420"/>
                <a:gd name="T69" fmla="*/ 1053 h 2304"/>
                <a:gd name="T70" fmla="*/ 2611 w 3420"/>
                <a:gd name="T71" fmla="*/ 1114 h 2304"/>
                <a:gd name="T72" fmla="*/ 2960 w 3420"/>
                <a:gd name="T73" fmla="*/ 2042 h 2304"/>
                <a:gd name="T74" fmla="*/ 2982 w 3420"/>
                <a:gd name="T75" fmla="*/ 2148 h 2304"/>
                <a:gd name="T76" fmla="*/ 2938 w 3420"/>
                <a:gd name="T77" fmla="*/ 2245 h 2304"/>
                <a:gd name="T78" fmla="*/ 2838 w 3420"/>
                <a:gd name="T79" fmla="*/ 2301 h 2304"/>
                <a:gd name="T80" fmla="*/ 2732 w 3420"/>
                <a:gd name="T81" fmla="*/ 2286 h 2304"/>
                <a:gd name="T82" fmla="*/ 2655 w 3420"/>
                <a:gd name="T83" fmla="*/ 2216 h 2304"/>
                <a:gd name="T84" fmla="*/ 2002 w 3420"/>
                <a:gd name="T85" fmla="*/ 1445 h 2304"/>
                <a:gd name="T86" fmla="*/ 1750 w 3420"/>
                <a:gd name="T87" fmla="*/ 1401 h 2304"/>
                <a:gd name="T88" fmla="*/ 1534 w 3420"/>
                <a:gd name="T89" fmla="*/ 1275 h 2304"/>
                <a:gd name="T90" fmla="*/ 1373 w 3420"/>
                <a:gd name="T91" fmla="*/ 1081 h 2304"/>
                <a:gd name="T92" fmla="*/ 25 w 3420"/>
                <a:gd name="T93" fmla="*/ 1053 h 2304"/>
                <a:gd name="T94" fmla="*/ 3 w 3420"/>
                <a:gd name="T95" fmla="*/ 986 h 2304"/>
                <a:gd name="T96" fmla="*/ 60 w 3420"/>
                <a:gd name="T97" fmla="*/ 945 h 2304"/>
                <a:gd name="T98" fmla="*/ 1278 w 3420"/>
                <a:gd name="T99" fmla="*/ 753 h 2304"/>
                <a:gd name="T100" fmla="*/ 25 w 3420"/>
                <a:gd name="T101" fmla="*/ 678 h 2304"/>
                <a:gd name="T102" fmla="*/ 3 w 3420"/>
                <a:gd name="T103" fmla="*/ 610 h 2304"/>
                <a:gd name="T104" fmla="*/ 60 w 3420"/>
                <a:gd name="T105" fmla="*/ 569 h 2304"/>
                <a:gd name="T106" fmla="*/ 1348 w 3420"/>
                <a:gd name="T107" fmla="*/ 411 h 2304"/>
                <a:gd name="T108" fmla="*/ 41 w 3420"/>
                <a:gd name="T109" fmla="*/ 310 h 2304"/>
                <a:gd name="T110" fmla="*/ 0 w 3420"/>
                <a:gd name="T111" fmla="*/ 254 h 2304"/>
                <a:gd name="T112" fmla="*/ 41 w 3420"/>
                <a:gd name="T113" fmla="*/ 196 h 2304"/>
                <a:gd name="T114" fmla="*/ 1594 w 3420"/>
                <a:gd name="T115" fmla="*/ 124 h 2304"/>
                <a:gd name="T116" fmla="*/ 1817 w 3420"/>
                <a:gd name="T117" fmla="*/ 23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20" h="2304">
                  <a:moveTo>
                    <a:pt x="2407" y="1321"/>
                  </a:moveTo>
                  <a:lnTo>
                    <a:pt x="2361" y="1350"/>
                  </a:lnTo>
                  <a:lnTo>
                    <a:pt x="2312" y="1375"/>
                  </a:lnTo>
                  <a:lnTo>
                    <a:pt x="2760" y="2156"/>
                  </a:lnTo>
                  <a:lnTo>
                    <a:pt x="2769" y="2167"/>
                  </a:lnTo>
                  <a:lnTo>
                    <a:pt x="2781" y="2175"/>
                  </a:lnTo>
                  <a:lnTo>
                    <a:pt x="2793" y="2181"/>
                  </a:lnTo>
                  <a:lnTo>
                    <a:pt x="2806" y="2183"/>
                  </a:lnTo>
                  <a:lnTo>
                    <a:pt x="2821" y="2182"/>
                  </a:lnTo>
                  <a:lnTo>
                    <a:pt x="2834" y="2175"/>
                  </a:lnTo>
                  <a:lnTo>
                    <a:pt x="2846" y="2167"/>
                  </a:lnTo>
                  <a:lnTo>
                    <a:pt x="2854" y="2156"/>
                  </a:lnTo>
                  <a:lnTo>
                    <a:pt x="2860" y="2142"/>
                  </a:lnTo>
                  <a:lnTo>
                    <a:pt x="2862" y="2129"/>
                  </a:lnTo>
                  <a:lnTo>
                    <a:pt x="2860" y="2114"/>
                  </a:lnTo>
                  <a:lnTo>
                    <a:pt x="2855" y="2101"/>
                  </a:lnTo>
                  <a:lnTo>
                    <a:pt x="2407" y="1321"/>
                  </a:lnTo>
                  <a:close/>
                  <a:moveTo>
                    <a:pt x="2000" y="120"/>
                  </a:moveTo>
                  <a:lnTo>
                    <a:pt x="1948" y="122"/>
                  </a:lnTo>
                  <a:lnTo>
                    <a:pt x="1898" y="128"/>
                  </a:lnTo>
                  <a:lnTo>
                    <a:pt x="1847" y="140"/>
                  </a:lnTo>
                  <a:lnTo>
                    <a:pt x="1797" y="155"/>
                  </a:lnTo>
                  <a:lnTo>
                    <a:pt x="1748" y="175"/>
                  </a:lnTo>
                  <a:lnTo>
                    <a:pt x="1702" y="200"/>
                  </a:lnTo>
                  <a:lnTo>
                    <a:pt x="1653" y="231"/>
                  </a:lnTo>
                  <a:lnTo>
                    <a:pt x="1607" y="266"/>
                  </a:lnTo>
                  <a:lnTo>
                    <a:pt x="1567" y="304"/>
                  </a:lnTo>
                  <a:lnTo>
                    <a:pt x="1530" y="346"/>
                  </a:lnTo>
                  <a:lnTo>
                    <a:pt x="1498" y="391"/>
                  </a:lnTo>
                  <a:lnTo>
                    <a:pt x="1470" y="438"/>
                  </a:lnTo>
                  <a:lnTo>
                    <a:pt x="1446" y="487"/>
                  </a:lnTo>
                  <a:lnTo>
                    <a:pt x="1427" y="538"/>
                  </a:lnTo>
                  <a:lnTo>
                    <a:pt x="1413" y="591"/>
                  </a:lnTo>
                  <a:lnTo>
                    <a:pt x="1403" y="645"/>
                  </a:lnTo>
                  <a:lnTo>
                    <a:pt x="1398" y="698"/>
                  </a:lnTo>
                  <a:lnTo>
                    <a:pt x="1399" y="753"/>
                  </a:lnTo>
                  <a:lnTo>
                    <a:pt x="1404" y="808"/>
                  </a:lnTo>
                  <a:lnTo>
                    <a:pt x="1415" y="863"/>
                  </a:lnTo>
                  <a:lnTo>
                    <a:pt x="1430" y="917"/>
                  </a:lnTo>
                  <a:lnTo>
                    <a:pt x="1451" y="969"/>
                  </a:lnTo>
                  <a:lnTo>
                    <a:pt x="1478" y="1021"/>
                  </a:lnTo>
                  <a:lnTo>
                    <a:pt x="1506" y="1067"/>
                  </a:lnTo>
                  <a:lnTo>
                    <a:pt x="1538" y="1109"/>
                  </a:lnTo>
                  <a:lnTo>
                    <a:pt x="1573" y="1147"/>
                  </a:lnTo>
                  <a:lnTo>
                    <a:pt x="1612" y="1182"/>
                  </a:lnTo>
                  <a:lnTo>
                    <a:pt x="1653" y="1215"/>
                  </a:lnTo>
                  <a:lnTo>
                    <a:pt x="1697" y="1242"/>
                  </a:lnTo>
                  <a:lnTo>
                    <a:pt x="1743" y="1267"/>
                  </a:lnTo>
                  <a:lnTo>
                    <a:pt x="1792" y="1287"/>
                  </a:lnTo>
                  <a:lnTo>
                    <a:pt x="1843" y="1303"/>
                  </a:lnTo>
                  <a:lnTo>
                    <a:pt x="1902" y="1317"/>
                  </a:lnTo>
                  <a:lnTo>
                    <a:pt x="1961" y="1323"/>
                  </a:lnTo>
                  <a:lnTo>
                    <a:pt x="2019" y="1325"/>
                  </a:lnTo>
                  <a:lnTo>
                    <a:pt x="2078" y="1320"/>
                  </a:lnTo>
                  <a:lnTo>
                    <a:pt x="2136" y="1310"/>
                  </a:lnTo>
                  <a:lnTo>
                    <a:pt x="2192" y="1294"/>
                  </a:lnTo>
                  <a:lnTo>
                    <a:pt x="2248" y="1272"/>
                  </a:lnTo>
                  <a:lnTo>
                    <a:pt x="2301" y="1246"/>
                  </a:lnTo>
                  <a:lnTo>
                    <a:pt x="2346" y="1217"/>
                  </a:lnTo>
                  <a:lnTo>
                    <a:pt x="2388" y="1185"/>
                  </a:lnTo>
                  <a:lnTo>
                    <a:pt x="2427" y="1149"/>
                  </a:lnTo>
                  <a:lnTo>
                    <a:pt x="2462" y="1111"/>
                  </a:lnTo>
                  <a:lnTo>
                    <a:pt x="2495" y="1070"/>
                  </a:lnTo>
                  <a:lnTo>
                    <a:pt x="2523" y="1026"/>
                  </a:lnTo>
                  <a:lnTo>
                    <a:pt x="2547" y="980"/>
                  </a:lnTo>
                  <a:lnTo>
                    <a:pt x="2567" y="931"/>
                  </a:lnTo>
                  <a:lnTo>
                    <a:pt x="2584" y="880"/>
                  </a:lnTo>
                  <a:lnTo>
                    <a:pt x="2596" y="823"/>
                  </a:lnTo>
                  <a:lnTo>
                    <a:pt x="2603" y="764"/>
                  </a:lnTo>
                  <a:lnTo>
                    <a:pt x="2604" y="705"/>
                  </a:lnTo>
                  <a:lnTo>
                    <a:pt x="2600" y="646"/>
                  </a:lnTo>
                  <a:lnTo>
                    <a:pt x="2590" y="589"/>
                  </a:lnTo>
                  <a:lnTo>
                    <a:pt x="2574" y="532"/>
                  </a:lnTo>
                  <a:lnTo>
                    <a:pt x="2553" y="477"/>
                  </a:lnTo>
                  <a:lnTo>
                    <a:pt x="2526" y="423"/>
                  </a:lnTo>
                  <a:lnTo>
                    <a:pt x="2497" y="378"/>
                  </a:lnTo>
                  <a:lnTo>
                    <a:pt x="2464" y="336"/>
                  </a:lnTo>
                  <a:lnTo>
                    <a:pt x="2429" y="297"/>
                  </a:lnTo>
                  <a:lnTo>
                    <a:pt x="2391" y="262"/>
                  </a:lnTo>
                  <a:lnTo>
                    <a:pt x="2349" y="230"/>
                  </a:lnTo>
                  <a:lnTo>
                    <a:pt x="2306" y="202"/>
                  </a:lnTo>
                  <a:lnTo>
                    <a:pt x="2259" y="178"/>
                  </a:lnTo>
                  <a:lnTo>
                    <a:pt x="2211" y="157"/>
                  </a:lnTo>
                  <a:lnTo>
                    <a:pt x="2160" y="141"/>
                  </a:lnTo>
                  <a:lnTo>
                    <a:pt x="2107" y="129"/>
                  </a:lnTo>
                  <a:lnTo>
                    <a:pt x="2054" y="122"/>
                  </a:lnTo>
                  <a:lnTo>
                    <a:pt x="2000" y="120"/>
                  </a:lnTo>
                  <a:close/>
                  <a:moveTo>
                    <a:pt x="1998" y="0"/>
                  </a:moveTo>
                  <a:lnTo>
                    <a:pt x="2059" y="2"/>
                  </a:lnTo>
                  <a:lnTo>
                    <a:pt x="2118" y="10"/>
                  </a:lnTo>
                  <a:lnTo>
                    <a:pt x="2177" y="22"/>
                  </a:lnTo>
                  <a:lnTo>
                    <a:pt x="2235" y="38"/>
                  </a:lnTo>
                  <a:lnTo>
                    <a:pt x="2291" y="60"/>
                  </a:lnTo>
                  <a:lnTo>
                    <a:pt x="2346" y="87"/>
                  </a:lnTo>
                  <a:lnTo>
                    <a:pt x="2398" y="118"/>
                  </a:lnTo>
                  <a:lnTo>
                    <a:pt x="2448" y="153"/>
                  </a:lnTo>
                  <a:lnTo>
                    <a:pt x="2495" y="193"/>
                  </a:lnTo>
                  <a:lnTo>
                    <a:pt x="3360" y="193"/>
                  </a:lnTo>
                  <a:lnTo>
                    <a:pt x="3379" y="196"/>
                  </a:lnTo>
                  <a:lnTo>
                    <a:pt x="3395" y="205"/>
                  </a:lnTo>
                  <a:lnTo>
                    <a:pt x="3409" y="217"/>
                  </a:lnTo>
                  <a:lnTo>
                    <a:pt x="3417" y="234"/>
                  </a:lnTo>
                  <a:lnTo>
                    <a:pt x="3420" y="254"/>
                  </a:lnTo>
                  <a:lnTo>
                    <a:pt x="3417" y="272"/>
                  </a:lnTo>
                  <a:lnTo>
                    <a:pt x="3409" y="289"/>
                  </a:lnTo>
                  <a:lnTo>
                    <a:pt x="3395" y="302"/>
                  </a:lnTo>
                  <a:lnTo>
                    <a:pt x="3379" y="310"/>
                  </a:lnTo>
                  <a:lnTo>
                    <a:pt x="3360" y="314"/>
                  </a:lnTo>
                  <a:lnTo>
                    <a:pt x="2598" y="314"/>
                  </a:lnTo>
                  <a:lnTo>
                    <a:pt x="2630" y="363"/>
                  </a:lnTo>
                  <a:lnTo>
                    <a:pt x="2656" y="413"/>
                  </a:lnTo>
                  <a:lnTo>
                    <a:pt x="2678" y="464"/>
                  </a:lnTo>
                  <a:lnTo>
                    <a:pt x="2696" y="516"/>
                  </a:lnTo>
                  <a:lnTo>
                    <a:pt x="2709" y="569"/>
                  </a:lnTo>
                  <a:lnTo>
                    <a:pt x="3360" y="569"/>
                  </a:lnTo>
                  <a:lnTo>
                    <a:pt x="3379" y="572"/>
                  </a:lnTo>
                  <a:lnTo>
                    <a:pt x="3395" y="580"/>
                  </a:lnTo>
                  <a:lnTo>
                    <a:pt x="3409" y="594"/>
                  </a:lnTo>
                  <a:lnTo>
                    <a:pt x="3417" y="610"/>
                  </a:lnTo>
                  <a:lnTo>
                    <a:pt x="3420" y="629"/>
                  </a:lnTo>
                  <a:lnTo>
                    <a:pt x="3417" y="648"/>
                  </a:lnTo>
                  <a:lnTo>
                    <a:pt x="3409" y="664"/>
                  </a:lnTo>
                  <a:lnTo>
                    <a:pt x="3395" y="678"/>
                  </a:lnTo>
                  <a:lnTo>
                    <a:pt x="3379" y="686"/>
                  </a:lnTo>
                  <a:lnTo>
                    <a:pt x="3360" y="689"/>
                  </a:lnTo>
                  <a:lnTo>
                    <a:pt x="2725" y="689"/>
                  </a:lnTo>
                  <a:lnTo>
                    <a:pt x="2726" y="745"/>
                  </a:lnTo>
                  <a:lnTo>
                    <a:pt x="2721" y="801"/>
                  </a:lnTo>
                  <a:lnTo>
                    <a:pt x="2713" y="857"/>
                  </a:lnTo>
                  <a:lnTo>
                    <a:pt x="2700" y="912"/>
                  </a:lnTo>
                  <a:lnTo>
                    <a:pt x="2690" y="945"/>
                  </a:lnTo>
                  <a:lnTo>
                    <a:pt x="3360" y="945"/>
                  </a:lnTo>
                  <a:lnTo>
                    <a:pt x="3379" y="948"/>
                  </a:lnTo>
                  <a:lnTo>
                    <a:pt x="3395" y="956"/>
                  </a:lnTo>
                  <a:lnTo>
                    <a:pt x="3409" y="969"/>
                  </a:lnTo>
                  <a:lnTo>
                    <a:pt x="3417" y="986"/>
                  </a:lnTo>
                  <a:lnTo>
                    <a:pt x="3420" y="1005"/>
                  </a:lnTo>
                  <a:lnTo>
                    <a:pt x="3417" y="1024"/>
                  </a:lnTo>
                  <a:lnTo>
                    <a:pt x="3409" y="1041"/>
                  </a:lnTo>
                  <a:lnTo>
                    <a:pt x="3395" y="1053"/>
                  </a:lnTo>
                  <a:lnTo>
                    <a:pt x="3379" y="1062"/>
                  </a:lnTo>
                  <a:lnTo>
                    <a:pt x="3360" y="1065"/>
                  </a:lnTo>
                  <a:lnTo>
                    <a:pt x="2639" y="1065"/>
                  </a:lnTo>
                  <a:lnTo>
                    <a:pt x="2611" y="1114"/>
                  </a:lnTo>
                  <a:lnTo>
                    <a:pt x="2577" y="1160"/>
                  </a:lnTo>
                  <a:lnTo>
                    <a:pt x="2542" y="1204"/>
                  </a:lnTo>
                  <a:lnTo>
                    <a:pt x="2503" y="1245"/>
                  </a:lnTo>
                  <a:lnTo>
                    <a:pt x="2960" y="2042"/>
                  </a:lnTo>
                  <a:lnTo>
                    <a:pt x="2971" y="2067"/>
                  </a:lnTo>
                  <a:lnTo>
                    <a:pt x="2980" y="2094"/>
                  </a:lnTo>
                  <a:lnTo>
                    <a:pt x="2983" y="2121"/>
                  </a:lnTo>
                  <a:lnTo>
                    <a:pt x="2982" y="2148"/>
                  </a:lnTo>
                  <a:lnTo>
                    <a:pt x="2976" y="2174"/>
                  </a:lnTo>
                  <a:lnTo>
                    <a:pt x="2967" y="2199"/>
                  </a:lnTo>
                  <a:lnTo>
                    <a:pt x="2955" y="2223"/>
                  </a:lnTo>
                  <a:lnTo>
                    <a:pt x="2938" y="2245"/>
                  </a:lnTo>
                  <a:lnTo>
                    <a:pt x="2918" y="2264"/>
                  </a:lnTo>
                  <a:lnTo>
                    <a:pt x="2895" y="2280"/>
                  </a:lnTo>
                  <a:lnTo>
                    <a:pt x="2867" y="2293"/>
                  </a:lnTo>
                  <a:lnTo>
                    <a:pt x="2838" y="2301"/>
                  </a:lnTo>
                  <a:lnTo>
                    <a:pt x="2808" y="2304"/>
                  </a:lnTo>
                  <a:lnTo>
                    <a:pt x="2782" y="2302"/>
                  </a:lnTo>
                  <a:lnTo>
                    <a:pt x="2757" y="2295"/>
                  </a:lnTo>
                  <a:lnTo>
                    <a:pt x="2732" y="2286"/>
                  </a:lnTo>
                  <a:lnTo>
                    <a:pt x="2710" y="2274"/>
                  </a:lnTo>
                  <a:lnTo>
                    <a:pt x="2689" y="2257"/>
                  </a:lnTo>
                  <a:lnTo>
                    <a:pt x="2671" y="2237"/>
                  </a:lnTo>
                  <a:lnTo>
                    <a:pt x="2655" y="2216"/>
                  </a:lnTo>
                  <a:lnTo>
                    <a:pt x="2198" y="1418"/>
                  </a:lnTo>
                  <a:lnTo>
                    <a:pt x="2134" y="1433"/>
                  </a:lnTo>
                  <a:lnTo>
                    <a:pt x="2069" y="1442"/>
                  </a:lnTo>
                  <a:lnTo>
                    <a:pt x="2002" y="1445"/>
                  </a:lnTo>
                  <a:lnTo>
                    <a:pt x="1939" y="1443"/>
                  </a:lnTo>
                  <a:lnTo>
                    <a:pt x="1875" y="1434"/>
                  </a:lnTo>
                  <a:lnTo>
                    <a:pt x="1812" y="1419"/>
                  </a:lnTo>
                  <a:lnTo>
                    <a:pt x="1750" y="1401"/>
                  </a:lnTo>
                  <a:lnTo>
                    <a:pt x="1691" y="1376"/>
                  </a:lnTo>
                  <a:lnTo>
                    <a:pt x="1636" y="1347"/>
                  </a:lnTo>
                  <a:lnTo>
                    <a:pt x="1584" y="1313"/>
                  </a:lnTo>
                  <a:lnTo>
                    <a:pt x="1534" y="1275"/>
                  </a:lnTo>
                  <a:lnTo>
                    <a:pt x="1487" y="1232"/>
                  </a:lnTo>
                  <a:lnTo>
                    <a:pt x="1446" y="1186"/>
                  </a:lnTo>
                  <a:lnTo>
                    <a:pt x="1407" y="1135"/>
                  </a:lnTo>
                  <a:lnTo>
                    <a:pt x="1373" y="1081"/>
                  </a:lnTo>
                  <a:lnTo>
                    <a:pt x="1364" y="1065"/>
                  </a:lnTo>
                  <a:lnTo>
                    <a:pt x="60" y="1065"/>
                  </a:lnTo>
                  <a:lnTo>
                    <a:pt x="41" y="1062"/>
                  </a:lnTo>
                  <a:lnTo>
                    <a:pt x="25" y="1053"/>
                  </a:lnTo>
                  <a:lnTo>
                    <a:pt x="11" y="1041"/>
                  </a:lnTo>
                  <a:lnTo>
                    <a:pt x="3" y="1024"/>
                  </a:lnTo>
                  <a:lnTo>
                    <a:pt x="0" y="1005"/>
                  </a:lnTo>
                  <a:lnTo>
                    <a:pt x="3" y="986"/>
                  </a:lnTo>
                  <a:lnTo>
                    <a:pt x="11" y="969"/>
                  </a:lnTo>
                  <a:lnTo>
                    <a:pt x="25" y="956"/>
                  </a:lnTo>
                  <a:lnTo>
                    <a:pt x="41" y="948"/>
                  </a:lnTo>
                  <a:lnTo>
                    <a:pt x="60" y="945"/>
                  </a:lnTo>
                  <a:lnTo>
                    <a:pt x="1312" y="945"/>
                  </a:lnTo>
                  <a:lnTo>
                    <a:pt x="1294" y="881"/>
                  </a:lnTo>
                  <a:lnTo>
                    <a:pt x="1283" y="817"/>
                  </a:lnTo>
                  <a:lnTo>
                    <a:pt x="1278" y="753"/>
                  </a:lnTo>
                  <a:lnTo>
                    <a:pt x="1278" y="689"/>
                  </a:lnTo>
                  <a:lnTo>
                    <a:pt x="60" y="689"/>
                  </a:lnTo>
                  <a:lnTo>
                    <a:pt x="41" y="686"/>
                  </a:lnTo>
                  <a:lnTo>
                    <a:pt x="25" y="678"/>
                  </a:lnTo>
                  <a:lnTo>
                    <a:pt x="11" y="664"/>
                  </a:lnTo>
                  <a:lnTo>
                    <a:pt x="3" y="648"/>
                  </a:lnTo>
                  <a:lnTo>
                    <a:pt x="0" y="629"/>
                  </a:lnTo>
                  <a:lnTo>
                    <a:pt x="3" y="610"/>
                  </a:lnTo>
                  <a:lnTo>
                    <a:pt x="11" y="594"/>
                  </a:lnTo>
                  <a:lnTo>
                    <a:pt x="25" y="580"/>
                  </a:lnTo>
                  <a:lnTo>
                    <a:pt x="41" y="572"/>
                  </a:lnTo>
                  <a:lnTo>
                    <a:pt x="60" y="569"/>
                  </a:lnTo>
                  <a:lnTo>
                    <a:pt x="1294" y="569"/>
                  </a:lnTo>
                  <a:lnTo>
                    <a:pt x="1308" y="515"/>
                  </a:lnTo>
                  <a:lnTo>
                    <a:pt x="1327" y="462"/>
                  </a:lnTo>
                  <a:lnTo>
                    <a:pt x="1348" y="411"/>
                  </a:lnTo>
                  <a:lnTo>
                    <a:pt x="1374" y="361"/>
                  </a:lnTo>
                  <a:lnTo>
                    <a:pt x="1404" y="314"/>
                  </a:lnTo>
                  <a:lnTo>
                    <a:pt x="60" y="314"/>
                  </a:lnTo>
                  <a:lnTo>
                    <a:pt x="41" y="310"/>
                  </a:lnTo>
                  <a:lnTo>
                    <a:pt x="25" y="302"/>
                  </a:lnTo>
                  <a:lnTo>
                    <a:pt x="11" y="289"/>
                  </a:lnTo>
                  <a:lnTo>
                    <a:pt x="3" y="272"/>
                  </a:lnTo>
                  <a:lnTo>
                    <a:pt x="0" y="254"/>
                  </a:lnTo>
                  <a:lnTo>
                    <a:pt x="3" y="234"/>
                  </a:lnTo>
                  <a:lnTo>
                    <a:pt x="11" y="217"/>
                  </a:lnTo>
                  <a:lnTo>
                    <a:pt x="25" y="205"/>
                  </a:lnTo>
                  <a:lnTo>
                    <a:pt x="41" y="196"/>
                  </a:lnTo>
                  <a:lnTo>
                    <a:pt x="60" y="193"/>
                  </a:lnTo>
                  <a:lnTo>
                    <a:pt x="1508" y="193"/>
                  </a:lnTo>
                  <a:lnTo>
                    <a:pt x="1549" y="157"/>
                  </a:lnTo>
                  <a:lnTo>
                    <a:pt x="1594" y="124"/>
                  </a:lnTo>
                  <a:lnTo>
                    <a:pt x="1642" y="95"/>
                  </a:lnTo>
                  <a:lnTo>
                    <a:pt x="1699" y="65"/>
                  </a:lnTo>
                  <a:lnTo>
                    <a:pt x="1758" y="42"/>
                  </a:lnTo>
                  <a:lnTo>
                    <a:pt x="1817" y="23"/>
                  </a:lnTo>
                  <a:lnTo>
                    <a:pt x="1877" y="11"/>
                  </a:lnTo>
                  <a:lnTo>
                    <a:pt x="1938" y="2"/>
                  </a:lnTo>
                  <a:lnTo>
                    <a:pt x="19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5" name="Freeform 555">
              <a:extLst>
                <a:ext uri="{FF2B5EF4-FFF2-40B4-BE49-F238E27FC236}">
                  <a16:creationId xmlns:a16="http://schemas.microsoft.com/office/drawing/2014/main" id="{BD2D7FC0-5833-4F6C-A8F7-934C923698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6650" y="5383213"/>
              <a:ext cx="142875" cy="141287"/>
            </a:xfrm>
            <a:custGeom>
              <a:avLst/>
              <a:gdLst>
                <a:gd name="T0" fmla="*/ 144 w 1078"/>
                <a:gd name="T1" fmla="*/ 676 h 1076"/>
                <a:gd name="T2" fmla="*/ 176 w 1078"/>
                <a:gd name="T3" fmla="*/ 746 h 1076"/>
                <a:gd name="T4" fmla="*/ 231 w 1078"/>
                <a:gd name="T5" fmla="*/ 822 h 1076"/>
                <a:gd name="T6" fmla="*/ 302 w 1078"/>
                <a:gd name="T7" fmla="*/ 883 h 1076"/>
                <a:gd name="T8" fmla="*/ 385 w 1078"/>
                <a:gd name="T9" fmla="*/ 926 h 1076"/>
                <a:gd name="T10" fmla="*/ 476 w 1078"/>
                <a:gd name="T11" fmla="*/ 951 h 1076"/>
                <a:gd name="T12" fmla="*/ 569 w 1078"/>
                <a:gd name="T13" fmla="*/ 955 h 1076"/>
                <a:gd name="T14" fmla="*/ 660 w 1078"/>
                <a:gd name="T15" fmla="*/ 938 h 1076"/>
                <a:gd name="T16" fmla="*/ 748 w 1078"/>
                <a:gd name="T17" fmla="*/ 901 h 1076"/>
                <a:gd name="T18" fmla="*/ 818 w 1078"/>
                <a:gd name="T19" fmla="*/ 851 h 1076"/>
                <a:gd name="T20" fmla="*/ 875 w 1078"/>
                <a:gd name="T21" fmla="*/ 788 h 1076"/>
                <a:gd name="T22" fmla="*/ 917 w 1078"/>
                <a:gd name="T23" fmla="*/ 717 h 1076"/>
                <a:gd name="T24" fmla="*/ 945 w 1078"/>
                <a:gd name="T25" fmla="*/ 640 h 1076"/>
                <a:gd name="T26" fmla="*/ 538 w 1078"/>
                <a:gd name="T27" fmla="*/ 120 h 1076"/>
                <a:gd name="T28" fmla="*/ 453 w 1078"/>
                <a:gd name="T29" fmla="*/ 130 h 1076"/>
                <a:gd name="T30" fmla="*/ 370 w 1078"/>
                <a:gd name="T31" fmla="*/ 156 h 1076"/>
                <a:gd name="T32" fmla="*/ 292 w 1078"/>
                <a:gd name="T33" fmla="*/ 202 h 1076"/>
                <a:gd name="T34" fmla="*/ 223 w 1078"/>
                <a:gd name="T35" fmla="*/ 265 h 1076"/>
                <a:gd name="T36" fmla="*/ 170 w 1078"/>
                <a:gd name="T37" fmla="*/ 342 h 1076"/>
                <a:gd name="T38" fmla="*/ 136 w 1078"/>
                <a:gd name="T39" fmla="*/ 429 h 1076"/>
                <a:gd name="T40" fmla="*/ 122 w 1078"/>
                <a:gd name="T41" fmla="*/ 519 h 1076"/>
                <a:gd name="T42" fmla="*/ 952 w 1078"/>
                <a:gd name="T43" fmla="*/ 471 h 1076"/>
                <a:gd name="T44" fmla="*/ 925 w 1078"/>
                <a:gd name="T45" fmla="*/ 377 h 1076"/>
                <a:gd name="T46" fmla="*/ 877 w 1078"/>
                <a:gd name="T47" fmla="*/ 291 h 1076"/>
                <a:gd name="T48" fmla="*/ 814 w 1078"/>
                <a:gd name="T49" fmla="*/ 223 h 1076"/>
                <a:gd name="T50" fmla="*/ 737 w 1078"/>
                <a:gd name="T51" fmla="*/ 170 h 1076"/>
                <a:gd name="T52" fmla="*/ 649 w 1078"/>
                <a:gd name="T53" fmla="*/ 136 h 1076"/>
                <a:gd name="T54" fmla="*/ 575 w 1078"/>
                <a:gd name="T55" fmla="*/ 122 h 1076"/>
                <a:gd name="T56" fmla="*/ 524 w 1078"/>
                <a:gd name="T57" fmla="*/ 0 h 1076"/>
                <a:gd name="T58" fmla="*/ 628 w 1078"/>
                <a:gd name="T59" fmla="*/ 8 h 1076"/>
                <a:gd name="T60" fmla="*/ 732 w 1078"/>
                <a:gd name="T61" fmla="*/ 35 h 1076"/>
                <a:gd name="T62" fmla="*/ 826 w 1078"/>
                <a:gd name="T63" fmla="*/ 83 h 1076"/>
                <a:gd name="T64" fmla="*/ 909 w 1078"/>
                <a:gd name="T65" fmla="*/ 146 h 1076"/>
                <a:gd name="T66" fmla="*/ 979 w 1078"/>
                <a:gd name="T67" fmla="*/ 226 h 1076"/>
                <a:gd name="T68" fmla="*/ 1033 w 1078"/>
                <a:gd name="T69" fmla="*/ 320 h 1076"/>
                <a:gd name="T70" fmla="*/ 1066 w 1078"/>
                <a:gd name="T71" fmla="*/ 422 h 1076"/>
                <a:gd name="T72" fmla="*/ 1078 w 1078"/>
                <a:gd name="T73" fmla="*/ 526 h 1076"/>
                <a:gd name="T74" fmla="*/ 1071 w 1078"/>
                <a:gd name="T75" fmla="*/ 629 h 1076"/>
                <a:gd name="T76" fmla="*/ 1043 w 1078"/>
                <a:gd name="T77" fmla="*/ 728 h 1076"/>
                <a:gd name="T78" fmla="*/ 997 w 1078"/>
                <a:gd name="T79" fmla="*/ 822 h 1076"/>
                <a:gd name="T80" fmla="*/ 934 w 1078"/>
                <a:gd name="T81" fmla="*/ 905 h 1076"/>
                <a:gd name="T82" fmla="*/ 853 w 1078"/>
                <a:gd name="T83" fmla="*/ 976 h 1076"/>
                <a:gd name="T84" fmla="*/ 756 w 1078"/>
                <a:gd name="T85" fmla="*/ 1032 h 1076"/>
                <a:gd name="T86" fmla="*/ 649 w 1078"/>
                <a:gd name="T87" fmla="*/ 1066 h 1076"/>
                <a:gd name="T88" fmla="*/ 540 w 1078"/>
                <a:gd name="T89" fmla="*/ 1076 h 1076"/>
                <a:gd name="T90" fmla="*/ 439 w 1078"/>
                <a:gd name="T91" fmla="*/ 1067 h 1076"/>
                <a:gd name="T92" fmla="*/ 341 w 1078"/>
                <a:gd name="T93" fmla="*/ 1039 h 1076"/>
                <a:gd name="T94" fmla="*/ 251 w 1078"/>
                <a:gd name="T95" fmla="*/ 993 h 1076"/>
                <a:gd name="T96" fmla="*/ 169 w 1078"/>
                <a:gd name="T97" fmla="*/ 930 h 1076"/>
                <a:gd name="T98" fmla="*/ 101 w 1078"/>
                <a:gd name="T99" fmla="*/ 851 h 1076"/>
                <a:gd name="T100" fmla="*/ 47 w 1078"/>
                <a:gd name="T101" fmla="*/ 757 h 1076"/>
                <a:gd name="T102" fmla="*/ 14 w 1078"/>
                <a:gd name="T103" fmla="*/ 658 h 1076"/>
                <a:gd name="T104" fmla="*/ 0 w 1078"/>
                <a:gd name="T105" fmla="*/ 555 h 1076"/>
                <a:gd name="T106" fmla="*/ 8 w 1078"/>
                <a:gd name="T107" fmla="*/ 449 h 1076"/>
                <a:gd name="T108" fmla="*/ 36 w 1078"/>
                <a:gd name="T109" fmla="*/ 346 h 1076"/>
                <a:gd name="T110" fmla="*/ 82 w 1078"/>
                <a:gd name="T111" fmla="*/ 252 h 1076"/>
                <a:gd name="T112" fmla="*/ 146 w 1078"/>
                <a:gd name="T113" fmla="*/ 169 h 1076"/>
                <a:gd name="T114" fmla="*/ 226 w 1078"/>
                <a:gd name="T115" fmla="*/ 100 h 1076"/>
                <a:gd name="T116" fmla="*/ 320 w 1078"/>
                <a:gd name="T117" fmla="*/ 47 h 1076"/>
                <a:gd name="T118" fmla="*/ 419 w 1078"/>
                <a:gd name="T119" fmla="*/ 14 h 1076"/>
                <a:gd name="T120" fmla="*/ 524 w 1078"/>
                <a:gd name="T121" fmla="*/ 0 h 1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78" h="1076">
                  <a:moveTo>
                    <a:pt x="133" y="640"/>
                  </a:moveTo>
                  <a:lnTo>
                    <a:pt x="144" y="676"/>
                  </a:lnTo>
                  <a:lnTo>
                    <a:pt x="159" y="711"/>
                  </a:lnTo>
                  <a:lnTo>
                    <a:pt x="176" y="746"/>
                  </a:lnTo>
                  <a:lnTo>
                    <a:pt x="202" y="785"/>
                  </a:lnTo>
                  <a:lnTo>
                    <a:pt x="231" y="822"/>
                  </a:lnTo>
                  <a:lnTo>
                    <a:pt x="266" y="855"/>
                  </a:lnTo>
                  <a:lnTo>
                    <a:pt x="302" y="883"/>
                  </a:lnTo>
                  <a:lnTo>
                    <a:pt x="342" y="906"/>
                  </a:lnTo>
                  <a:lnTo>
                    <a:pt x="385" y="926"/>
                  </a:lnTo>
                  <a:lnTo>
                    <a:pt x="429" y="942"/>
                  </a:lnTo>
                  <a:lnTo>
                    <a:pt x="476" y="951"/>
                  </a:lnTo>
                  <a:lnTo>
                    <a:pt x="523" y="956"/>
                  </a:lnTo>
                  <a:lnTo>
                    <a:pt x="569" y="955"/>
                  </a:lnTo>
                  <a:lnTo>
                    <a:pt x="615" y="949"/>
                  </a:lnTo>
                  <a:lnTo>
                    <a:pt x="660" y="938"/>
                  </a:lnTo>
                  <a:lnTo>
                    <a:pt x="705" y="922"/>
                  </a:lnTo>
                  <a:lnTo>
                    <a:pt x="748" y="901"/>
                  </a:lnTo>
                  <a:lnTo>
                    <a:pt x="784" y="877"/>
                  </a:lnTo>
                  <a:lnTo>
                    <a:pt x="818" y="851"/>
                  </a:lnTo>
                  <a:lnTo>
                    <a:pt x="848" y="821"/>
                  </a:lnTo>
                  <a:lnTo>
                    <a:pt x="875" y="788"/>
                  </a:lnTo>
                  <a:lnTo>
                    <a:pt x="898" y="753"/>
                  </a:lnTo>
                  <a:lnTo>
                    <a:pt x="917" y="717"/>
                  </a:lnTo>
                  <a:lnTo>
                    <a:pt x="933" y="679"/>
                  </a:lnTo>
                  <a:lnTo>
                    <a:pt x="945" y="640"/>
                  </a:lnTo>
                  <a:lnTo>
                    <a:pt x="133" y="640"/>
                  </a:lnTo>
                  <a:close/>
                  <a:moveTo>
                    <a:pt x="538" y="120"/>
                  </a:moveTo>
                  <a:lnTo>
                    <a:pt x="496" y="122"/>
                  </a:lnTo>
                  <a:lnTo>
                    <a:pt x="453" y="130"/>
                  </a:lnTo>
                  <a:lnTo>
                    <a:pt x="412" y="141"/>
                  </a:lnTo>
                  <a:lnTo>
                    <a:pt x="370" y="156"/>
                  </a:lnTo>
                  <a:lnTo>
                    <a:pt x="332" y="176"/>
                  </a:lnTo>
                  <a:lnTo>
                    <a:pt x="292" y="202"/>
                  </a:lnTo>
                  <a:lnTo>
                    <a:pt x="255" y="231"/>
                  </a:lnTo>
                  <a:lnTo>
                    <a:pt x="223" y="265"/>
                  </a:lnTo>
                  <a:lnTo>
                    <a:pt x="194" y="301"/>
                  </a:lnTo>
                  <a:lnTo>
                    <a:pt x="170" y="342"/>
                  </a:lnTo>
                  <a:lnTo>
                    <a:pt x="151" y="384"/>
                  </a:lnTo>
                  <a:lnTo>
                    <a:pt x="136" y="429"/>
                  </a:lnTo>
                  <a:lnTo>
                    <a:pt x="126" y="474"/>
                  </a:lnTo>
                  <a:lnTo>
                    <a:pt x="122" y="519"/>
                  </a:lnTo>
                  <a:lnTo>
                    <a:pt x="957" y="519"/>
                  </a:lnTo>
                  <a:lnTo>
                    <a:pt x="952" y="471"/>
                  </a:lnTo>
                  <a:lnTo>
                    <a:pt x="941" y="423"/>
                  </a:lnTo>
                  <a:lnTo>
                    <a:pt x="925" y="377"/>
                  </a:lnTo>
                  <a:lnTo>
                    <a:pt x="903" y="331"/>
                  </a:lnTo>
                  <a:lnTo>
                    <a:pt x="877" y="291"/>
                  </a:lnTo>
                  <a:lnTo>
                    <a:pt x="847" y="255"/>
                  </a:lnTo>
                  <a:lnTo>
                    <a:pt x="814" y="223"/>
                  </a:lnTo>
                  <a:lnTo>
                    <a:pt x="777" y="194"/>
                  </a:lnTo>
                  <a:lnTo>
                    <a:pt x="737" y="170"/>
                  </a:lnTo>
                  <a:lnTo>
                    <a:pt x="695" y="150"/>
                  </a:lnTo>
                  <a:lnTo>
                    <a:pt x="649" y="136"/>
                  </a:lnTo>
                  <a:lnTo>
                    <a:pt x="613" y="128"/>
                  </a:lnTo>
                  <a:lnTo>
                    <a:pt x="575" y="122"/>
                  </a:lnTo>
                  <a:lnTo>
                    <a:pt x="538" y="120"/>
                  </a:lnTo>
                  <a:close/>
                  <a:moveTo>
                    <a:pt x="524" y="0"/>
                  </a:moveTo>
                  <a:lnTo>
                    <a:pt x="575" y="1"/>
                  </a:lnTo>
                  <a:lnTo>
                    <a:pt x="628" y="8"/>
                  </a:lnTo>
                  <a:lnTo>
                    <a:pt x="681" y="19"/>
                  </a:lnTo>
                  <a:lnTo>
                    <a:pt x="732" y="35"/>
                  </a:lnTo>
                  <a:lnTo>
                    <a:pt x="781" y="57"/>
                  </a:lnTo>
                  <a:lnTo>
                    <a:pt x="826" y="83"/>
                  </a:lnTo>
                  <a:lnTo>
                    <a:pt x="870" y="112"/>
                  </a:lnTo>
                  <a:lnTo>
                    <a:pt x="909" y="146"/>
                  </a:lnTo>
                  <a:lnTo>
                    <a:pt x="945" y="184"/>
                  </a:lnTo>
                  <a:lnTo>
                    <a:pt x="979" y="226"/>
                  </a:lnTo>
                  <a:lnTo>
                    <a:pt x="1008" y="271"/>
                  </a:lnTo>
                  <a:lnTo>
                    <a:pt x="1033" y="320"/>
                  </a:lnTo>
                  <a:lnTo>
                    <a:pt x="1051" y="371"/>
                  </a:lnTo>
                  <a:lnTo>
                    <a:pt x="1066" y="422"/>
                  </a:lnTo>
                  <a:lnTo>
                    <a:pt x="1075" y="474"/>
                  </a:lnTo>
                  <a:lnTo>
                    <a:pt x="1078" y="526"/>
                  </a:lnTo>
                  <a:lnTo>
                    <a:pt x="1077" y="577"/>
                  </a:lnTo>
                  <a:lnTo>
                    <a:pt x="1071" y="629"/>
                  </a:lnTo>
                  <a:lnTo>
                    <a:pt x="1059" y="680"/>
                  </a:lnTo>
                  <a:lnTo>
                    <a:pt x="1043" y="728"/>
                  </a:lnTo>
                  <a:lnTo>
                    <a:pt x="1023" y="776"/>
                  </a:lnTo>
                  <a:lnTo>
                    <a:pt x="997" y="822"/>
                  </a:lnTo>
                  <a:lnTo>
                    <a:pt x="968" y="865"/>
                  </a:lnTo>
                  <a:lnTo>
                    <a:pt x="934" y="905"/>
                  </a:lnTo>
                  <a:lnTo>
                    <a:pt x="896" y="943"/>
                  </a:lnTo>
                  <a:lnTo>
                    <a:pt x="853" y="976"/>
                  </a:lnTo>
                  <a:lnTo>
                    <a:pt x="808" y="1006"/>
                  </a:lnTo>
                  <a:lnTo>
                    <a:pt x="756" y="1032"/>
                  </a:lnTo>
                  <a:lnTo>
                    <a:pt x="703" y="1051"/>
                  </a:lnTo>
                  <a:lnTo>
                    <a:pt x="649" y="1066"/>
                  </a:lnTo>
                  <a:lnTo>
                    <a:pt x="595" y="1074"/>
                  </a:lnTo>
                  <a:lnTo>
                    <a:pt x="540" y="1076"/>
                  </a:lnTo>
                  <a:lnTo>
                    <a:pt x="489" y="1074"/>
                  </a:lnTo>
                  <a:lnTo>
                    <a:pt x="439" y="1067"/>
                  </a:lnTo>
                  <a:lnTo>
                    <a:pt x="390" y="1055"/>
                  </a:lnTo>
                  <a:lnTo>
                    <a:pt x="341" y="1039"/>
                  </a:lnTo>
                  <a:lnTo>
                    <a:pt x="296" y="1018"/>
                  </a:lnTo>
                  <a:lnTo>
                    <a:pt x="251" y="993"/>
                  </a:lnTo>
                  <a:lnTo>
                    <a:pt x="209" y="963"/>
                  </a:lnTo>
                  <a:lnTo>
                    <a:pt x="169" y="930"/>
                  </a:lnTo>
                  <a:lnTo>
                    <a:pt x="133" y="893"/>
                  </a:lnTo>
                  <a:lnTo>
                    <a:pt x="101" y="851"/>
                  </a:lnTo>
                  <a:lnTo>
                    <a:pt x="72" y="806"/>
                  </a:lnTo>
                  <a:lnTo>
                    <a:pt x="47" y="757"/>
                  </a:lnTo>
                  <a:lnTo>
                    <a:pt x="27" y="709"/>
                  </a:lnTo>
                  <a:lnTo>
                    <a:pt x="14" y="658"/>
                  </a:lnTo>
                  <a:lnTo>
                    <a:pt x="4" y="606"/>
                  </a:lnTo>
                  <a:lnTo>
                    <a:pt x="0" y="555"/>
                  </a:lnTo>
                  <a:lnTo>
                    <a:pt x="1" y="502"/>
                  </a:lnTo>
                  <a:lnTo>
                    <a:pt x="8" y="449"/>
                  </a:lnTo>
                  <a:lnTo>
                    <a:pt x="19" y="397"/>
                  </a:lnTo>
                  <a:lnTo>
                    <a:pt x="36" y="346"/>
                  </a:lnTo>
                  <a:lnTo>
                    <a:pt x="57" y="298"/>
                  </a:lnTo>
                  <a:lnTo>
                    <a:pt x="82" y="252"/>
                  </a:lnTo>
                  <a:lnTo>
                    <a:pt x="112" y="209"/>
                  </a:lnTo>
                  <a:lnTo>
                    <a:pt x="146" y="169"/>
                  </a:lnTo>
                  <a:lnTo>
                    <a:pt x="185" y="133"/>
                  </a:lnTo>
                  <a:lnTo>
                    <a:pt x="226" y="100"/>
                  </a:lnTo>
                  <a:lnTo>
                    <a:pt x="272" y="72"/>
                  </a:lnTo>
                  <a:lnTo>
                    <a:pt x="320" y="47"/>
                  </a:lnTo>
                  <a:lnTo>
                    <a:pt x="369" y="28"/>
                  </a:lnTo>
                  <a:lnTo>
                    <a:pt x="419" y="14"/>
                  </a:lnTo>
                  <a:lnTo>
                    <a:pt x="471" y="4"/>
                  </a:lnTo>
                  <a:lnTo>
                    <a:pt x="5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5779C0F3-1F76-4875-AFA9-C1DC3BB5228F}"/>
              </a:ext>
            </a:extLst>
          </p:cNvPr>
          <p:cNvGrpSpPr/>
          <p:nvPr/>
        </p:nvGrpSpPr>
        <p:grpSpPr>
          <a:xfrm flipH="1">
            <a:off x="3957067" y="3802385"/>
            <a:ext cx="326664" cy="237376"/>
            <a:chOff x="5319713" y="5146676"/>
            <a:chExt cx="476250" cy="3460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17" name="Freeform 560">
              <a:extLst>
                <a:ext uri="{FF2B5EF4-FFF2-40B4-BE49-F238E27FC236}">
                  <a16:creationId xmlns:a16="http://schemas.microsoft.com/office/drawing/2014/main" id="{D54CE99D-DEF8-4215-A035-DF0C7B046A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0526" y="5249863"/>
              <a:ext cx="173038" cy="171450"/>
            </a:xfrm>
            <a:custGeom>
              <a:avLst/>
              <a:gdLst>
                <a:gd name="T0" fmla="*/ 596 w 1307"/>
                <a:gd name="T1" fmla="*/ 125 h 1305"/>
                <a:gd name="T2" fmla="*/ 486 w 1307"/>
                <a:gd name="T3" fmla="*/ 149 h 1305"/>
                <a:gd name="T4" fmla="*/ 385 w 1307"/>
                <a:gd name="T5" fmla="*/ 193 h 1305"/>
                <a:gd name="T6" fmla="*/ 297 w 1307"/>
                <a:gd name="T7" fmla="*/ 259 h 1305"/>
                <a:gd name="T8" fmla="*/ 224 w 1307"/>
                <a:gd name="T9" fmla="*/ 339 h 1305"/>
                <a:gd name="T10" fmla="*/ 169 w 1307"/>
                <a:gd name="T11" fmla="*/ 433 h 1305"/>
                <a:gd name="T12" fmla="*/ 133 w 1307"/>
                <a:gd name="T13" fmla="*/ 538 h 1305"/>
                <a:gd name="T14" fmla="*/ 121 w 1307"/>
                <a:gd name="T15" fmla="*/ 653 h 1305"/>
                <a:gd name="T16" fmla="*/ 133 w 1307"/>
                <a:gd name="T17" fmla="*/ 766 h 1305"/>
                <a:gd name="T18" fmla="*/ 169 w 1307"/>
                <a:gd name="T19" fmla="*/ 872 h 1305"/>
                <a:gd name="T20" fmla="*/ 224 w 1307"/>
                <a:gd name="T21" fmla="*/ 966 h 1305"/>
                <a:gd name="T22" fmla="*/ 297 w 1307"/>
                <a:gd name="T23" fmla="*/ 1047 h 1305"/>
                <a:gd name="T24" fmla="*/ 385 w 1307"/>
                <a:gd name="T25" fmla="*/ 1111 h 1305"/>
                <a:gd name="T26" fmla="*/ 486 w 1307"/>
                <a:gd name="T27" fmla="*/ 1157 h 1305"/>
                <a:gd name="T28" fmla="*/ 596 w 1307"/>
                <a:gd name="T29" fmla="*/ 1181 h 1305"/>
                <a:gd name="T30" fmla="*/ 712 w 1307"/>
                <a:gd name="T31" fmla="*/ 1181 h 1305"/>
                <a:gd name="T32" fmla="*/ 822 w 1307"/>
                <a:gd name="T33" fmla="*/ 1157 h 1305"/>
                <a:gd name="T34" fmla="*/ 922 w 1307"/>
                <a:gd name="T35" fmla="*/ 1111 h 1305"/>
                <a:gd name="T36" fmla="*/ 1011 w 1307"/>
                <a:gd name="T37" fmla="*/ 1047 h 1305"/>
                <a:gd name="T38" fmla="*/ 1084 w 1307"/>
                <a:gd name="T39" fmla="*/ 966 h 1305"/>
                <a:gd name="T40" fmla="*/ 1139 w 1307"/>
                <a:gd name="T41" fmla="*/ 872 h 1305"/>
                <a:gd name="T42" fmla="*/ 1174 w 1307"/>
                <a:gd name="T43" fmla="*/ 766 h 1305"/>
                <a:gd name="T44" fmla="*/ 1186 w 1307"/>
                <a:gd name="T45" fmla="*/ 653 h 1305"/>
                <a:gd name="T46" fmla="*/ 1174 w 1307"/>
                <a:gd name="T47" fmla="*/ 538 h 1305"/>
                <a:gd name="T48" fmla="*/ 1139 w 1307"/>
                <a:gd name="T49" fmla="*/ 433 h 1305"/>
                <a:gd name="T50" fmla="*/ 1084 w 1307"/>
                <a:gd name="T51" fmla="*/ 339 h 1305"/>
                <a:gd name="T52" fmla="*/ 1011 w 1307"/>
                <a:gd name="T53" fmla="*/ 259 h 1305"/>
                <a:gd name="T54" fmla="*/ 922 w 1307"/>
                <a:gd name="T55" fmla="*/ 193 h 1305"/>
                <a:gd name="T56" fmla="*/ 822 w 1307"/>
                <a:gd name="T57" fmla="*/ 149 h 1305"/>
                <a:gd name="T58" fmla="*/ 712 w 1307"/>
                <a:gd name="T59" fmla="*/ 125 h 1305"/>
                <a:gd name="T60" fmla="*/ 654 w 1307"/>
                <a:gd name="T61" fmla="*/ 0 h 1305"/>
                <a:gd name="T62" fmla="*/ 786 w 1307"/>
                <a:gd name="T63" fmla="*/ 13 h 1305"/>
                <a:gd name="T64" fmla="*/ 908 w 1307"/>
                <a:gd name="T65" fmla="*/ 52 h 1305"/>
                <a:gd name="T66" fmla="*/ 1019 w 1307"/>
                <a:gd name="T67" fmla="*/ 112 h 1305"/>
                <a:gd name="T68" fmla="*/ 1115 w 1307"/>
                <a:gd name="T69" fmla="*/ 192 h 1305"/>
                <a:gd name="T70" fmla="*/ 1196 w 1307"/>
                <a:gd name="T71" fmla="*/ 288 h 1305"/>
                <a:gd name="T72" fmla="*/ 1256 w 1307"/>
                <a:gd name="T73" fmla="*/ 399 h 1305"/>
                <a:gd name="T74" fmla="*/ 1294 w 1307"/>
                <a:gd name="T75" fmla="*/ 521 h 1305"/>
                <a:gd name="T76" fmla="*/ 1307 w 1307"/>
                <a:gd name="T77" fmla="*/ 653 h 1305"/>
                <a:gd name="T78" fmla="*/ 1294 w 1307"/>
                <a:gd name="T79" fmla="*/ 783 h 1305"/>
                <a:gd name="T80" fmla="*/ 1256 w 1307"/>
                <a:gd name="T81" fmla="*/ 907 h 1305"/>
                <a:gd name="T82" fmla="*/ 1196 w 1307"/>
                <a:gd name="T83" fmla="*/ 1017 h 1305"/>
                <a:gd name="T84" fmla="*/ 1115 w 1307"/>
                <a:gd name="T85" fmla="*/ 1113 h 1305"/>
                <a:gd name="T86" fmla="*/ 1019 w 1307"/>
                <a:gd name="T87" fmla="*/ 1193 h 1305"/>
                <a:gd name="T88" fmla="*/ 908 w 1307"/>
                <a:gd name="T89" fmla="*/ 1254 h 1305"/>
                <a:gd name="T90" fmla="*/ 786 w 1307"/>
                <a:gd name="T91" fmla="*/ 1291 h 1305"/>
                <a:gd name="T92" fmla="*/ 654 w 1307"/>
                <a:gd name="T93" fmla="*/ 1305 h 1305"/>
                <a:gd name="T94" fmla="*/ 523 w 1307"/>
                <a:gd name="T95" fmla="*/ 1291 h 1305"/>
                <a:gd name="T96" fmla="*/ 400 w 1307"/>
                <a:gd name="T97" fmla="*/ 1254 h 1305"/>
                <a:gd name="T98" fmla="*/ 289 w 1307"/>
                <a:gd name="T99" fmla="*/ 1193 h 1305"/>
                <a:gd name="T100" fmla="*/ 192 w 1307"/>
                <a:gd name="T101" fmla="*/ 1113 h 1305"/>
                <a:gd name="T102" fmla="*/ 113 w 1307"/>
                <a:gd name="T103" fmla="*/ 1017 h 1305"/>
                <a:gd name="T104" fmla="*/ 53 w 1307"/>
                <a:gd name="T105" fmla="*/ 907 h 1305"/>
                <a:gd name="T106" fmla="*/ 15 w 1307"/>
                <a:gd name="T107" fmla="*/ 783 h 1305"/>
                <a:gd name="T108" fmla="*/ 0 w 1307"/>
                <a:gd name="T109" fmla="*/ 653 h 1305"/>
                <a:gd name="T110" fmla="*/ 15 w 1307"/>
                <a:gd name="T111" fmla="*/ 521 h 1305"/>
                <a:gd name="T112" fmla="*/ 53 w 1307"/>
                <a:gd name="T113" fmla="*/ 399 h 1305"/>
                <a:gd name="T114" fmla="*/ 113 w 1307"/>
                <a:gd name="T115" fmla="*/ 288 h 1305"/>
                <a:gd name="T116" fmla="*/ 192 w 1307"/>
                <a:gd name="T117" fmla="*/ 192 h 1305"/>
                <a:gd name="T118" fmla="*/ 289 w 1307"/>
                <a:gd name="T119" fmla="*/ 112 h 1305"/>
                <a:gd name="T120" fmla="*/ 400 w 1307"/>
                <a:gd name="T121" fmla="*/ 52 h 1305"/>
                <a:gd name="T122" fmla="*/ 523 w 1307"/>
                <a:gd name="T123" fmla="*/ 13 h 1305"/>
                <a:gd name="T124" fmla="*/ 654 w 1307"/>
                <a:gd name="T125" fmla="*/ 0 h 1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07" h="1305">
                  <a:moveTo>
                    <a:pt x="654" y="121"/>
                  </a:moveTo>
                  <a:lnTo>
                    <a:pt x="596" y="125"/>
                  </a:lnTo>
                  <a:lnTo>
                    <a:pt x="540" y="133"/>
                  </a:lnTo>
                  <a:lnTo>
                    <a:pt x="486" y="149"/>
                  </a:lnTo>
                  <a:lnTo>
                    <a:pt x="435" y="168"/>
                  </a:lnTo>
                  <a:lnTo>
                    <a:pt x="385" y="193"/>
                  </a:lnTo>
                  <a:lnTo>
                    <a:pt x="340" y="224"/>
                  </a:lnTo>
                  <a:lnTo>
                    <a:pt x="297" y="259"/>
                  </a:lnTo>
                  <a:lnTo>
                    <a:pt x="259" y="297"/>
                  </a:lnTo>
                  <a:lnTo>
                    <a:pt x="224" y="339"/>
                  </a:lnTo>
                  <a:lnTo>
                    <a:pt x="195" y="385"/>
                  </a:lnTo>
                  <a:lnTo>
                    <a:pt x="169" y="433"/>
                  </a:lnTo>
                  <a:lnTo>
                    <a:pt x="149" y="485"/>
                  </a:lnTo>
                  <a:lnTo>
                    <a:pt x="133" y="538"/>
                  </a:lnTo>
                  <a:lnTo>
                    <a:pt x="125" y="595"/>
                  </a:lnTo>
                  <a:lnTo>
                    <a:pt x="121" y="653"/>
                  </a:lnTo>
                  <a:lnTo>
                    <a:pt x="125" y="711"/>
                  </a:lnTo>
                  <a:lnTo>
                    <a:pt x="133" y="766"/>
                  </a:lnTo>
                  <a:lnTo>
                    <a:pt x="149" y="821"/>
                  </a:lnTo>
                  <a:lnTo>
                    <a:pt x="169" y="872"/>
                  </a:lnTo>
                  <a:lnTo>
                    <a:pt x="195" y="921"/>
                  </a:lnTo>
                  <a:lnTo>
                    <a:pt x="224" y="966"/>
                  </a:lnTo>
                  <a:lnTo>
                    <a:pt x="259" y="1009"/>
                  </a:lnTo>
                  <a:lnTo>
                    <a:pt x="297" y="1047"/>
                  </a:lnTo>
                  <a:lnTo>
                    <a:pt x="340" y="1082"/>
                  </a:lnTo>
                  <a:lnTo>
                    <a:pt x="385" y="1111"/>
                  </a:lnTo>
                  <a:lnTo>
                    <a:pt x="435" y="1137"/>
                  </a:lnTo>
                  <a:lnTo>
                    <a:pt x="486" y="1157"/>
                  </a:lnTo>
                  <a:lnTo>
                    <a:pt x="540" y="1172"/>
                  </a:lnTo>
                  <a:lnTo>
                    <a:pt x="596" y="1181"/>
                  </a:lnTo>
                  <a:lnTo>
                    <a:pt x="654" y="1184"/>
                  </a:lnTo>
                  <a:lnTo>
                    <a:pt x="712" y="1181"/>
                  </a:lnTo>
                  <a:lnTo>
                    <a:pt x="768" y="1172"/>
                  </a:lnTo>
                  <a:lnTo>
                    <a:pt x="822" y="1157"/>
                  </a:lnTo>
                  <a:lnTo>
                    <a:pt x="874" y="1137"/>
                  </a:lnTo>
                  <a:lnTo>
                    <a:pt x="922" y="1111"/>
                  </a:lnTo>
                  <a:lnTo>
                    <a:pt x="968" y="1082"/>
                  </a:lnTo>
                  <a:lnTo>
                    <a:pt x="1011" y="1047"/>
                  </a:lnTo>
                  <a:lnTo>
                    <a:pt x="1049" y="1009"/>
                  </a:lnTo>
                  <a:lnTo>
                    <a:pt x="1084" y="966"/>
                  </a:lnTo>
                  <a:lnTo>
                    <a:pt x="1114" y="921"/>
                  </a:lnTo>
                  <a:lnTo>
                    <a:pt x="1139" y="872"/>
                  </a:lnTo>
                  <a:lnTo>
                    <a:pt x="1159" y="821"/>
                  </a:lnTo>
                  <a:lnTo>
                    <a:pt x="1174" y="766"/>
                  </a:lnTo>
                  <a:lnTo>
                    <a:pt x="1183" y="711"/>
                  </a:lnTo>
                  <a:lnTo>
                    <a:pt x="1186" y="653"/>
                  </a:lnTo>
                  <a:lnTo>
                    <a:pt x="1183" y="595"/>
                  </a:lnTo>
                  <a:lnTo>
                    <a:pt x="1174" y="538"/>
                  </a:lnTo>
                  <a:lnTo>
                    <a:pt x="1159" y="485"/>
                  </a:lnTo>
                  <a:lnTo>
                    <a:pt x="1139" y="433"/>
                  </a:lnTo>
                  <a:lnTo>
                    <a:pt x="1114" y="385"/>
                  </a:lnTo>
                  <a:lnTo>
                    <a:pt x="1084" y="339"/>
                  </a:lnTo>
                  <a:lnTo>
                    <a:pt x="1049" y="297"/>
                  </a:lnTo>
                  <a:lnTo>
                    <a:pt x="1011" y="259"/>
                  </a:lnTo>
                  <a:lnTo>
                    <a:pt x="968" y="224"/>
                  </a:lnTo>
                  <a:lnTo>
                    <a:pt x="922" y="193"/>
                  </a:lnTo>
                  <a:lnTo>
                    <a:pt x="874" y="168"/>
                  </a:lnTo>
                  <a:lnTo>
                    <a:pt x="822" y="149"/>
                  </a:lnTo>
                  <a:lnTo>
                    <a:pt x="768" y="133"/>
                  </a:lnTo>
                  <a:lnTo>
                    <a:pt x="712" y="125"/>
                  </a:lnTo>
                  <a:lnTo>
                    <a:pt x="654" y="121"/>
                  </a:lnTo>
                  <a:close/>
                  <a:moveTo>
                    <a:pt x="654" y="0"/>
                  </a:moveTo>
                  <a:lnTo>
                    <a:pt x="720" y="4"/>
                  </a:lnTo>
                  <a:lnTo>
                    <a:pt x="786" y="13"/>
                  </a:lnTo>
                  <a:lnTo>
                    <a:pt x="848" y="30"/>
                  </a:lnTo>
                  <a:lnTo>
                    <a:pt x="908" y="52"/>
                  </a:lnTo>
                  <a:lnTo>
                    <a:pt x="965" y="79"/>
                  </a:lnTo>
                  <a:lnTo>
                    <a:pt x="1019" y="112"/>
                  </a:lnTo>
                  <a:lnTo>
                    <a:pt x="1069" y="150"/>
                  </a:lnTo>
                  <a:lnTo>
                    <a:pt x="1115" y="192"/>
                  </a:lnTo>
                  <a:lnTo>
                    <a:pt x="1158" y="238"/>
                  </a:lnTo>
                  <a:lnTo>
                    <a:pt x="1196" y="288"/>
                  </a:lnTo>
                  <a:lnTo>
                    <a:pt x="1229" y="342"/>
                  </a:lnTo>
                  <a:lnTo>
                    <a:pt x="1256" y="399"/>
                  </a:lnTo>
                  <a:lnTo>
                    <a:pt x="1278" y="459"/>
                  </a:lnTo>
                  <a:lnTo>
                    <a:pt x="1294" y="521"/>
                  </a:lnTo>
                  <a:lnTo>
                    <a:pt x="1304" y="586"/>
                  </a:lnTo>
                  <a:lnTo>
                    <a:pt x="1307" y="653"/>
                  </a:lnTo>
                  <a:lnTo>
                    <a:pt x="1304" y="719"/>
                  </a:lnTo>
                  <a:lnTo>
                    <a:pt x="1294" y="783"/>
                  </a:lnTo>
                  <a:lnTo>
                    <a:pt x="1278" y="847"/>
                  </a:lnTo>
                  <a:lnTo>
                    <a:pt x="1256" y="907"/>
                  </a:lnTo>
                  <a:lnTo>
                    <a:pt x="1229" y="963"/>
                  </a:lnTo>
                  <a:lnTo>
                    <a:pt x="1196" y="1017"/>
                  </a:lnTo>
                  <a:lnTo>
                    <a:pt x="1158" y="1068"/>
                  </a:lnTo>
                  <a:lnTo>
                    <a:pt x="1115" y="1113"/>
                  </a:lnTo>
                  <a:lnTo>
                    <a:pt x="1069" y="1156"/>
                  </a:lnTo>
                  <a:lnTo>
                    <a:pt x="1019" y="1193"/>
                  </a:lnTo>
                  <a:lnTo>
                    <a:pt x="965" y="1226"/>
                  </a:lnTo>
                  <a:lnTo>
                    <a:pt x="908" y="1254"/>
                  </a:lnTo>
                  <a:lnTo>
                    <a:pt x="848" y="1276"/>
                  </a:lnTo>
                  <a:lnTo>
                    <a:pt x="786" y="1291"/>
                  </a:lnTo>
                  <a:lnTo>
                    <a:pt x="720" y="1302"/>
                  </a:lnTo>
                  <a:lnTo>
                    <a:pt x="654" y="1305"/>
                  </a:lnTo>
                  <a:lnTo>
                    <a:pt x="587" y="1302"/>
                  </a:lnTo>
                  <a:lnTo>
                    <a:pt x="523" y="1291"/>
                  </a:lnTo>
                  <a:lnTo>
                    <a:pt x="460" y="1276"/>
                  </a:lnTo>
                  <a:lnTo>
                    <a:pt x="400" y="1254"/>
                  </a:lnTo>
                  <a:lnTo>
                    <a:pt x="343" y="1226"/>
                  </a:lnTo>
                  <a:lnTo>
                    <a:pt x="289" y="1193"/>
                  </a:lnTo>
                  <a:lnTo>
                    <a:pt x="239" y="1156"/>
                  </a:lnTo>
                  <a:lnTo>
                    <a:pt x="192" y="1113"/>
                  </a:lnTo>
                  <a:lnTo>
                    <a:pt x="150" y="1068"/>
                  </a:lnTo>
                  <a:lnTo>
                    <a:pt x="113" y="1017"/>
                  </a:lnTo>
                  <a:lnTo>
                    <a:pt x="80" y="963"/>
                  </a:lnTo>
                  <a:lnTo>
                    <a:pt x="53" y="907"/>
                  </a:lnTo>
                  <a:lnTo>
                    <a:pt x="30" y="847"/>
                  </a:lnTo>
                  <a:lnTo>
                    <a:pt x="15" y="783"/>
                  </a:lnTo>
                  <a:lnTo>
                    <a:pt x="4" y="719"/>
                  </a:lnTo>
                  <a:lnTo>
                    <a:pt x="0" y="653"/>
                  </a:lnTo>
                  <a:lnTo>
                    <a:pt x="4" y="586"/>
                  </a:lnTo>
                  <a:lnTo>
                    <a:pt x="15" y="521"/>
                  </a:lnTo>
                  <a:lnTo>
                    <a:pt x="30" y="459"/>
                  </a:lnTo>
                  <a:lnTo>
                    <a:pt x="53" y="399"/>
                  </a:lnTo>
                  <a:lnTo>
                    <a:pt x="80" y="342"/>
                  </a:lnTo>
                  <a:lnTo>
                    <a:pt x="113" y="288"/>
                  </a:lnTo>
                  <a:lnTo>
                    <a:pt x="150" y="238"/>
                  </a:lnTo>
                  <a:lnTo>
                    <a:pt x="192" y="192"/>
                  </a:lnTo>
                  <a:lnTo>
                    <a:pt x="239" y="150"/>
                  </a:lnTo>
                  <a:lnTo>
                    <a:pt x="289" y="112"/>
                  </a:lnTo>
                  <a:lnTo>
                    <a:pt x="343" y="79"/>
                  </a:lnTo>
                  <a:lnTo>
                    <a:pt x="400" y="52"/>
                  </a:lnTo>
                  <a:lnTo>
                    <a:pt x="460" y="30"/>
                  </a:lnTo>
                  <a:lnTo>
                    <a:pt x="523" y="13"/>
                  </a:lnTo>
                  <a:lnTo>
                    <a:pt x="587" y="4"/>
                  </a:lnTo>
                  <a:lnTo>
                    <a:pt x="6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8" name="Freeform 561">
              <a:extLst>
                <a:ext uri="{FF2B5EF4-FFF2-40B4-BE49-F238E27FC236}">
                  <a16:creationId xmlns:a16="http://schemas.microsoft.com/office/drawing/2014/main" id="{8313471A-E7C4-45AD-8387-278310975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0688" y="5327651"/>
              <a:ext cx="65088" cy="65088"/>
            </a:xfrm>
            <a:custGeom>
              <a:avLst/>
              <a:gdLst>
                <a:gd name="T0" fmla="*/ 61 w 492"/>
                <a:gd name="T1" fmla="*/ 0 h 491"/>
                <a:gd name="T2" fmla="*/ 79 w 492"/>
                <a:gd name="T3" fmla="*/ 2 h 491"/>
                <a:gd name="T4" fmla="*/ 96 w 492"/>
                <a:gd name="T5" fmla="*/ 11 h 491"/>
                <a:gd name="T6" fmla="*/ 109 w 492"/>
                <a:gd name="T7" fmla="*/ 24 h 491"/>
                <a:gd name="T8" fmla="*/ 118 w 492"/>
                <a:gd name="T9" fmla="*/ 40 h 491"/>
                <a:gd name="T10" fmla="*/ 121 w 492"/>
                <a:gd name="T11" fmla="*/ 60 h 491"/>
                <a:gd name="T12" fmla="*/ 124 w 492"/>
                <a:gd name="T13" fmla="*/ 106 h 491"/>
                <a:gd name="T14" fmla="*/ 134 w 492"/>
                <a:gd name="T15" fmla="*/ 149 h 491"/>
                <a:gd name="T16" fmla="*/ 150 w 492"/>
                <a:gd name="T17" fmla="*/ 190 h 491"/>
                <a:gd name="T18" fmla="*/ 171 w 492"/>
                <a:gd name="T19" fmla="*/ 229 h 491"/>
                <a:gd name="T20" fmla="*/ 197 w 492"/>
                <a:gd name="T21" fmla="*/ 263 h 491"/>
                <a:gd name="T22" fmla="*/ 228 w 492"/>
                <a:gd name="T23" fmla="*/ 294 h 491"/>
                <a:gd name="T24" fmla="*/ 263 w 492"/>
                <a:gd name="T25" fmla="*/ 320 h 491"/>
                <a:gd name="T26" fmla="*/ 301 w 492"/>
                <a:gd name="T27" fmla="*/ 341 h 491"/>
                <a:gd name="T28" fmla="*/ 342 w 492"/>
                <a:gd name="T29" fmla="*/ 357 h 491"/>
                <a:gd name="T30" fmla="*/ 386 w 492"/>
                <a:gd name="T31" fmla="*/ 367 h 491"/>
                <a:gd name="T32" fmla="*/ 432 w 492"/>
                <a:gd name="T33" fmla="*/ 370 h 491"/>
                <a:gd name="T34" fmla="*/ 451 w 492"/>
                <a:gd name="T35" fmla="*/ 373 h 491"/>
                <a:gd name="T36" fmla="*/ 468 w 492"/>
                <a:gd name="T37" fmla="*/ 382 h 491"/>
                <a:gd name="T38" fmla="*/ 481 w 492"/>
                <a:gd name="T39" fmla="*/ 395 h 491"/>
                <a:gd name="T40" fmla="*/ 490 w 492"/>
                <a:gd name="T41" fmla="*/ 412 h 491"/>
                <a:gd name="T42" fmla="*/ 492 w 492"/>
                <a:gd name="T43" fmla="*/ 430 h 491"/>
                <a:gd name="T44" fmla="*/ 490 w 492"/>
                <a:gd name="T45" fmla="*/ 450 h 491"/>
                <a:gd name="T46" fmla="*/ 481 w 492"/>
                <a:gd name="T47" fmla="*/ 466 h 491"/>
                <a:gd name="T48" fmla="*/ 468 w 492"/>
                <a:gd name="T49" fmla="*/ 479 h 491"/>
                <a:gd name="T50" fmla="*/ 451 w 492"/>
                <a:gd name="T51" fmla="*/ 488 h 491"/>
                <a:gd name="T52" fmla="*/ 432 w 492"/>
                <a:gd name="T53" fmla="*/ 491 h 491"/>
                <a:gd name="T54" fmla="*/ 378 w 492"/>
                <a:gd name="T55" fmla="*/ 487 h 491"/>
                <a:gd name="T56" fmla="*/ 326 w 492"/>
                <a:gd name="T57" fmla="*/ 477 h 491"/>
                <a:gd name="T58" fmla="*/ 276 w 492"/>
                <a:gd name="T59" fmla="*/ 462 h 491"/>
                <a:gd name="T60" fmla="*/ 229 w 492"/>
                <a:gd name="T61" fmla="*/ 440 h 491"/>
                <a:gd name="T62" fmla="*/ 185 w 492"/>
                <a:gd name="T63" fmla="*/ 414 h 491"/>
                <a:gd name="T64" fmla="*/ 146 w 492"/>
                <a:gd name="T65" fmla="*/ 382 h 491"/>
                <a:gd name="T66" fmla="*/ 109 w 492"/>
                <a:gd name="T67" fmla="*/ 346 h 491"/>
                <a:gd name="T68" fmla="*/ 77 w 492"/>
                <a:gd name="T69" fmla="*/ 306 h 491"/>
                <a:gd name="T70" fmla="*/ 51 w 492"/>
                <a:gd name="T71" fmla="*/ 262 h 491"/>
                <a:gd name="T72" fmla="*/ 29 w 492"/>
                <a:gd name="T73" fmla="*/ 216 h 491"/>
                <a:gd name="T74" fmla="*/ 14 w 492"/>
                <a:gd name="T75" fmla="*/ 165 h 491"/>
                <a:gd name="T76" fmla="*/ 4 w 492"/>
                <a:gd name="T77" fmla="*/ 113 h 491"/>
                <a:gd name="T78" fmla="*/ 0 w 492"/>
                <a:gd name="T79" fmla="*/ 60 h 491"/>
                <a:gd name="T80" fmla="*/ 3 w 492"/>
                <a:gd name="T81" fmla="*/ 40 h 491"/>
                <a:gd name="T82" fmla="*/ 12 w 492"/>
                <a:gd name="T83" fmla="*/ 24 h 491"/>
                <a:gd name="T84" fmla="*/ 25 w 492"/>
                <a:gd name="T85" fmla="*/ 11 h 491"/>
                <a:gd name="T86" fmla="*/ 41 w 492"/>
                <a:gd name="T87" fmla="*/ 2 h 491"/>
                <a:gd name="T88" fmla="*/ 61 w 492"/>
                <a:gd name="T89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2" h="491">
                  <a:moveTo>
                    <a:pt x="61" y="0"/>
                  </a:moveTo>
                  <a:lnTo>
                    <a:pt x="79" y="2"/>
                  </a:lnTo>
                  <a:lnTo>
                    <a:pt x="96" y="11"/>
                  </a:lnTo>
                  <a:lnTo>
                    <a:pt x="109" y="24"/>
                  </a:lnTo>
                  <a:lnTo>
                    <a:pt x="118" y="40"/>
                  </a:lnTo>
                  <a:lnTo>
                    <a:pt x="121" y="60"/>
                  </a:lnTo>
                  <a:lnTo>
                    <a:pt x="124" y="106"/>
                  </a:lnTo>
                  <a:lnTo>
                    <a:pt x="134" y="149"/>
                  </a:lnTo>
                  <a:lnTo>
                    <a:pt x="150" y="190"/>
                  </a:lnTo>
                  <a:lnTo>
                    <a:pt x="171" y="229"/>
                  </a:lnTo>
                  <a:lnTo>
                    <a:pt x="197" y="263"/>
                  </a:lnTo>
                  <a:lnTo>
                    <a:pt x="228" y="294"/>
                  </a:lnTo>
                  <a:lnTo>
                    <a:pt x="263" y="320"/>
                  </a:lnTo>
                  <a:lnTo>
                    <a:pt x="301" y="341"/>
                  </a:lnTo>
                  <a:lnTo>
                    <a:pt x="342" y="357"/>
                  </a:lnTo>
                  <a:lnTo>
                    <a:pt x="386" y="367"/>
                  </a:lnTo>
                  <a:lnTo>
                    <a:pt x="432" y="370"/>
                  </a:lnTo>
                  <a:lnTo>
                    <a:pt x="451" y="373"/>
                  </a:lnTo>
                  <a:lnTo>
                    <a:pt x="468" y="382"/>
                  </a:lnTo>
                  <a:lnTo>
                    <a:pt x="481" y="395"/>
                  </a:lnTo>
                  <a:lnTo>
                    <a:pt x="490" y="412"/>
                  </a:lnTo>
                  <a:lnTo>
                    <a:pt x="492" y="430"/>
                  </a:lnTo>
                  <a:lnTo>
                    <a:pt x="490" y="450"/>
                  </a:lnTo>
                  <a:lnTo>
                    <a:pt x="481" y="466"/>
                  </a:lnTo>
                  <a:lnTo>
                    <a:pt x="468" y="479"/>
                  </a:lnTo>
                  <a:lnTo>
                    <a:pt x="451" y="488"/>
                  </a:lnTo>
                  <a:lnTo>
                    <a:pt x="432" y="491"/>
                  </a:lnTo>
                  <a:lnTo>
                    <a:pt x="378" y="487"/>
                  </a:lnTo>
                  <a:lnTo>
                    <a:pt x="326" y="477"/>
                  </a:lnTo>
                  <a:lnTo>
                    <a:pt x="276" y="462"/>
                  </a:lnTo>
                  <a:lnTo>
                    <a:pt x="229" y="440"/>
                  </a:lnTo>
                  <a:lnTo>
                    <a:pt x="185" y="414"/>
                  </a:lnTo>
                  <a:lnTo>
                    <a:pt x="146" y="382"/>
                  </a:lnTo>
                  <a:lnTo>
                    <a:pt x="109" y="346"/>
                  </a:lnTo>
                  <a:lnTo>
                    <a:pt x="77" y="306"/>
                  </a:lnTo>
                  <a:lnTo>
                    <a:pt x="51" y="262"/>
                  </a:lnTo>
                  <a:lnTo>
                    <a:pt x="29" y="216"/>
                  </a:lnTo>
                  <a:lnTo>
                    <a:pt x="14" y="165"/>
                  </a:lnTo>
                  <a:lnTo>
                    <a:pt x="4" y="113"/>
                  </a:lnTo>
                  <a:lnTo>
                    <a:pt x="0" y="60"/>
                  </a:lnTo>
                  <a:lnTo>
                    <a:pt x="3" y="40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2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9" name="Freeform 562">
              <a:extLst>
                <a:ext uri="{FF2B5EF4-FFF2-40B4-BE49-F238E27FC236}">
                  <a16:creationId xmlns:a16="http://schemas.microsoft.com/office/drawing/2014/main" id="{B75F0253-E536-4C0E-A419-24AE39EE2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9901" y="5278438"/>
              <a:ext cx="65088" cy="65088"/>
            </a:xfrm>
            <a:custGeom>
              <a:avLst/>
              <a:gdLst>
                <a:gd name="T0" fmla="*/ 60 w 492"/>
                <a:gd name="T1" fmla="*/ 0 h 491"/>
                <a:gd name="T2" fmla="*/ 114 w 492"/>
                <a:gd name="T3" fmla="*/ 3 h 491"/>
                <a:gd name="T4" fmla="*/ 166 w 492"/>
                <a:gd name="T5" fmla="*/ 13 h 491"/>
                <a:gd name="T6" fmla="*/ 216 w 492"/>
                <a:gd name="T7" fmla="*/ 29 h 491"/>
                <a:gd name="T8" fmla="*/ 263 w 492"/>
                <a:gd name="T9" fmla="*/ 51 h 491"/>
                <a:gd name="T10" fmla="*/ 306 w 492"/>
                <a:gd name="T11" fmla="*/ 77 h 491"/>
                <a:gd name="T12" fmla="*/ 347 w 492"/>
                <a:gd name="T13" fmla="*/ 108 h 491"/>
                <a:gd name="T14" fmla="*/ 383 w 492"/>
                <a:gd name="T15" fmla="*/ 144 h 491"/>
                <a:gd name="T16" fmla="*/ 414 w 492"/>
                <a:gd name="T17" fmla="*/ 185 h 491"/>
                <a:gd name="T18" fmla="*/ 441 w 492"/>
                <a:gd name="T19" fmla="*/ 228 h 491"/>
                <a:gd name="T20" fmla="*/ 462 w 492"/>
                <a:gd name="T21" fmla="*/ 275 h 491"/>
                <a:gd name="T22" fmla="*/ 479 w 492"/>
                <a:gd name="T23" fmla="*/ 325 h 491"/>
                <a:gd name="T24" fmla="*/ 489 w 492"/>
                <a:gd name="T25" fmla="*/ 376 h 491"/>
                <a:gd name="T26" fmla="*/ 492 w 492"/>
                <a:gd name="T27" fmla="*/ 431 h 491"/>
                <a:gd name="T28" fmla="*/ 489 w 492"/>
                <a:gd name="T29" fmla="*/ 449 h 491"/>
                <a:gd name="T30" fmla="*/ 480 w 492"/>
                <a:gd name="T31" fmla="*/ 467 h 491"/>
                <a:gd name="T32" fmla="*/ 467 w 492"/>
                <a:gd name="T33" fmla="*/ 480 h 491"/>
                <a:gd name="T34" fmla="*/ 450 w 492"/>
                <a:gd name="T35" fmla="*/ 487 h 491"/>
                <a:gd name="T36" fmla="*/ 432 w 492"/>
                <a:gd name="T37" fmla="*/ 491 h 491"/>
                <a:gd name="T38" fmla="*/ 412 w 492"/>
                <a:gd name="T39" fmla="*/ 487 h 491"/>
                <a:gd name="T40" fmla="*/ 396 w 492"/>
                <a:gd name="T41" fmla="*/ 480 h 491"/>
                <a:gd name="T42" fmla="*/ 383 w 492"/>
                <a:gd name="T43" fmla="*/ 467 h 491"/>
                <a:gd name="T44" fmla="*/ 374 w 492"/>
                <a:gd name="T45" fmla="*/ 449 h 491"/>
                <a:gd name="T46" fmla="*/ 371 w 492"/>
                <a:gd name="T47" fmla="*/ 431 h 491"/>
                <a:gd name="T48" fmla="*/ 367 w 492"/>
                <a:gd name="T49" fmla="*/ 385 h 491"/>
                <a:gd name="T50" fmla="*/ 358 w 492"/>
                <a:gd name="T51" fmla="*/ 341 h 491"/>
                <a:gd name="T52" fmla="*/ 342 w 492"/>
                <a:gd name="T53" fmla="*/ 300 h 491"/>
                <a:gd name="T54" fmla="*/ 321 w 492"/>
                <a:gd name="T55" fmla="*/ 262 h 491"/>
                <a:gd name="T56" fmla="*/ 294 w 492"/>
                <a:gd name="T57" fmla="*/ 227 h 491"/>
                <a:gd name="T58" fmla="*/ 264 w 492"/>
                <a:gd name="T59" fmla="*/ 197 h 491"/>
                <a:gd name="T60" fmla="*/ 229 w 492"/>
                <a:gd name="T61" fmla="*/ 171 h 491"/>
                <a:gd name="T62" fmla="*/ 191 w 492"/>
                <a:gd name="T63" fmla="*/ 149 h 491"/>
                <a:gd name="T64" fmla="*/ 149 w 492"/>
                <a:gd name="T65" fmla="*/ 133 h 491"/>
                <a:gd name="T66" fmla="*/ 106 w 492"/>
                <a:gd name="T67" fmla="*/ 124 h 491"/>
                <a:gd name="T68" fmla="*/ 60 w 492"/>
                <a:gd name="T69" fmla="*/ 120 h 491"/>
                <a:gd name="T70" fmla="*/ 41 w 492"/>
                <a:gd name="T71" fmla="*/ 117 h 491"/>
                <a:gd name="T72" fmla="*/ 25 w 492"/>
                <a:gd name="T73" fmla="*/ 108 h 491"/>
                <a:gd name="T74" fmla="*/ 12 w 492"/>
                <a:gd name="T75" fmla="*/ 95 h 491"/>
                <a:gd name="T76" fmla="*/ 3 w 492"/>
                <a:gd name="T77" fmla="*/ 79 h 491"/>
                <a:gd name="T78" fmla="*/ 0 w 492"/>
                <a:gd name="T79" fmla="*/ 59 h 491"/>
                <a:gd name="T80" fmla="*/ 3 w 492"/>
                <a:gd name="T81" fmla="*/ 41 h 491"/>
                <a:gd name="T82" fmla="*/ 12 w 492"/>
                <a:gd name="T83" fmla="*/ 25 h 491"/>
                <a:gd name="T84" fmla="*/ 25 w 492"/>
                <a:gd name="T85" fmla="*/ 11 h 491"/>
                <a:gd name="T86" fmla="*/ 41 w 492"/>
                <a:gd name="T87" fmla="*/ 3 h 491"/>
                <a:gd name="T88" fmla="*/ 60 w 492"/>
                <a:gd name="T89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2" h="491">
                  <a:moveTo>
                    <a:pt x="60" y="0"/>
                  </a:moveTo>
                  <a:lnTo>
                    <a:pt x="114" y="3"/>
                  </a:lnTo>
                  <a:lnTo>
                    <a:pt x="166" y="13"/>
                  </a:lnTo>
                  <a:lnTo>
                    <a:pt x="216" y="29"/>
                  </a:lnTo>
                  <a:lnTo>
                    <a:pt x="263" y="51"/>
                  </a:lnTo>
                  <a:lnTo>
                    <a:pt x="306" y="77"/>
                  </a:lnTo>
                  <a:lnTo>
                    <a:pt x="347" y="108"/>
                  </a:lnTo>
                  <a:lnTo>
                    <a:pt x="383" y="144"/>
                  </a:lnTo>
                  <a:lnTo>
                    <a:pt x="414" y="185"/>
                  </a:lnTo>
                  <a:lnTo>
                    <a:pt x="441" y="228"/>
                  </a:lnTo>
                  <a:lnTo>
                    <a:pt x="462" y="275"/>
                  </a:lnTo>
                  <a:lnTo>
                    <a:pt x="479" y="325"/>
                  </a:lnTo>
                  <a:lnTo>
                    <a:pt x="489" y="376"/>
                  </a:lnTo>
                  <a:lnTo>
                    <a:pt x="492" y="431"/>
                  </a:lnTo>
                  <a:lnTo>
                    <a:pt x="489" y="449"/>
                  </a:lnTo>
                  <a:lnTo>
                    <a:pt x="480" y="467"/>
                  </a:lnTo>
                  <a:lnTo>
                    <a:pt x="467" y="480"/>
                  </a:lnTo>
                  <a:lnTo>
                    <a:pt x="450" y="487"/>
                  </a:lnTo>
                  <a:lnTo>
                    <a:pt x="432" y="491"/>
                  </a:lnTo>
                  <a:lnTo>
                    <a:pt x="412" y="487"/>
                  </a:lnTo>
                  <a:lnTo>
                    <a:pt x="396" y="480"/>
                  </a:lnTo>
                  <a:lnTo>
                    <a:pt x="383" y="467"/>
                  </a:lnTo>
                  <a:lnTo>
                    <a:pt x="374" y="449"/>
                  </a:lnTo>
                  <a:lnTo>
                    <a:pt x="371" y="431"/>
                  </a:lnTo>
                  <a:lnTo>
                    <a:pt x="367" y="385"/>
                  </a:lnTo>
                  <a:lnTo>
                    <a:pt x="358" y="341"/>
                  </a:lnTo>
                  <a:lnTo>
                    <a:pt x="342" y="300"/>
                  </a:lnTo>
                  <a:lnTo>
                    <a:pt x="321" y="262"/>
                  </a:lnTo>
                  <a:lnTo>
                    <a:pt x="294" y="227"/>
                  </a:lnTo>
                  <a:lnTo>
                    <a:pt x="264" y="197"/>
                  </a:lnTo>
                  <a:lnTo>
                    <a:pt x="229" y="171"/>
                  </a:lnTo>
                  <a:lnTo>
                    <a:pt x="191" y="149"/>
                  </a:lnTo>
                  <a:lnTo>
                    <a:pt x="149" y="133"/>
                  </a:lnTo>
                  <a:lnTo>
                    <a:pt x="106" y="124"/>
                  </a:lnTo>
                  <a:lnTo>
                    <a:pt x="60" y="120"/>
                  </a:lnTo>
                  <a:lnTo>
                    <a:pt x="41" y="117"/>
                  </a:lnTo>
                  <a:lnTo>
                    <a:pt x="25" y="108"/>
                  </a:lnTo>
                  <a:lnTo>
                    <a:pt x="12" y="95"/>
                  </a:lnTo>
                  <a:lnTo>
                    <a:pt x="3" y="79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2" y="25"/>
                  </a:lnTo>
                  <a:lnTo>
                    <a:pt x="25" y="11"/>
                  </a:lnTo>
                  <a:lnTo>
                    <a:pt x="41" y="3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0" name="Freeform 563">
              <a:extLst>
                <a:ext uri="{FF2B5EF4-FFF2-40B4-BE49-F238E27FC236}">
                  <a16:creationId xmlns:a16="http://schemas.microsoft.com/office/drawing/2014/main" id="{B59B4E9C-8530-40B9-A196-14BCCC83E1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9713" y="5146676"/>
              <a:ext cx="476250" cy="346075"/>
            </a:xfrm>
            <a:custGeom>
              <a:avLst/>
              <a:gdLst>
                <a:gd name="T0" fmla="*/ 3476 w 3596"/>
                <a:gd name="T1" fmla="*/ 2316 h 2623"/>
                <a:gd name="T2" fmla="*/ 1879 w 3596"/>
                <a:gd name="T3" fmla="*/ 2365 h 2623"/>
                <a:gd name="T4" fmla="*/ 1562 w 3596"/>
                <a:gd name="T5" fmla="*/ 2339 h 2623"/>
                <a:gd name="T6" fmla="*/ 2399 w 3596"/>
                <a:gd name="T7" fmla="*/ 714 h 2623"/>
                <a:gd name="T8" fmla="*/ 2591 w 3596"/>
                <a:gd name="T9" fmla="*/ 933 h 2623"/>
                <a:gd name="T10" fmla="*/ 2708 w 3596"/>
                <a:gd name="T11" fmla="*/ 1204 h 2623"/>
                <a:gd name="T12" fmla="*/ 2733 w 3596"/>
                <a:gd name="T13" fmla="*/ 1510 h 2623"/>
                <a:gd name="T14" fmla="*/ 2660 w 3596"/>
                <a:gd name="T15" fmla="*/ 1802 h 2623"/>
                <a:gd name="T16" fmla="*/ 2504 w 3596"/>
                <a:gd name="T17" fmla="*/ 2049 h 2623"/>
                <a:gd name="T18" fmla="*/ 3476 w 3596"/>
                <a:gd name="T19" fmla="*/ 2196 h 2623"/>
                <a:gd name="T20" fmla="*/ 3313 w 3596"/>
                <a:gd name="T21" fmla="*/ 937 h 2623"/>
                <a:gd name="T22" fmla="*/ 3256 w 3596"/>
                <a:gd name="T23" fmla="*/ 979 h 2623"/>
                <a:gd name="T24" fmla="*/ 2663 w 3596"/>
                <a:gd name="T25" fmla="*/ 954 h 2623"/>
                <a:gd name="T26" fmla="*/ 2341 w 3596"/>
                <a:gd name="T27" fmla="*/ 669 h 2623"/>
                <a:gd name="T28" fmla="*/ 1198 w 3596"/>
                <a:gd name="T29" fmla="*/ 2152 h 2623"/>
                <a:gd name="T30" fmla="*/ 1005 w 3596"/>
                <a:gd name="T31" fmla="*/ 1933 h 2623"/>
                <a:gd name="T32" fmla="*/ 888 w 3596"/>
                <a:gd name="T33" fmla="*/ 1660 h 2623"/>
                <a:gd name="T34" fmla="*/ 863 w 3596"/>
                <a:gd name="T35" fmla="*/ 1354 h 2623"/>
                <a:gd name="T36" fmla="*/ 936 w 3596"/>
                <a:gd name="T37" fmla="*/ 1064 h 2623"/>
                <a:gd name="T38" fmla="*/ 1093 w 3596"/>
                <a:gd name="T39" fmla="*/ 816 h 2623"/>
                <a:gd name="T40" fmla="*/ 121 w 3596"/>
                <a:gd name="T41" fmla="*/ 669 h 2623"/>
                <a:gd name="T42" fmla="*/ 1581 w 3596"/>
                <a:gd name="T43" fmla="*/ 646 h 2623"/>
                <a:gd name="T44" fmla="*/ 1327 w 3596"/>
                <a:gd name="T45" fmla="*/ 766 h 2623"/>
                <a:gd name="T46" fmla="*/ 1130 w 3596"/>
                <a:gd name="T47" fmla="*/ 962 h 2623"/>
                <a:gd name="T48" fmla="*/ 1010 w 3596"/>
                <a:gd name="T49" fmla="*/ 1216 h 2623"/>
                <a:gd name="T50" fmla="*/ 984 w 3596"/>
                <a:gd name="T51" fmla="*/ 1507 h 2623"/>
                <a:gd name="T52" fmla="*/ 1059 w 3596"/>
                <a:gd name="T53" fmla="*/ 1782 h 2623"/>
                <a:gd name="T54" fmla="*/ 1221 w 3596"/>
                <a:gd name="T55" fmla="*/ 2009 h 2623"/>
                <a:gd name="T56" fmla="*/ 1448 w 3596"/>
                <a:gd name="T57" fmla="*/ 2170 h 2623"/>
                <a:gd name="T58" fmla="*/ 1724 w 3596"/>
                <a:gd name="T59" fmla="*/ 2245 h 2623"/>
                <a:gd name="T60" fmla="*/ 2015 w 3596"/>
                <a:gd name="T61" fmla="*/ 2219 h 2623"/>
                <a:gd name="T62" fmla="*/ 2269 w 3596"/>
                <a:gd name="T63" fmla="*/ 2099 h 2623"/>
                <a:gd name="T64" fmla="*/ 2465 w 3596"/>
                <a:gd name="T65" fmla="*/ 1903 h 2623"/>
                <a:gd name="T66" fmla="*/ 2587 w 3596"/>
                <a:gd name="T67" fmla="*/ 1650 h 2623"/>
                <a:gd name="T68" fmla="*/ 2612 w 3596"/>
                <a:gd name="T69" fmla="*/ 1359 h 2623"/>
                <a:gd name="T70" fmla="*/ 2536 w 3596"/>
                <a:gd name="T71" fmla="*/ 1083 h 2623"/>
                <a:gd name="T72" fmla="*/ 2376 w 3596"/>
                <a:gd name="T73" fmla="*/ 856 h 2623"/>
                <a:gd name="T74" fmla="*/ 2148 w 3596"/>
                <a:gd name="T75" fmla="*/ 695 h 2623"/>
                <a:gd name="T76" fmla="*/ 1872 w 3596"/>
                <a:gd name="T77" fmla="*/ 620 h 2623"/>
                <a:gd name="T78" fmla="*/ 3195 w 3596"/>
                <a:gd name="T79" fmla="*/ 858 h 2623"/>
                <a:gd name="T80" fmla="*/ 121 w 3596"/>
                <a:gd name="T81" fmla="*/ 548 h 2623"/>
                <a:gd name="T82" fmla="*/ 1717 w 3596"/>
                <a:gd name="T83" fmla="*/ 499 h 2623"/>
                <a:gd name="T84" fmla="*/ 2033 w 3596"/>
                <a:gd name="T85" fmla="*/ 527 h 2623"/>
                <a:gd name="T86" fmla="*/ 2654 w 3596"/>
                <a:gd name="T87" fmla="*/ 461 h 2623"/>
                <a:gd name="T88" fmla="*/ 2712 w 3596"/>
                <a:gd name="T89" fmla="*/ 420 h 2623"/>
                <a:gd name="T90" fmla="*/ 3304 w 3596"/>
                <a:gd name="T91" fmla="*/ 445 h 2623"/>
                <a:gd name="T92" fmla="*/ 3476 w 3596"/>
                <a:gd name="T93" fmla="*/ 548 h 2623"/>
                <a:gd name="T94" fmla="*/ 385 w 3596"/>
                <a:gd name="T95" fmla="*/ 242 h 2623"/>
                <a:gd name="T96" fmla="*/ 325 w 3596"/>
                <a:gd name="T97" fmla="*/ 0 h 2623"/>
                <a:gd name="T98" fmla="*/ 1041 w 3596"/>
                <a:gd name="T99" fmla="*/ 23 h 2623"/>
                <a:gd name="T100" fmla="*/ 3536 w 3596"/>
                <a:gd name="T101" fmla="*/ 242 h 2623"/>
                <a:gd name="T102" fmla="*/ 3593 w 3596"/>
                <a:gd name="T103" fmla="*/ 284 h 2623"/>
                <a:gd name="T104" fmla="*/ 3585 w 3596"/>
                <a:gd name="T105" fmla="*/ 2598 h 2623"/>
                <a:gd name="T106" fmla="*/ 60 w 3596"/>
                <a:gd name="T107" fmla="*/ 2623 h 2623"/>
                <a:gd name="T108" fmla="*/ 3 w 3596"/>
                <a:gd name="T109" fmla="*/ 2582 h 2623"/>
                <a:gd name="T110" fmla="*/ 12 w 3596"/>
                <a:gd name="T111" fmla="*/ 266 h 2623"/>
                <a:gd name="T112" fmla="*/ 264 w 3596"/>
                <a:gd name="T113" fmla="*/ 242 h 2623"/>
                <a:gd name="T114" fmla="*/ 289 w 3596"/>
                <a:gd name="T115" fmla="*/ 10 h 2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596" h="2623">
                  <a:moveTo>
                    <a:pt x="121" y="2316"/>
                  </a:moveTo>
                  <a:lnTo>
                    <a:pt x="121" y="2502"/>
                  </a:lnTo>
                  <a:lnTo>
                    <a:pt x="3476" y="2502"/>
                  </a:lnTo>
                  <a:lnTo>
                    <a:pt x="3476" y="2316"/>
                  </a:lnTo>
                  <a:lnTo>
                    <a:pt x="2108" y="2316"/>
                  </a:lnTo>
                  <a:lnTo>
                    <a:pt x="2033" y="2339"/>
                  </a:lnTo>
                  <a:lnTo>
                    <a:pt x="1957" y="2355"/>
                  </a:lnTo>
                  <a:lnTo>
                    <a:pt x="1879" y="2365"/>
                  </a:lnTo>
                  <a:lnTo>
                    <a:pt x="1798" y="2369"/>
                  </a:lnTo>
                  <a:lnTo>
                    <a:pt x="1717" y="2365"/>
                  </a:lnTo>
                  <a:lnTo>
                    <a:pt x="1639" y="2355"/>
                  </a:lnTo>
                  <a:lnTo>
                    <a:pt x="1562" y="2339"/>
                  </a:lnTo>
                  <a:lnTo>
                    <a:pt x="1488" y="2316"/>
                  </a:lnTo>
                  <a:lnTo>
                    <a:pt x="121" y="2316"/>
                  </a:lnTo>
                  <a:close/>
                  <a:moveTo>
                    <a:pt x="2341" y="669"/>
                  </a:moveTo>
                  <a:lnTo>
                    <a:pt x="2399" y="714"/>
                  </a:lnTo>
                  <a:lnTo>
                    <a:pt x="2453" y="763"/>
                  </a:lnTo>
                  <a:lnTo>
                    <a:pt x="2504" y="816"/>
                  </a:lnTo>
                  <a:lnTo>
                    <a:pt x="2549" y="873"/>
                  </a:lnTo>
                  <a:lnTo>
                    <a:pt x="2591" y="933"/>
                  </a:lnTo>
                  <a:lnTo>
                    <a:pt x="2628" y="997"/>
                  </a:lnTo>
                  <a:lnTo>
                    <a:pt x="2660" y="1064"/>
                  </a:lnTo>
                  <a:lnTo>
                    <a:pt x="2687" y="1132"/>
                  </a:lnTo>
                  <a:lnTo>
                    <a:pt x="2708" y="1204"/>
                  </a:lnTo>
                  <a:lnTo>
                    <a:pt x="2723" y="1278"/>
                  </a:lnTo>
                  <a:lnTo>
                    <a:pt x="2733" y="1354"/>
                  </a:lnTo>
                  <a:lnTo>
                    <a:pt x="2736" y="1433"/>
                  </a:lnTo>
                  <a:lnTo>
                    <a:pt x="2733" y="1510"/>
                  </a:lnTo>
                  <a:lnTo>
                    <a:pt x="2723" y="1586"/>
                  </a:lnTo>
                  <a:lnTo>
                    <a:pt x="2708" y="1660"/>
                  </a:lnTo>
                  <a:lnTo>
                    <a:pt x="2687" y="1732"/>
                  </a:lnTo>
                  <a:lnTo>
                    <a:pt x="2660" y="1802"/>
                  </a:lnTo>
                  <a:lnTo>
                    <a:pt x="2628" y="1868"/>
                  </a:lnTo>
                  <a:lnTo>
                    <a:pt x="2591" y="1933"/>
                  </a:lnTo>
                  <a:lnTo>
                    <a:pt x="2549" y="1993"/>
                  </a:lnTo>
                  <a:lnTo>
                    <a:pt x="2504" y="2049"/>
                  </a:lnTo>
                  <a:lnTo>
                    <a:pt x="2453" y="2103"/>
                  </a:lnTo>
                  <a:lnTo>
                    <a:pt x="2399" y="2152"/>
                  </a:lnTo>
                  <a:lnTo>
                    <a:pt x="2341" y="2196"/>
                  </a:lnTo>
                  <a:lnTo>
                    <a:pt x="3476" y="2196"/>
                  </a:lnTo>
                  <a:lnTo>
                    <a:pt x="3476" y="669"/>
                  </a:lnTo>
                  <a:lnTo>
                    <a:pt x="3316" y="669"/>
                  </a:lnTo>
                  <a:lnTo>
                    <a:pt x="3316" y="918"/>
                  </a:lnTo>
                  <a:lnTo>
                    <a:pt x="3313" y="937"/>
                  </a:lnTo>
                  <a:lnTo>
                    <a:pt x="3304" y="954"/>
                  </a:lnTo>
                  <a:lnTo>
                    <a:pt x="3291" y="967"/>
                  </a:lnTo>
                  <a:lnTo>
                    <a:pt x="3275" y="975"/>
                  </a:lnTo>
                  <a:lnTo>
                    <a:pt x="3256" y="979"/>
                  </a:lnTo>
                  <a:lnTo>
                    <a:pt x="2712" y="979"/>
                  </a:lnTo>
                  <a:lnTo>
                    <a:pt x="2692" y="975"/>
                  </a:lnTo>
                  <a:lnTo>
                    <a:pt x="2676" y="967"/>
                  </a:lnTo>
                  <a:lnTo>
                    <a:pt x="2663" y="954"/>
                  </a:lnTo>
                  <a:lnTo>
                    <a:pt x="2654" y="937"/>
                  </a:lnTo>
                  <a:lnTo>
                    <a:pt x="2651" y="918"/>
                  </a:lnTo>
                  <a:lnTo>
                    <a:pt x="2651" y="669"/>
                  </a:lnTo>
                  <a:lnTo>
                    <a:pt x="2341" y="669"/>
                  </a:lnTo>
                  <a:close/>
                  <a:moveTo>
                    <a:pt x="121" y="669"/>
                  </a:moveTo>
                  <a:lnTo>
                    <a:pt x="121" y="2196"/>
                  </a:lnTo>
                  <a:lnTo>
                    <a:pt x="1256" y="2196"/>
                  </a:lnTo>
                  <a:lnTo>
                    <a:pt x="1198" y="2152"/>
                  </a:lnTo>
                  <a:lnTo>
                    <a:pt x="1143" y="2103"/>
                  </a:lnTo>
                  <a:lnTo>
                    <a:pt x="1093" y="2049"/>
                  </a:lnTo>
                  <a:lnTo>
                    <a:pt x="1046" y="1993"/>
                  </a:lnTo>
                  <a:lnTo>
                    <a:pt x="1005" y="1933"/>
                  </a:lnTo>
                  <a:lnTo>
                    <a:pt x="968" y="1868"/>
                  </a:lnTo>
                  <a:lnTo>
                    <a:pt x="936" y="1802"/>
                  </a:lnTo>
                  <a:lnTo>
                    <a:pt x="910" y="1732"/>
                  </a:lnTo>
                  <a:lnTo>
                    <a:pt x="888" y="1660"/>
                  </a:lnTo>
                  <a:lnTo>
                    <a:pt x="873" y="1586"/>
                  </a:lnTo>
                  <a:lnTo>
                    <a:pt x="863" y="1510"/>
                  </a:lnTo>
                  <a:lnTo>
                    <a:pt x="860" y="1433"/>
                  </a:lnTo>
                  <a:lnTo>
                    <a:pt x="863" y="1354"/>
                  </a:lnTo>
                  <a:lnTo>
                    <a:pt x="873" y="1278"/>
                  </a:lnTo>
                  <a:lnTo>
                    <a:pt x="888" y="1204"/>
                  </a:lnTo>
                  <a:lnTo>
                    <a:pt x="910" y="1132"/>
                  </a:lnTo>
                  <a:lnTo>
                    <a:pt x="936" y="1064"/>
                  </a:lnTo>
                  <a:lnTo>
                    <a:pt x="968" y="997"/>
                  </a:lnTo>
                  <a:lnTo>
                    <a:pt x="1005" y="933"/>
                  </a:lnTo>
                  <a:lnTo>
                    <a:pt x="1046" y="873"/>
                  </a:lnTo>
                  <a:lnTo>
                    <a:pt x="1093" y="816"/>
                  </a:lnTo>
                  <a:lnTo>
                    <a:pt x="1143" y="763"/>
                  </a:lnTo>
                  <a:lnTo>
                    <a:pt x="1198" y="714"/>
                  </a:lnTo>
                  <a:lnTo>
                    <a:pt x="1256" y="669"/>
                  </a:lnTo>
                  <a:lnTo>
                    <a:pt x="121" y="669"/>
                  </a:lnTo>
                  <a:close/>
                  <a:moveTo>
                    <a:pt x="1798" y="617"/>
                  </a:moveTo>
                  <a:lnTo>
                    <a:pt x="1724" y="620"/>
                  </a:lnTo>
                  <a:lnTo>
                    <a:pt x="1652" y="630"/>
                  </a:lnTo>
                  <a:lnTo>
                    <a:pt x="1581" y="646"/>
                  </a:lnTo>
                  <a:lnTo>
                    <a:pt x="1513" y="668"/>
                  </a:lnTo>
                  <a:lnTo>
                    <a:pt x="1448" y="695"/>
                  </a:lnTo>
                  <a:lnTo>
                    <a:pt x="1385" y="728"/>
                  </a:lnTo>
                  <a:lnTo>
                    <a:pt x="1327" y="766"/>
                  </a:lnTo>
                  <a:lnTo>
                    <a:pt x="1272" y="809"/>
                  </a:lnTo>
                  <a:lnTo>
                    <a:pt x="1221" y="856"/>
                  </a:lnTo>
                  <a:lnTo>
                    <a:pt x="1173" y="907"/>
                  </a:lnTo>
                  <a:lnTo>
                    <a:pt x="1130" y="962"/>
                  </a:lnTo>
                  <a:lnTo>
                    <a:pt x="1092" y="1021"/>
                  </a:lnTo>
                  <a:lnTo>
                    <a:pt x="1059" y="1083"/>
                  </a:lnTo>
                  <a:lnTo>
                    <a:pt x="1032" y="1149"/>
                  </a:lnTo>
                  <a:lnTo>
                    <a:pt x="1010" y="1216"/>
                  </a:lnTo>
                  <a:lnTo>
                    <a:pt x="994" y="1286"/>
                  </a:lnTo>
                  <a:lnTo>
                    <a:pt x="984" y="1359"/>
                  </a:lnTo>
                  <a:lnTo>
                    <a:pt x="981" y="1433"/>
                  </a:lnTo>
                  <a:lnTo>
                    <a:pt x="984" y="1507"/>
                  </a:lnTo>
                  <a:lnTo>
                    <a:pt x="994" y="1579"/>
                  </a:lnTo>
                  <a:lnTo>
                    <a:pt x="1010" y="1650"/>
                  </a:lnTo>
                  <a:lnTo>
                    <a:pt x="1032" y="1717"/>
                  </a:lnTo>
                  <a:lnTo>
                    <a:pt x="1059" y="1782"/>
                  </a:lnTo>
                  <a:lnTo>
                    <a:pt x="1092" y="1844"/>
                  </a:lnTo>
                  <a:lnTo>
                    <a:pt x="1130" y="1903"/>
                  </a:lnTo>
                  <a:lnTo>
                    <a:pt x="1173" y="1958"/>
                  </a:lnTo>
                  <a:lnTo>
                    <a:pt x="1221" y="2009"/>
                  </a:lnTo>
                  <a:lnTo>
                    <a:pt x="1272" y="2057"/>
                  </a:lnTo>
                  <a:lnTo>
                    <a:pt x="1327" y="2099"/>
                  </a:lnTo>
                  <a:lnTo>
                    <a:pt x="1385" y="2137"/>
                  </a:lnTo>
                  <a:lnTo>
                    <a:pt x="1448" y="2170"/>
                  </a:lnTo>
                  <a:lnTo>
                    <a:pt x="1513" y="2197"/>
                  </a:lnTo>
                  <a:lnTo>
                    <a:pt x="1581" y="2219"/>
                  </a:lnTo>
                  <a:lnTo>
                    <a:pt x="1652" y="2235"/>
                  </a:lnTo>
                  <a:lnTo>
                    <a:pt x="1724" y="2245"/>
                  </a:lnTo>
                  <a:lnTo>
                    <a:pt x="1798" y="2249"/>
                  </a:lnTo>
                  <a:lnTo>
                    <a:pt x="1872" y="2245"/>
                  </a:lnTo>
                  <a:lnTo>
                    <a:pt x="1945" y="2235"/>
                  </a:lnTo>
                  <a:lnTo>
                    <a:pt x="2015" y="2219"/>
                  </a:lnTo>
                  <a:lnTo>
                    <a:pt x="2083" y="2197"/>
                  </a:lnTo>
                  <a:lnTo>
                    <a:pt x="2148" y="2170"/>
                  </a:lnTo>
                  <a:lnTo>
                    <a:pt x="2210" y="2137"/>
                  </a:lnTo>
                  <a:lnTo>
                    <a:pt x="2269" y="2099"/>
                  </a:lnTo>
                  <a:lnTo>
                    <a:pt x="2325" y="2057"/>
                  </a:lnTo>
                  <a:lnTo>
                    <a:pt x="2376" y="2009"/>
                  </a:lnTo>
                  <a:lnTo>
                    <a:pt x="2423" y="1958"/>
                  </a:lnTo>
                  <a:lnTo>
                    <a:pt x="2465" y="1903"/>
                  </a:lnTo>
                  <a:lnTo>
                    <a:pt x="2504" y="1844"/>
                  </a:lnTo>
                  <a:lnTo>
                    <a:pt x="2536" y="1782"/>
                  </a:lnTo>
                  <a:lnTo>
                    <a:pt x="2564" y="1717"/>
                  </a:lnTo>
                  <a:lnTo>
                    <a:pt x="2587" y="1650"/>
                  </a:lnTo>
                  <a:lnTo>
                    <a:pt x="2602" y="1579"/>
                  </a:lnTo>
                  <a:lnTo>
                    <a:pt x="2612" y="1507"/>
                  </a:lnTo>
                  <a:lnTo>
                    <a:pt x="2615" y="1433"/>
                  </a:lnTo>
                  <a:lnTo>
                    <a:pt x="2612" y="1359"/>
                  </a:lnTo>
                  <a:lnTo>
                    <a:pt x="2602" y="1286"/>
                  </a:lnTo>
                  <a:lnTo>
                    <a:pt x="2587" y="1216"/>
                  </a:lnTo>
                  <a:lnTo>
                    <a:pt x="2564" y="1149"/>
                  </a:lnTo>
                  <a:lnTo>
                    <a:pt x="2536" y="1083"/>
                  </a:lnTo>
                  <a:lnTo>
                    <a:pt x="2504" y="1021"/>
                  </a:lnTo>
                  <a:lnTo>
                    <a:pt x="2465" y="962"/>
                  </a:lnTo>
                  <a:lnTo>
                    <a:pt x="2423" y="907"/>
                  </a:lnTo>
                  <a:lnTo>
                    <a:pt x="2376" y="856"/>
                  </a:lnTo>
                  <a:lnTo>
                    <a:pt x="2325" y="809"/>
                  </a:lnTo>
                  <a:lnTo>
                    <a:pt x="2269" y="766"/>
                  </a:lnTo>
                  <a:lnTo>
                    <a:pt x="2210" y="728"/>
                  </a:lnTo>
                  <a:lnTo>
                    <a:pt x="2148" y="695"/>
                  </a:lnTo>
                  <a:lnTo>
                    <a:pt x="2083" y="668"/>
                  </a:lnTo>
                  <a:lnTo>
                    <a:pt x="2015" y="646"/>
                  </a:lnTo>
                  <a:lnTo>
                    <a:pt x="1945" y="630"/>
                  </a:lnTo>
                  <a:lnTo>
                    <a:pt x="1872" y="620"/>
                  </a:lnTo>
                  <a:lnTo>
                    <a:pt x="1798" y="617"/>
                  </a:lnTo>
                  <a:close/>
                  <a:moveTo>
                    <a:pt x="2772" y="541"/>
                  </a:moveTo>
                  <a:lnTo>
                    <a:pt x="2772" y="858"/>
                  </a:lnTo>
                  <a:lnTo>
                    <a:pt x="3195" y="858"/>
                  </a:lnTo>
                  <a:lnTo>
                    <a:pt x="3195" y="541"/>
                  </a:lnTo>
                  <a:lnTo>
                    <a:pt x="2772" y="541"/>
                  </a:lnTo>
                  <a:close/>
                  <a:moveTo>
                    <a:pt x="121" y="362"/>
                  </a:moveTo>
                  <a:lnTo>
                    <a:pt x="121" y="548"/>
                  </a:lnTo>
                  <a:lnTo>
                    <a:pt x="1488" y="548"/>
                  </a:lnTo>
                  <a:lnTo>
                    <a:pt x="1562" y="527"/>
                  </a:lnTo>
                  <a:lnTo>
                    <a:pt x="1639" y="510"/>
                  </a:lnTo>
                  <a:lnTo>
                    <a:pt x="1717" y="499"/>
                  </a:lnTo>
                  <a:lnTo>
                    <a:pt x="1798" y="496"/>
                  </a:lnTo>
                  <a:lnTo>
                    <a:pt x="1879" y="499"/>
                  </a:lnTo>
                  <a:lnTo>
                    <a:pt x="1957" y="510"/>
                  </a:lnTo>
                  <a:lnTo>
                    <a:pt x="2033" y="527"/>
                  </a:lnTo>
                  <a:lnTo>
                    <a:pt x="2108" y="548"/>
                  </a:lnTo>
                  <a:lnTo>
                    <a:pt x="2651" y="548"/>
                  </a:lnTo>
                  <a:lnTo>
                    <a:pt x="2651" y="480"/>
                  </a:lnTo>
                  <a:lnTo>
                    <a:pt x="2654" y="461"/>
                  </a:lnTo>
                  <a:lnTo>
                    <a:pt x="2663" y="445"/>
                  </a:lnTo>
                  <a:lnTo>
                    <a:pt x="2676" y="432"/>
                  </a:lnTo>
                  <a:lnTo>
                    <a:pt x="2692" y="423"/>
                  </a:lnTo>
                  <a:lnTo>
                    <a:pt x="2712" y="420"/>
                  </a:lnTo>
                  <a:lnTo>
                    <a:pt x="3256" y="420"/>
                  </a:lnTo>
                  <a:lnTo>
                    <a:pt x="3275" y="423"/>
                  </a:lnTo>
                  <a:lnTo>
                    <a:pt x="3291" y="432"/>
                  </a:lnTo>
                  <a:lnTo>
                    <a:pt x="3304" y="445"/>
                  </a:lnTo>
                  <a:lnTo>
                    <a:pt x="3313" y="461"/>
                  </a:lnTo>
                  <a:lnTo>
                    <a:pt x="3316" y="480"/>
                  </a:lnTo>
                  <a:lnTo>
                    <a:pt x="3316" y="548"/>
                  </a:lnTo>
                  <a:lnTo>
                    <a:pt x="3476" y="548"/>
                  </a:lnTo>
                  <a:lnTo>
                    <a:pt x="3476" y="362"/>
                  </a:lnTo>
                  <a:lnTo>
                    <a:pt x="121" y="362"/>
                  </a:lnTo>
                  <a:close/>
                  <a:moveTo>
                    <a:pt x="385" y="119"/>
                  </a:moveTo>
                  <a:lnTo>
                    <a:pt x="385" y="242"/>
                  </a:lnTo>
                  <a:lnTo>
                    <a:pt x="932" y="242"/>
                  </a:lnTo>
                  <a:lnTo>
                    <a:pt x="932" y="119"/>
                  </a:lnTo>
                  <a:lnTo>
                    <a:pt x="385" y="119"/>
                  </a:lnTo>
                  <a:close/>
                  <a:moveTo>
                    <a:pt x="325" y="0"/>
                  </a:moveTo>
                  <a:lnTo>
                    <a:pt x="992" y="0"/>
                  </a:lnTo>
                  <a:lnTo>
                    <a:pt x="1011" y="3"/>
                  </a:lnTo>
                  <a:lnTo>
                    <a:pt x="1028" y="10"/>
                  </a:lnTo>
                  <a:lnTo>
                    <a:pt x="1041" y="23"/>
                  </a:lnTo>
                  <a:lnTo>
                    <a:pt x="1049" y="41"/>
                  </a:lnTo>
                  <a:lnTo>
                    <a:pt x="1052" y="59"/>
                  </a:lnTo>
                  <a:lnTo>
                    <a:pt x="1052" y="242"/>
                  </a:lnTo>
                  <a:lnTo>
                    <a:pt x="3536" y="242"/>
                  </a:lnTo>
                  <a:lnTo>
                    <a:pt x="3554" y="246"/>
                  </a:lnTo>
                  <a:lnTo>
                    <a:pt x="3572" y="253"/>
                  </a:lnTo>
                  <a:lnTo>
                    <a:pt x="3585" y="266"/>
                  </a:lnTo>
                  <a:lnTo>
                    <a:pt x="3593" y="284"/>
                  </a:lnTo>
                  <a:lnTo>
                    <a:pt x="3596" y="302"/>
                  </a:lnTo>
                  <a:lnTo>
                    <a:pt x="3596" y="2563"/>
                  </a:lnTo>
                  <a:lnTo>
                    <a:pt x="3593" y="2582"/>
                  </a:lnTo>
                  <a:lnTo>
                    <a:pt x="3585" y="2598"/>
                  </a:lnTo>
                  <a:lnTo>
                    <a:pt x="3572" y="2611"/>
                  </a:lnTo>
                  <a:lnTo>
                    <a:pt x="3554" y="2620"/>
                  </a:lnTo>
                  <a:lnTo>
                    <a:pt x="3536" y="2623"/>
                  </a:lnTo>
                  <a:lnTo>
                    <a:pt x="60" y="2623"/>
                  </a:lnTo>
                  <a:lnTo>
                    <a:pt x="41" y="2620"/>
                  </a:lnTo>
                  <a:lnTo>
                    <a:pt x="25" y="2611"/>
                  </a:lnTo>
                  <a:lnTo>
                    <a:pt x="12" y="2598"/>
                  </a:lnTo>
                  <a:lnTo>
                    <a:pt x="3" y="2582"/>
                  </a:lnTo>
                  <a:lnTo>
                    <a:pt x="0" y="2563"/>
                  </a:lnTo>
                  <a:lnTo>
                    <a:pt x="0" y="302"/>
                  </a:lnTo>
                  <a:lnTo>
                    <a:pt x="3" y="284"/>
                  </a:lnTo>
                  <a:lnTo>
                    <a:pt x="12" y="266"/>
                  </a:lnTo>
                  <a:lnTo>
                    <a:pt x="25" y="253"/>
                  </a:lnTo>
                  <a:lnTo>
                    <a:pt x="41" y="246"/>
                  </a:lnTo>
                  <a:lnTo>
                    <a:pt x="60" y="242"/>
                  </a:lnTo>
                  <a:lnTo>
                    <a:pt x="264" y="242"/>
                  </a:lnTo>
                  <a:lnTo>
                    <a:pt x="264" y="59"/>
                  </a:lnTo>
                  <a:lnTo>
                    <a:pt x="267" y="41"/>
                  </a:lnTo>
                  <a:lnTo>
                    <a:pt x="276" y="23"/>
                  </a:lnTo>
                  <a:lnTo>
                    <a:pt x="289" y="10"/>
                  </a:lnTo>
                  <a:lnTo>
                    <a:pt x="305" y="3"/>
                  </a:lnTo>
                  <a:lnTo>
                    <a:pt x="3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1" name="Freeform 564">
              <a:extLst>
                <a:ext uri="{FF2B5EF4-FFF2-40B4-BE49-F238E27FC236}">
                  <a16:creationId xmlns:a16="http://schemas.microsoft.com/office/drawing/2014/main" id="{32E655AB-F11F-4311-978D-CA85F1AE1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65751" y="5264151"/>
              <a:ext cx="52388" cy="52388"/>
            </a:xfrm>
            <a:custGeom>
              <a:avLst/>
              <a:gdLst>
                <a:gd name="T0" fmla="*/ 201 w 401"/>
                <a:gd name="T1" fmla="*/ 120 h 400"/>
                <a:gd name="T2" fmla="*/ 179 w 401"/>
                <a:gd name="T3" fmla="*/ 124 h 400"/>
                <a:gd name="T4" fmla="*/ 160 w 401"/>
                <a:gd name="T5" fmla="*/ 131 h 400"/>
                <a:gd name="T6" fmla="*/ 144 w 401"/>
                <a:gd name="T7" fmla="*/ 143 h 400"/>
                <a:gd name="T8" fmla="*/ 131 w 401"/>
                <a:gd name="T9" fmla="*/ 160 h 400"/>
                <a:gd name="T10" fmla="*/ 123 w 401"/>
                <a:gd name="T11" fmla="*/ 179 h 400"/>
                <a:gd name="T12" fmla="*/ 120 w 401"/>
                <a:gd name="T13" fmla="*/ 200 h 400"/>
                <a:gd name="T14" fmla="*/ 123 w 401"/>
                <a:gd name="T15" fmla="*/ 222 h 400"/>
                <a:gd name="T16" fmla="*/ 131 w 401"/>
                <a:gd name="T17" fmla="*/ 240 h 400"/>
                <a:gd name="T18" fmla="*/ 144 w 401"/>
                <a:gd name="T19" fmla="*/ 257 h 400"/>
                <a:gd name="T20" fmla="*/ 160 w 401"/>
                <a:gd name="T21" fmla="*/ 270 h 400"/>
                <a:gd name="T22" fmla="*/ 179 w 401"/>
                <a:gd name="T23" fmla="*/ 277 h 400"/>
                <a:gd name="T24" fmla="*/ 201 w 401"/>
                <a:gd name="T25" fmla="*/ 281 h 400"/>
                <a:gd name="T26" fmla="*/ 221 w 401"/>
                <a:gd name="T27" fmla="*/ 277 h 400"/>
                <a:gd name="T28" fmla="*/ 241 w 401"/>
                <a:gd name="T29" fmla="*/ 270 h 400"/>
                <a:gd name="T30" fmla="*/ 257 w 401"/>
                <a:gd name="T31" fmla="*/ 257 h 400"/>
                <a:gd name="T32" fmla="*/ 269 w 401"/>
                <a:gd name="T33" fmla="*/ 240 h 400"/>
                <a:gd name="T34" fmla="*/ 277 w 401"/>
                <a:gd name="T35" fmla="*/ 222 h 400"/>
                <a:gd name="T36" fmla="*/ 280 w 401"/>
                <a:gd name="T37" fmla="*/ 200 h 400"/>
                <a:gd name="T38" fmla="*/ 277 w 401"/>
                <a:gd name="T39" fmla="*/ 179 h 400"/>
                <a:gd name="T40" fmla="*/ 269 w 401"/>
                <a:gd name="T41" fmla="*/ 160 h 400"/>
                <a:gd name="T42" fmla="*/ 257 w 401"/>
                <a:gd name="T43" fmla="*/ 143 h 400"/>
                <a:gd name="T44" fmla="*/ 241 w 401"/>
                <a:gd name="T45" fmla="*/ 131 h 400"/>
                <a:gd name="T46" fmla="*/ 221 w 401"/>
                <a:gd name="T47" fmla="*/ 124 h 400"/>
                <a:gd name="T48" fmla="*/ 201 w 401"/>
                <a:gd name="T49" fmla="*/ 120 h 400"/>
                <a:gd name="T50" fmla="*/ 201 w 401"/>
                <a:gd name="T51" fmla="*/ 0 h 400"/>
                <a:gd name="T52" fmla="*/ 237 w 401"/>
                <a:gd name="T53" fmla="*/ 3 h 400"/>
                <a:gd name="T54" fmla="*/ 271 w 401"/>
                <a:gd name="T55" fmla="*/ 13 h 400"/>
                <a:gd name="T56" fmla="*/ 302 w 401"/>
                <a:gd name="T57" fmla="*/ 28 h 400"/>
                <a:gd name="T58" fmla="*/ 329 w 401"/>
                <a:gd name="T59" fmla="*/ 48 h 400"/>
                <a:gd name="T60" fmla="*/ 353 w 401"/>
                <a:gd name="T61" fmla="*/ 71 h 400"/>
                <a:gd name="T62" fmla="*/ 374 w 401"/>
                <a:gd name="T63" fmla="*/ 100 h 400"/>
                <a:gd name="T64" fmla="*/ 388 w 401"/>
                <a:gd name="T65" fmla="*/ 130 h 400"/>
                <a:gd name="T66" fmla="*/ 398 w 401"/>
                <a:gd name="T67" fmla="*/ 164 h 400"/>
                <a:gd name="T68" fmla="*/ 401 w 401"/>
                <a:gd name="T69" fmla="*/ 200 h 400"/>
                <a:gd name="T70" fmla="*/ 398 w 401"/>
                <a:gd name="T71" fmla="*/ 236 h 400"/>
                <a:gd name="T72" fmla="*/ 388 w 401"/>
                <a:gd name="T73" fmla="*/ 271 h 400"/>
                <a:gd name="T74" fmla="*/ 374 w 401"/>
                <a:gd name="T75" fmla="*/ 301 h 400"/>
                <a:gd name="T76" fmla="*/ 353 w 401"/>
                <a:gd name="T77" fmla="*/ 330 h 400"/>
                <a:gd name="T78" fmla="*/ 329 w 401"/>
                <a:gd name="T79" fmla="*/ 354 h 400"/>
                <a:gd name="T80" fmla="*/ 302 w 401"/>
                <a:gd name="T81" fmla="*/ 373 h 400"/>
                <a:gd name="T82" fmla="*/ 271 w 401"/>
                <a:gd name="T83" fmla="*/ 388 h 400"/>
                <a:gd name="T84" fmla="*/ 237 w 401"/>
                <a:gd name="T85" fmla="*/ 397 h 400"/>
                <a:gd name="T86" fmla="*/ 201 w 401"/>
                <a:gd name="T87" fmla="*/ 400 h 400"/>
                <a:gd name="T88" fmla="*/ 165 w 401"/>
                <a:gd name="T89" fmla="*/ 397 h 400"/>
                <a:gd name="T90" fmla="*/ 131 w 401"/>
                <a:gd name="T91" fmla="*/ 388 h 400"/>
                <a:gd name="T92" fmla="*/ 99 w 401"/>
                <a:gd name="T93" fmla="*/ 373 h 400"/>
                <a:gd name="T94" fmla="*/ 71 w 401"/>
                <a:gd name="T95" fmla="*/ 354 h 400"/>
                <a:gd name="T96" fmla="*/ 47 w 401"/>
                <a:gd name="T97" fmla="*/ 330 h 400"/>
                <a:gd name="T98" fmla="*/ 27 w 401"/>
                <a:gd name="T99" fmla="*/ 301 h 400"/>
                <a:gd name="T100" fmla="*/ 12 w 401"/>
                <a:gd name="T101" fmla="*/ 271 h 400"/>
                <a:gd name="T102" fmla="*/ 3 w 401"/>
                <a:gd name="T103" fmla="*/ 236 h 400"/>
                <a:gd name="T104" fmla="*/ 0 w 401"/>
                <a:gd name="T105" fmla="*/ 200 h 400"/>
                <a:gd name="T106" fmla="*/ 3 w 401"/>
                <a:gd name="T107" fmla="*/ 164 h 400"/>
                <a:gd name="T108" fmla="*/ 12 w 401"/>
                <a:gd name="T109" fmla="*/ 130 h 400"/>
                <a:gd name="T110" fmla="*/ 27 w 401"/>
                <a:gd name="T111" fmla="*/ 100 h 400"/>
                <a:gd name="T112" fmla="*/ 47 w 401"/>
                <a:gd name="T113" fmla="*/ 71 h 400"/>
                <a:gd name="T114" fmla="*/ 71 w 401"/>
                <a:gd name="T115" fmla="*/ 48 h 400"/>
                <a:gd name="T116" fmla="*/ 99 w 401"/>
                <a:gd name="T117" fmla="*/ 28 h 400"/>
                <a:gd name="T118" fmla="*/ 131 w 401"/>
                <a:gd name="T119" fmla="*/ 13 h 400"/>
                <a:gd name="T120" fmla="*/ 165 w 401"/>
                <a:gd name="T121" fmla="*/ 3 h 400"/>
                <a:gd name="T122" fmla="*/ 201 w 401"/>
                <a:gd name="T123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1" h="400">
                  <a:moveTo>
                    <a:pt x="201" y="120"/>
                  </a:moveTo>
                  <a:lnTo>
                    <a:pt x="179" y="124"/>
                  </a:lnTo>
                  <a:lnTo>
                    <a:pt x="160" y="131"/>
                  </a:lnTo>
                  <a:lnTo>
                    <a:pt x="144" y="143"/>
                  </a:lnTo>
                  <a:lnTo>
                    <a:pt x="131" y="160"/>
                  </a:lnTo>
                  <a:lnTo>
                    <a:pt x="123" y="179"/>
                  </a:lnTo>
                  <a:lnTo>
                    <a:pt x="120" y="200"/>
                  </a:lnTo>
                  <a:lnTo>
                    <a:pt x="123" y="222"/>
                  </a:lnTo>
                  <a:lnTo>
                    <a:pt x="131" y="240"/>
                  </a:lnTo>
                  <a:lnTo>
                    <a:pt x="144" y="257"/>
                  </a:lnTo>
                  <a:lnTo>
                    <a:pt x="160" y="270"/>
                  </a:lnTo>
                  <a:lnTo>
                    <a:pt x="179" y="277"/>
                  </a:lnTo>
                  <a:lnTo>
                    <a:pt x="201" y="281"/>
                  </a:lnTo>
                  <a:lnTo>
                    <a:pt x="221" y="277"/>
                  </a:lnTo>
                  <a:lnTo>
                    <a:pt x="241" y="270"/>
                  </a:lnTo>
                  <a:lnTo>
                    <a:pt x="257" y="257"/>
                  </a:lnTo>
                  <a:lnTo>
                    <a:pt x="269" y="240"/>
                  </a:lnTo>
                  <a:lnTo>
                    <a:pt x="277" y="222"/>
                  </a:lnTo>
                  <a:lnTo>
                    <a:pt x="280" y="200"/>
                  </a:lnTo>
                  <a:lnTo>
                    <a:pt x="277" y="179"/>
                  </a:lnTo>
                  <a:lnTo>
                    <a:pt x="269" y="160"/>
                  </a:lnTo>
                  <a:lnTo>
                    <a:pt x="257" y="143"/>
                  </a:lnTo>
                  <a:lnTo>
                    <a:pt x="241" y="131"/>
                  </a:lnTo>
                  <a:lnTo>
                    <a:pt x="221" y="124"/>
                  </a:lnTo>
                  <a:lnTo>
                    <a:pt x="201" y="120"/>
                  </a:lnTo>
                  <a:close/>
                  <a:moveTo>
                    <a:pt x="201" y="0"/>
                  </a:moveTo>
                  <a:lnTo>
                    <a:pt x="237" y="3"/>
                  </a:lnTo>
                  <a:lnTo>
                    <a:pt x="271" y="13"/>
                  </a:lnTo>
                  <a:lnTo>
                    <a:pt x="302" y="28"/>
                  </a:lnTo>
                  <a:lnTo>
                    <a:pt x="329" y="48"/>
                  </a:lnTo>
                  <a:lnTo>
                    <a:pt x="353" y="71"/>
                  </a:lnTo>
                  <a:lnTo>
                    <a:pt x="374" y="100"/>
                  </a:lnTo>
                  <a:lnTo>
                    <a:pt x="388" y="130"/>
                  </a:lnTo>
                  <a:lnTo>
                    <a:pt x="398" y="164"/>
                  </a:lnTo>
                  <a:lnTo>
                    <a:pt x="401" y="200"/>
                  </a:lnTo>
                  <a:lnTo>
                    <a:pt x="398" y="236"/>
                  </a:lnTo>
                  <a:lnTo>
                    <a:pt x="388" y="271"/>
                  </a:lnTo>
                  <a:lnTo>
                    <a:pt x="374" y="301"/>
                  </a:lnTo>
                  <a:lnTo>
                    <a:pt x="353" y="330"/>
                  </a:lnTo>
                  <a:lnTo>
                    <a:pt x="329" y="354"/>
                  </a:lnTo>
                  <a:lnTo>
                    <a:pt x="302" y="373"/>
                  </a:lnTo>
                  <a:lnTo>
                    <a:pt x="271" y="388"/>
                  </a:lnTo>
                  <a:lnTo>
                    <a:pt x="237" y="397"/>
                  </a:lnTo>
                  <a:lnTo>
                    <a:pt x="201" y="400"/>
                  </a:lnTo>
                  <a:lnTo>
                    <a:pt x="165" y="397"/>
                  </a:lnTo>
                  <a:lnTo>
                    <a:pt x="131" y="388"/>
                  </a:lnTo>
                  <a:lnTo>
                    <a:pt x="99" y="373"/>
                  </a:lnTo>
                  <a:lnTo>
                    <a:pt x="71" y="354"/>
                  </a:lnTo>
                  <a:lnTo>
                    <a:pt x="47" y="330"/>
                  </a:lnTo>
                  <a:lnTo>
                    <a:pt x="27" y="301"/>
                  </a:lnTo>
                  <a:lnTo>
                    <a:pt x="12" y="271"/>
                  </a:lnTo>
                  <a:lnTo>
                    <a:pt x="3" y="236"/>
                  </a:lnTo>
                  <a:lnTo>
                    <a:pt x="0" y="200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100"/>
                  </a:lnTo>
                  <a:lnTo>
                    <a:pt x="47" y="71"/>
                  </a:lnTo>
                  <a:lnTo>
                    <a:pt x="71" y="48"/>
                  </a:lnTo>
                  <a:lnTo>
                    <a:pt x="99" y="28"/>
                  </a:lnTo>
                  <a:lnTo>
                    <a:pt x="131" y="13"/>
                  </a:lnTo>
                  <a:lnTo>
                    <a:pt x="165" y="3"/>
                  </a:lnTo>
                  <a:lnTo>
                    <a:pt x="2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E09B583C-534E-49D6-B737-4EAD3382F6A7}"/>
              </a:ext>
            </a:extLst>
          </p:cNvPr>
          <p:cNvGrpSpPr/>
          <p:nvPr/>
        </p:nvGrpSpPr>
        <p:grpSpPr>
          <a:xfrm flipH="1">
            <a:off x="3210163" y="3804564"/>
            <a:ext cx="321221" cy="233021"/>
            <a:chOff x="4489450" y="5189538"/>
            <a:chExt cx="468313" cy="3397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23" name="Freeform 569">
              <a:extLst>
                <a:ext uri="{FF2B5EF4-FFF2-40B4-BE49-F238E27FC236}">
                  <a16:creationId xmlns:a16="http://schemas.microsoft.com/office/drawing/2014/main" id="{956A5DAB-2CCD-48FC-8F35-B1839966A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9450" y="5189538"/>
              <a:ext cx="468313" cy="339725"/>
            </a:xfrm>
            <a:custGeom>
              <a:avLst/>
              <a:gdLst>
                <a:gd name="T0" fmla="*/ 1181 w 3536"/>
                <a:gd name="T1" fmla="*/ 2445 h 2565"/>
                <a:gd name="T2" fmla="*/ 2256 w 3536"/>
                <a:gd name="T3" fmla="*/ 2340 h 2565"/>
                <a:gd name="T4" fmla="*/ 131 w 3536"/>
                <a:gd name="T5" fmla="*/ 2133 h 2565"/>
                <a:gd name="T6" fmla="*/ 161 w 3536"/>
                <a:gd name="T7" fmla="*/ 2178 h 2565"/>
                <a:gd name="T8" fmla="*/ 205 w 3536"/>
                <a:gd name="T9" fmla="*/ 2209 h 2565"/>
                <a:gd name="T10" fmla="*/ 260 w 3536"/>
                <a:gd name="T11" fmla="*/ 2219 h 2565"/>
                <a:gd name="T12" fmla="*/ 3304 w 3536"/>
                <a:gd name="T13" fmla="*/ 2216 h 2565"/>
                <a:gd name="T14" fmla="*/ 3354 w 3536"/>
                <a:gd name="T15" fmla="*/ 2195 h 2565"/>
                <a:gd name="T16" fmla="*/ 3392 w 3536"/>
                <a:gd name="T17" fmla="*/ 2157 h 2565"/>
                <a:gd name="T18" fmla="*/ 131 w 3536"/>
                <a:gd name="T19" fmla="*/ 2133 h 2565"/>
                <a:gd name="T20" fmla="*/ 120 w 3536"/>
                <a:gd name="T21" fmla="*/ 2013 h 2565"/>
                <a:gd name="T22" fmla="*/ 3416 w 3536"/>
                <a:gd name="T23" fmla="*/ 328 h 2565"/>
                <a:gd name="T24" fmla="*/ 260 w 3536"/>
                <a:gd name="T25" fmla="*/ 121 h 2565"/>
                <a:gd name="T26" fmla="*/ 205 w 3536"/>
                <a:gd name="T27" fmla="*/ 132 h 2565"/>
                <a:gd name="T28" fmla="*/ 161 w 3536"/>
                <a:gd name="T29" fmla="*/ 163 h 2565"/>
                <a:gd name="T30" fmla="*/ 131 w 3536"/>
                <a:gd name="T31" fmla="*/ 208 h 2565"/>
                <a:gd name="T32" fmla="*/ 3392 w 3536"/>
                <a:gd name="T33" fmla="*/ 183 h 2565"/>
                <a:gd name="T34" fmla="*/ 3354 w 3536"/>
                <a:gd name="T35" fmla="*/ 146 h 2565"/>
                <a:gd name="T36" fmla="*/ 3304 w 3536"/>
                <a:gd name="T37" fmla="*/ 125 h 2565"/>
                <a:gd name="T38" fmla="*/ 260 w 3536"/>
                <a:gd name="T39" fmla="*/ 121 h 2565"/>
                <a:gd name="T40" fmla="*/ 3276 w 3536"/>
                <a:gd name="T41" fmla="*/ 0 h 2565"/>
                <a:gd name="T42" fmla="*/ 3351 w 3536"/>
                <a:gd name="T43" fmla="*/ 12 h 2565"/>
                <a:gd name="T44" fmla="*/ 3418 w 3536"/>
                <a:gd name="T45" fmla="*/ 43 h 2565"/>
                <a:gd name="T46" fmla="*/ 3472 w 3536"/>
                <a:gd name="T47" fmla="*/ 90 h 2565"/>
                <a:gd name="T48" fmla="*/ 3512 w 3536"/>
                <a:gd name="T49" fmla="*/ 151 h 2565"/>
                <a:gd name="T50" fmla="*/ 3532 w 3536"/>
                <a:gd name="T51" fmla="*/ 222 h 2565"/>
                <a:gd name="T52" fmla="*/ 3536 w 3536"/>
                <a:gd name="T53" fmla="*/ 2080 h 2565"/>
                <a:gd name="T54" fmla="*/ 3525 w 3536"/>
                <a:gd name="T55" fmla="*/ 2155 h 2565"/>
                <a:gd name="T56" fmla="*/ 3494 w 3536"/>
                <a:gd name="T57" fmla="*/ 2222 h 2565"/>
                <a:gd name="T58" fmla="*/ 3447 w 3536"/>
                <a:gd name="T59" fmla="*/ 2276 h 2565"/>
                <a:gd name="T60" fmla="*/ 3386 w 3536"/>
                <a:gd name="T61" fmla="*/ 2316 h 2565"/>
                <a:gd name="T62" fmla="*/ 3315 w 3536"/>
                <a:gd name="T63" fmla="*/ 2337 h 2565"/>
                <a:gd name="T64" fmla="*/ 2421 w 3536"/>
                <a:gd name="T65" fmla="*/ 2340 h 2565"/>
                <a:gd name="T66" fmla="*/ 2666 w 3536"/>
                <a:gd name="T67" fmla="*/ 2445 h 2565"/>
                <a:gd name="T68" fmla="*/ 2701 w 3536"/>
                <a:gd name="T69" fmla="*/ 2457 h 2565"/>
                <a:gd name="T70" fmla="*/ 2723 w 3536"/>
                <a:gd name="T71" fmla="*/ 2486 h 2565"/>
                <a:gd name="T72" fmla="*/ 2723 w 3536"/>
                <a:gd name="T73" fmla="*/ 2525 h 2565"/>
                <a:gd name="T74" fmla="*/ 2701 w 3536"/>
                <a:gd name="T75" fmla="*/ 2554 h 2565"/>
                <a:gd name="T76" fmla="*/ 2666 w 3536"/>
                <a:gd name="T77" fmla="*/ 2565 h 2565"/>
                <a:gd name="T78" fmla="*/ 851 w 3536"/>
                <a:gd name="T79" fmla="*/ 2562 h 2565"/>
                <a:gd name="T80" fmla="*/ 822 w 3536"/>
                <a:gd name="T81" fmla="*/ 2541 h 2565"/>
                <a:gd name="T82" fmla="*/ 810 w 3536"/>
                <a:gd name="T83" fmla="*/ 2505 h 2565"/>
                <a:gd name="T84" fmla="*/ 822 w 3536"/>
                <a:gd name="T85" fmla="*/ 2470 h 2565"/>
                <a:gd name="T86" fmla="*/ 851 w 3536"/>
                <a:gd name="T87" fmla="*/ 2449 h 2565"/>
                <a:gd name="T88" fmla="*/ 1017 w 3536"/>
                <a:gd name="T89" fmla="*/ 2445 h 2565"/>
                <a:gd name="T90" fmla="*/ 260 w 3536"/>
                <a:gd name="T91" fmla="*/ 2340 h 2565"/>
                <a:gd name="T92" fmla="*/ 185 w 3536"/>
                <a:gd name="T93" fmla="*/ 2329 h 2565"/>
                <a:gd name="T94" fmla="*/ 118 w 3536"/>
                <a:gd name="T95" fmla="*/ 2299 h 2565"/>
                <a:gd name="T96" fmla="*/ 63 w 3536"/>
                <a:gd name="T97" fmla="*/ 2250 h 2565"/>
                <a:gd name="T98" fmla="*/ 25 w 3536"/>
                <a:gd name="T99" fmla="*/ 2189 h 2565"/>
                <a:gd name="T100" fmla="*/ 3 w 3536"/>
                <a:gd name="T101" fmla="*/ 2119 h 2565"/>
                <a:gd name="T102" fmla="*/ 0 w 3536"/>
                <a:gd name="T103" fmla="*/ 261 h 2565"/>
                <a:gd name="T104" fmla="*/ 11 w 3536"/>
                <a:gd name="T105" fmla="*/ 186 h 2565"/>
                <a:gd name="T106" fmla="*/ 42 w 3536"/>
                <a:gd name="T107" fmla="*/ 119 h 2565"/>
                <a:gd name="T108" fmla="*/ 89 w 3536"/>
                <a:gd name="T109" fmla="*/ 65 h 2565"/>
                <a:gd name="T110" fmla="*/ 150 w 3536"/>
                <a:gd name="T111" fmla="*/ 25 h 2565"/>
                <a:gd name="T112" fmla="*/ 221 w 3536"/>
                <a:gd name="T113" fmla="*/ 3 h 2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36" h="2565">
                  <a:moveTo>
                    <a:pt x="1280" y="2340"/>
                  </a:moveTo>
                  <a:lnTo>
                    <a:pt x="1181" y="2445"/>
                  </a:lnTo>
                  <a:lnTo>
                    <a:pt x="2355" y="2445"/>
                  </a:lnTo>
                  <a:lnTo>
                    <a:pt x="2256" y="2340"/>
                  </a:lnTo>
                  <a:lnTo>
                    <a:pt x="1280" y="2340"/>
                  </a:lnTo>
                  <a:close/>
                  <a:moveTo>
                    <a:pt x="131" y="2133"/>
                  </a:moveTo>
                  <a:lnTo>
                    <a:pt x="144" y="2157"/>
                  </a:lnTo>
                  <a:lnTo>
                    <a:pt x="161" y="2178"/>
                  </a:lnTo>
                  <a:lnTo>
                    <a:pt x="181" y="2195"/>
                  </a:lnTo>
                  <a:lnTo>
                    <a:pt x="205" y="2209"/>
                  </a:lnTo>
                  <a:lnTo>
                    <a:pt x="232" y="2216"/>
                  </a:lnTo>
                  <a:lnTo>
                    <a:pt x="260" y="2219"/>
                  </a:lnTo>
                  <a:lnTo>
                    <a:pt x="3276" y="2219"/>
                  </a:lnTo>
                  <a:lnTo>
                    <a:pt x="3304" y="2216"/>
                  </a:lnTo>
                  <a:lnTo>
                    <a:pt x="3331" y="2209"/>
                  </a:lnTo>
                  <a:lnTo>
                    <a:pt x="3354" y="2195"/>
                  </a:lnTo>
                  <a:lnTo>
                    <a:pt x="3375" y="2178"/>
                  </a:lnTo>
                  <a:lnTo>
                    <a:pt x="3392" y="2157"/>
                  </a:lnTo>
                  <a:lnTo>
                    <a:pt x="3405" y="2133"/>
                  </a:lnTo>
                  <a:lnTo>
                    <a:pt x="131" y="2133"/>
                  </a:lnTo>
                  <a:close/>
                  <a:moveTo>
                    <a:pt x="120" y="328"/>
                  </a:moveTo>
                  <a:lnTo>
                    <a:pt x="120" y="2013"/>
                  </a:lnTo>
                  <a:lnTo>
                    <a:pt x="3416" y="2013"/>
                  </a:lnTo>
                  <a:lnTo>
                    <a:pt x="3416" y="328"/>
                  </a:lnTo>
                  <a:lnTo>
                    <a:pt x="120" y="328"/>
                  </a:lnTo>
                  <a:close/>
                  <a:moveTo>
                    <a:pt x="260" y="121"/>
                  </a:moveTo>
                  <a:lnTo>
                    <a:pt x="232" y="125"/>
                  </a:lnTo>
                  <a:lnTo>
                    <a:pt x="205" y="132"/>
                  </a:lnTo>
                  <a:lnTo>
                    <a:pt x="181" y="146"/>
                  </a:lnTo>
                  <a:lnTo>
                    <a:pt x="161" y="163"/>
                  </a:lnTo>
                  <a:lnTo>
                    <a:pt x="144" y="183"/>
                  </a:lnTo>
                  <a:lnTo>
                    <a:pt x="131" y="208"/>
                  </a:lnTo>
                  <a:lnTo>
                    <a:pt x="3405" y="208"/>
                  </a:lnTo>
                  <a:lnTo>
                    <a:pt x="3392" y="183"/>
                  </a:lnTo>
                  <a:lnTo>
                    <a:pt x="3375" y="163"/>
                  </a:lnTo>
                  <a:lnTo>
                    <a:pt x="3354" y="146"/>
                  </a:lnTo>
                  <a:lnTo>
                    <a:pt x="3331" y="132"/>
                  </a:lnTo>
                  <a:lnTo>
                    <a:pt x="3304" y="125"/>
                  </a:lnTo>
                  <a:lnTo>
                    <a:pt x="3276" y="121"/>
                  </a:lnTo>
                  <a:lnTo>
                    <a:pt x="260" y="121"/>
                  </a:lnTo>
                  <a:close/>
                  <a:moveTo>
                    <a:pt x="260" y="0"/>
                  </a:moveTo>
                  <a:lnTo>
                    <a:pt x="3276" y="0"/>
                  </a:lnTo>
                  <a:lnTo>
                    <a:pt x="3315" y="3"/>
                  </a:lnTo>
                  <a:lnTo>
                    <a:pt x="3351" y="12"/>
                  </a:lnTo>
                  <a:lnTo>
                    <a:pt x="3386" y="25"/>
                  </a:lnTo>
                  <a:lnTo>
                    <a:pt x="3418" y="43"/>
                  </a:lnTo>
                  <a:lnTo>
                    <a:pt x="3447" y="65"/>
                  </a:lnTo>
                  <a:lnTo>
                    <a:pt x="3472" y="90"/>
                  </a:lnTo>
                  <a:lnTo>
                    <a:pt x="3494" y="119"/>
                  </a:lnTo>
                  <a:lnTo>
                    <a:pt x="3512" y="151"/>
                  </a:lnTo>
                  <a:lnTo>
                    <a:pt x="3525" y="186"/>
                  </a:lnTo>
                  <a:lnTo>
                    <a:pt x="3532" y="222"/>
                  </a:lnTo>
                  <a:lnTo>
                    <a:pt x="3536" y="261"/>
                  </a:lnTo>
                  <a:lnTo>
                    <a:pt x="3536" y="2080"/>
                  </a:lnTo>
                  <a:lnTo>
                    <a:pt x="3532" y="2119"/>
                  </a:lnTo>
                  <a:lnTo>
                    <a:pt x="3525" y="2155"/>
                  </a:lnTo>
                  <a:lnTo>
                    <a:pt x="3512" y="2189"/>
                  </a:lnTo>
                  <a:lnTo>
                    <a:pt x="3494" y="2222"/>
                  </a:lnTo>
                  <a:lnTo>
                    <a:pt x="3472" y="2250"/>
                  </a:lnTo>
                  <a:lnTo>
                    <a:pt x="3447" y="2276"/>
                  </a:lnTo>
                  <a:lnTo>
                    <a:pt x="3418" y="2299"/>
                  </a:lnTo>
                  <a:lnTo>
                    <a:pt x="3386" y="2316"/>
                  </a:lnTo>
                  <a:lnTo>
                    <a:pt x="3351" y="2329"/>
                  </a:lnTo>
                  <a:lnTo>
                    <a:pt x="3315" y="2337"/>
                  </a:lnTo>
                  <a:lnTo>
                    <a:pt x="3276" y="2340"/>
                  </a:lnTo>
                  <a:lnTo>
                    <a:pt x="2421" y="2340"/>
                  </a:lnTo>
                  <a:lnTo>
                    <a:pt x="2519" y="2445"/>
                  </a:lnTo>
                  <a:lnTo>
                    <a:pt x="2666" y="2445"/>
                  </a:lnTo>
                  <a:lnTo>
                    <a:pt x="2685" y="2449"/>
                  </a:lnTo>
                  <a:lnTo>
                    <a:pt x="2701" y="2457"/>
                  </a:lnTo>
                  <a:lnTo>
                    <a:pt x="2714" y="2470"/>
                  </a:lnTo>
                  <a:lnTo>
                    <a:pt x="2723" y="2486"/>
                  </a:lnTo>
                  <a:lnTo>
                    <a:pt x="2726" y="2505"/>
                  </a:lnTo>
                  <a:lnTo>
                    <a:pt x="2723" y="2525"/>
                  </a:lnTo>
                  <a:lnTo>
                    <a:pt x="2714" y="2541"/>
                  </a:lnTo>
                  <a:lnTo>
                    <a:pt x="2701" y="2554"/>
                  </a:lnTo>
                  <a:lnTo>
                    <a:pt x="2685" y="2562"/>
                  </a:lnTo>
                  <a:lnTo>
                    <a:pt x="2666" y="2565"/>
                  </a:lnTo>
                  <a:lnTo>
                    <a:pt x="870" y="2565"/>
                  </a:lnTo>
                  <a:lnTo>
                    <a:pt x="851" y="2562"/>
                  </a:lnTo>
                  <a:lnTo>
                    <a:pt x="835" y="2554"/>
                  </a:lnTo>
                  <a:lnTo>
                    <a:pt x="822" y="2541"/>
                  </a:lnTo>
                  <a:lnTo>
                    <a:pt x="813" y="2525"/>
                  </a:lnTo>
                  <a:lnTo>
                    <a:pt x="810" y="2505"/>
                  </a:lnTo>
                  <a:lnTo>
                    <a:pt x="813" y="2486"/>
                  </a:lnTo>
                  <a:lnTo>
                    <a:pt x="822" y="2470"/>
                  </a:lnTo>
                  <a:lnTo>
                    <a:pt x="835" y="2457"/>
                  </a:lnTo>
                  <a:lnTo>
                    <a:pt x="851" y="2449"/>
                  </a:lnTo>
                  <a:lnTo>
                    <a:pt x="870" y="2445"/>
                  </a:lnTo>
                  <a:lnTo>
                    <a:pt x="1017" y="2445"/>
                  </a:lnTo>
                  <a:lnTo>
                    <a:pt x="1115" y="2340"/>
                  </a:lnTo>
                  <a:lnTo>
                    <a:pt x="260" y="2340"/>
                  </a:lnTo>
                  <a:lnTo>
                    <a:pt x="221" y="2337"/>
                  </a:lnTo>
                  <a:lnTo>
                    <a:pt x="185" y="2329"/>
                  </a:lnTo>
                  <a:lnTo>
                    <a:pt x="150" y="2316"/>
                  </a:lnTo>
                  <a:lnTo>
                    <a:pt x="118" y="2299"/>
                  </a:lnTo>
                  <a:lnTo>
                    <a:pt x="89" y="2276"/>
                  </a:lnTo>
                  <a:lnTo>
                    <a:pt x="63" y="2250"/>
                  </a:lnTo>
                  <a:lnTo>
                    <a:pt x="42" y="2222"/>
                  </a:lnTo>
                  <a:lnTo>
                    <a:pt x="25" y="2189"/>
                  </a:lnTo>
                  <a:lnTo>
                    <a:pt x="11" y="2155"/>
                  </a:lnTo>
                  <a:lnTo>
                    <a:pt x="3" y="2119"/>
                  </a:lnTo>
                  <a:lnTo>
                    <a:pt x="0" y="2080"/>
                  </a:lnTo>
                  <a:lnTo>
                    <a:pt x="0" y="261"/>
                  </a:lnTo>
                  <a:lnTo>
                    <a:pt x="3" y="222"/>
                  </a:lnTo>
                  <a:lnTo>
                    <a:pt x="11" y="186"/>
                  </a:lnTo>
                  <a:lnTo>
                    <a:pt x="25" y="151"/>
                  </a:lnTo>
                  <a:lnTo>
                    <a:pt x="42" y="119"/>
                  </a:lnTo>
                  <a:lnTo>
                    <a:pt x="63" y="90"/>
                  </a:lnTo>
                  <a:lnTo>
                    <a:pt x="89" y="65"/>
                  </a:lnTo>
                  <a:lnTo>
                    <a:pt x="118" y="43"/>
                  </a:lnTo>
                  <a:lnTo>
                    <a:pt x="150" y="25"/>
                  </a:lnTo>
                  <a:lnTo>
                    <a:pt x="185" y="12"/>
                  </a:lnTo>
                  <a:lnTo>
                    <a:pt x="221" y="3"/>
                  </a:lnTo>
                  <a:lnTo>
                    <a:pt x="2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4" name="Freeform 570">
              <a:extLst>
                <a:ext uri="{FF2B5EF4-FFF2-40B4-BE49-F238E27FC236}">
                  <a16:creationId xmlns:a16="http://schemas.microsoft.com/office/drawing/2014/main" id="{F682EE61-259B-49BE-B878-F4B845D18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363" y="5287963"/>
              <a:ext cx="342900" cy="131762"/>
            </a:xfrm>
            <a:custGeom>
              <a:avLst/>
              <a:gdLst>
                <a:gd name="T0" fmla="*/ 1620 w 2594"/>
                <a:gd name="T1" fmla="*/ 761 h 994"/>
                <a:gd name="T2" fmla="*/ 1603 w 2594"/>
                <a:gd name="T3" fmla="*/ 825 h 994"/>
                <a:gd name="T4" fmla="*/ 1650 w 2594"/>
                <a:gd name="T5" fmla="*/ 872 h 994"/>
                <a:gd name="T6" fmla="*/ 1714 w 2594"/>
                <a:gd name="T7" fmla="*/ 855 h 994"/>
                <a:gd name="T8" fmla="*/ 1731 w 2594"/>
                <a:gd name="T9" fmla="*/ 791 h 994"/>
                <a:gd name="T10" fmla="*/ 1684 w 2594"/>
                <a:gd name="T11" fmla="*/ 744 h 994"/>
                <a:gd name="T12" fmla="*/ 154 w 2594"/>
                <a:gd name="T13" fmla="*/ 750 h 994"/>
                <a:gd name="T14" fmla="*/ 120 w 2594"/>
                <a:gd name="T15" fmla="*/ 808 h 994"/>
                <a:gd name="T16" fmla="*/ 154 w 2594"/>
                <a:gd name="T17" fmla="*/ 866 h 994"/>
                <a:gd name="T18" fmla="*/ 220 w 2594"/>
                <a:gd name="T19" fmla="*/ 866 h 994"/>
                <a:gd name="T20" fmla="*/ 253 w 2594"/>
                <a:gd name="T21" fmla="*/ 808 h 994"/>
                <a:gd name="T22" fmla="*/ 220 w 2594"/>
                <a:gd name="T23" fmla="*/ 750 h 994"/>
                <a:gd name="T24" fmla="*/ 2390 w 2594"/>
                <a:gd name="T25" fmla="*/ 124 h 994"/>
                <a:gd name="T26" fmla="*/ 2343 w 2594"/>
                <a:gd name="T27" fmla="*/ 171 h 994"/>
                <a:gd name="T28" fmla="*/ 2360 w 2594"/>
                <a:gd name="T29" fmla="*/ 234 h 994"/>
                <a:gd name="T30" fmla="*/ 2424 w 2594"/>
                <a:gd name="T31" fmla="*/ 252 h 994"/>
                <a:gd name="T32" fmla="*/ 2471 w 2594"/>
                <a:gd name="T33" fmla="*/ 204 h 994"/>
                <a:gd name="T34" fmla="*/ 2454 w 2594"/>
                <a:gd name="T35" fmla="*/ 141 h 994"/>
                <a:gd name="T36" fmla="*/ 927 w 2594"/>
                <a:gd name="T37" fmla="*/ 121 h 994"/>
                <a:gd name="T38" fmla="*/ 869 w 2594"/>
                <a:gd name="T39" fmla="*/ 155 h 994"/>
                <a:gd name="T40" fmla="*/ 869 w 2594"/>
                <a:gd name="T41" fmla="*/ 220 h 994"/>
                <a:gd name="T42" fmla="*/ 927 w 2594"/>
                <a:gd name="T43" fmla="*/ 254 h 994"/>
                <a:gd name="T44" fmla="*/ 985 w 2594"/>
                <a:gd name="T45" fmla="*/ 220 h 994"/>
                <a:gd name="T46" fmla="*/ 985 w 2594"/>
                <a:gd name="T47" fmla="*/ 155 h 994"/>
                <a:gd name="T48" fmla="*/ 927 w 2594"/>
                <a:gd name="T49" fmla="*/ 121 h 994"/>
                <a:gd name="T50" fmla="*/ 2491 w 2594"/>
                <a:gd name="T51" fmla="*/ 21 h 994"/>
                <a:gd name="T52" fmla="*/ 2574 w 2594"/>
                <a:gd name="T53" fmla="*/ 104 h 994"/>
                <a:gd name="T54" fmla="*/ 2592 w 2594"/>
                <a:gd name="T55" fmla="*/ 216 h 994"/>
                <a:gd name="T56" fmla="*/ 2539 w 2594"/>
                <a:gd name="T57" fmla="*/ 320 h 994"/>
                <a:gd name="T58" fmla="*/ 2436 w 2594"/>
                <a:gd name="T59" fmla="*/ 372 h 994"/>
                <a:gd name="T60" fmla="*/ 2319 w 2594"/>
                <a:gd name="T61" fmla="*/ 353 h 994"/>
                <a:gd name="T62" fmla="*/ 1854 w 2594"/>
                <a:gd name="T63" fmla="*/ 813 h 994"/>
                <a:gd name="T64" fmla="*/ 1818 w 2594"/>
                <a:gd name="T65" fmla="*/ 917 h 994"/>
                <a:gd name="T66" fmla="*/ 1751 w 2594"/>
                <a:gd name="T67" fmla="*/ 975 h 994"/>
                <a:gd name="T68" fmla="*/ 1638 w 2594"/>
                <a:gd name="T69" fmla="*/ 992 h 994"/>
                <a:gd name="T70" fmla="*/ 1535 w 2594"/>
                <a:gd name="T71" fmla="*/ 940 h 994"/>
                <a:gd name="T72" fmla="*/ 1482 w 2594"/>
                <a:gd name="T73" fmla="*/ 840 h 994"/>
                <a:gd name="T74" fmla="*/ 1496 w 2594"/>
                <a:gd name="T75" fmla="*/ 732 h 994"/>
                <a:gd name="T76" fmla="*/ 927 w 2594"/>
                <a:gd name="T77" fmla="*/ 374 h 994"/>
                <a:gd name="T78" fmla="*/ 357 w 2594"/>
                <a:gd name="T79" fmla="*/ 732 h 994"/>
                <a:gd name="T80" fmla="*/ 371 w 2594"/>
                <a:gd name="T81" fmla="*/ 840 h 994"/>
                <a:gd name="T82" fmla="*/ 319 w 2594"/>
                <a:gd name="T83" fmla="*/ 940 h 994"/>
                <a:gd name="T84" fmla="*/ 216 w 2594"/>
                <a:gd name="T85" fmla="*/ 992 h 994"/>
                <a:gd name="T86" fmla="*/ 103 w 2594"/>
                <a:gd name="T87" fmla="*/ 975 h 994"/>
                <a:gd name="T88" fmla="*/ 19 w 2594"/>
                <a:gd name="T89" fmla="*/ 891 h 994"/>
                <a:gd name="T90" fmla="*/ 2 w 2594"/>
                <a:gd name="T91" fmla="*/ 779 h 994"/>
                <a:gd name="T92" fmla="*/ 55 w 2594"/>
                <a:gd name="T93" fmla="*/ 676 h 994"/>
                <a:gd name="T94" fmla="*/ 161 w 2594"/>
                <a:gd name="T95" fmla="*/ 623 h 994"/>
                <a:gd name="T96" fmla="*/ 275 w 2594"/>
                <a:gd name="T97" fmla="*/ 643 h 994"/>
                <a:gd name="T98" fmla="*/ 740 w 2594"/>
                <a:gd name="T99" fmla="*/ 182 h 994"/>
                <a:gd name="T100" fmla="*/ 776 w 2594"/>
                <a:gd name="T101" fmla="*/ 78 h 994"/>
                <a:gd name="T102" fmla="*/ 870 w 2594"/>
                <a:gd name="T103" fmla="*/ 10 h 994"/>
                <a:gd name="T104" fmla="*/ 984 w 2594"/>
                <a:gd name="T105" fmla="*/ 10 h 994"/>
                <a:gd name="T106" fmla="*/ 1078 w 2594"/>
                <a:gd name="T107" fmla="*/ 78 h 994"/>
                <a:gd name="T108" fmla="*/ 1113 w 2594"/>
                <a:gd name="T109" fmla="*/ 182 h 994"/>
                <a:gd name="T110" fmla="*/ 1579 w 2594"/>
                <a:gd name="T111" fmla="*/ 643 h 994"/>
                <a:gd name="T112" fmla="*/ 1697 w 2594"/>
                <a:gd name="T113" fmla="*/ 624 h 994"/>
                <a:gd name="T114" fmla="*/ 2228 w 2594"/>
                <a:gd name="T115" fmla="*/ 239 h 994"/>
                <a:gd name="T116" fmla="*/ 2229 w 2594"/>
                <a:gd name="T117" fmla="*/ 130 h 994"/>
                <a:gd name="T118" fmla="*/ 2298 w 2594"/>
                <a:gd name="T119" fmla="*/ 36 h 994"/>
                <a:gd name="T120" fmla="*/ 2407 w 2594"/>
                <a:gd name="T121" fmla="*/ 0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94" h="994">
                  <a:moveTo>
                    <a:pt x="1667" y="742"/>
                  </a:moveTo>
                  <a:lnTo>
                    <a:pt x="1650" y="744"/>
                  </a:lnTo>
                  <a:lnTo>
                    <a:pt x="1634" y="750"/>
                  </a:lnTo>
                  <a:lnTo>
                    <a:pt x="1620" y="761"/>
                  </a:lnTo>
                  <a:lnTo>
                    <a:pt x="1609" y="775"/>
                  </a:lnTo>
                  <a:lnTo>
                    <a:pt x="1603" y="791"/>
                  </a:lnTo>
                  <a:lnTo>
                    <a:pt x="1600" y="808"/>
                  </a:lnTo>
                  <a:lnTo>
                    <a:pt x="1603" y="825"/>
                  </a:lnTo>
                  <a:lnTo>
                    <a:pt x="1609" y="841"/>
                  </a:lnTo>
                  <a:lnTo>
                    <a:pt x="1620" y="855"/>
                  </a:lnTo>
                  <a:lnTo>
                    <a:pt x="1634" y="866"/>
                  </a:lnTo>
                  <a:lnTo>
                    <a:pt x="1650" y="872"/>
                  </a:lnTo>
                  <a:lnTo>
                    <a:pt x="1667" y="874"/>
                  </a:lnTo>
                  <a:lnTo>
                    <a:pt x="1684" y="872"/>
                  </a:lnTo>
                  <a:lnTo>
                    <a:pt x="1700" y="866"/>
                  </a:lnTo>
                  <a:lnTo>
                    <a:pt x="1714" y="855"/>
                  </a:lnTo>
                  <a:lnTo>
                    <a:pt x="1725" y="841"/>
                  </a:lnTo>
                  <a:lnTo>
                    <a:pt x="1731" y="825"/>
                  </a:lnTo>
                  <a:lnTo>
                    <a:pt x="1733" y="808"/>
                  </a:lnTo>
                  <a:lnTo>
                    <a:pt x="1731" y="791"/>
                  </a:lnTo>
                  <a:lnTo>
                    <a:pt x="1725" y="775"/>
                  </a:lnTo>
                  <a:lnTo>
                    <a:pt x="1714" y="761"/>
                  </a:lnTo>
                  <a:lnTo>
                    <a:pt x="1700" y="750"/>
                  </a:lnTo>
                  <a:lnTo>
                    <a:pt x="1684" y="744"/>
                  </a:lnTo>
                  <a:lnTo>
                    <a:pt x="1667" y="742"/>
                  </a:lnTo>
                  <a:close/>
                  <a:moveTo>
                    <a:pt x="187" y="742"/>
                  </a:moveTo>
                  <a:lnTo>
                    <a:pt x="169" y="744"/>
                  </a:lnTo>
                  <a:lnTo>
                    <a:pt x="154" y="750"/>
                  </a:lnTo>
                  <a:lnTo>
                    <a:pt x="139" y="761"/>
                  </a:lnTo>
                  <a:lnTo>
                    <a:pt x="129" y="775"/>
                  </a:lnTo>
                  <a:lnTo>
                    <a:pt x="122" y="791"/>
                  </a:lnTo>
                  <a:lnTo>
                    <a:pt x="120" y="808"/>
                  </a:lnTo>
                  <a:lnTo>
                    <a:pt x="122" y="825"/>
                  </a:lnTo>
                  <a:lnTo>
                    <a:pt x="129" y="841"/>
                  </a:lnTo>
                  <a:lnTo>
                    <a:pt x="139" y="855"/>
                  </a:lnTo>
                  <a:lnTo>
                    <a:pt x="154" y="866"/>
                  </a:lnTo>
                  <a:lnTo>
                    <a:pt x="169" y="872"/>
                  </a:lnTo>
                  <a:lnTo>
                    <a:pt x="187" y="874"/>
                  </a:lnTo>
                  <a:lnTo>
                    <a:pt x="204" y="872"/>
                  </a:lnTo>
                  <a:lnTo>
                    <a:pt x="220" y="866"/>
                  </a:lnTo>
                  <a:lnTo>
                    <a:pt x="234" y="855"/>
                  </a:lnTo>
                  <a:lnTo>
                    <a:pt x="245" y="841"/>
                  </a:lnTo>
                  <a:lnTo>
                    <a:pt x="251" y="825"/>
                  </a:lnTo>
                  <a:lnTo>
                    <a:pt x="253" y="808"/>
                  </a:lnTo>
                  <a:lnTo>
                    <a:pt x="251" y="791"/>
                  </a:lnTo>
                  <a:lnTo>
                    <a:pt x="245" y="775"/>
                  </a:lnTo>
                  <a:lnTo>
                    <a:pt x="234" y="761"/>
                  </a:lnTo>
                  <a:lnTo>
                    <a:pt x="220" y="750"/>
                  </a:lnTo>
                  <a:lnTo>
                    <a:pt x="204" y="744"/>
                  </a:lnTo>
                  <a:lnTo>
                    <a:pt x="187" y="742"/>
                  </a:lnTo>
                  <a:close/>
                  <a:moveTo>
                    <a:pt x="2407" y="121"/>
                  </a:moveTo>
                  <a:lnTo>
                    <a:pt x="2390" y="124"/>
                  </a:lnTo>
                  <a:lnTo>
                    <a:pt x="2374" y="130"/>
                  </a:lnTo>
                  <a:lnTo>
                    <a:pt x="2360" y="141"/>
                  </a:lnTo>
                  <a:lnTo>
                    <a:pt x="2349" y="155"/>
                  </a:lnTo>
                  <a:lnTo>
                    <a:pt x="2343" y="171"/>
                  </a:lnTo>
                  <a:lnTo>
                    <a:pt x="2341" y="188"/>
                  </a:lnTo>
                  <a:lnTo>
                    <a:pt x="2343" y="205"/>
                  </a:lnTo>
                  <a:lnTo>
                    <a:pt x="2349" y="221"/>
                  </a:lnTo>
                  <a:lnTo>
                    <a:pt x="2360" y="234"/>
                  </a:lnTo>
                  <a:lnTo>
                    <a:pt x="2374" y="245"/>
                  </a:lnTo>
                  <a:lnTo>
                    <a:pt x="2390" y="252"/>
                  </a:lnTo>
                  <a:lnTo>
                    <a:pt x="2407" y="254"/>
                  </a:lnTo>
                  <a:lnTo>
                    <a:pt x="2424" y="252"/>
                  </a:lnTo>
                  <a:lnTo>
                    <a:pt x="2440" y="245"/>
                  </a:lnTo>
                  <a:lnTo>
                    <a:pt x="2454" y="234"/>
                  </a:lnTo>
                  <a:lnTo>
                    <a:pt x="2465" y="220"/>
                  </a:lnTo>
                  <a:lnTo>
                    <a:pt x="2471" y="204"/>
                  </a:lnTo>
                  <a:lnTo>
                    <a:pt x="2474" y="188"/>
                  </a:lnTo>
                  <a:lnTo>
                    <a:pt x="2471" y="171"/>
                  </a:lnTo>
                  <a:lnTo>
                    <a:pt x="2465" y="155"/>
                  </a:lnTo>
                  <a:lnTo>
                    <a:pt x="2454" y="141"/>
                  </a:lnTo>
                  <a:lnTo>
                    <a:pt x="2440" y="130"/>
                  </a:lnTo>
                  <a:lnTo>
                    <a:pt x="2424" y="124"/>
                  </a:lnTo>
                  <a:lnTo>
                    <a:pt x="2407" y="121"/>
                  </a:lnTo>
                  <a:close/>
                  <a:moveTo>
                    <a:pt x="927" y="121"/>
                  </a:moveTo>
                  <a:lnTo>
                    <a:pt x="910" y="124"/>
                  </a:lnTo>
                  <a:lnTo>
                    <a:pt x="895" y="130"/>
                  </a:lnTo>
                  <a:lnTo>
                    <a:pt x="880" y="141"/>
                  </a:lnTo>
                  <a:lnTo>
                    <a:pt x="869" y="155"/>
                  </a:lnTo>
                  <a:lnTo>
                    <a:pt x="862" y="171"/>
                  </a:lnTo>
                  <a:lnTo>
                    <a:pt x="860" y="188"/>
                  </a:lnTo>
                  <a:lnTo>
                    <a:pt x="862" y="204"/>
                  </a:lnTo>
                  <a:lnTo>
                    <a:pt x="869" y="220"/>
                  </a:lnTo>
                  <a:lnTo>
                    <a:pt x="880" y="234"/>
                  </a:lnTo>
                  <a:lnTo>
                    <a:pt x="895" y="245"/>
                  </a:lnTo>
                  <a:lnTo>
                    <a:pt x="910" y="252"/>
                  </a:lnTo>
                  <a:lnTo>
                    <a:pt x="927" y="254"/>
                  </a:lnTo>
                  <a:lnTo>
                    <a:pt x="944" y="252"/>
                  </a:lnTo>
                  <a:lnTo>
                    <a:pt x="960" y="245"/>
                  </a:lnTo>
                  <a:lnTo>
                    <a:pt x="974" y="234"/>
                  </a:lnTo>
                  <a:lnTo>
                    <a:pt x="985" y="220"/>
                  </a:lnTo>
                  <a:lnTo>
                    <a:pt x="991" y="204"/>
                  </a:lnTo>
                  <a:lnTo>
                    <a:pt x="993" y="188"/>
                  </a:lnTo>
                  <a:lnTo>
                    <a:pt x="991" y="171"/>
                  </a:lnTo>
                  <a:lnTo>
                    <a:pt x="985" y="155"/>
                  </a:lnTo>
                  <a:lnTo>
                    <a:pt x="974" y="141"/>
                  </a:lnTo>
                  <a:lnTo>
                    <a:pt x="960" y="130"/>
                  </a:lnTo>
                  <a:lnTo>
                    <a:pt x="944" y="124"/>
                  </a:lnTo>
                  <a:lnTo>
                    <a:pt x="927" y="121"/>
                  </a:lnTo>
                  <a:close/>
                  <a:moveTo>
                    <a:pt x="2407" y="0"/>
                  </a:moveTo>
                  <a:lnTo>
                    <a:pt x="2436" y="3"/>
                  </a:lnTo>
                  <a:lnTo>
                    <a:pt x="2464" y="10"/>
                  </a:lnTo>
                  <a:lnTo>
                    <a:pt x="2491" y="21"/>
                  </a:lnTo>
                  <a:lnTo>
                    <a:pt x="2517" y="36"/>
                  </a:lnTo>
                  <a:lnTo>
                    <a:pt x="2539" y="55"/>
                  </a:lnTo>
                  <a:lnTo>
                    <a:pt x="2559" y="79"/>
                  </a:lnTo>
                  <a:lnTo>
                    <a:pt x="2574" y="104"/>
                  </a:lnTo>
                  <a:lnTo>
                    <a:pt x="2585" y="131"/>
                  </a:lnTo>
                  <a:lnTo>
                    <a:pt x="2592" y="159"/>
                  </a:lnTo>
                  <a:lnTo>
                    <a:pt x="2594" y="188"/>
                  </a:lnTo>
                  <a:lnTo>
                    <a:pt x="2592" y="216"/>
                  </a:lnTo>
                  <a:lnTo>
                    <a:pt x="2585" y="245"/>
                  </a:lnTo>
                  <a:lnTo>
                    <a:pt x="2574" y="271"/>
                  </a:lnTo>
                  <a:lnTo>
                    <a:pt x="2559" y="296"/>
                  </a:lnTo>
                  <a:lnTo>
                    <a:pt x="2539" y="320"/>
                  </a:lnTo>
                  <a:lnTo>
                    <a:pt x="2517" y="339"/>
                  </a:lnTo>
                  <a:lnTo>
                    <a:pt x="2491" y="355"/>
                  </a:lnTo>
                  <a:lnTo>
                    <a:pt x="2464" y="366"/>
                  </a:lnTo>
                  <a:lnTo>
                    <a:pt x="2436" y="372"/>
                  </a:lnTo>
                  <a:lnTo>
                    <a:pt x="2407" y="374"/>
                  </a:lnTo>
                  <a:lnTo>
                    <a:pt x="2377" y="372"/>
                  </a:lnTo>
                  <a:lnTo>
                    <a:pt x="2347" y="365"/>
                  </a:lnTo>
                  <a:lnTo>
                    <a:pt x="2319" y="353"/>
                  </a:lnTo>
                  <a:lnTo>
                    <a:pt x="1838" y="732"/>
                  </a:lnTo>
                  <a:lnTo>
                    <a:pt x="1847" y="758"/>
                  </a:lnTo>
                  <a:lnTo>
                    <a:pt x="1853" y="785"/>
                  </a:lnTo>
                  <a:lnTo>
                    <a:pt x="1854" y="813"/>
                  </a:lnTo>
                  <a:lnTo>
                    <a:pt x="1851" y="840"/>
                  </a:lnTo>
                  <a:lnTo>
                    <a:pt x="1844" y="868"/>
                  </a:lnTo>
                  <a:lnTo>
                    <a:pt x="1833" y="894"/>
                  </a:lnTo>
                  <a:lnTo>
                    <a:pt x="1818" y="917"/>
                  </a:lnTo>
                  <a:lnTo>
                    <a:pt x="1799" y="940"/>
                  </a:lnTo>
                  <a:lnTo>
                    <a:pt x="1799" y="940"/>
                  </a:lnTo>
                  <a:lnTo>
                    <a:pt x="1776" y="960"/>
                  </a:lnTo>
                  <a:lnTo>
                    <a:pt x="1751" y="975"/>
                  </a:lnTo>
                  <a:lnTo>
                    <a:pt x="1724" y="986"/>
                  </a:lnTo>
                  <a:lnTo>
                    <a:pt x="1696" y="992"/>
                  </a:lnTo>
                  <a:lnTo>
                    <a:pt x="1667" y="994"/>
                  </a:lnTo>
                  <a:lnTo>
                    <a:pt x="1638" y="992"/>
                  </a:lnTo>
                  <a:lnTo>
                    <a:pt x="1610" y="986"/>
                  </a:lnTo>
                  <a:lnTo>
                    <a:pt x="1583" y="975"/>
                  </a:lnTo>
                  <a:lnTo>
                    <a:pt x="1558" y="960"/>
                  </a:lnTo>
                  <a:lnTo>
                    <a:pt x="1535" y="940"/>
                  </a:lnTo>
                  <a:lnTo>
                    <a:pt x="1516" y="917"/>
                  </a:lnTo>
                  <a:lnTo>
                    <a:pt x="1501" y="894"/>
                  </a:lnTo>
                  <a:lnTo>
                    <a:pt x="1490" y="868"/>
                  </a:lnTo>
                  <a:lnTo>
                    <a:pt x="1482" y="840"/>
                  </a:lnTo>
                  <a:lnTo>
                    <a:pt x="1480" y="813"/>
                  </a:lnTo>
                  <a:lnTo>
                    <a:pt x="1481" y="785"/>
                  </a:lnTo>
                  <a:lnTo>
                    <a:pt x="1487" y="758"/>
                  </a:lnTo>
                  <a:lnTo>
                    <a:pt x="1496" y="732"/>
                  </a:lnTo>
                  <a:lnTo>
                    <a:pt x="1015" y="353"/>
                  </a:lnTo>
                  <a:lnTo>
                    <a:pt x="987" y="365"/>
                  </a:lnTo>
                  <a:lnTo>
                    <a:pt x="957" y="372"/>
                  </a:lnTo>
                  <a:lnTo>
                    <a:pt x="927" y="374"/>
                  </a:lnTo>
                  <a:lnTo>
                    <a:pt x="897" y="372"/>
                  </a:lnTo>
                  <a:lnTo>
                    <a:pt x="867" y="365"/>
                  </a:lnTo>
                  <a:lnTo>
                    <a:pt x="839" y="353"/>
                  </a:lnTo>
                  <a:lnTo>
                    <a:pt x="357" y="732"/>
                  </a:lnTo>
                  <a:lnTo>
                    <a:pt x="367" y="758"/>
                  </a:lnTo>
                  <a:lnTo>
                    <a:pt x="372" y="785"/>
                  </a:lnTo>
                  <a:lnTo>
                    <a:pt x="373" y="813"/>
                  </a:lnTo>
                  <a:lnTo>
                    <a:pt x="371" y="840"/>
                  </a:lnTo>
                  <a:lnTo>
                    <a:pt x="364" y="868"/>
                  </a:lnTo>
                  <a:lnTo>
                    <a:pt x="353" y="894"/>
                  </a:lnTo>
                  <a:lnTo>
                    <a:pt x="338" y="917"/>
                  </a:lnTo>
                  <a:lnTo>
                    <a:pt x="319" y="940"/>
                  </a:lnTo>
                  <a:lnTo>
                    <a:pt x="296" y="960"/>
                  </a:lnTo>
                  <a:lnTo>
                    <a:pt x="270" y="975"/>
                  </a:lnTo>
                  <a:lnTo>
                    <a:pt x="243" y="986"/>
                  </a:lnTo>
                  <a:lnTo>
                    <a:pt x="216" y="992"/>
                  </a:lnTo>
                  <a:lnTo>
                    <a:pt x="187" y="994"/>
                  </a:lnTo>
                  <a:lnTo>
                    <a:pt x="158" y="992"/>
                  </a:lnTo>
                  <a:lnTo>
                    <a:pt x="130" y="986"/>
                  </a:lnTo>
                  <a:lnTo>
                    <a:pt x="103" y="975"/>
                  </a:lnTo>
                  <a:lnTo>
                    <a:pt x="77" y="960"/>
                  </a:lnTo>
                  <a:lnTo>
                    <a:pt x="55" y="940"/>
                  </a:lnTo>
                  <a:lnTo>
                    <a:pt x="34" y="917"/>
                  </a:lnTo>
                  <a:lnTo>
                    <a:pt x="19" y="891"/>
                  </a:lnTo>
                  <a:lnTo>
                    <a:pt x="9" y="865"/>
                  </a:lnTo>
                  <a:lnTo>
                    <a:pt x="2" y="837"/>
                  </a:lnTo>
                  <a:lnTo>
                    <a:pt x="0" y="808"/>
                  </a:lnTo>
                  <a:lnTo>
                    <a:pt x="2" y="779"/>
                  </a:lnTo>
                  <a:lnTo>
                    <a:pt x="9" y="751"/>
                  </a:lnTo>
                  <a:lnTo>
                    <a:pt x="19" y="724"/>
                  </a:lnTo>
                  <a:lnTo>
                    <a:pt x="34" y="699"/>
                  </a:lnTo>
                  <a:lnTo>
                    <a:pt x="55" y="676"/>
                  </a:lnTo>
                  <a:lnTo>
                    <a:pt x="78" y="656"/>
                  </a:lnTo>
                  <a:lnTo>
                    <a:pt x="104" y="641"/>
                  </a:lnTo>
                  <a:lnTo>
                    <a:pt x="132" y="629"/>
                  </a:lnTo>
                  <a:lnTo>
                    <a:pt x="161" y="623"/>
                  </a:lnTo>
                  <a:lnTo>
                    <a:pt x="190" y="622"/>
                  </a:lnTo>
                  <a:lnTo>
                    <a:pt x="219" y="624"/>
                  </a:lnTo>
                  <a:lnTo>
                    <a:pt x="248" y="631"/>
                  </a:lnTo>
                  <a:lnTo>
                    <a:pt x="275" y="643"/>
                  </a:lnTo>
                  <a:lnTo>
                    <a:pt x="756" y="264"/>
                  </a:lnTo>
                  <a:lnTo>
                    <a:pt x="747" y="237"/>
                  </a:lnTo>
                  <a:lnTo>
                    <a:pt x="741" y="210"/>
                  </a:lnTo>
                  <a:lnTo>
                    <a:pt x="740" y="182"/>
                  </a:lnTo>
                  <a:lnTo>
                    <a:pt x="743" y="155"/>
                  </a:lnTo>
                  <a:lnTo>
                    <a:pt x="750" y="128"/>
                  </a:lnTo>
                  <a:lnTo>
                    <a:pt x="760" y="102"/>
                  </a:lnTo>
                  <a:lnTo>
                    <a:pt x="776" y="78"/>
                  </a:lnTo>
                  <a:lnTo>
                    <a:pt x="795" y="55"/>
                  </a:lnTo>
                  <a:lnTo>
                    <a:pt x="817" y="36"/>
                  </a:lnTo>
                  <a:lnTo>
                    <a:pt x="843" y="21"/>
                  </a:lnTo>
                  <a:lnTo>
                    <a:pt x="870" y="10"/>
                  </a:lnTo>
                  <a:lnTo>
                    <a:pt x="898" y="3"/>
                  </a:lnTo>
                  <a:lnTo>
                    <a:pt x="927" y="0"/>
                  </a:lnTo>
                  <a:lnTo>
                    <a:pt x="956" y="3"/>
                  </a:lnTo>
                  <a:lnTo>
                    <a:pt x="984" y="10"/>
                  </a:lnTo>
                  <a:lnTo>
                    <a:pt x="1010" y="21"/>
                  </a:lnTo>
                  <a:lnTo>
                    <a:pt x="1036" y="36"/>
                  </a:lnTo>
                  <a:lnTo>
                    <a:pt x="1059" y="55"/>
                  </a:lnTo>
                  <a:lnTo>
                    <a:pt x="1078" y="78"/>
                  </a:lnTo>
                  <a:lnTo>
                    <a:pt x="1093" y="102"/>
                  </a:lnTo>
                  <a:lnTo>
                    <a:pt x="1104" y="128"/>
                  </a:lnTo>
                  <a:lnTo>
                    <a:pt x="1111" y="155"/>
                  </a:lnTo>
                  <a:lnTo>
                    <a:pt x="1113" y="182"/>
                  </a:lnTo>
                  <a:lnTo>
                    <a:pt x="1112" y="210"/>
                  </a:lnTo>
                  <a:lnTo>
                    <a:pt x="1107" y="237"/>
                  </a:lnTo>
                  <a:lnTo>
                    <a:pt x="1097" y="264"/>
                  </a:lnTo>
                  <a:lnTo>
                    <a:pt x="1579" y="643"/>
                  </a:lnTo>
                  <a:lnTo>
                    <a:pt x="1607" y="631"/>
                  </a:lnTo>
                  <a:lnTo>
                    <a:pt x="1637" y="624"/>
                  </a:lnTo>
                  <a:lnTo>
                    <a:pt x="1667" y="622"/>
                  </a:lnTo>
                  <a:lnTo>
                    <a:pt x="1697" y="624"/>
                  </a:lnTo>
                  <a:lnTo>
                    <a:pt x="1727" y="631"/>
                  </a:lnTo>
                  <a:lnTo>
                    <a:pt x="1755" y="643"/>
                  </a:lnTo>
                  <a:lnTo>
                    <a:pt x="2237" y="264"/>
                  </a:lnTo>
                  <a:lnTo>
                    <a:pt x="2228" y="239"/>
                  </a:lnTo>
                  <a:lnTo>
                    <a:pt x="2222" y="214"/>
                  </a:lnTo>
                  <a:lnTo>
                    <a:pt x="2220" y="188"/>
                  </a:lnTo>
                  <a:lnTo>
                    <a:pt x="2223" y="158"/>
                  </a:lnTo>
                  <a:lnTo>
                    <a:pt x="2229" y="130"/>
                  </a:lnTo>
                  <a:lnTo>
                    <a:pt x="2240" y="103"/>
                  </a:lnTo>
                  <a:lnTo>
                    <a:pt x="2256" y="78"/>
                  </a:lnTo>
                  <a:lnTo>
                    <a:pt x="2275" y="55"/>
                  </a:lnTo>
                  <a:lnTo>
                    <a:pt x="2298" y="36"/>
                  </a:lnTo>
                  <a:lnTo>
                    <a:pt x="2323" y="21"/>
                  </a:lnTo>
                  <a:lnTo>
                    <a:pt x="2350" y="10"/>
                  </a:lnTo>
                  <a:lnTo>
                    <a:pt x="2378" y="3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325" name="Freeform 575">
            <a:extLst>
              <a:ext uri="{FF2B5EF4-FFF2-40B4-BE49-F238E27FC236}">
                <a16:creationId xmlns:a16="http://schemas.microsoft.com/office/drawing/2014/main" id="{51D6FA6B-6C05-4690-A6A6-32E124ED2C3D}"/>
              </a:ext>
            </a:extLst>
          </p:cNvPr>
          <p:cNvSpPr>
            <a:spLocks noEditPoints="1"/>
          </p:cNvSpPr>
          <p:nvPr/>
        </p:nvSpPr>
        <p:spPr bwMode="auto">
          <a:xfrm flipH="1">
            <a:off x="2466525" y="3757196"/>
            <a:ext cx="317955" cy="327755"/>
          </a:xfrm>
          <a:custGeom>
            <a:avLst/>
            <a:gdLst>
              <a:gd name="T0" fmla="*/ 212 w 3210"/>
              <a:gd name="T1" fmla="*/ 2996 h 3315"/>
              <a:gd name="T2" fmla="*/ 1660 w 3210"/>
              <a:gd name="T3" fmla="*/ 1793 h 3315"/>
              <a:gd name="T4" fmla="*/ 1738 w 3210"/>
              <a:gd name="T5" fmla="*/ 1587 h 3315"/>
              <a:gd name="T6" fmla="*/ 926 w 3210"/>
              <a:gd name="T7" fmla="*/ 1582 h 3315"/>
              <a:gd name="T8" fmla="*/ 1350 w 3210"/>
              <a:gd name="T9" fmla="*/ 2095 h 3315"/>
              <a:gd name="T10" fmla="*/ 2023 w 3210"/>
              <a:gd name="T11" fmla="*/ 2002 h 3315"/>
              <a:gd name="T12" fmla="*/ 2294 w 3210"/>
              <a:gd name="T13" fmla="*/ 1391 h 3315"/>
              <a:gd name="T14" fmla="*/ 1845 w 3210"/>
              <a:gd name="T15" fmla="*/ 1555 h 3315"/>
              <a:gd name="T16" fmla="*/ 1729 w 3210"/>
              <a:gd name="T17" fmla="*/ 1883 h 3315"/>
              <a:gd name="T18" fmla="*/ 1561 w 3210"/>
              <a:gd name="T19" fmla="*/ 1987 h 3315"/>
              <a:gd name="T20" fmla="*/ 1354 w 3210"/>
              <a:gd name="T21" fmla="*/ 1722 h 3315"/>
              <a:gd name="T22" fmla="*/ 1453 w 3210"/>
              <a:gd name="T23" fmla="*/ 1637 h 3315"/>
              <a:gd name="T24" fmla="*/ 1514 w 3210"/>
              <a:gd name="T25" fmla="*/ 1489 h 3315"/>
              <a:gd name="T26" fmla="*/ 111 w 3210"/>
              <a:gd name="T27" fmla="*/ 2809 h 3315"/>
              <a:gd name="T28" fmla="*/ 2597 w 3210"/>
              <a:gd name="T29" fmla="*/ 1848 h 3315"/>
              <a:gd name="T30" fmla="*/ 2002 w 3210"/>
              <a:gd name="T31" fmla="*/ 2444 h 3315"/>
              <a:gd name="T32" fmla="*/ 1136 w 3210"/>
              <a:gd name="T33" fmla="*/ 2412 h 3315"/>
              <a:gd name="T34" fmla="*/ 586 w 3210"/>
              <a:gd name="T35" fmla="*/ 1773 h 3315"/>
              <a:gd name="T36" fmla="*/ 1473 w 3210"/>
              <a:gd name="T37" fmla="*/ 1316 h 3315"/>
              <a:gd name="T38" fmla="*/ 647 w 3210"/>
              <a:gd name="T39" fmla="*/ 1450 h 3315"/>
              <a:gd name="T40" fmla="*/ 982 w 3210"/>
              <a:gd name="T41" fmla="*/ 2179 h 3315"/>
              <a:gd name="T42" fmla="*/ 1760 w 3210"/>
              <a:gd name="T43" fmla="*/ 2398 h 3315"/>
              <a:gd name="T44" fmla="*/ 2419 w 3210"/>
              <a:gd name="T45" fmla="*/ 1955 h 3315"/>
              <a:gd name="T46" fmla="*/ 2387 w 3210"/>
              <a:gd name="T47" fmla="*/ 1275 h 3315"/>
              <a:gd name="T48" fmla="*/ 2236 w 3210"/>
              <a:gd name="T49" fmla="*/ 1945 h 3315"/>
              <a:gd name="T50" fmla="*/ 1605 w 3210"/>
              <a:gd name="T51" fmla="*/ 2254 h 3315"/>
              <a:gd name="T52" fmla="*/ 974 w 3210"/>
              <a:gd name="T53" fmla="*/ 1945 h 3315"/>
              <a:gd name="T54" fmla="*/ 823 w 3210"/>
              <a:gd name="T55" fmla="*/ 1275 h 3315"/>
              <a:gd name="T56" fmla="*/ 3062 w 3210"/>
              <a:gd name="T57" fmla="*/ 1123 h 3315"/>
              <a:gd name="T58" fmla="*/ 1693 w 3210"/>
              <a:gd name="T59" fmla="*/ 867 h 3315"/>
              <a:gd name="T60" fmla="*/ 1528 w 3210"/>
              <a:gd name="T61" fmla="*/ 637 h 3315"/>
              <a:gd name="T62" fmla="*/ 1293 w 3210"/>
              <a:gd name="T63" fmla="*/ 418 h 3315"/>
              <a:gd name="T64" fmla="*/ 1196 w 3210"/>
              <a:gd name="T65" fmla="*/ 899 h 3315"/>
              <a:gd name="T66" fmla="*/ 1454 w 3210"/>
              <a:gd name="T67" fmla="*/ 821 h 3315"/>
              <a:gd name="T68" fmla="*/ 1557 w 3210"/>
              <a:gd name="T69" fmla="*/ 773 h 3315"/>
              <a:gd name="T70" fmla="*/ 1444 w 3210"/>
              <a:gd name="T71" fmla="*/ 507 h 3315"/>
              <a:gd name="T72" fmla="*/ 1605 w 3210"/>
              <a:gd name="T73" fmla="*/ 348 h 3315"/>
              <a:gd name="T74" fmla="*/ 1766 w 3210"/>
              <a:gd name="T75" fmla="*/ 507 h 3315"/>
              <a:gd name="T76" fmla="*/ 1702 w 3210"/>
              <a:gd name="T77" fmla="*/ 623 h 3315"/>
              <a:gd name="T78" fmla="*/ 1750 w 3210"/>
              <a:gd name="T79" fmla="*/ 755 h 3315"/>
              <a:gd name="T80" fmla="*/ 2013 w 3210"/>
              <a:gd name="T81" fmla="*/ 899 h 3315"/>
              <a:gd name="T82" fmla="*/ 1917 w 3210"/>
              <a:gd name="T83" fmla="*/ 418 h 3315"/>
              <a:gd name="T84" fmla="*/ 1421 w 3210"/>
              <a:gd name="T85" fmla="*/ 138 h 3315"/>
              <a:gd name="T86" fmla="*/ 999 w 3210"/>
              <a:gd name="T87" fmla="*/ 606 h 3315"/>
              <a:gd name="T88" fmla="*/ 1055 w 3210"/>
              <a:gd name="T89" fmla="*/ 782 h 3315"/>
              <a:gd name="T90" fmla="*/ 1297 w 3210"/>
              <a:gd name="T91" fmla="*/ 273 h 3315"/>
              <a:gd name="T92" fmla="*/ 1868 w 3210"/>
              <a:gd name="T93" fmla="*/ 245 h 3315"/>
              <a:gd name="T94" fmla="*/ 2157 w 3210"/>
              <a:gd name="T95" fmla="*/ 731 h 3315"/>
              <a:gd name="T96" fmla="*/ 2220 w 3210"/>
              <a:gd name="T97" fmla="*/ 668 h 3315"/>
              <a:gd name="T98" fmla="*/ 1846 w 3210"/>
              <a:gd name="T99" fmla="*/ 160 h 3315"/>
              <a:gd name="T100" fmla="*/ 1973 w 3210"/>
              <a:gd name="T101" fmla="*/ 100 h 3315"/>
              <a:gd name="T102" fmla="*/ 2331 w 3210"/>
              <a:gd name="T103" fmla="*/ 665 h 3315"/>
              <a:gd name="T104" fmla="*/ 3141 w 3210"/>
              <a:gd name="T105" fmla="*/ 1045 h 3315"/>
              <a:gd name="T106" fmla="*/ 3141 w 3210"/>
              <a:gd name="T107" fmla="*/ 3039 h 3315"/>
              <a:gd name="T108" fmla="*/ 2464 w 3210"/>
              <a:gd name="T109" fmla="*/ 3227 h 3315"/>
              <a:gd name="T110" fmla="*/ 745 w 3210"/>
              <a:gd name="T111" fmla="*/ 3292 h 3315"/>
              <a:gd name="T112" fmla="*/ 199 w 3210"/>
              <a:gd name="T113" fmla="*/ 3106 h 3315"/>
              <a:gd name="T114" fmla="*/ 3 w 3210"/>
              <a:gd name="T115" fmla="*/ 1175 h 3315"/>
              <a:gd name="T116" fmla="*/ 899 w 3210"/>
              <a:gd name="T117" fmla="*/ 916 h 3315"/>
              <a:gd name="T118" fmla="*/ 1047 w 3210"/>
              <a:gd name="T119" fmla="*/ 261 h 3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10" h="3315">
                <a:moveTo>
                  <a:pt x="1162" y="3109"/>
                </a:moveTo>
                <a:lnTo>
                  <a:pt x="1073" y="3204"/>
                </a:lnTo>
                <a:lnTo>
                  <a:pt x="2136" y="3204"/>
                </a:lnTo>
                <a:lnTo>
                  <a:pt x="2048" y="3109"/>
                </a:lnTo>
                <a:lnTo>
                  <a:pt x="1162" y="3109"/>
                </a:lnTo>
                <a:close/>
                <a:moveTo>
                  <a:pt x="120" y="2920"/>
                </a:moveTo>
                <a:lnTo>
                  <a:pt x="132" y="2942"/>
                </a:lnTo>
                <a:lnTo>
                  <a:pt x="148" y="2960"/>
                </a:lnTo>
                <a:lnTo>
                  <a:pt x="166" y="2977"/>
                </a:lnTo>
                <a:lnTo>
                  <a:pt x="188" y="2988"/>
                </a:lnTo>
                <a:lnTo>
                  <a:pt x="212" y="2996"/>
                </a:lnTo>
                <a:lnTo>
                  <a:pt x="238" y="2998"/>
                </a:lnTo>
                <a:lnTo>
                  <a:pt x="2972" y="2998"/>
                </a:lnTo>
                <a:lnTo>
                  <a:pt x="2998" y="2996"/>
                </a:lnTo>
                <a:lnTo>
                  <a:pt x="3022" y="2988"/>
                </a:lnTo>
                <a:lnTo>
                  <a:pt x="3043" y="2977"/>
                </a:lnTo>
                <a:lnTo>
                  <a:pt x="3062" y="2960"/>
                </a:lnTo>
                <a:lnTo>
                  <a:pt x="3078" y="2942"/>
                </a:lnTo>
                <a:lnTo>
                  <a:pt x="3089" y="2920"/>
                </a:lnTo>
                <a:lnTo>
                  <a:pt x="120" y="2920"/>
                </a:lnTo>
                <a:close/>
                <a:moveTo>
                  <a:pt x="1660" y="1516"/>
                </a:moveTo>
                <a:lnTo>
                  <a:pt x="1660" y="1793"/>
                </a:lnTo>
                <a:lnTo>
                  <a:pt x="1678" y="1785"/>
                </a:lnTo>
                <a:lnTo>
                  <a:pt x="1695" y="1774"/>
                </a:lnTo>
                <a:lnTo>
                  <a:pt x="1710" y="1761"/>
                </a:lnTo>
                <a:lnTo>
                  <a:pt x="1725" y="1742"/>
                </a:lnTo>
                <a:lnTo>
                  <a:pt x="1738" y="1722"/>
                </a:lnTo>
                <a:lnTo>
                  <a:pt x="1746" y="1701"/>
                </a:lnTo>
                <a:lnTo>
                  <a:pt x="1752" y="1679"/>
                </a:lnTo>
                <a:lnTo>
                  <a:pt x="1754" y="1654"/>
                </a:lnTo>
                <a:lnTo>
                  <a:pt x="1752" y="1631"/>
                </a:lnTo>
                <a:lnTo>
                  <a:pt x="1746" y="1608"/>
                </a:lnTo>
                <a:lnTo>
                  <a:pt x="1738" y="1587"/>
                </a:lnTo>
                <a:lnTo>
                  <a:pt x="1725" y="1567"/>
                </a:lnTo>
                <a:lnTo>
                  <a:pt x="1710" y="1549"/>
                </a:lnTo>
                <a:lnTo>
                  <a:pt x="1695" y="1535"/>
                </a:lnTo>
                <a:lnTo>
                  <a:pt x="1678" y="1525"/>
                </a:lnTo>
                <a:lnTo>
                  <a:pt x="1660" y="1516"/>
                </a:lnTo>
                <a:close/>
                <a:moveTo>
                  <a:pt x="936" y="1275"/>
                </a:moveTo>
                <a:lnTo>
                  <a:pt x="923" y="1332"/>
                </a:lnTo>
                <a:lnTo>
                  <a:pt x="916" y="1391"/>
                </a:lnTo>
                <a:lnTo>
                  <a:pt x="913" y="1450"/>
                </a:lnTo>
                <a:lnTo>
                  <a:pt x="917" y="1517"/>
                </a:lnTo>
                <a:lnTo>
                  <a:pt x="926" y="1582"/>
                </a:lnTo>
                <a:lnTo>
                  <a:pt x="941" y="1644"/>
                </a:lnTo>
                <a:lnTo>
                  <a:pt x="962" y="1705"/>
                </a:lnTo>
                <a:lnTo>
                  <a:pt x="988" y="1763"/>
                </a:lnTo>
                <a:lnTo>
                  <a:pt x="1019" y="1818"/>
                </a:lnTo>
                <a:lnTo>
                  <a:pt x="1054" y="1870"/>
                </a:lnTo>
                <a:lnTo>
                  <a:pt x="1094" y="1917"/>
                </a:lnTo>
                <a:lnTo>
                  <a:pt x="1139" y="1962"/>
                </a:lnTo>
                <a:lnTo>
                  <a:pt x="1187" y="2002"/>
                </a:lnTo>
                <a:lnTo>
                  <a:pt x="1238" y="2037"/>
                </a:lnTo>
                <a:lnTo>
                  <a:pt x="1293" y="2069"/>
                </a:lnTo>
                <a:lnTo>
                  <a:pt x="1350" y="2095"/>
                </a:lnTo>
                <a:lnTo>
                  <a:pt x="1411" y="2116"/>
                </a:lnTo>
                <a:lnTo>
                  <a:pt x="1474" y="2131"/>
                </a:lnTo>
                <a:lnTo>
                  <a:pt x="1539" y="2140"/>
                </a:lnTo>
                <a:lnTo>
                  <a:pt x="1605" y="2143"/>
                </a:lnTo>
                <a:lnTo>
                  <a:pt x="1671" y="2140"/>
                </a:lnTo>
                <a:lnTo>
                  <a:pt x="1736" y="2131"/>
                </a:lnTo>
                <a:lnTo>
                  <a:pt x="1798" y="2116"/>
                </a:lnTo>
                <a:lnTo>
                  <a:pt x="1859" y="2095"/>
                </a:lnTo>
                <a:lnTo>
                  <a:pt x="1916" y="2069"/>
                </a:lnTo>
                <a:lnTo>
                  <a:pt x="1972" y="2037"/>
                </a:lnTo>
                <a:lnTo>
                  <a:pt x="2023" y="2002"/>
                </a:lnTo>
                <a:lnTo>
                  <a:pt x="2071" y="1962"/>
                </a:lnTo>
                <a:lnTo>
                  <a:pt x="2114" y="1917"/>
                </a:lnTo>
                <a:lnTo>
                  <a:pt x="2155" y="1870"/>
                </a:lnTo>
                <a:lnTo>
                  <a:pt x="2191" y="1818"/>
                </a:lnTo>
                <a:lnTo>
                  <a:pt x="2221" y="1763"/>
                </a:lnTo>
                <a:lnTo>
                  <a:pt x="2247" y="1705"/>
                </a:lnTo>
                <a:lnTo>
                  <a:pt x="2269" y="1644"/>
                </a:lnTo>
                <a:lnTo>
                  <a:pt x="2284" y="1582"/>
                </a:lnTo>
                <a:lnTo>
                  <a:pt x="2293" y="1517"/>
                </a:lnTo>
                <a:lnTo>
                  <a:pt x="2296" y="1450"/>
                </a:lnTo>
                <a:lnTo>
                  <a:pt x="2294" y="1391"/>
                </a:lnTo>
                <a:lnTo>
                  <a:pt x="2286" y="1332"/>
                </a:lnTo>
                <a:lnTo>
                  <a:pt x="2274" y="1275"/>
                </a:lnTo>
                <a:lnTo>
                  <a:pt x="1660" y="1275"/>
                </a:lnTo>
                <a:lnTo>
                  <a:pt x="1660" y="1401"/>
                </a:lnTo>
                <a:lnTo>
                  <a:pt x="1696" y="1411"/>
                </a:lnTo>
                <a:lnTo>
                  <a:pt x="1729" y="1426"/>
                </a:lnTo>
                <a:lnTo>
                  <a:pt x="1760" y="1446"/>
                </a:lnTo>
                <a:lnTo>
                  <a:pt x="1788" y="1471"/>
                </a:lnTo>
                <a:lnTo>
                  <a:pt x="1810" y="1497"/>
                </a:lnTo>
                <a:lnTo>
                  <a:pt x="1830" y="1525"/>
                </a:lnTo>
                <a:lnTo>
                  <a:pt x="1845" y="1555"/>
                </a:lnTo>
                <a:lnTo>
                  <a:pt x="1855" y="1587"/>
                </a:lnTo>
                <a:lnTo>
                  <a:pt x="1862" y="1620"/>
                </a:lnTo>
                <a:lnTo>
                  <a:pt x="1864" y="1654"/>
                </a:lnTo>
                <a:lnTo>
                  <a:pt x="1862" y="1689"/>
                </a:lnTo>
                <a:lnTo>
                  <a:pt x="1855" y="1722"/>
                </a:lnTo>
                <a:lnTo>
                  <a:pt x="1845" y="1754"/>
                </a:lnTo>
                <a:lnTo>
                  <a:pt x="1830" y="1785"/>
                </a:lnTo>
                <a:lnTo>
                  <a:pt x="1810" y="1813"/>
                </a:lnTo>
                <a:lnTo>
                  <a:pt x="1788" y="1838"/>
                </a:lnTo>
                <a:lnTo>
                  <a:pt x="1760" y="1864"/>
                </a:lnTo>
                <a:lnTo>
                  <a:pt x="1729" y="1883"/>
                </a:lnTo>
                <a:lnTo>
                  <a:pt x="1696" y="1899"/>
                </a:lnTo>
                <a:lnTo>
                  <a:pt x="1660" y="1909"/>
                </a:lnTo>
                <a:lnTo>
                  <a:pt x="1660" y="1954"/>
                </a:lnTo>
                <a:lnTo>
                  <a:pt x="1657" y="1972"/>
                </a:lnTo>
                <a:lnTo>
                  <a:pt x="1649" y="1987"/>
                </a:lnTo>
                <a:lnTo>
                  <a:pt x="1637" y="1999"/>
                </a:lnTo>
                <a:lnTo>
                  <a:pt x="1622" y="2007"/>
                </a:lnTo>
                <a:lnTo>
                  <a:pt x="1605" y="2009"/>
                </a:lnTo>
                <a:lnTo>
                  <a:pt x="1588" y="2007"/>
                </a:lnTo>
                <a:lnTo>
                  <a:pt x="1572" y="1999"/>
                </a:lnTo>
                <a:lnTo>
                  <a:pt x="1561" y="1987"/>
                </a:lnTo>
                <a:lnTo>
                  <a:pt x="1553" y="1972"/>
                </a:lnTo>
                <a:lnTo>
                  <a:pt x="1550" y="1954"/>
                </a:lnTo>
                <a:lnTo>
                  <a:pt x="1550" y="1909"/>
                </a:lnTo>
                <a:lnTo>
                  <a:pt x="1514" y="1899"/>
                </a:lnTo>
                <a:lnTo>
                  <a:pt x="1481" y="1883"/>
                </a:lnTo>
                <a:lnTo>
                  <a:pt x="1450" y="1864"/>
                </a:lnTo>
                <a:lnTo>
                  <a:pt x="1422" y="1838"/>
                </a:lnTo>
                <a:lnTo>
                  <a:pt x="1399" y="1813"/>
                </a:lnTo>
                <a:lnTo>
                  <a:pt x="1380" y="1785"/>
                </a:lnTo>
                <a:lnTo>
                  <a:pt x="1365" y="1754"/>
                </a:lnTo>
                <a:lnTo>
                  <a:pt x="1354" y="1722"/>
                </a:lnTo>
                <a:lnTo>
                  <a:pt x="1348" y="1689"/>
                </a:lnTo>
                <a:lnTo>
                  <a:pt x="1345" y="1654"/>
                </a:lnTo>
                <a:lnTo>
                  <a:pt x="1348" y="1637"/>
                </a:lnTo>
                <a:lnTo>
                  <a:pt x="1356" y="1622"/>
                </a:lnTo>
                <a:lnTo>
                  <a:pt x="1368" y="1610"/>
                </a:lnTo>
                <a:lnTo>
                  <a:pt x="1383" y="1602"/>
                </a:lnTo>
                <a:lnTo>
                  <a:pt x="1401" y="1599"/>
                </a:lnTo>
                <a:lnTo>
                  <a:pt x="1419" y="1602"/>
                </a:lnTo>
                <a:lnTo>
                  <a:pt x="1434" y="1610"/>
                </a:lnTo>
                <a:lnTo>
                  <a:pt x="1446" y="1622"/>
                </a:lnTo>
                <a:lnTo>
                  <a:pt x="1453" y="1637"/>
                </a:lnTo>
                <a:lnTo>
                  <a:pt x="1456" y="1654"/>
                </a:lnTo>
                <a:lnTo>
                  <a:pt x="1458" y="1679"/>
                </a:lnTo>
                <a:lnTo>
                  <a:pt x="1463" y="1701"/>
                </a:lnTo>
                <a:lnTo>
                  <a:pt x="1472" y="1722"/>
                </a:lnTo>
                <a:lnTo>
                  <a:pt x="1484" y="1742"/>
                </a:lnTo>
                <a:lnTo>
                  <a:pt x="1499" y="1761"/>
                </a:lnTo>
                <a:lnTo>
                  <a:pt x="1515" y="1774"/>
                </a:lnTo>
                <a:lnTo>
                  <a:pt x="1531" y="1785"/>
                </a:lnTo>
                <a:lnTo>
                  <a:pt x="1550" y="1793"/>
                </a:lnTo>
                <a:lnTo>
                  <a:pt x="1550" y="1500"/>
                </a:lnTo>
                <a:lnTo>
                  <a:pt x="1514" y="1489"/>
                </a:lnTo>
                <a:lnTo>
                  <a:pt x="1481" y="1474"/>
                </a:lnTo>
                <a:lnTo>
                  <a:pt x="1450" y="1453"/>
                </a:lnTo>
                <a:lnTo>
                  <a:pt x="1422" y="1429"/>
                </a:lnTo>
                <a:lnTo>
                  <a:pt x="1399" y="1403"/>
                </a:lnTo>
                <a:lnTo>
                  <a:pt x="1379" y="1374"/>
                </a:lnTo>
                <a:lnTo>
                  <a:pt x="1364" y="1342"/>
                </a:lnTo>
                <a:lnTo>
                  <a:pt x="1353" y="1309"/>
                </a:lnTo>
                <a:lnTo>
                  <a:pt x="1347" y="1275"/>
                </a:lnTo>
                <a:lnTo>
                  <a:pt x="936" y="1275"/>
                </a:lnTo>
                <a:close/>
                <a:moveTo>
                  <a:pt x="111" y="1275"/>
                </a:moveTo>
                <a:lnTo>
                  <a:pt x="111" y="2809"/>
                </a:lnTo>
                <a:lnTo>
                  <a:pt x="3099" y="2809"/>
                </a:lnTo>
                <a:lnTo>
                  <a:pt x="3099" y="1275"/>
                </a:lnTo>
                <a:lnTo>
                  <a:pt x="2658" y="1275"/>
                </a:lnTo>
                <a:lnTo>
                  <a:pt x="2666" y="1333"/>
                </a:lnTo>
                <a:lnTo>
                  <a:pt x="2671" y="1391"/>
                </a:lnTo>
                <a:lnTo>
                  <a:pt x="2672" y="1450"/>
                </a:lnTo>
                <a:lnTo>
                  <a:pt x="2669" y="1533"/>
                </a:lnTo>
                <a:lnTo>
                  <a:pt x="2660" y="1615"/>
                </a:lnTo>
                <a:lnTo>
                  <a:pt x="2644" y="1696"/>
                </a:lnTo>
                <a:lnTo>
                  <a:pt x="2623" y="1773"/>
                </a:lnTo>
                <a:lnTo>
                  <a:pt x="2597" y="1848"/>
                </a:lnTo>
                <a:lnTo>
                  <a:pt x="2565" y="1921"/>
                </a:lnTo>
                <a:lnTo>
                  <a:pt x="2526" y="1991"/>
                </a:lnTo>
                <a:lnTo>
                  <a:pt x="2485" y="2056"/>
                </a:lnTo>
                <a:lnTo>
                  <a:pt x="2438" y="2120"/>
                </a:lnTo>
                <a:lnTo>
                  <a:pt x="2386" y="2179"/>
                </a:lnTo>
                <a:lnTo>
                  <a:pt x="2332" y="2234"/>
                </a:lnTo>
                <a:lnTo>
                  <a:pt x="2273" y="2286"/>
                </a:lnTo>
                <a:lnTo>
                  <a:pt x="2210" y="2332"/>
                </a:lnTo>
                <a:lnTo>
                  <a:pt x="2144" y="2375"/>
                </a:lnTo>
                <a:lnTo>
                  <a:pt x="2074" y="2412"/>
                </a:lnTo>
                <a:lnTo>
                  <a:pt x="2002" y="2444"/>
                </a:lnTo>
                <a:lnTo>
                  <a:pt x="1927" y="2472"/>
                </a:lnTo>
                <a:lnTo>
                  <a:pt x="1850" y="2493"/>
                </a:lnTo>
                <a:lnTo>
                  <a:pt x="1770" y="2509"/>
                </a:lnTo>
                <a:lnTo>
                  <a:pt x="1689" y="2518"/>
                </a:lnTo>
                <a:lnTo>
                  <a:pt x="1605" y="2521"/>
                </a:lnTo>
                <a:lnTo>
                  <a:pt x="1521" y="2518"/>
                </a:lnTo>
                <a:lnTo>
                  <a:pt x="1440" y="2509"/>
                </a:lnTo>
                <a:lnTo>
                  <a:pt x="1360" y="2493"/>
                </a:lnTo>
                <a:lnTo>
                  <a:pt x="1283" y="2472"/>
                </a:lnTo>
                <a:lnTo>
                  <a:pt x="1208" y="2444"/>
                </a:lnTo>
                <a:lnTo>
                  <a:pt x="1136" y="2412"/>
                </a:lnTo>
                <a:lnTo>
                  <a:pt x="1066" y="2375"/>
                </a:lnTo>
                <a:lnTo>
                  <a:pt x="1000" y="2332"/>
                </a:lnTo>
                <a:lnTo>
                  <a:pt x="937" y="2286"/>
                </a:lnTo>
                <a:lnTo>
                  <a:pt x="878" y="2234"/>
                </a:lnTo>
                <a:lnTo>
                  <a:pt x="823" y="2179"/>
                </a:lnTo>
                <a:lnTo>
                  <a:pt x="772" y="2120"/>
                </a:lnTo>
                <a:lnTo>
                  <a:pt x="725" y="2056"/>
                </a:lnTo>
                <a:lnTo>
                  <a:pt x="683" y="1991"/>
                </a:lnTo>
                <a:lnTo>
                  <a:pt x="645" y="1921"/>
                </a:lnTo>
                <a:lnTo>
                  <a:pt x="613" y="1848"/>
                </a:lnTo>
                <a:lnTo>
                  <a:pt x="586" y="1773"/>
                </a:lnTo>
                <a:lnTo>
                  <a:pt x="565" y="1696"/>
                </a:lnTo>
                <a:lnTo>
                  <a:pt x="550" y="1615"/>
                </a:lnTo>
                <a:lnTo>
                  <a:pt x="540" y="1533"/>
                </a:lnTo>
                <a:lnTo>
                  <a:pt x="537" y="1450"/>
                </a:lnTo>
                <a:lnTo>
                  <a:pt x="539" y="1391"/>
                </a:lnTo>
                <a:lnTo>
                  <a:pt x="544" y="1333"/>
                </a:lnTo>
                <a:lnTo>
                  <a:pt x="551" y="1275"/>
                </a:lnTo>
                <a:lnTo>
                  <a:pt x="111" y="1275"/>
                </a:lnTo>
                <a:close/>
                <a:moveTo>
                  <a:pt x="1459" y="1275"/>
                </a:moveTo>
                <a:lnTo>
                  <a:pt x="1465" y="1296"/>
                </a:lnTo>
                <a:lnTo>
                  <a:pt x="1473" y="1316"/>
                </a:lnTo>
                <a:lnTo>
                  <a:pt x="1485" y="1334"/>
                </a:lnTo>
                <a:lnTo>
                  <a:pt x="1499" y="1350"/>
                </a:lnTo>
                <a:lnTo>
                  <a:pt x="1515" y="1365"/>
                </a:lnTo>
                <a:lnTo>
                  <a:pt x="1531" y="1376"/>
                </a:lnTo>
                <a:lnTo>
                  <a:pt x="1550" y="1384"/>
                </a:lnTo>
                <a:lnTo>
                  <a:pt x="1550" y="1275"/>
                </a:lnTo>
                <a:lnTo>
                  <a:pt x="1459" y="1275"/>
                </a:lnTo>
                <a:close/>
                <a:moveTo>
                  <a:pt x="664" y="1275"/>
                </a:moveTo>
                <a:lnTo>
                  <a:pt x="654" y="1332"/>
                </a:lnTo>
                <a:lnTo>
                  <a:pt x="649" y="1391"/>
                </a:lnTo>
                <a:lnTo>
                  <a:pt x="647" y="1450"/>
                </a:lnTo>
                <a:lnTo>
                  <a:pt x="650" y="1528"/>
                </a:lnTo>
                <a:lnTo>
                  <a:pt x="660" y="1606"/>
                </a:lnTo>
                <a:lnTo>
                  <a:pt x="676" y="1681"/>
                </a:lnTo>
                <a:lnTo>
                  <a:pt x="696" y="1753"/>
                </a:lnTo>
                <a:lnTo>
                  <a:pt x="723" y="1823"/>
                </a:lnTo>
                <a:lnTo>
                  <a:pt x="754" y="1891"/>
                </a:lnTo>
                <a:lnTo>
                  <a:pt x="791" y="1955"/>
                </a:lnTo>
                <a:lnTo>
                  <a:pt x="833" y="2017"/>
                </a:lnTo>
                <a:lnTo>
                  <a:pt x="878" y="2075"/>
                </a:lnTo>
                <a:lnTo>
                  <a:pt x="928" y="2129"/>
                </a:lnTo>
                <a:lnTo>
                  <a:pt x="982" y="2179"/>
                </a:lnTo>
                <a:lnTo>
                  <a:pt x="1040" y="2225"/>
                </a:lnTo>
                <a:lnTo>
                  <a:pt x="1101" y="2267"/>
                </a:lnTo>
                <a:lnTo>
                  <a:pt x="1165" y="2303"/>
                </a:lnTo>
                <a:lnTo>
                  <a:pt x="1232" y="2335"/>
                </a:lnTo>
                <a:lnTo>
                  <a:pt x="1303" y="2361"/>
                </a:lnTo>
                <a:lnTo>
                  <a:pt x="1375" y="2383"/>
                </a:lnTo>
                <a:lnTo>
                  <a:pt x="1450" y="2398"/>
                </a:lnTo>
                <a:lnTo>
                  <a:pt x="1526" y="2407"/>
                </a:lnTo>
                <a:lnTo>
                  <a:pt x="1605" y="2411"/>
                </a:lnTo>
                <a:lnTo>
                  <a:pt x="1684" y="2407"/>
                </a:lnTo>
                <a:lnTo>
                  <a:pt x="1760" y="2398"/>
                </a:lnTo>
                <a:lnTo>
                  <a:pt x="1835" y="2383"/>
                </a:lnTo>
                <a:lnTo>
                  <a:pt x="1907" y="2361"/>
                </a:lnTo>
                <a:lnTo>
                  <a:pt x="1978" y="2335"/>
                </a:lnTo>
                <a:lnTo>
                  <a:pt x="2044" y="2303"/>
                </a:lnTo>
                <a:lnTo>
                  <a:pt x="2108" y="2267"/>
                </a:lnTo>
                <a:lnTo>
                  <a:pt x="2170" y="2225"/>
                </a:lnTo>
                <a:lnTo>
                  <a:pt x="2227" y="2179"/>
                </a:lnTo>
                <a:lnTo>
                  <a:pt x="2282" y="2129"/>
                </a:lnTo>
                <a:lnTo>
                  <a:pt x="2332" y="2075"/>
                </a:lnTo>
                <a:lnTo>
                  <a:pt x="2377" y="2017"/>
                </a:lnTo>
                <a:lnTo>
                  <a:pt x="2419" y="1955"/>
                </a:lnTo>
                <a:lnTo>
                  <a:pt x="2455" y="1891"/>
                </a:lnTo>
                <a:lnTo>
                  <a:pt x="2487" y="1823"/>
                </a:lnTo>
                <a:lnTo>
                  <a:pt x="2513" y="1753"/>
                </a:lnTo>
                <a:lnTo>
                  <a:pt x="2534" y="1681"/>
                </a:lnTo>
                <a:lnTo>
                  <a:pt x="2549" y="1606"/>
                </a:lnTo>
                <a:lnTo>
                  <a:pt x="2560" y="1528"/>
                </a:lnTo>
                <a:lnTo>
                  <a:pt x="2563" y="1450"/>
                </a:lnTo>
                <a:lnTo>
                  <a:pt x="2561" y="1391"/>
                </a:lnTo>
                <a:lnTo>
                  <a:pt x="2556" y="1332"/>
                </a:lnTo>
                <a:lnTo>
                  <a:pt x="2546" y="1275"/>
                </a:lnTo>
                <a:lnTo>
                  <a:pt x="2387" y="1275"/>
                </a:lnTo>
                <a:lnTo>
                  <a:pt x="2397" y="1332"/>
                </a:lnTo>
                <a:lnTo>
                  <a:pt x="2404" y="1391"/>
                </a:lnTo>
                <a:lnTo>
                  <a:pt x="2406" y="1450"/>
                </a:lnTo>
                <a:lnTo>
                  <a:pt x="2403" y="1519"/>
                </a:lnTo>
                <a:lnTo>
                  <a:pt x="2394" y="1587"/>
                </a:lnTo>
                <a:lnTo>
                  <a:pt x="2380" y="1652"/>
                </a:lnTo>
                <a:lnTo>
                  <a:pt x="2361" y="1716"/>
                </a:lnTo>
                <a:lnTo>
                  <a:pt x="2337" y="1778"/>
                </a:lnTo>
                <a:lnTo>
                  <a:pt x="2308" y="1836"/>
                </a:lnTo>
                <a:lnTo>
                  <a:pt x="2274" y="1893"/>
                </a:lnTo>
                <a:lnTo>
                  <a:pt x="2236" y="1945"/>
                </a:lnTo>
                <a:lnTo>
                  <a:pt x="2194" y="1995"/>
                </a:lnTo>
                <a:lnTo>
                  <a:pt x="2148" y="2041"/>
                </a:lnTo>
                <a:lnTo>
                  <a:pt x="2098" y="2083"/>
                </a:lnTo>
                <a:lnTo>
                  <a:pt x="2046" y="2121"/>
                </a:lnTo>
                <a:lnTo>
                  <a:pt x="1991" y="2155"/>
                </a:lnTo>
                <a:lnTo>
                  <a:pt x="1931" y="2185"/>
                </a:lnTo>
                <a:lnTo>
                  <a:pt x="1871" y="2209"/>
                </a:lnTo>
                <a:lnTo>
                  <a:pt x="1807" y="2228"/>
                </a:lnTo>
                <a:lnTo>
                  <a:pt x="1741" y="2242"/>
                </a:lnTo>
                <a:lnTo>
                  <a:pt x="1673" y="2251"/>
                </a:lnTo>
                <a:lnTo>
                  <a:pt x="1605" y="2254"/>
                </a:lnTo>
                <a:lnTo>
                  <a:pt x="1536" y="2251"/>
                </a:lnTo>
                <a:lnTo>
                  <a:pt x="1468" y="2242"/>
                </a:lnTo>
                <a:lnTo>
                  <a:pt x="1403" y="2228"/>
                </a:lnTo>
                <a:lnTo>
                  <a:pt x="1339" y="2209"/>
                </a:lnTo>
                <a:lnTo>
                  <a:pt x="1278" y="2185"/>
                </a:lnTo>
                <a:lnTo>
                  <a:pt x="1219" y="2155"/>
                </a:lnTo>
                <a:lnTo>
                  <a:pt x="1164" y="2121"/>
                </a:lnTo>
                <a:lnTo>
                  <a:pt x="1111" y="2083"/>
                </a:lnTo>
                <a:lnTo>
                  <a:pt x="1061" y="2041"/>
                </a:lnTo>
                <a:lnTo>
                  <a:pt x="1016" y="1995"/>
                </a:lnTo>
                <a:lnTo>
                  <a:pt x="974" y="1945"/>
                </a:lnTo>
                <a:lnTo>
                  <a:pt x="935" y="1893"/>
                </a:lnTo>
                <a:lnTo>
                  <a:pt x="902" y="1836"/>
                </a:lnTo>
                <a:lnTo>
                  <a:pt x="873" y="1778"/>
                </a:lnTo>
                <a:lnTo>
                  <a:pt x="849" y="1716"/>
                </a:lnTo>
                <a:lnTo>
                  <a:pt x="829" y="1652"/>
                </a:lnTo>
                <a:lnTo>
                  <a:pt x="815" y="1587"/>
                </a:lnTo>
                <a:lnTo>
                  <a:pt x="807" y="1519"/>
                </a:lnTo>
                <a:lnTo>
                  <a:pt x="804" y="1450"/>
                </a:lnTo>
                <a:lnTo>
                  <a:pt x="806" y="1391"/>
                </a:lnTo>
                <a:lnTo>
                  <a:pt x="812" y="1332"/>
                </a:lnTo>
                <a:lnTo>
                  <a:pt x="823" y="1275"/>
                </a:lnTo>
                <a:lnTo>
                  <a:pt x="664" y="1275"/>
                </a:lnTo>
                <a:close/>
                <a:moveTo>
                  <a:pt x="238" y="1086"/>
                </a:moveTo>
                <a:lnTo>
                  <a:pt x="212" y="1089"/>
                </a:lnTo>
                <a:lnTo>
                  <a:pt x="188" y="1096"/>
                </a:lnTo>
                <a:lnTo>
                  <a:pt x="166" y="1108"/>
                </a:lnTo>
                <a:lnTo>
                  <a:pt x="148" y="1123"/>
                </a:lnTo>
                <a:lnTo>
                  <a:pt x="132" y="1142"/>
                </a:lnTo>
                <a:lnTo>
                  <a:pt x="120" y="1164"/>
                </a:lnTo>
                <a:lnTo>
                  <a:pt x="3089" y="1164"/>
                </a:lnTo>
                <a:lnTo>
                  <a:pt x="3078" y="1142"/>
                </a:lnTo>
                <a:lnTo>
                  <a:pt x="3062" y="1123"/>
                </a:lnTo>
                <a:lnTo>
                  <a:pt x="3043" y="1108"/>
                </a:lnTo>
                <a:lnTo>
                  <a:pt x="3022" y="1096"/>
                </a:lnTo>
                <a:lnTo>
                  <a:pt x="2998" y="1089"/>
                </a:lnTo>
                <a:lnTo>
                  <a:pt x="2972" y="1086"/>
                </a:lnTo>
                <a:lnTo>
                  <a:pt x="238" y="1086"/>
                </a:lnTo>
                <a:close/>
                <a:moveTo>
                  <a:pt x="1652" y="794"/>
                </a:moveTo>
                <a:lnTo>
                  <a:pt x="1652" y="940"/>
                </a:lnTo>
                <a:lnTo>
                  <a:pt x="1669" y="927"/>
                </a:lnTo>
                <a:lnTo>
                  <a:pt x="1682" y="910"/>
                </a:lnTo>
                <a:lnTo>
                  <a:pt x="1690" y="890"/>
                </a:lnTo>
                <a:lnTo>
                  <a:pt x="1693" y="867"/>
                </a:lnTo>
                <a:lnTo>
                  <a:pt x="1690" y="844"/>
                </a:lnTo>
                <a:lnTo>
                  <a:pt x="1682" y="824"/>
                </a:lnTo>
                <a:lnTo>
                  <a:pt x="1669" y="807"/>
                </a:lnTo>
                <a:lnTo>
                  <a:pt x="1652" y="794"/>
                </a:lnTo>
                <a:close/>
                <a:moveTo>
                  <a:pt x="1557" y="521"/>
                </a:moveTo>
                <a:lnTo>
                  <a:pt x="1541" y="535"/>
                </a:lnTo>
                <a:lnTo>
                  <a:pt x="1528" y="553"/>
                </a:lnTo>
                <a:lnTo>
                  <a:pt x="1520" y="573"/>
                </a:lnTo>
                <a:lnTo>
                  <a:pt x="1517" y="595"/>
                </a:lnTo>
                <a:lnTo>
                  <a:pt x="1520" y="617"/>
                </a:lnTo>
                <a:lnTo>
                  <a:pt x="1528" y="637"/>
                </a:lnTo>
                <a:lnTo>
                  <a:pt x="1541" y="655"/>
                </a:lnTo>
                <a:lnTo>
                  <a:pt x="1557" y="669"/>
                </a:lnTo>
                <a:lnTo>
                  <a:pt x="1557" y="521"/>
                </a:lnTo>
                <a:close/>
                <a:moveTo>
                  <a:pt x="1605" y="289"/>
                </a:moveTo>
                <a:lnTo>
                  <a:pt x="1554" y="292"/>
                </a:lnTo>
                <a:lnTo>
                  <a:pt x="1503" y="300"/>
                </a:lnTo>
                <a:lnTo>
                  <a:pt x="1456" y="314"/>
                </a:lnTo>
                <a:lnTo>
                  <a:pt x="1411" y="333"/>
                </a:lnTo>
                <a:lnTo>
                  <a:pt x="1368" y="358"/>
                </a:lnTo>
                <a:lnTo>
                  <a:pt x="1329" y="386"/>
                </a:lnTo>
                <a:lnTo>
                  <a:pt x="1293" y="418"/>
                </a:lnTo>
                <a:lnTo>
                  <a:pt x="1261" y="455"/>
                </a:lnTo>
                <a:lnTo>
                  <a:pt x="1232" y="494"/>
                </a:lnTo>
                <a:lnTo>
                  <a:pt x="1208" y="536"/>
                </a:lnTo>
                <a:lnTo>
                  <a:pt x="1189" y="582"/>
                </a:lnTo>
                <a:lnTo>
                  <a:pt x="1175" y="629"/>
                </a:lnTo>
                <a:lnTo>
                  <a:pt x="1167" y="680"/>
                </a:lnTo>
                <a:lnTo>
                  <a:pt x="1164" y="731"/>
                </a:lnTo>
                <a:lnTo>
                  <a:pt x="1166" y="775"/>
                </a:lnTo>
                <a:lnTo>
                  <a:pt x="1172" y="817"/>
                </a:lnTo>
                <a:lnTo>
                  <a:pt x="1182" y="859"/>
                </a:lnTo>
                <a:lnTo>
                  <a:pt x="1196" y="899"/>
                </a:lnTo>
                <a:lnTo>
                  <a:pt x="1214" y="938"/>
                </a:lnTo>
                <a:lnTo>
                  <a:pt x="1236" y="975"/>
                </a:lnTo>
                <a:lnTo>
                  <a:pt x="1456" y="975"/>
                </a:lnTo>
                <a:lnTo>
                  <a:pt x="1442" y="952"/>
                </a:lnTo>
                <a:lnTo>
                  <a:pt x="1431" y="925"/>
                </a:lnTo>
                <a:lnTo>
                  <a:pt x="1424" y="897"/>
                </a:lnTo>
                <a:lnTo>
                  <a:pt x="1422" y="867"/>
                </a:lnTo>
                <a:lnTo>
                  <a:pt x="1424" y="852"/>
                </a:lnTo>
                <a:lnTo>
                  <a:pt x="1431" y="838"/>
                </a:lnTo>
                <a:lnTo>
                  <a:pt x="1441" y="828"/>
                </a:lnTo>
                <a:lnTo>
                  <a:pt x="1454" y="821"/>
                </a:lnTo>
                <a:lnTo>
                  <a:pt x="1469" y="819"/>
                </a:lnTo>
                <a:lnTo>
                  <a:pt x="1484" y="821"/>
                </a:lnTo>
                <a:lnTo>
                  <a:pt x="1497" y="828"/>
                </a:lnTo>
                <a:lnTo>
                  <a:pt x="1507" y="838"/>
                </a:lnTo>
                <a:lnTo>
                  <a:pt x="1514" y="852"/>
                </a:lnTo>
                <a:lnTo>
                  <a:pt x="1517" y="867"/>
                </a:lnTo>
                <a:lnTo>
                  <a:pt x="1520" y="890"/>
                </a:lnTo>
                <a:lnTo>
                  <a:pt x="1528" y="910"/>
                </a:lnTo>
                <a:lnTo>
                  <a:pt x="1541" y="927"/>
                </a:lnTo>
                <a:lnTo>
                  <a:pt x="1557" y="941"/>
                </a:lnTo>
                <a:lnTo>
                  <a:pt x="1557" y="773"/>
                </a:lnTo>
                <a:lnTo>
                  <a:pt x="1528" y="763"/>
                </a:lnTo>
                <a:lnTo>
                  <a:pt x="1503" y="747"/>
                </a:lnTo>
                <a:lnTo>
                  <a:pt x="1480" y="729"/>
                </a:lnTo>
                <a:lnTo>
                  <a:pt x="1460" y="708"/>
                </a:lnTo>
                <a:lnTo>
                  <a:pt x="1444" y="683"/>
                </a:lnTo>
                <a:lnTo>
                  <a:pt x="1432" y="656"/>
                </a:lnTo>
                <a:lnTo>
                  <a:pt x="1424" y="626"/>
                </a:lnTo>
                <a:lnTo>
                  <a:pt x="1422" y="595"/>
                </a:lnTo>
                <a:lnTo>
                  <a:pt x="1424" y="564"/>
                </a:lnTo>
                <a:lnTo>
                  <a:pt x="1432" y="534"/>
                </a:lnTo>
                <a:lnTo>
                  <a:pt x="1444" y="507"/>
                </a:lnTo>
                <a:lnTo>
                  <a:pt x="1460" y="482"/>
                </a:lnTo>
                <a:lnTo>
                  <a:pt x="1480" y="461"/>
                </a:lnTo>
                <a:lnTo>
                  <a:pt x="1503" y="442"/>
                </a:lnTo>
                <a:lnTo>
                  <a:pt x="1528" y="427"/>
                </a:lnTo>
                <a:lnTo>
                  <a:pt x="1557" y="417"/>
                </a:lnTo>
                <a:lnTo>
                  <a:pt x="1557" y="396"/>
                </a:lnTo>
                <a:lnTo>
                  <a:pt x="1560" y="381"/>
                </a:lnTo>
                <a:lnTo>
                  <a:pt x="1567" y="368"/>
                </a:lnTo>
                <a:lnTo>
                  <a:pt x="1577" y="358"/>
                </a:lnTo>
                <a:lnTo>
                  <a:pt x="1590" y="351"/>
                </a:lnTo>
                <a:lnTo>
                  <a:pt x="1605" y="348"/>
                </a:lnTo>
                <a:lnTo>
                  <a:pt x="1620" y="351"/>
                </a:lnTo>
                <a:lnTo>
                  <a:pt x="1633" y="358"/>
                </a:lnTo>
                <a:lnTo>
                  <a:pt x="1643" y="368"/>
                </a:lnTo>
                <a:lnTo>
                  <a:pt x="1650" y="381"/>
                </a:lnTo>
                <a:lnTo>
                  <a:pt x="1652" y="396"/>
                </a:lnTo>
                <a:lnTo>
                  <a:pt x="1652" y="417"/>
                </a:lnTo>
                <a:lnTo>
                  <a:pt x="1681" y="427"/>
                </a:lnTo>
                <a:lnTo>
                  <a:pt x="1707" y="442"/>
                </a:lnTo>
                <a:lnTo>
                  <a:pt x="1730" y="461"/>
                </a:lnTo>
                <a:lnTo>
                  <a:pt x="1750" y="482"/>
                </a:lnTo>
                <a:lnTo>
                  <a:pt x="1766" y="507"/>
                </a:lnTo>
                <a:lnTo>
                  <a:pt x="1778" y="534"/>
                </a:lnTo>
                <a:lnTo>
                  <a:pt x="1785" y="564"/>
                </a:lnTo>
                <a:lnTo>
                  <a:pt x="1788" y="595"/>
                </a:lnTo>
                <a:lnTo>
                  <a:pt x="1786" y="610"/>
                </a:lnTo>
                <a:lnTo>
                  <a:pt x="1779" y="623"/>
                </a:lnTo>
                <a:lnTo>
                  <a:pt x="1769" y="633"/>
                </a:lnTo>
                <a:lnTo>
                  <a:pt x="1756" y="640"/>
                </a:lnTo>
                <a:lnTo>
                  <a:pt x="1741" y="643"/>
                </a:lnTo>
                <a:lnTo>
                  <a:pt x="1726" y="640"/>
                </a:lnTo>
                <a:lnTo>
                  <a:pt x="1712" y="633"/>
                </a:lnTo>
                <a:lnTo>
                  <a:pt x="1702" y="623"/>
                </a:lnTo>
                <a:lnTo>
                  <a:pt x="1695" y="610"/>
                </a:lnTo>
                <a:lnTo>
                  <a:pt x="1693" y="595"/>
                </a:lnTo>
                <a:lnTo>
                  <a:pt x="1690" y="573"/>
                </a:lnTo>
                <a:lnTo>
                  <a:pt x="1682" y="553"/>
                </a:lnTo>
                <a:lnTo>
                  <a:pt x="1669" y="535"/>
                </a:lnTo>
                <a:lnTo>
                  <a:pt x="1652" y="521"/>
                </a:lnTo>
                <a:lnTo>
                  <a:pt x="1652" y="690"/>
                </a:lnTo>
                <a:lnTo>
                  <a:pt x="1681" y="700"/>
                </a:lnTo>
                <a:lnTo>
                  <a:pt x="1707" y="714"/>
                </a:lnTo>
                <a:lnTo>
                  <a:pt x="1730" y="732"/>
                </a:lnTo>
                <a:lnTo>
                  <a:pt x="1750" y="755"/>
                </a:lnTo>
                <a:lnTo>
                  <a:pt x="1766" y="779"/>
                </a:lnTo>
                <a:lnTo>
                  <a:pt x="1778" y="807"/>
                </a:lnTo>
                <a:lnTo>
                  <a:pt x="1785" y="836"/>
                </a:lnTo>
                <a:lnTo>
                  <a:pt x="1788" y="867"/>
                </a:lnTo>
                <a:lnTo>
                  <a:pt x="1786" y="897"/>
                </a:lnTo>
                <a:lnTo>
                  <a:pt x="1779" y="925"/>
                </a:lnTo>
                <a:lnTo>
                  <a:pt x="1768" y="952"/>
                </a:lnTo>
                <a:lnTo>
                  <a:pt x="1753" y="975"/>
                </a:lnTo>
                <a:lnTo>
                  <a:pt x="1973" y="975"/>
                </a:lnTo>
                <a:lnTo>
                  <a:pt x="1995" y="938"/>
                </a:lnTo>
                <a:lnTo>
                  <a:pt x="2013" y="899"/>
                </a:lnTo>
                <a:lnTo>
                  <a:pt x="2028" y="859"/>
                </a:lnTo>
                <a:lnTo>
                  <a:pt x="2038" y="817"/>
                </a:lnTo>
                <a:lnTo>
                  <a:pt x="2044" y="775"/>
                </a:lnTo>
                <a:lnTo>
                  <a:pt x="2046" y="731"/>
                </a:lnTo>
                <a:lnTo>
                  <a:pt x="2043" y="680"/>
                </a:lnTo>
                <a:lnTo>
                  <a:pt x="2034" y="629"/>
                </a:lnTo>
                <a:lnTo>
                  <a:pt x="2020" y="582"/>
                </a:lnTo>
                <a:lnTo>
                  <a:pt x="2001" y="536"/>
                </a:lnTo>
                <a:lnTo>
                  <a:pt x="1978" y="494"/>
                </a:lnTo>
                <a:lnTo>
                  <a:pt x="1949" y="455"/>
                </a:lnTo>
                <a:lnTo>
                  <a:pt x="1917" y="418"/>
                </a:lnTo>
                <a:lnTo>
                  <a:pt x="1881" y="386"/>
                </a:lnTo>
                <a:lnTo>
                  <a:pt x="1842" y="358"/>
                </a:lnTo>
                <a:lnTo>
                  <a:pt x="1798" y="333"/>
                </a:lnTo>
                <a:lnTo>
                  <a:pt x="1753" y="314"/>
                </a:lnTo>
                <a:lnTo>
                  <a:pt x="1706" y="300"/>
                </a:lnTo>
                <a:lnTo>
                  <a:pt x="1656" y="292"/>
                </a:lnTo>
                <a:lnTo>
                  <a:pt x="1605" y="289"/>
                </a:lnTo>
                <a:close/>
                <a:moveTo>
                  <a:pt x="1605" y="111"/>
                </a:moveTo>
                <a:lnTo>
                  <a:pt x="1542" y="114"/>
                </a:lnTo>
                <a:lnTo>
                  <a:pt x="1480" y="123"/>
                </a:lnTo>
                <a:lnTo>
                  <a:pt x="1421" y="138"/>
                </a:lnTo>
                <a:lnTo>
                  <a:pt x="1364" y="160"/>
                </a:lnTo>
                <a:lnTo>
                  <a:pt x="1310" y="186"/>
                </a:lnTo>
                <a:lnTo>
                  <a:pt x="1260" y="217"/>
                </a:lnTo>
                <a:lnTo>
                  <a:pt x="1211" y="253"/>
                </a:lnTo>
                <a:lnTo>
                  <a:pt x="1168" y="293"/>
                </a:lnTo>
                <a:lnTo>
                  <a:pt x="1128" y="336"/>
                </a:lnTo>
                <a:lnTo>
                  <a:pt x="1092" y="385"/>
                </a:lnTo>
                <a:lnTo>
                  <a:pt x="1061" y="435"/>
                </a:lnTo>
                <a:lnTo>
                  <a:pt x="1035" y="490"/>
                </a:lnTo>
                <a:lnTo>
                  <a:pt x="1014" y="547"/>
                </a:lnTo>
                <a:lnTo>
                  <a:pt x="999" y="606"/>
                </a:lnTo>
                <a:lnTo>
                  <a:pt x="990" y="668"/>
                </a:lnTo>
                <a:lnTo>
                  <a:pt x="987" y="731"/>
                </a:lnTo>
                <a:lnTo>
                  <a:pt x="990" y="794"/>
                </a:lnTo>
                <a:lnTo>
                  <a:pt x="999" y="857"/>
                </a:lnTo>
                <a:lnTo>
                  <a:pt x="1015" y="916"/>
                </a:lnTo>
                <a:lnTo>
                  <a:pt x="1036" y="975"/>
                </a:lnTo>
                <a:lnTo>
                  <a:pt x="1110" y="975"/>
                </a:lnTo>
                <a:lnTo>
                  <a:pt x="1089" y="929"/>
                </a:lnTo>
                <a:lnTo>
                  <a:pt x="1073" y="882"/>
                </a:lnTo>
                <a:lnTo>
                  <a:pt x="1062" y="832"/>
                </a:lnTo>
                <a:lnTo>
                  <a:pt x="1055" y="782"/>
                </a:lnTo>
                <a:lnTo>
                  <a:pt x="1053" y="731"/>
                </a:lnTo>
                <a:lnTo>
                  <a:pt x="1056" y="675"/>
                </a:lnTo>
                <a:lnTo>
                  <a:pt x="1064" y="620"/>
                </a:lnTo>
                <a:lnTo>
                  <a:pt x="1078" y="567"/>
                </a:lnTo>
                <a:lnTo>
                  <a:pt x="1097" y="516"/>
                </a:lnTo>
                <a:lnTo>
                  <a:pt x="1120" y="468"/>
                </a:lnTo>
                <a:lnTo>
                  <a:pt x="1148" y="422"/>
                </a:lnTo>
                <a:lnTo>
                  <a:pt x="1179" y="379"/>
                </a:lnTo>
                <a:lnTo>
                  <a:pt x="1215" y="340"/>
                </a:lnTo>
                <a:lnTo>
                  <a:pt x="1255" y="304"/>
                </a:lnTo>
                <a:lnTo>
                  <a:pt x="1297" y="273"/>
                </a:lnTo>
                <a:lnTo>
                  <a:pt x="1342" y="245"/>
                </a:lnTo>
                <a:lnTo>
                  <a:pt x="1391" y="221"/>
                </a:lnTo>
                <a:lnTo>
                  <a:pt x="1441" y="203"/>
                </a:lnTo>
                <a:lnTo>
                  <a:pt x="1494" y="189"/>
                </a:lnTo>
                <a:lnTo>
                  <a:pt x="1549" y="181"/>
                </a:lnTo>
                <a:lnTo>
                  <a:pt x="1605" y="178"/>
                </a:lnTo>
                <a:lnTo>
                  <a:pt x="1661" y="181"/>
                </a:lnTo>
                <a:lnTo>
                  <a:pt x="1716" y="189"/>
                </a:lnTo>
                <a:lnTo>
                  <a:pt x="1769" y="203"/>
                </a:lnTo>
                <a:lnTo>
                  <a:pt x="1819" y="221"/>
                </a:lnTo>
                <a:lnTo>
                  <a:pt x="1868" y="245"/>
                </a:lnTo>
                <a:lnTo>
                  <a:pt x="1913" y="273"/>
                </a:lnTo>
                <a:lnTo>
                  <a:pt x="1955" y="304"/>
                </a:lnTo>
                <a:lnTo>
                  <a:pt x="1995" y="340"/>
                </a:lnTo>
                <a:lnTo>
                  <a:pt x="2030" y="379"/>
                </a:lnTo>
                <a:lnTo>
                  <a:pt x="2062" y="422"/>
                </a:lnTo>
                <a:lnTo>
                  <a:pt x="2089" y="468"/>
                </a:lnTo>
                <a:lnTo>
                  <a:pt x="2113" y="516"/>
                </a:lnTo>
                <a:lnTo>
                  <a:pt x="2132" y="567"/>
                </a:lnTo>
                <a:lnTo>
                  <a:pt x="2146" y="620"/>
                </a:lnTo>
                <a:lnTo>
                  <a:pt x="2154" y="675"/>
                </a:lnTo>
                <a:lnTo>
                  <a:pt x="2157" y="731"/>
                </a:lnTo>
                <a:lnTo>
                  <a:pt x="2154" y="782"/>
                </a:lnTo>
                <a:lnTo>
                  <a:pt x="2148" y="832"/>
                </a:lnTo>
                <a:lnTo>
                  <a:pt x="2136" y="882"/>
                </a:lnTo>
                <a:lnTo>
                  <a:pt x="2121" y="929"/>
                </a:lnTo>
                <a:lnTo>
                  <a:pt x="2100" y="975"/>
                </a:lnTo>
                <a:lnTo>
                  <a:pt x="2174" y="975"/>
                </a:lnTo>
                <a:lnTo>
                  <a:pt x="2195" y="916"/>
                </a:lnTo>
                <a:lnTo>
                  <a:pt x="2210" y="857"/>
                </a:lnTo>
                <a:lnTo>
                  <a:pt x="2220" y="794"/>
                </a:lnTo>
                <a:lnTo>
                  <a:pt x="2223" y="731"/>
                </a:lnTo>
                <a:lnTo>
                  <a:pt x="2220" y="668"/>
                </a:lnTo>
                <a:lnTo>
                  <a:pt x="2210" y="606"/>
                </a:lnTo>
                <a:lnTo>
                  <a:pt x="2195" y="547"/>
                </a:lnTo>
                <a:lnTo>
                  <a:pt x="2175" y="490"/>
                </a:lnTo>
                <a:lnTo>
                  <a:pt x="2149" y="435"/>
                </a:lnTo>
                <a:lnTo>
                  <a:pt x="2118" y="385"/>
                </a:lnTo>
                <a:lnTo>
                  <a:pt x="2082" y="336"/>
                </a:lnTo>
                <a:lnTo>
                  <a:pt x="2042" y="293"/>
                </a:lnTo>
                <a:lnTo>
                  <a:pt x="1998" y="253"/>
                </a:lnTo>
                <a:lnTo>
                  <a:pt x="1950" y="217"/>
                </a:lnTo>
                <a:lnTo>
                  <a:pt x="1899" y="186"/>
                </a:lnTo>
                <a:lnTo>
                  <a:pt x="1846" y="160"/>
                </a:lnTo>
                <a:lnTo>
                  <a:pt x="1788" y="138"/>
                </a:lnTo>
                <a:lnTo>
                  <a:pt x="1729" y="123"/>
                </a:lnTo>
                <a:lnTo>
                  <a:pt x="1668" y="114"/>
                </a:lnTo>
                <a:lnTo>
                  <a:pt x="1605" y="111"/>
                </a:lnTo>
                <a:close/>
                <a:moveTo>
                  <a:pt x="1605" y="0"/>
                </a:moveTo>
                <a:lnTo>
                  <a:pt x="1671" y="3"/>
                </a:lnTo>
                <a:lnTo>
                  <a:pt x="1736" y="12"/>
                </a:lnTo>
                <a:lnTo>
                  <a:pt x="1798" y="26"/>
                </a:lnTo>
                <a:lnTo>
                  <a:pt x="1859" y="46"/>
                </a:lnTo>
                <a:lnTo>
                  <a:pt x="1917" y="71"/>
                </a:lnTo>
                <a:lnTo>
                  <a:pt x="1973" y="100"/>
                </a:lnTo>
                <a:lnTo>
                  <a:pt x="2025" y="134"/>
                </a:lnTo>
                <a:lnTo>
                  <a:pt x="2074" y="172"/>
                </a:lnTo>
                <a:lnTo>
                  <a:pt x="2120" y="214"/>
                </a:lnTo>
                <a:lnTo>
                  <a:pt x="2162" y="261"/>
                </a:lnTo>
                <a:lnTo>
                  <a:pt x="2200" y="310"/>
                </a:lnTo>
                <a:lnTo>
                  <a:pt x="2234" y="363"/>
                </a:lnTo>
                <a:lnTo>
                  <a:pt x="2264" y="418"/>
                </a:lnTo>
                <a:lnTo>
                  <a:pt x="2288" y="477"/>
                </a:lnTo>
                <a:lnTo>
                  <a:pt x="2308" y="537"/>
                </a:lnTo>
                <a:lnTo>
                  <a:pt x="2322" y="600"/>
                </a:lnTo>
                <a:lnTo>
                  <a:pt x="2331" y="665"/>
                </a:lnTo>
                <a:lnTo>
                  <a:pt x="2334" y="731"/>
                </a:lnTo>
                <a:lnTo>
                  <a:pt x="2331" y="794"/>
                </a:lnTo>
                <a:lnTo>
                  <a:pt x="2323" y="856"/>
                </a:lnTo>
                <a:lnTo>
                  <a:pt x="2310" y="916"/>
                </a:lnTo>
                <a:lnTo>
                  <a:pt x="2292" y="975"/>
                </a:lnTo>
                <a:lnTo>
                  <a:pt x="2972" y="975"/>
                </a:lnTo>
                <a:lnTo>
                  <a:pt x="3011" y="978"/>
                </a:lnTo>
                <a:lnTo>
                  <a:pt x="3047" y="987"/>
                </a:lnTo>
                <a:lnTo>
                  <a:pt x="3081" y="1002"/>
                </a:lnTo>
                <a:lnTo>
                  <a:pt x="3112" y="1021"/>
                </a:lnTo>
                <a:lnTo>
                  <a:pt x="3141" y="1045"/>
                </a:lnTo>
                <a:lnTo>
                  <a:pt x="3164" y="1073"/>
                </a:lnTo>
                <a:lnTo>
                  <a:pt x="3183" y="1104"/>
                </a:lnTo>
                <a:lnTo>
                  <a:pt x="3198" y="1138"/>
                </a:lnTo>
                <a:lnTo>
                  <a:pt x="3207" y="1175"/>
                </a:lnTo>
                <a:lnTo>
                  <a:pt x="3210" y="1213"/>
                </a:lnTo>
                <a:lnTo>
                  <a:pt x="3210" y="2871"/>
                </a:lnTo>
                <a:lnTo>
                  <a:pt x="3207" y="2909"/>
                </a:lnTo>
                <a:lnTo>
                  <a:pt x="3198" y="2946"/>
                </a:lnTo>
                <a:lnTo>
                  <a:pt x="3183" y="2980"/>
                </a:lnTo>
                <a:lnTo>
                  <a:pt x="3164" y="3011"/>
                </a:lnTo>
                <a:lnTo>
                  <a:pt x="3141" y="3039"/>
                </a:lnTo>
                <a:lnTo>
                  <a:pt x="3112" y="3063"/>
                </a:lnTo>
                <a:lnTo>
                  <a:pt x="3081" y="3083"/>
                </a:lnTo>
                <a:lnTo>
                  <a:pt x="3047" y="3097"/>
                </a:lnTo>
                <a:lnTo>
                  <a:pt x="3011" y="3106"/>
                </a:lnTo>
                <a:lnTo>
                  <a:pt x="2972" y="3109"/>
                </a:lnTo>
                <a:lnTo>
                  <a:pt x="2199" y="3109"/>
                </a:lnTo>
                <a:lnTo>
                  <a:pt x="2287" y="3204"/>
                </a:lnTo>
                <a:lnTo>
                  <a:pt x="2420" y="3204"/>
                </a:lnTo>
                <a:lnTo>
                  <a:pt x="2437" y="3207"/>
                </a:lnTo>
                <a:lnTo>
                  <a:pt x="2452" y="3215"/>
                </a:lnTo>
                <a:lnTo>
                  <a:pt x="2464" y="3227"/>
                </a:lnTo>
                <a:lnTo>
                  <a:pt x="2472" y="3242"/>
                </a:lnTo>
                <a:lnTo>
                  <a:pt x="2475" y="3259"/>
                </a:lnTo>
                <a:lnTo>
                  <a:pt x="2472" y="3277"/>
                </a:lnTo>
                <a:lnTo>
                  <a:pt x="2464" y="3292"/>
                </a:lnTo>
                <a:lnTo>
                  <a:pt x="2452" y="3304"/>
                </a:lnTo>
                <a:lnTo>
                  <a:pt x="2437" y="3312"/>
                </a:lnTo>
                <a:lnTo>
                  <a:pt x="2420" y="3315"/>
                </a:lnTo>
                <a:lnTo>
                  <a:pt x="790" y="3315"/>
                </a:lnTo>
                <a:lnTo>
                  <a:pt x="772" y="3312"/>
                </a:lnTo>
                <a:lnTo>
                  <a:pt x="757" y="3304"/>
                </a:lnTo>
                <a:lnTo>
                  <a:pt x="745" y="3292"/>
                </a:lnTo>
                <a:lnTo>
                  <a:pt x="738" y="3277"/>
                </a:lnTo>
                <a:lnTo>
                  <a:pt x="735" y="3259"/>
                </a:lnTo>
                <a:lnTo>
                  <a:pt x="738" y="3242"/>
                </a:lnTo>
                <a:lnTo>
                  <a:pt x="745" y="3227"/>
                </a:lnTo>
                <a:lnTo>
                  <a:pt x="757" y="3215"/>
                </a:lnTo>
                <a:lnTo>
                  <a:pt x="772" y="3207"/>
                </a:lnTo>
                <a:lnTo>
                  <a:pt x="790" y="3204"/>
                </a:lnTo>
                <a:lnTo>
                  <a:pt x="923" y="3204"/>
                </a:lnTo>
                <a:lnTo>
                  <a:pt x="1011" y="3109"/>
                </a:lnTo>
                <a:lnTo>
                  <a:pt x="238" y="3109"/>
                </a:lnTo>
                <a:lnTo>
                  <a:pt x="199" y="3106"/>
                </a:lnTo>
                <a:lnTo>
                  <a:pt x="162" y="3097"/>
                </a:lnTo>
                <a:lnTo>
                  <a:pt x="129" y="3083"/>
                </a:lnTo>
                <a:lnTo>
                  <a:pt x="98" y="3063"/>
                </a:lnTo>
                <a:lnTo>
                  <a:pt x="69" y="3039"/>
                </a:lnTo>
                <a:lnTo>
                  <a:pt x="45" y="3011"/>
                </a:lnTo>
                <a:lnTo>
                  <a:pt x="26" y="2980"/>
                </a:lnTo>
                <a:lnTo>
                  <a:pt x="12" y="2946"/>
                </a:lnTo>
                <a:lnTo>
                  <a:pt x="3" y="2909"/>
                </a:lnTo>
                <a:lnTo>
                  <a:pt x="0" y="2871"/>
                </a:lnTo>
                <a:lnTo>
                  <a:pt x="0" y="1213"/>
                </a:lnTo>
                <a:lnTo>
                  <a:pt x="3" y="1175"/>
                </a:lnTo>
                <a:lnTo>
                  <a:pt x="12" y="1138"/>
                </a:lnTo>
                <a:lnTo>
                  <a:pt x="26" y="1104"/>
                </a:lnTo>
                <a:lnTo>
                  <a:pt x="45" y="1073"/>
                </a:lnTo>
                <a:lnTo>
                  <a:pt x="69" y="1045"/>
                </a:lnTo>
                <a:lnTo>
                  <a:pt x="98" y="1021"/>
                </a:lnTo>
                <a:lnTo>
                  <a:pt x="129" y="1002"/>
                </a:lnTo>
                <a:lnTo>
                  <a:pt x="162" y="987"/>
                </a:lnTo>
                <a:lnTo>
                  <a:pt x="199" y="978"/>
                </a:lnTo>
                <a:lnTo>
                  <a:pt x="238" y="975"/>
                </a:lnTo>
                <a:lnTo>
                  <a:pt x="917" y="975"/>
                </a:lnTo>
                <a:lnTo>
                  <a:pt x="899" y="916"/>
                </a:lnTo>
                <a:lnTo>
                  <a:pt x="886" y="856"/>
                </a:lnTo>
                <a:lnTo>
                  <a:pt x="879" y="794"/>
                </a:lnTo>
                <a:lnTo>
                  <a:pt x="876" y="731"/>
                </a:lnTo>
                <a:lnTo>
                  <a:pt x="879" y="665"/>
                </a:lnTo>
                <a:lnTo>
                  <a:pt x="888" y="600"/>
                </a:lnTo>
                <a:lnTo>
                  <a:pt x="902" y="537"/>
                </a:lnTo>
                <a:lnTo>
                  <a:pt x="921" y="477"/>
                </a:lnTo>
                <a:lnTo>
                  <a:pt x="946" y="418"/>
                </a:lnTo>
                <a:lnTo>
                  <a:pt x="976" y="363"/>
                </a:lnTo>
                <a:lnTo>
                  <a:pt x="1010" y="310"/>
                </a:lnTo>
                <a:lnTo>
                  <a:pt x="1047" y="261"/>
                </a:lnTo>
                <a:lnTo>
                  <a:pt x="1089" y="214"/>
                </a:lnTo>
                <a:lnTo>
                  <a:pt x="1136" y="172"/>
                </a:lnTo>
                <a:lnTo>
                  <a:pt x="1185" y="134"/>
                </a:lnTo>
                <a:lnTo>
                  <a:pt x="1237" y="100"/>
                </a:lnTo>
                <a:lnTo>
                  <a:pt x="1293" y="71"/>
                </a:lnTo>
                <a:lnTo>
                  <a:pt x="1351" y="46"/>
                </a:lnTo>
                <a:lnTo>
                  <a:pt x="1412" y="26"/>
                </a:lnTo>
                <a:lnTo>
                  <a:pt x="1474" y="12"/>
                </a:lnTo>
                <a:lnTo>
                  <a:pt x="1539" y="3"/>
                </a:lnTo>
                <a:lnTo>
                  <a:pt x="1605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18B4CA10-B51B-4171-A18F-8A0068E7B7AC}"/>
              </a:ext>
            </a:extLst>
          </p:cNvPr>
          <p:cNvGrpSpPr/>
          <p:nvPr/>
        </p:nvGrpSpPr>
        <p:grpSpPr>
          <a:xfrm flipH="1">
            <a:off x="1841576" y="3753931"/>
            <a:ext cx="199267" cy="334287"/>
            <a:chOff x="3211513" y="5197475"/>
            <a:chExt cx="290512" cy="48736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27" name="Freeform 580">
              <a:extLst>
                <a:ext uri="{FF2B5EF4-FFF2-40B4-BE49-F238E27FC236}">
                  <a16:creationId xmlns:a16="http://schemas.microsoft.com/office/drawing/2014/main" id="{342C5FAF-CB9F-40BF-89B1-2631A307A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11513" y="5197475"/>
              <a:ext cx="290512" cy="487362"/>
            </a:xfrm>
            <a:custGeom>
              <a:avLst/>
              <a:gdLst>
                <a:gd name="T0" fmla="*/ 1620 w 2009"/>
                <a:gd name="T1" fmla="*/ 3184 h 3383"/>
                <a:gd name="T2" fmla="*/ 1397 w 2009"/>
                <a:gd name="T3" fmla="*/ 2952 h 3383"/>
                <a:gd name="T4" fmla="*/ 1362 w 2009"/>
                <a:gd name="T5" fmla="*/ 2917 h 3383"/>
                <a:gd name="T6" fmla="*/ 1189 w 2009"/>
                <a:gd name="T7" fmla="*/ 2675 h 3383"/>
                <a:gd name="T8" fmla="*/ 1077 w 2009"/>
                <a:gd name="T9" fmla="*/ 3273 h 3383"/>
                <a:gd name="T10" fmla="*/ 682 w 2009"/>
                <a:gd name="T11" fmla="*/ 110 h 3383"/>
                <a:gd name="T12" fmla="*/ 512 w 2009"/>
                <a:gd name="T13" fmla="*/ 136 h 3383"/>
                <a:gd name="T14" fmla="*/ 362 w 2009"/>
                <a:gd name="T15" fmla="*/ 208 h 3383"/>
                <a:gd name="T16" fmla="*/ 242 w 2009"/>
                <a:gd name="T17" fmla="*/ 318 h 3383"/>
                <a:gd name="T18" fmla="*/ 156 w 2009"/>
                <a:gd name="T19" fmla="*/ 459 h 3383"/>
                <a:gd name="T20" fmla="*/ 114 w 2009"/>
                <a:gd name="T21" fmla="*/ 622 h 3383"/>
                <a:gd name="T22" fmla="*/ 123 w 2009"/>
                <a:gd name="T23" fmla="*/ 794 h 3383"/>
                <a:gd name="T24" fmla="*/ 180 w 2009"/>
                <a:gd name="T25" fmla="*/ 951 h 3383"/>
                <a:gd name="T26" fmla="*/ 279 w 2009"/>
                <a:gd name="T27" fmla="*/ 1083 h 3383"/>
                <a:gd name="T28" fmla="*/ 410 w 2009"/>
                <a:gd name="T29" fmla="*/ 1181 h 3383"/>
                <a:gd name="T30" fmla="*/ 567 w 2009"/>
                <a:gd name="T31" fmla="*/ 1237 h 3383"/>
                <a:gd name="T32" fmla="*/ 1327 w 2009"/>
                <a:gd name="T33" fmla="*/ 1250 h 3383"/>
                <a:gd name="T34" fmla="*/ 1497 w 2009"/>
                <a:gd name="T35" fmla="*/ 1224 h 3383"/>
                <a:gd name="T36" fmla="*/ 1646 w 2009"/>
                <a:gd name="T37" fmla="*/ 1152 h 3383"/>
                <a:gd name="T38" fmla="*/ 1767 w 2009"/>
                <a:gd name="T39" fmla="*/ 1042 h 3383"/>
                <a:gd name="T40" fmla="*/ 1853 w 2009"/>
                <a:gd name="T41" fmla="*/ 901 h 3383"/>
                <a:gd name="T42" fmla="*/ 1895 w 2009"/>
                <a:gd name="T43" fmla="*/ 739 h 3383"/>
                <a:gd name="T44" fmla="*/ 1887 w 2009"/>
                <a:gd name="T45" fmla="*/ 566 h 3383"/>
                <a:gd name="T46" fmla="*/ 1829 w 2009"/>
                <a:gd name="T47" fmla="*/ 409 h 3383"/>
                <a:gd name="T48" fmla="*/ 1731 w 2009"/>
                <a:gd name="T49" fmla="*/ 278 h 3383"/>
                <a:gd name="T50" fmla="*/ 1599 w 2009"/>
                <a:gd name="T51" fmla="*/ 179 h 3383"/>
                <a:gd name="T52" fmla="*/ 1442 w 2009"/>
                <a:gd name="T53" fmla="*/ 123 h 3383"/>
                <a:gd name="T54" fmla="*/ 682 w 2009"/>
                <a:gd name="T55" fmla="*/ 110 h 3383"/>
                <a:gd name="T56" fmla="*/ 1393 w 2009"/>
                <a:gd name="T57" fmla="*/ 3 h 3383"/>
                <a:gd name="T58" fmla="*/ 1578 w 2009"/>
                <a:gd name="T59" fmla="*/ 48 h 3383"/>
                <a:gd name="T60" fmla="*/ 1739 w 2009"/>
                <a:gd name="T61" fmla="*/ 139 h 3383"/>
                <a:gd name="T62" fmla="*/ 1869 w 2009"/>
                <a:gd name="T63" fmla="*/ 269 h 3383"/>
                <a:gd name="T64" fmla="*/ 1961 w 2009"/>
                <a:gd name="T65" fmla="*/ 430 h 3383"/>
                <a:gd name="T66" fmla="*/ 2006 w 2009"/>
                <a:gd name="T67" fmla="*/ 615 h 3383"/>
                <a:gd name="T68" fmla="*/ 1996 w 2009"/>
                <a:gd name="T69" fmla="*/ 809 h 3383"/>
                <a:gd name="T70" fmla="*/ 1936 w 2009"/>
                <a:gd name="T71" fmla="*/ 987 h 3383"/>
                <a:gd name="T72" fmla="*/ 1830 w 2009"/>
                <a:gd name="T73" fmla="*/ 1138 h 3383"/>
                <a:gd name="T74" fmla="*/ 1689 w 2009"/>
                <a:gd name="T75" fmla="*/ 1256 h 3383"/>
                <a:gd name="T76" fmla="*/ 1518 w 2009"/>
                <a:gd name="T77" fmla="*/ 1333 h 3383"/>
                <a:gd name="T78" fmla="*/ 1327 w 2009"/>
                <a:gd name="T79" fmla="*/ 1360 h 3383"/>
                <a:gd name="T80" fmla="*/ 1415 w 2009"/>
                <a:gd name="T81" fmla="*/ 2565 h 3383"/>
                <a:gd name="T82" fmla="*/ 1460 w 2009"/>
                <a:gd name="T83" fmla="*/ 2588 h 3383"/>
                <a:gd name="T84" fmla="*/ 1471 w 2009"/>
                <a:gd name="T85" fmla="*/ 2845 h 3383"/>
                <a:gd name="T86" fmla="*/ 1709 w 2009"/>
                <a:gd name="T87" fmla="*/ 2855 h 3383"/>
                <a:gd name="T88" fmla="*/ 1732 w 2009"/>
                <a:gd name="T89" fmla="*/ 2900 h 3383"/>
                <a:gd name="T90" fmla="*/ 1721 w 2009"/>
                <a:gd name="T91" fmla="*/ 3271 h 3383"/>
                <a:gd name="T92" fmla="*/ 1676 w 2009"/>
                <a:gd name="T93" fmla="*/ 3294 h 3383"/>
                <a:gd name="T94" fmla="*/ 1186 w 2009"/>
                <a:gd name="T95" fmla="*/ 3345 h 3383"/>
                <a:gd name="T96" fmla="*/ 1151 w 2009"/>
                <a:gd name="T97" fmla="*/ 3380 h 3383"/>
                <a:gd name="T98" fmla="*/ 858 w 2009"/>
                <a:gd name="T99" fmla="*/ 3380 h 3383"/>
                <a:gd name="T100" fmla="*/ 823 w 2009"/>
                <a:gd name="T101" fmla="*/ 3345 h 3383"/>
                <a:gd name="T102" fmla="*/ 682 w 2009"/>
                <a:gd name="T103" fmla="*/ 1360 h 3383"/>
                <a:gd name="T104" fmla="*/ 491 w 2009"/>
                <a:gd name="T105" fmla="*/ 1333 h 3383"/>
                <a:gd name="T106" fmla="*/ 320 w 2009"/>
                <a:gd name="T107" fmla="*/ 1256 h 3383"/>
                <a:gd name="T108" fmla="*/ 179 w 2009"/>
                <a:gd name="T109" fmla="*/ 1138 h 3383"/>
                <a:gd name="T110" fmla="*/ 73 w 2009"/>
                <a:gd name="T111" fmla="*/ 987 h 3383"/>
                <a:gd name="T112" fmla="*/ 12 w 2009"/>
                <a:gd name="T113" fmla="*/ 809 h 3383"/>
                <a:gd name="T114" fmla="*/ 3 w 2009"/>
                <a:gd name="T115" fmla="*/ 615 h 3383"/>
                <a:gd name="T116" fmla="*/ 47 w 2009"/>
                <a:gd name="T117" fmla="*/ 430 h 3383"/>
                <a:gd name="T118" fmla="*/ 139 w 2009"/>
                <a:gd name="T119" fmla="*/ 269 h 3383"/>
                <a:gd name="T120" fmla="*/ 270 w 2009"/>
                <a:gd name="T121" fmla="*/ 139 h 3383"/>
                <a:gd name="T122" fmla="*/ 432 w 2009"/>
                <a:gd name="T123" fmla="*/ 48 h 3383"/>
                <a:gd name="T124" fmla="*/ 617 w 2009"/>
                <a:gd name="T125" fmla="*/ 3 h 3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09" h="3383">
                  <a:moveTo>
                    <a:pt x="1189" y="2675"/>
                  </a:moveTo>
                  <a:lnTo>
                    <a:pt x="1189" y="3184"/>
                  </a:lnTo>
                  <a:lnTo>
                    <a:pt x="1620" y="3184"/>
                  </a:lnTo>
                  <a:lnTo>
                    <a:pt x="1620" y="2955"/>
                  </a:lnTo>
                  <a:lnTo>
                    <a:pt x="1415" y="2955"/>
                  </a:lnTo>
                  <a:lnTo>
                    <a:pt x="1397" y="2952"/>
                  </a:lnTo>
                  <a:lnTo>
                    <a:pt x="1383" y="2945"/>
                  </a:lnTo>
                  <a:lnTo>
                    <a:pt x="1371" y="2933"/>
                  </a:lnTo>
                  <a:lnTo>
                    <a:pt x="1362" y="2917"/>
                  </a:lnTo>
                  <a:lnTo>
                    <a:pt x="1360" y="2900"/>
                  </a:lnTo>
                  <a:lnTo>
                    <a:pt x="1360" y="2675"/>
                  </a:lnTo>
                  <a:lnTo>
                    <a:pt x="1189" y="2675"/>
                  </a:lnTo>
                  <a:close/>
                  <a:moveTo>
                    <a:pt x="932" y="1360"/>
                  </a:moveTo>
                  <a:lnTo>
                    <a:pt x="932" y="3273"/>
                  </a:lnTo>
                  <a:lnTo>
                    <a:pt x="1077" y="3273"/>
                  </a:lnTo>
                  <a:lnTo>
                    <a:pt x="1077" y="1360"/>
                  </a:lnTo>
                  <a:lnTo>
                    <a:pt x="932" y="1360"/>
                  </a:lnTo>
                  <a:close/>
                  <a:moveTo>
                    <a:pt x="682" y="110"/>
                  </a:moveTo>
                  <a:lnTo>
                    <a:pt x="624" y="114"/>
                  </a:lnTo>
                  <a:lnTo>
                    <a:pt x="567" y="123"/>
                  </a:lnTo>
                  <a:lnTo>
                    <a:pt x="512" y="136"/>
                  </a:lnTo>
                  <a:lnTo>
                    <a:pt x="460" y="156"/>
                  </a:lnTo>
                  <a:lnTo>
                    <a:pt x="410" y="179"/>
                  </a:lnTo>
                  <a:lnTo>
                    <a:pt x="362" y="208"/>
                  </a:lnTo>
                  <a:lnTo>
                    <a:pt x="319" y="241"/>
                  </a:lnTo>
                  <a:lnTo>
                    <a:pt x="279" y="278"/>
                  </a:lnTo>
                  <a:lnTo>
                    <a:pt x="242" y="318"/>
                  </a:lnTo>
                  <a:lnTo>
                    <a:pt x="209" y="362"/>
                  </a:lnTo>
                  <a:lnTo>
                    <a:pt x="180" y="409"/>
                  </a:lnTo>
                  <a:lnTo>
                    <a:pt x="156" y="459"/>
                  </a:lnTo>
                  <a:lnTo>
                    <a:pt x="136" y="511"/>
                  </a:lnTo>
                  <a:lnTo>
                    <a:pt x="123" y="566"/>
                  </a:lnTo>
                  <a:lnTo>
                    <a:pt x="114" y="622"/>
                  </a:lnTo>
                  <a:lnTo>
                    <a:pt x="112" y="680"/>
                  </a:lnTo>
                  <a:lnTo>
                    <a:pt x="114" y="739"/>
                  </a:lnTo>
                  <a:lnTo>
                    <a:pt x="123" y="794"/>
                  </a:lnTo>
                  <a:lnTo>
                    <a:pt x="136" y="849"/>
                  </a:lnTo>
                  <a:lnTo>
                    <a:pt x="156" y="901"/>
                  </a:lnTo>
                  <a:lnTo>
                    <a:pt x="180" y="951"/>
                  </a:lnTo>
                  <a:lnTo>
                    <a:pt x="209" y="998"/>
                  </a:lnTo>
                  <a:lnTo>
                    <a:pt x="242" y="1042"/>
                  </a:lnTo>
                  <a:lnTo>
                    <a:pt x="279" y="1083"/>
                  </a:lnTo>
                  <a:lnTo>
                    <a:pt x="319" y="1119"/>
                  </a:lnTo>
                  <a:lnTo>
                    <a:pt x="362" y="1152"/>
                  </a:lnTo>
                  <a:lnTo>
                    <a:pt x="410" y="1181"/>
                  </a:lnTo>
                  <a:lnTo>
                    <a:pt x="460" y="1204"/>
                  </a:lnTo>
                  <a:lnTo>
                    <a:pt x="512" y="1224"/>
                  </a:lnTo>
                  <a:lnTo>
                    <a:pt x="567" y="1237"/>
                  </a:lnTo>
                  <a:lnTo>
                    <a:pt x="624" y="1247"/>
                  </a:lnTo>
                  <a:lnTo>
                    <a:pt x="682" y="1250"/>
                  </a:lnTo>
                  <a:lnTo>
                    <a:pt x="1327" y="1250"/>
                  </a:lnTo>
                  <a:lnTo>
                    <a:pt x="1386" y="1247"/>
                  </a:lnTo>
                  <a:lnTo>
                    <a:pt x="1442" y="1237"/>
                  </a:lnTo>
                  <a:lnTo>
                    <a:pt x="1497" y="1224"/>
                  </a:lnTo>
                  <a:lnTo>
                    <a:pt x="1549" y="1204"/>
                  </a:lnTo>
                  <a:lnTo>
                    <a:pt x="1599" y="1181"/>
                  </a:lnTo>
                  <a:lnTo>
                    <a:pt x="1646" y="1152"/>
                  </a:lnTo>
                  <a:lnTo>
                    <a:pt x="1690" y="1119"/>
                  </a:lnTo>
                  <a:lnTo>
                    <a:pt x="1731" y="1083"/>
                  </a:lnTo>
                  <a:lnTo>
                    <a:pt x="1767" y="1042"/>
                  </a:lnTo>
                  <a:lnTo>
                    <a:pt x="1800" y="998"/>
                  </a:lnTo>
                  <a:lnTo>
                    <a:pt x="1829" y="951"/>
                  </a:lnTo>
                  <a:lnTo>
                    <a:pt x="1853" y="901"/>
                  </a:lnTo>
                  <a:lnTo>
                    <a:pt x="1873" y="849"/>
                  </a:lnTo>
                  <a:lnTo>
                    <a:pt x="1887" y="794"/>
                  </a:lnTo>
                  <a:lnTo>
                    <a:pt x="1895" y="739"/>
                  </a:lnTo>
                  <a:lnTo>
                    <a:pt x="1898" y="680"/>
                  </a:lnTo>
                  <a:lnTo>
                    <a:pt x="1895" y="622"/>
                  </a:lnTo>
                  <a:lnTo>
                    <a:pt x="1887" y="566"/>
                  </a:lnTo>
                  <a:lnTo>
                    <a:pt x="1873" y="511"/>
                  </a:lnTo>
                  <a:lnTo>
                    <a:pt x="1853" y="459"/>
                  </a:lnTo>
                  <a:lnTo>
                    <a:pt x="1829" y="409"/>
                  </a:lnTo>
                  <a:lnTo>
                    <a:pt x="1800" y="362"/>
                  </a:lnTo>
                  <a:lnTo>
                    <a:pt x="1767" y="318"/>
                  </a:lnTo>
                  <a:lnTo>
                    <a:pt x="1731" y="278"/>
                  </a:lnTo>
                  <a:lnTo>
                    <a:pt x="1690" y="241"/>
                  </a:lnTo>
                  <a:lnTo>
                    <a:pt x="1646" y="208"/>
                  </a:lnTo>
                  <a:lnTo>
                    <a:pt x="1599" y="179"/>
                  </a:lnTo>
                  <a:lnTo>
                    <a:pt x="1549" y="156"/>
                  </a:lnTo>
                  <a:lnTo>
                    <a:pt x="1497" y="136"/>
                  </a:lnTo>
                  <a:lnTo>
                    <a:pt x="1442" y="123"/>
                  </a:lnTo>
                  <a:lnTo>
                    <a:pt x="1386" y="114"/>
                  </a:lnTo>
                  <a:lnTo>
                    <a:pt x="1327" y="110"/>
                  </a:lnTo>
                  <a:lnTo>
                    <a:pt x="682" y="110"/>
                  </a:lnTo>
                  <a:close/>
                  <a:moveTo>
                    <a:pt x="682" y="0"/>
                  </a:moveTo>
                  <a:lnTo>
                    <a:pt x="1327" y="0"/>
                  </a:lnTo>
                  <a:lnTo>
                    <a:pt x="1393" y="3"/>
                  </a:lnTo>
                  <a:lnTo>
                    <a:pt x="1456" y="13"/>
                  </a:lnTo>
                  <a:lnTo>
                    <a:pt x="1518" y="28"/>
                  </a:lnTo>
                  <a:lnTo>
                    <a:pt x="1578" y="48"/>
                  </a:lnTo>
                  <a:lnTo>
                    <a:pt x="1635" y="73"/>
                  </a:lnTo>
                  <a:lnTo>
                    <a:pt x="1689" y="104"/>
                  </a:lnTo>
                  <a:lnTo>
                    <a:pt x="1739" y="139"/>
                  </a:lnTo>
                  <a:lnTo>
                    <a:pt x="1787" y="178"/>
                  </a:lnTo>
                  <a:lnTo>
                    <a:pt x="1830" y="222"/>
                  </a:lnTo>
                  <a:lnTo>
                    <a:pt x="1869" y="269"/>
                  </a:lnTo>
                  <a:lnTo>
                    <a:pt x="1905" y="320"/>
                  </a:lnTo>
                  <a:lnTo>
                    <a:pt x="1936" y="373"/>
                  </a:lnTo>
                  <a:lnTo>
                    <a:pt x="1961" y="430"/>
                  </a:lnTo>
                  <a:lnTo>
                    <a:pt x="1982" y="489"/>
                  </a:lnTo>
                  <a:lnTo>
                    <a:pt x="1996" y="551"/>
                  </a:lnTo>
                  <a:lnTo>
                    <a:pt x="2006" y="615"/>
                  </a:lnTo>
                  <a:lnTo>
                    <a:pt x="2009" y="680"/>
                  </a:lnTo>
                  <a:lnTo>
                    <a:pt x="2006" y="746"/>
                  </a:lnTo>
                  <a:lnTo>
                    <a:pt x="1996" y="809"/>
                  </a:lnTo>
                  <a:lnTo>
                    <a:pt x="1982" y="871"/>
                  </a:lnTo>
                  <a:lnTo>
                    <a:pt x="1961" y="930"/>
                  </a:lnTo>
                  <a:lnTo>
                    <a:pt x="1936" y="987"/>
                  </a:lnTo>
                  <a:lnTo>
                    <a:pt x="1905" y="1041"/>
                  </a:lnTo>
                  <a:lnTo>
                    <a:pt x="1869" y="1091"/>
                  </a:lnTo>
                  <a:lnTo>
                    <a:pt x="1830" y="1138"/>
                  </a:lnTo>
                  <a:lnTo>
                    <a:pt x="1787" y="1182"/>
                  </a:lnTo>
                  <a:lnTo>
                    <a:pt x="1739" y="1221"/>
                  </a:lnTo>
                  <a:lnTo>
                    <a:pt x="1689" y="1256"/>
                  </a:lnTo>
                  <a:lnTo>
                    <a:pt x="1635" y="1287"/>
                  </a:lnTo>
                  <a:lnTo>
                    <a:pt x="1578" y="1312"/>
                  </a:lnTo>
                  <a:lnTo>
                    <a:pt x="1518" y="1333"/>
                  </a:lnTo>
                  <a:lnTo>
                    <a:pt x="1456" y="1347"/>
                  </a:lnTo>
                  <a:lnTo>
                    <a:pt x="1393" y="1357"/>
                  </a:lnTo>
                  <a:lnTo>
                    <a:pt x="1327" y="1360"/>
                  </a:lnTo>
                  <a:lnTo>
                    <a:pt x="1189" y="1360"/>
                  </a:lnTo>
                  <a:lnTo>
                    <a:pt x="1189" y="2565"/>
                  </a:lnTo>
                  <a:lnTo>
                    <a:pt x="1415" y="2565"/>
                  </a:lnTo>
                  <a:lnTo>
                    <a:pt x="1433" y="2568"/>
                  </a:lnTo>
                  <a:lnTo>
                    <a:pt x="1448" y="2575"/>
                  </a:lnTo>
                  <a:lnTo>
                    <a:pt x="1460" y="2588"/>
                  </a:lnTo>
                  <a:lnTo>
                    <a:pt x="1468" y="2603"/>
                  </a:lnTo>
                  <a:lnTo>
                    <a:pt x="1471" y="2621"/>
                  </a:lnTo>
                  <a:lnTo>
                    <a:pt x="1471" y="2845"/>
                  </a:lnTo>
                  <a:lnTo>
                    <a:pt x="1676" y="2845"/>
                  </a:lnTo>
                  <a:lnTo>
                    <a:pt x="1694" y="2848"/>
                  </a:lnTo>
                  <a:lnTo>
                    <a:pt x="1709" y="2855"/>
                  </a:lnTo>
                  <a:lnTo>
                    <a:pt x="1721" y="2868"/>
                  </a:lnTo>
                  <a:lnTo>
                    <a:pt x="1729" y="2882"/>
                  </a:lnTo>
                  <a:lnTo>
                    <a:pt x="1732" y="2900"/>
                  </a:lnTo>
                  <a:lnTo>
                    <a:pt x="1732" y="3240"/>
                  </a:lnTo>
                  <a:lnTo>
                    <a:pt x="1729" y="3257"/>
                  </a:lnTo>
                  <a:lnTo>
                    <a:pt x="1721" y="3271"/>
                  </a:lnTo>
                  <a:lnTo>
                    <a:pt x="1709" y="3284"/>
                  </a:lnTo>
                  <a:lnTo>
                    <a:pt x="1694" y="3291"/>
                  </a:lnTo>
                  <a:lnTo>
                    <a:pt x="1676" y="3294"/>
                  </a:lnTo>
                  <a:lnTo>
                    <a:pt x="1189" y="3294"/>
                  </a:lnTo>
                  <a:lnTo>
                    <a:pt x="1189" y="3327"/>
                  </a:lnTo>
                  <a:lnTo>
                    <a:pt x="1186" y="3345"/>
                  </a:lnTo>
                  <a:lnTo>
                    <a:pt x="1177" y="3360"/>
                  </a:lnTo>
                  <a:lnTo>
                    <a:pt x="1166" y="3372"/>
                  </a:lnTo>
                  <a:lnTo>
                    <a:pt x="1151" y="3380"/>
                  </a:lnTo>
                  <a:lnTo>
                    <a:pt x="1133" y="3383"/>
                  </a:lnTo>
                  <a:lnTo>
                    <a:pt x="876" y="3383"/>
                  </a:lnTo>
                  <a:lnTo>
                    <a:pt x="858" y="3380"/>
                  </a:lnTo>
                  <a:lnTo>
                    <a:pt x="844" y="3372"/>
                  </a:lnTo>
                  <a:lnTo>
                    <a:pt x="831" y="3360"/>
                  </a:lnTo>
                  <a:lnTo>
                    <a:pt x="823" y="3345"/>
                  </a:lnTo>
                  <a:lnTo>
                    <a:pt x="821" y="3327"/>
                  </a:lnTo>
                  <a:lnTo>
                    <a:pt x="821" y="1360"/>
                  </a:lnTo>
                  <a:lnTo>
                    <a:pt x="682" y="1360"/>
                  </a:lnTo>
                  <a:lnTo>
                    <a:pt x="617" y="1357"/>
                  </a:lnTo>
                  <a:lnTo>
                    <a:pt x="553" y="1347"/>
                  </a:lnTo>
                  <a:lnTo>
                    <a:pt x="491" y="1333"/>
                  </a:lnTo>
                  <a:lnTo>
                    <a:pt x="432" y="1312"/>
                  </a:lnTo>
                  <a:lnTo>
                    <a:pt x="374" y="1287"/>
                  </a:lnTo>
                  <a:lnTo>
                    <a:pt x="320" y="1256"/>
                  </a:lnTo>
                  <a:lnTo>
                    <a:pt x="270" y="1221"/>
                  </a:lnTo>
                  <a:lnTo>
                    <a:pt x="222" y="1182"/>
                  </a:lnTo>
                  <a:lnTo>
                    <a:pt x="179" y="1138"/>
                  </a:lnTo>
                  <a:lnTo>
                    <a:pt x="139" y="1091"/>
                  </a:lnTo>
                  <a:lnTo>
                    <a:pt x="104" y="1041"/>
                  </a:lnTo>
                  <a:lnTo>
                    <a:pt x="73" y="987"/>
                  </a:lnTo>
                  <a:lnTo>
                    <a:pt x="47" y="930"/>
                  </a:lnTo>
                  <a:lnTo>
                    <a:pt x="28" y="871"/>
                  </a:lnTo>
                  <a:lnTo>
                    <a:pt x="12" y="809"/>
                  </a:lnTo>
                  <a:lnTo>
                    <a:pt x="3" y="746"/>
                  </a:lnTo>
                  <a:lnTo>
                    <a:pt x="0" y="680"/>
                  </a:lnTo>
                  <a:lnTo>
                    <a:pt x="3" y="615"/>
                  </a:lnTo>
                  <a:lnTo>
                    <a:pt x="12" y="551"/>
                  </a:lnTo>
                  <a:lnTo>
                    <a:pt x="28" y="489"/>
                  </a:lnTo>
                  <a:lnTo>
                    <a:pt x="47" y="430"/>
                  </a:lnTo>
                  <a:lnTo>
                    <a:pt x="73" y="373"/>
                  </a:lnTo>
                  <a:lnTo>
                    <a:pt x="104" y="320"/>
                  </a:lnTo>
                  <a:lnTo>
                    <a:pt x="139" y="269"/>
                  </a:lnTo>
                  <a:lnTo>
                    <a:pt x="179" y="222"/>
                  </a:lnTo>
                  <a:lnTo>
                    <a:pt x="222" y="178"/>
                  </a:lnTo>
                  <a:lnTo>
                    <a:pt x="270" y="139"/>
                  </a:lnTo>
                  <a:lnTo>
                    <a:pt x="320" y="104"/>
                  </a:lnTo>
                  <a:lnTo>
                    <a:pt x="374" y="73"/>
                  </a:lnTo>
                  <a:lnTo>
                    <a:pt x="432" y="48"/>
                  </a:lnTo>
                  <a:lnTo>
                    <a:pt x="491" y="28"/>
                  </a:lnTo>
                  <a:lnTo>
                    <a:pt x="553" y="13"/>
                  </a:lnTo>
                  <a:lnTo>
                    <a:pt x="617" y="3"/>
                  </a:lnTo>
                  <a:lnTo>
                    <a:pt x="6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8" name="Freeform 581">
              <a:extLst>
                <a:ext uri="{FF2B5EF4-FFF2-40B4-BE49-F238E27FC236}">
                  <a16:creationId xmlns:a16="http://schemas.microsoft.com/office/drawing/2014/main" id="{D610F5AB-F2FD-4C60-9B8C-9F1AF0C659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7550" y="5243513"/>
              <a:ext cx="196850" cy="103187"/>
            </a:xfrm>
            <a:custGeom>
              <a:avLst/>
              <a:gdLst>
                <a:gd name="T0" fmla="*/ 318 w 1364"/>
                <a:gd name="T1" fmla="*/ 113 h 715"/>
                <a:gd name="T2" fmla="*/ 245 w 1364"/>
                <a:gd name="T3" fmla="*/ 138 h 715"/>
                <a:gd name="T4" fmla="*/ 183 w 1364"/>
                <a:gd name="T5" fmla="*/ 182 h 715"/>
                <a:gd name="T6" fmla="*/ 139 w 1364"/>
                <a:gd name="T7" fmla="*/ 244 h 715"/>
                <a:gd name="T8" fmla="*/ 114 w 1364"/>
                <a:gd name="T9" fmla="*/ 317 h 715"/>
                <a:gd name="T10" fmla="*/ 114 w 1364"/>
                <a:gd name="T11" fmla="*/ 397 h 715"/>
                <a:gd name="T12" fmla="*/ 139 w 1364"/>
                <a:gd name="T13" fmla="*/ 470 h 715"/>
                <a:gd name="T14" fmla="*/ 183 w 1364"/>
                <a:gd name="T15" fmla="*/ 532 h 715"/>
                <a:gd name="T16" fmla="*/ 245 w 1364"/>
                <a:gd name="T17" fmla="*/ 576 h 715"/>
                <a:gd name="T18" fmla="*/ 318 w 1364"/>
                <a:gd name="T19" fmla="*/ 601 h 715"/>
                <a:gd name="T20" fmla="*/ 1004 w 1364"/>
                <a:gd name="T21" fmla="*/ 604 h 715"/>
                <a:gd name="T22" fmla="*/ 1083 w 1364"/>
                <a:gd name="T23" fmla="*/ 592 h 715"/>
                <a:gd name="T24" fmla="*/ 1151 w 1364"/>
                <a:gd name="T25" fmla="*/ 557 h 715"/>
                <a:gd name="T26" fmla="*/ 1205 w 1364"/>
                <a:gd name="T27" fmla="*/ 503 h 715"/>
                <a:gd name="T28" fmla="*/ 1240 w 1364"/>
                <a:gd name="T29" fmla="*/ 435 h 715"/>
                <a:gd name="T30" fmla="*/ 1252 w 1364"/>
                <a:gd name="T31" fmla="*/ 357 h 715"/>
                <a:gd name="T32" fmla="*/ 1240 w 1364"/>
                <a:gd name="T33" fmla="*/ 279 h 715"/>
                <a:gd name="T34" fmla="*/ 1205 w 1364"/>
                <a:gd name="T35" fmla="*/ 211 h 715"/>
                <a:gd name="T36" fmla="*/ 1151 w 1364"/>
                <a:gd name="T37" fmla="*/ 157 h 715"/>
                <a:gd name="T38" fmla="*/ 1083 w 1364"/>
                <a:gd name="T39" fmla="*/ 122 h 715"/>
                <a:gd name="T40" fmla="*/ 1004 w 1364"/>
                <a:gd name="T41" fmla="*/ 110 h 715"/>
                <a:gd name="T42" fmla="*/ 359 w 1364"/>
                <a:gd name="T43" fmla="*/ 0 h 715"/>
                <a:gd name="T44" fmla="*/ 1053 w 1364"/>
                <a:gd name="T45" fmla="*/ 3 h 715"/>
                <a:gd name="T46" fmla="*/ 1144 w 1364"/>
                <a:gd name="T47" fmla="*/ 27 h 715"/>
                <a:gd name="T48" fmla="*/ 1223 w 1364"/>
                <a:gd name="T49" fmla="*/ 74 h 715"/>
                <a:gd name="T50" fmla="*/ 1288 w 1364"/>
                <a:gd name="T51" fmla="*/ 139 h 715"/>
                <a:gd name="T52" fmla="*/ 1335 w 1364"/>
                <a:gd name="T53" fmla="*/ 218 h 715"/>
                <a:gd name="T54" fmla="*/ 1359 w 1364"/>
                <a:gd name="T55" fmla="*/ 309 h 715"/>
                <a:gd name="T56" fmla="*/ 1359 w 1364"/>
                <a:gd name="T57" fmla="*/ 405 h 715"/>
                <a:gd name="T58" fmla="*/ 1335 w 1364"/>
                <a:gd name="T59" fmla="*/ 496 h 715"/>
                <a:gd name="T60" fmla="*/ 1288 w 1364"/>
                <a:gd name="T61" fmla="*/ 575 h 715"/>
                <a:gd name="T62" fmla="*/ 1223 w 1364"/>
                <a:gd name="T63" fmla="*/ 640 h 715"/>
                <a:gd name="T64" fmla="*/ 1144 w 1364"/>
                <a:gd name="T65" fmla="*/ 687 h 715"/>
                <a:gd name="T66" fmla="*/ 1053 w 1364"/>
                <a:gd name="T67" fmla="*/ 711 h 715"/>
                <a:gd name="T68" fmla="*/ 359 w 1364"/>
                <a:gd name="T69" fmla="*/ 715 h 715"/>
                <a:gd name="T70" fmla="*/ 264 w 1364"/>
                <a:gd name="T71" fmla="*/ 702 h 715"/>
                <a:gd name="T72" fmla="*/ 178 w 1364"/>
                <a:gd name="T73" fmla="*/ 666 h 715"/>
                <a:gd name="T74" fmla="*/ 106 w 1364"/>
                <a:gd name="T75" fmla="*/ 610 h 715"/>
                <a:gd name="T76" fmla="*/ 49 w 1364"/>
                <a:gd name="T77" fmla="*/ 537 h 715"/>
                <a:gd name="T78" fmla="*/ 13 w 1364"/>
                <a:gd name="T79" fmla="*/ 452 h 715"/>
                <a:gd name="T80" fmla="*/ 0 w 1364"/>
                <a:gd name="T81" fmla="*/ 357 h 715"/>
                <a:gd name="T82" fmla="*/ 13 w 1364"/>
                <a:gd name="T83" fmla="*/ 262 h 715"/>
                <a:gd name="T84" fmla="*/ 49 w 1364"/>
                <a:gd name="T85" fmla="*/ 177 h 715"/>
                <a:gd name="T86" fmla="*/ 106 w 1364"/>
                <a:gd name="T87" fmla="*/ 105 h 715"/>
                <a:gd name="T88" fmla="*/ 178 w 1364"/>
                <a:gd name="T89" fmla="*/ 48 h 715"/>
                <a:gd name="T90" fmla="*/ 264 w 1364"/>
                <a:gd name="T91" fmla="*/ 12 h 715"/>
                <a:gd name="T92" fmla="*/ 359 w 1364"/>
                <a:gd name="T93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64" h="715">
                  <a:moveTo>
                    <a:pt x="359" y="110"/>
                  </a:moveTo>
                  <a:lnTo>
                    <a:pt x="318" y="113"/>
                  </a:lnTo>
                  <a:lnTo>
                    <a:pt x="280" y="122"/>
                  </a:lnTo>
                  <a:lnTo>
                    <a:pt x="245" y="138"/>
                  </a:lnTo>
                  <a:lnTo>
                    <a:pt x="212" y="157"/>
                  </a:lnTo>
                  <a:lnTo>
                    <a:pt x="183" y="182"/>
                  </a:lnTo>
                  <a:lnTo>
                    <a:pt x="158" y="211"/>
                  </a:lnTo>
                  <a:lnTo>
                    <a:pt x="139" y="244"/>
                  </a:lnTo>
                  <a:lnTo>
                    <a:pt x="123" y="279"/>
                  </a:lnTo>
                  <a:lnTo>
                    <a:pt x="114" y="317"/>
                  </a:lnTo>
                  <a:lnTo>
                    <a:pt x="111" y="357"/>
                  </a:lnTo>
                  <a:lnTo>
                    <a:pt x="114" y="397"/>
                  </a:lnTo>
                  <a:lnTo>
                    <a:pt x="123" y="435"/>
                  </a:lnTo>
                  <a:lnTo>
                    <a:pt x="139" y="470"/>
                  </a:lnTo>
                  <a:lnTo>
                    <a:pt x="158" y="503"/>
                  </a:lnTo>
                  <a:lnTo>
                    <a:pt x="183" y="532"/>
                  </a:lnTo>
                  <a:lnTo>
                    <a:pt x="212" y="557"/>
                  </a:lnTo>
                  <a:lnTo>
                    <a:pt x="245" y="576"/>
                  </a:lnTo>
                  <a:lnTo>
                    <a:pt x="280" y="592"/>
                  </a:lnTo>
                  <a:lnTo>
                    <a:pt x="318" y="601"/>
                  </a:lnTo>
                  <a:lnTo>
                    <a:pt x="359" y="604"/>
                  </a:lnTo>
                  <a:lnTo>
                    <a:pt x="1004" y="604"/>
                  </a:lnTo>
                  <a:lnTo>
                    <a:pt x="1044" y="601"/>
                  </a:lnTo>
                  <a:lnTo>
                    <a:pt x="1083" y="592"/>
                  </a:lnTo>
                  <a:lnTo>
                    <a:pt x="1118" y="576"/>
                  </a:lnTo>
                  <a:lnTo>
                    <a:pt x="1151" y="557"/>
                  </a:lnTo>
                  <a:lnTo>
                    <a:pt x="1180" y="532"/>
                  </a:lnTo>
                  <a:lnTo>
                    <a:pt x="1205" y="503"/>
                  </a:lnTo>
                  <a:lnTo>
                    <a:pt x="1224" y="470"/>
                  </a:lnTo>
                  <a:lnTo>
                    <a:pt x="1240" y="435"/>
                  </a:lnTo>
                  <a:lnTo>
                    <a:pt x="1249" y="397"/>
                  </a:lnTo>
                  <a:lnTo>
                    <a:pt x="1252" y="357"/>
                  </a:lnTo>
                  <a:lnTo>
                    <a:pt x="1249" y="317"/>
                  </a:lnTo>
                  <a:lnTo>
                    <a:pt x="1240" y="279"/>
                  </a:lnTo>
                  <a:lnTo>
                    <a:pt x="1224" y="244"/>
                  </a:lnTo>
                  <a:lnTo>
                    <a:pt x="1205" y="211"/>
                  </a:lnTo>
                  <a:lnTo>
                    <a:pt x="1180" y="182"/>
                  </a:lnTo>
                  <a:lnTo>
                    <a:pt x="1151" y="157"/>
                  </a:lnTo>
                  <a:lnTo>
                    <a:pt x="1118" y="138"/>
                  </a:lnTo>
                  <a:lnTo>
                    <a:pt x="1083" y="122"/>
                  </a:lnTo>
                  <a:lnTo>
                    <a:pt x="1044" y="113"/>
                  </a:lnTo>
                  <a:lnTo>
                    <a:pt x="1004" y="110"/>
                  </a:lnTo>
                  <a:lnTo>
                    <a:pt x="359" y="110"/>
                  </a:lnTo>
                  <a:close/>
                  <a:moveTo>
                    <a:pt x="359" y="0"/>
                  </a:moveTo>
                  <a:lnTo>
                    <a:pt x="1004" y="0"/>
                  </a:lnTo>
                  <a:lnTo>
                    <a:pt x="1053" y="3"/>
                  </a:lnTo>
                  <a:lnTo>
                    <a:pt x="1099" y="12"/>
                  </a:lnTo>
                  <a:lnTo>
                    <a:pt x="1144" y="27"/>
                  </a:lnTo>
                  <a:lnTo>
                    <a:pt x="1185" y="48"/>
                  </a:lnTo>
                  <a:lnTo>
                    <a:pt x="1223" y="74"/>
                  </a:lnTo>
                  <a:lnTo>
                    <a:pt x="1258" y="105"/>
                  </a:lnTo>
                  <a:lnTo>
                    <a:pt x="1288" y="139"/>
                  </a:lnTo>
                  <a:lnTo>
                    <a:pt x="1314" y="177"/>
                  </a:lnTo>
                  <a:lnTo>
                    <a:pt x="1335" y="218"/>
                  </a:lnTo>
                  <a:lnTo>
                    <a:pt x="1350" y="262"/>
                  </a:lnTo>
                  <a:lnTo>
                    <a:pt x="1359" y="309"/>
                  </a:lnTo>
                  <a:lnTo>
                    <a:pt x="1364" y="357"/>
                  </a:lnTo>
                  <a:lnTo>
                    <a:pt x="1359" y="405"/>
                  </a:lnTo>
                  <a:lnTo>
                    <a:pt x="1350" y="452"/>
                  </a:lnTo>
                  <a:lnTo>
                    <a:pt x="1335" y="496"/>
                  </a:lnTo>
                  <a:lnTo>
                    <a:pt x="1314" y="537"/>
                  </a:lnTo>
                  <a:lnTo>
                    <a:pt x="1288" y="575"/>
                  </a:lnTo>
                  <a:lnTo>
                    <a:pt x="1258" y="610"/>
                  </a:lnTo>
                  <a:lnTo>
                    <a:pt x="1223" y="640"/>
                  </a:lnTo>
                  <a:lnTo>
                    <a:pt x="1185" y="666"/>
                  </a:lnTo>
                  <a:lnTo>
                    <a:pt x="1144" y="687"/>
                  </a:lnTo>
                  <a:lnTo>
                    <a:pt x="1099" y="702"/>
                  </a:lnTo>
                  <a:lnTo>
                    <a:pt x="1053" y="711"/>
                  </a:lnTo>
                  <a:lnTo>
                    <a:pt x="1004" y="715"/>
                  </a:lnTo>
                  <a:lnTo>
                    <a:pt x="359" y="715"/>
                  </a:lnTo>
                  <a:lnTo>
                    <a:pt x="310" y="711"/>
                  </a:lnTo>
                  <a:lnTo>
                    <a:pt x="264" y="702"/>
                  </a:lnTo>
                  <a:lnTo>
                    <a:pt x="219" y="687"/>
                  </a:lnTo>
                  <a:lnTo>
                    <a:pt x="178" y="666"/>
                  </a:lnTo>
                  <a:lnTo>
                    <a:pt x="140" y="640"/>
                  </a:lnTo>
                  <a:lnTo>
                    <a:pt x="106" y="610"/>
                  </a:lnTo>
                  <a:lnTo>
                    <a:pt x="75" y="575"/>
                  </a:lnTo>
                  <a:lnTo>
                    <a:pt x="49" y="537"/>
                  </a:lnTo>
                  <a:lnTo>
                    <a:pt x="28" y="496"/>
                  </a:lnTo>
                  <a:lnTo>
                    <a:pt x="13" y="452"/>
                  </a:lnTo>
                  <a:lnTo>
                    <a:pt x="3" y="405"/>
                  </a:lnTo>
                  <a:lnTo>
                    <a:pt x="0" y="357"/>
                  </a:lnTo>
                  <a:lnTo>
                    <a:pt x="3" y="309"/>
                  </a:lnTo>
                  <a:lnTo>
                    <a:pt x="13" y="262"/>
                  </a:lnTo>
                  <a:lnTo>
                    <a:pt x="28" y="218"/>
                  </a:lnTo>
                  <a:lnTo>
                    <a:pt x="49" y="177"/>
                  </a:lnTo>
                  <a:lnTo>
                    <a:pt x="75" y="139"/>
                  </a:lnTo>
                  <a:lnTo>
                    <a:pt x="106" y="105"/>
                  </a:lnTo>
                  <a:lnTo>
                    <a:pt x="140" y="74"/>
                  </a:lnTo>
                  <a:lnTo>
                    <a:pt x="178" y="48"/>
                  </a:lnTo>
                  <a:lnTo>
                    <a:pt x="219" y="27"/>
                  </a:lnTo>
                  <a:lnTo>
                    <a:pt x="264" y="12"/>
                  </a:lnTo>
                  <a:lnTo>
                    <a:pt x="310" y="3"/>
                  </a:lnTo>
                  <a:lnTo>
                    <a:pt x="3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5966E7E-CBEC-438B-87DE-3A3D190B3E1A}"/>
              </a:ext>
            </a:extLst>
          </p:cNvPr>
          <p:cNvGrpSpPr/>
          <p:nvPr/>
        </p:nvGrpSpPr>
        <p:grpSpPr>
          <a:xfrm flipH="1">
            <a:off x="1207917" y="3758830"/>
            <a:ext cx="207976" cy="324487"/>
            <a:chOff x="2643188" y="5181600"/>
            <a:chExt cx="303212" cy="4730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30" name="Freeform 586">
              <a:extLst>
                <a:ext uri="{FF2B5EF4-FFF2-40B4-BE49-F238E27FC236}">
                  <a16:creationId xmlns:a16="http://schemas.microsoft.com/office/drawing/2014/main" id="{A4E10014-3DD1-4AC8-8794-6FC77C3BC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3188" y="5181600"/>
              <a:ext cx="303212" cy="473075"/>
            </a:xfrm>
            <a:custGeom>
              <a:avLst/>
              <a:gdLst>
                <a:gd name="T0" fmla="*/ 120 w 2293"/>
                <a:gd name="T1" fmla="*/ 3271 h 3572"/>
                <a:gd name="T2" fmla="*/ 132 w 2293"/>
                <a:gd name="T3" fmla="*/ 3333 h 3572"/>
                <a:gd name="T4" fmla="*/ 164 w 2293"/>
                <a:gd name="T5" fmla="*/ 3386 h 3572"/>
                <a:gd name="T6" fmla="*/ 210 w 2293"/>
                <a:gd name="T7" fmla="*/ 3426 h 3572"/>
                <a:gd name="T8" fmla="*/ 269 w 2293"/>
                <a:gd name="T9" fmla="*/ 3448 h 3572"/>
                <a:gd name="T10" fmla="*/ 1993 w 2293"/>
                <a:gd name="T11" fmla="*/ 3450 h 3572"/>
                <a:gd name="T12" fmla="*/ 2054 w 2293"/>
                <a:gd name="T13" fmla="*/ 3439 h 3572"/>
                <a:gd name="T14" fmla="*/ 2108 w 2293"/>
                <a:gd name="T15" fmla="*/ 3408 h 3572"/>
                <a:gd name="T16" fmla="*/ 2148 w 2293"/>
                <a:gd name="T17" fmla="*/ 3361 h 3572"/>
                <a:gd name="T18" fmla="*/ 2169 w 2293"/>
                <a:gd name="T19" fmla="*/ 3302 h 3572"/>
                <a:gd name="T20" fmla="*/ 2173 w 2293"/>
                <a:gd name="T21" fmla="*/ 3023 h 3572"/>
                <a:gd name="T22" fmla="*/ 120 w 2293"/>
                <a:gd name="T23" fmla="*/ 669 h 3572"/>
                <a:gd name="T24" fmla="*/ 2173 w 2293"/>
                <a:gd name="T25" fmla="*/ 2902 h 3572"/>
                <a:gd name="T26" fmla="*/ 120 w 2293"/>
                <a:gd name="T27" fmla="*/ 669 h 3572"/>
                <a:gd name="T28" fmla="*/ 269 w 2293"/>
                <a:gd name="T29" fmla="*/ 123 h 3572"/>
                <a:gd name="T30" fmla="*/ 210 w 2293"/>
                <a:gd name="T31" fmla="*/ 145 h 3572"/>
                <a:gd name="T32" fmla="*/ 164 w 2293"/>
                <a:gd name="T33" fmla="*/ 185 h 3572"/>
                <a:gd name="T34" fmla="*/ 132 w 2293"/>
                <a:gd name="T35" fmla="*/ 239 h 3572"/>
                <a:gd name="T36" fmla="*/ 120 w 2293"/>
                <a:gd name="T37" fmla="*/ 302 h 3572"/>
                <a:gd name="T38" fmla="*/ 2173 w 2293"/>
                <a:gd name="T39" fmla="*/ 548 h 3572"/>
                <a:gd name="T40" fmla="*/ 2169 w 2293"/>
                <a:gd name="T41" fmla="*/ 269 h 3572"/>
                <a:gd name="T42" fmla="*/ 2148 w 2293"/>
                <a:gd name="T43" fmla="*/ 210 h 3572"/>
                <a:gd name="T44" fmla="*/ 2108 w 2293"/>
                <a:gd name="T45" fmla="*/ 164 h 3572"/>
                <a:gd name="T46" fmla="*/ 2054 w 2293"/>
                <a:gd name="T47" fmla="*/ 132 h 3572"/>
                <a:gd name="T48" fmla="*/ 1993 w 2293"/>
                <a:gd name="T49" fmla="*/ 121 h 3572"/>
                <a:gd name="T50" fmla="*/ 300 w 2293"/>
                <a:gd name="T51" fmla="*/ 0 h 3572"/>
                <a:gd name="T52" fmla="*/ 2037 w 2293"/>
                <a:gd name="T53" fmla="*/ 4 h 3572"/>
                <a:gd name="T54" fmla="*/ 2118 w 2293"/>
                <a:gd name="T55" fmla="*/ 28 h 3572"/>
                <a:gd name="T56" fmla="*/ 2189 w 2293"/>
                <a:gd name="T57" fmla="*/ 74 h 3572"/>
                <a:gd name="T58" fmla="*/ 2244 w 2293"/>
                <a:gd name="T59" fmla="*/ 137 h 3572"/>
                <a:gd name="T60" fmla="*/ 2280 w 2293"/>
                <a:gd name="T61" fmla="*/ 215 h 3572"/>
                <a:gd name="T62" fmla="*/ 2293 w 2293"/>
                <a:gd name="T63" fmla="*/ 302 h 3572"/>
                <a:gd name="T64" fmla="*/ 2290 w 2293"/>
                <a:gd name="T65" fmla="*/ 3316 h 3572"/>
                <a:gd name="T66" fmla="*/ 2265 w 2293"/>
                <a:gd name="T67" fmla="*/ 3397 h 3572"/>
                <a:gd name="T68" fmla="*/ 2219 w 2293"/>
                <a:gd name="T69" fmla="*/ 3468 h 3572"/>
                <a:gd name="T70" fmla="*/ 2155 w 2293"/>
                <a:gd name="T71" fmla="*/ 3523 h 3572"/>
                <a:gd name="T72" fmla="*/ 2079 w 2293"/>
                <a:gd name="T73" fmla="*/ 3559 h 3572"/>
                <a:gd name="T74" fmla="*/ 1993 w 2293"/>
                <a:gd name="T75" fmla="*/ 3572 h 3572"/>
                <a:gd name="T76" fmla="*/ 256 w 2293"/>
                <a:gd name="T77" fmla="*/ 3569 h 3572"/>
                <a:gd name="T78" fmla="*/ 175 w 2293"/>
                <a:gd name="T79" fmla="*/ 3544 h 3572"/>
                <a:gd name="T80" fmla="*/ 104 w 2293"/>
                <a:gd name="T81" fmla="*/ 3498 h 3572"/>
                <a:gd name="T82" fmla="*/ 49 w 2293"/>
                <a:gd name="T83" fmla="*/ 3434 h 3572"/>
                <a:gd name="T84" fmla="*/ 13 w 2293"/>
                <a:gd name="T85" fmla="*/ 3358 h 3572"/>
                <a:gd name="T86" fmla="*/ 0 w 2293"/>
                <a:gd name="T87" fmla="*/ 3271 h 3572"/>
                <a:gd name="T88" fmla="*/ 3 w 2293"/>
                <a:gd name="T89" fmla="*/ 257 h 3572"/>
                <a:gd name="T90" fmla="*/ 28 w 2293"/>
                <a:gd name="T91" fmla="*/ 174 h 3572"/>
                <a:gd name="T92" fmla="*/ 74 w 2293"/>
                <a:gd name="T93" fmla="*/ 104 h 3572"/>
                <a:gd name="T94" fmla="*/ 138 w 2293"/>
                <a:gd name="T95" fmla="*/ 48 h 3572"/>
                <a:gd name="T96" fmla="*/ 214 w 2293"/>
                <a:gd name="T97" fmla="*/ 12 h 3572"/>
                <a:gd name="T98" fmla="*/ 300 w 2293"/>
                <a:gd name="T9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93" h="3572">
                  <a:moveTo>
                    <a:pt x="120" y="3023"/>
                  </a:moveTo>
                  <a:lnTo>
                    <a:pt x="120" y="3271"/>
                  </a:lnTo>
                  <a:lnTo>
                    <a:pt x="124" y="3302"/>
                  </a:lnTo>
                  <a:lnTo>
                    <a:pt x="132" y="3333"/>
                  </a:lnTo>
                  <a:lnTo>
                    <a:pt x="145" y="3361"/>
                  </a:lnTo>
                  <a:lnTo>
                    <a:pt x="164" y="3386"/>
                  </a:lnTo>
                  <a:lnTo>
                    <a:pt x="185" y="3408"/>
                  </a:lnTo>
                  <a:lnTo>
                    <a:pt x="210" y="3426"/>
                  </a:lnTo>
                  <a:lnTo>
                    <a:pt x="239" y="3439"/>
                  </a:lnTo>
                  <a:lnTo>
                    <a:pt x="269" y="3448"/>
                  </a:lnTo>
                  <a:lnTo>
                    <a:pt x="300" y="3450"/>
                  </a:lnTo>
                  <a:lnTo>
                    <a:pt x="1993" y="3450"/>
                  </a:lnTo>
                  <a:lnTo>
                    <a:pt x="2024" y="3448"/>
                  </a:lnTo>
                  <a:lnTo>
                    <a:pt x="2054" y="3439"/>
                  </a:lnTo>
                  <a:lnTo>
                    <a:pt x="2083" y="3426"/>
                  </a:lnTo>
                  <a:lnTo>
                    <a:pt x="2108" y="3408"/>
                  </a:lnTo>
                  <a:lnTo>
                    <a:pt x="2129" y="3386"/>
                  </a:lnTo>
                  <a:lnTo>
                    <a:pt x="2148" y="3361"/>
                  </a:lnTo>
                  <a:lnTo>
                    <a:pt x="2161" y="3333"/>
                  </a:lnTo>
                  <a:lnTo>
                    <a:pt x="2169" y="3302"/>
                  </a:lnTo>
                  <a:lnTo>
                    <a:pt x="2173" y="3271"/>
                  </a:lnTo>
                  <a:lnTo>
                    <a:pt x="2173" y="3023"/>
                  </a:lnTo>
                  <a:lnTo>
                    <a:pt x="120" y="3023"/>
                  </a:lnTo>
                  <a:close/>
                  <a:moveTo>
                    <a:pt x="120" y="669"/>
                  </a:moveTo>
                  <a:lnTo>
                    <a:pt x="120" y="2902"/>
                  </a:lnTo>
                  <a:lnTo>
                    <a:pt x="2173" y="2902"/>
                  </a:lnTo>
                  <a:lnTo>
                    <a:pt x="2173" y="669"/>
                  </a:lnTo>
                  <a:lnTo>
                    <a:pt x="120" y="669"/>
                  </a:lnTo>
                  <a:close/>
                  <a:moveTo>
                    <a:pt x="300" y="121"/>
                  </a:moveTo>
                  <a:lnTo>
                    <a:pt x="269" y="123"/>
                  </a:lnTo>
                  <a:lnTo>
                    <a:pt x="239" y="132"/>
                  </a:lnTo>
                  <a:lnTo>
                    <a:pt x="210" y="145"/>
                  </a:lnTo>
                  <a:lnTo>
                    <a:pt x="185" y="164"/>
                  </a:lnTo>
                  <a:lnTo>
                    <a:pt x="164" y="185"/>
                  </a:lnTo>
                  <a:lnTo>
                    <a:pt x="145" y="210"/>
                  </a:lnTo>
                  <a:lnTo>
                    <a:pt x="132" y="239"/>
                  </a:lnTo>
                  <a:lnTo>
                    <a:pt x="124" y="269"/>
                  </a:lnTo>
                  <a:lnTo>
                    <a:pt x="120" y="302"/>
                  </a:lnTo>
                  <a:lnTo>
                    <a:pt x="120" y="548"/>
                  </a:lnTo>
                  <a:lnTo>
                    <a:pt x="2173" y="548"/>
                  </a:lnTo>
                  <a:lnTo>
                    <a:pt x="2173" y="302"/>
                  </a:lnTo>
                  <a:lnTo>
                    <a:pt x="2169" y="269"/>
                  </a:lnTo>
                  <a:lnTo>
                    <a:pt x="2161" y="239"/>
                  </a:lnTo>
                  <a:lnTo>
                    <a:pt x="2148" y="210"/>
                  </a:lnTo>
                  <a:lnTo>
                    <a:pt x="2129" y="185"/>
                  </a:lnTo>
                  <a:lnTo>
                    <a:pt x="2108" y="164"/>
                  </a:lnTo>
                  <a:lnTo>
                    <a:pt x="2083" y="145"/>
                  </a:lnTo>
                  <a:lnTo>
                    <a:pt x="2054" y="132"/>
                  </a:lnTo>
                  <a:lnTo>
                    <a:pt x="2024" y="123"/>
                  </a:lnTo>
                  <a:lnTo>
                    <a:pt x="1993" y="121"/>
                  </a:lnTo>
                  <a:lnTo>
                    <a:pt x="300" y="121"/>
                  </a:lnTo>
                  <a:close/>
                  <a:moveTo>
                    <a:pt x="300" y="0"/>
                  </a:moveTo>
                  <a:lnTo>
                    <a:pt x="1993" y="0"/>
                  </a:lnTo>
                  <a:lnTo>
                    <a:pt x="2037" y="4"/>
                  </a:lnTo>
                  <a:lnTo>
                    <a:pt x="2079" y="12"/>
                  </a:lnTo>
                  <a:lnTo>
                    <a:pt x="2118" y="28"/>
                  </a:lnTo>
                  <a:lnTo>
                    <a:pt x="2155" y="48"/>
                  </a:lnTo>
                  <a:lnTo>
                    <a:pt x="2189" y="74"/>
                  </a:lnTo>
                  <a:lnTo>
                    <a:pt x="2219" y="104"/>
                  </a:lnTo>
                  <a:lnTo>
                    <a:pt x="2244" y="137"/>
                  </a:lnTo>
                  <a:lnTo>
                    <a:pt x="2265" y="174"/>
                  </a:lnTo>
                  <a:lnTo>
                    <a:pt x="2280" y="215"/>
                  </a:lnTo>
                  <a:lnTo>
                    <a:pt x="2290" y="257"/>
                  </a:lnTo>
                  <a:lnTo>
                    <a:pt x="2293" y="302"/>
                  </a:lnTo>
                  <a:lnTo>
                    <a:pt x="2293" y="3271"/>
                  </a:lnTo>
                  <a:lnTo>
                    <a:pt x="2290" y="3316"/>
                  </a:lnTo>
                  <a:lnTo>
                    <a:pt x="2280" y="3358"/>
                  </a:lnTo>
                  <a:lnTo>
                    <a:pt x="2265" y="3397"/>
                  </a:lnTo>
                  <a:lnTo>
                    <a:pt x="2244" y="3434"/>
                  </a:lnTo>
                  <a:lnTo>
                    <a:pt x="2219" y="3468"/>
                  </a:lnTo>
                  <a:lnTo>
                    <a:pt x="2189" y="3498"/>
                  </a:lnTo>
                  <a:lnTo>
                    <a:pt x="2155" y="3523"/>
                  </a:lnTo>
                  <a:lnTo>
                    <a:pt x="2118" y="3544"/>
                  </a:lnTo>
                  <a:lnTo>
                    <a:pt x="2079" y="3559"/>
                  </a:lnTo>
                  <a:lnTo>
                    <a:pt x="2037" y="3569"/>
                  </a:lnTo>
                  <a:lnTo>
                    <a:pt x="1993" y="3572"/>
                  </a:lnTo>
                  <a:lnTo>
                    <a:pt x="300" y="3572"/>
                  </a:lnTo>
                  <a:lnTo>
                    <a:pt x="256" y="3569"/>
                  </a:lnTo>
                  <a:lnTo>
                    <a:pt x="214" y="3559"/>
                  </a:lnTo>
                  <a:lnTo>
                    <a:pt x="175" y="3544"/>
                  </a:lnTo>
                  <a:lnTo>
                    <a:pt x="138" y="3523"/>
                  </a:lnTo>
                  <a:lnTo>
                    <a:pt x="104" y="3498"/>
                  </a:lnTo>
                  <a:lnTo>
                    <a:pt x="74" y="3468"/>
                  </a:lnTo>
                  <a:lnTo>
                    <a:pt x="49" y="3434"/>
                  </a:lnTo>
                  <a:lnTo>
                    <a:pt x="28" y="3397"/>
                  </a:lnTo>
                  <a:lnTo>
                    <a:pt x="13" y="3358"/>
                  </a:lnTo>
                  <a:lnTo>
                    <a:pt x="3" y="3316"/>
                  </a:lnTo>
                  <a:lnTo>
                    <a:pt x="0" y="3271"/>
                  </a:lnTo>
                  <a:lnTo>
                    <a:pt x="0" y="302"/>
                  </a:lnTo>
                  <a:lnTo>
                    <a:pt x="3" y="257"/>
                  </a:lnTo>
                  <a:lnTo>
                    <a:pt x="13" y="215"/>
                  </a:lnTo>
                  <a:lnTo>
                    <a:pt x="28" y="174"/>
                  </a:lnTo>
                  <a:lnTo>
                    <a:pt x="49" y="137"/>
                  </a:lnTo>
                  <a:lnTo>
                    <a:pt x="74" y="104"/>
                  </a:lnTo>
                  <a:lnTo>
                    <a:pt x="104" y="74"/>
                  </a:lnTo>
                  <a:lnTo>
                    <a:pt x="138" y="48"/>
                  </a:lnTo>
                  <a:lnTo>
                    <a:pt x="175" y="28"/>
                  </a:lnTo>
                  <a:lnTo>
                    <a:pt x="214" y="12"/>
                  </a:lnTo>
                  <a:lnTo>
                    <a:pt x="256" y="4"/>
                  </a:lnTo>
                  <a:lnTo>
                    <a:pt x="3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1" name="Freeform 587">
              <a:extLst>
                <a:ext uri="{FF2B5EF4-FFF2-40B4-BE49-F238E27FC236}">
                  <a16:creationId xmlns:a16="http://schemas.microsoft.com/office/drawing/2014/main" id="{9F825DA0-91FF-439B-AFD6-AD3B69492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725" y="5218113"/>
              <a:ext cx="84137" cy="15875"/>
            </a:xfrm>
            <a:custGeom>
              <a:avLst/>
              <a:gdLst>
                <a:gd name="T0" fmla="*/ 60 w 635"/>
                <a:gd name="T1" fmla="*/ 0 h 121"/>
                <a:gd name="T2" fmla="*/ 575 w 635"/>
                <a:gd name="T3" fmla="*/ 0 h 121"/>
                <a:gd name="T4" fmla="*/ 594 w 635"/>
                <a:gd name="T5" fmla="*/ 4 h 121"/>
                <a:gd name="T6" fmla="*/ 610 w 635"/>
                <a:gd name="T7" fmla="*/ 11 h 121"/>
                <a:gd name="T8" fmla="*/ 623 w 635"/>
                <a:gd name="T9" fmla="*/ 24 h 121"/>
                <a:gd name="T10" fmla="*/ 632 w 635"/>
                <a:gd name="T11" fmla="*/ 42 h 121"/>
                <a:gd name="T12" fmla="*/ 635 w 635"/>
                <a:gd name="T13" fmla="*/ 60 h 121"/>
                <a:gd name="T14" fmla="*/ 632 w 635"/>
                <a:gd name="T15" fmla="*/ 80 h 121"/>
                <a:gd name="T16" fmla="*/ 623 w 635"/>
                <a:gd name="T17" fmla="*/ 96 h 121"/>
                <a:gd name="T18" fmla="*/ 610 w 635"/>
                <a:gd name="T19" fmla="*/ 109 h 121"/>
                <a:gd name="T20" fmla="*/ 594 w 635"/>
                <a:gd name="T21" fmla="*/ 118 h 121"/>
                <a:gd name="T22" fmla="*/ 575 w 635"/>
                <a:gd name="T23" fmla="*/ 121 h 121"/>
                <a:gd name="T24" fmla="*/ 60 w 635"/>
                <a:gd name="T25" fmla="*/ 121 h 121"/>
                <a:gd name="T26" fmla="*/ 41 w 635"/>
                <a:gd name="T27" fmla="*/ 118 h 121"/>
                <a:gd name="T28" fmla="*/ 25 w 635"/>
                <a:gd name="T29" fmla="*/ 109 h 121"/>
                <a:gd name="T30" fmla="*/ 12 w 635"/>
                <a:gd name="T31" fmla="*/ 96 h 121"/>
                <a:gd name="T32" fmla="*/ 3 w 635"/>
                <a:gd name="T33" fmla="*/ 80 h 121"/>
                <a:gd name="T34" fmla="*/ 0 w 635"/>
                <a:gd name="T35" fmla="*/ 60 h 121"/>
                <a:gd name="T36" fmla="*/ 3 w 635"/>
                <a:gd name="T37" fmla="*/ 42 h 121"/>
                <a:gd name="T38" fmla="*/ 12 w 635"/>
                <a:gd name="T39" fmla="*/ 24 h 121"/>
                <a:gd name="T40" fmla="*/ 25 w 635"/>
                <a:gd name="T41" fmla="*/ 11 h 121"/>
                <a:gd name="T42" fmla="*/ 41 w 635"/>
                <a:gd name="T43" fmla="*/ 4 h 121"/>
                <a:gd name="T44" fmla="*/ 60 w 635"/>
                <a:gd name="T45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35" h="121">
                  <a:moveTo>
                    <a:pt x="60" y="0"/>
                  </a:moveTo>
                  <a:lnTo>
                    <a:pt x="575" y="0"/>
                  </a:lnTo>
                  <a:lnTo>
                    <a:pt x="594" y="4"/>
                  </a:lnTo>
                  <a:lnTo>
                    <a:pt x="610" y="11"/>
                  </a:lnTo>
                  <a:lnTo>
                    <a:pt x="623" y="24"/>
                  </a:lnTo>
                  <a:lnTo>
                    <a:pt x="632" y="42"/>
                  </a:lnTo>
                  <a:lnTo>
                    <a:pt x="635" y="60"/>
                  </a:lnTo>
                  <a:lnTo>
                    <a:pt x="632" y="80"/>
                  </a:lnTo>
                  <a:lnTo>
                    <a:pt x="623" y="96"/>
                  </a:lnTo>
                  <a:lnTo>
                    <a:pt x="610" y="109"/>
                  </a:lnTo>
                  <a:lnTo>
                    <a:pt x="594" y="118"/>
                  </a:lnTo>
                  <a:lnTo>
                    <a:pt x="575" y="121"/>
                  </a:lnTo>
                  <a:lnTo>
                    <a:pt x="60" y="121"/>
                  </a:lnTo>
                  <a:lnTo>
                    <a:pt x="41" y="118"/>
                  </a:lnTo>
                  <a:lnTo>
                    <a:pt x="25" y="109"/>
                  </a:lnTo>
                  <a:lnTo>
                    <a:pt x="12" y="96"/>
                  </a:lnTo>
                  <a:lnTo>
                    <a:pt x="3" y="80"/>
                  </a:lnTo>
                  <a:lnTo>
                    <a:pt x="0" y="60"/>
                  </a:lnTo>
                  <a:lnTo>
                    <a:pt x="3" y="42"/>
                  </a:lnTo>
                  <a:lnTo>
                    <a:pt x="12" y="24"/>
                  </a:lnTo>
                  <a:lnTo>
                    <a:pt x="25" y="11"/>
                  </a:lnTo>
                  <a:lnTo>
                    <a:pt x="41" y="4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2" name="Freeform 588">
              <a:extLst>
                <a:ext uri="{FF2B5EF4-FFF2-40B4-BE49-F238E27FC236}">
                  <a16:creationId xmlns:a16="http://schemas.microsoft.com/office/drawing/2014/main" id="{E6C99820-CD8C-4793-B482-39B3ECE80E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70188" y="5586413"/>
              <a:ext cx="49212" cy="47625"/>
            </a:xfrm>
            <a:custGeom>
              <a:avLst/>
              <a:gdLst>
                <a:gd name="T0" fmla="*/ 181 w 363"/>
                <a:gd name="T1" fmla="*/ 121 h 364"/>
                <a:gd name="T2" fmla="*/ 162 w 363"/>
                <a:gd name="T3" fmla="*/ 124 h 364"/>
                <a:gd name="T4" fmla="*/ 146 w 363"/>
                <a:gd name="T5" fmla="*/ 133 h 364"/>
                <a:gd name="T6" fmla="*/ 133 w 363"/>
                <a:gd name="T7" fmla="*/ 146 h 364"/>
                <a:gd name="T8" fmla="*/ 124 w 363"/>
                <a:gd name="T9" fmla="*/ 162 h 364"/>
                <a:gd name="T10" fmla="*/ 121 w 363"/>
                <a:gd name="T11" fmla="*/ 182 h 364"/>
                <a:gd name="T12" fmla="*/ 124 w 363"/>
                <a:gd name="T13" fmla="*/ 202 h 364"/>
                <a:gd name="T14" fmla="*/ 133 w 363"/>
                <a:gd name="T15" fmla="*/ 218 h 364"/>
                <a:gd name="T16" fmla="*/ 146 w 363"/>
                <a:gd name="T17" fmla="*/ 231 h 364"/>
                <a:gd name="T18" fmla="*/ 162 w 363"/>
                <a:gd name="T19" fmla="*/ 240 h 364"/>
                <a:gd name="T20" fmla="*/ 181 w 363"/>
                <a:gd name="T21" fmla="*/ 243 h 364"/>
                <a:gd name="T22" fmla="*/ 201 w 363"/>
                <a:gd name="T23" fmla="*/ 240 h 364"/>
                <a:gd name="T24" fmla="*/ 217 w 363"/>
                <a:gd name="T25" fmla="*/ 231 h 364"/>
                <a:gd name="T26" fmla="*/ 230 w 363"/>
                <a:gd name="T27" fmla="*/ 218 h 364"/>
                <a:gd name="T28" fmla="*/ 239 w 363"/>
                <a:gd name="T29" fmla="*/ 202 h 364"/>
                <a:gd name="T30" fmla="*/ 242 w 363"/>
                <a:gd name="T31" fmla="*/ 182 h 364"/>
                <a:gd name="T32" fmla="*/ 239 w 363"/>
                <a:gd name="T33" fmla="*/ 162 h 364"/>
                <a:gd name="T34" fmla="*/ 230 w 363"/>
                <a:gd name="T35" fmla="*/ 146 h 364"/>
                <a:gd name="T36" fmla="*/ 217 w 363"/>
                <a:gd name="T37" fmla="*/ 133 h 364"/>
                <a:gd name="T38" fmla="*/ 201 w 363"/>
                <a:gd name="T39" fmla="*/ 124 h 364"/>
                <a:gd name="T40" fmla="*/ 181 w 363"/>
                <a:gd name="T41" fmla="*/ 121 h 364"/>
                <a:gd name="T42" fmla="*/ 181 w 363"/>
                <a:gd name="T43" fmla="*/ 0 h 364"/>
                <a:gd name="T44" fmla="*/ 214 w 363"/>
                <a:gd name="T45" fmla="*/ 4 h 364"/>
                <a:gd name="T46" fmla="*/ 244 w 363"/>
                <a:gd name="T47" fmla="*/ 12 h 364"/>
                <a:gd name="T48" fmla="*/ 273 w 363"/>
                <a:gd name="T49" fmla="*/ 25 h 364"/>
                <a:gd name="T50" fmla="*/ 298 w 363"/>
                <a:gd name="T51" fmla="*/ 43 h 364"/>
                <a:gd name="T52" fmla="*/ 320 w 363"/>
                <a:gd name="T53" fmla="*/ 66 h 364"/>
                <a:gd name="T54" fmla="*/ 338 w 363"/>
                <a:gd name="T55" fmla="*/ 91 h 364"/>
                <a:gd name="T56" fmla="*/ 351 w 363"/>
                <a:gd name="T57" fmla="*/ 119 h 364"/>
                <a:gd name="T58" fmla="*/ 359 w 363"/>
                <a:gd name="T59" fmla="*/ 149 h 364"/>
                <a:gd name="T60" fmla="*/ 363 w 363"/>
                <a:gd name="T61" fmla="*/ 182 h 364"/>
                <a:gd name="T62" fmla="*/ 359 w 363"/>
                <a:gd name="T63" fmla="*/ 215 h 364"/>
                <a:gd name="T64" fmla="*/ 351 w 363"/>
                <a:gd name="T65" fmla="*/ 245 h 364"/>
                <a:gd name="T66" fmla="*/ 338 w 363"/>
                <a:gd name="T67" fmla="*/ 273 h 364"/>
                <a:gd name="T68" fmla="*/ 320 w 363"/>
                <a:gd name="T69" fmla="*/ 298 h 364"/>
                <a:gd name="T70" fmla="*/ 298 w 363"/>
                <a:gd name="T71" fmla="*/ 321 h 364"/>
                <a:gd name="T72" fmla="*/ 273 w 363"/>
                <a:gd name="T73" fmla="*/ 339 h 364"/>
                <a:gd name="T74" fmla="*/ 244 w 363"/>
                <a:gd name="T75" fmla="*/ 352 h 364"/>
                <a:gd name="T76" fmla="*/ 214 w 363"/>
                <a:gd name="T77" fmla="*/ 360 h 364"/>
                <a:gd name="T78" fmla="*/ 181 w 363"/>
                <a:gd name="T79" fmla="*/ 364 h 364"/>
                <a:gd name="T80" fmla="*/ 149 w 363"/>
                <a:gd name="T81" fmla="*/ 360 h 364"/>
                <a:gd name="T82" fmla="*/ 119 w 363"/>
                <a:gd name="T83" fmla="*/ 352 h 364"/>
                <a:gd name="T84" fmla="*/ 90 w 363"/>
                <a:gd name="T85" fmla="*/ 339 h 364"/>
                <a:gd name="T86" fmla="*/ 65 w 363"/>
                <a:gd name="T87" fmla="*/ 321 h 364"/>
                <a:gd name="T88" fmla="*/ 43 w 363"/>
                <a:gd name="T89" fmla="*/ 298 h 364"/>
                <a:gd name="T90" fmla="*/ 25 w 363"/>
                <a:gd name="T91" fmla="*/ 273 h 364"/>
                <a:gd name="T92" fmla="*/ 12 w 363"/>
                <a:gd name="T93" fmla="*/ 245 h 364"/>
                <a:gd name="T94" fmla="*/ 4 w 363"/>
                <a:gd name="T95" fmla="*/ 215 h 364"/>
                <a:gd name="T96" fmla="*/ 0 w 363"/>
                <a:gd name="T97" fmla="*/ 182 h 364"/>
                <a:gd name="T98" fmla="*/ 4 w 363"/>
                <a:gd name="T99" fmla="*/ 149 h 364"/>
                <a:gd name="T100" fmla="*/ 12 w 363"/>
                <a:gd name="T101" fmla="*/ 119 h 364"/>
                <a:gd name="T102" fmla="*/ 25 w 363"/>
                <a:gd name="T103" fmla="*/ 91 h 364"/>
                <a:gd name="T104" fmla="*/ 43 w 363"/>
                <a:gd name="T105" fmla="*/ 66 h 364"/>
                <a:gd name="T106" fmla="*/ 65 w 363"/>
                <a:gd name="T107" fmla="*/ 43 h 364"/>
                <a:gd name="T108" fmla="*/ 90 w 363"/>
                <a:gd name="T109" fmla="*/ 25 h 364"/>
                <a:gd name="T110" fmla="*/ 119 w 363"/>
                <a:gd name="T111" fmla="*/ 12 h 364"/>
                <a:gd name="T112" fmla="*/ 149 w 363"/>
                <a:gd name="T113" fmla="*/ 4 h 364"/>
                <a:gd name="T114" fmla="*/ 181 w 363"/>
                <a:gd name="T115" fmla="*/ 0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63" h="364">
                  <a:moveTo>
                    <a:pt x="181" y="121"/>
                  </a:moveTo>
                  <a:lnTo>
                    <a:pt x="162" y="124"/>
                  </a:lnTo>
                  <a:lnTo>
                    <a:pt x="146" y="133"/>
                  </a:lnTo>
                  <a:lnTo>
                    <a:pt x="133" y="146"/>
                  </a:lnTo>
                  <a:lnTo>
                    <a:pt x="124" y="162"/>
                  </a:lnTo>
                  <a:lnTo>
                    <a:pt x="121" y="182"/>
                  </a:lnTo>
                  <a:lnTo>
                    <a:pt x="124" y="202"/>
                  </a:lnTo>
                  <a:lnTo>
                    <a:pt x="133" y="218"/>
                  </a:lnTo>
                  <a:lnTo>
                    <a:pt x="146" y="231"/>
                  </a:lnTo>
                  <a:lnTo>
                    <a:pt x="162" y="240"/>
                  </a:lnTo>
                  <a:lnTo>
                    <a:pt x="181" y="243"/>
                  </a:lnTo>
                  <a:lnTo>
                    <a:pt x="201" y="240"/>
                  </a:lnTo>
                  <a:lnTo>
                    <a:pt x="217" y="231"/>
                  </a:lnTo>
                  <a:lnTo>
                    <a:pt x="230" y="218"/>
                  </a:lnTo>
                  <a:lnTo>
                    <a:pt x="239" y="202"/>
                  </a:lnTo>
                  <a:lnTo>
                    <a:pt x="242" y="182"/>
                  </a:lnTo>
                  <a:lnTo>
                    <a:pt x="239" y="162"/>
                  </a:lnTo>
                  <a:lnTo>
                    <a:pt x="230" y="146"/>
                  </a:lnTo>
                  <a:lnTo>
                    <a:pt x="217" y="133"/>
                  </a:lnTo>
                  <a:lnTo>
                    <a:pt x="201" y="124"/>
                  </a:lnTo>
                  <a:lnTo>
                    <a:pt x="181" y="121"/>
                  </a:lnTo>
                  <a:close/>
                  <a:moveTo>
                    <a:pt x="181" y="0"/>
                  </a:moveTo>
                  <a:lnTo>
                    <a:pt x="214" y="4"/>
                  </a:lnTo>
                  <a:lnTo>
                    <a:pt x="244" y="12"/>
                  </a:lnTo>
                  <a:lnTo>
                    <a:pt x="273" y="25"/>
                  </a:lnTo>
                  <a:lnTo>
                    <a:pt x="298" y="43"/>
                  </a:lnTo>
                  <a:lnTo>
                    <a:pt x="320" y="66"/>
                  </a:lnTo>
                  <a:lnTo>
                    <a:pt x="338" y="91"/>
                  </a:lnTo>
                  <a:lnTo>
                    <a:pt x="351" y="119"/>
                  </a:lnTo>
                  <a:lnTo>
                    <a:pt x="359" y="149"/>
                  </a:lnTo>
                  <a:lnTo>
                    <a:pt x="363" y="182"/>
                  </a:lnTo>
                  <a:lnTo>
                    <a:pt x="359" y="215"/>
                  </a:lnTo>
                  <a:lnTo>
                    <a:pt x="351" y="245"/>
                  </a:lnTo>
                  <a:lnTo>
                    <a:pt x="338" y="273"/>
                  </a:lnTo>
                  <a:lnTo>
                    <a:pt x="320" y="298"/>
                  </a:lnTo>
                  <a:lnTo>
                    <a:pt x="298" y="321"/>
                  </a:lnTo>
                  <a:lnTo>
                    <a:pt x="273" y="339"/>
                  </a:lnTo>
                  <a:lnTo>
                    <a:pt x="244" y="352"/>
                  </a:lnTo>
                  <a:lnTo>
                    <a:pt x="214" y="360"/>
                  </a:lnTo>
                  <a:lnTo>
                    <a:pt x="181" y="364"/>
                  </a:lnTo>
                  <a:lnTo>
                    <a:pt x="149" y="360"/>
                  </a:lnTo>
                  <a:lnTo>
                    <a:pt x="119" y="352"/>
                  </a:lnTo>
                  <a:lnTo>
                    <a:pt x="90" y="339"/>
                  </a:lnTo>
                  <a:lnTo>
                    <a:pt x="65" y="321"/>
                  </a:lnTo>
                  <a:lnTo>
                    <a:pt x="43" y="298"/>
                  </a:lnTo>
                  <a:lnTo>
                    <a:pt x="25" y="273"/>
                  </a:lnTo>
                  <a:lnTo>
                    <a:pt x="12" y="245"/>
                  </a:lnTo>
                  <a:lnTo>
                    <a:pt x="4" y="215"/>
                  </a:lnTo>
                  <a:lnTo>
                    <a:pt x="0" y="182"/>
                  </a:lnTo>
                  <a:lnTo>
                    <a:pt x="4" y="149"/>
                  </a:lnTo>
                  <a:lnTo>
                    <a:pt x="12" y="119"/>
                  </a:lnTo>
                  <a:lnTo>
                    <a:pt x="25" y="91"/>
                  </a:lnTo>
                  <a:lnTo>
                    <a:pt x="43" y="66"/>
                  </a:lnTo>
                  <a:lnTo>
                    <a:pt x="65" y="43"/>
                  </a:lnTo>
                  <a:lnTo>
                    <a:pt x="90" y="25"/>
                  </a:lnTo>
                  <a:lnTo>
                    <a:pt x="119" y="12"/>
                  </a:lnTo>
                  <a:lnTo>
                    <a:pt x="149" y="4"/>
                  </a:lnTo>
                  <a:lnTo>
                    <a:pt x="1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3" name="Freeform 589">
              <a:extLst>
                <a:ext uri="{FF2B5EF4-FFF2-40B4-BE49-F238E27FC236}">
                  <a16:creationId xmlns:a16="http://schemas.microsoft.com/office/drawing/2014/main" id="{D62C586B-FE49-4D31-AA1A-2CE9CCB5E9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78113" y="5462588"/>
              <a:ext cx="49212" cy="87313"/>
            </a:xfrm>
            <a:custGeom>
              <a:avLst/>
              <a:gdLst>
                <a:gd name="T0" fmla="*/ 122 w 374"/>
                <a:gd name="T1" fmla="*/ 121 h 666"/>
                <a:gd name="T2" fmla="*/ 122 w 374"/>
                <a:gd name="T3" fmla="*/ 545 h 666"/>
                <a:gd name="T4" fmla="*/ 254 w 374"/>
                <a:gd name="T5" fmla="*/ 545 h 666"/>
                <a:gd name="T6" fmla="*/ 254 w 374"/>
                <a:gd name="T7" fmla="*/ 121 h 666"/>
                <a:gd name="T8" fmla="*/ 122 w 374"/>
                <a:gd name="T9" fmla="*/ 121 h 666"/>
                <a:gd name="T10" fmla="*/ 61 w 374"/>
                <a:gd name="T11" fmla="*/ 0 h 666"/>
                <a:gd name="T12" fmla="*/ 315 w 374"/>
                <a:gd name="T13" fmla="*/ 0 h 666"/>
                <a:gd name="T14" fmla="*/ 333 w 374"/>
                <a:gd name="T15" fmla="*/ 4 h 666"/>
                <a:gd name="T16" fmla="*/ 351 w 374"/>
                <a:gd name="T17" fmla="*/ 12 h 666"/>
                <a:gd name="T18" fmla="*/ 364 w 374"/>
                <a:gd name="T19" fmla="*/ 25 h 666"/>
                <a:gd name="T20" fmla="*/ 371 w 374"/>
                <a:gd name="T21" fmla="*/ 42 h 666"/>
                <a:gd name="T22" fmla="*/ 374 w 374"/>
                <a:gd name="T23" fmla="*/ 61 h 666"/>
                <a:gd name="T24" fmla="*/ 374 w 374"/>
                <a:gd name="T25" fmla="*/ 605 h 666"/>
                <a:gd name="T26" fmla="*/ 371 w 374"/>
                <a:gd name="T27" fmla="*/ 624 h 666"/>
                <a:gd name="T28" fmla="*/ 364 w 374"/>
                <a:gd name="T29" fmla="*/ 641 h 666"/>
                <a:gd name="T30" fmla="*/ 351 w 374"/>
                <a:gd name="T31" fmla="*/ 654 h 666"/>
                <a:gd name="T32" fmla="*/ 333 w 374"/>
                <a:gd name="T33" fmla="*/ 662 h 666"/>
                <a:gd name="T34" fmla="*/ 315 w 374"/>
                <a:gd name="T35" fmla="*/ 666 h 666"/>
                <a:gd name="T36" fmla="*/ 61 w 374"/>
                <a:gd name="T37" fmla="*/ 666 h 666"/>
                <a:gd name="T38" fmla="*/ 41 w 374"/>
                <a:gd name="T39" fmla="*/ 662 h 666"/>
                <a:gd name="T40" fmla="*/ 25 w 374"/>
                <a:gd name="T41" fmla="*/ 654 h 666"/>
                <a:gd name="T42" fmla="*/ 12 w 374"/>
                <a:gd name="T43" fmla="*/ 641 h 666"/>
                <a:gd name="T44" fmla="*/ 3 w 374"/>
                <a:gd name="T45" fmla="*/ 624 h 666"/>
                <a:gd name="T46" fmla="*/ 0 w 374"/>
                <a:gd name="T47" fmla="*/ 605 h 666"/>
                <a:gd name="T48" fmla="*/ 0 w 374"/>
                <a:gd name="T49" fmla="*/ 61 h 666"/>
                <a:gd name="T50" fmla="*/ 3 w 374"/>
                <a:gd name="T51" fmla="*/ 42 h 666"/>
                <a:gd name="T52" fmla="*/ 12 w 374"/>
                <a:gd name="T53" fmla="*/ 25 h 666"/>
                <a:gd name="T54" fmla="*/ 25 w 374"/>
                <a:gd name="T55" fmla="*/ 12 h 666"/>
                <a:gd name="T56" fmla="*/ 41 w 374"/>
                <a:gd name="T57" fmla="*/ 4 h 666"/>
                <a:gd name="T58" fmla="*/ 61 w 374"/>
                <a:gd name="T59" fmla="*/ 0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4" h="666">
                  <a:moveTo>
                    <a:pt x="122" y="121"/>
                  </a:moveTo>
                  <a:lnTo>
                    <a:pt x="122" y="545"/>
                  </a:lnTo>
                  <a:lnTo>
                    <a:pt x="254" y="545"/>
                  </a:lnTo>
                  <a:lnTo>
                    <a:pt x="254" y="121"/>
                  </a:lnTo>
                  <a:lnTo>
                    <a:pt x="122" y="121"/>
                  </a:lnTo>
                  <a:close/>
                  <a:moveTo>
                    <a:pt x="61" y="0"/>
                  </a:moveTo>
                  <a:lnTo>
                    <a:pt x="315" y="0"/>
                  </a:lnTo>
                  <a:lnTo>
                    <a:pt x="333" y="4"/>
                  </a:lnTo>
                  <a:lnTo>
                    <a:pt x="351" y="12"/>
                  </a:lnTo>
                  <a:lnTo>
                    <a:pt x="364" y="25"/>
                  </a:lnTo>
                  <a:lnTo>
                    <a:pt x="371" y="42"/>
                  </a:lnTo>
                  <a:lnTo>
                    <a:pt x="374" y="61"/>
                  </a:lnTo>
                  <a:lnTo>
                    <a:pt x="374" y="605"/>
                  </a:lnTo>
                  <a:lnTo>
                    <a:pt x="371" y="624"/>
                  </a:lnTo>
                  <a:lnTo>
                    <a:pt x="364" y="641"/>
                  </a:lnTo>
                  <a:lnTo>
                    <a:pt x="351" y="654"/>
                  </a:lnTo>
                  <a:lnTo>
                    <a:pt x="333" y="662"/>
                  </a:lnTo>
                  <a:lnTo>
                    <a:pt x="315" y="666"/>
                  </a:lnTo>
                  <a:lnTo>
                    <a:pt x="61" y="666"/>
                  </a:lnTo>
                  <a:lnTo>
                    <a:pt x="41" y="662"/>
                  </a:lnTo>
                  <a:lnTo>
                    <a:pt x="25" y="654"/>
                  </a:lnTo>
                  <a:lnTo>
                    <a:pt x="12" y="641"/>
                  </a:lnTo>
                  <a:lnTo>
                    <a:pt x="3" y="624"/>
                  </a:lnTo>
                  <a:lnTo>
                    <a:pt x="0" y="605"/>
                  </a:lnTo>
                  <a:lnTo>
                    <a:pt x="0" y="61"/>
                  </a:lnTo>
                  <a:lnTo>
                    <a:pt x="3" y="42"/>
                  </a:lnTo>
                  <a:lnTo>
                    <a:pt x="12" y="25"/>
                  </a:lnTo>
                  <a:lnTo>
                    <a:pt x="25" y="12"/>
                  </a:lnTo>
                  <a:lnTo>
                    <a:pt x="41" y="4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4" name="Freeform 590">
              <a:extLst>
                <a:ext uri="{FF2B5EF4-FFF2-40B4-BE49-F238E27FC236}">
                  <a16:creationId xmlns:a16="http://schemas.microsoft.com/office/drawing/2014/main" id="{87ADF1B1-DD17-4BE3-940D-34CD26945C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8438" y="5407025"/>
              <a:ext cx="50800" cy="142875"/>
            </a:xfrm>
            <a:custGeom>
              <a:avLst/>
              <a:gdLst>
                <a:gd name="T0" fmla="*/ 120 w 373"/>
                <a:gd name="T1" fmla="*/ 122 h 1081"/>
                <a:gd name="T2" fmla="*/ 120 w 373"/>
                <a:gd name="T3" fmla="*/ 960 h 1081"/>
                <a:gd name="T4" fmla="*/ 252 w 373"/>
                <a:gd name="T5" fmla="*/ 960 h 1081"/>
                <a:gd name="T6" fmla="*/ 252 w 373"/>
                <a:gd name="T7" fmla="*/ 122 h 1081"/>
                <a:gd name="T8" fmla="*/ 120 w 373"/>
                <a:gd name="T9" fmla="*/ 122 h 1081"/>
                <a:gd name="T10" fmla="*/ 59 w 373"/>
                <a:gd name="T11" fmla="*/ 0 h 1081"/>
                <a:gd name="T12" fmla="*/ 313 w 373"/>
                <a:gd name="T13" fmla="*/ 0 h 1081"/>
                <a:gd name="T14" fmla="*/ 332 w 373"/>
                <a:gd name="T15" fmla="*/ 3 h 1081"/>
                <a:gd name="T16" fmla="*/ 349 w 373"/>
                <a:gd name="T17" fmla="*/ 12 h 1081"/>
                <a:gd name="T18" fmla="*/ 362 w 373"/>
                <a:gd name="T19" fmla="*/ 25 h 1081"/>
                <a:gd name="T20" fmla="*/ 371 w 373"/>
                <a:gd name="T21" fmla="*/ 41 h 1081"/>
                <a:gd name="T22" fmla="*/ 373 w 373"/>
                <a:gd name="T23" fmla="*/ 61 h 1081"/>
                <a:gd name="T24" fmla="*/ 373 w 373"/>
                <a:gd name="T25" fmla="*/ 1020 h 1081"/>
                <a:gd name="T26" fmla="*/ 371 w 373"/>
                <a:gd name="T27" fmla="*/ 1039 h 1081"/>
                <a:gd name="T28" fmla="*/ 362 w 373"/>
                <a:gd name="T29" fmla="*/ 1056 h 1081"/>
                <a:gd name="T30" fmla="*/ 349 w 373"/>
                <a:gd name="T31" fmla="*/ 1069 h 1081"/>
                <a:gd name="T32" fmla="*/ 332 w 373"/>
                <a:gd name="T33" fmla="*/ 1077 h 1081"/>
                <a:gd name="T34" fmla="*/ 313 w 373"/>
                <a:gd name="T35" fmla="*/ 1081 h 1081"/>
                <a:gd name="T36" fmla="*/ 59 w 373"/>
                <a:gd name="T37" fmla="*/ 1081 h 1081"/>
                <a:gd name="T38" fmla="*/ 41 w 373"/>
                <a:gd name="T39" fmla="*/ 1077 h 1081"/>
                <a:gd name="T40" fmla="*/ 24 w 373"/>
                <a:gd name="T41" fmla="*/ 1069 h 1081"/>
                <a:gd name="T42" fmla="*/ 11 w 373"/>
                <a:gd name="T43" fmla="*/ 1056 h 1081"/>
                <a:gd name="T44" fmla="*/ 2 w 373"/>
                <a:gd name="T45" fmla="*/ 1039 h 1081"/>
                <a:gd name="T46" fmla="*/ 0 w 373"/>
                <a:gd name="T47" fmla="*/ 1020 h 1081"/>
                <a:gd name="T48" fmla="*/ 0 w 373"/>
                <a:gd name="T49" fmla="*/ 61 h 1081"/>
                <a:gd name="T50" fmla="*/ 2 w 373"/>
                <a:gd name="T51" fmla="*/ 41 h 1081"/>
                <a:gd name="T52" fmla="*/ 11 w 373"/>
                <a:gd name="T53" fmla="*/ 25 h 1081"/>
                <a:gd name="T54" fmla="*/ 24 w 373"/>
                <a:gd name="T55" fmla="*/ 12 h 1081"/>
                <a:gd name="T56" fmla="*/ 41 w 373"/>
                <a:gd name="T57" fmla="*/ 3 h 1081"/>
                <a:gd name="T58" fmla="*/ 59 w 373"/>
                <a:gd name="T59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3" h="1081">
                  <a:moveTo>
                    <a:pt x="120" y="122"/>
                  </a:moveTo>
                  <a:lnTo>
                    <a:pt x="120" y="960"/>
                  </a:lnTo>
                  <a:lnTo>
                    <a:pt x="252" y="960"/>
                  </a:lnTo>
                  <a:lnTo>
                    <a:pt x="252" y="122"/>
                  </a:lnTo>
                  <a:lnTo>
                    <a:pt x="120" y="122"/>
                  </a:lnTo>
                  <a:close/>
                  <a:moveTo>
                    <a:pt x="59" y="0"/>
                  </a:moveTo>
                  <a:lnTo>
                    <a:pt x="313" y="0"/>
                  </a:lnTo>
                  <a:lnTo>
                    <a:pt x="332" y="3"/>
                  </a:lnTo>
                  <a:lnTo>
                    <a:pt x="349" y="12"/>
                  </a:lnTo>
                  <a:lnTo>
                    <a:pt x="362" y="25"/>
                  </a:lnTo>
                  <a:lnTo>
                    <a:pt x="371" y="41"/>
                  </a:lnTo>
                  <a:lnTo>
                    <a:pt x="373" y="61"/>
                  </a:lnTo>
                  <a:lnTo>
                    <a:pt x="373" y="1020"/>
                  </a:lnTo>
                  <a:lnTo>
                    <a:pt x="371" y="1039"/>
                  </a:lnTo>
                  <a:lnTo>
                    <a:pt x="362" y="1056"/>
                  </a:lnTo>
                  <a:lnTo>
                    <a:pt x="349" y="1069"/>
                  </a:lnTo>
                  <a:lnTo>
                    <a:pt x="332" y="1077"/>
                  </a:lnTo>
                  <a:lnTo>
                    <a:pt x="313" y="1081"/>
                  </a:lnTo>
                  <a:lnTo>
                    <a:pt x="59" y="1081"/>
                  </a:lnTo>
                  <a:lnTo>
                    <a:pt x="41" y="1077"/>
                  </a:lnTo>
                  <a:lnTo>
                    <a:pt x="24" y="1069"/>
                  </a:lnTo>
                  <a:lnTo>
                    <a:pt x="11" y="1056"/>
                  </a:lnTo>
                  <a:lnTo>
                    <a:pt x="2" y="1039"/>
                  </a:lnTo>
                  <a:lnTo>
                    <a:pt x="0" y="1020"/>
                  </a:lnTo>
                  <a:lnTo>
                    <a:pt x="0" y="61"/>
                  </a:lnTo>
                  <a:lnTo>
                    <a:pt x="2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5" name="Freeform 591">
              <a:extLst>
                <a:ext uri="{FF2B5EF4-FFF2-40B4-BE49-F238E27FC236}">
                  <a16:creationId xmlns:a16="http://schemas.microsoft.com/office/drawing/2014/main" id="{ED46E4AF-2E62-4123-AFFF-289E5DEFEB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0350" y="5353050"/>
              <a:ext cx="49212" cy="196850"/>
            </a:xfrm>
            <a:custGeom>
              <a:avLst/>
              <a:gdLst>
                <a:gd name="T0" fmla="*/ 121 w 373"/>
                <a:gd name="T1" fmla="*/ 121 h 1496"/>
                <a:gd name="T2" fmla="*/ 121 w 373"/>
                <a:gd name="T3" fmla="*/ 1375 h 1496"/>
                <a:gd name="T4" fmla="*/ 253 w 373"/>
                <a:gd name="T5" fmla="*/ 1375 h 1496"/>
                <a:gd name="T6" fmla="*/ 253 w 373"/>
                <a:gd name="T7" fmla="*/ 121 h 1496"/>
                <a:gd name="T8" fmla="*/ 121 w 373"/>
                <a:gd name="T9" fmla="*/ 121 h 1496"/>
                <a:gd name="T10" fmla="*/ 60 w 373"/>
                <a:gd name="T11" fmla="*/ 0 h 1496"/>
                <a:gd name="T12" fmla="*/ 314 w 373"/>
                <a:gd name="T13" fmla="*/ 0 h 1496"/>
                <a:gd name="T14" fmla="*/ 332 w 373"/>
                <a:gd name="T15" fmla="*/ 3 h 1496"/>
                <a:gd name="T16" fmla="*/ 349 w 373"/>
                <a:gd name="T17" fmla="*/ 12 h 1496"/>
                <a:gd name="T18" fmla="*/ 362 w 373"/>
                <a:gd name="T19" fmla="*/ 25 h 1496"/>
                <a:gd name="T20" fmla="*/ 371 w 373"/>
                <a:gd name="T21" fmla="*/ 41 h 1496"/>
                <a:gd name="T22" fmla="*/ 373 w 373"/>
                <a:gd name="T23" fmla="*/ 60 h 1496"/>
                <a:gd name="T24" fmla="*/ 373 w 373"/>
                <a:gd name="T25" fmla="*/ 1435 h 1496"/>
                <a:gd name="T26" fmla="*/ 371 w 373"/>
                <a:gd name="T27" fmla="*/ 1454 h 1496"/>
                <a:gd name="T28" fmla="*/ 362 w 373"/>
                <a:gd name="T29" fmla="*/ 1471 h 1496"/>
                <a:gd name="T30" fmla="*/ 349 w 373"/>
                <a:gd name="T31" fmla="*/ 1484 h 1496"/>
                <a:gd name="T32" fmla="*/ 332 w 373"/>
                <a:gd name="T33" fmla="*/ 1492 h 1496"/>
                <a:gd name="T34" fmla="*/ 314 w 373"/>
                <a:gd name="T35" fmla="*/ 1496 h 1496"/>
                <a:gd name="T36" fmla="*/ 60 w 373"/>
                <a:gd name="T37" fmla="*/ 1496 h 1496"/>
                <a:gd name="T38" fmla="*/ 41 w 373"/>
                <a:gd name="T39" fmla="*/ 1492 h 1496"/>
                <a:gd name="T40" fmla="*/ 24 w 373"/>
                <a:gd name="T41" fmla="*/ 1484 h 1496"/>
                <a:gd name="T42" fmla="*/ 11 w 373"/>
                <a:gd name="T43" fmla="*/ 1471 h 1496"/>
                <a:gd name="T44" fmla="*/ 2 w 373"/>
                <a:gd name="T45" fmla="*/ 1454 h 1496"/>
                <a:gd name="T46" fmla="*/ 0 w 373"/>
                <a:gd name="T47" fmla="*/ 1435 h 1496"/>
                <a:gd name="T48" fmla="*/ 0 w 373"/>
                <a:gd name="T49" fmla="*/ 60 h 1496"/>
                <a:gd name="T50" fmla="*/ 2 w 373"/>
                <a:gd name="T51" fmla="*/ 41 h 1496"/>
                <a:gd name="T52" fmla="*/ 11 w 373"/>
                <a:gd name="T53" fmla="*/ 25 h 1496"/>
                <a:gd name="T54" fmla="*/ 24 w 373"/>
                <a:gd name="T55" fmla="*/ 12 h 1496"/>
                <a:gd name="T56" fmla="*/ 41 w 373"/>
                <a:gd name="T57" fmla="*/ 3 h 1496"/>
                <a:gd name="T58" fmla="*/ 60 w 373"/>
                <a:gd name="T59" fmla="*/ 0 h 1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3" h="1496">
                  <a:moveTo>
                    <a:pt x="121" y="121"/>
                  </a:moveTo>
                  <a:lnTo>
                    <a:pt x="121" y="1375"/>
                  </a:lnTo>
                  <a:lnTo>
                    <a:pt x="253" y="1375"/>
                  </a:lnTo>
                  <a:lnTo>
                    <a:pt x="253" y="121"/>
                  </a:lnTo>
                  <a:lnTo>
                    <a:pt x="121" y="121"/>
                  </a:lnTo>
                  <a:close/>
                  <a:moveTo>
                    <a:pt x="60" y="0"/>
                  </a:moveTo>
                  <a:lnTo>
                    <a:pt x="314" y="0"/>
                  </a:lnTo>
                  <a:lnTo>
                    <a:pt x="332" y="3"/>
                  </a:lnTo>
                  <a:lnTo>
                    <a:pt x="349" y="12"/>
                  </a:lnTo>
                  <a:lnTo>
                    <a:pt x="362" y="25"/>
                  </a:lnTo>
                  <a:lnTo>
                    <a:pt x="371" y="41"/>
                  </a:lnTo>
                  <a:lnTo>
                    <a:pt x="373" y="60"/>
                  </a:lnTo>
                  <a:lnTo>
                    <a:pt x="373" y="1435"/>
                  </a:lnTo>
                  <a:lnTo>
                    <a:pt x="371" y="1454"/>
                  </a:lnTo>
                  <a:lnTo>
                    <a:pt x="362" y="1471"/>
                  </a:lnTo>
                  <a:lnTo>
                    <a:pt x="349" y="1484"/>
                  </a:lnTo>
                  <a:lnTo>
                    <a:pt x="332" y="1492"/>
                  </a:lnTo>
                  <a:lnTo>
                    <a:pt x="314" y="1496"/>
                  </a:lnTo>
                  <a:lnTo>
                    <a:pt x="60" y="1496"/>
                  </a:lnTo>
                  <a:lnTo>
                    <a:pt x="41" y="1492"/>
                  </a:lnTo>
                  <a:lnTo>
                    <a:pt x="24" y="1484"/>
                  </a:lnTo>
                  <a:lnTo>
                    <a:pt x="11" y="1471"/>
                  </a:lnTo>
                  <a:lnTo>
                    <a:pt x="2" y="1454"/>
                  </a:lnTo>
                  <a:lnTo>
                    <a:pt x="0" y="1435"/>
                  </a:lnTo>
                  <a:lnTo>
                    <a:pt x="0" y="60"/>
                  </a:lnTo>
                  <a:lnTo>
                    <a:pt x="2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1" y="3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6" name="Freeform 592">
              <a:extLst>
                <a:ext uri="{FF2B5EF4-FFF2-40B4-BE49-F238E27FC236}">
                  <a16:creationId xmlns:a16="http://schemas.microsoft.com/office/drawing/2014/main" id="{40F827BF-8875-4C91-896B-F9F0D35568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62263" y="5297488"/>
              <a:ext cx="49212" cy="252413"/>
            </a:xfrm>
            <a:custGeom>
              <a:avLst/>
              <a:gdLst>
                <a:gd name="T0" fmla="*/ 120 w 374"/>
                <a:gd name="T1" fmla="*/ 121 h 1911"/>
                <a:gd name="T2" fmla="*/ 120 w 374"/>
                <a:gd name="T3" fmla="*/ 1790 h 1911"/>
                <a:gd name="T4" fmla="*/ 252 w 374"/>
                <a:gd name="T5" fmla="*/ 1790 h 1911"/>
                <a:gd name="T6" fmla="*/ 252 w 374"/>
                <a:gd name="T7" fmla="*/ 121 h 1911"/>
                <a:gd name="T8" fmla="*/ 120 w 374"/>
                <a:gd name="T9" fmla="*/ 121 h 1911"/>
                <a:gd name="T10" fmla="*/ 59 w 374"/>
                <a:gd name="T11" fmla="*/ 0 h 1911"/>
                <a:gd name="T12" fmla="*/ 313 w 374"/>
                <a:gd name="T13" fmla="*/ 0 h 1911"/>
                <a:gd name="T14" fmla="*/ 331 w 374"/>
                <a:gd name="T15" fmla="*/ 3 h 1911"/>
                <a:gd name="T16" fmla="*/ 349 w 374"/>
                <a:gd name="T17" fmla="*/ 11 h 1911"/>
                <a:gd name="T18" fmla="*/ 362 w 374"/>
                <a:gd name="T19" fmla="*/ 24 h 1911"/>
                <a:gd name="T20" fmla="*/ 370 w 374"/>
                <a:gd name="T21" fmla="*/ 42 h 1911"/>
                <a:gd name="T22" fmla="*/ 374 w 374"/>
                <a:gd name="T23" fmla="*/ 60 h 1911"/>
                <a:gd name="T24" fmla="*/ 374 w 374"/>
                <a:gd name="T25" fmla="*/ 1850 h 1911"/>
                <a:gd name="T26" fmla="*/ 370 w 374"/>
                <a:gd name="T27" fmla="*/ 1869 h 1911"/>
                <a:gd name="T28" fmla="*/ 362 w 374"/>
                <a:gd name="T29" fmla="*/ 1886 h 1911"/>
                <a:gd name="T30" fmla="*/ 349 w 374"/>
                <a:gd name="T31" fmla="*/ 1899 h 1911"/>
                <a:gd name="T32" fmla="*/ 331 w 374"/>
                <a:gd name="T33" fmla="*/ 1907 h 1911"/>
                <a:gd name="T34" fmla="*/ 313 w 374"/>
                <a:gd name="T35" fmla="*/ 1911 h 1911"/>
                <a:gd name="T36" fmla="*/ 59 w 374"/>
                <a:gd name="T37" fmla="*/ 1911 h 1911"/>
                <a:gd name="T38" fmla="*/ 41 w 374"/>
                <a:gd name="T39" fmla="*/ 1907 h 1911"/>
                <a:gd name="T40" fmla="*/ 23 w 374"/>
                <a:gd name="T41" fmla="*/ 1899 h 1911"/>
                <a:gd name="T42" fmla="*/ 10 w 374"/>
                <a:gd name="T43" fmla="*/ 1886 h 1911"/>
                <a:gd name="T44" fmla="*/ 3 w 374"/>
                <a:gd name="T45" fmla="*/ 1869 h 1911"/>
                <a:gd name="T46" fmla="*/ 0 w 374"/>
                <a:gd name="T47" fmla="*/ 1850 h 1911"/>
                <a:gd name="T48" fmla="*/ 0 w 374"/>
                <a:gd name="T49" fmla="*/ 60 h 1911"/>
                <a:gd name="T50" fmla="*/ 3 w 374"/>
                <a:gd name="T51" fmla="*/ 42 h 1911"/>
                <a:gd name="T52" fmla="*/ 10 w 374"/>
                <a:gd name="T53" fmla="*/ 24 h 1911"/>
                <a:gd name="T54" fmla="*/ 23 w 374"/>
                <a:gd name="T55" fmla="*/ 11 h 1911"/>
                <a:gd name="T56" fmla="*/ 41 w 374"/>
                <a:gd name="T57" fmla="*/ 3 h 1911"/>
                <a:gd name="T58" fmla="*/ 59 w 374"/>
                <a:gd name="T59" fmla="*/ 0 h 1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4" h="1911">
                  <a:moveTo>
                    <a:pt x="120" y="121"/>
                  </a:moveTo>
                  <a:lnTo>
                    <a:pt x="120" y="1790"/>
                  </a:lnTo>
                  <a:lnTo>
                    <a:pt x="252" y="1790"/>
                  </a:lnTo>
                  <a:lnTo>
                    <a:pt x="252" y="121"/>
                  </a:lnTo>
                  <a:lnTo>
                    <a:pt x="120" y="121"/>
                  </a:lnTo>
                  <a:close/>
                  <a:moveTo>
                    <a:pt x="59" y="0"/>
                  </a:moveTo>
                  <a:lnTo>
                    <a:pt x="313" y="0"/>
                  </a:lnTo>
                  <a:lnTo>
                    <a:pt x="331" y="3"/>
                  </a:lnTo>
                  <a:lnTo>
                    <a:pt x="349" y="11"/>
                  </a:lnTo>
                  <a:lnTo>
                    <a:pt x="362" y="24"/>
                  </a:lnTo>
                  <a:lnTo>
                    <a:pt x="370" y="42"/>
                  </a:lnTo>
                  <a:lnTo>
                    <a:pt x="374" y="60"/>
                  </a:lnTo>
                  <a:lnTo>
                    <a:pt x="374" y="1850"/>
                  </a:lnTo>
                  <a:lnTo>
                    <a:pt x="370" y="1869"/>
                  </a:lnTo>
                  <a:lnTo>
                    <a:pt x="362" y="1886"/>
                  </a:lnTo>
                  <a:lnTo>
                    <a:pt x="349" y="1899"/>
                  </a:lnTo>
                  <a:lnTo>
                    <a:pt x="331" y="1907"/>
                  </a:lnTo>
                  <a:lnTo>
                    <a:pt x="313" y="1911"/>
                  </a:lnTo>
                  <a:lnTo>
                    <a:pt x="59" y="1911"/>
                  </a:lnTo>
                  <a:lnTo>
                    <a:pt x="41" y="1907"/>
                  </a:lnTo>
                  <a:lnTo>
                    <a:pt x="23" y="1899"/>
                  </a:lnTo>
                  <a:lnTo>
                    <a:pt x="10" y="1886"/>
                  </a:lnTo>
                  <a:lnTo>
                    <a:pt x="3" y="1869"/>
                  </a:lnTo>
                  <a:lnTo>
                    <a:pt x="0" y="1850"/>
                  </a:lnTo>
                  <a:lnTo>
                    <a:pt x="0" y="60"/>
                  </a:lnTo>
                  <a:lnTo>
                    <a:pt x="3" y="42"/>
                  </a:lnTo>
                  <a:lnTo>
                    <a:pt x="10" y="24"/>
                  </a:lnTo>
                  <a:lnTo>
                    <a:pt x="23" y="11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9F53FDDE-086D-4038-A3F1-AEB4388CF045}"/>
              </a:ext>
            </a:extLst>
          </p:cNvPr>
          <p:cNvGrpSpPr/>
          <p:nvPr/>
        </p:nvGrpSpPr>
        <p:grpSpPr>
          <a:xfrm>
            <a:off x="494770" y="3780064"/>
            <a:ext cx="287465" cy="282021"/>
            <a:chOff x="428094" y="2822444"/>
            <a:chExt cx="287465" cy="28202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38" name="Freeform 597">
              <a:extLst>
                <a:ext uri="{FF2B5EF4-FFF2-40B4-BE49-F238E27FC236}">
                  <a16:creationId xmlns:a16="http://schemas.microsoft.com/office/drawing/2014/main" id="{B2618A49-5546-41E0-8571-4A4B1334D18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78537" y="2860555"/>
              <a:ext cx="10889" cy="10889"/>
            </a:xfrm>
            <a:custGeom>
              <a:avLst/>
              <a:gdLst>
                <a:gd name="T0" fmla="*/ 65 w 130"/>
                <a:gd name="T1" fmla="*/ 0 h 131"/>
                <a:gd name="T2" fmla="*/ 82 w 130"/>
                <a:gd name="T3" fmla="*/ 2 h 131"/>
                <a:gd name="T4" fmla="*/ 98 w 130"/>
                <a:gd name="T5" fmla="*/ 10 h 131"/>
                <a:gd name="T6" fmla="*/ 111 w 130"/>
                <a:gd name="T7" fmla="*/ 20 h 131"/>
                <a:gd name="T8" fmla="*/ 122 w 130"/>
                <a:gd name="T9" fmla="*/ 34 h 131"/>
                <a:gd name="T10" fmla="*/ 128 w 130"/>
                <a:gd name="T11" fmla="*/ 49 h 131"/>
                <a:gd name="T12" fmla="*/ 130 w 130"/>
                <a:gd name="T13" fmla="*/ 66 h 131"/>
                <a:gd name="T14" fmla="*/ 128 w 130"/>
                <a:gd name="T15" fmla="*/ 83 h 131"/>
                <a:gd name="T16" fmla="*/ 122 w 130"/>
                <a:gd name="T17" fmla="*/ 99 h 131"/>
                <a:gd name="T18" fmla="*/ 111 w 130"/>
                <a:gd name="T19" fmla="*/ 112 h 131"/>
                <a:gd name="T20" fmla="*/ 98 w 130"/>
                <a:gd name="T21" fmla="*/ 123 h 131"/>
                <a:gd name="T22" fmla="*/ 82 w 130"/>
                <a:gd name="T23" fmla="*/ 129 h 131"/>
                <a:gd name="T24" fmla="*/ 65 w 130"/>
                <a:gd name="T25" fmla="*/ 131 h 131"/>
                <a:gd name="T26" fmla="*/ 48 w 130"/>
                <a:gd name="T27" fmla="*/ 129 h 131"/>
                <a:gd name="T28" fmla="*/ 32 w 130"/>
                <a:gd name="T29" fmla="*/ 123 h 131"/>
                <a:gd name="T30" fmla="*/ 19 w 130"/>
                <a:gd name="T31" fmla="*/ 112 h 131"/>
                <a:gd name="T32" fmla="*/ 8 w 130"/>
                <a:gd name="T33" fmla="*/ 99 h 131"/>
                <a:gd name="T34" fmla="*/ 2 w 130"/>
                <a:gd name="T35" fmla="*/ 83 h 131"/>
                <a:gd name="T36" fmla="*/ 0 w 130"/>
                <a:gd name="T37" fmla="*/ 66 h 131"/>
                <a:gd name="T38" fmla="*/ 2 w 130"/>
                <a:gd name="T39" fmla="*/ 49 h 131"/>
                <a:gd name="T40" fmla="*/ 8 w 130"/>
                <a:gd name="T41" fmla="*/ 34 h 131"/>
                <a:gd name="T42" fmla="*/ 19 w 130"/>
                <a:gd name="T43" fmla="*/ 20 h 131"/>
                <a:gd name="T44" fmla="*/ 32 w 130"/>
                <a:gd name="T45" fmla="*/ 10 h 131"/>
                <a:gd name="T46" fmla="*/ 48 w 130"/>
                <a:gd name="T47" fmla="*/ 2 h 131"/>
                <a:gd name="T48" fmla="*/ 65 w 130"/>
                <a:gd name="T4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0" h="131">
                  <a:moveTo>
                    <a:pt x="65" y="0"/>
                  </a:moveTo>
                  <a:lnTo>
                    <a:pt x="82" y="2"/>
                  </a:lnTo>
                  <a:lnTo>
                    <a:pt x="98" y="10"/>
                  </a:lnTo>
                  <a:lnTo>
                    <a:pt x="111" y="20"/>
                  </a:lnTo>
                  <a:lnTo>
                    <a:pt x="122" y="34"/>
                  </a:lnTo>
                  <a:lnTo>
                    <a:pt x="128" y="49"/>
                  </a:lnTo>
                  <a:lnTo>
                    <a:pt x="130" y="66"/>
                  </a:lnTo>
                  <a:lnTo>
                    <a:pt x="128" y="83"/>
                  </a:lnTo>
                  <a:lnTo>
                    <a:pt x="122" y="99"/>
                  </a:lnTo>
                  <a:lnTo>
                    <a:pt x="111" y="112"/>
                  </a:lnTo>
                  <a:lnTo>
                    <a:pt x="98" y="123"/>
                  </a:lnTo>
                  <a:lnTo>
                    <a:pt x="82" y="129"/>
                  </a:lnTo>
                  <a:lnTo>
                    <a:pt x="65" y="131"/>
                  </a:lnTo>
                  <a:lnTo>
                    <a:pt x="48" y="129"/>
                  </a:lnTo>
                  <a:lnTo>
                    <a:pt x="32" y="123"/>
                  </a:lnTo>
                  <a:lnTo>
                    <a:pt x="19" y="112"/>
                  </a:lnTo>
                  <a:lnTo>
                    <a:pt x="8" y="99"/>
                  </a:lnTo>
                  <a:lnTo>
                    <a:pt x="2" y="83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8" y="34"/>
                  </a:lnTo>
                  <a:lnTo>
                    <a:pt x="19" y="20"/>
                  </a:lnTo>
                  <a:lnTo>
                    <a:pt x="32" y="10"/>
                  </a:lnTo>
                  <a:lnTo>
                    <a:pt x="48" y="2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9" name="Freeform 598">
              <a:extLst>
                <a:ext uri="{FF2B5EF4-FFF2-40B4-BE49-F238E27FC236}">
                  <a16:creationId xmlns:a16="http://schemas.microsoft.com/office/drawing/2014/main" id="{D9049B32-B940-4A00-8444-8CA733AC8B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61115" y="2860555"/>
              <a:ext cx="10889" cy="10889"/>
            </a:xfrm>
            <a:custGeom>
              <a:avLst/>
              <a:gdLst>
                <a:gd name="T0" fmla="*/ 66 w 131"/>
                <a:gd name="T1" fmla="*/ 0 h 131"/>
                <a:gd name="T2" fmla="*/ 82 w 131"/>
                <a:gd name="T3" fmla="*/ 2 h 131"/>
                <a:gd name="T4" fmla="*/ 98 w 131"/>
                <a:gd name="T5" fmla="*/ 10 h 131"/>
                <a:gd name="T6" fmla="*/ 111 w 131"/>
                <a:gd name="T7" fmla="*/ 20 h 131"/>
                <a:gd name="T8" fmla="*/ 122 w 131"/>
                <a:gd name="T9" fmla="*/ 34 h 131"/>
                <a:gd name="T10" fmla="*/ 128 w 131"/>
                <a:gd name="T11" fmla="*/ 49 h 131"/>
                <a:gd name="T12" fmla="*/ 131 w 131"/>
                <a:gd name="T13" fmla="*/ 66 h 131"/>
                <a:gd name="T14" fmla="*/ 128 w 131"/>
                <a:gd name="T15" fmla="*/ 83 h 131"/>
                <a:gd name="T16" fmla="*/ 122 w 131"/>
                <a:gd name="T17" fmla="*/ 99 h 131"/>
                <a:gd name="T18" fmla="*/ 111 w 131"/>
                <a:gd name="T19" fmla="*/ 112 h 131"/>
                <a:gd name="T20" fmla="*/ 98 w 131"/>
                <a:gd name="T21" fmla="*/ 123 h 131"/>
                <a:gd name="T22" fmla="*/ 82 w 131"/>
                <a:gd name="T23" fmla="*/ 129 h 131"/>
                <a:gd name="T24" fmla="*/ 66 w 131"/>
                <a:gd name="T25" fmla="*/ 131 h 131"/>
                <a:gd name="T26" fmla="*/ 49 w 131"/>
                <a:gd name="T27" fmla="*/ 129 h 131"/>
                <a:gd name="T28" fmla="*/ 33 w 131"/>
                <a:gd name="T29" fmla="*/ 123 h 131"/>
                <a:gd name="T30" fmla="*/ 20 w 131"/>
                <a:gd name="T31" fmla="*/ 112 h 131"/>
                <a:gd name="T32" fmla="*/ 9 w 131"/>
                <a:gd name="T33" fmla="*/ 99 h 131"/>
                <a:gd name="T34" fmla="*/ 2 w 131"/>
                <a:gd name="T35" fmla="*/ 83 h 131"/>
                <a:gd name="T36" fmla="*/ 0 w 131"/>
                <a:gd name="T37" fmla="*/ 66 h 131"/>
                <a:gd name="T38" fmla="*/ 2 w 131"/>
                <a:gd name="T39" fmla="*/ 49 h 131"/>
                <a:gd name="T40" fmla="*/ 9 w 131"/>
                <a:gd name="T41" fmla="*/ 34 h 131"/>
                <a:gd name="T42" fmla="*/ 20 w 131"/>
                <a:gd name="T43" fmla="*/ 20 h 131"/>
                <a:gd name="T44" fmla="*/ 33 w 131"/>
                <a:gd name="T45" fmla="*/ 10 h 131"/>
                <a:gd name="T46" fmla="*/ 49 w 131"/>
                <a:gd name="T47" fmla="*/ 2 h 131"/>
                <a:gd name="T48" fmla="*/ 66 w 131"/>
                <a:gd name="T4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1" h="131">
                  <a:moveTo>
                    <a:pt x="66" y="0"/>
                  </a:moveTo>
                  <a:lnTo>
                    <a:pt x="82" y="2"/>
                  </a:lnTo>
                  <a:lnTo>
                    <a:pt x="98" y="10"/>
                  </a:lnTo>
                  <a:lnTo>
                    <a:pt x="111" y="20"/>
                  </a:lnTo>
                  <a:lnTo>
                    <a:pt x="122" y="34"/>
                  </a:lnTo>
                  <a:lnTo>
                    <a:pt x="128" y="49"/>
                  </a:lnTo>
                  <a:lnTo>
                    <a:pt x="131" y="66"/>
                  </a:lnTo>
                  <a:lnTo>
                    <a:pt x="128" y="83"/>
                  </a:lnTo>
                  <a:lnTo>
                    <a:pt x="122" y="99"/>
                  </a:lnTo>
                  <a:lnTo>
                    <a:pt x="111" y="112"/>
                  </a:lnTo>
                  <a:lnTo>
                    <a:pt x="98" y="123"/>
                  </a:lnTo>
                  <a:lnTo>
                    <a:pt x="82" y="129"/>
                  </a:lnTo>
                  <a:lnTo>
                    <a:pt x="66" y="131"/>
                  </a:lnTo>
                  <a:lnTo>
                    <a:pt x="49" y="129"/>
                  </a:lnTo>
                  <a:lnTo>
                    <a:pt x="33" y="123"/>
                  </a:lnTo>
                  <a:lnTo>
                    <a:pt x="20" y="112"/>
                  </a:lnTo>
                  <a:lnTo>
                    <a:pt x="9" y="99"/>
                  </a:lnTo>
                  <a:lnTo>
                    <a:pt x="2" y="83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0" name="Freeform 599">
              <a:extLst>
                <a:ext uri="{FF2B5EF4-FFF2-40B4-BE49-F238E27FC236}">
                  <a16:creationId xmlns:a16="http://schemas.microsoft.com/office/drawing/2014/main" id="{AE724AC3-27FC-48FC-8F1B-5016A0B3A8C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78537" y="2957465"/>
              <a:ext cx="10889" cy="11978"/>
            </a:xfrm>
            <a:custGeom>
              <a:avLst/>
              <a:gdLst>
                <a:gd name="T0" fmla="*/ 65 w 130"/>
                <a:gd name="T1" fmla="*/ 0 h 131"/>
                <a:gd name="T2" fmla="*/ 82 w 130"/>
                <a:gd name="T3" fmla="*/ 3 h 131"/>
                <a:gd name="T4" fmla="*/ 98 w 130"/>
                <a:gd name="T5" fmla="*/ 9 h 131"/>
                <a:gd name="T6" fmla="*/ 111 w 130"/>
                <a:gd name="T7" fmla="*/ 19 h 131"/>
                <a:gd name="T8" fmla="*/ 122 w 130"/>
                <a:gd name="T9" fmla="*/ 33 h 131"/>
                <a:gd name="T10" fmla="*/ 128 w 130"/>
                <a:gd name="T11" fmla="*/ 49 h 131"/>
                <a:gd name="T12" fmla="*/ 130 w 130"/>
                <a:gd name="T13" fmla="*/ 66 h 131"/>
                <a:gd name="T14" fmla="*/ 128 w 130"/>
                <a:gd name="T15" fmla="*/ 82 h 131"/>
                <a:gd name="T16" fmla="*/ 122 w 130"/>
                <a:gd name="T17" fmla="*/ 98 h 131"/>
                <a:gd name="T18" fmla="*/ 111 w 130"/>
                <a:gd name="T19" fmla="*/ 112 h 131"/>
                <a:gd name="T20" fmla="*/ 98 w 130"/>
                <a:gd name="T21" fmla="*/ 122 h 131"/>
                <a:gd name="T22" fmla="*/ 82 w 130"/>
                <a:gd name="T23" fmla="*/ 128 h 131"/>
                <a:gd name="T24" fmla="*/ 65 w 130"/>
                <a:gd name="T25" fmla="*/ 131 h 131"/>
                <a:gd name="T26" fmla="*/ 48 w 130"/>
                <a:gd name="T27" fmla="*/ 128 h 131"/>
                <a:gd name="T28" fmla="*/ 32 w 130"/>
                <a:gd name="T29" fmla="*/ 122 h 131"/>
                <a:gd name="T30" fmla="*/ 19 w 130"/>
                <a:gd name="T31" fmla="*/ 112 h 131"/>
                <a:gd name="T32" fmla="*/ 8 w 130"/>
                <a:gd name="T33" fmla="*/ 98 h 131"/>
                <a:gd name="T34" fmla="*/ 2 w 130"/>
                <a:gd name="T35" fmla="*/ 82 h 131"/>
                <a:gd name="T36" fmla="*/ 0 w 130"/>
                <a:gd name="T37" fmla="*/ 66 h 131"/>
                <a:gd name="T38" fmla="*/ 2 w 130"/>
                <a:gd name="T39" fmla="*/ 49 h 131"/>
                <a:gd name="T40" fmla="*/ 8 w 130"/>
                <a:gd name="T41" fmla="*/ 33 h 131"/>
                <a:gd name="T42" fmla="*/ 19 w 130"/>
                <a:gd name="T43" fmla="*/ 19 h 131"/>
                <a:gd name="T44" fmla="*/ 32 w 130"/>
                <a:gd name="T45" fmla="*/ 9 h 131"/>
                <a:gd name="T46" fmla="*/ 48 w 130"/>
                <a:gd name="T47" fmla="*/ 3 h 131"/>
                <a:gd name="T48" fmla="*/ 65 w 130"/>
                <a:gd name="T4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0" h="131">
                  <a:moveTo>
                    <a:pt x="65" y="0"/>
                  </a:moveTo>
                  <a:lnTo>
                    <a:pt x="82" y="3"/>
                  </a:lnTo>
                  <a:lnTo>
                    <a:pt x="98" y="9"/>
                  </a:lnTo>
                  <a:lnTo>
                    <a:pt x="111" y="19"/>
                  </a:lnTo>
                  <a:lnTo>
                    <a:pt x="122" y="33"/>
                  </a:lnTo>
                  <a:lnTo>
                    <a:pt x="128" y="49"/>
                  </a:lnTo>
                  <a:lnTo>
                    <a:pt x="130" y="66"/>
                  </a:lnTo>
                  <a:lnTo>
                    <a:pt x="128" y="82"/>
                  </a:lnTo>
                  <a:lnTo>
                    <a:pt x="122" y="98"/>
                  </a:lnTo>
                  <a:lnTo>
                    <a:pt x="111" y="112"/>
                  </a:lnTo>
                  <a:lnTo>
                    <a:pt x="98" y="122"/>
                  </a:lnTo>
                  <a:lnTo>
                    <a:pt x="82" y="128"/>
                  </a:lnTo>
                  <a:lnTo>
                    <a:pt x="65" y="131"/>
                  </a:lnTo>
                  <a:lnTo>
                    <a:pt x="48" y="128"/>
                  </a:lnTo>
                  <a:lnTo>
                    <a:pt x="32" y="122"/>
                  </a:lnTo>
                  <a:lnTo>
                    <a:pt x="19" y="112"/>
                  </a:lnTo>
                  <a:lnTo>
                    <a:pt x="8" y="98"/>
                  </a:lnTo>
                  <a:lnTo>
                    <a:pt x="2" y="82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8" y="33"/>
                  </a:lnTo>
                  <a:lnTo>
                    <a:pt x="19" y="19"/>
                  </a:lnTo>
                  <a:lnTo>
                    <a:pt x="32" y="9"/>
                  </a:lnTo>
                  <a:lnTo>
                    <a:pt x="48" y="3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1" name="Freeform 600">
              <a:extLst>
                <a:ext uri="{FF2B5EF4-FFF2-40B4-BE49-F238E27FC236}">
                  <a16:creationId xmlns:a16="http://schemas.microsoft.com/office/drawing/2014/main" id="{CF0A9221-F897-4964-8346-C081997973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61115" y="2957465"/>
              <a:ext cx="10889" cy="11978"/>
            </a:xfrm>
            <a:custGeom>
              <a:avLst/>
              <a:gdLst>
                <a:gd name="T0" fmla="*/ 66 w 131"/>
                <a:gd name="T1" fmla="*/ 0 h 131"/>
                <a:gd name="T2" fmla="*/ 82 w 131"/>
                <a:gd name="T3" fmla="*/ 3 h 131"/>
                <a:gd name="T4" fmla="*/ 98 w 131"/>
                <a:gd name="T5" fmla="*/ 9 h 131"/>
                <a:gd name="T6" fmla="*/ 111 w 131"/>
                <a:gd name="T7" fmla="*/ 19 h 131"/>
                <a:gd name="T8" fmla="*/ 122 w 131"/>
                <a:gd name="T9" fmla="*/ 33 h 131"/>
                <a:gd name="T10" fmla="*/ 128 w 131"/>
                <a:gd name="T11" fmla="*/ 49 h 131"/>
                <a:gd name="T12" fmla="*/ 131 w 131"/>
                <a:gd name="T13" fmla="*/ 66 h 131"/>
                <a:gd name="T14" fmla="*/ 128 w 131"/>
                <a:gd name="T15" fmla="*/ 82 h 131"/>
                <a:gd name="T16" fmla="*/ 122 w 131"/>
                <a:gd name="T17" fmla="*/ 98 h 131"/>
                <a:gd name="T18" fmla="*/ 111 w 131"/>
                <a:gd name="T19" fmla="*/ 112 h 131"/>
                <a:gd name="T20" fmla="*/ 98 w 131"/>
                <a:gd name="T21" fmla="*/ 122 h 131"/>
                <a:gd name="T22" fmla="*/ 82 w 131"/>
                <a:gd name="T23" fmla="*/ 128 h 131"/>
                <a:gd name="T24" fmla="*/ 66 w 131"/>
                <a:gd name="T25" fmla="*/ 131 h 131"/>
                <a:gd name="T26" fmla="*/ 49 w 131"/>
                <a:gd name="T27" fmla="*/ 128 h 131"/>
                <a:gd name="T28" fmla="*/ 33 w 131"/>
                <a:gd name="T29" fmla="*/ 122 h 131"/>
                <a:gd name="T30" fmla="*/ 20 w 131"/>
                <a:gd name="T31" fmla="*/ 112 h 131"/>
                <a:gd name="T32" fmla="*/ 9 w 131"/>
                <a:gd name="T33" fmla="*/ 98 h 131"/>
                <a:gd name="T34" fmla="*/ 2 w 131"/>
                <a:gd name="T35" fmla="*/ 82 h 131"/>
                <a:gd name="T36" fmla="*/ 0 w 131"/>
                <a:gd name="T37" fmla="*/ 66 h 131"/>
                <a:gd name="T38" fmla="*/ 2 w 131"/>
                <a:gd name="T39" fmla="*/ 49 h 131"/>
                <a:gd name="T40" fmla="*/ 9 w 131"/>
                <a:gd name="T41" fmla="*/ 33 h 131"/>
                <a:gd name="T42" fmla="*/ 20 w 131"/>
                <a:gd name="T43" fmla="*/ 19 h 131"/>
                <a:gd name="T44" fmla="*/ 33 w 131"/>
                <a:gd name="T45" fmla="*/ 9 h 131"/>
                <a:gd name="T46" fmla="*/ 49 w 131"/>
                <a:gd name="T47" fmla="*/ 3 h 131"/>
                <a:gd name="T48" fmla="*/ 66 w 131"/>
                <a:gd name="T4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1" h="131">
                  <a:moveTo>
                    <a:pt x="66" y="0"/>
                  </a:moveTo>
                  <a:lnTo>
                    <a:pt x="82" y="3"/>
                  </a:lnTo>
                  <a:lnTo>
                    <a:pt x="98" y="9"/>
                  </a:lnTo>
                  <a:lnTo>
                    <a:pt x="111" y="19"/>
                  </a:lnTo>
                  <a:lnTo>
                    <a:pt x="122" y="33"/>
                  </a:lnTo>
                  <a:lnTo>
                    <a:pt x="128" y="49"/>
                  </a:lnTo>
                  <a:lnTo>
                    <a:pt x="131" y="66"/>
                  </a:lnTo>
                  <a:lnTo>
                    <a:pt x="128" y="82"/>
                  </a:lnTo>
                  <a:lnTo>
                    <a:pt x="122" y="98"/>
                  </a:lnTo>
                  <a:lnTo>
                    <a:pt x="111" y="112"/>
                  </a:lnTo>
                  <a:lnTo>
                    <a:pt x="98" y="122"/>
                  </a:lnTo>
                  <a:lnTo>
                    <a:pt x="82" y="128"/>
                  </a:lnTo>
                  <a:lnTo>
                    <a:pt x="66" y="131"/>
                  </a:lnTo>
                  <a:lnTo>
                    <a:pt x="49" y="128"/>
                  </a:lnTo>
                  <a:lnTo>
                    <a:pt x="33" y="122"/>
                  </a:lnTo>
                  <a:lnTo>
                    <a:pt x="20" y="112"/>
                  </a:lnTo>
                  <a:lnTo>
                    <a:pt x="9" y="98"/>
                  </a:lnTo>
                  <a:lnTo>
                    <a:pt x="2" y="82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9" y="33"/>
                  </a:lnTo>
                  <a:lnTo>
                    <a:pt x="20" y="19"/>
                  </a:lnTo>
                  <a:lnTo>
                    <a:pt x="33" y="9"/>
                  </a:lnTo>
                  <a:lnTo>
                    <a:pt x="49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2" name="Freeform 601">
              <a:extLst>
                <a:ext uri="{FF2B5EF4-FFF2-40B4-BE49-F238E27FC236}">
                  <a16:creationId xmlns:a16="http://schemas.microsoft.com/office/drawing/2014/main" id="{93A3E606-02F1-4428-8FAC-5D54053B45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78537" y="3055465"/>
              <a:ext cx="10889" cy="10889"/>
            </a:xfrm>
            <a:custGeom>
              <a:avLst/>
              <a:gdLst>
                <a:gd name="T0" fmla="*/ 65 w 130"/>
                <a:gd name="T1" fmla="*/ 0 h 132"/>
                <a:gd name="T2" fmla="*/ 82 w 130"/>
                <a:gd name="T3" fmla="*/ 3 h 132"/>
                <a:gd name="T4" fmla="*/ 98 w 130"/>
                <a:gd name="T5" fmla="*/ 9 h 132"/>
                <a:gd name="T6" fmla="*/ 111 w 130"/>
                <a:gd name="T7" fmla="*/ 20 h 132"/>
                <a:gd name="T8" fmla="*/ 122 w 130"/>
                <a:gd name="T9" fmla="*/ 33 h 132"/>
                <a:gd name="T10" fmla="*/ 128 w 130"/>
                <a:gd name="T11" fmla="*/ 49 h 132"/>
                <a:gd name="T12" fmla="*/ 130 w 130"/>
                <a:gd name="T13" fmla="*/ 66 h 132"/>
                <a:gd name="T14" fmla="*/ 128 w 130"/>
                <a:gd name="T15" fmla="*/ 83 h 132"/>
                <a:gd name="T16" fmla="*/ 122 w 130"/>
                <a:gd name="T17" fmla="*/ 98 h 132"/>
                <a:gd name="T18" fmla="*/ 111 w 130"/>
                <a:gd name="T19" fmla="*/ 112 h 132"/>
                <a:gd name="T20" fmla="*/ 98 w 130"/>
                <a:gd name="T21" fmla="*/ 122 h 132"/>
                <a:gd name="T22" fmla="*/ 82 w 130"/>
                <a:gd name="T23" fmla="*/ 130 h 132"/>
                <a:gd name="T24" fmla="*/ 65 w 130"/>
                <a:gd name="T25" fmla="*/ 132 h 132"/>
                <a:gd name="T26" fmla="*/ 48 w 130"/>
                <a:gd name="T27" fmla="*/ 130 h 132"/>
                <a:gd name="T28" fmla="*/ 32 w 130"/>
                <a:gd name="T29" fmla="*/ 122 h 132"/>
                <a:gd name="T30" fmla="*/ 19 w 130"/>
                <a:gd name="T31" fmla="*/ 112 h 132"/>
                <a:gd name="T32" fmla="*/ 8 w 130"/>
                <a:gd name="T33" fmla="*/ 98 h 132"/>
                <a:gd name="T34" fmla="*/ 2 w 130"/>
                <a:gd name="T35" fmla="*/ 83 h 132"/>
                <a:gd name="T36" fmla="*/ 0 w 130"/>
                <a:gd name="T37" fmla="*/ 66 h 132"/>
                <a:gd name="T38" fmla="*/ 2 w 130"/>
                <a:gd name="T39" fmla="*/ 49 h 132"/>
                <a:gd name="T40" fmla="*/ 8 w 130"/>
                <a:gd name="T41" fmla="*/ 33 h 132"/>
                <a:gd name="T42" fmla="*/ 19 w 130"/>
                <a:gd name="T43" fmla="*/ 20 h 132"/>
                <a:gd name="T44" fmla="*/ 32 w 130"/>
                <a:gd name="T45" fmla="*/ 9 h 132"/>
                <a:gd name="T46" fmla="*/ 48 w 130"/>
                <a:gd name="T47" fmla="*/ 3 h 132"/>
                <a:gd name="T48" fmla="*/ 65 w 130"/>
                <a:gd name="T4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0" h="132">
                  <a:moveTo>
                    <a:pt x="65" y="0"/>
                  </a:moveTo>
                  <a:lnTo>
                    <a:pt x="82" y="3"/>
                  </a:lnTo>
                  <a:lnTo>
                    <a:pt x="98" y="9"/>
                  </a:lnTo>
                  <a:lnTo>
                    <a:pt x="111" y="20"/>
                  </a:lnTo>
                  <a:lnTo>
                    <a:pt x="122" y="33"/>
                  </a:lnTo>
                  <a:lnTo>
                    <a:pt x="128" y="49"/>
                  </a:lnTo>
                  <a:lnTo>
                    <a:pt x="130" y="66"/>
                  </a:lnTo>
                  <a:lnTo>
                    <a:pt x="128" y="83"/>
                  </a:lnTo>
                  <a:lnTo>
                    <a:pt x="122" y="98"/>
                  </a:lnTo>
                  <a:lnTo>
                    <a:pt x="111" y="112"/>
                  </a:lnTo>
                  <a:lnTo>
                    <a:pt x="98" y="122"/>
                  </a:lnTo>
                  <a:lnTo>
                    <a:pt x="82" y="130"/>
                  </a:lnTo>
                  <a:lnTo>
                    <a:pt x="65" y="132"/>
                  </a:lnTo>
                  <a:lnTo>
                    <a:pt x="48" y="130"/>
                  </a:lnTo>
                  <a:lnTo>
                    <a:pt x="32" y="122"/>
                  </a:lnTo>
                  <a:lnTo>
                    <a:pt x="19" y="112"/>
                  </a:lnTo>
                  <a:lnTo>
                    <a:pt x="8" y="98"/>
                  </a:lnTo>
                  <a:lnTo>
                    <a:pt x="2" y="83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8" y="33"/>
                  </a:lnTo>
                  <a:lnTo>
                    <a:pt x="19" y="20"/>
                  </a:lnTo>
                  <a:lnTo>
                    <a:pt x="32" y="9"/>
                  </a:lnTo>
                  <a:lnTo>
                    <a:pt x="48" y="3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3" name="Freeform 602">
              <a:extLst>
                <a:ext uri="{FF2B5EF4-FFF2-40B4-BE49-F238E27FC236}">
                  <a16:creationId xmlns:a16="http://schemas.microsoft.com/office/drawing/2014/main" id="{1089D9F4-8F19-4DEA-94E3-60FBEDCEF3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61115" y="3055465"/>
              <a:ext cx="10889" cy="10889"/>
            </a:xfrm>
            <a:custGeom>
              <a:avLst/>
              <a:gdLst>
                <a:gd name="T0" fmla="*/ 66 w 131"/>
                <a:gd name="T1" fmla="*/ 0 h 132"/>
                <a:gd name="T2" fmla="*/ 82 w 131"/>
                <a:gd name="T3" fmla="*/ 3 h 132"/>
                <a:gd name="T4" fmla="*/ 98 w 131"/>
                <a:gd name="T5" fmla="*/ 9 h 132"/>
                <a:gd name="T6" fmla="*/ 111 w 131"/>
                <a:gd name="T7" fmla="*/ 20 h 132"/>
                <a:gd name="T8" fmla="*/ 122 w 131"/>
                <a:gd name="T9" fmla="*/ 33 h 132"/>
                <a:gd name="T10" fmla="*/ 128 w 131"/>
                <a:gd name="T11" fmla="*/ 49 h 132"/>
                <a:gd name="T12" fmla="*/ 131 w 131"/>
                <a:gd name="T13" fmla="*/ 66 h 132"/>
                <a:gd name="T14" fmla="*/ 128 w 131"/>
                <a:gd name="T15" fmla="*/ 83 h 132"/>
                <a:gd name="T16" fmla="*/ 122 w 131"/>
                <a:gd name="T17" fmla="*/ 98 h 132"/>
                <a:gd name="T18" fmla="*/ 111 w 131"/>
                <a:gd name="T19" fmla="*/ 112 h 132"/>
                <a:gd name="T20" fmla="*/ 98 w 131"/>
                <a:gd name="T21" fmla="*/ 122 h 132"/>
                <a:gd name="T22" fmla="*/ 82 w 131"/>
                <a:gd name="T23" fmla="*/ 130 h 132"/>
                <a:gd name="T24" fmla="*/ 66 w 131"/>
                <a:gd name="T25" fmla="*/ 132 h 132"/>
                <a:gd name="T26" fmla="*/ 49 w 131"/>
                <a:gd name="T27" fmla="*/ 130 h 132"/>
                <a:gd name="T28" fmla="*/ 33 w 131"/>
                <a:gd name="T29" fmla="*/ 122 h 132"/>
                <a:gd name="T30" fmla="*/ 20 w 131"/>
                <a:gd name="T31" fmla="*/ 112 h 132"/>
                <a:gd name="T32" fmla="*/ 9 w 131"/>
                <a:gd name="T33" fmla="*/ 98 h 132"/>
                <a:gd name="T34" fmla="*/ 2 w 131"/>
                <a:gd name="T35" fmla="*/ 83 h 132"/>
                <a:gd name="T36" fmla="*/ 0 w 131"/>
                <a:gd name="T37" fmla="*/ 66 h 132"/>
                <a:gd name="T38" fmla="*/ 2 w 131"/>
                <a:gd name="T39" fmla="*/ 49 h 132"/>
                <a:gd name="T40" fmla="*/ 9 w 131"/>
                <a:gd name="T41" fmla="*/ 33 h 132"/>
                <a:gd name="T42" fmla="*/ 20 w 131"/>
                <a:gd name="T43" fmla="*/ 20 h 132"/>
                <a:gd name="T44" fmla="*/ 33 w 131"/>
                <a:gd name="T45" fmla="*/ 9 h 132"/>
                <a:gd name="T46" fmla="*/ 49 w 131"/>
                <a:gd name="T47" fmla="*/ 3 h 132"/>
                <a:gd name="T48" fmla="*/ 66 w 131"/>
                <a:gd name="T4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1" h="132">
                  <a:moveTo>
                    <a:pt x="66" y="0"/>
                  </a:moveTo>
                  <a:lnTo>
                    <a:pt x="82" y="3"/>
                  </a:lnTo>
                  <a:lnTo>
                    <a:pt x="98" y="9"/>
                  </a:lnTo>
                  <a:lnTo>
                    <a:pt x="111" y="20"/>
                  </a:lnTo>
                  <a:lnTo>
                    <a:pt x="122" y="33"/>
                  </a:lnTo>
                  <a:lnTo>
                    <a:pt x="128" y="49"/>
                  </a:lnTo>
                  <a:lnTo>
                    <a:pt x="131" y="66"/>
                  </a:lnTo>
                  <a:lnTo>
                    <a:pt x="128" y="83"/>
                  </a:lnTo>
                  <a:lnTo>
                    <a:pt x="122" y="98"/>
                  </a:lnTo>
                  <a:lnTo>
                    <a:pt x="111" y="112"/>
                  </a:lnTo>
                  <a:lnTo>
                    <a:pt x="98" y="122"/>
                  </a:lnTo>
                  <a:lnTo>
                    <a:pt x="82" y="130"/>
                  </a:lnTo>
                  <a:lnTo>
                    <a:pt x="66" y="132"/>
                  </a:lnTo>
                  <a:lnTo>
                    <a:pt x="49" y="130"/>
                  </a:lnTo>
                  <a:lnTo>
                    <a:pt x="33" y="122"/>
                  </a:lnTo>
                  <a:lnTo>
                    <a:pt x="20" y="112"/>
                  </a:lnTo>
                  <a:lnTo>
                    <a:pt x="9" y="98"/>
                  </a:lnTo>
                  <a:lnTo>
                    <a:pt x="2" y="83"/>
                  </a:lnTo>
                  <a:lnTo>
                    <a:pt x="0" y="66"/>
                  </a:lnTo>
                  <a:lnTo>
                    <a:pt x="2" y="49"/>
                  </a:lnTo>
                  <a:lnTo>
                    <a:pt x="9" y="33"/>
                  </a:lnTo>
                  <a:lnTo>
                    <a:pt x="20" y="20"/>
                  </a:lnTo>
                  <a:lnTo>
                    <a:pt x="33" y="9"/>
                  </a:lnTo>
                  <a:lnTo>
                    <a:pt x="49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4" name="Freeform 603">
              <a:extLst>
                <a:ext uri="{FF2B5EF4-FFF2-40B4-BE49-F238E27FC236}">
                  <a16:creationId xmlns:a16="http://schemas.microsoft.com/office/drawing/2014/main" id="{67215E12-2782-4E56-B849-24E0B96B8920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428094" y="2822444"/>
              <a:ext cx="287465" cy="282021"/>
            </a:xfrm>
            <a:custGeom>
              <a:avLst/>
              <a:gdLst>
                <a:gd name="T0" fmla="*/ 3302 w 3432"/>
                <a:gd name="T1" fmla="*/ 3236 h 3367"/>
                <a:gd name="T2" fmla="*/ 2492 w 3432"/>
                <a:gd name="T3" fmla="*/ 2466 h 3367"/>
                <a:gd name="T4" fmla="*/ 2831 w 3432"/>
                <a:gd name="T5" fmla="*/ 2466 h 3367"/>
                <a:gd name="T6" fmla="*/ 130 w 3432"/>
                <a:gd name="T7" fmla="*/ 3236 h 3367"/>
                <a:gd name="T8" fmla="*/ 130 w 3432"/>
                <a:gd name="T9" fmla="*/ 2466 h 3367"/>
                <a:gd name="T10" fmla="*/ 3046 w 3432"/>
                <a:gd name="T11" fmla="*/ 2335 h 3367"/>
                <a:gd name="T12" fmla="*/ 2961 w 3432"/>
                <a:gd name="T13" fmla="*/ 1298 h 3367"/>
                <a:gd name="T14" fmla="*/ 3302 w 3432"/>
                <a:gd name="T15" fmla="*/ 1298 h 3367"/>
                <a:gd name="T16" fmla="*/ 2492 w 3432"/>
                <a:gd name="T17" fmla="*/ 2069 h 3367"/>
                <a:gd name="T18" fmla="*/ 2492 w 3432"/>
                <a:gd name="T19" fmla="*/ 1298 h 3367"/>
                <a:gd name="T20" fmla="*/ 2362 w 3432"/>
                <a:gd name="T21" fmla="*/ 2069 h 3367"/>
                <a:gd name="T22" fmla="*/ 386 w 3432"/>
                <a:gd name="T23" fmla="*/ 1032 h 3367"/>
                <a:gd name="T24" fmla="*/ 3046 w 3432"/>
                <a:gd name="T25" fmla="*/ 1032 h 3367"/>
                <a:gd name="T26" fmla="*/ 2961 w 3432"/>
                <a:gd name="T27" fmla="*/ 901 h 3367"/>
                <a:gd name="T28" fmla="*/ 2961 w 3432"/>
                <a:gd name="T29" fmla="*/ 131 h 3367"/>
                <a:gd name="T30" fmla="*/ 2831 w 3432"/>
                <a:gd name="T31" fmla="*/ 901 h 3367"/>
                <a:gd name="T32" fmla="*/ 130 w 3432"/>
                <a:gd name="T33" fmla="*/ 131 h 3367"/>
                <a:gd name="T34" fmla="*/ 2362 w 3432"/>
                <a:gd name="T35" fmla="*/ 131 h 3367"/>
                <a:gd name="T36" fmla="*/ 3366 w 3432"/>
                <a:gd name="T37" fmla="*/ 0 h 3367"/>
                <a:gd name="T38" fmla="*/ 3413 w 3432"/>
                <a:gd name="T39" fmla="*/ 19 h 3367"/>
                <a:gd name="T40" fmla="*/ 3432 w 3432"/>
                <a:gd name="T41" fmla="*/ 65 h 3367"/>
                <a:gd name="T42" fmla="*/ 3423 w 3432"/>
                <a:gd name="T43" fmla="*/ 1000 h 3367"/>
                <a:gd name="T44" fmla="*/ 3384 w 3432"/>
                <a:gd name="T45" fmla="*/ 1030 h 3367"/>
                <a:gd name="T46" fmla="*/ 3177 w 3432"/>
                <a:gd name="T47" fmla="*/ 1167 h 3367"/>
                <a:gd name="T48" fmla="*/ 3400 w 3432"/>
                <a:gd name="T49" fmla="*/ 1176 h 3367"/>
                <a:gd name="T50" fmla="*/ 3430 w 3432"/>
                <a:gd name="T51" fmla="*/ 1216 h 3367"/>
                <a:gd name="T52" fmla="*/ 3430 w 3432"/>
                <a:gd name="T53" fmla="*/ 2151 h 3367"/>
                <a:gd name="T54" fmla="*/ 3400 w 3432"/>
                <a:gd name="T55" fmla="*/ 2191 h 3367"/>
                <a:gd name="T56" fmla="*/ 3177 w 3432"/>
                <a:gd name="T57" fmla="*/ 2200 h 3367"/>
                <a:gd name="T58" fmla="*/ 3384 w 3432"/>
                <a:gd name="T59" fmla="*/ 2337 h 3367"/>
                <a:gd name="T60" fmla="*/ 3423 w 3432"/>
                <a:gd name="T61" fmla="*/ 2367 h 3367"/>
                <a:gd name="T62" fmla="*/ 3432 w 3432"/>
                <a:gd name="T63" fmla="*/ 3302 h 3367"/>
                <a:gd name="T64" fmla="*/ 3413 w 3432"/>
                <a:gd name="T65" fmla="*/ 3348 h 3367"/>
                <a:gd name="T66" fmla="*/ 3366 w 3432"/>
                <a:gd name="T67" fmla="*/ 3367 h 3367"/>
                <a:gd name="T68" fmla="*/ 32 w 3432"/>
                <a:gd name="T69" fmla="*/ 3359 h 3367"/>
                <a:gd name="T70" fmla="*/ 2 w 3432"/>
                <a:gd name="T71" fmla="*/ 3319 h 3367"/>
                <a:gd name="T72" fmla="*/ 2 w 3432"/>
                <a:gd name="T73" fmla="*/ 2383 h 3367"/>
                <a:gd name="T74" fmla="*/ 32 w 3432"/>
                <a:gd name="T75" fmla="*/ 2344 h 3367"/>
                <a:gd name="T76" fmla="*/ 255 w 3432"/>
                <a:gd name="T77" fmla="*/ 2335 h 3367"/>
                <a:gd name="T78" fmla="*/ 48 w 3432"/>
                <a:gd name="T79" fmla="*/ 2198 h 3367"/>
                <a:gd name="T80" fmla="*/ 9 w 3432"/>
                <a:gd name="T81" fmla="*/ 2167 h 3367"/>
                <a:gd name="T82" fmla="*/ 0 w 3432"/>
                <a:gd name="T83" fmla="*/ 1233 h 3367"/>
                <a:gd name="T84" fmla="*/ 19 w 3432"/>
                <a:gd name="T85" fmla="*/ 1186 h 3367"/>
                <a:gd name="T86" fmla="*/ 66 w 3432"/>
                <a:gd name="T87" fmla="*/ 1167 h 3367"/>
                <a:gd name="T88" fmla="*/ 66 w 3432"/>
                <a:gd name="T89" fmla="*/ 1032 h 3367"/>
                <a:gd name="T90" fmla="*/ 19 w 3432"/>
                <a:gd name="T91" fmla="*/ 1013 h 3367"/>
                <a:gd name="T92" fmla="*/ 0 w 3432"/>
                <a:gd name="T93" fmla="*/ 966 h 3367"/>
                <a:gd name="T94" fmla="*/ 9 w 3432"/>
                <a:gd name="T95" fmla="*/ 32 h 3367"/>
                <a:gd name="T96" fmla="*/ 48 w 3432"/>
                <a:gd name="T97" fmla="*/ 2 h 3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432" h="3367">
                  <a:moveTo>
                    <a:pt x="2961" y="2466"/>
                  </a:moveTo>
                  <a:lnTo>
                    <a:pt x="2961" y="3236"/>
                  </a:lnTo>
                  <a:lnTo>
                    <a:pt x="3302" y="3236"/>
                  </a:lnTo>
                  <a:lnTo>
                    <a:pt x="3302" y="2466"/>
                  </a:lnTo>
                  <a:lnTo>
                    <a:pt x="2961" y="2466"/>
                  </a:lnTo>
                  <a:close/>
                  <a:moveTo>
                    <a:pt x="2492" y="2466"/>
                  </a:moveTo>
                  <a:lnTo>
                    <a:pt x="2492" y="3236"/>
                  </a:lnTo>
                  <a:lnTo>
                    <a:pt x="2831" y="3236"/>
                  </a:lnTo>
                  <a:lnTo>
                    <a:pt x="2831" y="2466"/>
                  </a:lnTo>
                  <a:lnTo>
                    <a:pt x="2492" y="2466"/>
                  </a:lnTo>
                  <a:close/>
                  <a:moveTo>
                    <a:pt x="130" y="2466"/>
                  </a:moveTo>
                  <a:lnTo>
                    <a:pt x="130" y="3236"/>
                  </a:lnTo>
                  <a:lnTo>
                    <a:pt x="2362" y="3236"/>
                  </a:lnTo>
                  <a:lnTo>
                    <a:pt x="2362" y="2466"/>
                  </a:lnTo>
                  <a:lnTo>
                    <a:pt x="130" y="2466"/>
                  </a:lnTo>
                  <a:close/>
                  <a:moveTo>
                    <a:pt x="386" y="2200"/>
                  </a:moveTo>
                  <a:lnTo>
                    <a:pt x="386" y="2335"/>
                  </a:lnTo>
                  <a:lnTo>
                    <a:pt x="3046" y="2335"/>
                  </a:lnTo>
                  <a:lnTo>
                    <a:pt x="3046" y="2200"/>
                  </a:lnTo>
                  <a:lnTo>
                    <a:pt x="386" y="2200"/>
                  </a:lnTo>
                  <a:close/>
                  <a:moveTo>
                    <a:pt x="2961" y="1298"/>
                  </a:moveTo>
                  <a:lnTo>
                    <a:pt x="2961" y="2069"/>
                  </a:lnTo>
                  <a:lnTo>
                    <a:pt x="3302" y="2069"/>
                  </a:lnTo>
                  <a:lnTo>
                    <a:pt x="3302" y="1298"/>
                  </a:lnTo>
                  <a:lnTo>
                    <a:pt x="2961" y="1298"/>
                  </a:lnTo>
                  <a:close/>
                  <a:moveTo>
                    <a:pt x="2492" y="1298"/>
                  </a:moveTo>
                  <a:lnTo>
                    <a:pt x="2492" y="2069"/>
                  </a:lnTo>
                  <a:lnTo>
                    <a:pt x="2831" y="2069"/>
                  </a:lnTo>
                  <a:lnTo>
                    <a:pt x="2831" y="1298"/>
                  </a:lnTo>
                  <a:lnTo>
                    <a:pt x="2492" y="1298"/>
                  </a:lnTo>
                  <a:close/>
                  <a:moveTo>
                    <a:pt x="130" y="1298"/>
                  </a:moveTo>
                  <a:lnTo>
                    <a:pt x="130" y="2069"/>
                  </a:lnTo>
                  <a:lnTo>
                    <a:pt x="2362" y="2069"/>
                  </a:lnTo>
                  <a:lnTo>
                    <a:pt x="2362" y="1298"/>
                  </a:lnTo>
                  <a:lnTo>
                    <a:pt x="130" y="1298"/>
                  </a:lnTo>
                  <a:close/>
                  <a:moveTo>
                    <a:pt x="386" y="1032"/>
                  </a:moveTo>
                  <a:lnTo>
                    <a:pt x="386" y="1167"/>
                  </a:lnTo>
                  <a:lnTo>
                    <a:pt x="3046" y="1167"/>
                  </a:lnTo>
                  <a:lnTo>
                    <a:pt x="3046" y="1032"/>
                  </a:lnTo>
                  <a:lnTo>
                    <a:pt x="386" y="1032"/>
                  </a:lnTo>
                  <a:close/>
                  <a:moveTo>
                    <a:pt x="2961" y="131"/>
                  </a:moveTo>
                  <a:lnTo>
                    <a:pt x="2961" y="901"/>
                  </a:lnTo>
                  <a:lnTo>
                    <a:pt x="3302" y="901"/>
                  </a:lnTo>
                  <a:lnTo>
                    <a:pt x="3302" y="131"/>
                  </a:lnTo>
                  <a:lnTo>
                    <a:pt x="2961" y="131"/>
                  </a:lnTo>
                  <a:close/>
                  <a:moveTo>
                    <a:pt x="2492" y="131"/>
                  </a:moveTo>
                  <a:lnTo>
                    <a:pt x="2492" y="901"/>
                  </a:lnTo>
                  <a:lnTo>
                    <a:pt x="2831" y="901"/>
                  </a:lnTo>
                  <a:lnTo>
                    <a:pt x="2831" y="131"/>
                  </a:lnTo>
                  <a:lnTo>
                    <a:pt x="2492" y="131"/>
                  </a:lnTo>
                  <a:close/>
                  <a:moveTo>
                    <a:pt x="130" y="131"/>
                  </a:moveTo>
                  <a:lnTo>
                    <a:pt x="130" y="901"/>
                  </a:lnTo>
                  <a:lnTo>
                    <a:pt x="2362" y="901"/>
                  </a:lnTo>
                  <a:lnTo>
                    <a:pt x="2362" y="131"/>
                  </a:lnTo>
                  <a:lnTo>
                    <a:pt x="130" y="131"/>
                  </a:lnTo>
                  <a:close/>
                  <a:moveTo>
                    <a:pt x="66" y="0"/>
                  </a:moveTo>
                  <a:lnTo>
                    <a:pt x="3366" y="0"/>
                  </a:lnTo>
                  <a:lnTo>
                    <a:pt x="3384" y="2"/>
                  </a:lnTo>
                  <a:lnTo>
                    <a:pt x="3400" y="8"/>
                  </a:lnTo>
                  <a:lnTo>
                    <a:pt x="3413" y="19"/>
                  </a:lnTo>
                  <a:lnTo>
                    <a:pt x="3423" y="32"/>
                  </a:lnTo>
                  <a:lnTo>
                    <a:pt x="3430" y="48"/>
                  </a:lnTo>
                  <a:lnTo>
                    <a:pt x="3432" y="65"/>
                  </a:lnTo>
                  <a:lnTo>
                    <a:pt x="3432" y="966"/>
                  </a:lnTo>
                  <a:lnTo>
                    <a:pt x="3430" y="984"/>
                  </a:lnTo>
                  <a:lnTo>
                    <a:pt x="3423" y="1000"/>
                  </a:lnTo>
                  <a:lnTo>
                    <a:pt x="3413" y="1013"/>
                  </a:lnTo>
                  <a:lnTo>
                    <a:pt x="3400" y="1023"/>
                  </a:lnTo>
                  <a:lnTo>
                    <a:pt x="3384" y="1030"/>
                  </a:lnTo>
                  <a:lnTo>
                    <a:pt x="3366" y="1032"/>
                  </a:lnTo>
                  <a:lnTo>
                    <a:pt x="3177" y="1032"/>
                  </a:lnTo>
                  <a:lnTo>
                    <a:pt x="3177" y="1167"/>
                  </a:lnTo>
                  <a:lnTo>
                    <a:pt x="3366" y="1167"/>
                  </a:lnTo>
                  <a:lnTo>
                    <a:pt x="3384" y="1169"/>
                  </a:lnTo>
                  <a:lnTo>
                    <a:pt x="3400" y="1176"/>
                  </a:lnTo>
                  <a:lnTo>
                    <a:pt x="3413" y="1186"/>
                  </a:lnTo>
                  <a:lnTo>
                    <a:pt x="3423" y="1200"/>
                  </a:lnTo>
                  <a:lnTo>
                    <a:pt x="3430" y="1216"/>
                  </a:lnTo>
                  <a:lnTo>
                    <a:pt x="3432" y="1233"/>
                  </a:lnTo>
                  <a:lnTo>
                    <a:pt x="3432" y="2134"/>
                  </a:lnTo>
                  <a:lnTo>
                    <a:pt x="3430" y="2151"/>
                  </a:lnTo>
                  <a:lnTo>
                    <a:pt x="3423" y="2167"/>
                  </a:lnTo>
                  <a:lnTo>
                    <a:pt x="3413" y="2181"/>
                  </a:lnTo>
                  <a:lnTo>
                    <a:pt x="3400" y="2191"/>
                  </a:lnTo>
                  <a:lnTo>
                    <a:pt x="3384" y="2198"/>
                  </a:lnTo>
                  <a:lnTo>
                    <a:pt x="3366" y="2200"/>
                  </a:lnTo>
                  <a:lnTo>
                    <a:pt x="3177" y="2200"/>
                  </a:lnTo>
                  <a:lnTo>
                    <a:pt x="3177" y="2335"/>
                  </a:lnTo>
                  <a:lnTo>
                    <a:pt x="3366" y="2335"/>
                  </a:lnTo>
                  <a:lnTo>
                    <a:pt x="3384" y="2337"/>
                  </a:lnTo>
                  <a:lnTo>
                    <a:pt x="3400" y="2344"/>
                  </a:lnTo>
                  <a:lnTo>
                    <a:pt x="3413" y="2354"/>
                  </a:lnTo>
                  <a:lnTo>
                    <a:pt x="3423" y="2367"/>
                  </a:lnTo>
                  <a:lnTo>
                    <a:pt x="3430" y="2383"/>
                  </a:lnTo>
                  <a:lnTo>
                    <a:pt x="3432" y="2401"/>
                  </a:lnTo>
                  <a:lnTo>
                    <a:pt x="3432" y="3302"/>
                  </a:lnTo>
                  <a:lnTo>
                    <a:pt x="3430" y="3319"/>
                  </a:lnTo>
                  <a:lnTo>
                    <a:pt x="3423" y="3335"/>
                  </a:lnTo>
                  <a:lnTo>
                    <a:pt x="3413" y="3348"/>
                  </a:lnTo>
                  <a:lnTo>
                    <a:pt x="3400" y="3359"/>
                  </a:lnTo>
                  <a:lnTo>
                    <a:pt x="3384" y="3365"/>
                  </a:lnTo>
                  <a:lnTo>
                    <a:pt x="3366" y="3367"/>
                  </a:lnTo>
                  <a:lnTo>
                    <a:pt x="66" y="3367"/>
                  </a:lnTo>
                  <a:lnTo>
                    <a:pt x="48" y="3365"/>
                  </a:lnTo>
                  <a:lnTo>
                    <a:pt x="32" y="3359"/>
                  </a:lnTo>
                  <a:lnTo>
                    <a:pt x="19" y="3348"/>
                  </a:lnTo>
                  <a:lnTo>
                    <a:pt x="9" y="3335"/>
                  </a:lnTo>
                  <a:lnTo>
                    <a:pt x="2" y="3319"/>
                  </a:lnTo>
                  <a:lnTo>
                    <a:pt x="0" y="3302"/>
                  </a:lnTo>
                  <a:lnTo>
                    <a:pt x="0" y="2401"/>
                  </a:lnTo>
                  <a:lnTo>
                    <a:pt x="2" y="2383"/>
                  </a:lnTo>
                  <a:lnTo>
                    <a:pt x="9" y="2367"/>
                  </a:lnTo>
                  <a:lnTo>
                    <a:pt x="19" y="2354"/>
                  </a:lnTo>
                  <a:lnTo>
                    <a:pt x="32" y="2344"/>
                  </a:lnTo>
                  <a:lnTo>
                    <a:pt x="48" y="2337"/>
                  </a:lnTo>
                  <a:lnTo>
                    <a:pt x="66" y="2335"/>
                  </a:lnTo>
                  <a:lnTo>
                    <a:pt x="255" y="2335"/>
                  </a:lnTo>
                  <a:lnTo>
                    <a:pt x="255" y="2200"/>
                  </a:lnTo>
                  <a:lnTo>
                    <a:pt x="66" y="2200"/>
                  </a:lnTo>
                  <a:lnTo>
                    <a:pt x="48" y="2198"/>
                  </a:lnTo>
                  <a:lnTo>
                    <a:pt x="32" y="2191"/>
                  </a:lnTo>
                  <a:lnTo>
                    <a:pt x="19" y="2181"/>
                  </a:lnTo>
                  <a:lnTo>
                    <a:pt x="9" y="2167"/>
                  </a:lnTo>
                  <a:lnTo>
                    <a:pt x="2" y="2151"/>
                  </a:lnTo>
                  <a:lnTo>
                    <a:pt x="0" y="2134"/>
                  </a:lnTo>
                  <a:lnTo>
                    <a:pt x="0" y="1233"/>
                  </a:lnTo>
                  <a:lnTo>
                    <a:pt x="2" y="1216"/>
                  </a:lnTo>
                  <a:lnTo>
                    <a:pt x="9" y="1200"/>
                  </a:lnTo>
                  <a:lnTo>
                    <a:pt x="19" y="1186"/>
                  </a:lnTo>
                  <a:lnTo>
                    <a:pt x="32" y="1176"/>
                  </a:lnTo>
                  <a:lnTo>
                    <a:pt x="48" y="1169"/>
                  </a:lnTo>
                  <a:lnTo>
                    <a:pt x="66" y="1167"/>
                  </a:lnTo>
                  <a:lnTo>
                    <a:pt x="255" y="1167"/>
                  </a:lnTo>
                  <a:lnTo>
                    <a:pt x="255" y="1032"/>
                  </a:lnTo>
                  <a:lnTo>
                    <a:pt x="66" y="1032"/>
                  </a:lnTo>
                  <a:lnTo>
                    <a:pt x="48" y="1030"/>
                  </a:lnTo>
                  <a:lnTo>
                    <a:pt x="32" y="1023"/>
                  </a:lnTo>
                  <a:lnTo>
                    <a:pt x="19" y="1013"/>
                  </a:lnTo>
                  <a:lnTo>
                    <a:pt x="9" y="1000"/>
                  </a:lnTo>
                  <a:lnTo>
                    <a:pt x="2" y="984"/>
                  </a:lnTo>
                  <a:lnTo>
                    <a:pt x="0" y="966"/>
                  </a:lnTo>
                  <a:lnTo>
                    <a:pt x="0" y="65"/>
                  </a:lnTo>
                  <a:lnTo>
                    <a:pt x="2" y="48"/>
                  </a:lnTo>
                  <a:lnTo>
                    <a:pt x="9" y="32"/>
                  </a:lnTo>
                  <a:lnTo>
                    <a:pt x="19" y="19"/>
                  </a:lnTo>
                  <a:lnTo>
                    <a:pt x="32" y="8"/>
                  </a:lnTo>
                  <a:lnTo>
                    <a:pt x="48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981318A0-9DD8-4665-8FF9-08E665C2852A}"/>
              </a:ext>
            </a:extLst>
          </p:cNvPr>
          <p:cNvGrpSpPr/>
          <p:nvPr/>
        </p:nvGrpSpPr>
        <p:grpSpPr>
          <a:xfrm flipH="1">
            <a:off x="1194847" y="4865178"/>
            <a:ext cx="331020" cy="228665"/>
            <a:chOff x="8162925" y="5113338"/>
            <a:chExt cx="482600" cy="3333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46" name="Freeform 526">
              <a:extLst>
                <a:ext uri="{FF2B5EF4-FFF2-40B4-BE49-F238E27FC236}">
                  <a16:creationId xmlns:a16="http://schemas.microsoft.com/office/drawing/2014/main" id="{04E368B8-A9CA-437E-8F50-13E70869AD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2925" y="5113338"/>
              <a:ext cx="482600" cy="333375"/>
            </a:xfrm>
            <a:custGeom>
              <a:avLst/>
              <a:gdLst>
                <a:gd name="T0" fmla="*/ 110 w 3342"/>
                <a:gd name="T1" fmla="*/ 2082 h 2312"/>
                <a:gd name="T2" fmla="*/ 123 w 3342"/>
                <a:gd name="T3" fmla="*/ 2134 h 2312"/>
                <a:gd name="T4" fmla="*/ 155 w 3342"/>
                <a:gd name="T5" fmla="*/ 2174 h 2312"/>
                <a:gd name="T6" fmla="*/ 202 w 3342"/>
                <a:gd name="T7" fmla="*/ 2198 h 2312"/>
                <a:gd name="T8" fmla="*/ 3113 w 3342"/>
                <a:gd name="T9" fmla="*/ 2201 h 2312"/>
                <a:gd name="T10" fmla="*/ 3165 w 3342"/>
                <a:gd name="T11" fmla="*/ 2189 h 2312"/>
                <a:gd name="T12" fmla="*/ 3205 w 3342"/>
                <a:gd name="T13" fmla="*/ 2156 h 2312"/>
                <a:gd name="T14" fmla="*/ 3228 w 3342"/>
                <a:gd name="T15" fmla="*/ 2109 h 2312"/>
                <a:gd name="T16" fmla="*/ 3232 w 3342"/>
                <a:gd name="T17" fmla="*/ 1936 h 2312"/>
                <a:gd name="T18" fmla="*/ 402 w 3342"/>
                <a:gd name="T19" fmla="*/ 111 h 2312"/>
                <a:gd name="T20" fmla="*/ 343 w 3342"/>
                <a:gd name="T21" fmla="*/ 123 h 2312"/>
                <a:gd name="T22" fmla="*/ 294 w 3342"/>
                <a:gd name="T23" fmla="*/ 157 h 2312"/>
                <a:gd name="T24" fmla="*/ 260 w 3342"/>
                <a:gd name="T25" fmla="*/ 206 h 2312"/>
                <a:gd name="T26" fmla="*/ 248 w 3342"/>
                <a:gd name="T27" fmla="*/ 266 h 2312"/>
                <a:gd name="T28" fmla="*/ 3094 w 3342"/>
                <a:gd name="T29" fmla="*/ 1825 h 2312"/>
                <a:gd name="T30" fmla="*/ 3091 w 3342"/>
                <a:gd name="T31" fmla="*/ 234 h 2312"/>
                <a:gd name="T32" fmla="*/ 3067 w 3342"/>
                <a:gd name="T33" fmla="*/ 179 h 2312"/>
                <a:gd name="T34" fmla="*/ 3026 w 3342"/>
                <a:gd name="T35" fmla="*/ 137 h 2312"/>
                <a:gd name="T36" fmla="*/ 2971 w 3342"/>
                <a:gd name="T37" fmla="*/ 115 h 2312"/>
                <a:gd name="T38" fmla="*/ 402 w 3342"/>
                <a:gd name="T39" fmla="*/ 111 h 2312"/>
                <a:gd name="T40" fmla="*/ 2940 w 3342"/>
                <a:gd name="T41" fmla="*/ 0 h 2312"/>
                <a:gd name="T42" fmla="*/ 3017 w 3342"/>
                <a:gd name="T43" fmla="*/ 11 h 2312"/>
                <a:gd name="T44" fmla="*/ 3084 w 3342"/>
                <a:gd name="T45" fmla="*/ 43 h 2312"/>
                <a:gd name="T46" fmla="*/ 3139 w 3342"/>
                <a:gd name="T47" fmla="*/ 92 h 2312"/>
                <a:gd name="T48" fmla="*/ 3180 w 3342"/>
                <a:gd name="T49" fmla="*/ 154 h 2312"/>
                <a:gd name="T50" fmla="*/ 3201 w 3342"/>
                <a:gd name="T51" fmla="*/ 226 h 2312"/>
                <a:gd name="T52" fmla="*/ 3204 w 3342"/>
                <a:gd name="T53" fmla="*/ 1825 h 2312"/>
                <a:gd name="T54" fmla="*/ 3304 w 3342"/>
                <a:gd name="T55" fmla="*/ 1829 h 2312"/>
                <a:gd name="T56" fmla="*/ 3332 w 3342"/>
                <a:gd name="T57" fmla="*/ 1848 h 2312"/>
                <a:gd name="T58" fmla="*/ 3342 w 3342"/>
                <a:gd name="T59" fmla="*/ 1880 h 2312"/>
                <a:gd name="T60" fmla="*/ 3339 w 3342"/>
                <a:gd name="T61" fmla="*/ 2119 h 2312"/>
                <a:gd name="T62" fmla="*/ 3317 w 3342"/>
                <a:gd name="T63" fmla="*/ 2188 h 2312"/>
                <a:gd name="T64" fmla="*/ 3275 w 3342"/>
                <a:gd name="T65" fmla="*/ 2245 h 2312"/>
                <a:gd name="T66" fmla="*/ 3218 w 3342"/>
                <a:gd name="T67" fmla="*/ 2286 h 2312"/>
                <a:gd name="T68" fmla="*/ 3150 w 3342"/>
                <a:gd name="T69" fmla="*/ 2309 h 2312"/>
                <a:gd name="T70" fmla="*/ 229 w 3342"/>
                <a:gd name="T71" fmla="*/ 2312 h 2312"/>
                <a:gd name="T72" fmla="*/ 157 w 3342"/>
                <a:gd name="T73" fmla="*/ 2300 h 2312"/>
                <a:gd name="T74" fmla="*/ 94 w 3342"/>
                <a:gd name="T75" fmla="*/ 2267 h 2312"/>
                <a:gd name="T76" fmla="*/ 45 w 3342"/>
                <a:gd name="T77" fmla="*/ 2217 h 2312"/>
                <a:gd name="T78" fmla="*/ 12 w 3342"/>
                <a:gd name="T79" fmla="*/ 2154 h 2312"/>
                <a:gd name="T80" fmla="*/ 0 w 3342"/>
                <a:gd name="T81" fmla="*/ 2082 h 2312"/>
                <a:gd name="T82" fmla="*/ 3 w 3342"/>
                <a:gd name="T83" fmla="*/ 1863 h 2312"/>
                <a:gd name="T84" fmla="*/ 22 w 3342"/>
                <a:gd name="T85" fmla="*/ 1836 h 2312"/>
                <a:gd name="T86" fmla="*/ 56 w 3342"/>
                <a:gd name="T87" fmla="*/ 1825 h 2312"/>
                <a:gd name="T88" fmla="*/ 138 w 3342"/>
                <a:gd name="T89" fmla="*/ 266 h 2312"/>
                <a:gd name="T90" fmla="*/ 149 w 3342"/>
                <a:gd name="T91" fmla="*/ 189 h 2312"/>
                <a:gd name="T92" fmla="*/ 180 w 3342"/>
                <a:gd name="T93" fmla="*/ 121 h 2312"/>
                <a:gd name="T94" fmla="*/ 229 w 3342"/>
                <a:gd name="T95" fmla="*/ 65 h 2312"/>
                <a:gd name="T96" fmla="*/ 291 w 3342"/>
                <a:gd name="T97" fmla="*/ 25 h 2312"/>
                <a:gd name="T98" fmla="*/ 363 w 3342"/>
                <a:gd name="T99" fmla="*/ 3 h 2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2" h="2312">
                  <a:moveTo>
                    <a:pt x="110" y="1936"/>
                  </a:moveTo>
                  <a:lnTo>
                    <a:pt x="110" y="2082"/>
                  </a:lnTo>
                  <a:lnTo>
                    <a:pt x="113" y="2109"/>
                  </a:lnTo>
                  <a:lnTo>
                    <a:pt x="123" y="2134"/>
                  </a:lnTo>
                  <a:lnTo>
                    <a:pt x="137" y="2156"/>
                  </a:lnTo>
                  <a:lnTo>
                    <a:pt x="155" y="2174"/>
                  </a:lnTo>
                  <a:lnTo>
                    <a:pt x="177" y="2189"/>
                  </a:lnTo>
                  <a:lnTo>
                    <a:pt x="202" y="2198"/>
                  </a:lnTo>
                  <a:lnTo>
                    <a:pt x="229" y="2201"/>
                  </a:lnTo>
                  <a:lnTo>
                    <a:pt x="3113" y="2201"/>
                  </a:lnTo>
                  <a:lnTo>
                    <a:pt x="3140" y="2198"/>
                  </a:lnTo>
                  <a:lnTo>
                    <a:pt x="3165" y="2189"/>
                  </a:lnTo>
                  <a:lnTo>
                    <a:pt x="3187" y="2174"/>
                  </a:lnTo>
                  <a:lnTo>
                    <a:pt x="3205" y="2156"/>
                  </a:lnTo>
                  <a:lnTo>
                    <a:pt x="3219" y="2134"/>
                  </a:lnTo>
                  <a:lnTo>
                    <a:pt x="3228" y="2109"/>
                  </a:lnTo>
                  <a:lnTo>
                    <a:pt x="3232" y="2082"/>
                  </a:lnTo>
                  <a:lnTo>
                    <a:pt x="3232" y="1936"/>
                  </a:lnTo>
                  <a:lnTo>
                    <a:pt x="110" y="1936"/>
                  </a:lnTo>
                  <a:close/>
                  <a:moveTo>
                    <a:pt x="402" y="111"/>
                  </a:moveTo>
                  <a:lnTo>
                    <a:pt x="371" y="115"/>
                  </a:lnTo>
                  <a:lnTo>
                    <a:pt x="343" y="123"/>
                  </a:lnTo>
                  <a:lnTo>
                    <a:pt x="316" y="137"/>
                  </a:lnTo>
                  <a:lnTo>
                    <a:pt x="294" y="157"/>
                  </a:lnTo>
                  <a:lnTo>
                    <a:pt x="275" y="179"/>
                  </a:lnTo>
                  <a:lnTo>
                    <a:pt x="260" y="206"/>
                  </a:lnTo>
                  <a:lnTo>
                    <a:pt x="251" y="234"/>
                  </a:lnTo>
                  <a:lnTo>
                    <a:pt x="248" y="266"/>
                  </a:lnTo>
                  <a:lnTo>
                    <a:pt x="248" y="1825"/>
                  </a:lnTo>
                  <a:lnTo>
                    <a:pt x="3094" y="1825"/>
                  </a:lnTo>
                  <a:lnTo>
                    <a:pt x="3094" y="266"/>
                  </a:lnTo>
                  <a:lnTo>
                    <a:pt x="3091" y="234"/>
                  </a:lnTo>
                  <a:lnTo>
                    <a:pt x="3082" y="206"/>
                  </a:lnTo>
                  <a:lnTo>
                    <a:pt x="3067" y="179"/>
                  </a:lnTo>
                  <a:lnTo>
                    <a:pt x="3048" y="157"/>
                  </a:lnTo>
                  <a:lnTo>
                    <a:pt x="3026" y="137"/>
                  </a:lnTo>
                  <a:lnTo>
                    <a:pt x="2999" y="123"/>
                  </a:lnTo>
                  <a:lnTo>
                    <a:pt x="2971" y="115"/>
                  </a:lnTo>
                  <a:lnTo>
                    <a:pt x="2940" y="111"/>
                  </a:lnTo>
                  <a:lnTo>
                    <a:pt x="402" y="111"/>
                  </a:lnTo>
                  <a:close/>
                  <a:moveTo>
                    <a:pt x="402" y="0"/>
                  </a:moveTo>
                  <a:lnTo>
                    <a:pt x="2940" y="0"/>
                  </a:lnTo>
                  <a:lnTo>
                    <a:pt x="2979" y="3"/>
                  </a:lnTo>
                  <a:lnTo>
                    <a:pt x="3017" y="11"/>
                  </a:lnTo>
                  <a:lnTo>
                    <a:pt x="3051" y="25"/>
                  </a:lnTo>
                  <a:lnTo>
                    <a:pt x="3084" y="43"/>
                  </a:lnTo>
                  <a:lnTo>
                    <a:pt x="3113" y="65"/>
                  </a:lnTo>
                  <a:lnTo>
                    <a:pt x="3139" y="92"/>
                  </a:lnTo>
                  <a:lnTo>
                    <a:pt x="3162" y="121"/>
                  </a:lnTo>
                  <a:lnTo>
                    <a:pt x="3180" y="154"/>
                  </a:lnTo>
                  <a:lnTo>
                    <a:pt x="3193" y="189"/>
                  </a:lnTo>
                  <a:lnTo>
                    <a:pt x="3201" y="226"/>
                  </a:lnTo>
                  <a:lnTo>
                    <a:pt x="3204" y="266"/>
                  </a:lnTo>
                  <a:lnTo>
                    <a:pt x="3204" y="1825"/>
                  </a:lnTo>
                  <a:lnTo>
                    <a:pt x="3287" y="1825"/>
                  </a:lnTo>
                  <a:lnTo>
                    <a:pt x="3304" y="1829"/>
                  </a:lnTo>
                  <a:lnTo>
                    <a:pt x="3320" y="1836"/>
                  </a:lnTo>
                  <a:lnTo>
                    <a:pt x="3332" y="1848"/>
                  </a:lnTo>
                  <a:lnTo>
                    <a:pt x="3339" y="1863"/>
                  </a:lnTo>
                  <a:lnTo>
                    <a:pt x="3342" y="1880"/>
                  </a:lnTo>
                  <a:lnTo>
                    <a:pt x="3342" y="2082"/>
                  </a:lnTo>
                  <a:lnTo>
                    <a:pt x="3339" y="2119"/>
                  </a:lnTo>
                  <a:lnTo>
                    <a:pt x="3331" y="2154"/>
                  </a:lnTo>
                  <a:lnTo>
                    <a:pt x="3317" y="2188"/>
                  </a:lnTo>
                  <a:lnTo>
                    <a:pt x="3297" y="2217"/>
                  </a:lnTo>
                  <a:lnTo>
                    <a:pt x="3275" y="2245"/>
                  </a:lnTo>
                  <a:lnTo>
                    <a:pt x="3248" y="2267"/>
                  </a:lnTo>
                  <a:lnTo>
                    <a:pt x="3218" y="2286"/>
                  </a:lnTo>
                  <a:lnTo>
                    <a:pt x="3185" y="2300"/>
                  </a:lnTo>
                  <a:lnTo>
                    <a:pt x="3150" y="2309"/>
                  </a:lnTo>
                  <a:lnTo>
                    <a:pt x="3113" y="2312"/>
                  </a:lnTo>
                  <a:lnTo>
                    <a:pt x="229" y="2312"/>
                  </a:lnTo>
                  <a:lnTo>
                    <a:pt x="192" y="2309"/>
                  </a:lnTo>
                  <a:lnTo>
                    <a:pt x="157" y="2300"/>
                  </a:lnTo>
                  <a:lnTo>
                    <a:pt x="124" y="2286"/>
                  </a:lnTo>
                  <a:lnTo>
                    <a:pt x="94" y="2267"/>
                  </a:lnTo>
                  <a:lnTo>
                    <a:pt x="67" y="2245"/>
                  </a:lnTo>
                  <a:lnTo>
                    <a:pt x="45" y="2217"/>
                  </a:lnTo>
                  <a:lnTo>
                    <a:pt x="25" y="2188"/>
                  </a:lnTo>
                  <a:lnTo>
                    <a:pt x="12" y="2154"/>
                  </a:lnTo>
                  <a:lnTo>
                    <a:pt x="3" y="2119"/>
                  </a:lnTo>
                  <a:lnTo>
                    <a:pt x="0" y="2082"/>
                  </a:lnTo>
                  <a:lnTo>
                    <a:pt x="0" y="1880"/>
                  </a:lnTo>
                  <a:lnTo>
                    <a:pt x="3" y="1863"/>
                  </a:lnTo>
                  <a:lnTo>
                    <a:pt x="11" y="1848"/>
                  </a:lnTo>
                  <a:lnTo>
                    <a:pt x="22" y="1836"/>
                  </a:lnTo>
                  <a:lnTo>
                    <a:pt x="37" y="1829"/>
                  </a:lnTo>
                  <a:lnTo>
                    <a:pt x="56" y="1825"/>
                  </a:lnTo>
                  <a:lnTo>
                    <a:pt x="138" y="1825"/>
                  </a:lnTo>
                  <a:lnTo>
                    <a:pt x="138" y="266"/>
                  </a:lnTo>
                  <a:lnTo>
                    <a:pt x="141" y="226"/>
                  </a:lnTo>
                  <a:lnTo>
                    <a:pt x="149" y="189"/>
                  </a:lnTo>
                  <a:lnTo>
                    <a:pt x="162" y="154"/>
                  </a:lnTo>
                  <a:lnTo>
                    <a:pt x="180" y="121"/>
                  </a:lnTo>
                  <a:lnTo>
                    <a:pt x="203" y="92"/>
                  </a:lnTo>
                  <a:lnTo>
                    <a:pt x="229" y="65"/>
                  </a:lnTo>
                  <a:lnTo>
                    <a:pt x="258" y="43"/>
                  </a:lnTo>
                  <a:lnTo>
                    <a:pt x="291" y="25"/>
                  </a:lnTo>
                  <a:lnTo>
                    <a:pt x="325" y="11"/>
                  </a:lnTo>
                  <a:lnTo>
                    <a:pt x="363" y="3"/>
                  </a:lnTo>
                  <a:lnTo>
                    <a:pt x="4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7" name="Freeform 527">
              <a:extLst>
                <a:ext uri="{FF2B5EF4-FFF2-40B4-BE49-F238E27FC236}">
                  <a16:creationId xmlns:a16="http://schemas.microsoft.com/office/drawing/2014/main" id="{2732B001-89C6-494E-BD84-921F55D25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5313" y="5143500"/>
              <a:ext cx="376238" cy="219075"/>
            </a:xfrm>
            <a:custGeom>
              <a:avLst/>
              <a:gdLst>
                <a:gd name="T0" fmla="*/ 111 w 2608"/>
                <a:gd name="T1" fmla="*/ 111 h 1527"/>
                <a:gd name="T2" fmla="*/ 111 w 2608"/>
                <a:gd name="T3" fmla="*/ 1416 h 1527"/>
                <a:gd name="T4" fmla="*/ 2498 w 2608"/>
                <a:gd name="T5" fmla="*/ 1416 h 1527"/>
                <a:gd name="T6" fmla="*/ 2498 w 2608"/>
                <a:gd name="T7" fmla="*/ 111 h 1527"/>
                <a:gd name="T8" fmla="*/ 111 w 2608"/>
                <a:gd name="T9" fmla="*/ 111 h 1527"/>
                <a:gd name="T10" fmla="*/ 56 w 2608"/>
                <a:gd name="T11" fmla="*/ 0 h 1527"/>
                <a:gd name="T12" fmla="*/ 2552 w 2608"/>
                <a:gd name="T13" fmla="*/ 0 h 1527"/>
                <a:gd name="T14" fmla="*/ 2570 w 2608"/>
                <a:gd name="T15" fmla="*/ 3 h 1527"/>
                <a:gd name="T16" fmla="*/ 2585 w 2608"/>
                <a:gd name="T17" fmla="*/ 11 h 1527"/>
                <a:gd name="T18" fmla="*/ 2597 w 2608"/>
                <a:gd name="T19" fmla="*/ 23 h 1527"/>
                <a:gd name="T20" fmla="*/ 2605 w 2608"/>
                <a:gd name="T21" fmla="*/ 38 h 1527"/>
                <a:gd name="T22" fmla="*/ 2608 w 2608"/>
                <a:gd name="T23" fmla="*/ 55 h 1527"/>
                <a:gd name="T24" fmla="*/ 2608 w 2608"/>
                <a:gd name="T25" fmla="*/ 1471 h 1527"/>
                <a:gd name="T26" fmla="*/ 2605 w 2608"/>
                <a:gd name="T27" fmla="*/ 1489 h 1527"/>
                <a:gd name="T28" fmla="*/ 2597 w 2608"/>
                <a:gd name="T29" fmla="*/ 1504 h 1527"/>
                <a:gd name="T30" fmla="*/ 2585 w 2608"/>
                <a:gd name="T31" fmla="*/ 1516 h 1527"/>
                <a:gd name="T32" fmla="*/ 2570 w 2608"/>
                <a:gd name="T33" fmla="*/ 1524 h 1527"/>
                <a:gd name="T34" fmla="*/ 2552 w 2608"/>
                <a:gd name="T35" fmla="*/ 1527 h 1527"/>
                <a:gd name="T36" fmla="*/ 56 w 2608"/>
                <a:gd name="T37" fmla="*/ 1527 h 1527"/>
                <a:gd name="T38" fmla="*/ 38 w 2608"/>
                <a:gd name="T39" fmla="*/ 1524 h 1527"/>
                <a:gd name="T40" fmla="*/ 23 w 2608"/>
                <a:gd name="T41" fmla="*/ 1516 h 1527"/>
                <a:gd name="T42" fmla="*/ 11 w 2608"/>
                <a:gd name="T43" fmla="*/ 1504 h 1527"/>
                <a:gd name="T44" fmla="*/ 3 w 2608"/>
                <a:gd name="T45" fmla="*/ 1489 h 1527"/>
                <a:gd name="T46" fmla="*/ 0 w 2608"/>
                <a:gd name="T47" fmla="*/ 1471 h 1527"/>
                <a:gd name="T48" fmla="*/ 0 w 2608"/>
                <a:gd name="T49" fmla="*/ 55 h 1527"/>
                <a:gd name="T50" fmla="*/ 3 w 2608"/>
                <a:gd name="T51" fmla="*/ 38 h 1527"/>
                <a:gd name="T52" fmla="*/ 11 w 2608"/>
                <a:gd name="T53" fmla="*/ 23 h 1527"/>
                <a:gd name="T54" fmla="*/ 23 w 2608"/>
                <a:gd name="T55" fmla="*/ 11 h 1527"/>
                <a:gd name="T56" fmla="*/ 38 w 2608"/>
                <a:gd name="T57" fmla="*/ 3 h 1527"/>
                <a:gd name="T58" fmla="*/ 56 w 2608"/>
                <a:gd name="T59" fmla="*/ 0 h 1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08" h="1527">
                  <a:moveTo>
                    <a:pt x="111" y="111"/>
                  </a:moveTo>
                  <a:lnTo>
                    <a:pt x="111" y="1416"/>
                  </a:lnTo>
                  <a:lnTo>
                    <a:pt x="2498" y="1416"/>
                  </a:lnTo>
                  <a:lnTo>
                    <a:pt x="2498" y="111"/>
                  </a:lnTo>
                  <a:lnTo>
                    <a:pt x="111" y="111"/>
                  </a:lnTo>
                  <a:close/>
                  <a:moveTo>
                    <a:pt x="56" y="0"/>
                  </a:moveTo>
                  <a:lnTo>
                    <a:pt x="2552" y="0"/>
                  </a:lnTo>
                  <a:lnTo>
                    <a:pt x="2570" y="3"/>
                  </a:lnTo>
                  <a:lnTo>
                    <a:pt x="2585" y="11"/>
                  </a:lnTo>
                  <a:lnTo>
                    <a:pt x="2597" y="23"/>
                  </a:lnTo>
                  <a:lnTo>
                    <a:pt x="2605" y="38"/>
                  </a:lnTo>
                  <a:lnTo>
                    <a:pt x="2608" y="55"/>
                  </a:lnTo>
                  <a:lnTo>
                    <a:pt x="2608" y="1471"/>
                  </a:lnTo>
                  <a:lnTo>
                    <a:pt x="2605" y="1489"/>
                  </a:lnTo>
                  <a:lnTo>
                    <a:pt x="2597" y="1504"/>
                  </a:lnTo>
                  <a:lnTo>
                    <a:pt x="2585" y="1516"/>
                  </a:lnTo>
                  <a:lnTo>
                    <a:pt x="2570" y="1524"/>
                  </a:lnTo>
                  <a:lnTo>
                    <a:pt x="2552" y="1527"/>
                  </a:lnTo>
                  <a:lnTo>
                    <a:pt x="56" y="1527"/>
                  </a:lnTo>
                  <a:lnTo>
                    <a:pt x="38" y="1524"/>
                  </a:lnTo>
                  <a:lnTo>
                    <a:pt x="23" y="1516"/>
                  </a:lnTo>
                  <a:lnTo>
                    <a:pt x="11" y="1504"/>
                  </a:lnTo>
                  <a:lnTo>
                    <a:pt x="3" y="1489"/>
                  </a:lnTo>
                  <a:lnTo>
                    <a:pt x="0" y="1471"/>
                  </a:lnTo>
                  <a:lnTo>
                    <a:pt x="0" y="55"/>
                  </a:lnTo>
                  <a:lnTo>
                    <a:pt x="3" y="38"/>
                  </a:lnTo>
                  <a:lnTo>
                    <a:pt x="11" y="23"/>
                  </a:lnTo>
                  <a:lnTo>
                    <a:pt x="23" y="11"/>
                  </a:lnTo>
                  <a:lnTo>
                    <a:pt x="38" y="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8" name="Freeform 528">
              <a:extLst>
                <a:ext uri="{FF2B5EF4-FFF2-40B4-BE49-F238E27FC236}">
                  <a16:creationId xmlns:a16="http://schemas.microsoft.com/office/drawing/2014/main" id="{9BD91F8F-7E37-4C49-A65B-BF9A1CB6C1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29613" y="5164138"/>
              <a:ext cx="149225" cy="177800"/>
            </a:xfrm>
            <a:custGeom>
              <a:avLst/>
              <a:gdLst>
                <a:gd name="T0" fmla="*/ 471 w 1036"/>
                <a:gd name="T1" fmla="*/ 114 h 1233"/>
                <a:gd name="T2" fmla="*/ 383 w 1036"/>
                <a:gd name="T3" fmla="*/ 134 h 1233"/>
                <a:gd name="T4" fmla="*/ 301 w 1036"/>
                <a:gd name="T5" fmla="*/ 173 h 1233"/>
                <a:gd name="T6" fmla="*/ 229 w 1036"/>
                <a:gd name="T7" fmla="*/ 231 h 1233"/>
                <a:gd name="T8" fmla="*/ 171 w 1036"/>
                <a:gd name="T9" fmla="*/ 305 h 1233"/>
                <a:gd name="T10" fmla="*/ 132 w 1036"/>
                <a:gd name="T11" fmla="*/ 388 h 1233"/>
                <a:gd name="T12" fmla="*/ 113 w 1036"/>
                <a:gd name="T13" fmla="*/ 475 h 1233"/>
                <a:gd name="T14" fmla="*/ 113 w 1036"/>
                <a:gd name="T15" fmla="*/ 566 h 1233"/>
                <a:gd name="T16" fmla="*/ 132 w 1036"/>
                <a:gd name="T17" fmla="*/ 653 h 1233"/>
                <a:gd name="T18" fmla="*/ 171 w 1036"/>
                <a:gd name="T19" fmla="*/ 736 h 1233"/>
                <a:gd name="T20" fmla="*/ 229 w 1036"/>
                <a:gd name="T21" fmla="*/ 810 h 1233"/>
                <a:gd name="T22" fmla="*/ 807 w 1036"/>
                <a:gd name="T23" fmla="*/ 810 h 1233"/>
                <a:gd name="T24" fmla="*/ 865 w 1036"/>
                <a:gd name="T25" fmla="*/ 736 h 1233"/>
                <a:gd name="T26" fmla="*/ 904 w 1036"/>
                <a:gd name="T27" fmla="*/ 653 h 1233"/>
                <a:gd name="T28" fmla="*/ 923 w 1036"/>
                <a:gd name="T29" fmla="*/ 566 h 1233"/>
                <a:gd name="T30" fmla="*/ 923 w 1036"/>
                <a:gd name="T31" fmla="*/ 475 h 1233"/>
                <a:gd name="T32" fmla="*/ 904 w 1036"/>
                <a:gd name="T33" fmla="*/ 388 h 1233"/>
                <a:gd name="T34" fmla="*/ 865 w 1036"/>
                <a:gd name="T35" fmla="*/ 305 h 1233"/>
                <a:gd name="T36" fmla="*/ 807 w 1036"/>
                <a:gd name="T37" fmla="*/ 231 h 1233"/>
                <a:gd name="T38" fmla="*/ 735 w 1036"/>
                <a:gd name="T39" fmla="*/ 173 h 1233"/>
                <a:gd name="T40" fmla="*/ 653 w 1036"/>
                <a:gd name="T41" fmla="*/ 134 h 1233"/>
                <a:gd name="T42" fmla="*/ 565 w 1036"/>
                <a:gd name="T43" fmla="*/ 114 h 1233"/>
                <a:gd name="T44" fmla="*/ 518 w 1036"/>
                <a:gd name="T45" fmla="*/ 0 h 1233"/>
                <a:gd name="T46" fmla="*/ 620 w 1036"/>
                <a:gd name="T47" fmla="*/ 10 h 1233"/>
                <a:gd name="T48" fmla="*/ 717 w 1036"/>
                <a:gd name="T49" fmla="*/ 40 h 1233"/>
                <a:gd name="T50" fmla="*/ 806 w 1036"/>
                <a:gd name="T51" fmla="*/ 88 h 1233"/>
                <a:gd name="T52" fmla="*/ 885 w 1036"/>
                <a:gd name="T53" fmla="*/ 153 h 1233"/>
                <a:gd name="T54" fmla="*/ 951 w 1036"/>
                <a:gd name="T55" fmla="*/ 234 h 1233"/>
                <a:gd name="T56" fmla="*/ 998 w 1036"/>
                <a:gd name="T57" fmla="*/ 325 h 1233"/>
                <a:gd name="T58" fmla="*/ 1027 w 1036"/>
                <a:gd name="T59" fmla="*/ 421 h 1233"/>
                <a:gd name="T60" fmla="*/ 1036 w 1036"/>
                <a:gd name="T61" fmla="*/ 521 h 1233"/>
                <a:gd name="T62" fmla="*/ 1027 w 1036"/>
                <a:gd name="T63" fmla="*/ 620 h 1233"/>
                <a:gd name="T64" fmla="*/ 998 w 1036"/>
                <a:gd name="T65" fmla="*/ 716 h 1233"/>
                <a:gd name="T66" fmla="*/ 951 w 1036"/>
                <a:gd name="T67" fmla="*/ 807 h 1233"/>
                <a:gd name="T68" fmla="*/ 885 w 1036"/>
                <a:gd name="T69" fmla="*/ 888 h 1233"/>
                <a:gd name="T70" fmla="*/ 545 w 1036"/>
                <a:gd name="T71" fmla="*/ 1226 h 1233"/>
                <a:gd name="T72" fmla="*/ 518 w 1036"/>
                <a:gd name="T73" fmla="*/ 1233 h 1233"/>
                <a:gd name="T74" fmla="*/ 491 w 1036"/>
                <a:gd name="T75" fmla="*/ 1226 h 1233"/>
                <a:gd name="T76" fmla="*/ 151 w 1036"/>
                <a:gd name="T77" fmla="*/ 888 h 1233"/>
                <a:gd name="T78" fmla="*/ 85 w 1036"/>
                <a:gd name="T79" fmla="*/ 807 h 1233"/>
                <a:gd name="T80" fmla="*/ 38 w 1036"/>
                <a:gd name="T81" fmla="*/ 716 h 1233"/>
                <a:gd name="T82" fmla="*/ 9 w 1036"/>
                <a:gd name="T83" fmla="*/ 620 h 1233"/>
                <a:gd name="T84" fmla="*/ 0 w 1036"/>
                <a:gd name="T85" fmla="*/ 521 h 1233"/>
                <a:gd name="T86" fmla="*/ 9 w 1036"/>
                <a:gd name="T87" fmla="*/ 421 h 1233"/>
                <a:gd name="T88" fmla="*/ 38 w 1036"/>
                <a:gd name="T89" fmla="*/ 325 h 1233"/>
                <a:gd name="T90" fmla="*/ 85 w 1036"/>
                <a:gd name="T91" fmla="*/ 234 h 1233"/>
                <a:gd name="T92" fmla="*/ 151 w 1036"/>
                <a:gd name="T93" fmla="*/ 153 h 1233"/>
                <a:gd name="T94" fmla="*/ 230 w 1036"/>
                <a:gd name="T95" fmla="*/ 88 h 1233"/>
                <a:gd name="T96" fmla="*/ 319 w 1036"/>
                <a:gd name="T97" fmla="*/ 40 h 1233"/>
                <a:gd name="T98" fmla="*/ 416 w 1036"/>
                <a:gd name="T99" fmla="*/ 10 h 1233"/>
                <a:gd name="T100" fmla="*/ 518 w 1036"/>
                <a:gd name="T101" fmla="*/ 0 h 1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36" h="1233">
                  <a:moveTo>
                    <a:pt x="518" y="111"/>
                  </a:moveTo>
                  <a:lnTo>
                    <a:pt x="471" y="114"/>
                  </a:lnTo>
                  <a:lnTo>
                    <a:pt x="427" y="121"/>
                  </a:lnTo>
                  <a:lnTo>
                    <a:pt x="383" y="134"/>
                  </a:lnTo>
                  <a:lnTo>
                    <a:pt x="342" y="152"/>
                  </a:lnTo>
                  <a:lnTo>
                    <a:pt x="301" y="173"/>
                  </a:lnTo>
                  <a:lnTo>
                    <a:pt x="265" y="201"/>
                  </a:lnTo>
                  <a:lnTo>
                    <a:pt x="229" y="231"/>
                  </a:lnTo>
                  <a:lnTo>
                    <a:pt x="198" y="267"/>
                  </a:lnTo>
                  <a:lnTo>
                    <a:pt x="171" y="305"/>
                  </a:lnTo>
                  <a:lnTo>
                    <a:pt x="149" y="345"/>
                  </a:lnTo>
                  <a:lnTo>
                    <a:pt x="132" y="388"/>
                  </a:lnTo>
                  <a:lnTo>
                    <a:pt x="120" y="432"/>
                  </a:lnTo>
                  <a:lnTo>
                    <a:pt x="113" y="475"/>
                  </a:lnTo>
                  <a:lnTo>
                    <a:pt x="111" y="521"/>
                  </a:lnTo>
                  <a:lnTo>
                    <a:pt x="113" y="566"/>
                  </a:lnTo>
                  <a:lnTo>
                    <a:pt x="120" y="610"/>
                  </a:lnTo>
                  <a:lnTo>
                    <a:pt x="132" y="653"/>
                  </a:lnTo>
                  <a:lnTo>
                    <a:pt x="149" y="696"/>
                  </a:lnTo>
                  <a:lnTo>
                    <a:pt x="171" y="736"/>
                  </a:lnTo>
                  <a:lnTo>
                    <a:pt x="198" y="774"/>
                  </a:lnTo>
                  <a:lnTo>
                    <a:pt x="229" y="810"/>
                  </a:lnTo>
                  <a:lnTo>
                    <a:pt x="518" y="1100"/>
                  </a:lnTo>
                  <a:lnTo>
                    <a:pt x="807" y="810"/>
                  </a:lnTo>
                  <a:lnTo>
                    <a:pt x="838" y="774"/>
                  </a:lnTo>
                  <a:lnTo>
                    <a:pt x="865" y="736"/>
                  </a:lnTo>
                  <a:lnTo>
                    <a:pt x="887" y="696"/>
                  </a:lnTo>
                  <a:lnTo>
                    <a:pt x="904" y="653"/>
                  </a:lnTo>
                  <a:lnTo>
                    <a:pt x="916" y="610"/>
                  </a:lnTo>
                  <a:lnTo>
                    <a:pt x="923" y="566"/>
                  </a:lnTo>
                  <a:lnTo>
                    <a:pt x="925" y="521"/>
                  </a:lnTo>
                  <a:lnTo>
                    <a:pt x="923" y="475"/>
                  </a:lnTo>
                  <a:lnTo>
                    <a:pt x="916" y="432"/>
                  </a:lnTo>
                  <a:lnTo>
                    <a:pt x="904" y="388"/>
                  </a:lnTo>
                  <a:lnTo>
                    <a:pt x="887" y="345"/>
                  </a:lnTo>
                  <a:lnTo>
                    <a:pt x="865" y="305"/>
                  </a:lnTo>
                  <a:lnTo>
                    <a:pt x="838" y="267"/>
                  </a:lnTo>
                  <a:lnTo>
                    <a:pt x="807" y="231"/>
                  </a:lnTo>
                  <a:lnTo>
                    <a:pt x="772" y="201"/>
                  </a:lnTo>
                  <a:lnTo>
                    <a:pt x="735" y="173"/>
                  </a:lnTo>
                  <a:lnTo>
                    <a:pt x="695" y="152"/>
                  </a:lnTo>
                  <a:lnTo>
                    <a:pt x="653" y="134"/>
                  </a:lnTo>
                  <a:lnTo>
                    <a:pt x="609" y="121"/>
                  </a:lnTo>
                  <a:lnTo>
                    <a:pt x="565" y="114"/>
                  </a:lnTo>
                  <a:lnTo>
                    <a:pt x="518" y="111"/>
                  </a:lnTo>
                  <a:close/>
                  <a:moveTo>
                    <a:pt x="518" y="0"/>
                  </a:moveTo>
                  <a:lnTo>
                    <a:pt x="570" y="3"/>
                  </a:lnTo>
                  <a:lnTo>
                    <a:pt x="620" y="10"/>
                  </a:lnTo>
                  <a:lnTo>
                    <a:pt x="669" y="22"/>
                  </a:lnTo>
                  <a:lnTo>
                    <a:pt x="717" y="40"/>
                  </a:lnTo>
                  <a:lnTo>
                    <a:pt x="762" y="61"/>
                  </a:lnTo>
                  <a:lnTo>
                    <a:pt x="806" y="88"/>
                  </a:lnTo>
                  <a:lnTo>
                    <a:pt x="846" y="118"/>
                  </a:lnTo>
                  <a:lnTo>
                    <a:pt x="885" y="153"/>
                  </a:lnTo>
                  <a:lnTo>
                    <a:pt x="920" y="192"/>
                  </a:lnTo>
                  <a:lnTo>
                    <a:pt x="951" y="234"/>
                  </a:lnTo>
                  <a:lnTo>
                    <a:pt x="977" y="279"/>
                  </a:lnTo>
                  <a:lnTo>
                    <a:pt x="998" y="325"/>
                  </a:lnTo>
                  <a:lnTo>
                    <a:pt x="1015" y="372"/>
                  </a:lnTo>
                  <a:lnTo>
                    <a:pt x="1027" y="421"/>
                  </a:lnTo>
                  <a:lnTo>
                    <a:pt x="1034" y="471"/>
                  </a:lnTo>
                  <a:lnTo>
                    <a:pt x="1036" y="521"/>
                  </a:lnTo>
                  <a:lnTo>
                    <a:pt x="1034" y="571"/>
                  </a:lnTo>
                  <a:lnTo>
                    <a:pt x="1027" y="620"/>
                  </a:lnTo>
                  <a:lnTo>
                    <a:pt x="1015" y="669"/>
                  </a:lnTo>
                  <a:lnTo>
                    <a:pt x="998" y="716"/>
                  </a:lnTo>
                  <a:lnTo>
                    <a:pt x="977" y="763"/>
                  </a:lnTo>
                  <a:lnTo>
                    <a:pt x="951" y="807"/>
                  </a:lnTo>
                  <a:lnTo>
                    <a:pt x="920" y="850"/>
                  </a:lnTo>
                  <a:lnTo>
                    <a:pt x="885" y="888"/>
                  </a:lnTo>
                  <a:lnTo>
                    <a:pt x="558" y="1217"/>
                  </a:lnTo>
                  <a:lnTo>
                    <a:pt x="545" y="1226"/>
                  </a:lnTo>
                  <a:lnTo>
                    <a:pt x="532" y="1232"/>
                  </a:lnTo>
                  <a:lnTo>
                    <a:pt x="518" y="1233"/>
                  </a:lnTo>
                  <a:lnTo>
                    <a:pt x="504" y="1232"/>
                  </a:lnTo>
                  <a:lnTo>
                    <a:pt x="491" y="1226"/>
                  </a:lnTo>
                  <a:lnTo>
                    <a:pt x="478" y="1217"/>
                  </a:lnTo>
                  <a:lnTo>
                    <a:pt x="151" y="888"/>
                  </a:lnTo>
                  <a:lnTo>
                    <a:pt x="116" y="850"/>
                  </a:lnTo>
                  <a:lnTo>
                    <a:pt x="85" y="807"/>
                  </a:lnTo>
                  <a:lnTo>
                    <a:pt x="59" y="763"/>
                  </a:lnTo>
                  <a:lnTo>
                    <a:pt x="38" y="716"/>
                  </a:lnTo>
                  <a:lnTo>
                    <a:pt x="21" y="669"/>
                  </a:lnTo>
                  <a:lnTo>
                    <a:pt x="9" y="620"/>
                  </a:lnTo>
                  <a:lnTo>
                    <a:pt x="2" y="571"/>
                  </a:lnTo>
                  <a:lnTo>
                    <a:pt x="0" y="521"/>
                  </a:lnTo>
                  <a:lnTo>
                    <a:pt x="2" y="471"/>
                  </a:lnTo>
                  <a:lnTo>
                    <a:pt x="9" y="421"/>
                  </a:lnTo>
                  <a:lnTo>
                    <a:pt x="21" y="372"/>
                  </a:lnTo>
                  <a:lnTo>
                    <a:pt x="38" y="325"/>
                  </a:lnTo>
                  <a:lnTo>
                    <a:pt x="59" y="279"/>
                  </a:lnTo>
                  <a:lnTo>
                    <a:pt x="85" y="234"/>
                  </a:lnTo>
                  <a:lnTo>
                    <a:pt x="116" y="192"/>
                  </a:lnTo>
                  <a:lnTo>
                    <a:pt x="151" y="153"/>
                  </a:lnTo>
                  <a:lnTo>
                    <a:pt x="190" y="118"/>
                  </a:lnTo>
                  <a:lnTo>
                    <a:pt x="230" y="88"/>
                  </a:lnTo>
                  <a:lnTo>
                    <a:pt x="274" y="61"/>
                  </a:lnTo>
                  <a:lnTo>
                    <a:pt x="319" y="40"/>
                  </a:lnTo>
                  <a:lnTo>
                    <a:pt x="367" y="22"/>
                  </a:lnTo>
                  <a:lnTo>
                    <a:pt x="416" y="10"/>
                  </a:lnTo>
                  <a:lnTo>
                    <a:pt x="466" y="3"/>
                  </a:lnTo>
                  <a:lnTo>
                    <a:pt x="5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9" name="Freeform 529">
              <a:extLst>
                <a:ext uri="{FF2B5EF4-FFF2-40B4-BE49-F238E27FC236}">
                  <a16:creationId xmlns:a16="http://schemas.microsoft.com/office/drawing/2014/main" id="{AE2ED318-4D6C-4ACC-B5B9-B6897D041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66125" y="5200650"/>
              <a:ext cx="76200" cy="76200"/>
            </a:xfrm>
            <a:custGeom>
              <a:avLst/>
              <a:gdLst>
                <a:gd name="T0" fmla="*/ 233 w 526"/>
                <a:gd name="T1" fmla="*/ 114 h 530"/>
                <a:gd name="T2" fmla="*/ 178 w 526"/>
                <a:gd name="T3" fmla="*/ 138 h 530"/>
                <a:gd name="T4" fmla="*/ 136 w 526"/>
                <a:gd name="T5" fmla="*/ 179 h 530"/>
                <a:gd name="T6" fmla="*/ 113 w 526"/>
                <a:gd name="T7" fmla="*/ 234 h 530"/>
                <a:gd name="T8" fmla="*/ 113 w 526"/>
                <a:gd name="T9" fmla="*/ 296 h 530"/>
                <a:gd name="T10" fmla="*/ 136 w 526"/>
                <a:gd name="T11" fmla="*/ 350 h 530"/>
                <a:gd name="T12" fmla="*/ 178 w 526"/>
                <a:gd name="T13" fmla="*/ 392 h 530"/>
                <a:gd name="T14" fmla="*/ 233 w 526"/>
                <a:gd name="T15" fmla="*/ 416 h 530"/>
                <a:gd name="T16" fmla="*/ 293 w 526"/>
                <a:gd name="T17" fmla="*/ 416 h 530"/>
                <a:gd name="T18" fmla="*/ 349 w 526"/>
                <a:gd name="T19" fmla="*/ 392 h 530"/>
                <a:gd name="T20" fmla="*/ 390 w 526"/>
                <a:gd name="T21" fmla="*/ 350 h 530"/>
                <a:gd name="T22" fmla="*/ 413 w 526"/>
                <a:gd name="T23" fmla="*/ 296 h 530"/>
                <a:gd name="T24" fmla="*/ 413 w 526"/>
                <a:gd name="T25" fmla="*/ 234 h 530"/>
                <a:gd name="T26" fmla="*/ 390 w 526"/>
                <a:gd name="T27" fmla="*/ 179 h 530"/>
                <a:gd name="T28" fmla="*/ 349 w 526"/>
                <a:gd name="T29" fmla="*/ 138 h 530"/>
                <a:gd name="T30" fmla="*/ 293 w 526"/>
                <a:gd name="T31" fmla="*/ 114 h 530"/>
                <a:gd name="T32" fmla="*/ 263 w 526"/>
                <a:gd name="T33" fmla="*/ 0 h 530"/>
                <a:gd name="T34" fmla="*/ 339 w 526"/>
                <a:gd name="T35" fmla="*/ 12 h 530"/>
                <a:gd name="T36" fmla="*/ 407 w 526"/>
                <a:gd name="T37" fmla="*/ 43 h 530"/>
                <a:gd name="T38" fmla="*/ 462 w 526"/>
                <a:gd name="T39" fmla="*/ 91 h 530"/>
                <a:gd name="T40" fmla="*/ 502 w 526"/>
                <a:gd name="T41" fmla="*/ 153 h 530"/>
                <a:gd name="T42" fmla="*/ 524 w 526"/>
                <a:gd name="T43" fmla="*/ 226 h 530"/>
                <a:gd name="T44" fmla="*/ 524 w 526"/>
                <a:gd name="T45" fmla="*/ 304 h 530"/>
                <a:gd name="T46" fmla="*/ 502 w 526"/>
                <a:gd name="T47" fmla="*/ 377 h 530"/>
                <a:gd name="T48" fmla="*/ 462 w 526"/>
                <a:gd name="T49" fmla="*/ 439 h 530"/>
                <a:gd name="T50" fmla="*/ 407 w 526"/>
                <a:gd name="T51" fmla="*/ 487 h 530"/>
                <a:gd name="T52" fmla="*/ 339 w 526"/>
                <a:gd name="T53" fmla="*/ 518 h 530"/>
                <a:gd name="T54" fmla="*/ 263 w 526"/>
                <a:gd name="T55" fmla="*/ 530 h 530"/>
                <a:gd name="T56" fmla="*/ 187 w 526"/>
                <a:gd name="T57" fmla="*/ 518 h 530"/>
                <a:gd name="T58" fmla="*/ 119 w 526"/>
                <a:gd name="T59" fmla="*/ 487 h 530"/>
                <a:gd name="T60" fmla="*/ 64 w 526"/>
                <a:gd name="T61" fmla="*/ 439 h 530"/>
                <a:gd name="T62" fmla="*/ 24 w 526"/>
                <a:gd name="T63" fmla="*/ 377 h 530"/>
                <a:gd name="T64" fmla="*/ 3 w 526"/>
                <a:gd name="T65" fmla="*/ 304 h 530"/>
                <a:gd name="T66" fmla="*/ 3 w 526"/>
                <a:gd name="T67" fmla="*/ 226 h 530"/>
                <a:gd name="T68" fmla="*/ 24 w 526"/>
                <a:gd name="T69" fmla="*/ 153 h 530"/>
                <a:gd name="T70" fmla="*/ 64 w 526"/>
                <a:gd name="T71" fmla="*/ 91 h 530"/>
                <a:gd name="T72" fmla="*/ 119 w 526"/>
                <a:gd name="T73" fmla="*/ 43 h 530"/>
                <a:gd name="T74" fmla="*/ 187 w 526"/>
                <a:gd name="T75" fmla="*/ 12 h 530"/>
                <a:gd name="T76" fmla="*/ 263 w 526"/>
                <a:gd name="T77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26" h="530">
                  <a:moveTo>
                    <a:pt x="263" y="111"/>
                  </a:moveTo>
                  <a:lnTo>
                    <a:pt x="233" y="114"/>
                  </a:lnTo>
                  <a:lnTo>
                    <a:pt x="203" y="124"/>
                  </a:lnTo>
                  <a:lnTo>
                    <a:pt x="178" y="138"/>
                  </a:lnTo>
                  <a:lnTo>
                    <a:pt x="155" y="156"/>
                  </a:lnTo>
                  <a:lnTo>
                    <a:pt x="136" y="179"/>
                  </a:lnTo>
                  <a:lnTo>
                    <a:pt x="122" y="205"/>
                  </a:lnTo>
                  <a:lnTo>
                    <a:pt x="113" y="234"/>
                  </a:lnTo>
                  <a:lnTo>
                    <a:pt x="110" y="265"/>
                  </a:lnTo>
                  <a:lnTo>
                    <a:pt x="113" y="296"/>
                  </a:lnTo>
                  <a:lnTo>
                    <a:pt x="122" y="325"/>
                  </a:lnTo>
                  <a:lnTo>
                    <a:pt x="136" y="350"/>
                  </a:lnTo>
                  <a:lnTo>
                    <a:pt x="155" y="374"/>
                  </a:lnTo>
                  <a:lnTo>
                    <a:pt x="178" y="392"/>
                  </a:lnTo>
                  <a:lnTo>
                    <a:pt x="203" y="406"/>
                  </a:lnTo>
                  <a:lnTo>
                    <a:pt x="233" y="416"/>
                  </a:lnTo>
                  <a:lnTo>
                    <a:pt x="263" y="419"/>
                  </a:lnTo>
                  <a:lnTo>
                    <a:pt x="293" y="416"/>
                  </a:lnTo>
                  <a:lnTo>
                    <a:pt x="323" y="406"/>
                  </a:lnTo>
                  <a:lnTo>
                    <a:pt x="349" y="392"/>
                  </a:lnTo>
                  <a:lnTo>
                    <a:pt x="371" y="374"/>
                  </a:lnTo>
                  <a:lnTo>
                    <a:pt x="390" y="350"/>
                  </a:lnTo>
                  <a:lnTo>
                    <a:pt x="404" y="325"/>
                  </a:lnTo>
                  <a:lnTo>
                    <a:pt x="413" y="296"/>
                  </a:lnTo>
                  <a:lnTo>
                    <a:pt x="416" y="265"/>
                  </a:lnTo>
                  <a:lnTo>
                    <a:pt x="413" y="234"/>
                  </a:lnTo>
                  <a:lnTo>
                    <a:pt x="404" y="205"/>
                  </a:lnTo>
                  <a:lnTo>
                    <a:pt x="390" y="179"/>
                  </a:lnTo>
                  <a:lnTo>
                    <a:pt x="371" y="156"/>
                  </a:lnTo>
                  <a:lnTo>
                    <a:pt x="349" y="138"/>
                  </a:lnTo>
                  <a:lnTo>
                    <a:pt x="323" y="124"/>
                  </a:lnTo>
                  <a:lnTo>
                    <a:pt x="293" y="114"/>
                  </a:lnTo>
                  <a:lnTo>
                    <a:pt x="263" y="111"/>
                  </a:lnTo>
                  <a:close/>
                  <a:moveTo>
                    <a:pt x="263" y="0"/>
                  </a:moveTo>
                  <a:lnTo>
                    <a:pt x="301" y="2"/>
                  </a:lnTo>
                  <a:lnTo>
                    <a:pt x="339" y="12"/>
                  </a:lnTo>
                  <a:lnTo>
                    <a:pt x="374" y="25"/>
                  </a:lnTo>
                  <a:lnTo>
                    <a:pt x="407" y="43"/>
                  </a:lnTo>
                  <a:lnTo>
                    <a:pt x="436" y="66"/>
                  </a:lnTo>
                  <a:lnTo>
                    <a:pt x="462" y="91"/>
                  </a:lnTo>
                  <a:lnTo>
                    <a:pt x="484" y="121"/>
                  </a:lnTo>
                  <a:lnTo>
                    <a:pt x="502" y="153"/>
                  </a:lnTo>
                  <a:lnTo>
                    <a:pt x="515" y="189"/>
                  </a:lnTo>
                  <a:lnTo>
                    <a:pt x="524" y="226"/>
                  </a:lnTo>
                  <a:lnTo>
                    <a:pt x="526" y="265"/>
                  </a:lnTo>
                  <a:lnTo>
                    <a:pt x="524" y="304"/>
                  </a:lnTo>
                  <a:lnTo>
                    <a:pt x="515" y="341"/>
                  </a:lnTo>
                  <a:lnTo>
                    <a:pt x="502" y="377"/>
                  </a:lnTo>
                  <a:lnTo>
                    <a:pt x="484" y="410"/>
                  </a:lnTo>
                  <a:lnTo>
                    <a:pt x="462" y="439"/>
                  </a:lnTo>
                  <a:lnTo>
                    <a:pt x="436" y="464"/>
                  </a:lnTo>
                  <a:lnTo>
                    <a:pt x="407" y="487"/>
                  </a:lnTo>
                  <a:lnTo>
                    <a:pt x="374" y="505"/>
                  </a:lnTo>
                  <a:lnTo>
                    <a:pt x="339" y="518"/>
                  </a:lnTo>
                  <a:lnTo>
                    <a:pt x="301" y="527"/>
                  </a:lnTo>
                  <a:lnTo>
                    <a:pt x="263" y="530"/>
                  </a:lnTo>
                  <a:lnTo>
                    <a:pt x="224" y="527"/>
                  </a:lnTo>
                  <a:lnTo>
                    <a:pt x="187" y="518"/>
                  </a:lnTo>
                  <a:lnTo>
                    <a:pt x="152" y="505"/>
                  </a:lnTo>
                  <a:lnTo>
                    <a:pt x="119" y="487"/>
                  </a:lnTo>
                  <a:lnTo>
                    <a:pt x="90" y="464"/>
                  </a:lnTo>
                  <a:lnTo>
                    <a:pt x="64" y="439"/>
                  </a:lnTo>
                  <a:lnTo>
                    <a:pt x="42" y="410"/>
                  </a:lnTo>
                  <a:lnTo>
                    <a:pt x="24" y="377"/>
                  </a:lnTo>
                  <a:lnTo>
                    <a:pt x="11" y="341"/>
                  </a:lnTo>
                  <a:lnTo>
                    <a:pt x="3" y="304"/>
                  </a:lnTo>
                  <a:lnTo>
                    <a:pt x="0" y="265"/>
                  </a:lnTo>
                  <a:lnTo>
                    <a:pt x="3" y="226"/>
                  </a:lnTo>
                  <a:lnTo>
                    <a:pt x="11" y="189"/>
                  </a:lnTo>
                  <a:lnTo>
                    <a:pt x="24" y="153"/>
                  </a:lnTo>
                  <a:lnTo>
                    <a:pt x="42" y="121"/>
                  </a:lnTo>
                  <a:lnTo>
                    <a:pt x="64" y="91"/>
                  </a:lnTo>
                  <a:lnTo>
                    <a:pt x="90" y="66"/>
                  </a:lnTo>
                  <a:lnTo>
                    <a:pt x="119" y="43"/>
                  </a:lnTo>
                  <a:lnTo>
                    <a:pt x="152" y="25"/>
                  </a:lnTo>
                  <a:lnTo>
                    <a:pt x="187" y="12"/>
                  </a:lnTo>
                  <a:lnTo>
                    <a:pt x="224" y="2"/>
                  </a:lnTo>
                  <a:lnTo>
                    <a:pt x="2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24567194-CFA2-4154-B718-3373377551A2}"/>
              </a:ext>
            </a:extLst>
          </p:cNvPr>
          <p:cNvGrpSpPr/>
          <p:nvPr/>
        </p:nvGrpSpPr>
        <p:grpSpPr>
          <a:xfrm flipH="1">
            <a:off x="496173" y="4841221"/>
            <a:ext cx="276576" cy="276576"/>
            <a:chOff x="7639050" y="5238751"/>
            <a:chExt cx="403225" cy="4032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1" name="Freeform 534">
              <a:extLst>
                <a:ext uri="{FF2B5EF4-FFF2-40B4-BE49-F238E27FC236}">
                  <a16:creationId xmlns:a16="http://schemas.microsoft.com/office/drawing/2014/main" id="{0BFF2B08-164C-4B8C-A0A2-CD7A39412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2388" y="5270501"/>
              <a:ext cx="238125" cy="239713"/>
            </a:xfrm>
            <a:custGeom>
              <a:avLst/>
              <a:gdLst>
                <a:gd name="T0" fmla="*/ 846 w 1959"/>
                <a:gd name="T1" fmla="*/ 142 h 1961"/>
                <a:gd name="T2" fmla="*/ 654 w 1959"/>
                <a:gd name="T3" fmla="*/ 195 h 1961"/>
                <a:gd name="T4" fmla="*/ 481 w 1959"/>
                <a:gd name="T5" fmla="*/ 292 h 1961"/>
                <a:gd name="T6" fmla="*/ 334 w 1959"/>
                <a:gd name="T7" fmla="*/ 428 h 1961"/>
                <a:gd name="T8" fmla="*/ 226 w 1959"/>
                <a:gd name="T9" fmla="*/ 588 h 1961"/>
                <a:gd name="T10" fmla="*/ 158 w 1959"/>
                <a:gd name="T11" fmla="*/ 765 h 1961"/>
                <a:gd name="T12" fmla="*/ 131 w 1959"/>
                <a:gd name="T13" fmla="*/ 949 h 1961"/>
                <a:gd name="T14" fmla="*/ 144 w 1959"/>
                <a:gd name="T15" fmla="*/ 1135 h 1961"/>
                <a:gd name="T16" fmla="*/ 199 w 1959"/>
                <a:gd name="T17" fmla="*/ 1315 h 1961"/>
                <a:gd name="T18" fmla="*/ 293 w 1959"/>
                <a:gd name="T19" fmla="*/ 1482 h 1961"/>
                <a:gd name="T20" fmla="*/ 428 w 1959"/>
                <a:gd name="T21" fmla="*/ 1627 h 1961"/>
                <a:gd name="T22" fmla="*/ 595 w 1959"/>
                <a:gd name="T23" fmla="*/ 1738 h 1961"/>
                <a:gd name="T24" fmla="*/ 780 w 1959"/>
                <a:gd name="T25" fmla="*/ 1807 h 1961"/>
                <a:gd name="T26" fmla="*/ 980 w 1959"/>
                <a:gd name="T27" fmla="*/ 1831 h 1961"/>
                <a:gd name="T28" fmla="*/ 1179 w 1959"/>
                <a:gd name="T29" fmla="*/ 1807 h 1961"/>
                <a:gd name="T30" fmla="*/ 1365 w 1959"/>
                <a:gd name="T31" fmla="*/ 1738 h 1961"/>
                <a:gd name="T32" fmla="*/ 1530 w 1959"/>
                <a:gd name="T33" fmla="*/ 1627 h 1961"/>
                <a:gd name="T34" fmla="*/ 1666 w 1959"/>
                <a:gd name="T35" fmla="*/ 1482 h 1961"/>
                <a:gd name="T36" fmla="*/ 1761 w 1959"/>
                <a:gd name="T37" fmla="*/ 1315 h 1961"/>
                <a:gd name="T38" fmla="*/ 1814 w 1959"/>
                <a:gd name="T39" fmla="*/ 1135 h 1961"/>
                <a:gd name="T40" fmla="*/ 1828 w 1959"/>
                <a:gd name="T41" fmla="*/ 949 h 1961"/>
                <a:gd name="T42" fmla="*/ 1801 w 1959"/>
                <a:gd name="T43" fmla="*/ 765 h 1961"/>
                <a:gd name="T44" fmla="*/ 1734 w 1959"/>
                <a:gd name="T45" fmla="*/ 588 h 1961"/>
                <a:gd name="T46" fmla="*/ 1625 w 1959"/>
                <a:gd name="T47" fmla="*/ 428 h 1961"/>
                <a:gd name="T48" fmla="*/ 1478 w 1959"/>
                <a:gd name="T49" fmla="*/ 292 h 1961"/>
                <a:gd name="T50" fmla="*/ 1305 w 1959"/>
                <a:gd name="T51" fmla="*/ 195 h 1961"/>
                <a:gd name="T52" fmla="*/ 1114 w 1959"/>
                <a:gd name="T53" fmla="*/ 142 h 1961"/>
                <a:gd name="T54" fmla="*/ 980 w 1959"/>
                <a:gd name="T55" fmla="*/ 0 h 1961"/>
                <a:gd name="T56" fmla="*/ 1189 w 1959"/>
                <a:gd name="T57" fmla="*/ 23 h 1961"/>
                <a:gd name="T58" fmla="*/ 1387 w 1959"/>
                <a:gd name="T59" fmla="*/ 88 h 1961"/>
                <a:gd name="T60" fmla="*/ 1565 w 1959"/>
                <a:gd name="T61" fmla="*/ 195 h 1961"/>
                <a:gd name="T62" fmla="*/ 1721 w 1959"/>
                <a:gd name="T63" fmla="*/ 339 h 1961"/>
                <a:gd name="T64" fmla="*/ 1841 w 1959"/>
                <a:gd name="T65" fmla="*/ 512 h 1961"/>
                <a:gd name="T66" fmla="*/ 1920 w 1959"/>
                <a:gd name="T67" fmla="*/ 703 h 1961"/>
                <a:gd name="T68" fmla="*/ 1957 w 1959"/>
                <a:gd name="T69" fmla="*/ 909 h 1961"/>
                <a:gd name="T70" fmla="*/ 1949 w 1959"/>
                <a:gd name="T71" fmla="*/ 1122 h 1961"/>
                <a:gd name="T72" fmla="*/ 1898 w 1959"/>
                <a:gd name="T73" fmla="*/ 1323 h 1961"/>
                <a:gd name="T74" fmla="*/ 1805 w 1959"/>
                <a:gd name="T75" fmla="*/ 1509 h 1961"/>
                <a:gd name="T76" fmla="*/ 1672 w 1959"/>
                <a:gd name="T77" fmla="*/ 1673 h 1961"/>
                <a:gd name="T78" fmla="*/ 1508 w 1959"/>
                <a:gd name="T79" fmla="*/ 1807 h 1961"/>
                <a:gd name="T80" fmla="*/ 1322 w 1959"/>
                <a:gd name="T81" fmla="*/ 1899 h 1961"/>
                <a:gd name="T82" fmla="*/ 1121 w 1959"/>
                <a:gd name="T83" fmla="*/ 1951 h 1961"/>
                <a:gd name="T84" fmla="*/ 908 w 1959"/>
                <a:gd name="T85" fmla="*/ 1959 h 1961"/>
                <a:gd name="T86" fmla="*/ 703 w 1959"/>
                <a:gd name="T87" fmla="*/ 1921 h 1961"/>
                <a:gd name="T88" fmla="*/ 511 w 1959"/>
                <a:gd name="T89" fmla="*/ 1842 h 1961"/>
                <a:gd name="T90" fmla="*/ 339 w 1959"/>
                <a:gd name="T91" fmla="*/ 1722 h 1961"/>
                <a:gd name="T92" fmla="*/ 195 w 1959"/>
                <a:gd name="T93" fmla="*/ 1567 h 1961"/>
                <a:gd name="T94" fmla="*/ 88 w 1959"/>
                <a:gd name="T95" fmla="*/ 1388 h 1961"/>
                <a:gd name="T96" fmla="*/ 22 w 1959"/>
                <a:gd name="T97" fmla="*/ 1190 h 1961"/>
                <a:gd name="T98" fmla="*/ 0 w 1959"/>
                <a:gd name="T99" fmla="*/ 981 h 1961"/>
                <a:gd name="T100" fmla="*/ 22 w 1959"/>
                <a:gd name="T101" fmla="*/ 771 h 1961"/>
                <a:gd name="T102" fmla="*/ 88 w 1959"/>
                <a:gd name="T103" fmla="*/ 573 h 1961"/>
                <a:gd name="T104" fmla="*/ 195 w 1959"/>
                <a:gd name="T105" fmla="*/ 394 h 1961"/>
                <a:gd name="T106" fmla="*/ 339 w 1959"/>
                <a:gd name="T107" fmla="*/ 238 h 1961"/>
                <a:gd name="T108" fmla="*/ 511 w 1959"/>
                <a:gd name="T109" fmla="*/ 119 h 1961"/>
                <a:gd name="T110" fmla="*/ 703 w 1959"/>
                <a:gd name="T111" fmla="*/ 40 h 1961"/>
                <a:gd name="T112" fmla="*/ 908 w 1959"/>
                <a:gd name="T113" fmla="*/ 2 h 1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59" h="1961">
                  <a:moveTo>
                    <a:pt x="980" y="130"/>
                  </a:moveTo>
                  <a:lnTo>
                    <a:pt x="912" y="133"/>
                  </a:lnTo>
                  <a:lnTo>
                    <a:pt x="846" y="142"/>
                  </a:lnTo>
                  <a:lnTo>
                    <a:pt x="780" y="154"/>
                  </a:lnTo>
                  <a:lnTo>
                    <a:pt x="717" y="172"/>
                  </a:lnTo>
                  <a:lnTo>
                    <a:pt x="654" y="195"/>
                  </a:lnTo>
                  <a:lnTo>
                    <a:pt x="595" y="222"/>
                  </a:lnTo>
                  <a:lnTo>
                    <a:pt x="536" y="254"/>
                  </a:lnTo>
                  <a:lnTo>
                    <a:pt x="481" y="292"/>
                  </a:lnTo>
                  <a:lnTo>
                    <a:pt x="428" y="333"/>
                  </a:lnTo>
                  <a:lnTo>
                    <a:pt x="379" y="380"/>
                  </a:lnTo>
                  <a:lnTo>
                    <a:pt x="334" y="428"/>
                  </a:lnTo>
                  <a:lnTo>
                    <a:pt x="293" y="479"/>
                  </a:lnTo>
                  <a:lnTo>
                    <a:pt x="257" y="533"/>
                  </a:lnTo>
                  <a:lnTo>
                    <a:pt x="226" y="588"/>
                  </a:lnTo>
                  <a:lnTo>
                    <a:pt x="199" y="646"/>
                  </a:lnTo>
                  <a:lnTo>
                    <a:pt x="176" y="704"/>
                  </a:lnTo>
                  <a:lnTo>
                    <a:pt x="158" y="765"/>
                  </a:lnTo>
                  <a:lnTo>
                    <a:pt x="144" y="825"/>
                  </a:lnTo>
                  <a:lnTo>
                    <a:pt x="136" y="888"/>
                  </a:lnTo>
                  <a:lnTo>
                    <a:pt x="131" y="949"/>
                  </a:lnTo>
                  <a:lnTo>
                    <a:pt x="131" y="1012"/>
                  </a:lnTo>
                  <a:lnTo>
                    <a:pt x="136" y="1073"/>
                  </a:lnTo>
                  <a:lnTo>
                    <a:pt x="144" y="1135"/>
                  </a:lnTo>
                  <a:lnTo>
                    <a:pt x="158" y="1196"/>
                  </a:lnTo>
                  <a:lnTo>
                    <a:pt x="176" y="1256"/>
                  </a:lnTo>
                  <a:lnTo>
                    <a:pt x="199" y="1315"/>
                  </a:lnTo>
                  <a:lnTo>
                    <a:pt x="226" y="1372"/>
                  </a:lnTo>
                  <a:lnTo>
                    <a:pt x="257" y="1428"/>
                  </a:lnTo>
                  <a:lnTo>
                    <a:pt x="293" y="1482"/>
                  </a:lnTo>
                  <a:lnTo>
                    <a:pt x="334" y="1532"/>
                  </a:lnTo>
                  <a:lnTo>
                    <a:pt x="379" y="1582"/>
                  </a:lnTo>
                  <a:lnTo>
                    <a:pt x="428" y="1627"/>
                  </a:lnTo>
                  <a:lnTo>
                    <a:pt x="481" y="1669"/>
                  </a:lnTo>
                  <a:lnTo>
                    <a:pt x="536" y="1706"/>
                  </a:lnTo>
                  <a:lnTo>
                    <a:pt x="595" y="1738"/>
                  </a:lnTo>
                  <a:lnTo>
                    <a:pt x="654" y="1766"/>
                  </a:lnTo>
                  <a:lnTo>
                    <a:pt x="717" y="1789"/>
                  </a:lnTo>
                  <a:lnTo>
                    <a:pt x="780" y="1807"/>
                  </a:lnTo>
                  <a:lnTo>
                    <a:pt x="846" y="1820"/>
                  </a:lnTo>
                  <a:lnTo>
                    <a:pt x="912" y="1828"/>
                  </a:lnTo>
                  <a:lnTo>
                    <a:pt x="980" y="1831"/>
                  </a:lnTo>
                  <a:lnTo>
                    <a:pt x="1047" y="1828"/>
                  </a:lnTo>
                  <a:lnTo>
                    <a:pt x="1114" y="1820"/>
                  </a:lnTo>
                  <a:lnTo>
                    <a:pt x="1179" y="1807"/>
                  </a:lnTo>
                  <a:lnTo>
                    <a:pt x="1243" y="1789"/>
                  </a:lnTo>
                  <a:lnTo>
                    <a:pt x="1305" y="1766"/>
                  </a:lnTo>
                  <a:lnTo>
                    <a:pt x="1365" y="1738"/>
                  </a:lnTo>
                  <a:lnTo>
                    <a:pt x="1422" y="1706"/>
                  </a:lnTo>
                  <a:lnTo>
                    <a:pt x="1478" y="1669"/>
                  </a:lnTo>
                  <a:lnTo>
                    <a:pt x="1530" y="1627"/>
                  </a:lnTo>
                  <a:lnTo>
                    <a:pt x="1580" y="1582"/>
                  </a:lnTo>
                  <a:lnTo>
                    <a:pt x="1625" y="1532"/>
                  </a:lnTo>
                  <a:lnTo>
                    <a:pt x="1666" y="1482"/>
                  </a:lnTo>
                  <a:lnTo>
                    <a:pt x="1701" y="1428"/>
                  </a:lnTo>
                  <a:lnTo>
                    <a:pt x="1734" y="1372"/>
                  </a:lnTo>
                  <a:lnTo>
                    <a:pt x="1761" y="1315"/>
                  </a:lnTo>
                  <a:lnTo>
                    <a:pt x="1783" y="1256"/>
                  </a:lnTo>
                  <a:lnTo>
                    <a:pt x="1801" y="1196"/>
                  </a:lnTo>
                  <a:lnTo>
                    <a:pt x="1814" y="1135"/>
                  </a:lnTo>
                  <a:lnTo>
                    <a:pt x="1823" y="1073"/>
                  </a:lnTo>
                  <a:lnTo>
                    <a:pt x="1828" y="1012"/>
                  </a:lnTo>
                  <a:lnTo>
                    <a:pt x="1828" y="949"/>
                  </a:lnTo>
                  <a:lnTo>
                    <a:pt x="1823" y="888"/>
                  </a:lnTo>
                  <a:lnTo>
                    <a:pt x="1814" y="825"/>
                  </a:lnTo>
                  <a:lnTo>
                    <a:pt x="1801" y="765"/>
                  </a:lnTo>
                  <a:lnTo>
                    <a:pt x="1783" y="704"/>
                  </a:lnTo>
                  <a:lnTo>
                    <a:pt x="1761" y="646"/>
                  </a:lnTo>
                  <a:lnTo>
                    <a:pt x="1734" y="588"/>
                  </a:lnTo>
                  <a:lnTo>
                    <a:pt x="1701" y="533"/>
                  </a:lnTo>
                  <a:lnTo>
                    <a:pt x="1666" y="479"/>
                  </a:lnTo>
                  <a:lnTo>
                    <a:pt x="1625" y="428"/>
                  </a:lnTo>
                  <a:lnTo>
                    <a:pt x="1580" y="380"/>
                  </a:lnTo>
                  <a:lnTo>
                    <a:pt x="1530" y="333"/>
                  </a:lnTo>
                  <a:lnTo>
                    <a:pt x="1478" y="292"/>
                  </a:lnTo>
                  <a:lnTo>
                    <a:pt x="1422" y="254"/>
                  </a:lnTo>
                  <a:lnTo>
                    <a:pt x="1365" y="222"/>
                  </a:lnTo>
                  <a:lnTo>
                    <a:pt x="1305" y="195"/>
                  </a:lnTo>
                  <a:lnTo>
                    <a:pt x="1243" y="172"/>
                  </a:lnTo>
                  <a:lnTo>
                    <a:pt x="1179" y="154"/>
                  </a:lnTo>
                  <a:lnTo>
                    <a:pt x="1114" y="142"/>
                  </a:lnTo>
                  <a:lnTo>
                    <a:pt x="1047" y="133"/>
                  </a:lnTo>
                  <a:lnTo>
                    <a:pt x="980" y="130"/>
                  </a:lnTo>
                  <a:close/>
                  <a:moveTo>
                    <a:pt x="980" y="0"/>
                  </a:moveTo>
                  <a:lnTo>
                    <a:pt x="1050" y="2"/>
                  </a:lnTo>
                  <a:lnTo>
                    <a:pt x="1121" y="10"/>
                  </a:lnTo>
                  <a:lnTo>
                    <a:pt x="1189" y="23"/>
                  </a:lnTo>
                  <a:lnTo>
                    <a:pt x="1257" y="40"/>
                  </a:lnTo>
                  <a:lnTo>
                    <a:pt x="1322" y="62"/>
                  </a:lnTo>
                  <a:lnTo>
                    <a:pt x="1387" y="88"/>
                  </a:lnTo>
                  <a:lnTo>
                    <a:pt x="1448" y="119"/>
                  </a:lnTo>
                  <a:lnTo>
                    <a:pt x="1508" y="155"/>
                  </a:lnTo>
                  <a:lnTo>
                    <a:pt x="1565" y="195"/>
                  </a:lnTo>
                  <a:lnTo>
                    <a:pt x="1621" y="238"/>
                  </a:lnTo>
                  <a:lnTo>
                    <a:pt x="1672" y="287"/>
                  </a:lnTo>
                  <a:lnTo>
                    <a:pt x="1721" y="339"/>
                  </a:lnTo>
                  <a:lnTo>
                    <a:pt x="1765" y="394"/>
                  </a:lnTo>
                  <a:lnTo>
                    <a:pt x="1805" y="451"/>
                  </a:lnTo>
                  <a:lnTo>
                    <a:pt x="1841" y="512"/>
                  </a:lnTo>
                  <a:lnTo>
                    <a:pt x="1872" y="573"/>
                  </a:lnTo>
                  <a:lnTo>
                    <a:pt x="1898" y="638"/>
                  </a:lnTo>
                  <a:lnTo>
                    <a:pt x="1920" y="703"/>
                  </a:lnTo>
                  <a:lnTo>
                    <a:pt x="1937" y="771"/>
                  </a:lnTo>
                  <a:lnTo>
                    <a:pt x="1949" y="839"/>
                  </a:lnTo>
                  <a:lnTo>
                    <a:pt x="1957" y="909"/>
                  </a:lnTo>
                  <a:lnTo>
                    <a:pt x="1959" y="981"/>
                  </a:lnTo>
                  <a:lnTo>
                    <a:pt x="1957" y="1051"/>
                  </a:lnTo>
                  <a:lnTo>
                    <a:pt x="1949" y="1122"/>
                  </a:lnTo>
                  <a:lnTo>
                    <a:pt x="1937" y="1190"/>
                  </a:lnTo>
                  <a:lnTo>
                    <a:pt x="1920" y="1258"/>
                  </a:lnTo>
                  <a:lnTo>
                    <a:pt x="1898" y="1323"/>
                  </a:lnTo>
                  <a:lnTo>
                    <a:pt x="1872" y="1388"/>
                  </a:lnTo>
                  <a:lnTo>
                    <a:pt x="1841" y="1450"/>
                  </a:lnTo>
                  <a:lnTo>
                    <a:pt x="1805" y="1509"/>
                  </a:lnTo>
                  <a:lnTo>
                    <a:pt x="1765" y="1567"/>
                  </a:lnTo>
                  <a:lnTo>
                    <a:pt x="1721" y="1622"/>
                  </a:lnTo>
                  <a:lnTo>
                    <a:pt x="1672" y="1673"/>
                  </a:lnTo>
                  <a:lnTo>
                    <a:pt x="1621" y="1722"/>
                  </a:lnTo>
                  <a:lnTo>
                    <a:pt x="1565" y="1766"/>
                  </a:lnTo>
                  <a:lnTo>
                    <a:pt x="1508" y="1807"/>
                  </a:lnTo>
                  <a:lnTo>
                    <a:pt x="1448" y="1842"/>
                  </a:lnTo>
                  <a:lnTo>
                    <a:pt x="1387" y="1873"/>
                  </a:lnTo>
                  <a:lnTo>
                    <a:pt x="1322" y="1899"/>
                  </a:lnTo>
                  <a:lnTo>
                    <a:pt x="1257" y="1921"/>
                  </a:lnTo>
                  <a:lnTo>
                    <a:pt x="1189" y="1939"/>
                  </a:lnTo>
                  <a:lnTo>
                    <a:pt x="1121" y="1951"/>
                  </a:lnTo>
                  <a:lnTo>
                    <a:pt x="1050" y="1959"/>
                  </a:lnTo>
                  <a:lnTo>
                    <a:pt x="980" y="1961"/>
                  </a:lnTo>
                  <a:lnTo>
                    <a:pt x="908" y="1959"/>
                  </a:lnTo>
                  <a:lnTo>
                    <a:pt x="839" y="1951"/>
                  </a:lnTo>
                  <a:lnTo>
                    <a:pt x="770" y="1939"/>
                  </a:lnTo>
                  <a:lnTo>
                    <a:pt x="703" y="1921"/>
                  </a:lnTo>
                  <a:lnTo>
                    <a:pt x="637" y="1899"/>
                  </a:lnTo>
                  <a:lnTo>
                    <a:pt x="573" y="1873"/>
                  </a:lnTo>
                  <a:lnTo>
                    <a:pt x="511" y="1842"/>
                  </a:lnTo>
                  <a:lnTo>
                    <a:pt x="451" y="1807"/>
                  </a:lnTo>
                  <a:lnTo>
                    <a:pt x="393" y="1766"/>
                  </a:lnTo>
                  <a:lnTo>
                    <a:pt x="339" y="1722"/>
                  </a:lnTo>
                  <a:lnTo>
                    <a:pt x="286" y="1673"/>
                  </a:lnTo>
                  <a:lnTo>
                    <a:pt x="238" y="1622"/>
                  </a:lnTo>
                  <a:lnTo>
                    <a:pt x="195" y="1567"/>
                  </a:lnTo>
                  <a:lnTo>
                    <a:pt x="154" y="1509"/>
                  </a:lnTo>
                  <a:lnTo>
                    <a:pt x="119" y="1450"/>
                  </a:lnTo>
                  <a:lnTo>
                    <a:pt x="88" y="1388"/>
                  </a:lnTo>
                  <a:lnTo>
                    <a:pt x="62" y="1323"/>
                  </a:lnTo>
                  <a:lnTo>
                    <a:pt x="39" y="1258"/>
                  </a:lnTo>
                  <a:lnTo>
                    <a:pt x="22" y="1190"/>
                  </a:lnTo>
                  <a:lnTo>
                    <a:pt x="10" y="1122"/>
                  </a:lnTo>
                  <a:lnTo>
                    <a:pt x="2" y="1051"/>
                  </a:lnTo>
                  <a:lnTo>
                    <a:pt x="0" y="981"/>
                  </a:lnTo>
                  <a:lnTo>
                    <a:pt x="2" y="909"/>
                  </a:lnTo>
                  <a:lnTo>
                    <a:pt x="10" y="839"/>
                  </a:lnTo>
                  <a:lnTo>
                    <a:pt x="22" y="771"/>
                  </a:lnTo>
                  <a:lnTo>
                    <a:pt x="39" y="703"/>
                  </a:lnTo>
                  <a:lnTo>
                    <a:pt x="62" y="638"/>
                  </a:lnTo>
                  <a:lnTo>
                    <a:pt x="88" y="573"/>
                  </a:lnTo>
                  <a:lnTo>
                    <a:pt x="119" y="512"/>
                  </a:lnTo>
                  <a:lnTo>
                    <a:pt x="154" y="451"/>
                  </a:lnTo>
                  <a:lnTo>
                    <a:pt x="195" y="394"/>
                  </a:lnTo>
                  <a:lnTo>
                    <a:pt x="238" y="339"/>
                  </a:lnTo>
                  <a:lnTo>
                    <a:pt x="286" y="287"/>
                  </a:lnTo>
                  <a:lnTo>
                    <a:pt x="339" y="238"/>
                  </a:lnTo>
                  <a:lnTo>
                    <a:pt x="393" y="195"/>
                  </a:lnTo>
                  <a:lnTo>
                    <a:pt x="451" y="155"/>
                  </a:lnTo>
                  <a:lnTo>
                    <a:pt x="511" y="119"/>
                  </a:lnTo>
                  <a:lnTo>
                    <a:pt x="573" y="88"/>
                  </a:lnTo>
                  <a:lnTo>
                    <a:pt x="637" y="62"/>
                  </a:lnTo>
                  <a:lnTo>
                    <a:pt x="703" y="40"/>
                  </a:lnTo>
                  <a:lnTo>
                    <a:pt x="770" y="23"/>
                  </a:lnTo>
                  <a:lnTo>
                    <a:pt x="839" y="10"/>
                  </a:lnTo>
                  <a:lnTo>
                    <a:pt x="908" y="2"/>
                  </a:lnTo>
                  <a:lnTo>
                    <a:pt x="9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2" name="Freeform 535">
              <a:extLst>
                <a:ext uri="{FF2B5EF4-FFF2-40B4-BE49-F238E27FC236}">
                  <a16:creationId xmlns:a16="http://schemas.microsoft.com/office/drawing/2014/main" id="{E182E290-B15E-4FA7-98BC-69865F344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7963" y="5310188"/>
              <a:ext cx="31750" cy="28575"/>
            </a:xfrm>
            <a:custGeom>
              <a:avLst/>
              <a:gdLst>
                <a:gd name="T0" fmla="*/ 67 w 262"/>
                <a:gd name="T1" fmla="*/ 0 h 234"/>
                <a:gd name="T2" fmla="*/ 83 w 262"/>
                <a:gd name="T3" fmla="*/ 3 h 234"/>
                <a:gd name="T4" fmla="*/ 99 w 262"/>
                <a:gd name="T5" fmla="*/ 10 h 234"/>
                <a:gd name="T6" fmla="*/ 150 w 262"/>
                <a:gd name="T7" fmla="*/ 43 h 234"/>
                <a:gd name="T8" fmla="*/ 198 w 262"/>
                <a:gd name="T9" fmla="*/ 82 h 234"/>
                <a:gd name="T10" fmla="*/ 243 w 262"/>
                <a:gd name="T11" fmla="*/ 123 h 234"/>
                <a:gd name="T12" fmla="*/ 253 w 262"/>
                <a:gd name="T13" fmla="*/ 137 h 234"/>
                <a:gd name="T14" fmla="*/ 260 w 262"/>
                <a:gd name="T15" fmla="*/ 152 h 234"/>
                <a:gd name="T16" fmla="*/ 262 w 262"/>
                <a:gd name="T17" fmla="*/ 169 h 234"/>
                <a:gd name="T18" fmla="*/ 260 w 262"/>
                <a:gd name="T19" fmla="*/ 186 h 234"/>
                <a:gd name="T20" fmla="*/ 253 w 262"/>
                <a:gd name="T21" fmla="*/ 202 h 234"/>
                <a:gd name="T22" fmla="*/ 243 w 262"/>
                <a:gd name="T23" fmla="*/ 215 h 234"/>
                <a:gd name="T24" fmla="*/ 229 w 262"/>
                <a:gd name="T25" fmla="*/ 226 h 234"/>
                <a:gd name="T26" fmla="*/ 214 w 262"/>
                <a:gd name="T27" fmla="*/ 232 h 234"/>
                <a:gd name="T28" fmla="*/ 197 w 262"/>
                <a:gd name="T29" fmla="*/ 234 h 234"/>
                <a:gd name="T30" fmla="*/ 181 w 262"/>
                <a:gd name="T31" fmla="*/ 232 h 234"/>
                <a:gd name="T32" fmla="*/ 164 w 262"/>
                <a:gd name="T33" fmla="*/ 226 h 234"/>
                <a:gd name="T34" fmla="*/ 150 w 262"/>
                <a:gd name="T35" fmla="*/ 215 h 234"/>
                <a:gd name="T36" fmla="*/ 113 w 262"/>
                <a:gd name="T37" fmla="*/ 181 h 234"/>
                <a:gd name="T38" fmla="*/ 74 w 262"/>
                <a:gd name="T39" fmla="*/ 149 h 234"/>
                <a:gd name="T40" fmla="*/ 31 w 262"/>
                <a:gd name="T41" fmla="*/ 121 h 234"/>
                <a:gd name="T42" fmla="*/ 18 w 262"/>
                <a:gd name="T43" fmla="*/ 110 h 234"/>
                <a:gd name="T44" fmla="*/ 8 w 262"/>
                <a:gd name="T45" fmla="*/ 97 h 234"/>
                <a:gd name="T46" fmla="*/ 2 w 262"/>
                <a:gd name="T47" fmla="*/ 81 h 234"/>
                <a:gd name="T48" fmla="*/ 0 w 262"/>
                <a:gd name="T49" fmla="*/ 65 h 234"/>
                <a:gd name="T50" fmla="*/ 2 w 262"/>
                <a:gd name="T51" fmla="*/ 47 h 234"/>
                <a:gd name="T52" fmla="*/ 9 w 262"/>
                <a:gd name="T53" fmla="*/ 31 h 234"/>
                <a:gd name="T54" fmla="*/ 20 w 262"/>
                <a:gd name="T55" fmla="*/ 18 h 234"/>
                <a:gd name="T56" fmla="*/ 34 w 262"/>
                <a:gd name="T57" fmla="*/ 8 h 234"/>
                <a:gd name="T58" fmla="*/ 49 w 262"/>
                <a:gd name="T59" fmla="*/ 2 h 234"/>
                <a:gd name="T60" fmla="*/ 67 w 262"/>
                <a:gd name="T6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2" h="234">
                  <a:moveTo>
                    <a:pt x="67" y="0"/>
                  </a:moveTo>
                  <a:lnTo>
                    <a:pt x="83" y="3"/>
                  </a:lnTo>
                  <a:lnTo>
                    <a:pt x="99" y="10"/>
                  </a:lnTo>
                  <a:lnTo>
                    <a:pt x="150" y="43"/>
                  </a:lnTo>
                  <a:lnTo>
                    <a:pt x="198" y="82"/>
                  </a:lnTo>
                  <a:lnTo>
                    <a:pt x="243" y="123"/>
                  </a:lnTo>
                  <a:lnTo>
                    <a:pt x="253" y="137"/>
                  </a:lnTo>
                  <a:lnTo>
                    <a:pt x="260" y="152"/>
                  </a:lnTo>
                  <a:lnTo>
                    <a:pt x="262" y="169"/>
                  </a:lnTo>
                  <a:lnTo>
                    <a:pt x="260" y="186"/>
                  </a:lnTo>
                  <a:lnTo>
                    <a:pt x="253" y="202"/>
                  </a:lnTo>
                  <a:lnTo>
                    <a:pt x="243" y="215"/>
                  </a:lnTo>
                  <a:lnTo>
                    <a:pt x="229" y="226"/>
                  </a:lnTo>
                  <a:lnTo>
                    <a:pt x="214" y="232"/>
                  </a:lnTo>
                  <a:lnTo>
                    <a:pt x="197" y="234"/>
                  </a:lnTo>
                  <a:lnTo>
                    <a:pt x="181" y="232"/>
                  </a:lnTo>
                  <a:lnTo>
                    <a:pt x="164" y="226"/>
                  </a:lnTo>
                  <a:lnTo>
                    <a:pt x="150" y="215"/>
                  </a:lnTo>
                  <a:lnTo>
                    <a:pt x="113" y="181"/>
                  </a:lnTo>
                  <a:lnTo>
                    <a:pt x="74" y="149"/>
                  </a:lnTo>
                  <a:lnTo>
                    <a:pt x="31" y="121"/>
                  </a:lnTo>
                  <a:lnTo>
                    <a:pt x="18" y="110"/>
                  </a:lnTo>
                  <a:lnTo>
                    <a:pt x="8" y="97"/>
                  </a:lnTo>
                  <a:lnTo>
                    <a:pt x="2" y="81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1"/>
                  </a:lnTo>
                  <a:lnTo>
                    <a:pt x="20" y="18"/>
                  </a:lnTo>
                  <a:lnTo>
                    <a:pt x="34" y="8"/>
                  </a:lnTo>
                  <a:lnTo>
                    <a:pt x="49" y="2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3" name="Freeform 536">
              <a:extLst>
                <a:ext uri="{FF2B5EF4-FFF2-40B4-BE49-F238E27FC236}">
                  <a16:creationId xmlns:a16="http://schemas.microsoft.com/office/drawing/2014/main" id="{69188C5C-F07F-409B-877F-6502D15E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3188" y="5297488"/>
              <a:ext cx="88900" cy="41275"/>
            </a:xfrm>
            <a:custGeom>
              <a:avLst/>
              <a:gdLst>
                <a:gd name="T0" fmla="*/ 558 w 732"/>
                <a:gd name="T1" fmla="*/ 0 h 335"/>
                <a:gd name="T2" fmla="*/ 617 w 732"/>
                <a:gd name="T3" fmla="*/ 2 h 335"/>
                <a:gd name="T4" fmla="*/ 678 w 732"/>
                <a:gd name="T5" fmla="*/ 9 h 335"/>
                <a:gd name="T6" fmla="*/ 695 w 732"/>
                <a:gd name="T7" fmla="*/ 14 h 335"/>
                <a:gd name="T8" fmla="*/ 709 w 732"/>
                <a:gd name="T9" fmla="*/ 23 h 335"/>
                <a:gd name="T10" fmla="*/ 720 w 732"/>
                <a:gd name="T11" fmla="*/ 35 h 335"/>
                <a:gd name="T12" fmla="*/ 728 w 732"/>
                <a:gd name="T13" fmla="*/ 50 h 335"/>
                <a:gd name="T14" fmla="*/ 732 w 732"/>
                <a:gd name="T15" fmla="*/ 66 h 335"/>
                <a:gd name="T16" fmla="*/ 732 w 732"/>
                <a:gd name="T17" fmla="*/ 84 h 335"/>
                <a:gd name="T18" fmla="*/ 727 w 732"/>
                <a:gd name="T19" fmla="*/ 100 h 335"/>
                <a:gd name="T20" fmla="*/ 718 w 732"/>
                <a:gd name="T21" fmla="*/ 115 h 335"/>
                <a:gd name="T22" fmla="*/ 706 w 732"/>
                <a:gd name="T23" fmla="*/ 126 h 335"/>
                <a:gd name="T24" fmla="*/ 692 w 732"/>
                <a:gd name="T25" fmla="*/ 134 h 335"/>
                <a:gd name="T26" fmla="*/ 675 w 732"/>
                <a:gd name="T27" fmla="*/ 138 h 335"/>
                <a:gd name="T28" fmla="*/ 658 w 732"/>
                <a:gd name="T29" fmla="*/ 138 h 335"/>
                <a:gd name="T30" fmla="*/ 603 w 732"/>
                <a:gd name="T31" fmla="*/ 132 h 335"/>
                <a:gd name="T32" fmla="*/ 549 w 732"/>
                <a:gd name="T33" fmla="*/ 130 h 335"/>
                <a:gd name="T34" fmla="*/ 495 w 732"/>
                <a:gd name="T35" fmla="*/ 134 h 335"/>
                <a:gd name="T36" fmla="*/ 442 w 732"/>
                <a:gd name="T37" fmla="*/ 142 h 335"/>
                <a:gd name="T38" fmla="*/ 389 w 732"/>
                <a:gd name="T39" fmla="*/ 154 h 335"/>
                <a:gd name="T40" fmla="*/ 338 w 732"/>
                <a:gd name="T41" fmla="*/ 171 h 335"/>
                <a:gd name="T42" fmla="*/ 289 w 732"/>
                <a:gd name="T43" fmla="*/ 192 h 335"/>
                <a:gd name="T44" fmla="*/ 240 w 732"/>
                <a:gd name="T45" fmla="*/ 217 h 335"/>
                <a:gd name="T46" fmla="*/ 195 w 732"/>
                <a:gd name="T47" fmla="*/ 246 h 335"/>
                <a:gd name="T48" fmla="*/ 152 w 732"/>
                <a:gd name="T49" fmla="*/ 279 h 335"/>
                <a:gd name="T50" fmla="*/ 111 w 732"/>
                <a:gd name="T51" fmla="*/ 316 h 335"/>
                <a:gd name="T52" fmla="*/ 97 w 732"/>
                <a:gd name="T53" fmla="*/ 327 h 335"/>
                <a:gd name="T54" fmla="*/ 82 w 732"/>
                <a:gd name="T55" fmla="*/ 333 h 335"/>
                <a:gd name="T56" fmla="*/ 66 w 732"/>
                <a:gd name="T57" fmla="*/ 335 h 335"/>
                <a:gd name="T58" fmla="*/ 49 w 732"/>
                <a:gd name="T59" fmla="*/ 333 h 335"/>
                <a:gd name="T60" fmla="*/ 34 w 732"/>
                <a:gd name="T61" fmla="*/ 327 h 335"/>
                <a:gd name="T62" fmla="*/ 20 w 732"/>
                <a:gd name="T63" fmla="*/ 316 h 335"/>
                <a:gd name="T64" fmla="*/ 8 w 732"/>
                <a:gd name="T65" fmla="*/ 303 h 335"/>
                <a:gd name="T66" fmla="*/ 2 w 732"/>
                <a:gd name="T67" fmla="*/ 287 h 335"/>
                <a:gd name="T68" fmla="*/ 0 w 732"/>
                <a:gd name="T69" fmla="*/ 270 h 335"/>
                <a:gd name="T70" fmla="*/ 2 w 732"/>
                <a:gd name="T71" fmla="*/ 253 h 335"/>
                <a:gd name="T72" fmla="*/ 8 w 732"/>
                <a:gd name="T73" fmla="*/ 238 h 335"/>
                <a:gd name="T74" fmla="*/ 20 w 732"/>
                <a:gd name="T75" fmla="*/ 224 h 335"/>
                <a:gd name="T76" fmla="*/ 64 w 732"/>
                <a:gd name="T77" fmla="*/ 183 h 335"/>
                <a:gd name="T78" fmla="*/ 111 w 732"/>
                <a:gd name="T79" fmla="*/ 145 h 335"/>
                <a:gd name="T80" fmla="*/ 161 w 732"/>
                <a:gd name="T81" fmla="*/ 112 h 335"/>
                <a:gd name="T82" fmla="*/ 213 w 732"/>
                <a:gd name="T83" fmla="*/ 84 h 335"/>
                <a:gd name="T84" fmla="*/ 267 w 732"/>
                <a:gd name="T85" fmla="*/ 59 h 335"/>
                <a:gd name="T86" fmla="*/ 323 w 732"/>
                <a:gd name="T87" fmla="*/ 37 h 335"/>
                <a:gd name="T88" fmla="*/ 380 w 732"/>
                <a:gd name="T89" fmla="*/ 21 h 335"/>
                <a:gd name="T90" fmla="*/ 439 w 732"/>
                <a:gd name="T91" fmla="*/ 10 h 335"/>
                <a:gd name="T92" fmla="*/ 497 w 732"/>
                <a:gd name="T93" fmla="*/ 2 h 335"/>
                <a:gd name="T94" fmla="*/ 558 w 732"/>
                <a:gd name="T95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32" h="335">
                  <a:moveTo>
                    <a:pt x="558" y="0"/>
                  </a:moveTo>
                  <a:lnTo>
                    <a:pt x="617" y="2"/>
                  </a:lnTo>
                  <a:lnTo>
                    <a:pt x="678" y="9"/>
                  </a:lnTo>
                  <a:lnTo>
                    <a:pt x="695" y="14"/>
                  </a:lnTo>
                  <a:lnTo>
                    <a:pt x="709" y="23"/>
                  </a:lnTo>
                  <a:lnTo>
                    <a:pt x="720" y="35"/>
                  </a:lnTo>
                  <a:lnTo>
                    <a:pt x="728" y="50"/>
                  </a:lnTo>
                  <a:lnTo>
                    <a:pt x="732" y="66"/>
                  </a:lnTo>
                  <a:lnTo>
                    <a:pt x="732" y="84"/>
                  </a:lnTo>
                  <a:lnTo>
                    <a:pt x="727" y="100"/>
                  </a:lnTo>
                  <a:lnTo>
                    <a:pt x="718" y="115"/>
                  </a:lnTo>
                  <a:lnTo>
                    <a:pt x="706" y="126"/>
                  </a:lnTo>
                  <a:lnTo>
                    <a:pt x="692" y="134"/>
                  </a:lnTo>
                  <a:lnTo>
                    <a:pt x="675" y="138"/>
                  </a:lnTo>
                  <a:lnTo>
                    <a:pt x="658" y="138"/>
                  </a:lnTo>
                  <a:lnTo>
                    <a:pt x="603" y="132"/>
                  </a:lnTo>
                  <a:lnTo>
                    <a:pt x="549" y="130"/>
                  </a:lnTo>
                  <a:lnTo>
                    <a:pt x="495" y="134"/>
                  </a:lnTo>
                  <a:lnTo>
                    <a:pt x="442" y="142"/>
                  </a:lnTo>
                  <a:lnTo>
                    <a:pt x="389" y="154"/>
                  </a:lnTo>
                  <a:lnTo>
                    <a:pt x="338" y="171"/>
                  </a:lnTo>
                  <a:lnTo>
                    <a:pt x="289" y="192"/>
                  </a:lnTo>
                  <a:lnTo>
                    <a:pt x="240" y="217"/>
                  </a:lnTo>
                  <a:lnTo>
                    <a:pt x="195" y="246"/>
                  </a:lnTo>
                  <a:lnTo>
                    <a:pt x="152" y="279"/>
                  </a:lnTo>
                  <a:lnTo>
                    <a:pt x="111" y="316"/>
                  </a:lnTo>
                  <a:lnTo>
                    <a:pt x="97" y="327"/>
                  </a:lnTo>
                  <a:lnTo>
                    <a:pt x="82" y="333"/>
                  </a:lnTo>
                  <a:lnTo>
                    <a:pt x="66" y="335"/>
                  </a:lnTo>
                  <a:lnTo>
                    <a:pt x="49" y="333"/>
                  </a:lnTo>
                  <a:lnTo>
                    <a:pt x="34" y="327"/>
                  </a:lnTo>
                  <a:lnTo>
                    <a:pt x="20" y="316"/>
                  </a:lnTo>
                  <a:lnTo>
                    <a:pt x="8" y="303"/>
                  </a:lnTo>
                  <a:lnTo>
                    <a:pt x="2" y="287"/>
                  </a:lnTo>
                  <a:lnTo>
                    <a:pt x="0" y="270"/>
                  </a:lnTo>
                  <a:lnTo>
                    <a:pt x="2" y="253"/>
                  </a:lnTo>
                  <a:lnTo>
                    <a:pt x="8" y="238"/>
                  </a:lnTo>
                  <a:lnTo>
                    <a:pt x="20" y="224"/>
                  </a:lnTo>
                  <a:lnTo>
                    <a:pt x="64" y="183"/>
                  </a:lnTo>
                  <a:lnTo>
                    <a:pt x="111" y="145"/>
                  </a:lnTo>
                  <a:lnTo>
                    <a:pt x="161" y="112"/>
                  </a:lnTo>
                  <a:lnTo>
                    <a:pt x="213" y="84"/>
                  </a:lnTo>
                  <a:lnTo>
                    <a:pt x="267" y="59"/>
                  </a:lnTo>
                  <a:lnTo>
                    <a:pt x="323" y="37"/>
                  </a:lnTo>
                  <a:lnTo>
                    <a:pt x="380" y="21"/>
                  </a:lnTo>
                  <a:lnTo>
                    <a:pt x="439" y="10"/>
                  </a:lnTo>
                  <a:lnTo>
                    <a:pt x="497" y="2"/>
                  </a:lnTo>
                  <a:lnTo>
                    <a:pt x="5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4" name="Freeform 537">
              <a:extLst>
                <a:ext uri="{FF2B5EF4-FFF2-40B4-BE49-F238E27FC236}">
                  <a16:creationId xmlns:a16="http://schemas.microsoft.com/office/drawing/2014/main" id="{57B90B50-BE1B-4C99-B25C-70DCCFEC4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3188" y="5443538"/>
              <a:ext cx="30163" cy="26988"/>
            </a:xfrm>
            <a:custGeom>
              <a:avLst/>
              <a:gdLst>
                <a:gd name="T0" fmla="*/ 66 w 255"/>
                <a:gd name="T1" fmla="*/ 0 h 230"/>
                <a:gd name="T2" fmla="*/ 82 w 255"/>
                <a:gd name="T3" fmla="*/ 3 h 230"/>
                <a:gd name="T4" fmla="*/ 97 w 255"/>
                <a:gd name="T5" fmla="*/ 9 h 230"/>
                <a:gd name="T6" fmla="*/ 111 w 255"/>
                <a:gd name="T7" fmla="*/ 19 h 230"/>
                <a:gd name="T8" fmla="*/ 148 w 255"/>
                <a:gd name="T9" fmla="*/ 53 h 230"/>
                <a:gd name="T10" fmla="*/ 185 w 255"/>
                <a:gd name="T11" fmla="*/ 83 h 230"/>
                <a:gd name="T12" fmla="*/ 225 w 255"/>
                <a:gd name="T13" fmla="*/ 110 h 230"/>
                <a:gd name="T14" fmla="*/ 238 w 255"/>
                <a:gd name="T15" fmla="*/ 121 h 230"/>
                <a:gd name="T16" fmla="*/ 248 w 255"/>
                <a:gd name="T17" fmla="*/ 135 h 230"/>
                <a:gd name="T18" fmla="*/ 253 w 255"/>
                <a:gd name="T19" fmla="*/ 150 h 230"/>
                <a:gd name="T20" fmla="*/ 255 w 255"/>
                <a:gd name="T21" fmla="*/ 168 h 230"/>
                <a:gd name="T22" fmla="*/ 253 w 255"/>
                <a:gd name="T23" fmla="*/ 184 h 230"/>
                <a:gd name="T24" fmla="*/ 245 w 255"/>
                <a:gd name="T25" fmla="*/ 200 h 230"/>
                <a:gd name="T26" fmla="*/ 235 w 255"/>
                <a:gd name="T27" fmla="*/ 213 h 230"/>
                <a:gd name="T28" fmla="*/ 221 w 255"/>
                <a:gd name="T29" fmla="*/ 223 h 230"/>
                <a:gd name="T30" fmla="*/ 206 w 255"/>
                <a:gd name="T31" fmla="*/ 228 h 230"/>
                <a:gd name="T32" fmla="*/ 190 w 255"/>
                <a:gd name="T33" fmla="*/ 230 h 230"/>
                <a:gd name="T34" fmla="*/ 173 w 255"/>
                <a:gd name="T35" fmla="*/ 228 h 230"/>
                <a:gd name="T36" fmla="*/ 156 w 255"/>
                <a:gd name="T37" fmla="*/ 221 h 230"/>
                <a:gd name="T38" fmla="*/ 108 w 255"/>
                <a:gd name="T39" fmla="*/ 188 h 230"/>
                <a:gd name="T40" fmla="*/ 62 w 255"/>
                <a:gd name="T41" fmla="*/ 151 h 230"/>
                <a:gd name="T42" fmla="*/ 20 w 255"/>
                <a:gd name="T43" fmla="*/ 112 h 230"/>
                <a:gd name="T44" fmla="*/ 8 w 255"/>
                <a:gd name="T45" fmla="*/ 98 h 230"/>
                <a:gd name="T46" fmla="*/ 2 w 255"/>
                <a:gd name="T47" fmla="*/ 83 h 230"/>
                <a:gd name="T48" fmla="*/ 0 w 255"/>
                <a:gd name="T49" fmla="*/ 66 h 230"/>
                <a:gd name="T50" fmla="*/ 2 w 255"/>
                <a:gd name="T51" fmla="*/ 50 h 230"/>
                <a:gd name="T52" fmla="*/ 8 w 255"/>
                <a:gd name="T53" fmla="*/ 33 h 230"/>
                <a:gd name="T54" fmla="*/ 20 w 255"/>
                <a:gd name="T55" fmla="*/ 19 h 230"/>
                <a:gd name="T56" fmla="*/ 34 w 255"/>
                <a:gd name="T57" fmla="*/ 9 h 230"/>
                <a:gd name="T58" fmla="*/ 49 w 255"/>
                <a:gd name="T59" fmla="*/ 3 h 230"/>
                <a:gd name="T60" fmla="*/ 66 w 255"/>
                <a:gd name="T61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5" h="230">
                  <a:moveTo>
                    <a:pt x="66" y="0"/>
                  </a:moveTo>
                  <a:lnTo>
                    <a:pt x="82" y="3"/>
                  </a:lnTo>
                  <a:lnTo>
                    <a:pt x="97" y="9"/>
                  </a:lnTo>
                  <a:lnTo>
                    <a:pt x="111" y="19"/>
                  </a:lnTo>
                  <a:lnTo>
                    <a:pt x="148" y="53"/>
                  </a:lnTo>
                  <a:lnTo>
                    <a:pt x="185" y="83"/>
                  </a:lnTo>
                  <a:lnTo>
                    <a:pt x="225" y="110"/>
                  </a:lnTo>
                  <a:lnTo>
                    <a:pt x="238" y="121"/>
                  </a:lnTo>
                  <a:lnTo>
                    <a:pt x="248" y="135"/>
                  </a:lnTo>
                  <a:lnTo>
                    <a:pt x="253" y="150"/>
                  </a:lnTo>
                  <a:lnTo>
                    <a:pt x="255" y="168"/>
                  </a:lnTo>
                  <a:lnTo>
                    <a:pt x="253" y="184"/>
                  </a:lnTo>
                  <a:lnTo>
                    <a:pt x="245" y="200"/>
                  </a:lnTo>
                  <a:lnTo>
                    <a:pt x="235" y="213"/>
                  </a:lnTo>
                  <a:lnTo>
                    <a:pt x="221" y="223"/>
                  </a:lnTo>
                  <a:lnTo>
                    <a:pt x="206" y="228"/>
                  </a:lnTo>
                  <a:lnTo>
                    <a:pt x="190" y="230"/>
                  </a:lnTo>
                  <a:lnTo>
                    <a:pt x="173" y="228"/>
                  </a:lnTo>
                  <a:lnTo>
                    <a:pt x="156" y="221"/>
                  </a:lnTo>
                  <a:lnTo>
                    <a:pt x="108" y="188"/>
                  </a:lnTo>
                  <a:lnTo>
                    <a:pt x="62" y="151"/>
                  </a:lnTo>
                  <a:lnTo>
                    <a:pt x="20" y="112"/>
                  </a:lnTo>
                  <a:lnTo>
                    <a:pt x="8" y="98"/>
                  </a:lnTo>
                  <a:lnTo>
                    <a:pt x="2" y="83"/>
                  </a:lnTo>
                  <a:lnTo>
                    <a:pt x="0" y="66"/>
                  </a:lnTo>
                  <a:lnTo>
                    <a:pt x="2" y="50"/>
                  </a:lnTo>
                  <a:lnTo>
                    <a:pt x="8" y="33"/>
                  </a:lnTo>
                  <a:lnTo>
                    <a:pt x="20" y="19"/>
                  </a:lnTo>
                  <a:lnTo>
                    <a:pt x="34" y="9"/>
                  </a:lnTo>
                  <a:lnTo>
                    <a:pt x="49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5" name="Freeform 538">
              <a:extLst>
                <a:ext uri="{FF2B5EF4-FFF2-40B4-BE49-F238E27FC236}">
                  <a16:creationId xmlns:a16="http://schemas.microsoft.com/office/drawing/2014/main" id="{612F2A22-6CF5-4FA6-89C8-9EC1FD3A4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3988" y="5443538"/>
              <a:ext cx="85725" cy="41275"/>
            </a:xfrm>
            <a:custGeom>
              <a:avLst/>
              <a:gdLst>
                <a:gd name="T0" fmla="*/ 642 w 707"/>
                <a:gd name="T1" fmla="*/ 0 h 336"/>
                <a:gd name="T2" fmla="*/ 659 w 707"/>
                <a:gd name="T3" fmla="*/ 3 h 336"/>
                <a:gd name="T4" fmla="*/ 674 w 707"/>
                <a:gd name="T5" fmla="*/ 9 h 336"/>
                <a:gd name="T6" fmla="*/ 688 w 707"/>
                <a:gd name="T7" fmla="*/ 19 h 336"/>
                <a:gd name="T8" fmla="*/ 698 w 707"/>
                <a:gd name="T9" fmla="*/ 33 h 336"/>
                <a:gd name="T10" fmla="*/ 705 w 707"/>
                <a:gd name="T11" fmla="*/ 50 h 336"/>
                <a:gd name="T12" fmla="*/ 707 w 707"/>
                <a:gd name="T13" fmla="*/ 66 h 336"/>
                <a:gd name="T14" fmla="*/ 705 w 707"/>
                <a:gd name="T15" fmla="*/ 83 h 336"/>
                <a:gd name="T16" fmla="*/ 698 w 707"/>
                <a:gd name="T17" fmla="*/ 98 h 336"/>
                <a:gd name="T18" fmla="*/ 688 w 707"/>
                <a:gd name="T19" fmla="*/ 112 h 336"/>
                <a:gd name="T20" fmla="*/ 643 w 707"/>
                <a:gd name="T21" fmla="*/ 153 h 336"/>
                <a:gd name="T22" fmla="*/ 595 w 707"/>
                <a:gd name="T23" fmla="*/ 191 h 336"/>
                <a:gd name="T24" fmla="*/ 546 w 707"/>
                <a:gd name="T25" fmla="*/ 224 h 336"/>
                <a:gd name="T26" fmla="*/ 493 w 707"/>
                <a:gd name="T27" fmla="*/ 253 h 336"/>
                <a:gd name="T28" fmla="*/ 440 w 707"/>
                <a:gd name="T29" fmla="*/ 279 h 336"/>
                <a:gd name="T30" fmla="*/ 384 w 707"/>
                <a:gd name="T31" fmla="*/ 299 h 336"/>
                <a:gd name="T32" fmla="*/ 327 w 707"/>
                <a:gd name="T33" fmla="*/ 315 h 336"/>
                <a:gd name="T34" fmla="*/ 269 w 707"/>
                <a:gd name="T35" fmla="*/ 327 h 336"/>
                <a:gd name="T36" fmla="*/ 209 w 707"/>
                <a:gd name="T37" fmla="*/ 334 h 336"/>
                <a:gd name="T38" fmla="*/ 149 w 707"/>
                <a:gd name="T39" fmla="*/ 336 h 336"/>
                <a:gd name="T40" fmla="*/ 103 w 707"/>
                <a:gd name="T41" fmla="*/ 335 h 336"/>
                <a:gd name="T42" fmla="*/ 57 w 707"/>
                <a:gd name="T43" fmla="*/ 331 h 336"/>
                <a:gd name="T44" fmla="*/ 40 w 707"/>
                <a:gd name="T45" fmla="*/ 326 h 336"/>
                <a:gd name="T46" fmla="*/ 26 w 707"/>
                <a:gd name="T47" fmla="*/ 318 h 336"/>
                <a:gd name="T48" fmla="*/ 14 w 707"/>
                <a:gd name="T49" fmla="*/ 306 h 336"/>
                <a:gd name="T50" fmla="*/ 5 w 707"/>
                <a:gd name="T51" fmla="*/ 292 h 336"/>
                <a:gd name="T52" fmla="*/ 1 w 707"/>
                <a:gd name="T53" fmla="*/ 276 h 336"/>
                <a:gd name="T54" fmla="*/ 0 w 707"/>
                <a:gd name="T55" fmla="*/ 258 h 336"/>
                <a:gd name="T56" fmla="*/ 5 w 707"/>
                <a:gd name="T57" fmla="*/ 241 h 336"/>
                <a:gd name="T58" fmla="*/ 13 w 707"/>
                <a:gd name="T59" fmla="*/ 226 h 336"/>
                <a:gd name="T60" fmla="*/ 25 w 707"/>
                <a:gd name="T61" fmla="*/ 215 h 336"/>
                <a:gd name="T62" fmla="*/ 39 w 707"/>
                <a:gd name="T63" fmla="*/ 206 h 336"/>
                <a:gd name="T64" fmla="*/ 55 w 707"/>
                <a:gd name="T65" fmla="*/ 201 h 336"/>
                <a:gd name="T66" fmla="*/ 72 w 707"/>
                <a:gd name="T67" fmla="*/ 201 h 336"/>
                <a:gd name="T68" fmla="*/ 131 w 707"/>
                <a:gd name="T69" fmla="*/ 205 h 336"/>
                <a:gd name="T70" fmla="*/ 188 w 707"/>
                <a:gd name="T71" fmla="*/ 204 h 336"/>
                <a:gd name="T72" fmla="*/ 246 w 707"/>
                <a:gd name="T73" fmla="*/ 198 h 336"/>
                <a:gd name="T74" fmla="*/ 301 w 707"/>
                <a:gd name="T75" fmla="*/ 187 h 336"/>
                <a:gd name="T76" fmla="*/ 355 w 707"/>
                <a:gd name="T77" fmla="*/ 171 h 336"/>
                <a:gd name="T78" fmla="*/ 408 w 707"/>
                <a:gd name="T79" fmla="*/ 149 h 336"/>
                <a:gd name="T80" fmla="*/ 458 w 707"/>
                <a:gd name="T81" fmla="*/ 124 h 336"/>
                <a:gd name="T82" fmla="*/ 507 w 707"/>
                <a:gd name="T83" fmla="*/ 94 h 336"/>
                <a:gd name="T84" fmla="*/ 553 w 707"/>
                <a:gd name="T85" fmla="*/ 59 h 336"/>
                <a:gd name="T86" fmla="*/ 595 w 707"/>
                <a:gd name="T87" fmla="*/ 19 h 336"/>
                <a:gd name="T88" fmla="*/ 609 w 707"/>
                <a:gd name="T89" fmla="*/ 9 h 336"/>
                <a:gd name="T90" fmla="*/ 626 w 707"/>
                <a:gd name="T91" fmla="*/ 3 h 336"/>
                <a:gd name="T92" fmla="*/ 642 w 707"/>
                <a:gd name="T93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07" h="336">
                  <a:moveTo>
                    <a:pt x="642" y="0"/>
                  </a:moveTo>
                  <a:lnTo>
                    <a:pt x="659" y="3"/>
                  </a:lnTo>
                  <a:lnTo>
                    <a:pt x="674" y="9"/>
                  </a:lnTo>
                  <a:lnTo>
                    <a:pt x="688" y="19"/>
                  </a:lnTo>
                  <a:lnTo>
                    <a:pt x="698" y="33"/>
                  </a:lnTo>
                  <a:lnTo>
                    <a:pt x="705" y="50"/>
                  </a:lnTo>
                  <a:lnTo>
                    <a:pt x="707" y="66"/>
                  </a:lnTo>
                  <a:lnTo>
                    <a:pt x="705" y="83"/>
                  </a:lnTo>
                  <a:lnTo>
                    <a:pt x="698" y="98"/>
                  </a:lnTo>
                  <a:lnTo>
                    <a:pt x="688" y="112"/>
                  </a:lnTo>
                  <a:lnTo>
                    <a:pt x="643" y="153"/>
                  </a:lnTo>
                  <a:lnTo>
                    <a:pt x="595" y="191"/>
                  </a:lnTo>
                  <a:lnTo>
                    <a:pt x="546" y="224"/>
                  </a:lnTo>
                  <a:lnTo>
                    <a:pt x="493" y="253"/>
                  </a:lnTo>
                  <a:lnTo>
                    <a:pt x="440" y="279"/>
                  </a:lnTo>
                  <a:lnTo>
                    <a:pt x="384" y="299"/>
                  </a:lnTo>
                  <a:lnTo>
                    <a:pt x="327" y="315"/>
                  </a:lnTo>
                  <a:lnTo>
                    <a:pt x="269" y="327"/>
                  </a:lnTo>
                  <a:lnTo>
                    <a:pt x="209" y="334"/>
                  </a:lnTo>
                  <a:lnTo>
                    <a:pt x="149" y="336"/>
                  </a:lnTo>
                  <a:lnTo>
                    <a:pt x="103" y="335"/>
                  </a:lnTo>
                  <a:lnTo>
                    <a:pt x="57" y="331"/>
                  </a:lnTo>
                  <a:lnTo>
                    <a:pt x="40" y="326"/>
                  </a:lnTo>
                  <a:lnTo>
                    <a:pt x="26" y="318"/>
                  </a:lnTo>
                  <a:lnTo>
                    <a:pt x="14" y="306"/>
                  </a:lnTo>
                  <a:lnTo>
                    <a:pt x="5" y="292"/>
                  </a:lnTo>
                  <a:lnTo>
                    <a:pt x="1" y="276"/>
                  </a:lnTo>
                  <a:lnTo>
                    <a:pt x="0" y="258"/>
                  </a:lnTo>
                  <a:lnTo>
                    <a:pt x="5" y="241"/>
                  </a:lnTo>
                  <a:lnTo>
                    <a:pt x="13" y="226"/>
                  </a:lnTo>
                  <a:lnTo>
                    <a:pt x="25" y="215"/>
                  </a:lnTo>
                  <a:lnTo>
                    <a:pt x="39" y="206"/>
                  </a:lnTo>
                  <a:lnTo>
                    <a:pt x="55" y="201"/>
                  </a:lnTo>
                  <a:lnTo>
                    <a:pt x="72" y="201"/>
                  </a:lnTo>
                  <a:lnTo>
                    <a:pt x="131" y="205"/>
                  </a:lnTo>
                  <a:lnTo>
                    <a:pt x="188" y="204"/>
                  </a:lnTo>
                  <a:lnTo>
                    <a:pt x="246" y="198"/>
                  </a:lnTo>
                  <a:lnTo>
                    <a:pt x="301" y="187"/>
                  </a:lnTo>
                  <a:lnTo>
                    <a:pt x="355" y="171"/>
                  </a:lnTo>
                  <a:lnTo>
                    <a:pt x="408" y="149"/>
                  </a:lnTo>
                  <a:lnTo>
                    <a:pt x="458" y="124"/>
                  </a:lnTo>
                  <a:lnTo>
                    <a:pt x="507" y="94"/>
                  </a:lnTo>
                  <a:lnTo>
                    <a:pt x="553" y="59"/>
                  </a:lnTo>
                  <a:lnTo>
                    <a:pt x="595" y="19"/>
                  </a:lnTo>
                  <a:lnTo>
                    <a:pt x="609" y="9"/>
                  </a:lnTo>
                  <a:lnTo>
                    <a:pt x="626" y="3"/>
                  </a:lnTo>
                  <a:lnTo>
                    <a:pt x="6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6" name="Freeform 539">
              <a:extLst>
                <a:ext uri="{FF2B5EF4-FFF2-40B4-BE49-F238E27FC236}">
                  <a16:creationId xmlns:a16="http://schemas.microsoft.com/office/drawing/2014/main" id="{64C7BBCD-D71F-45B0-BF58-10F09D6B5A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9050" y="5238751"/>
              <a:ext cx="403225" cy="403225"/>
            </a:xfrm>
            <a:custGeom>
              <a:avLst/>
              <a:gdLst>
                <a:gd name="T0" fmla="*/ 2976 w 3305"/>
                <a:gd name="T1" fmla="*/ 3164 h 3307"/>
                <a:gd name="T2" fmla="*/ 3093 w 3305"/>
                <a:gd name="T3" fmla="*/ 3164 h 3307"/>
                <a:gd name="T4" fmla="*/ 3170 w 3305"/>
                <a:gd name="T5" fmla="*/ 3072 h 3307"/>
                <a:gd name="T6" fmla="*/ 3150 w 3305"/>
                <a:gd name="T7" fmla="*/ 2957 h 3307"/>
                <a:gd name="T8" fmla="*/ 2108 w 3305"/>
                <a:gd name="T9" fmla="*/ 2151 h 3307"/>
                <a:gd name="T10" fmla="*/ 1172 w 3305"/>
                <a:gd name="T11" fmla="*/ 132 h 3307"/>
                <a:gd name="T12" fmla="*/ 818 w 3305"/>
                <a:gd name="T13" fmla="*/ 214 h 3307"/>
                <a:gd name="T14" fmla="*/ 511 w 3305"/>
                <a:gd name="T15" fmla="*/ 407 h 3307"/>
                <a:gd name="T16" fmla="*/ 278 w 3305"/>
                <a:gd name="T17" fmla="*/ 689 h 3307"/>
                <a:gd name="T18" fmla="*/ 150 w 3305"/>
                <a:gd name="T19" fmla="*/ 1028 h 3307"/>
                <a:gd name="T20" fmla="*/ 139 w 3305"/>
                <a:gd name="T21" fmla="*/ 1395 h 3307"/>
                <a:gd name="T22" fmla="*/ 244 w 3305"/>
                <a:gd name="T23" fmla="*/ 1742 h 3307"/>
                <a:gd name="T24" fmla="*/ 457 w 3305"/>
                <a:gd name="T25" fmla="*/ 2038 h 3307"/>
                <a:gd name="T26" fmla="*/ 753 w 3305"/>
                <a:gd name="T27" fmla="*/ 2251 h 3307"/>
                <a:gd name="T28" fmla="*/ 1100 w 3305"/>
                <a:gd name="T29" fmla="*/ 2356 h 3307"/>
                <a:gd name="T30" fmla="*/ 1467 w 3305"/>
                <a:gd name="T31" fmla="*/ 2344 h 3307"/>
                <a:gd name="T32" fmla="*/ 1804 w 3305"/>
                <a:gd name="T33" fmla="*/ 2217 h 3307"/>
                <a:gd name="T34" fmla="*/ 2087 w 3305"/>
                <a:gd name="T35" fmla="*/ 1984 h 3307"/>
                <a:gd name="T36" fmla="*/ 2280 w 3305"/>
                <a:gd name="T37" fmla="*/ 1675 h 3307"/>
                <a:gd name="T38" fmla="*/ 2362 w 3305"/>
                <a:gd name="T39" fmla="*/ 1322 h 3307"/>
                <a:gd name="T40" fmla="*/ 2326 w 3305"/>
                <a:gd name="T41" fmla="*/ 957 h 3307"/>
                <a:gd name="T42" fmla="*/ 2177 w 3305"/>
                <a:gd name="T43" fmla="*/ 627 h 3307"/>
                <a:gd name="T44" fmla="*/ 1926 w 3305"/>
                <a:gd name="T45" fmla="*/ 359 h 3307"/>
                <a:gd name="T46" fmla="*/ 1607 w 3305"/>
                <a:gd name="T47" fmla="*/ 189 h 3307"/>
                <a:gd name="T48" fmla="*/ 1247 w 3305"/>
                <a:gd name="T49" fmla="*/ 129 h 3307"/>
                <a:gd name="T50" fmla="*/ 1513 w 3305"/>
                <a:gd name="T51" fmla="*/ 28 h 3307"/>
                <a:gd name="T52" fmla="*/ 1875 w 3305"/>
                <a:gd name="T53" fmla="*/ 169 h 3307"/>
                <a:gd name="T54" fmla="*/ 2185 w 3305"/>
                <a:gd name="T55" fmla="*/ 425 h 3307"/>
                <a:gd name="T56" fmla="*/ 2396 w 3305"/>
                <a:gd name="T57" fmla="*/ 759 h 3307"/>
                <a:gd name="T58" fmla="*/ 2489 w 3305"/>
                <a:gd name="T59" fmla="*/ 1134 h 3307"/>
                <a:gd name="T60" fmla="*/ 2465 w 3305"/>
                <a:gd name="T61" fmla="*/ 1516 h 3307"/>
                <a:gd name="T62" fmla="*/ 2324 w 3305"/>
                <a:gd name="T63" fmla="*/ 1877 h 3307"/>
                <a:gd name="T64" fmla="*/ 2358 w 3305"/>
                <a:gd name="T65" fmla="*/ 2044 h 3307"/>
                <a:gd name="T66" fmla="*/ 2437 w 3305"/>
                <a:gd name="T67" fmla="*/ 2055 h 3307"/>
                <a:gd name="T68" fmla="*/ 3296 w 3305"/>
                <a:gd name="T69" fmla="*/ 2968 h 3307"/>
                <a:gd name="T70" fmla="*/ 3286 w 3305"/>
                <a:gd name="T71" fmla="*/ 3138 h 3307"/>
                <a:gd name="T72" fmla="*/ 3168 w 3305"/>
                <a:gd name="T73" fmla="*/ 3272 h 3307"/>
                <a:gd name="T74" fmla="*/ 3000 w 3305"/>
                <a:gd name="T75" fmla="*/ 3305 h 3307"/>
                <a:gd name="T76" fmla="*/ 2843 w 3305"/>
                <a:gd name="T77" fmla="*/ 3228 h 3307"/>
                <a:gd name="T78" fmla="*/ 2037 w 3305"/>
                <a:gd name="T79" fmla="*/ 2375 h 3307"/>
                <a:gd name="T80" fmla="*/ 1939 w 3305"/>
                <a:gd name="T81" fmla="*/ 2286 h 3307"/>
                <a:gd name="T82" fmla="*/ 1566 w 3305"/>
                <a:gd name="T83" fmla="*/ 2454 h 3307"/>
                <a:gd name="T84" fmla="*/ 1173 w 3305"/>
                <a:gd name="T85" fmla="*/ 2493 h 3307"/>
                <a:gd name="T86" fmla="*/ 811 w 3305"/>
                <a:gd name="T87" fmla="*/ 2417 h 3307"/>
                <a:gd name="T88" fmla="*/ 482 w 3305"/>
                <a:gd name="T89" fmla="*/ 2234 h 3307"/>
                <a:gd name="T90" fmla="*/ 210 w 3305"/>
                <a:gd name="T91" fmla="*/ 1942 h 3307"/>
                <a:gd name="T92" fmla="*/ 46 w 3305"/>
                <a:gd name="T93" fmla="*/ 1589 h 3307"/>
                <a:gd name="T94" fmla="*/ 0 w 3305"/>
                <a:gd name="T95" fmla="*/ 1209 h 3307"/>
                <a:gd name="T96" fmla="*/ 70 w 3305"/>
                <a:gd name="T97" fmla="*/ 832 h 3307"/>
                <a:gd name="T98" fmla="*/ 257 w 3305"/>
                <a:gd name="T99" fmla="*/ 487 h 3307"/>
                <a:gd name="T100" fmla="*/ 551 w 3305"/>
                <a:gd name="T101" fmla="*/ 211 h 3307"/>
                <a:gd name="T102" fmla="*/ 905 w 3305"/>
                <a:gd name="T103" fmla="*/ 46 h 3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05" h="3307">
                  <a:moveTo>
                    <a:pt x="2391" y="2194"/>
                  </a:moveTo>
                  <a:lnTo>
                    <a:pt x="2192" y="2392"/>
                  </a:lnTo>
                  <a:lnTo>
                    <a:pt x="2935" y="3135"/>
                  </a:lnTo>
                  <a:lnTo>
                    <a:pt x="2955" y="3152"/>
                  </a:lnTo>
                  <a:lnTo>
                    <a:pt x="2976" y="3164"/>
                  </a:lnTo>
                  <a:lnTo>
                    <a:pt x="2999" y="3172"/>
                  </a:lnTo>
                  <a:lnTo>
                    <a:pt x="3023" y="3176"/>
                  </a:lnTo>
                  <a:lnTo>
                    <a:pt x="3047" y="3176"/>
                  </a:lnTo>
                  <a:lnTo>
                    <a:pt x="3070" y="3172"/>
                  </a:lnTo>
                  <a:lnTo>
                    <a:pt x="3093" y="3164"/>
                  </a:lnTo>
                  <a:lnTo>
                    <a:pt x="3114" y="3152"/>
                  </a:lnTo>
                  <a:lnTo>
                    <a:pt x="3134" y="3135"/>
                  </a:lnTo>
                  <a:lnTo>
                    <a:pt x="3150" y="3116"/>
                  </a:lnTo>
                  <a:lnTo>
                    <a:pt x="3162" y="3095"/>
                  </a:lnTo>
                  <a:lnTo>
                    <a:pt x="3170" y="3072"/>
                  </a:lnTo>
                  <a:lnTo>
                    <a:pt x="3174" y="3049"/>
                  </a:lnTo>
                  <a:lnTo>
                    <a:pt x="3174" y="3025"/>
                  </a:lnTo>
                  <a:lnTo>
                    <a:pt x="3170" y="3000"/>
                  </a:lnTo>
                  <a:lnTo>
                    <a:pt x="3162" y="2978"/>
                  </a:lnTo>
                  <a:lnTo>
                    <a:pt x="3150" y="2957"/>
                  </a:lnTo>
                  <a:lnTo>
                    <a:pt x="3134" y="2937"/>
                  </a:lnTo>
                  <a:lnTo>
                    <a:pt x="2391" y="2194"/>
                  </a:lnTo>
                  <a:close/>
                  <a:moveTo>
                    <a:pt x="2150" y="2109"/>
                  </a:moveTo>
                  <a:lnTo>
                    <a:pt x="2129" y="2130"/>
                  </a:lnTo>
                  <a:lnTo>
                    <a:pt x="2108" y="2151"/>
                  </a:lnTo>
                  <a:lnTo>
                    <a:pt x="2178" y="2222"/>
                  </a:lnTo>
                  <a:lnTo>
                    <a:pt x="2220" y="2179"/>
                  </a:lnTo>
                  <a:lnTo>
                    <a:pt x="2150" y="2109"/>
                  </a:lnTo>
                  <a:close/>
                  <a:moveTo>
                    <a:pt x="1247" y="129"/>
                  </a:moveTo>
                  <a:lnTo>
                    <a:pt x="1172" y="132"/>
                  </a:lnTo>
                  <a:lnTo>
                    <a:pt x="1099" y="139"/>
                  </a:lnTo>
                  <a:lnTo>
                    <a:pt x="1027" y="151"/>
                  </a:lnTo>
                  <a:lnTo>
                    <a:pt x="957" y="167"/>
                  </a:lnTo>
                  <a:lnTo>
                    <a:pt x="887" y="189"/>
                  </a:lnTo>
                  <a:lnTo>
                    <a:pt x="818" y="214"/>
                  </a:lnTo>
                  <a:lnTo>
                    <a:pt x="753" y="244"/>
                  </a:lnTo>
                  <a:lnTo>
                    <a:pt x="688" y="278"/>
                  </a:lnTo>
                  <a:lnTo>
                    <a:pt x="627" y="317"/>
                  </a:lnTo>
                  <a:lnTo>
                    <a:pt x="567" y="359"/>
                  </a:lnTo>
                  <a:lnTo>
                    <a:pt x="511" y="407"/>
                  </a:lnTo>
                  <a:lnTo>
                    <a:pt x="457" y="457"/>
                  </a:lnTo>
                  <a:lnTo>
                    <a:pt x="406" y="511"/>
                  </a:lnTo>
                  <a:lnTo>
                    <a:pt x="359" y="568"/>
                  </a:lnTo>
                  <a:lnTo>
                    <a:pt x="316" y="627"/>
                  </a:lnTo>
                  <a:lnTo>
                    <a:pt x="278" y="689"/>
                  </a:lnTo>
                  <a:lnTo>
                    <a:pt x="244" y="753"/>
                  </a:lnTo>
                  <a:lnTo>
                    <a:pt x="214" y="819"/>
                  </a:lnTo>
                  <a:lnTo>
                    <a:pt x="188" y="888"/>
                  </a:lnTo>
                  <a:lnTo>
                    <a:pt x="167" y="957"/>
                  </a:lnTo>
                  <a:lnTo>
                    <a:pt x="150" y="1028"/>
                  </a:lnTo>
                  <a:lnTo>
                    <a:pt x="139" y="1100"/>
                  </a:lnTo>
                  <a:lnTo>
                    <a:pt x="132" y="1173"/>
                  </a:lnTo>
                  <a:lnTo>
                    <a:pt x="129" y="1248"/>
                  </a:lnTo>
                  <a:lnTo>
                    <a:pt x="132" y="1322"/>
                  </a:lnTo>
                  <a:lnTo>
                    <a:pt x="139" y="1395"/>
                  </a:lnTo>
                  <a:lnTo>
                    <a:pt x="150" y="1467"/>
                  </a:lnTo>
                  <a:lnTo>
                    <a:pt x="167" y="1538"/>
                  </a:lnTo>
                  <a:lnTo>
                    <a:pt x="188" y="1608"/>
                  </a:lnTo>
                  <a:lnTo>
                    <a:pt x="214" y="1675"/>
                  </a:lnTo>
                  <a:lnTo>
                    <a:pt x="244" y="1742"/>
                  </a:lnTo>
                  <a:lnTo>
                    <a:pt x="278" y="1805"/>
                  </a:lnTo>
                  <a:lnTo>
                    <a:pt x="316" y="1868"/>
                  </a:lnTo>
                  <a:lnTo>
                    <a:pt x="359" y="1927"/>
                  </a:lnTo>
                  <a:lnTo>
                    <a:pt x="406" y="1984"/>
                  </a:lnTo>
                  <a:lnTo>
                    <a:pt x="457" y="2038"/>
                  </a:lnTo>
                  <a:lnTo>
                    <a:pt x="511" y="2089"/>
                  </a:lnTo>
                  <a:lnTo>
                    <a:pt x="567" y="2136"/>
                  </a:lnTo>
                  <a:lnTo>
                    <a:pt x="627" y="2178"/>
                  </a:lnTo>
                  <a:lnTo>
                    <a:pt x="688" y="2217"/>
                  </a:lnTo>
                  <a:lnTo>
                    <a:pt x="753" y="2251"/>
                  </a:lnTo>
                  <a:lnTo>
                    <a:pt x="818" y="2281"/>
                  </a:lnTo>
                  <a:lnTo>
                    <a:pt x="887" y="2306"/>
                  </a:lnTo>
                  <a:lnTo>
                    <a:pt x="957" y="2328"/>
                  </a:lnTo>
                  <a:lnTo>
                    <a:pt x="1027" y="2344"/>
                  </a:lnTo>
                  <a:lnTo>
                    <a:pt x="1100" y="2356"/>
                  </a:lnTo>
                  <a:lnTo>
                    <a:pt x="1172" y="2363"/>
                  </a:lnTo>
                  <a:lnTo>
                    <a:pt x="1247" y="2366"/>
                  </a:lnTo>
                  <a:lnTo>
                    <a:pt x="1320" y="2363"/>
                  </a:lnTo>
                  <a:lnTo>
                    <a:pt x="1394" y="2356"/>
                  </a:lnTo>
                  <a:lnTo>
                    <a:pt x="1467" y="2344"/>
                  </a:lnTo>
                  <a:lnTo>
                    <a:pt x="1537" y="2328"/>
                  </a:lnTo>
                  <a:lnTo>
                    <a:pt x="1607" y="2306"/>
                  </a:lnTo>
                  <a:lnTo>
                    <a:pt x="1674" y="2281"/>
                  </a:lnTo>
                  <a:lnTo>
                    <a:pt x="1741" y="2251"/>
                  </a:lnTo>
                  <a:lnTo>
                    <a:pt x="1804" y="2217"/>
                  </a:lnTo>
                  <a:lnTo>
                    <a:pt x="1867" y="2178"/>
                  </a:lnTo>
                  <a:lnTo>
                    <a:pt x="1926" y="2136"/>
                  </a:lnTo>
                  <a:lnTo>
                    <a:pt x="1983" y="2089"/>
                  </a:lnTo>
                  <a:lnTo>
                    <a:pt x="2037" y="2038"/>
                  </a:lnTo>
                  <a:lnTo>
                    <a:pt x="2087" y="1984"/>
                  </a:lnTo>
                  <a:lnTo>
                    <a:pt x="2135" y="1927"/>
                  </a:lnTo>
                  <a:lnTo>
                    <a:pt x="2177" y="1868"/>
                  </a:lnTo>
                  <a:lnTo>
                    <a:pt x="2215" y="1805"/>
                  </a:lnTo>
                  <a:lnTo>
                    <a:pt x="2250" y="1742"/>
                  </a:lnTo>
                  <a:lnTo>
                    <a:pt x="2280" y="1675"/>
                  </a:lnTo>
                  <a:lnTo>
                    <a:pt x="2305" y="1608"/>
                  </a:lnTo>
                  <a:lnTo>
                    <a:pt x="2326" y="1538"/>
                  </a:lnTo>
                  <a:lnTo>
                    <a:pt x="2342" y="1467"/>
                  </a:lnTo>
                  <a:lnTo>
                    <a:pt x="2354" y="1395"/>
                  </a:lnTo>
                  <a:lnTo>
                    <a:pt x="2362" y="1322"/>
                  </a:lnTo>
                  <a:lnTo>
                    <a:pt x="2364" y="1248"/>
                  </a:lnTo>
                  <a:lnTo>
                    <a:pt x="2362" y="1173"/>
                  </a:lnTo>
                  <a:lnTo>
                    <a:pt x="2354" y="1100"/>
                  </a:lnTo>
                  <a:lnTo>
                    <a:pt x="2342" y="1028"/>
                  </a:lnTo>
                  <a:lnTo>
                    <a:pt x="2326" y="957"/>
                  </a:lnTo>
                  <a:lnTo>
                    <a:pt x="2305" y="888"/>
                  </a:lnTo>
                  <a:lnTo>
                    <a:pt x="2280" y="819"/>
                  </a:lnTo>
                  <a:lnTo>
                    <a:pt x="2250" y="753"/>
                  </a:lnTo>
                  <a:lnTo>
                    <a:pt x="2215" y="689"/>
                  </a:lnTo>
                  <a:lnTo>
                    <a:pt x="2177" y="627"/>
                  </a:lnTo>
                  <a:lnTo>
                    <a:pt x="2135" y="568"/>
                  </a:lnTo>
                  <a:lnTo>
                    <a:pt x="2087" y="511"/>
                  </a:lnTo>
                  <a:lnTo>
                    <a:pt x="2037" y="457"/>
                  </a:lnTo>
                  <a:lnTo>
                    <a:pt x="1983" y="407"/>
                  </a:lnTo>
                  <a:lnTo>
                    <a:pt x="1926" y="359"/>
                  </a:lnTo>
                  <a:lnTo>
                    <a:pt x="1867" y="317"/>
                  </a:lnTo>
                  <a:lnTo>
                    <a:pt x="1804" y="278"/>
                  </a:lnTo>
                  <a:lnTo>
                    <a:pt x="1741" y="244"/>
                  </a:lnTo>
                  <a:lnTo>
                    <a:pt x="1674" y="214"/>
                  </a:lnTo>
                  <a:lnTo>
                    <a:pt x="1607" y="189"/>
                  </a:lnTo>
                  <a:lnTo>
                    <a:pt x="1537" y="167"/>
                  </a:lnTo>
                  <a:lnTo>
                    <a:pt x="1467" y="151"/>
                  </a:lnTo>
                  <a:lnTo>
                    <a:pt x="1394" y="139"/>
                  </a:lnTo>
                  <a:lnTo>
                    <a:pt x="1320" y="132"/>
                  </a:lnTo>
                  <a:lnTo>
                    <a:pt x="1247" y="129"/>
                  </a:lnTo>
                  <a:close/>
                  <a:moveTo>
                    <a:pt x="1208" y="0"/>
                  </a:moveTo>
                  <a:lnTo>
                    <a:pt x="1285" y="0"/>
                  </a:lnTo>
                  <a:lnTo>
                    <a:pt x="1362" y="5"/>
                  </a:lnTo>
                  <a:lnTo>
                    <a:pt x="1437" y="14"/>
                  </a:lnTo>
                  <a:lnTo>
                    <a:pt x="1513" y="28"/>
                  </a:lnTo>
                  <a:lnTo>
                    <a:pt x="1588" y="46"/>
                  </a:lnTo>
                  <a:lnTo>
                    <a:pt x="1662" y="71"/>
                  </a:lnTo>
                  <a:lnTo>
                    <a:pt x="1735" y="98"/>
                  </a:lnTo>
                  <a:lnTo>
                    <a:pt x="1805" y="131"/>
                  </a:lnTo>
                  <a:lnTo>
                    <a:pt x="1875" y="169"/>
                  </a:lnTo>
                  <a:lnTo>
                    <a:pt x="1941" y="211"/>
                  </a:lnTo>
                  <a:lnTo>
                    <a:pt x="2007" y="257"/>
                  </a:lnTo>
                  <a:lnTo>
                    <a:pt x="2069" y="309"/>
                  </a:lnTo>
                  <a:lnTo>
                    <a:pt x="2129" y="364"/>
                  </a:lnTo>
                  <a:lnTo>
                    <a:pt x="2185" y="425"/>
                  </a:lnTo>
                  <a:lnTo>
                    <a:pt x="2237" y="487"/>
                  </a:lnTo>
                  <a:lnTo>
                    <a:pt x="2283" y="552"/>
                  </a:lnTo>
                  <a:lnTo>
                    <a:pt x="2325" y="619"/>
                  </a:lnTo>
                  <a:lnTo>
                    <a:pt x="2363" y="689"/>
                  </a:lnTo>
                  <a:lnTo>
                    <a:pt x="2396" y="759"/>
                  </a:lnTo>
                  <a:lnTo>
                    <a:pt x="2423" y="832"/>
                  </a:lnTo>
                  <a:lnTo>
                    <a:pt x="2447" y="907"/>
                  </a:lnTo>
                  <a:lnTo>
                    <a:pt x="2465" y="981"/>
                  </a:lnTo>
                  <a:lnTo>
                    <a:pt x="2479" y="1057"/>
                  </a:lnTo>
                  <a:lnTo>
                    <a:pt x="2489" y="1134"/>
                  </a:lnTo>
                  <a:lnTo>
                    <a:pt x="2494" y="1210"/>
                  </a:lnTo>
                  <a:lnTo>
                    <a:pt x="2494" y="1287"/>
                  </a:lnTo>
                  <a:lnTo>
                    <a:pt x="2489" y="1364"/>
                  </a:lnTo>
                  <a:lnTo>
                    <a:pt x="2479" y="1439"/>
                  </a:lnTo>
                  <a:lnTo>
                    <a:pt x="2465" y="1516"/>
                  </a:lnTo>
                  <a:lnTo>
                    <a:pt x="2446" y="1590"/>
                  </a:lnTo>
                  <a:lnTo>
                    <a:pt x="2423" y="1664"/>
                  </a:lnTo>
                  <a:lnTo>
                    <a:pt x="2395" y="1737"/>
                  </a:lnTo>
                  <a:lnTo>
                    <a:pt x="2362" y="1807"/>
                  </a:lnTo>
                  <a:lnTo>
                    <a:pt x="2324" y="1877"/>
                  </a:lnTo>
                  <a:lnTo>
                    <a:pt x="2282" y="1944"/>
                  </a:lnTo>
                  <a:lnTo>
                    <a:pt x="2236" y="2009"/>
                  </a:lnTo>
                  <a:lnTo>
                    <a:pt x="2313" y="2087"/>
                  </a:lnTo>
                  <a:lnTo>
                    <a:pt x="2344" y="2055"/>
                  </a:lnTo>
                  <a:lnTo>
                    <a:pt x="2358" y="2044"/>
                  </a:lnTo>
                  <a:lnTo>
                    <a:pt x="2374" y="2038"/>
                  </a:lnTo>
                  <a:lnTo>
                    <a:pt x="2391" y="2036"/>
                  </a:lnTo>
                  <a:lnTo>
                    <a:pt x="2407" y="2038"/>
                  </a:lnTo>
                  <a:lnTo>
                    <a:pt x="2423" y="2044"/>
                  </a:lnTo>
                  <a:lnTo>
                    <a:pt x="2437" y="2055"/>
                  </a:lnTo>
                  <a:lnTo>
                    <a:pt x="3226" y="2845"/>
                  </a:lnTo>
                  <a:lnTo>
                    <a:pt x="3250" y="2872"/>
                  </a:lnTo>
                  <a:lnTo>
                    <a:pt x="3270" y="2903"/>
                  </a:lnTo>
                  <a:lnTo>
                    <a:pt x="3286" y="2935"/>
                  </a:lnTo>
                  <a:lnTo>
                    <a:pt x="3296" y="2968"/>
                  </a:lnTo>
                  <a:lnTo>
                    <a:pt x="3303" y="3001"/>
                  </a:lnTo>
                  <a:lnTo>
                    <a:pt x="3305" y="3037"/>
                  </a:lnTo>
                  <a:lnTo>
                    <a:pt x="3303" y="3071"/>
                  </a:lnTo>
                  <a:lnTo>
                    <a:pt x="3296" y="3105"/>
                  </a:lnTo>
                  <a:lnTo>
                    <a:pt x="3286" y="3138"/>
                  </a:lnTo>
                  <a:lnTo>
                    <a:pt x="3270" y="3170"/>
                  </a:lnTo>
                  <a:lnTo>
                    <a:pt x="3250" y="3200"/>
                  </a:lnTo>
                  <a:lnTo>
                    <a:pt x="3226" y="3228"/>
                  </a:lnTo>
                  <a:lnTo>
                    <a:pt x="3198" y="3252"/>
                  </a:lnTo>
                  <a:lnTo>
                    <a:pt x="3168" y="3272"/>
                  </a:lnTo>
                  <a:lnTo>
                    <a:pt x="3137" y="3288"/>
                  </a:lnTo>
                  <a:lnTo>
                    <a:pt x="3103" y="3298"/>
                  </a:lnTo>
                  <a:lnTo>
                    <a:pt x="3069" y="3305"/>
                  </a:lnTo>
                  <a:lnTo>
                    <a:pt x="3035" y="3307"/>
                  </a:lnTo>
                  <a:lnTo>
                    <a:pt x="3000" y="3305"/>
                  </a:lnTo>
                  <a:lnTo>
                    <a:pt x="2966" y="3298"/>
                  </a:lnTo>
                  <a:lnTo>
                    <a:pt x="2933" y="3288"/>
                  </a:lnTo>
                  <a:lnTo>
                    <a:pt x="2901" y="3272"/>
                  </a:lnTo>
                  <a:lnTo>
                    <a:pt x="2871" y="3252"/>
                  </a:lnTo>
                  <a:lnTo>
                    <a:pt x="2843" y="3228"/>
                  </a:lnTo>
                  <a:lnTo>
                    <a:pt x="2054" y="2439"/>
                  </a:lnTo>
                  <a:lnTo>
                    <a:pt x="2043" y="2424"/>
                  </a:lnTo>
                  <a:lnTo>
                    <a:pt x="2037" y="2409"/>
                  </a:lnTo>
                  <a:lnTo>
                    <a:pt x="2035" y="2392"/>
                  </a:lnTo>
                  <a:lnTo>
                    <a:pt x="2037" y="2375"/>
                  </a:lnTo>
                  <a:lnTo>
                    <a:pt x="2043" y="2360"/>
                  </a:lnTo>
                  <a:lnTo>
                    <a:pt x="2054" y="2346"/>
                  </a:lnTo>
                  <a:lnTo>
                    <a:pt x="2085" y="2315"/>
                  </a:lnTo>
                  <a:lnTo>
                    <a:pt x="2008" y="2237"/>
                  </a:lnTo>
                  <a:lnTo>
                    <a:pt x="1939" y="2286"/>
                  </a:lnTo>
                  <a:lnTo>
                    <a:pt x="1869" y="2330"/>
                  </a:lnTo>
                  <a:lnTo>
                    <a:pt x="1796" y="2369"/>
                  </a:lnTo>
                  <a:lnTo>
                    <a:pt x="1720" y="2402"/>
                  </a:lnTo>
                  <a:lnTo>
                    <a:pt x="1644" y="2431"/>
                  </a:lnTo>
                  <a:lnTo>
                    <a:pt x="1566" y="2454"/>
                  </a:lnTo>
                  <a:lnTo>
                    <a:pt x="1488" y="2472"/>
                  </a:lnTo>
                  <a:lnTo>
                    <a:pt x="1408" y="2485"/>
                  </a:lnTo>
                  <a:lnTo>
                    <a:pt x="1327" y="2493"/>
                  </a:lnTo>
                  <a:lnTo>
                    <a:pt x="1247" y="2495"/>
                  </a:lnTo>
                  <a:lnTo>
                    <a:pt x="1173" y="2493"/>
                  </a:lnTo>
                  <a:lnTo>
                    <a:pt x="1100" y="2487"/>
                  </a:lnTo>
                  <a:lnTo>
                    <a:pt x="1026" y="2476"/>
                  </a:lnTo>
                  <a:lnTo>
                    <a:pt x="953" y="2461"/>
                  </a:lnTo>
                  <a:lnTo>
                    <a:pt x="882" y="2442"/>
                  </a:lnTo>
                  <a:lnTo>
                    <a:pt x="811" y="2417"/>
                  </a:lnTo>
                  <a:lnTo>
                    <a:pt x="743" y="2389"/>
                  </a:lnTo>
                  <a:lnTo>
                    <a:pt x="674" y="2357"/>
                  </a:lnTo>
                  <a:lnTo>
                    <a:pt x="608" y="2321"/>
                  </a:lnTo>
                  <a:lnTo>
                    <a:pt x="544" y="2279"/>
                  </a:lnTo>
                  <a:lnTo>
                    <a:pt x="482" y="2234"/>
                  </a:lnTo>
                  <a:lnTo>
                    <a:pt x="421" y="2184"/>
                  </a:lnTo>
                  <a:lnTo>
                    <a:pt x="364" y="2130"/>
                  </a:lnTo>
                  <a:lnTo>
                    <a:pt x="308" y="2071"/>
                  </a:lnTo>
                  <a:lnTo>
                    <a:pt x="257" y="2008"/>
                  </a:lnTo>
                  <a:lnTo>
                    <a:pt x="210" y="1942"/>
                  </a:lnTo>
                  <a:lnTo>
                    <a:pt x="168" y="1876"/>
                  </a:lnTo>
                  <a:lnTo>
                    <a:pt x="131" y="1806"/>
                  </a:lnTo>
                  <a:lnTo>
                    <a:pt x="98" y="1736"/>
                  </a:lnTo>
                  <a:lnTo>
                    <a:pt x="70" y="1663"/>
                  </a:lnTo>
                  <a:lnTo>
                    <a:pt x="46" y="1589"/>
                  </a:lnTo>
                  <a:lnTo>
                    <a:pt x="28" y="1515"/>
                  </a:lnTo>
                  <a:lnTo>
                    <a:pt x="14" y="1438"/>
                  </a:lnTo>
                  <a:lnTo>
                    <a:pt x="5" y="1363"/>
                  </a:lnTo>
                  <a:lnTo>
                    <a:pt x="0" y="1286"/>
                  </a:lnTo>
                  <a:lnTo>
                    <a:pt x="0" y="1209"/>
                  </a:lnTo>
                  <a:lnTo>
                    <a:pt x="5" y="1133"/>
                  </a:lnTo>
                  <a:lnTo>
                    <a:pt x="14" y="1056"/>
                  </a:lnTo>
                  <a:lnTo>
                    <a:pt x="28" y="980"/>
                  </a:lnTo>
                  <a:lnTo>
                    <a:pt x="46" y="906"/>
                  </a:lnTo>
                  <a:lnTo>
                    <a:pt x="70" y="832"/>
                  </a:lnTo>
                  <a:lnTo>
                    <a:pt x="98" y="759"/>
                  </a:lnTo>
                  <a:lnTo>
                    <a:pt x="131" y="689"/>
                  </a:lnTo>
                  <a:lnTo>
                    <a:pt x="168" y="619"/>
                  </a:lnTo>
                  <a:lnTo>
                    <a:pt x="210" y="552"/>
                  </a:lnTo>
                  <a:lnTo>
                    <a:pt x="257" y="487"/>
                  </a:lnTo>
                  <a:lnTo>
                    <a:pt x="308" y="425"/>
                  </a:lnTo>
                  <a:lnTo>
                    <a:pt x="364" y="364"/>
                  </a:lnTo>
                  <a:lnTo>
                    <a:pt x="424" y="309"/>
                  </a:lnTo>
                  <a:lnTo>
                    <a:pt x="487" y="257"/>
                  </a:lnTo>
                  <a:lnTo>
                    <a:pt x="551" y="211"/>
                  </a:lnTo>
                  <a:lnTo>
                    <a:pt x="619" y="169"/>
                  </a:lnTo>
                  <a:lnTo>
                    <a:pt x="688" y="131"/>
                  </a:lnTo>
                  <a:lnTo>
                    <a:pt x="759" y="98"/>
                  </a:lnTo>
                  <a:lnTo>
                    <a:pt x="832" y="71"/>
                  </a:lnTo>
                  <a:lnTo>
                    <a:pt x="905" y="46"/>
                  </a:lnTo>
                  <a:lnTo>
                    <a:pt x="980" y="28"/>
                  </a:lnTo>
                  <a:lnTo>
                    <a:pt x="1055" y="14"/>
                  </a:lnTo>
                  <a:lnTo>
                    <a:pt x="1132" y="5"/>
                  </a:lnTo>
                  <a:lnTo>
                    <a:pt x="1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027870B9-A27C-4234-BDEA-C6F1FA49EE62}"/>
              </a:ext>
            </a:extLst>
          </p:cNvPr>
          <p:cNvGrpSpPr/>
          <p:nvPr/>
        </p:nvGrpSpPr>
        <p:grpSpPr>
          <a:xfrm>
            <a:off x="2689425" y="4829776"/>
            <a:ext cx="325643" cy="299467"/>
            <a:chOff x="1758950" y="2132013"/>
            <a:chExt cx="493713" cy="4540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8" name="Freeform 132">
              <a:extLst>
                <a:ext uri="{FF2B5EF4-FFF2-40B4-BE49-F238E27FC236}">
                  <a16:creationId xmlns:a16="http://schemas.microsoft.com/office/drawing/2014/main" id="{904FE937-312D-4B56-9B74-DA02E807A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888" y="2260600"/>
              <a:ext cx="150813" cy="325438"/>
            </a:xfrm>
            <a:custGeom>
              <a:avLst/>
              <a:gdLst>
                <a:gd name="T0" fmla="*/ 526 w 1052"/>
                <a:gd name="T1" fmla="*/ 0 h 2255"/>
                <a:gd name="T2" fmla="*/ 546 w 1052"/>
                <a:gd name="T3" fmla="*/ 3 h 2255"/>
                <a:gd name="T4" fmla="*/ 565 w 1052"/>
                <a:gd name="T5" fmla="*/ 9 h 2255"/>
                <a:gd name="T6" fmla="*/ 580 w 1052"/>
                <a:gd name="T7" fmla="*/ 20 h 2255"/>
                <a:gd name="T8" fmla="*/ 594 w 1052"/>
                <a:gd name="T9" fmla="*/ 34 h 2255"/>
                <a:gd name="T10" fmla="*/ 1037 w 1052"/>
                <a:gd name="T11" fmla="*/ 638 h 2255"/>
                <a:gd name="T12" fmla="*/ 1046 w 1052"/>
                <a:gd name="T13" fmla="*/ 654 h 2255"/>
                <a:gd name="T14" fmla="*/ 1051 w 1052"/>
                <a:gd name="T15" fmla="*/ 671 h 2255"/>
                <a:gd name="T16" fmla="*/ 1052 w 1052"/>
                <a:gd name="T17" fmla="*/ 689 h 2255"/>
                <a:gd name="T18" fmla="*/ 1050 w 1052"/>
                <a:gd name="T19" fmla="*/ 708 h 2255"/>
                <a:gd name="T20" fmla="*/ 1044 w 1052"/>
                <a:gd name="T21" fmla="*/ 724 h 2255"/>
                <a:gd name="T22" fmla="*/ 1034 w 1052"/>
                <a:gd name="T23" fmla="*/ 740 h 2255"/>
                <a:gd name="T24" fmla="*/ 1020 w 1052"/>
                <a:gd name="T25" fmla="*/ 752 h 2255"/>
                <a:gd name="T26" fmla="*/ 1006 w 1052"/>
                <a:gd name="T27" fmla="*/ 762 h 2255"/>
                <a:gd name="T28" fmla="*/ 988 w 1052"/>
                <a:gd name="T29" fmla="*/ 768 h 2255"/>
                <a:gd name="T30" fmla="*/ 969 w 1052"/>
                <a:gd name="T31" fmla="*/ 770 h 2255"/>
                <a:gd name="T32" fmla="*/ 787 w 1052"/>
                <a:gd name="T33" fmla="*/ 770 h 2255"/>
                <a:gd name="T34" fmla="*/ 787 w 1052"/>
                <a:gd name="T35" fmla="*/ 2172 h 2255"/>
                <a:gd name="T36" fmla="*/ 784 w 1052"/>
                <a:gd name="T37" fmla="*/ 2195 h 2255"/>
                <a:gd name="T38" fmla="*/ 776 w 1052"/>
                <a:gd name="T39" fmla="*/ 2215 h 2255"/>
                <a:gd name="T40" fmla="*/ 763 w 1052"/>
                <a:gd name="T41" fmla="*/ 2232 h 2255"/>
                <a:gd name="T42" fmla="*/ 746 w 1052"/>
                <a:gd name="T43" fmla="*/ 2244 h 2255"/>
                <a:gd name="T44" fmla="*/ 726 w 1052"/>
                <a:gd name="T45" fmla="*/ 2252 h 2255"/>
                <a:gd name="T46" fmla="*/ 704 w 1052"/>
                <a:gd name="T47" fmla="*/ 2255 h 2255"/>
                <a:gd name="T48" fmla="*/ 349 w 1052"/>
                <a:gd name="T49" fmla="*/ 2255 h 2255"/>
                <a:gd name="T50" fmla="*/ 326 w 1052"/>
                <a:gd name="T51" fmla="*/ 2252 h 2255"/>
                <a:gd name="T52" fmla="*/ 307 w 1052"/>
                <a:gd name="T53" fmla="*/ 2244 h 2255"/>
                <a:gd name="T54" fmla="*/ 290 w 1052"/>
                <a:gd name="T55" fmla="*/ 2232 h 2255"/>
                <a:gd name="T56" fmla="*/ 277 w 1052"/>
                <a:gd name="T57" fmla="*/ 2215 h 2255"/>
                <a:gd name="T58" fmla="*/ 268 w 1052"/>
                <a:gd name="T59" fmla="*/ 2195 h 2255"/>
                <a:gd name="T60" fmla="*/ 265 w 1052"/>
                <a:gd name="T61" fmla="*/ 2172 h 2255"/>
                <a:gd name="T62" fmla="*/ 265 w 1052"/>
                <a:gd name="T63" fmla="*/ 770 h 2255"/>
                <a:gd name="T64" fmla="*/ 83 w 1052"/>
                <a:gd name="T65" fmla="*/ 770 h 2255"/>
                <a:gd name="T66" fmla="*/ 65 w 1052"/>
                <a:gd name="T67" fmla="*/ 768 h 2255"/>
                <a:gd name="T68" fmla="*/ 48 w 1052"/>
                <a:gd name="T69" fmla="*/ 762 h 2255"/>
                <a:gd name="T70" fmla="*/ 32 w 1052"/>
                <a:gd name="T71" fmla="*/ 752 h 2255"/>
                <a:gd name="T72" fmla="*/ 20 w 1052"/>
                <a:gd name="T73" fmla="*/ 740 h 2255"/>
                <a:gd name="T74" fmla="*/ 9 w 1052"/>
                <a:gd name="T75" fmla="*/ 724 h 2255"/>
                <a:gd name="T76" fmla="*/ 3 w 1052"/>
                <a:gd name="T77" fmla="*/ 708 h 2255"/>
                <a:gd name="T78" fmla="*/ 0 w 1052"/>
                <a:gd name="T79" fmla="*/ 689 h 2255"/>
                <a:gd name="T80" fmla="*/ 2 w 1052"/>
                <a:gd name="T81" fmla="*/ 671 h 2255"/>
                <a:gd name="T82" fmla="*/ 7 w 1052"/>
                <a:gd name="T83" fmla="*/ 654 h 2255"/>
                <a:gd name="T84" fmla="*/ 17 w 1052"/>
                <a:gd name="T85" fmla="*/ 638 h 2255"/>
                <a:gd name="T86" fmla="*/ 460 w 1052"/>
                <a:gd name="T87" fmla="*/ 34 h 2255"/>
                <a:gd name="T88" fmla="*/ 473 w 1052"/>
                <a:gd name="T89" fmla="*/ 20 h 2255"/>
                <a:gd name="T90" fmla="*/ 489 w 1052"/>
                <a:gd name="T91" fmla="*/ 9 h 2255"/>
                <a:gd name="T92" fmla="*/ 507 w 1052"/>
                <a:gd name="T93" fmla="*/ 3 h 2255"/>
                <a:gd name="T94" fmla="*/ 526 w 1052"/>
                <a:gd name="T95" fmla="*/ 0 h 2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52" h="2255">
                  <a:moveTo>
                    <a:pt x="526" y="0"/>
                  </a:moveTo>
                  <a:lnTo>
                    <a:pt x="546" y="3"/>
                  </a:lnTo>
                  <a:lnTo>
                    <a:pt x="565" y="9"/>
                  </a:lnTo>
                  <a:lnTo>
                    <a:pt x="580" y="20"/>
                  </a:lnTo>
                  <a:lnTo>
                    <a:pt x="594" y="34"/>
                  </a:lnTo>
                  <a:lnTo>
                    <a:pt x="1037" y="638"/>
                  </a:lnTo>
                  <a:lnTo>
                    <a:pt x="1046" y="654"/>
                  </a:lnTo>
                  <a:lnTo>
                    <a:pt x="1051" y="671"/>
                  </a:lnTo>
                  <a:lnTo>
                    <a:pt x="1052" y="689"/>
                  </a:lnTo>
                  <a:lnTo>
                    <a:pt x="1050" y="708"/>
                  </a:lnTo>
                  <a:lnTo>
                    <a:pt x="1044" y="724"/>
                  </a:lnTo>
                  <a:lnTo>
                    <a:pt x="1034" y="740"/>
                  </a:lnTo>
                  <a:lnTo>
                    <a:pt x="1020" y="752"/>
                  </a:lnTo>
                  <a:lnTo>
                    <a:pt x="1006" y="762"/>
                  </a:lnTo>
                  <a:lnTo>
                    <a:pt x="988" y="768"/>
                  </a:lnTo>
                  <a:lnTo>
                    <a:pt x="969" y="770"/>
                  </a:lnTo>
                  <a:lnTo>
                    <a:pt x="787" y="770"/>
                  </a:lnTo>
                  <a:lnTo>
                    <a:pt x="787" y="2172"/>
                  </a:lnTo>
                  <a:lnTo>
                    <a:pt x="784" y="2195"/>
                  </a:lnTo>
                  <a:lnTo>
                    <a:pt x="776" y="2215"/>
                  </a:lnTo>
                  <a:lnTo>
                    <a:pt x="763" y="2232"/>
                  </a:lnTo>
                  <a:lnTo>
                    <a:pt x="746" y="2244"/>
                  </a:lnTo>
                  <a:lnTo>
                    <a:pt x="726" y="2252"/>
                  </a:lnTo>
                  <a:lnTo>
                    <a:pt x="704" y="2255"/>
                  </a:lnTo>
                  <a:lnTo>
                    <a:pt x="349" y="2255"/>
                  </a:lnTo>
                  <a:lnTo>
                    <a:pt x="326" y="2252"/>
                  </a:lnTo>
                  <a:lnTo>
                    <a:pt x="307" y="2244"/>
                  </a:lnTo>
                  <a:lnTo>
                    <a:pt x="290" y="2232"/>
                  </a:lnTo>
                  <a:lnTo>
                    <a:pt x="277" y="2215"/>
                  </a:lnTo>
                  <a:lnTo>
                    <a:pt x="268" y="2195"/>
                  </a:lnTo>
                  <a:lnTo>
                    <a:pt x="265" y="2172"/>
                  </a:lnTo>
                  <a:lnTo>
                    <a:pt x="265" y="770"/>
                  </a:lnTo>
                  <a:lnTo>
                    <a:pt x="83" y="770"/>
                  </a:lnTo>
                  <a:lnTo>
                    <a:pt x="65" y="768"/>
                  </a:lnTo>
                  <a:lnTo>
                    <a:pt x="48" y="762"/>
                  </a:lnTo>
                  <a:lnTo>
                    <a:pt x="32" y="752"/>
                  </a:lnTo>
                  <a:lnTo>
                    <a:pt x="20" y="740"/>
                  </a:lnTo>
                  <a:lnTo>
                    <a:pt x="9" y="724"/>
                  </a:lnTo>
                  <a:lnTo>
                    <a:pt x="3" y="708"/>
                  </a:lnTo>
                  <a:lnTo>
                    <a:pt x="0" y="689"/>
                  </a:lnTo>
                  <a:lnTo>
                    <a:pt x="2" y="671"/>
                  </a:lnTo>
                  <a:lnTo>
                    <a:pt x="7" y="654"/>
                  </a:lnTo>
                  <a:lnTo>
                    <a:pt x="17" y="638"/>
                  </a:lnTo>
                  <a:lnTo>
                    <a:pt x="460" y="34"/>
                  </a:lnTo>
                  <a:lnTo>
                    <a:pt x="473" y="20"/>
                  </a:lnTo>
                  <a:lnTo>
                    <a:pt x="489" y="9"/>
                  </a:lnTo>
                  <a:lnTo>
                    <a:pt x="507" y="3"/>
                  </a:lnTo>
                  <a:lnTo>
                    <a:pt x="5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9" name="Freeform 133">
              <a:extLst>
                <a:ext uri="{FF2B5EF4-FFF2-40B4-BE49-F238E27FC236}">
                  <a16:creationId xmlns:a16="http://schemas.microsoft.com/office/drawing/2014/main" id="{B66F4978-8734-4FA4-BD33-3F2BA4793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2332038"/>
              <a:ext cx="152400" cy="254000"/>
            </a:xfrm>
            <a:custGeom>
              <a:avLst/>
              <a:gdLst>
                <a:gd name="T0" fmla="*/ 526 w 1052"/>
                <a:gd name="T1" fmla="*/ 0 h 1761"/>
                <a:gd name="T2" fmla="*/ 546 w 1052"/>
                <a:gd name="T3" fmla="*/ 2 h 1761"/>
                <a:gd name="T4" fmla="*/ 564 w 1052"/>
                <a:gd name="T5" fmla="*/ 9 h 1761"/>
                <a:gd name="T6" fmla="*/ 580 w 1052"/>
                <a:gd name="T7" fmla="*/ 20 h 1761"/>
                <a:gd name="T8" fmla="*/ 594 w 1052"/>
                <a:gd name="T9" fmla="*/ 34 h 1761"/>
                <a:gd name="T10" fmla="*/ 1037 w 1052"/>
                <a:gd name="T11" fmla="*/ 638 h 1761"/>
                <a:gd name="T12" fmla="*/ 1046 w 1052"/>
                <a:gd name="T13" fmla="*/ 653 h 1761"/>
                <a:gd name="T14" fmla="*/ 1051 w 1052"/>
                <a:gd name="T15" fmla="*/ 671 h 1761"/>
                <a:gd name="T16" fmla="*/ 1052 w 1052"/>
                <a:gd name="T17" fmla="*/ 690 h 1761"/>
                <a:gd name="T18" fmla="*/ 1050 w 1052"/>
                <a:gd name="T19" fmla="*/ 707 h 1761"/>
                <a:gd name="T20" fmla="*/ 1043 w 1052"/>
                <a:gd name="T21" fmla="*/ 725 h 1761"/>
                <a:gd name="T22" fmla="*/ 1034 w 1052"/>
                <a:gd name="T23" fmla="*/ 739 h 1761"/>
                <a:gd name="T24" fmla="*/ 1020 w 1052"/>
                <a:gd name="T25" fmla="*/ 753 h 1761"/>
                <a:gd name="T26" fmla="*/ 1005 w 1052"/>
                <a:gd name="T27" fmla="*/ 762 h 1761"/>
                <a:gd name="T28" fmla="*/ 988 w 1052"/>
                <a:gd name="T29" fmla="*/ 767 h 1761"/>
                <a:gd name="T30" fmla="*/ 969 w 1052"/>
                <a:gd name="T31" fmla="*/ 770 h 1761"/>
                <a:gd name="T32" fmla="*/ 787 w 1052"/>
                <a:gd name="T33" fmla="*/ 770 h 1761"/>
                <a:gd name="T34" fmla="*/ 787 w 1052"/>
                <a:gd name="T35" fmla="*/ 1678 h 1761"/>
                <a:gd name="T36" fmla="*/ 784 w 1052"/>
                <a:gd name="T37" fmla="*/ 1701 h 1761"/>
                <a:gd name="T38" fmla="*/ 776 w 1052"/>
                <a:gd name="T39" fmla="*/ 1721 h 1761"/>
                <a:gd name="T40" fmla="*/ 762 w 1052"/>
                <a:gd name="T41" fmla="*/ 1738 h 1761"/>
                <a:gd name="T42" fmla="*/ 746 w 1052"/>
                <a:gd name="T43" fmla="*/ 1750 h 1761"/>
                <a:gd name="T44" fmla="*/ 726 w 1052"/>
                <a:gd name="T45" fmla="*/ 1758 h 1761"/>
                <a:gd name="T46" fmla="*/ 704 w 1052"/>
                <a:gd name="T47" fmla="*/ 1761 h 1761"/>
                <a:gd name="T48" fmla="*/ 348 w 1052"/>
                <a:gd name="T49" fmla="*/ 1761 h 1761"/>
                <a:gd name="T50" fmla="*/ 327 w 1052"/>
                <a:gd name="T51" fmla="*/ 1758 h 1761"/>
                <a:gd name="T52" fmla="*/ 307 w 1052"/>
                <a:gd name="T53" fmla="*/ 1750 h 1761"/>
                <a:gd name="T54" fmla="*/ 290 w 1052"/>
                <a:gd name="T55" fmla="*/ 1738 h 1761"/>
                <a:gd name="T56" fmla="*/ 277 w 1052"/>
                <a:gd name="T57" fmla="*/ 1721 h 1761"/>
                <a:gd name="T58" fmla="*/ 268 w 1052"/>
                <a:gd name="T59" fmla="*/ 1701 h 1761"/>
                <a:gd name="T60" fmla="*/ 265 w 1052"/>
                <a:gd name="T61" fmla="*/ 1678 h 1761"/>
                <a:gd name="T62" fmla="*/ 265 w 1052"/>
                <a:gd name="T63" fmla="*/ 770 h 1761"/>
                <a:gd name="T64" fmla="*/ 83 w 1052"/>
                <a:gd name="T65" fmla="*/ 770 h 1761"/>
                <a:gd name="T66" fmla="*/ 64 w 1052"/>
                <a:gd name="T67" fmla="*/ 767 h 1761"/>
                <a:gd name="T68" fmla="*/ 48 w 1052"/>
                <a:gd name="T69" fmla="*/ 762 h 1761"/>
                <a:gd name="T70" fmla="*/ 32 w 1052"/>
                <a:gd name="T71" fmla="*/ 753 h 1761"/>
                <a:gd name="T72" fmla="*/ 19 w 1052"/>
                <a:gd name="T73" fmla="*/ 739 h 1761"/>
                <a:gd name="T74" fmla="*/ 9 w 1052"/>
                <a:gd name="T75" fmla="*/ 725 h 1761"/>
                <a:gd name="T76" fmla="*/ 2 w 1052"/>
                <a:gd name="T77" fmla="*/ 707 h 1761"/>
                <a:gd name="T78" fmla="*/ 0 w 1052"/>
                <a:gd name="T79" fmla="*/ 690 h 1761"/>
                <a:gd name="T80" fmla="*/ 1 w 1052"/>
                <a:gd name="T81" fmla="*/ 671 h 1761"/>
                <a:gd name="T82" fmla="*/ 7 w 1052"/>
                <a:gd name="T83" fmla="*/ 653 h 1761"/>
                <a:gd name="T84" fmla="*/ 16 w 1052"/>
                <a:gd name="T85" fmla="*/ 638 h 1761"/>
                <a:gd name="T86" fmla="*/ 459 w 1052"/>
                <a:gd name="T87" fmla="*/ 34 h 1761"/>
                <a:gd name="T88" fmla="*/ 472 w 1052"/>
                <a:gd name="T89" fmla="*/ 20 h 1761"/>
                <a:gd name="T90" fmla="*/ 489 w 1052"/>
                <a:gd name="T91" fmla="*/ 9 h 1761"/>
                <a:gd name="T92" fmla="*/ 506 w 1052"/>
                <a:gd name="T93" fmla="*/ 2 h 1761"/>
                <a:gd name="T94" fmla="*/ 526 w 1052"/>
                <a:gd name="T95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52" h="1761">
                  <a:moveTo>
                    <a:pt x="526" y="0"/>
                  </a:moveTo>
                  <a:lnTo>
                    <a:pt x="546" y="2"/>
                  </a:lnTo>
                  <a:lnTo>
                    <a:pt x="564" y="9"/>
                  </a:lnTo>
                  <a:lnTo>
                    <a:pt x="580" y="20"/>
                  </a:lnTo>
                  <a:lnTo>
                    <a:pt x="594" y="34"/>
                  </a:lnTo>
                  <a:lnTo>
                    <a:pt x="1037" y="638"/>
                  </a:lnTo>
                  <a:lnTo>
                    <a:pt x="1046" y="653"/>
                  </a:lnTo>
                  <a:lnTo>
                    <a:pt x="1051" y="671"/>
                  </a:lnTo>
                  <a:lnTo>
                    <a:pt x="1052" y="690"/>
                  </a:lnTo>
                  <a:lnTo>
                    <a:pt x="1050" y="707"/>
                  </a:lnTo>
                  <a:lnTo>
                    <a:pt x="1043" y="725"/>
                  </a:lnTo>
                  <a:lnTo>
                    <a:pt x="1034" y="739"/>
                  </a:lnTo>
                  <a:lnTo>
                    <a:pt x="1020" y="753"/>
                  </a:lnTo>
                  <a:lnTo>
                    <a:pt x="1005" y="762"/>
                  </a:lnTo>
                  <a:lnTo>
                    <a:pt x="988" y="767"/>
                  </a:lnTo>
                  <a:lnTo>
                    <a:pt x="969" y="770"/>
                  </a:lnTo>
                  <a:lnTo>
                    <a:pt x="787" y="770"/>
                  </a:lnTo>
                  <a:lnTo>
                    <a:pt x="787" y="1678"/>
                  </a:lnTo>
                  <a:lnTo>
                    <a:pt x="784" y="1701"/>
                  </a:lnTo>
                  <a:lnTo>
                    <a:pt x="776" y="1721"/>
                  </a:lnTo>
                  <a:lnTo>
                    <a:pt x="762" y="1738"/>
                  </a:lnTo>
                  <a:lnTo>
                    <a:pt x="746" y="1750"/>
                  </a:lnTo>
                  <a:lnTo>
                    <a:pt x="726" y="1758"/>
                  </a:lnTo>
                  <a:lnTo>
                    <a:pt x="704" y="1761"/>
                  </a:lnTo>
                  <a:lnTo>
                    <a:pt x="348" y="1761"/>
                  </a:lnTo>
                  <a:lnTo>
                    <a:pt x="327" y="1758"/>
                  </a:lnTo>
                  <a:lnTo>
                    <a:pt x="307" y="1750"/>
                  </a:lnTo>
                  <a:lnTo>
                    <a:pt x="290" y="1738"/>
                  </a:lnTo>
                  <a:lnTo>
                    <a:pt x="277" y="1721"/>
                  </a:lnTo>
                  <a:lnTo>
                    <a:pt x="268" y="1701"/>
                  </a:lnTo>
                  <a:lnTo>
                    <a:pt x="265" y="1678"/>
                  </a:lnTo>
                  <a:lnTo>
                    <a:pt x="265" y="770"/>
                  </a:lnTo>
                  <a:lnTo>
                    <a:pt x="83" y="770"/>
                  </a:lnTo>
                  <a:lnTo>
                    <a:pt x="64" y="767"/>
                  </a:lnTo>
                  <a:lnTo>
                    <a:pt x="48" y="762"/>
                  </a:lnTo>
                  <a:lnTo>
                    <a:pt x="32" y="753"/>
                  </a:lnTo>
                  <a:lnTo>
                    <a:pt x="19" y="739"/>
                  </a:lnTo>
                  <a:lnTo>
                    <a:pt x="9" y="725"/>
                  </a:lnTo>
                  <a:lnTo>
                    <a:pt x="2" y="707"/>
                  </a:lnTo>
                  <a:lnTo>
                    <a:pt x="0" y="690"/>
                  </a:lnTo>
                  <a:lnTo>
                    <a:pt x="1" y="671"/>
                  </a:lnTo>
                  <a:lnTo>
                    <a:pt x="7" y="653"/>
                  </a:lnTo>
                  <a:lnTo>
                    <a:pt x="16" y="638"/>
                  </a:lnTo>
                  <a:lnTo>
                    <a:pt x="459" y="34"/>
                  </a:lnTo>
                  <a:lnTo>
                    <a:pt x="472" y="20"/>
                  </a:lnTo>
                  <a:lnTo>
                    <a:pt x="489" y="9"/>
                  </a:lnTo>
                  <a:lnTo>
                    <a:pt x="506" y="2"/>
                  </a:lnTo>
                  <a:lnTo>
                    <a:pt x="5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0" name="Freeform 134">
              <a:extLst>
                <a:ext uri="{FF2B5EF4-FFF2-40B4-BE49-F238E27FC236}">
                  <a16:creationId xmlns:a16="http://schemas.microsoft.com/office/drawing/2014/main" id="{648543F5-0760-424E-B206-E30D59E71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788" y="2132013"/>
              <a:ext cx="106363" cy="106363"/>
            </a:xfrm>
            <a:custGeom>
              <a:avLst/>
              <a:gdLst>
                <a:gd name="T0" fmla="*/ 367 w 735"/>
                <a:gd name="T1" fmla="*/ 0 h 735"/>
                <a:gd name="T2" fmla="*/ 413 w 735"/>
                <a:gd name="T3" fmla="*/ 3 h 735"/>
                <a:gd name="T4" fmla="*/ 457 w 735"/>
                <a:gd name="T5" fmla="*/ 12 h 735"/>
                <a:gd name="T6" fmla="*/ 500 w 735"/>
                <a:gd name="T7" fmla="*/ 25 h 735"/>
                <a:gd name="T8" fmla="*/ 539 w 735"/>
                <a:gd name="T9" fmla="*/ 43 h 735"/>
                <a:gd name="T10" fmla="*/ 577 w 735"/>
                <a:gd name="T11" fmla="*/ 66 h 735"/>
                <a:gd name="T12" fmla="*/ 611 w 735"/>
                <a:gd name="T13" fmla="*/ 93 h 735"/>
                <a:gd name="T14" fmla="*/ 641 w 735"/>
                <a:gd name="T15" fmla="*/ 124 h 735"/>
                <a:gd name="T16" fmla="*/ 668 w 735"/>
                <a:gd name="T17" fmla="*/ 157 h 735"/>
                <a:gd name="T18" fmla="*/ 691 w 735"/>
                <a:gd name="T19" fmla="*/ 195 h 735"/>
                <a:gd name="T20" fmla="*/ 710 w 735"/>
                <a:gd name="T21" fmla="*/ 235 h 735"/>
                <a:gd name="T22" fmla="*/ 723 w 735"/>
                <a:gd name="T23" fmla="*/ 277 h 735"/>
                <a:gd name="T24" fmla="*/ 732 w 735"/>
                <a:gd name="T25" fmla="*/ 321 h 735"/>
                <a:gd name="T26" fmla="*/ 735 w 735"/>
                <a:gd name="T27" fmla="*/ 367 h 735"/>
                <a:gd name="T28" fmla="*/ 732 w 735"/>
                <a:gd name="T29" fmla="*/ 413 h 735"/>
                <a:gd name="T30" fmla="*/ 723 w 735"/>
                <a:gd name="T31" fmla="*/ 457 h 735"/>
                <a:gd name="T32" fmla="*/ 710 w 735"/>
                <a:gd name="T33" fmla="*/ 500 h 735"/>
                <a:gd name="T34" fmla="*/ 691 w 735"/>
                <a:gd name="T35" fmla="*/ 539 h 735"/>
                <a:gd name="T36" fmla="*/ 668 w 735"/>
                <a:gd name="T37" fmla="*/ 577 h 735"/>
                <a:gd name="T38" fmla="*/ 641 w 735"/>
                <a:gd name="T39" fmla="*/ 611 h 735"/>
                <a:gd name="T40" fmla="*/ 611 w 735"/>
                <a:gd name="T41" fmla="*/ 641 h 735"/>
                <a:gd name="T42" fmla="*/ 577 w 735"/>
                <a:gd name="T43" fmla="*/ 668 h 735"/>
                <a:gd name="T44" fmla="*/ 539 w 735"/>
                <a:gd name="T45" fmla="*/ 691 h 735"/>
                <a:gd name="T46" fmla="*/ 500 w 735"/>
                <a:gd name="T47" fmla="*/ 710 h 735"/>
                <a:gd name="T48" fmla="*/ 457 w 735"/>
                <a:gd name="T49" fmla="*/ 723 h 735"/>
                <a:gd name="T50" fmla="*/ 413 w 735"/>
                <a:gd name="T51" fmla="*/ 732 h 735"/>
                <a:gd name="T52" fmla="*/ 367 w 735"/>
                <a:gd name="T53" fmla="*/ 735 h 735"/>
                <a:gd name="T54" fmla="*/ 321 w 735"/>
                <a:gd name="T55" fmla="*/ 732 h 735"/>
                <a:gd name="T56" fmla="*/ 276 w 735"/>
                <a:gd name="T57" fmla="*/ 723 h 735"/>
                <a:gd name="T58" fmla="*/ 235 w 735"/>
                <a:gd name="T59" fmla="*/ 710 h 735"/>
                <a:gd name="T60" fmla="*/ 194 w 735"/>
                <a:gd name="T61" fmla="*/ 691 h 735"/>
                <a:gd name="T62" fmla="*/ 158 w 735"/>
                <a:gd name="T63" fmla="*/ 668 h 735"/>
                <a:gd name="T64" fmla="*/ 123 w 735"/>
                <a:gd name="T65" fmla="*/ 641 h 735"/>
                <a:gd name="T66" fmla="*/ 92 w 735"/>
                <a:gd name="T67" fmla="*/ 611 h 735"/>
                <a:gd name="T68" fmla="*/ 65 w 735"/>
                <a:gd name="T69" fmla="*/ 577 h 735"/>
                <a:gd name="T70" fmla="*/ 42 w 735"/>
                <a:gd name="T71" fmla="*/ 539 h 735"/>
                <a:gd name="T72" fmla="*/ 25 w 735"/>
                <a:gd name="T73" fmla="*/ 500 h 735"/>
                <a:gd name="T74" fmla="*/ 11 w 735"/>
                <a:gd name="T75" fmla="*/ 457 h 735"/>
                <a:gd name="T76" fmla="*/ 3 w 735"/>
                <a:gd name="T77" fmla="*/ 413 h 735"/>
                <a:gd name="T78" fmla="*/ 0 w 735"/>
                <a:gd name="T79" fmla="*/ 367 h 735"/>
                <a:gd name="T80" fmla="*/ 3 w 735"/>
                <a:gd name="T81" fmla="*/ 321 h 735"/>
                <a:gd name="T82" fmla="*/ 11 w 735"/>
                <a:gd name="T83" fmla="*/ 277 h 735"/>
                <a:gd name="T84" fmla="*/ 25 w 735"/>
                <a:gd name="T85" fmla="*/ 235 h 735"/>
                <a:gd name="T86" fmla="*/ 42 w 735"/>
                <a:gd name="T87" fmla="*/ 195 h 735"/>
                <a:gd name="T88" fmla="*/ 65 w 735"/>
                <a:gd name="T89" fmla="*/ 157 h 735"/>
                <a:gd name="T90" fmla="*/ 92 w 735"/>
                <a:gd name="T91" fmla="*/ 124 h 735"/>
                <a:gd name="T92" fmla="*/ 123 w 735"/>
                <a:gd name="T93" fmla="*/ 93 h 735"/>
                <a:gd name="T94" fmla="*/ 158 w 735"/>
                <a:gd name="T95" fmla="*/ 66 h 735"/>
                <a:gd name="T96" fmla="*/ 194 w 735"/>
                <a:gd name="T97" fmla="*/ 43 h 735"/>
                <a:gd name="T98" fmla="*/ 235 w 735"/>
                <a:gd name="T99" fmla="*/ 25 h 735"/>
                <a:gd name="T100" fmla="*/ 276 w 735"/>
                <a:gd name="T101" fmla="*/ 12 h 735"/>
                <a:gd name="T102" fmla="*/ 321 w 735"/>
                <a:gd name="T103" fmla="*/ 3 h 735"/>
                <a:gd name="T104" fmla="*/ 367 w 735"/>
                <a:gd name="T105" fmla="*/ 0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5" h="735">
                  <a:moveTo>
                    <a:pt x="367" y="0"/>
                  </a:moveTo>
                  <a:lnTo>
                    <a:pt x="413" y="3"/>
                  </a:lnTo>
                  <a:lnTo>
                    <a:pt x="457" y="12"/>
                  </a:lnTo>
                  <a:lnTo>
                    <a:pt x="500" y="25"/>
                  </a:lnTo>
                  <a:lnTo>
                    <a:pt x="539" y="43"/>
                  </a:lnTo>
                  <a:lnTo>
                    <a:pt x="577" y="66"/>
                  </a:lnTo>
                  <a:lnTo>
                    <a:pt x="611" y="93"/>
                  </a:lnTo>
                  <a:lnTo>
                    <a:pt x="641" y="124"/>
                  </a:lnTo>
                  <a:lnTo>
                    <a:pt x="668" y="157"/>
                  </a:lnTo>
                  <a:lnTo>
                    <a:pt x="691" y="195"/>
                  </a:lnTo>
                  <a:lnTo>
                    <a:pt x="710" y="235"/>
                  </a:lnTo>
                  <a:lnTo>
                    <a:pt x="723" y="277"/>
                  </a:lnTo>
                  <a:lnTo>
                    <a:pt x="732" y="321"/>
                  </a:lnTo>
                  <a:lnTo>
                    <a:pt x="735" y="367"/>
                  </a:lnTo>
                  <a:lnTo>
                    <a:pt x="732" y="413"/>
                  </a:lnTo>
                  <a:lnTo>
                    <a:pt x="723" y="457"/>
                  </a:lnTo>
                  <a:lnTo>
                    <a:pt x="710" y="500"/>
                  </a:lnTo>
                  <a:lnTo>
                    <a:pt x="691" y="539"/>
                  </a:lnTo>
                  <a:lnTo>
                    <a:pt x="668" y="577"/>
                  </a:lnTo>
                  <a:lnTo>
                    <a:pt x="641" y="611"/>
                  </a:lnTo>
                  <a:lnTo>
                    <a:pt x="611" y="641"/>
                  </a:lnTo>
                  <a:lnTo>
                    <a:pt x="577" y="668"/>
                  </a:lnTo>
                  <a:lnTo>
                    <a:pt x="539" y="691"/>
                  </a:lnTo>
                  <a:lnTo>
                    <a:pt x="500" y="710"/>
                  </a:lnTo>
                  <a:lnTo>
                    <a:pt x="457" y="723"/>
                  </a:lnTo>
                  <a:lnTo>
                    <a:pt x="413" y="732"/>
                  </a:lnTo>
                  <a:lnTo>
                    <a:pt x="367" y="735"/>
                  </a:lnTo>
                  <a:lnTo>
                    <a:pt x="321" y="732"/>
                  </a:lnTo>
                  <a:lnTo>
                    <a:pt x="276" y="723"/>
                  </a:lnTo>
                  <a:lnTo>
                    <a:pt x="235" y="710"/>
                  </a:lnTo>
                  <a:lnTo>
                    <a:pt x="194" y="691"/>
                  </a:lnTo>
                  <a:lnTo>
                    <a:pt x="158" y="668"/>
                  </a:lnTo>
                  <a:lnTo>
                    <a:pt x="123" y="641"/>
                  </a:lnTo>
                  <a:lnTo>
                    <a:pt x="92" y="611"/>
                  </a:lnTo>
                  <a:lnTo>
                    <a:pt x="65" y="577"/>
                  </a:lnTo>
                  <a:lnTo>
                    <a:pt x="42" y="539"/>
                  </a:lnTo>
                  <a:lnTo>
                    <a:pt x="25" y="500"/>
                  </a:lnTo>
                  <a:lnTo>
                    <a:pt x="11" y="457"/>
                  </a:lnTo>
                  <a:lnTo>
                    <a:pt x="3" y="413"/>
                  </a:lnTo>
                  <a:lnTo>
                    <a:pt x="0" y="367"/>
                  </a:lnTo>
                  <a:lnTo>
                    <a:pt x="3" y="321"/>
                  </a:lnTo>
                  <a:lnTo>
                    <a:pt x="11" y="277"/>
                  </a:lnTo>
                  <a:lnTo>
                    <a:pt x="25" y="235"/>
                  </a:lnTo>
                  <a:lnTo>
                    <a:pt x="42" y="195"/>
                  </a:lnTo>
                  <a:lnTo>
                    <a:pt x="65" y="157"/>
                  </a:lnTo>
                  <a:lnTo>
                    <a:pt x="92" y="124"/>
                  </a:lnTo>
                  <a:lnTo>
                    <a:pt x="123" y="93"/>
                  </a:lnTo>
                  <a:lnTo>
                    <a:pt x="158" y="66"/>
                  </a:lnTo>
                  <a:lnTo>
                    <a:pt x="194" y="43"/>
                  </a:lnTo>
                  <a:lnTo>
                    <a:pt x="235" y="25"/>
                  </a:lnTo>
                  <a:lnTo>
                    <a:pt x="276" y="12"/>
                  </a:lnTo>
                  <a:lnTo>
                    <a:pt x="321" y="3"/>
                  </a:lnTo>
                  <a:lnTo>
                    <a:pt x="3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1" name="Freeform 135">
              <a:extLst>
                <a:ext uri="{FF2B5EF4-FFF2-40B4-BE49-F238E27FC236}">
                  <a16:creationId xmlns:a16="http://schemas.microsoft.com/office/drawing/2014/main" id="{70C80E32-1281-4E94-990B-1DB85CC7C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275" y="2259013"/>
              <a:ext cx="179388" cy="327025"/>
            </a:xfrm>
            <a:custGeom>
              <a:avLst/>
              <a:gdLst>
                <a:gd name="T0" fmla="*/ 347 w 1252"/>
                <a:gd name="T1" fmla="*/ 2 h 2266"/>
                <a:gd name="T2" fmla="*/ 364 w 1252"/>
                <a:gd name="T3" fmla="*/ 13 h 2266"/>
                <a:gd name="T4" fmla="*/ 588 w 1252"/>
                <a:gd name="T5" fmla="*/ 626 h 2266"/>
                <a:gd name="T6" fmla="*/ 604 w 1252"/>
                <a:gd name="T7" fmla="*/ 645 h 2266"/>
                <a:gd name="T8" fmla="*/ 626 w 1252"/>
                <a:gd name="T9" fmla="*/ 652 h 2266"/>
                <a:gd name="T10" fmla="*/ 649 w 1252"/>
                <a:gd name="T11" fmla="*/ 645 h 2266"/>
                <a:gd name="T12" fmla="*/ 663 w 1252"/>
                <a:gd name="T13" fmla="*/ 626 h 2266"/>
                <a:gd name="T14" fmla="*/ 890 w 1252"/>
                <a:gd name="T15" fmla="*/ 10 h 2266"/>
                <a:gd name="T16" fmla="*/ 912 w 1252"/>
                <a:gd name="T17" fmla="*/ 0 h 2266"/>
                <a:gd name="T18" fmla="*/ 1029 w 1252"/>
                <a:gd name="T19" fmla="*/ 34 h 2266"/>
                <a:gd name="T20" fmla="*/ 1068 w 1252"/>
                <a:gd name="T21" fmla="*/ 50 h 2266"/>
                <a:gd name="T22" fmla="*/ 1136 w 1252"/>
                <a:gd name="T23" fmla="*/ 94 h 2266"/>
                <a:gd name="T24" fmla="*/ 1190 w 1252"/>
                <a:gd name="T25" fmla="*/ 152 h 2266"/>
                <a:gd name="T26" fmla="*/ 1229 w 1252"/>
                <a:gd name="T27" fmla="*/ 221 h 2266"/>
                <a:gd name="T28" fmla="*/ 1250 w 1252"/>
                <a:gd name="T29" fmla="*/ 299 h 2266"/>
                <a:gd name="T30" fmla="*/ 1252 w 1252"/>
                <a:gd name="T31" fmla="*/ 982 h 2266"/>
                <a:gd name="T32" fmla="*/ 1247 w 1252"/>
                <a:gd name="T33" fmla="*/ 999 h 2266"/>
                <a:gd name="T34" fmla="*/ 1017 w 1252"/>
                <a:gd name="T35" fmla="*/ 2234 h 2266"/>
                <a:gd name="T36" fmla="*/ 1007 w 1252"/>
                <a:gd name="T37" fmla="*/ 2257 h 2266"/>
                <a:gd name="T38" fmla="*/ 984 w 1252"/>
                <a:gd name="T39" fmla="*/ 2266 h 2266"/>
                <a:gd name="T40" fmla="*/ 255 w 1252"/>
                <a:gd name="T41" fmla="*/ 2264 h 2266"/>
                <a:gd name="T42" fmla="*/ 238 w 1252"/>
                <a:gd name="T43" fmla="*/ 2247 h 2266"/>
                <a:gd name="T44" fmla="*/ 235 w 1252"/>
                <a:gd name="T45" fmla="*/ 1349 h 2266"/>
                <a:gd name="T46" fmla="*/ 1 w 1252"/>
                <a:gd name="T47" fmla="*/ 991 h 2266"/>
                <a:gd name="T48" fmla="*/ 0 w 1252"/>
                <a:gd name="T49" fmla="*/ 343 h 2266"/>
                <a:gd name="T50" fmla="*/ 10 w 1252"/>
                <a:gd name="T51" fmla="*/ 261 h 2266"/>
                <a:gd name="T52" fmla="*/ 40 w 1252"/>
                <a:gd name="T53" fmla="*/ 186 h 2266"/>
                <a:gd name="T54" fmla="*/ 87 w 1252"/>
                <a:gd name="T55" fmla="*/ 122 h 2266"/>
                <a:gd name="T56" fmla="*/ 148 w 1252"/>
                <a:gd name="T57" fmla="*/ 70 h 2266"/>
                <a:gd name="T58" fmla="*/ 223 w 1252"/>
                <a:gd name="T59" fmla="*/ 34 h 2266"/>
                <a:gd name="T60" fmla="*/ 233 w 1252"/>
                <a:gd name="T61" fmla="*/ 31 h 2266"/>
                <a:gd name="T62" fmla="*/ 256 w 1252"/>
                <a:gd name="T63" fmla="*/ 24 h 2266"/>
                <a:gd name="T64" fmla="*/ 287 w 1252"/>
                <a:gd name="T65" fmla="*/ 15 h 2266"/>
                <a:gd name="T66" fmla="*/ 315 w 1252"/>
                <a:gd name="T67" fmla="*/ 6 h 2266"/>
                <a:gd name="T68" fmla="*/ 334 w 1252"/>
                <a:gd name="T69" fmla="*/ 1 h 2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52" h="2266">
                  <a:moveTo>
                    <a:pt x="338" y="0"/>
                  </a:moveTo>
                  <a:lnTo>
                    <a:pt x="347" y="2"/>
                  </a:lnTo>
                  <a:lnTo>
                    <a:pt x="356" y="6"/>
                  </a:lnTo>
                  <a:lnTo>
                    <a:pt x="364" y="13"/>
                  </a:lnTo>
                  <a:lnTo>
                    <a:pt x="368" y="22"/>
                  </a:lnTo>
                  <a:lnTo>
                    <a:pt x="588" y="626"/>
                  </a:lnTo>
                  <a:lnTo>
                    <a:pt x="594" y="638"/>
                  </a:lnTo>
                  <a:lnTo>
                    <a:pt x="604" y="645"/>
                  </a:lnTo>
                  <a:lnTo>
                    <a:pt x="614" y="650"/>
                  </a:lnTo>
                  <a:lnTo>
                    <a:pt x="626" y="652"/>
                  </a:lnTo>
                  <a:lnTo>
                    <a:pt x="637" y="650"/>
                  </a:lnTo>
                  <a:lnTo>
                    <a:pt x="649" y="645"/>
                  </a:lnTo>
                  <a:lnTo>
                    <a:pt x="657" y="638"/>
                  </a:lnTo>
                  <a:lnTo>
                    <a:pt x="663" y="626"/>
                  </a:lnTo>
                  <a:lnTo>
                    <a:pt x="884" y="22"/>
                  </a:lnTo>
                  <a:lnTo>
                    <a:pt x="890" y="10"/>
                  </a:lnTo>
                  <a:lnTo>
                    <a:pt x="900" y="3"/>
                  </a:lnTo>
                  <a:lnTo>
                    <a:pt x="912" y="0"/>
                  </a:lnTo>
                  <a:lnTo>
                    <a:pt x="924" y="2"/>
                  </a:lnTo>
                  <a:lnTo>
                    <a:pt x="1029" y="34"/>
                  </a:lnTo>
                  <a:lnTo>
                    <a:pt x="1029" y="34"/>
                  </a:lnTo>
                  <a:lnTo>
                    <a:pt x="1068" y="50"/>
                  </a:lnTo>
                  <a:lnTo>
                    <a:pt x="1104" y="70"/>
                  </a:lnTo>
                  <a:lnTo>
                    <a:pt x="1136" y="94"/>
                  </a:lnTo>
                  <a:lnTo>
                    <a:pt x="1165" y="121"/>
                  </a:lnTo>
                  <a:lnTo>
                    <a:pt x="1190" y="152"/>
                  </a:lnTo>
                  <a:lnTo>
                    <a:pt x="1212" y="185"/>
                  </a:lnTo>
                  <a:lnTo>
                    <a:pt x="1229" y="221"/>
                  </a:lnTo>
                  <a:lnTo>
                    <a:pt x="1241" y="260"/>
                  </a:lnTo>
                  <a:lnTo>
                    <a:pt x="1250" y="299"/>
                  </a:lnTo>
                  <a:lnTo>
                    <a:pt x="1252" y="341"/>
                  </a:lnTo>
                  <a:lnTo>
                    <a:pt x="1252" y="982"/>
                  </a:lnTo>
                  <a:lnTo>
                    <a:pt x="1251" y="991"/>
                  </a:lnTo>
                  <a:lnTo>
                    <a:pt x="1247" y="999"/>
                  </a:lnTo>
                  <a:lnTo>
                    <a:pt x="1017" y="1349"/>
                  </a:lnTo>
                  <a:lnTo>
                    <a:pt x="1017" y="2234"/>
                  </a:lnTo>
                  <a:lnTo>
                    <a:pt x="1015" y="2247"/>
                  </a:lnTo>
                  <a:lnTo>
                    <a:pt x="1007" y="2257"/>
                  </a:lnTo>
                  <a:lnTo>
                    <a:pt x="997" y="2264"/>
                  </a:lnTo>
                  <a:lnTo>
                    <a:pt x="984" y="2266"/>
                  </a:lnTo>
                  <a:lnTo>
                    <a:pt x="268" y="2266"/>
                  </a:lnTo>
                  <a:lnTo>
                    <a:pt x="255" y="2264"/>
                  </a:lnTo>
                  <a:lnTo>
                    <a:pt x="245" y="2257"/>
                  </a:lnTo>
                  <a:lnTo>
                    <a:pt x="238" y="2247"/>
                  </a:lnTo>
                  <a:lnTo>
                    <a:pt x="235" y="2234"/>
                  </a:lnTo>
                  <a:lnTo>
                    <a:pt x="235" y="1349"/>
                  </a:lnTo>
                  <a:lnTo>
                    <a:pt x="5" y="999"/>
                  </a:lnTo>
                  <a:lnTo>
                    <a:pt x="1" y="991"/>
                  </a:lnTo>
                  <a:lnTo>
                    <a:pt x="0" y="982"/>
                  </a:lnTo>
                  <a:lnTo>
                    <a:pt x="0" y="343"/>
                  </a:lnTo>
                  <a:lnTo>
                    <a:pt x="3" y="301"/>
                  </a:lnTo>
                  <a:lnTo>
                    <a:pt x="10" y="261"/>
                  </a:lnTo>
                  <a:lnTo>
                    <a:pt x="22" y="222"/>
                  </a:lnTo>
                  <a:lnTo>
                    <a:pt x="40" y="186"/>
                  </a:lnTo>
                  <a:lnTo>
                    <a:pt x="61" y="153"/>
                  </a:lnTo>
                  <a:lnTo>
                    <a:pt x="87" y="122"/>
                  </a:lnTo>
                  <a:lnTo>
                    <a:pt x="116" y="94"/>
                  </a:lnTo>
                  <a:lnTo>
                    <a:pt x="148" y="70"/>
                  </a:lnTo>
                  <a:lnTo>
                    <a:pt x="185" y="50"/>
                  </a:lnTo>
                  <a:lnTo>
                    <a:pt x="223" y="34"/>
                  </a:lnTo>
                  <a:lnTo>
                    <a:pt x="225" y="33"/>
                  </a:lnTo>
                  <a:lnTo>
                    <a:pt x="233" y="31"/>
                  </a:lnTo>
                  <a:lnTo>
                    <a:pt x="244" y="28"/>
                  </a:lnTo>
                  <a:lnTo>
                    <a:pt x="256" y="24"/>
                  </a:lnTo>
                  <a:lnTo>
                    <a:pt x="271" y="20"/>
                  </a:lnTo>
                  <a:lnTo>
                    <a:pt x="287" y="15"/>
                  </a:lnTo>
                  <a:lnTo>
                    <a:pt x="301" y="10"/>
                  </a:lnTo>
                  <a:lnTo>
                    <a:pt x="315" y="6"/>
                  </a:lnTo>
                  <a:lnTo>
                    <a:pt x="326" y="3"/>
                  </a:lnTo>
                  <a:lnTo>
                    <a:pt x="334" y="1"/>
                  </a:lnTo>
                  <a:lnTo>
                    <a:pt x="3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2" name="Freeform 136">
              <a:extLst>
                <a:ext uri="{FF2B5EF4-FFF2-40B4-BE49-F238E27FC236}">
                  <a16:creationId xmlns:a16="http://schemas.microsoft.com/office/drawing/2014/main" id="{0D62BDDE-1843-435F-BBE8-237F4ADD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888" y="2252663"/>
              <a:ext cx="30163" cy="80963"/>
            </a:xfrm>
            <a:custGeom>
              <a:avLst/>
              <a:gdLst>
                <a:gd name="T0" fmla="*/ 55 w 219"/>
                <a:gd name="T1" fmla="*/ 0 h 560"/>
                <a:gd name="T2" fmla="*/ 166 w 219"/>
                <a:gd name="T3" fmla="*/ 0 h 560"/>
                <a:gd name="T4" fmla="*/ 180 w 219"/>
                <a:gd name="T5" fmla="*/ 3 h 560"/>
                <a:gd name="T6" fmla="*/ 194 w 219"/>
                <a:gd name="T7" fmla="*/ 8 h 560"/>
                <a:gd name="T8" fmla="*/ 205 w 219"/>
                <a:gd name="T9" fmla="*/ 17 h 560"/>
                <a:gd name="T10" fmla="*/ 215 w 219"/>
                <a:gd name="T11" fmla="*/ 31 h 560"/>
                <a:gd name="T12" fmla="*/ 219 w 219"/>
                <a:gd name="T13" fmla="*/ 46 h 560"/>
                <a:gd name="T14" fmla="*/ 219 w 219"/>
                <a:gd name="T15" fmla="*/ 63 h 560"/>
                <a:gd name="T16" fmla="*/ 213 w 219"/>
                <a:gd name="T17" fmla="*/ 78 h 560"/>
                <a:gd name="T18" fmla="*/ 153 w 219"/>
                <a:gd name="T19" fmla="*/ 168 h 560"/>
                <a:gd name="T20" fmla="*/ 180 w 219"/>
                <a:gd name="T21" fmla="*/ 404 h 560"/>
                <a:gd name="T22" fmla="*/ 125 w 219"/>
                <a:gd name="T23" fmla="*/ 550 h 560"/>
                <a:gd name="T24" fmla="*/ 121 w 219"/>
                <a:gd name="T25" fmla="*/ 557 h 560"/>
                <a:gd name="T26" fmla="*/ 114 w 219"/>
                <a:gd name="T27" fmla="*/ 560 h 560"/>
                <a:gd name="T28" fmla="*/ 106 w 219"/>
                <a:gd name="T29" fmla="*/ 560 h 560"/>
                <a:gd name="T30" fmla="*/ 99 w 219"/>
                <a:gd name="T31" fmla="*/ 557 h 560"/>
                <a:gd name="T32" fmla="*/ 94 w 219"/>
                <a:gd name="T33" fmla="*/ 550 h 560"/>
                <a:gd name="T34" fmla="*/ 39 w 219"/>
                <a:gd name="T35" fmla="*/ 404 h 560"/>
                <a:gd name="T36" fmla="*/ 67 w 219"/>
                <a:gd name="T37" fmla="*/ 168 h 560"/>
                <a:gd name="T38" fmla="*/ 8 w 219"/>
                <a:gd name="T39" fmla="*/ 78 h 560"/>
                <a:gd name="T40" fmla="*/ 2 w 219"/>
                <a:gd name="T41" fmla="*/ 63 h 560"/>
                <a:gd name="T42" fmla="*/ 0 w 219"/>
                <a:gd name="T43" fmla="*/ 46 h 560"/>
                <a:gd name="T44" fmla="*/ 5 w 219"/>
                <a:gd name="T45" fmla="*/ 31 h 560"/>
                <a:gd name="T46" fmla="*/ 14 w 219"/>
                <a:gd name="T47" fmla="*/ 17 h 560"/>
                <a:gd name="T48" fmla="*/ 25 w 219"/>
                <a:gd name="T49" fmla="*/ 8 h 560"/>
                <a:gd name="T50" fmla="*/ 39 w 219"/>
                <a:gd name="T51" fmla="*/ 3 h 560"/>
                <a:gd name="T52" fmla="*/ 55 w 219"/>
                <a:gd name="T53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9" h="560">
                  <a:moveTo>
                    <a:pt x="55" y="0"/>
                  </a:moveTo>
                  <a:lnTo>
                    <a:pt x="166" y="0"/>
                  </a:lnTo>
                  <a:lnTo>
                    <a:pt x="180" y="3"/>
                  </a:lnTo>
                  <a:lnTo>
                    <a:pt x="194" y="8"/>
                  </a:lnTo>
                  <a:lnTo>
                    <a:pt x="205" y="17"/>
                  </a:lnTo>
                  <a:lnTo>
                    <a:pt x="215" y="31"/>
                  </a:lnTo>
                  <a:lnTo>
                    <a:pt x="219" y="46"/>
                  </a:lnTo>
                  <a:lnTo>
                    <a:pt x="219" y="63"/>
                  </a:lnTo>
                  <a:lnTo>
                    <a:pt x="213" y="78"/>
                  </a:lnTo>
                  <a:lnTo>
                    <a:pt x="153" y="168"/>
                  </a:lnTo>
                  <a:lnTo>
                    <a:pt x="180" y="404"/>
                  </a:lnTo>
                  <a:lnTo>
                    <a:pt x="125" y="550"/>
                  </a:lnTo>
                  <a:lnTo>
                    <a:pt x="121" y="557"/>
                  </a:lnTo>
                  <a:lnTo>
                    <a:pt x="114" y="560"/>
                  </a:lnTo>
                  <a:lnTo>
                    <a:pt x="106" y="560"/>
                  </a:lnTo>
                  <a:lnTo>
                    <a:pt x="99" y="557"/>
                  </a:lnTo>
                  <a:lnTo>
                    <a:pt x="94" y="550"/>
                  </a:lnTo>
                  <a:lnTo>
                    <a:pt x="39" y="404"/>
                  </a:lnTo>
                  <a:lnTo>
                    <a:pt x="67" y="168"/>
                  </a:lnTo>
                  <a:lnTo>
                    <a:pt x="8" y="78"/>
                  </a:lnTo>
                  <a:lnTo>
                    <a:pt x="2" y="63"/>
                  </a:lnTo>
                  <a:lnTo>
                    <a:pt x="0" y="46"/>
                  </a:lnTo>
                  <a:lnTo>
                    <a:pt x="5" y="31"/>
                  </a:lnTo>
                  <a:lnTo>
                    <a:pt x="14" y="17"/>
                  </a:lnTo>
                  <a:lnTo>
                    <a:pt x="25" y="8"/>
                  </a:lnTo>
                  <a:lnTo>
                    <a:pt x="39" y="3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3D02BE32-5E0E-4BD1-A3C2-BA61ABCA156E}"/>
              </a:ext>
            </a:extLst>
          </p:cNvPr>
          <p:cNvGrpSpPr/>
          <p:nvPr/>
        </p:nvGrpSpPr>
        <p:grpSpPr>
          <a:xfrm>
            <a:off x="6374730" y="4815640"/>
            <a:ext cx="296327" cy="327739"/>
            <a:chOff x="4706938" y="2084388"/>
            <a:chExt cx="449263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64" name="Freeform 168">
              <a:extLst>
                <a:ext uri="{FF2B5EF4-FFF2-40B4-BE49-F238E27FC236}">
                  <a16:creationId xmlns:a16="http://schemas.microsoft.com/office/drawing/2014/main" id="{703C4814-7A16-46E5-BAE5-3B70325C7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213" y="2084388"/>
              <a:ext cx="114300" cy="115888"/>
            </a:xfrm>
            <a:custGeom>
              <a:avLst/>
              <a:gdLst>
                <a:gd name="T0" fmla="*/ 398 w 797"/>
                <a:gd name="T1" fmla="*/ 0 h 801"/>
                <a:gd name="T2" fmla="*/ 448 w 797"/>
                <a:gd name="T3" fmla="*/ 3 h 801"/>
                <a:gd name="T4" fmla="*/ 497 w 797"/>
                <a:gd name="T5" fmla="*/ 12 h 801"/>
                <a:gd name="T6" fmla="*/ 543 w 797"/>
                <a:gd name="T7" fmla="*/ 26 h 801"/>
                <a:gd name="T8" fmla="*/ 586 w 797"/>
                <a:gd name="T9" fmla="*/ 46 h 801"/>
                <a:gd name="T10" fmla="*/ 626 w 797"/>
                <a:gd name="T11" fmla="*/ 71 h 801"/>
                <a:gd name="T12" fmla="*/ 664 w 797"/>
                <a:gd name="T13" fmla="*/ 101 h 801"/>
                <a:gd name="T14" fmla="*/ 697 w 797"/>
                <a:gd name="T15" fmla="*/ 134 h 801"/>
                <a:gd name="T16" fmla="*/ 726 w 797"/>
                <a:gd name="T17" fmla="*/ 172 h 801"/>
                <a:gd name="T18" fmla="*/ 750 w 797"/>
                <a:gd name="T19" fmla="*/ 213 h 801"/>
                <a:gd name="T20" fmla="*/ 770 w 797"/>
                <a:gd name="T21" fmla="*/ 256 h 801"/>
                <a:gd name="T22" fmla="*/ 786 w 797"/>
                <a:gd name="T23" fmla="*/ 302 h 801"/>
                <a:gd name="T24" fmla="*/ 794 w 797"/>
                <a:gd name="T25" fmla="*/ 350 h 801"/>
                <a:gd name="T26" fmla="*/ 797 w 797"/>
                <a:gd name="T27" fmla="*/ 400 h 801"/>
                <a:gd name="T28" fmla="*/ 794 w 797"/>
                <a:gd name="T29" fmla="*/ 450 h 801"/>
                <a:gd name="T30" fmla="*/ 786 w 797"/>
                <a:gd name="T31" fmla="*/ 499 h 801"/>
                <a:gd name="T32" fmla="*/ 770 w 797"/>
                <a:gd name="T33" fmla="*/ 546 h 801"/>
                <a:gd name="T34" fmla="*/ 750 w 797"/>
                <a:gd name="T35" fmla="*/ 588 h 801"/>
                <a:gd name="T36" fmla="*/ 726 w 797"/>
                <a:gd name="T37" fmla="*/ 629 h 801"/>
                <a:gd name="T38" fmla="*/ 697 w 797"/>
                <a:gd name="T39" fmla="*/ 667 h 801"/>
                <a:gd name="T40" fmla="*/ 664 w 797"/>
                <a:gd name="T41" fmla="*/ 700 h 801"/>
                <a:gd name="T42" fmla="*/ 626 w 797"/>
                <a:gd name="T43" fmla="*/ 730 h 801"/>
                <a:gd name="T44" fmla="*/ 586 w 797"/>
                <a:gd name="T45" fmla="*/ 754 h 801"/>
                <a:gd name="T46" fmla="*/ 543 w 797"/>
                <a:gd name="T47" fmla="*/ 774 h 801"/>
                <a:gd name="T48" fmla="*/ 497 w 797"/>
                <a:gd name="T49" fmla="*/ 789 h 801"/>
                <a:gd name="T50" fmla="*/ 448 w 797"/>
                <a:gd name="T51" fmla="*/ 798 h 801"/>
                <a:gd name="T52" fmla="*/ 398 w 797"/>
                <a:gd name="T53" fmla="*/ 801 h 801"/>
                <a:gd name="T54" fmla="*/ 348 w 797"/>
                <a:gd name="T55" fmla="*/ 798 h 801"/>
                <a:gd name="T56" fmla="*/ 300 w 797"/>
                <a:gd name="T57" fmla="*/ 789 h 801"/>
                <a:gd name="T58" fmla="*/ 254 w 797"/>
                <a:gd name="T59" fmla="*/ 774 h 801"/>
                <a:gd name="T60" fmla="*/ 211 w 797"/>
                <a:gd name="T61" fmla="*/ 754 h 801"/>
                <a:gd name="T62" fmla="*/ 171 w 797"/>
                <a:gd name="T63" fmla="*/ 730 h 801"/>
                <a:gd name="T64" fmla="*/ 133 w 797"/>
                <a:gd name="T65" fmla="*/ 700 h 801"/>
                <a:gd name="T66" fmla="*/ 100 w 797"/>
                <a:gd name="T67" fmla="*/ 667 h 801"/>
                <a:gd name="T68" fmla="*/ 70 w 797"/>
                <a:gd name="T69" fmla="*/ 629 h 801"/>
                <a:gd name="T70" fmla="*/ 46 w 797"/>
                <a:gd name="T71" fmla="*/ 588 h 801"/>
                <a:gd name="T72" fmla="*/ 26 w 797"/>
                <a:gd name="T73" fmla="*/ 546 h 801"/>
                <a:gd name="T74" fmla="*/ 11 w 797"/>
                <a:gd name="T75" fmla="*/ 499 h 801"/>
                <a:gd name="T76" fmla="*/ 3 w 797"/>
                <a:gd name="T77" fmla="*/ 450 h 801"/>
                <a:gd name="T78" fmla="*/ 0 w 797"/>
                <a:gd name="T79" fmla="*/ 400 h 801"/>
                <a:gd name="T80" fmla="*/ 3 w 797"/>
                <a:gd name="T81" fmla="*/ 350 h 801"/>
                <a:gd name="T82" fmla="*/ 11 w 797"/>
                <a:gd name="T83" fmla="*/ 302 h 801"/>
                <a:gd name="T84" fmla="*/ 26 w 797"/>
                <a:gd name="T85" fmla="*/ 256 h 801"/>
                <a:gd name="T86" fmla="*/ 46 w 797"/>
                <a:gd name="T87" fmla="*/ 213 h 801"/>
                <a:gd name="T88" fmla="*/ 70 w 797"/>
                <a:gd name="T89" fmla="*/ 172 h 801"/>
                <a:gd name="T90" fmla="*/ 100 w 797"/>
                <a:gd name="T91" fmla="*/ 134 h 801"/>
                <a:gd name="T92" fmla="*/ 133 w 797"/>
                <a:gd name="T93" fmla="*/ 101 h 801"/>
                <a:gd name="T94" fmla="*/ 171 w 797"/>
                <a:gd name="T95" fmla="*/ 71 h 801"/>
                <a:gd name="T96" fmla="*/ 211 w 797"/>
                <a:gd name="T97" fmla="*/ 46 h 801"/>
                <a:gd name="T98" fmla="*/ 254 w 797"/>
                <a:gd name="T99" fmla="*/ 26 h 801"/>
                <a:gd name="T100" fmla="*/ 300 w 797"/>
                <a:gd name="T101" fmla="*/ 12 h 801"/>
                <a:gd name="T102" fmla="*/ 348 w 797"/>
                <a:gd name="T103" fmla="*/ 3 h 801"/>
                <a:gd name="T104" fmla="*/ 398 w 797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7" h="801">
                  <a:moveTo>
                    <a:pt x="398" y="0"/>
                  </a:moveTo>
                  <a:lnTo>
                    <a:pt x="448" y="3"/>
                  </a:lnTo>
                  <a:lnTo>
                    <a:pt x="497" y="12"/>
                  </a:lnTo>
                  <a:lnTo>
                    <a:pt x="543" y="26"/>
                  </a:lnTo>
                  <a:lnTo>
                    <a:pt x="586" y="46"/>
                  </a:lnTo>
                  <a:lnTo>
                    <a:pt x="626" y="71"/>
                  </a:lnTo>
                  <a:lnTo>
                    <a:pt x="664" y="101"/>
                  </a:lnTo>
                  <a:lnTo>
                    <a:pt x="697" y="134"/>
                  </a:lnTo>
                  <a:lnTo>
                    <a:pt x="726" y="172"/>
                  </a:lnTo>
                  <a:lnTo>
                    <a:pt x="750" y="213"/>
                  </a:lnTo>
                  <a:lnTo>
                    <a:pt x="770" y="256"/>
                  </a:lnTo>
                  <a:lnTo>
                    <a:pt x="786" y="302"/>
                  </a:lnTo>
                  <a:lnTo>
                    <a:pt x="794" y="350"/>
                  </a:lnTo>
                  <a:lnTo>
                    <a:pt x="797" y="400"/>
                  </a:lnTo>
                  <a:lnTo>
                    <a:pt x="794" y="450"/>
                  </a:lnTo>
                  <a:lnTo>
                    <a:pt x="786" y="499"/>
                  </a:lnTo>
                  <a:lnTo>
                    <a:pt x="770" y="546"/>
                  </a:lnTo>
                  <a:lnTo>
                    <a:pt x="750" y="588"/>
                  </a:lnTo>
                  <a:lnTo>
                    <a:pt x="726" y="629"/>
                  </a:lnTo>
                  <a:lnTo>
                    <a:pt x="697" y="667"/>
                  </a:lnTo>
                  <a:lnTo>
                    <a:pt x="664" y="700"/>
                  </a:lnTo>
                  <a:lnTo>
                    <a:pt x="626" y="730"/>
                  </a:lnTo>
                  <a:lnTo>
                    <a:pt x="586" y="754"/>
                  </a:lnTo>
                  <a:lnTo>
                    <a:pt x="543" y="774"/>
                  </a:lnTo>
                  <a:lnTo>
                    <a:pt x="497" y="789"/>
                  </a:lnTo>
                  <a:lnTo>
                    <a:pt x="448" y="798"/>
                  </a:lnTo>
                  <a:lnTo>
                    <a:pt x="398" y="801"/>
                  </a:lnTo>
                  <a:lnTo>
                    <a:pt x="348" y="798"/>
                  </a:lnTo>
                  <a:lnTo>
                    <a:pt x="300" y="789"/>
                  </a:lnTo>
                  <a:lnTo>
                    <a:pt x="254" y="774"/>
                  </a:lnTo>
                  <a:lnTo>
                    <a:pt x="211" y="754"/>
                  </a:lnTo>
                  <a:lnTo>
                    <a:pt x="171" y="730"/>
                  </a:lnTo>
                  <a:lnTo>
                    <a:pt x="133" y="700"/>
                  </a:lnTo>
                  <a:lnTo>
                    <a:pt x="100" y="667"/>
                  </a:lnTo>
                  <a:lnTo>
                    <a:pt x="70" y="629"/>
                  </a:lnTo>
                  <a:lnTo>
                    <a:pt x="46" y="588"/>
                  </a:lnTo>
                  <a:lnTo>
                    <a:pt x="26" y="546"/>
                  </a:lnTo>
                  <a:lnTo>
                    <a:pt x="11" y="499"/>
                  </a:lnTo>
                  <a:lnTo>
                    <a:pt x="3" y="450"/>
                  </a:lnTo>
                  <a:lnTo>
                    <a:pt x="0" y="400"/>
                  </a:lnTo>
                  <a:lnTo>
                    <a:pt x="3" y="350"/>
                  </a:lnTo>
                  <a:lnTo>
                    <a:pt x="11" y="302"/>
                  </a:lnTo>
                  <a:lnTo>
                    <a:pt x="26" y="256"/>
                  </a:lnTo>
                  <a:lnTo>
                    <a:pt x="46" y="213"/>
                  </a:lnTo>
                  <a:lnTo>
                    <a:pt x="70" y="172"/>
                  </a:lnTo>
                  <a:lnTo>
                    <a:pt x="100" y="134"/>
                  </a:lnTo>
                  <a:lnTo>
                    <a:pt x="133" y="101"/>
                  </a:lnTo>
                  <a:lnTo>
                    <a:pt x="171" y="71"/>
                  </a:lnTo>
                  <a:lnTo>
                    <a:pt x="211" y="46"/>
                  </a:lnTo>
                  <a:lnTo>
                    <a:pt x="254" y="26"/>
                  </a:lnTo>
                  <a:lnTo>
                    <a:pt x="300" y="12"/>
                  </a:lnTo>
                  <a:lnTo>
                    <a:pt x="348" y="3"/>
                  </a:lnTo>
                  <a:lnTo>
                    <a:pt x="3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5" name="Freeform 169">
              <a:extLst>
                <a:ext uri="{FF2B5EF4-FFF2-40B4-BE49-F238E27FC236}">
                  <a16:creationId xmlns:a16="http://schemas.microsoft.com/office/drawing/2014/main" id="{00E0C39E-7F41-4D95-BC96-9CA0D2E67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938" y="2224088"/>
              <a:ext cx="196850" cy="357188"/>
            </a:xfrm>
            <a:custGeom>
              <a:avLst/>
              <a:gdLst>
                <a:gd name="T0" fmla="*/ 377 w 1361"/>
                <a:gd name="T1" fmla="*/ 1 h 2474"/>
                <a:gd name="T2" fmla="*/ 395 w 1361"/>
                <a:gd name="T3" fmla="*/ 14 h 2474"/>
                <a:gd name="T4" fmla="*/ 639 w 1361"/>
                <a:gd name="T5" fmla="*/ 682 h 2474"/>
                <a:gd name="T6" fmla="*/ 656 w 1361"/>
                <a:gd name="T7" fmla="*/ 704 h 2474"/>
                <a:gd name="T8" fmla="*/ 680 w 1361"/>
                <a:gd name="T9" fmla="*/ 712 h 2474"/>
                <a:gd name="T10" fmla="*/ 705 w 1361"/>
                <a:gd name="T11" fmla="*/ 704 h 2474"/>
                <a:gd name="T12" fmla="*/ 721 w 1361"/>
                <a:gd name="T13" fmla="*/ 682 h 2474"/>
                <a:gd name="T14" fmla="*/ 968 w 1361"/>
                <a:gd name="T15" fmla="*/ 11 h 2474"/>
                <a:gd name="T16" fmla="*/ 991 w 1361"/>
                <a:gd name="T17" fmla="*/ 0 h 2474"/>
                <a:gd name="T18" fmla="*/ 1118 w 1361"/>
                <a:gd name="T19" fmla="*/ 37 h 2474"/>
                <a:gd name="T20" fmla="*/ 1161 w 1361"/>
                <a:gd name="T21" fmla="*/ 53 h 2474"/>
                <a:gd name="T22" fmla="*/ 1235 w 1361"/>
                <a:gd name="T23" fmla="*/ 100 h 2474"/>
                <a:gd name="T24" fmla="*/ 1294 w 1361"/>
                <a:gd name="T25" fmla="*/ 164 h 2474"/>
                <a:gd name="T26" fmla="*/ 1336 w 1361"/>
                <a:gd name="T27" fmla="*/ 241 h 2474"/>
                <a:gd name="T28" fmla="*/ 1358 w 1361"/>
                <a:gd name="T29" fmla="*/ 327 h 2474"/>
                <a:gd name="T30" fmla="*/ 1361 w 1361"/>
                <a:gd name="T31" fmla="*/ 1072 h 2474"/>
                <a:gd name="T32" fmla="*/ 1354 w 1361"/>
                <a:gd name="T33" fmla="*/ 1091 h 2474"/>
                <a:gd name="T34" fmla="*/ 1105 w 1361"/>
                <a:gd name="T35" fmla="*/ 2439 h 2474"/>
                <a:gd name="T36" fmla="*/ 1095 w 1361"/>
                <a:gd name="T37" fmla="*/ 2464 h 2474"/>
                <a:gd name="T38" fmla="*/ 1070 w 1361"/>
                <a:gd name="T39" fmla="*/ 2474 h 2474"/>
                <a:gd name="T40" fmla="*/ 277 w 1361"/>
                <a:gd name="T41" fmla="*/ 2472 h 2474"/>
                <a:gd name="T42" fmla="*/ 259 w 1361"/>
                <a:gd name="T43" fmla="*/ 2452 h 2474"/>
                <a:gd name="T44" fmla="*/ 255 w 1361"/>
                <a:gd name="T45" fmla="*/ 1473 h 2474"/>
                <a:gd name="T46" fmla="*/ 1 w 1361"/>
                <a:gd name="T47" fmla="*/ 1081 h 2474"/>
                <a:gd name="T48" fmla="*/ 0 w 1361"/>
                <a:gd name="T49" fmla="*/ 374 h 2474"/>
                <a:gd name="T50" fmla="*/ 11 w 1361"/>
                <a:gd name="T51" fmla="*/ 285 h 2474"/>
                <a:gd name="T52" fmla="*/ 44 w 1361"/>
                <a:gd name="T53" fmla="*/ 202 h 2474"/>
                <a:gd name="T54" fmla="*/ 94 w 1361"/>
                <a:gd name="T55" fmla="*/ 132 h 2474"/>
                <a:gd name="T56" fmla="*/ 162 w 1361"/>
                <a:gd name="T57" fmla="*/ 75 h 2474"/>
                <a:gd name="T58" fmla="*/ 243 w 1361"/>
                <a:gd name="T59" fmla="*/ 37 h 2474"/>
                <a:gd name="T60" fmla="*/ 253 w 1361"/>
                <a:gd name="T61" fmla="*/ 32 h 2474"/>
                <a:gd name="T62" fmla="*/ 279 w 1361"/>
                <a:gd name="T63" fmla="*/ 25 h 2474"/>
                <a:gd name="T64" fmla="*/ 312 w 1361"/>
                <a:gd name="T65" fmla="*/ 16 h 2474"/>
                <a:gd name="T66" fmla="*/ 343 w 1361"/>
                <a:gd name="T67" fmla="*/ 6 h 2474"/>
                <a:gd name="T68" fmla="*/ 363 w 1361"/>
                <a:gd name="T69" fmla="*/ 0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61" h="2474">
                  <a:moveTo>
                    <a:pt x="367" y="0"/>
                  </a:moveTo>
                  <a:lnTo>
                    <a:pt x="377" y="1"/>
                  </a:lnTo>
                  <a:lnTo>
                    <a:pt x="387" y="6"/>
                  </a:lnTo>
                  <a:lnTo>
                    <a:pt x="395" y="14"/>
                  </a:lnTo>
                  <a:lnTo>
                    <a:pt x="400" y="23"/>
                  </a:lnTo>
                  <a:lnTo>
                    <a:pt x="639" y="682"/>
                  </a:lnTo>
                  <a:lnTo>
                    <a:pt x="646" y="695"/>
                  </a:lnTo>
                  <a:lnTo>
                    <a:pt x="656" y="704"/>
                  </a:lnTo>
                  <a:lnTo>
                    <a:pt x="667" y="710"/>
                  </a:lnTo>
                  <a:lnTo>
                    <a:pt x="680" y="712"/>
                  </a:lnTo>
                  <a:lnTo>
                    <a:pt x="692" y="710"/>
                  </a:lnTo>
                  <a:lnTo>
                    <a:pt x="705" y="704"/>
                  </a:lnTo>
                  <a:lnTo>
                    <a:pt x="714" y="695"/>
                  </a:lnTo>
                  <a:lnTo>
                    <a:pt x="721" y="682"/>
                  </a:lnTo>
                  <a:lnTo>
                    <a:pt x="960" y="23"/>
                  </a:lnTo>
                  <a:lnTo>
                    <a:pt x="968" y="11"/>
                  </a:lnTo>
                  <a:lnTo>
                    <a:pt x="978" y="3"/>
                  </a:lnTo>
                  <a:lnTo>
                    <a:pt x="991" y="0"/>
                  </a:lnTo>
                  <a:lnTo>
                    <a:pt x="1004" y="1"/>
                  </a:lnTo>
                  <a:lnTo>
                    <a:pt x="1118" y="37"/>
                  </a:lnTo>
                  <a:lnTo>
                    <a:pt x="1119" y="37"/>
                  </a:lnTo>
                  <a:lnTo>
                    <a:pt x="1161" y="53"/>
                  </a:lnTo>
                  <a:lnTo>
                    <a:pt x="1199" y="75"/>
                  </a:lnTo>
                  <a:lnTo>
                    <a:pt x="1235" y="100"/>
                  </a:lnTo>
                  <a:lnTo>
                    <a:pt x="1266" y="131"/>
                  </a:lnTo>
                  <a:lnTo>
                    <a:pt x="1294" y="164"/>
                  </a:lnTo>
                  <a:lnTo>
                    <a:pt x="1317" y="201"/>
                  </a:lnTo>
                  <a:lnTo>
                    <a:pt x="1336" y="241"/>
                  </a:lnTo>
                  <a:lnTo>
                    <a:pt x="1349" y="283"/>
                  </a:lnTo>
                  <a:lnTo>
                    <a:pt x="1358" y="327"/>
                  </a:lnTo>
                  <a:lnTo>
                    <a:pt x="1361" y="372"/>
                  </a:lnTo>
                  <a:lnTo>
                    <a:pt x="1361" y="1072"/>
                  </a:lnTo>
                  <a:lnTo>
                    <a:pt x="1360" y="1081"/>
                  </a:lnTo>
                  <a:lnTo>
                    <a:pt x="1354" y="1091"/>
                  </a:lnTo>
                  <a:lnTo>
                    <a:pt x="1105" y="1473"/>
                  </a:lnTo>
                  <a:lnTo>
                    <a:pt x="1105" y="2439"/>
                  </a:lnTo>
                  <a:lnTo>
                    <a:pt x="1102" y="2452"/>
                  </a:lnTo>
                  <a:lnTo>
                    <a:pt x="1095" y="2464"/>
                  </a:lnTo>
                  <a:lnTo>
                    <a:pt x="1083" y="2472"/>
                  </a:lnTo>
                  <a:lnTo>
                    <a:pt x="1070" y="2474"/>
                  </a:lnTo>
                  <a:lnTo>
                    <a:pt x="291" y="2474"/>
                  </a:lnTo>
                  <a:lnTo>
                    <a:pt x="277" y="2472"/>
                  </a:lnTo>
                  <a:lnTo>
                    <a:pt x="266" y="2464"/>
                  </a:lnTo>
                  <a:lnTo>
                    <a:pt x="259" y="2452"/>
                  </a:lnTo>
                  <a:lnTo>
                    <a:pt x="255" y="2439"/>
                  </a:lnTo>
                  <a:lnTo>
                    <a:pt x="255" y="1473"/>
                  </a:lnTo>
                  <a:lnTo>
                    <a:pt x="5" y="1091"/>
                  </a:lnTo>
                  <a:lnTo>
                    <a:pt x="1" y="1081"/>
                  </a:lnTo>
                  <a:lnTo>
                    <a:pt x="0" y="1072"/>
                  </a:lnTo>
                  <a:lnTo>
                    <a:pt x="0" y="374"/>
                  </a:lnTo>
                  <a:lnTo>
                    <a:pt x="3" y="328"/>
                  </a:lnTo>
                  <a:lnTo>
                    <a:pt x="11" y="285"/>
                  </a:lnTo>
                  <a:lnTo>
                    <a:pt x="25" y="242"/>
                  </a:lnTo>
                  <a:lnTo>
                    <a:pt x="44" y="202"/>
                  </a:lnTo>
                  <a:lnTo>
                    <a:pt x="67" y="165"/>
                  </a:lnTo>
                  <a:lnTo>
                    <a:pt x="94" y="132"/>
                  </a:lnTo>
                  <a:lnTo>
                    <a:pt x="126" y="102"/>
                  </a:lnTo>
                  <a:lnTo>
                    <a:pt x="162" y="75"/>
                  </a:lnTo>
                  <a:lnTo>
                    <a:pt x="200" y="53"/>
                  </a:lnTo>
                  <a:lnTo>
                    <a:pt x="243" y="37"/>
                  </a:lnTo>
                  <a:lnTo>
                    <a:pt x="245" y="36"/>
                  </a:lnTo>
                  <a:lnTo>
                    <a:pt x="253" y="32"/>
                  </a:lnTo>
                  <a:lnTo>
                    <a:pt x="265" y="29"/>
                  </a:lnTo>
                  <a:lnTo>
                    <a:pt x="279" y="25"/>
                  </a:lnTo>
                  <a:lnTo>
                    <a:pt x="295" y="20"/>
                  </a:lnTo>
                  <a:lnTo>
                    <a:pt x="312" y="16"/>
                  </a:lnTo>
                  <a:lnTo>
                    <a:pt x="328" y="10"/>
                  </a:lnTo>
                  <a:lnTo>
                    <a:pt x="343" y="6"/>
                  </a:lnTo>
                  <a:lnTo>
                    <a:pt x="355" y="3"/>
                  </a:lnTo>
                  <a:lnTo>
                    <a:pt x="363" y="0"/>
                  </a:lnTo>
                  <a:lnTo>
                    <a:pt x="3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6" name="Freeform 170">
              <a:extLst>
                <a:ext uri="{FF2B5EF4-FFF2-40B4-BE49-F238E27FC236}">
                  <a16:creationId xmlns:a16="http://schemas.microsoft.com/office/drawing/2014/main" id="{42BFDE7C-86ED-40F2-A47A-A23265CA8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0138" y="2133601"/>
              <a:ext cx="190500" cy="130175"/>
            </a:xfrm>
            <a:custGeom>
              <a:avLst/>
              <a:gdLst>
                <a:gd name="T0" fmla="*/ 699 w 1325"/>
                <a:gd name="T1" fmla="*/ 0 h 905"/>
                <a:gd name="T2" fmla="*/ 773 w 1325"/>
                <a:gd name="T3" fmla="*/ 5 h 905"/>
                <a:gd name="T4" fmla="*/ 847 w 1325"/>
                <a:gd name="T5" fmla="*/ 16 h 905"/>
                <a:gd name="T6" fmla="*/ 920 w 1325"/>
                <a:gd name="T7" fmla="*/ 32 h 905"/>
                <a:gd name="T8" fmla="*/ 992 w 1325"/>
                <a:gd name="T9" fmla="*/ 53 h 905"/>
                <a:gd name="T10" fmla="*/ 1063 w 1325"/>
                <a:gd name="T11" fmla="*/ 79 h 905"/>
                <a:gd name="T12" fmla="*/ 1132 w 1325"/>
                <a:gd name="T13" fmla="*/ 110 h 905"/>
                <a:gd name="T14" fmla="*/ 1199 w 1325"/>
                <a:gd name="T15" fmla="*/ 147 h 905"/>
                <a:gd name="T16" fmla="*/ 1263 w 1325"/>
                <a:gd name="T17" fmla="*/ 190 h 905"/>
                <a:gd name="T18" fmla="*/ 1325 w 1325"/>
                <a:gd name="T19" fmla="*/ 237 h 905"/>
                <a:gd name="T20" fmla="*/ 661 w 1325"/>
                <a:gd name="T21" fmla="*/ 905 h 905"/>
                <a:gd name="T22" fmla="*/ 0 w 1325"/>
                <a:gd name="T23" fmla="*/ 241 h 905"/>
                <a:gd name="T24" fmla="*/ 62 w 1325"/>
                <a:gd name="T25" fmla="*/ 194 h 905"/>
                <a:gd name="T26" fmla="*/ 127 w 1325"/>
                <a:gd name="T27" fmla="*/ 151 h 905"/>
                <a:gd name="T28" fmla="*/ 194 w 1325"/>
                <a:gd name="T29" fmla="*/ 113 h 905"/>
                <a:gd name="T30" fmla="*/ 262 w 1325"/>
                <a:gd name="T31" fmla="*/ 81 h 905"/>
                <a:gd name="T32" fmla="*/ 332 w 1325"/>
                <a:gd name="T33" fmla="*/ 55 h 905"/>
                <a:gd name="T34" fmla="*/ 404 w 1325"/>
                <a:gd name="T35" fmla="*/ 33 h 905"/>
                <a:gd name="T36" fmla="*/ 477 w 1325"/>
                <a:gd name="T37" fmla="*/ 17 h 905"/>
                <a:gd name="T38" fmla="*/ 551 w 1325"/>
                <a:gd name="T39" fmla="*/ 5 h 905"/>
                <a:gd name="T40" fmla="*/ 625 w 1325"/>
                <a:gd name="T41" fmla="*/ 0 h 905"/>
                <a:gd name="T42" fmla="*/ 699 w 1325"/>
                <a:gd name="T43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25" h="905">
                  <a:moveTo>
                    <a:pt x="699" y="0"/>
                  </a:moveTo>
                  <a:lnTo>
                    <a:pt x="773" y="5"/>
                  </a:lnTo>
                  <a:lnTo>
                    <a:pt x="847" y="16"/>
                  </a:lnTo>
                  <a:lnTo>
                    <a:pt x="920" y="32"/>
                  </a:lnTo>
                  <a:lnTo>
                    <a:pt x="992" y="53"/>
                  </a:lnTo>
                  <a:lnTo>
                    <a:pt x="1063" y="79"/>
                  </a:lnTo>
                  <a:lnTo>
                    <a:pt x="1132" y="110"/>
                  </a:lnTo>
                  <a:lnTo>
                    <a:pt x="1199" y="147"/>
                  </a:lnTo>
                  <a:lnTo>
                    <a:pt x="1263" y="190"/>
                  </a:lnTo>
                  <a:lnTo>
                    <a:pt x="1325" y="237"/>
                  </a:lnTo>
                  <a:lnTo>
                    <a:pt x="661" y="905"/>
                  </a:lnTo>
                  <a:lnTo>
                    <a:pt x="0" y="241"/>
                  </a:lnTo>
                  <a:lnTo>
                    <a:pt x="62" y="194"/>
                  </a:lnTo>
                  <a:lnTo>
                    <a:pt x="127" y="151"/>
                  </a:lnTo>
                  <a:lnTo>
                    <a:pt x="194" y="113"/>
                  </a:lnTo>
                  <a:lnTo>
                    <a:pt x="262" y="81"/>
                  </a:lnTo>
                  <a:lnTo>
                    <a:pt x="332" y="55"/>
                  </a:lnTo>
                  <a:lnTo>
                    <a:pt x="404" y="33"/>
                  </a:lnTo>
                  <a:lnTo>
                    <a:pt x="477" y="17"/>
                  </a:lnTo>
                  <a:lnTo>
                    <a:pt x="551" y="5"/>
                  </a:lnTo>
                  <a:lnTo>
                    <a:pt x="625" y="0"/>
                  </a:lnTo>
                  <a:lnTo>
                    <a:pt x="6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7" name="Freeform 171">
              <a:extLst>
                <a:ext uri="{FF2B5EF4-FFF2-40B4-BE49-F238E27FC236}">
                  <a16:creationId xmlns:a16="http://schemas.microsoft.com/office/drawing/2014/main" id="{EE8CB987-96DE-4608-92DA-86E3760E7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5551" y="2189163"/>
              <a:ext cx="120650" cy="117475"/>
            </a:xfrm>
            <a:custGeom>
              <a:avLst/>
              <a:gdLst>
                <a:gd name="T0" fmla="*/ 608 w 840"/>
                <a:gd name="T1" fmla="*/ 0 h 818"/>
                <a:gd name="T2" fmla="*/ 653 w 840"/>
                <a:gd name="T3" fmla="*/ 60 h 818"/>
                <a:gd name="T4" fmla="*/ 693 w 840"/>
                <a:gd name="T5" fmla="*/ 123 h 818"/>
                <a:gd name="T6" fmla="*/ 728 w 840"/>
                <a:gd name="T7" fmla="*/ 188 h 818"/>
                <a:gd name="T8" fmla="*/ 759 w 840"/>
                <a:gd name="T9" fmla="*/ 254 h 818"/>
                <a:gd name="T10" fmla="*/ 784 w 840"/>
                <a:gd name="T11" fmla="*/ 322 h 818"/>
                <a:gd name="T12" fmla="*/ 805 w 840"/>
                <a:gd name="T13" fmla="*/ 391 h 818"/>
                <a:gd name="T14" fmla="*/ 821 w 840"/>
                <a:gd name="T15" fmla="*/ 461 h 818"/>
                <a:gd name="T16" fmla="*/ 832 w 840"/>
                <a:gd name="T17" fmla="*/ 532 h 818"/>
                <a:gd name="T18" fmla="*/ 837 w 840"/>
                <a:gd name="T19" fmla="*/ 603 h 818"/>
                <a:gd name="T20" fmla="*/ 840 w 840"/>
                <a:gd name="T21" fmla="*/ 675 h 818"/>
                <a:gd name="T22" fmla="*/ 835 w 840"/>
                <a:gd name="T23" fmla="*/ 747 h 818"/>
                <a:gd name="T24" fmla="*/ 827 w 840"/>
                <a:gd name="T25" fmla="*/ 818 h 818"/>
                <a:gd name="T26" fmla="*/ 0 w 840"/>
                <a:gd name="T27" fmla="*/ 611 h 818"/>
                <a:gd name="T28" fmla="*/ 608 w 840"/>
                <a:gd name="T29" fmla="*/ 0 h 8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40" h="818">
                  <a:moveTo>
                    <a:pt x="608" y="0"/>
                  </a:moveTo>
                  <a:lnTo>
                    <a:pt x="653" y="60"/>
                  </a:lnTo>
                  <a:lnTo>
                    <a:pt x="693" y="123"/>
                  </a:lnTo>
                  <a:lnTo>
                    <a:pt x="728" y="188"/>
                  </a:lnTo>
                  <a:lnTo>
                    <a:pt x="759" y="254"/>
                  </a:lnTo>
                  <a:lnTo>
                    <a:pt x="784" y="322"/>
                  </a:lnTo>
                  <a:lnTo>
                    <a:pt x="805" y="391"/>
                  </a:lnTo>
                  <a:lnTo>
                    <a:pt x="821" y="461"/>
                  </a:lnTo>
                  <a:lnTo>
                    <a:pt x="832" y="532"/>
                  </a:lnTo>
                  <a:lnTo>
                    <a:pt x="837" y="603"/>
                  </a:lnTo>
                  <a:lnTo>
                    <a:pt x="840" y="675"/>
                  </a:lnTo>
                  <a:lnTo>
                    <a:pt x="835" y="747"/>
                  </a:lnTo>
                  <a:lnTo>
                    <a:pt x="827" y="818"/>
                  </a:lnTo>
                  <a:lnTo>
                    <a:pt x="0" y="611"/>
                  </a:lnTo>
                  <a:lnTo>
                    <a:pt x="6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8" name="Freeform 172">
              <a:extLst>
                <a:ext uri="{FF2B5EF4-FFF2-40B4-BE49-F238E27FC236}">
                  <a16:creationId xmlns:a16="http://schemas.microsoft.com/office/drawing/2014/main" id="{0CDD74A2-5520-408A-AD9A-D7BBDF3FE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626" y="2190751"/>
              <a:ext cx="273050" cy="244475"/>
            </a:xfrm>
            <a:custGeom>
              <a:avLst/>
              <a:gdLst>
                <a:gd name="T0" fmla="*/ 104 w 1889"/>
                <a:gd name="T1" fmla="*/ 0 h 1694"/>
                <a:gd name="T2" fmla="*/ 840 w 1889"/>
                <a:gd name="T3" fmla="*/ 728 h 1694"/>
                <a:gd name="T4" fmla="*/ 854 w 1889"/>
                <a:gd name="T5" fmla="*/ 741 h 1694"/>
                <a:gd name="T6" fmla="*/ 871 w 1889"/>
                <a:gd name="T7" fmla="*/ 750 h 1694"/>
                <a:gd name="T8" fmla="*/ 890 w 1889"/>
                <a:gd name="T9" fmla="*/ 756 h 1694"/>
                <a:gd name="T10" fmla="*/ 1889 w 1889"/>
                <a:gd name="T11" fmla="*/ 1015 h 1694"/>
                <a:gd name="T12" fmla="*/ 1862 w 1889"/>
                <a:gd name="T13" fmla="*/ 1082 h 1694"/>
                <a:gd name="T14" fmla="*/ 1829 w 1889"/>
                <a:gd name="T15" fmla="*/ 1148 h 1694"/>
                <a:gd name="T16" fmla="*/ 1792 w 1889"/>
                <a:gd name="T17" fmla="*/ 1212 h 1694"/>
                <a:gd name="T18" fmla="*/ 1749 w 1889"/>
                <a:gd name="T19" fmla="*/ 1273 h 1694"/>
                <a:gd name="T20" fmla="*/ 1702 w 1889"/>
                <a:gd name="T21" fmla="*/ 1332 h 1694"/>
                <a:gd name="T22" fmla="*/ 1650 w 1889"/>
                <a:gd name="T23" fmla="*/ 1389 h 1694"/>
                <a:gd name="T24" fmla="*/ 1594 w 1889"/>
                <a:gd name="T25" fmla="*/ 1441 h 1694"/>
                <a:gd name="T26" fmla="*/ 1535 w 1889"/>
                <a:gd name="T27" fmla="*/ 1489 h 1694"/>
                <a:gd name="T28" fmla="*/ 1474 w 1889"/>
                <a:gd name="T29" fmla="*/ 1531 h 1694"/>
                <a:gd name="T30" fmla="*/ 1410 w 1889"/>
                <a:gd name="T31" fmla="*/ 1569 h 1694"/>
                <a:gd name="T32" fmla="*/ 1345 w 1889"/>
                <a:gd name="T33" fmla="*/ 1601 h 1694"/>
                <a:gd name="T34" fmla="*/ 1277 w 1889"/>
                <a:gd name="T35" fmla="*/ 1629 h 1694"/>
                <a:gd name="T36" fmla="*/ 1208 w 1889"/>
                <a:gd name="T37" fmla="*/ 1652 h 1694"/>
                <a:gd name="T38" fmla="*/ 1138 w 1889"/>
                <a:gd name="T39" fmla="*/ 1670 h 1694"/>
                <a:gd name="T40" fmla="*/ 1068 w 1889"/>
                <a:gd name="T41" fmla="*/ 1683 h 1694"/>
                <a:gd name="T42" fmla="*/ 996 w 1889"/>
                <a:gd name="T43" fmla="*/ 1691 h 1694"/>
                <a:gd name="T44" fmla="*/ 925 w 1889"/>
                <a:gd name="T45" fmla="*/ 1694 h 1694"/>
                <a:gd name="T46" fmla="*/ 853 w 1889"/>
                <a:gd name="T47" fmla="*/ 1692 h 1694"/>
                <a:gd name="T48" fmla="*/ 781 w 1889"/>
                <a:gd name="T49" fmla="*/ 1686 h 1694"/>
                <a:gd name="T50" fmla="*/ 712 w 1889"/>
                <a:gd name="T51" fmla="*/ 1673 h 1694"/>
                <a:gd name="T52" fmla="*/ 641 w 1889"/>
                <a:gd name="T53" fmla="*/ 1658 h 1694"/>
                <a:gd name="T54" fmla="*/ 572 w 1889"/>
                <a:gd name="T55" fmla="*/ 1636 h 1694"/>
                <a:gd name="T56" fmla="*/ 504 w 1889"/>
                <a:gd name="T57" fmla="*/ 1609 h 1694"/>
                <a:gd name="T58" fmla="*/ 438 w 1889"/>
                <a:gd name="T59" fmla="*/ 1578 h 1694"/>
                <a:gd name="T60" fmla="*/ 374 w 1889"/>
                <a:gd name="T61" fmla="*/ 1541 h 1694"/>
                <a:gd name="T62" fmla="*/ 312 w 1889"/>
                <a:gd name="T63" fmla="*/ 1501 h 1694"/>
                <a:gd name="T64" fmla="*/ 253 w 1889"/>
                <a:gd name="T65" fmla="*/ 1453 h 1694"/>
                <a:gd name="T66" fmla="*/ 296 w 1889"/>
                <a:gd name="T67" fmla="*/ 1388 h 1694"/>
                <a:gd name="T68" fmla="*/ 309 w 1889"/>
                <a:gd name="T69" fmla="*/ 1361 h 1694"/>
                <a:gd name="T70" fmla="*/ 317 w 1889"/>
                <a:gd name="T71" fmla="*/ 1333 h 1694"/>
                <a:gd name="T72" fmla="*/ 321 w 1889"/>
                <a:gd name="T73" fmla="*/ 1304 h 1694"/>
                <a:gd name="T74" fmla="*/ 321 w 1889"/>
                <a:gd name="T75" fmla="*/ 604 h 1694"/>
                <a:gd name="T76" fmla="*/ 318 w 1889"/>
                <a:gd name="T77" fmla="*/ 553 h 1694"/>
                <a:gd name="T78" fmla="*/ 310 w 1889"/>
                <a:gd name="T79" fmla="*/ 504 h 1694"/>
                <a:gd name="T80" fmla="*/ 298 w 1889"/>
                <a:gd name="T81" fmla="*/ 457 h 1694"/>
                <a:gd name="T82" fmla="*/ 280 w 1889"/>
                <a:gd name="T83" fmla="*/ 412 h 1694"/>
                <a:gd name="T84" fmla="*/ 258 w 1889"/>
                <a:gd name="T85" fmla="*/ 369 h 1694"/>
                <a:gd name="T86" fmla="*/ 233 w 1889"/>
                <a:gd name="T87" fmla="*/ 328 h 1694"/>
                <a:gd name="T88" fmla="*/ 203 w 1889"/>
                <a:gd name="T89" fmla="*/ 291 h 1694"/>
                <a:gd name="T90" fmla="*/ 168 w 1889"/>
                <a:gd name="T91" fmla="*/ 256 h 1694"/>
                <a:gd name="T92" fmla="*/ 132 w 1889"/>
                <a:gd name="T93" fmla="*/ 226 h 1694"/>
                <a:gd name="T94" fmla="*/ 91 w 1889"/>
                <a:gd name="T95" fmla="*/ 198 h 1694"/>
                <a:gd name="T96" fmla="*/ 47 w 1889"/>
                <a:gd name="T97" fmla="*/ 175 h 1694"/>
                <a:gd name="T98" fmla="*/ 0 w 1889"/>
                <a:gd name="T99" fmla="*/ 157 h 1694"/>
                <a:gd name="T100" fmla="*/ 32 w 1889"/>
                <a:gd name="T101" fmla="*/ 103 h 1694"/>
                <a:gd name="T102" fmla="*/ 66 w 1889"/>
                <a:gd name="T103" fmla="*/ 51 h 1694"/>
                <a:gd name="T104" fmla="*/ 104 w 1889"/>
                <a:gd name="T10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889" h="1694">
                  <a:moveTo>
                    <a:pt x="104" y="0"/>
                  </a:moveTo>
                  <a:lnTo>
                    <a:pt x="840" y="728"/>
                  </a:lnTo>
                  <a:lnTo>
                    <a:pt x="854" y="741"/>
                  </a:lnTo>
                  <a:lnTo>
                    <a:pt x="871" y="750"/>
                  </a:lnTo>
                  <a:lnTo>
                    <a:pt x="890" y="756"/>
                  </a:lnTo>
                  <a:lnTo>
                    <a:pt x="1889" y="1015"/>
                  </a:lnTo>
                  <a:lnTo>
                    <a:pt x="1862" y="1082"/>
                  </a:lnTo>
                  <a:lnTo>
                    <a:pt x="1829" y="1148"/>
                  </a:lnTo>
                  <a:lnTo>
                    <a:pt x="1792" y="1212"/>
                  </a:lnTo>
                  <a:lnTo>
                    <a:pt x="1749" y="1273"/>
                  </a:lnTo>
                  <a:lnTo>
                    <a:pt x="1702" y="1332"/>
                  </a:lnTo>
                  <a:lnTo>
                    <a:pt x="1650" y="1389"/>
                  </a:lnTo>
                  <a:lnTo>
                    <a:pt x="1594" y="1441"/>
                  </a:lnTo>
                  <a:lnTo>
                    <a:pt x="1535" y="1489"/>
                  </a:lnTo>
                  <a:lnTo>
                    <a:pt x="1474" y="1531"/>
                  </a:lnTo>
                  <a:lnTo>
                    <a:pt x="1410" y="1569"/>
                  </a:lnTo>
                  <a:lnTo>
                    <a:pt x="1345" y="1601"/>
                  </a:lnTo>
                  <a:lnTo>
                    <a:pt x="1277" y="1629"/>
                  </a:lnTo>
                  <a:lnTo>
                    <a:pt x="1208" y="1652"/>
                  </a:lnTo>
                  <a:lnTo>
                    <a:pt x="1138" y="1670"/>
                  </a:lnTo>
                  <a:lnTo>
                    <a:pt x="1068" y="1683"/>
                  </a:lnTo>
                  <a:lnTo>
                    <a:pt x="996" y="1691"/>
                  </a:lnTo>
                  <a:lnTo>
                    <a:pt x="925" y="1694"/>
                  </a:lnTo>
                  <a:lnTo>
                    <a:pt x="853" y="1692"/>
                  </a:lnTo>
                  <a:lnTo>
                    <a:pt x="781" y="1686"/>
                  </a:lnTo>
                  <a:lnTo>
                    <a:pt x="712" y="1673"/>
                  </a:lnTo>
                  <a:lnTo>
                    <a:pt x="641" y="1658"/>
                  </a:lnTo>
                  <a:lnTo>
                    <a:pt x="572" y="1636"/>
                  </a:lnTo>
                  <a:lnTo>
                    <a:pt x="504" y="1609"/>
                  </a:lnTo>
                  <a:lnTo>
                    <a:pt x="438" y="1578"/>
                  </a:lnTo>
                  <a:lnTo>
                    <a:pt x="374" y="1541"/>
                  </a:lnTo>
                  <a:lnTo>
                    <a:pt x="312" y="1501"/>
                  </a:lnTo>
                  <a:lnTo>
                    <a:pt x="253" y="1453"/>
                  </a:lnTo>
                  <a:lnTo>
                    <a:pt x="296" y="1388"/>
                  </a:lnTo>
                  <a:lnTo>
                    <a:pt x="309" y="1361"/>
                  </a:lnTo>
                  <a:lnTo>
                    <a:pt x="317" y="1333"/>
                  </a:lnTo>
                  <a:lnTo>
                    <a:pt x="321" y="1304"/>
                  </a:lnTo>
                  <a:lnTo>
                    <a:pt x="321" y="604"/>
                  </a:lnTo>
                  <a:lnTo>
                    <a:pt x="318" y="553"/>
                  </a:lnTo>
                  <a:lnTo>
                    <a:pt x="310" y="504"/>
                  </a:lnTo>
                  <a:lnTo>
                    <a:pt x="298" y="457"/>
                  </a:lnTo>
                  <a:lnTo>
                    <a:pt x="280" y="412"/>
                  </a:lnTo>
                  <a:lnTo>
                    <a:pt x="258" y="369"/>
                  </a:lnTo>
                  <a:lnTo>
                    <a:pt x="233" y="328"/>
                  </a:lnTo>
                  <a:lnTo>
                    <a:pt x="203" y="291"/>
                  </a:lnTo>
                  <a:lnTo>
                    <a:pt x="168" y="256"/>
                  </a:lnTo>
                  <a:lnTo>
                    <a:pt x="132" y="226"/>
                  </a:lnTo>
                  <a:lnTo>
                    <a:pt x="91" y="198"/>
                  </a:lnTo>
                  <a:lnTo>
                    <a:pt x="47" y="175"/>
                  </a:lnTo>
                  <a:lnTo>
                    <a:pt x="0" y="157"/>
                  </a:lnTo>
                  <a:lnTo>
                    <a:pt x="32" y="103"/>
                  </a:lnTo>
                  <a:lnTo>
                    <a:pt x="66" y="51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9" name="Freeform 173">
              <a:extLst>
                <a:ext uri="{FF2B5EF4-FFF2-40B4-BE49-F238E27FC236}">
                  <a16:creationId xmlns:a16="http://schemas.microsoft.com/office/drawing/2014/main" id="{F32136DE-84F6-49BE-8C6B-81A9405AD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488" y="2216151"/>
              <a:ext cx="31750" cy="80963"/>
            </a:xfrm>
            <a:custGeom>
              <a:avLst/>
              <a:gdLst>
                <a:gd name="T0" fmla="*/ 54 w 218"/>
                <a:gd name="T1" fmla="*/ 0 h 561"/>
                <a:gd name="T2" fmla="*/ 165 w 218"/>
                <a:gd name="T3" fmla="*/ 0 h 561"/>
                <a:gd name="T4" fmla="*/ 180 w 218"/>
                <a:gd name="T5" fmla="*/ 2 h 561"/>
                <a:gd name="T6" fmla="*/ 193 w 218"/>
                <a:gd name="T7" fmla="*/ 7 h 561"/>
                <a:gd name="T8" fmla="*/ 205 w 218"/>
                <a:gd name="T9" fmla="*/ 17 h 561"/>
                <a:gd name="T10" fmla="*/ 214 w 218"/>
                <a:gd name="T11" fmla="*/ 31 h 561"/>
                <a:gd name="T12" fmla="*/ 218 w 218"/>
                <a:gd name="T13" fmla="*/ 47 h 561"/>
                <a:gd name="T14" fmla="*/ 217 w 218"/>
                <a:gd name="T15" fmla="*/ 63 h 561"/>
                <a:gd name="T16" fmla="*/ 212 w 218"/>
                <a:gd name="T17" fmla="*/ 78 h 561"/>
                <a:gd name="T18" fmla="*/ 152 w 218"/>
                <a:gd name="T19" fmla="*/ 168 h 561"/>
                <a:gd name="T20" fmla="*/ 180 w 218"/>
                <a:gd name="T21" fmla="*/ 404 h 561"/>
                <a:gd name="T22" fmla="*/ 126 w 218"/>
                <a:gd name="T23" fmla="*/ 550 h 561"/>
                <a:gd name="T24" fmla="*/ 120 w 218"/>
                <a:gd name="T25" fmla="*/ 558 h 561"/>
                <a:gd name="T26" fmla="*/ 113 w 218"/>
                <a:gd name="T27" fmla="*/ 561 h 561"/>
                <a:gd name="T28" fmla="*/ 106 w 218"/>
                <a:gd name="T29" fmla="*/ 561 h 561"/>
                <a:gd name="T30" fmla="*/ 98 w 218"/>
                <a:gd name="T31" fmla="*/ 558 h 561"/>
                <a:gd name="T32" fmla="*/ 93 w 218"/>
                <a:gd name="T33" fmla="*/ 550 h 561"/>
                <a:gd name="T34" fmla="*/ 39 w 218"/>
                <a:gd name="T35" fmla="*/ 404 h 561"/>
                <a:gd name="T36" fmla="*/ 67 w 218"/>
                <a:gd name="T37" fmla="*/ 168 h 561"/>
                <a:gd name="T38" fmla="*/ 7 w 218"/>
                <a:gd name="T39" fmla="*/ 78 h 561"/>
                <a:gd name="T40" fmla="*/ 1 w 218"/>
                <a:gd name="T41" fmla="*/ 63 h 561"/>
                <a:gd name="T42" fmla="*/ 0 w 218"/>
                <a:gd name="T43" fmla="*/ 47 h 561"/>
                <a:gd name="T44" fmla="*/ 5 w 218"/>
                <a:gd name="T45" fmla="*/ 31 h 561"/>
                <a:gd name="T46" fmla="*/ 14 w 218"/>
                <a:gd name="T47" fmla="*/ 17 h 561"/>
                <a:gd name="T48" fmla="*/ 25 w 218"/>
                <a:gd name="T49" fmla="*/ 7 h 561"/>
                <a:gd name="T50" fmla="*/ 39 w 218"/>
                <a:gd name="T51" fmla="*/ 2 h 561"/>
                <a:gd name="T52" fmla="*/ 54 w 218"/>
                <a:gd name="T53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18" h="561">
                  <a:moveTo>
                    <a:pt x="54" y="0"/>
                  </a:moveTo>
                  <a:lnTo>
                    <a:pt x="165" y="0"/>
                  </a:lnTo>
                  <a:lnTo>
                    <a:pt x="180" y="2"/>
                  </a:lnTo>
                  <a:lnTo>
                    <a:pt x="193" y="7"/>
                  </a:lnTo>
                  <a:lnTo>
                    <a:pt x="205" y="17"/>
                  </a:lnTo>
                  <a:lnTo>
                    <a:pt x="214" y="31"/>
                  </a:lnTo>
                  <a:lnTo>
                    <a:pt x="218" y="47"/>
                  </a:lnTo>
                  <a:lnTo>
                    <a:pt x="217" y="63"/>
                  </a:lnTo>
                  <a:lnTo>
                    <a:pt x="212" y="78"/>
                  </a:lnTo>
                  <a:lnTo>
                    <a:pt x="152" y="168"/>
                  </a:lnTo>
                  <a:lnTo>
                    <a:pt x="180" y="404"/>
                  </a:lnTo>
                  <a:lnTo>
                    <a:pt x="126" y="550"/>
                  </a:lnTo>
                  <a:lnTo>
                    <a:pt x="120" y="558"/>
                  </a:lnTo>
                  <a:lnTo>
                    <a:pt x="113" y="561"/>
                  </a:lnTo>
                  <a:lnTo>
                    <a:pt x="106" y="561"/>
                  </a:lnTo>
                  <a:lnTo>
                    <a:pt x="98" y="558"/>
                  </a:lnTo>
                  <a:lnTo>
                    <a:pt x="93" y="550"/>
                  </a:lnTo>
                  <a:lnTo>
                    <a:pt x="39" y="404"/>
                  </a:lnTo>
                  <a:lnTo>
                    <a:pt x="67" y="168"/>
                  </a:lnTo>
                  <a:lnTo>
                    <a:pt x="7" y="78"/>
                  </a:lnTo>
                  <a:lnTo>
                    <a:pt x="1" y="63"/>
                  </a:lnTo>
                  <a:lnTo>
                    <a:pt x="0" y="47"/>
                  </a:lnTo>
                  <a:lnTo>
                    <a:pt x="5" y="31"/>
                  </a:lnTo>
                  <a:lnTo>
                    <a:pt x="14" y="17"/>
                  </a:lnTo>
                  <a:lnTo>
                    <a:pt x="25" y="7"/>
                  </a:lnTo>
                  <a:lnTo>
                    <a:pt x="39" y="2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40176C2-B888-4065-A526-5EB646949F12}"/>
              </a:ext>
            </a:extLst>
          </p:cNvPr>
          <p:cNvGrpSpPr/>
          <p:nvPr/>
        </p:nvGrpSpPr>
        <p:grpSpPr>
          <a:xfrm>
            <a:off x="1947966" y="4813023"/>
            <a:ext cx="319361" cy="332972"/>
            <a:chOff x="5470525" y="2071688"/>
            <a:chExt cx="484188" cy="5048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71" name="Freeform 178">
              <a:extLst>
                <a:ext uri="{FF2B5EF4-FFF2-40B4-BE49-F238E27FC236}">
                  <a16:creationId xmlns:a16="http://schemas.microsoft.com/office/drawing/2014/main" id="{3F42EEFD-492C-41A0-8A17-5FA030096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384425"/>
              <a:ext cx="144463" cy="147637"/>
            </a:xfrm>
            <a:custGeom>
              <a:avLst/>
              <a:gdLst>
                <a:gd name="T0" fmla="*/ 398 w 1001"/>
                <a:gd name="T1" fmla="*/ 0 h 1025"/>
                <a:gd name="T2" fmla="*/ 604 w 1001"/>
                <a:gd name="T3" fmla="*/ 0 h 1025"/>
                <a:gd name="T4" fmla="*/ 604 w 1001"/>
                <a:gd name="T5" fmla="*/ 483 h 1025"/>
                <a:gd name="T6" fmla="*/ 972 w 1001"/>
                <a:gd name="T7" fmla="*/ 850 h 1025"/>
                <a:gd name="T8" fmla="*/ 986 w 1001"/>
                <a:gd name="T9" fmla="*/ 869 h 1025"/>
                <a:gd name="T10" fmla="*/ 997 w 1001"/>
                <a:gd name="T11" fmla="*/ 889 h 1025"/>
                <a:gd name="T12" fmla="*/ 1001 w 1001"/>
                <a:gd name="T13" fmla="*/ 911 h 1025"/>
                <a:gd name="T14" fmla="*/ 1001 w 1001"/>
                <a:gd name="T15" fmla="*/ 934 h 1025"/>
                <a:gd name="T16" fmla="*/ 997 w 1001"/>
                <a:gd name="T17" fmla="*/ 956 h 1025"/>
                <a:gd name="T18" fmla="*/ 986 w 1001"/>
                <a:gd name="T19" fmla="*/ 976 h 1025"/>
                <a:gd name="T20" fmla="*/ 972 w 1001"/>
                <a:gd name="T21" fmla="*/ 995 h 1025"/>
                <a:gd name="T22" fmla="*/ 955 w 1001"/>
                <a:gd name="T23" fmla="*/ 1008 h 1025"/>
                <a:gd name="T24" fmla="*/ 938 w 1001"/>
                <a:gd name="T25" fmla="*/ 1018 h 1025"/>
                <a:gd name="T26" fmla="*/ 919 w 1001"/>
                <a:gd name="T27" fmla="*/ 1023 h 1025"/>
                <a:gd name="T28" fmla="*/ 899 w 1001"/>
                <a:gd name="T29" fmla="*/ 1025 h 1025"/>
                <a:gd name="T30" fmla="*/ 880 w 1001"/>
                <a:gd name="T31" fmla="*/ 1023 h 1025"/>
                <a:gd name="T32" fmla="*/ 860 w 1001"/>
                <a:gd name="T33" fmla="*/ 1018 h 1025"/>
                <a:gd name="T34" fmla="*/ 842 w 1001"/>
                <a:gd name="T35" fmla="*/ 1008 h 1025"/>
                <a:gd name="T36" fmla="*/ 826 w 1001"/>
                <a:gd name="T37" fmla="*/ 995 h 1025"/>
                <a:gd name="T38" fmla="*/ 604 w 1001"/>
                <a:gd name="T39" fmla="*/ 772 h 1025"/>
                <a:gd name="T40" fmla="*/ 604 w 1001"/>
                <a:gd name="T41" fmla="*/ 923 h 1025"/>
                <a:gd name="T42" fmla="*/ 601 w 1001"/>
                <a:gd name="T43" fmla="*/ 946 h 1025"/>
                <a:gd name="T44" fmla="*/ 593 w 1001"/>
                <a:gd name="T45" fmla="*/ 968 h 1025"/>
                <a:gd name="T46" fmla="*/ 581 w 1001"/>
                <a:gd name="T47" fmla="*/ 987 h 1025"/>
                <a:gd name="T48" fmla="*/ 565 w 1001"/>
                <a:gd name="T49" fmla="*/ 1003 h 1025"/>
                <a:gd name="T50" fmla="*/ 546 w 1001"/>
                <a:gd name="T51" fmla="*/ 1014 h 1025"/>
                <a:gd name="T52" fmla="*/ 524 w 1001"/>
                <a:gd name="T53" fmla="*/ 1022 h 1025"/>
                <a:gd name="T54" fmla="*/ 501 w 1001"/>
                <a:gd name="T55" fmla="*/ 1025 h 1025"/>
                <a:gd name="T56" fmla="*/ 477 w 1001"/>
                <a:gd name="T57" fmla="*/ 1022 h 1025"/>
                <a:gd name="T58" fmla="*/ 456 w 1001"/>
                <a:gd name="T59" fmla="*/ 1014 h 1025"/>
                <a:gd name="T60" fmla="*/ 437 w 1001"/>
                <a:gd name="T61" fmla="*/ 1003 h 1025"/>
                <a:gd name="T62" fmla="*/ 421 w 1001"/>
                <a:gd name="T63" fmla="*/ 987 h 1025"/>
                <a:gd name="T64" fmla="*/ 409 w 1001"/>
                <a:gd name="T65" fmla="*/ 968 h 1025"/>
                <a:gd name="T66" fmla="*/ 401 w 1001"/>
                <a:gd name="T67" fmla="*/ 946 h 1025"/>
                <a:gd name="T68" fmla="*/ 398 w 1001"/>
                <a:gd name="T69" fmla="*/ 923 h 1025"/>
                <a:gd name="T70" fmla="*/ 398 w 1001"/>
                <a:gd name="T71" fmla="*/ 772 h 1025"/>
                <a:gd name="T72" fmla="*/ 175 w 1001"/>
                <a:gd name="T73" fmla="*/ 995 h 1025"/>
                <a:gd name="T74" fmla="*/ 157 w 1001"/>
                <a:gd name="T75" fmla="*/ 1010 h 1025"/>
                <a:gd name="T76" fmla="*/ 135 w 1001"/>
                <a:gd name="T77" fmla="*/ 1020 h 1025"/>
                <a:gd name="T78" fmla="*/ 114 w 1001"/>
                <a:gd name="T79" fmla="*/ 1024 h 1025"/>
                <a:gd name="T80" fmla="*/ 92 w 1001"/>
                <a:gd name="T81" fmla="*/ 1024 h 1025"/>
                <a:gd name="T82" fmla="*/ 69 w 1001"/>
                <a:gd name="T83" fmla="*/ 1020 h 1025"/>
                <a:gd name="T84" fmla="*/ 49 w 1001"/>
                <a:gd name="T85" fmla="*/ 1010 h 1025"/>
                <a:gd name="T86" fmla="*/ 30 w 1001"/>
                <a:gd name="T87" fmla="*/ 995 h 1025"/>
                <a:gd name="T88" fmla="*/ 15 w 1001"/>
                <a:gd name="T89" fmla="*/ 976 h 1025"/>
                <a:gd name="T90" fmla="*/ 5 w 1001"/>
                <a:gd name="T91" fmla="*/ 956 h 1025"/>
                <a:gd name="T92" fmla="*/ 0 w 1001"/>
                <a:gd name="T93" fmla="*/ 934 h 1025"/>
                <a:gd name="T94" fmla="*/ 0 w 1001"/>
                <a:gd name="T95" fmla="*/ 911 h 1025"/>
                <a:gd name="T96" fmla="*/ 5 w 1001"/>
                <a:gd name="T97" fmla="*/ 889 h 1025"/>
                <a:gd name="T98" fmla="*/ 15 w 1001"/>
                <a:gd name="T99" fmla="*/ 869 h 1025"/>
                <a:gd name="T100" fmla="*/ 30 w 1001"/>
                <a:gd name="T101" fmla="*/ 850 h 1025"/>
                <a:gd name="T102" fmla="*/ 398 w 1001"/>
                <a:gd name="T103" fmla="*/ 483 h 1025"/>
                <a:gd name="T104" fmla="*/ 398 w 1001"/>
                <a:gd name="T105" fmla="*/ 0 h 10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01" h="1025">
                  <a:moveTo>
                    <a:pt x="398" y="0"/>
                  </a:moveTo>
                  <a:lnTo>
                    <a:pt x="604" y="0"/>
                  </a:lnTo>
                  <a:lnTo>
                    <a:pt x="604" y="483"/>
                  </a:lnTo>
                  <a:lnTo>
                    <a:pt x="972" y="850"/>
                  </a:lnTo>
                  <a:lnTo>
                    <a:pt x="986" y="869"/>
                  </a:lnTo>
                  <a:lnTo>
                    <a:pt x="997" y="889"/>
                  </a:lnTo>
                  <a:lnTo>
                    <a:pt x="1001" y="911"/>
                  </a:lnTo>
                  <a:lnTo>
                    <a:pt x="1001" y="934"/>
                  </a:lnTo>
                  <a:lnTo>
                    <a:pt x="997" y="956"/>
                  </a:lnTo>
                  <a:lnTo>
                    <a:pt x="986" y="976"/>
                  </a:lnTo>
                  <a:lnTo>
                    <a:pt x="972" y="995"/>
                  </a:lnTo>
                  <a:lnTo>
                    <a:pt x="955" y="1008"/>
                  </a:lnTo>
                  <a:lnTo>
                    <a:pt x="938" y="1018"/>
                  </a:lnTo>
                  <a:lnTo>
                    <a:pt x="919" y="1023"/>
                  </a:lnTo>
                  <a:lnTo>
                    <a:pt x="899" y="1025"/>
                  </a:lnTo>
                  <a:lnTo>
                    <a:pt x="880" y="1023"/>
                  </a:lnTo>
                  <a:lnTo>
                    <a:pt x="860" y="1018"/>
                  </a:lnTo>
                  <a:lnTo>
                    <a:pt x="842" y="1008"/>
                  </a:lnTo>
                  <a:lnTo>
                    <a:pt x="826" y="995"/>
                  </a:lnTo>
                  <a:lnTo>
                    <a:pt x="604" y="772"/>
                  </a:lnTo>
                  <a:lnTo>
                    <a:pt x="604" y="923"/>
                  </a:lnTo>
                  <a:lnTo>
                    <a:pt x="601" y="946"/>
                  </a:lnTo>
                  <a:lnTo>
                    <a:pt x="593" y="968"/>
                  </a:lnTo>
                  <a:lnTo>
                    <a:pt x="581" y="987"/>
                  </a:lnTo>
                  <a:lnTo>
                    <a:pt x="565" y="1003"/>
                  </a:lnTo>
                  <a:lnTo>
                    <a:pt x="546" y="1014"/>
                  </a:lnTo>
                  <a:lnTo>
                    <a:pt x="524" y="1022"/>
                  </a:lnTo>
                  <a:lnTo>
                    <a:pt x="501" y="1025"/>
                  </a:lnTo>
                  <a:lnTo>
                    <a:pt x="477" y="1022"/>
                  </a:lnTo>
                  <a:lnTo>
                    <a:pt x="456" y="1014"/>
                  </a:lnTo>
                  <a:lnTo>
                    <a:pt x="437" y="1003"/>
                  </a:lnTo>
                  <a:lnTo>
                    <a:pt x="421" y="987"/>
                  </a:lnTo>
                  <a:lnTo>
                    <a:pt x="409" y="968"/>
                  </a:lnTo>
                  <a:lnTo>
                    <a:pt x="401" y="946"/>
                  </a:lnTo>
                  <a:lnTo>
                    <a:pt x="398" y="923"/>
                  </a:lnTo>
                  <a:lnTo>
                    <a:pt x="398" y="772"/>
                  </a:lnTo>
                  <a:lnTo>
                    <a:pt x="175" y="995"/>
                  </a:lnTo>
                  <a:lnTo>
                    <a:pt x="157" y="1010"/>
                  </a:lnTo>
                  <a:lnTo>
                    <a:pt x="135" y="1020"/>
                  </a:lnTo>
                  <a:lnTo>
                    <a:pt x="114" y="1024"/>
                  </a:lnTo>
                  <a:lnTo>
                    <a:pt x="92" y="1024"/>
                  </a:lnTo>
                  <a:lnTo>
                    <a:pt x="69" y="1020"/>
                  </a:lnTo>
                  <a:lnTo>
                    <a:pt x="49" y="1010"/>
                  </a:lnTo>
                  <a:lnTo>
                    <a:pt x="30" y="995"/>
                  </a:lnTo>
                  <a:lnTo>
                    <a:pt x="15" y="976"/>
                  </a:lnTo>
                  <a:lnTo>
                    <a:pt x="5" y="956"/>
                  </a:lnTo>
                  <a:lnTo>
                    <a:pt x="0" y="934"/>
                  </a:lnTo>
                  <a:lnTo>
                    <a:pt x="0" y="911"/>
                  </a:lnTo>
                  <a:lnTo>
                    <a:pt x="5" y="889"/>
                  </a:lnTo>
                  <a:lnTo>
                    <a:pt x="15" y="869"/>
                  </a:lnTo>
                  <a:lnTo>
                    <a:pt x="30" y="850"/>
                  </a:lnTo>
                  <a:lnTo>
                    <a:pt x="398" y="483"/>
                  </a:lnTo>
                  <a:lnTo>
                    <a:pt x="3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2" name="Rectangle 179">
              <a:extLst>
                <a:ext uri="{FF2B5EF4-FFF2-40B4-BE49-F238E27FC236}">
                  <a16:creationId xmlns:a16="http://schemas.microsoft.com/office/drawing/2014/main" id="{02027015-2CF7-406A-8F07-32DBA497D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2281238"/>
              <a:ext cx="30163" cy="285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3" name="Rectangle 180">
              <a:extLst>
                <a:ext uri="{FF2B5EF4-FFF2-40B4-BE49-F238E27FC236}">
                  <a16:creationId xmlns:a16="http://schemas.microsoft.com/office/drawing/2014/main" id="{C2642CEC-A7DC-4FFF-B220-6C0DE6C55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2178050"/>
              <a:ext cx="31750" cy="131762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4" name="Rectangle 181">
              <a:extLst>
                <a:ext uri="{FF2B5EF4-FFF2-40B4-BE49-F238E27FC236}">
                  <a16:creationId xmlns:a16="http://schemas.microsoft.com/office/drawing/2014/main" id="{8A5A7E98-F15E-4F51-B4BD-A06B2F766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913" y="2228850"/>
              <a:ext cx="30163" cy="80962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5" name="Freeform 182">
              <a:extLst>
                <a:ext uri="{FF2B5EF4-FFF2-40B4-BE49-F238E27FC236}">
                  <a16:creationId xmlns:a16="http://schemas.microsoft.com/office/drawing/2014/main" id="{D4530C5F-9A5B-499C-8130-9E0F55368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6913" y="2071688"/>
              <a:ext cx="30163" cy="31750"/>
            </a:xfrm>
            <a:custGeom>
              <a:avLst/>
              <a:gdLst>
                <a:gd name="T0" fmla="*/ 103 w 206"/>
                <a:gd name="T1" fmla="*/ 0 h 211"/>
                <a:gd name="T2" fmla="*/ 126 w 206"/>
                <a:gd name="T3" fmla="*/ 2 h 211"/>
                <a:gd name="T4" fmla="*/ 148 w 206"/>
                <a:gd name="T5" fmla="*/ 10 h 211"/>
                <a:gd name="T6" fmla="*/ 167 w 206"/>
                <a:gd name="T7" fmla="*/ 23 h 211"/>
                <a:gd name="T8" fmla="*/ 183 w 206"/>
                <a:gd name="T9" fmla="*/ 39 h 211"/>
                <a:gd name="T10" fmla="*/ 195 w 206"/>
                <a:gd name="T11" fmla="*/ 58 h 211"/>
                <a:gd name="T12" fmla="*/ 203 w 206"/>
                <a:gd name="T13" fmla="*/ 79 h 211"/>
                <a:gd name="T14" fmla="*/ 206 w 206"/>
                <a:gd name="T15" fmla="*/ 102 h 211"/>
                <a:gd name="T16" fmla="*/ 206 w 206"/>
                <a:gd name="T17" fmla="*/ 102 h 211"/>
                <a:gd name="T18" fmla="*/ 206 w 206"/>
                <a:gd name="T19" fmla="*/ 211 h 211"/>
                <a:gd name="T20" fmla="*/ 0 w 206"/>
                <a:gd name="T21" fmla="*/ 211 h 211"/>
                <a:gd name="T22" fmla="*/ 0 w 206"/>
                <a:gd name="T23" fmla="*/ 102 h 211"/>
                <a:gd name="T24" fmla="*/ 3 w 206"/>
                <a:gd name="T25" fmla="*/ 79 h 211"/>
                <a:gd name="T26" fmla="*/ 11 w 206"/>
                <a:gd name="T27" fmla="*/ 58 h 211"/>
                <a:gd name="T28" fmla="*/ 23 w 206"/>
                <a:gd name="T29" fmla="*/ 39 h 211"/>
                <a:gd name="T30" fmla="*/ 39 w 206"/>
                <a:gd name="T31" fmla="*/ 23 h 211"/>
                <a:gd name="T32" fmla="*/ 58 w 206"/>
                <a:gd name="T33" fmla="*/ 10 h 211"/>
                <a:gd name="T34" fmla="*/ 79 w 206"/>
                <a:gd name="T35" fmla="*/ 2 h 211"/>
                <a:gd name="T36" fmla="*/ 103 w 206"/>
                <a:gd name="T37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6" h="211">
                  <a:moveTo>
                    <a:pt x="103" y="0"/>
                  </a:moveTo>
                  <a:lnTo>
                    <a:pt x="126" y="2"/>
                  </a:lnTo>
                  <a:lnTo>
                    <a:pt x="148" y="10"/>
                  </a:lnTo>
                  <a:lnTo>
                    <a:pt x="167" y="23"/>
                  </a:lnTo>
                  <a:lnTo>
                    <a:pt x="183" y="39"/>
                  </a:lnTo>
                  <a:lnTo>
                    <a:pt x="195" y="58"/>
                  </a:lnTo>
                  <a:lnTo>
                    <a:pt x="203" y="79"/>
                  </a:lnTo>
                  <a:lnTo>
                    <a:pt x="206" y="102"/>
                  </a:lnTo>
                  <a:lnTo>
                    <a:pt x="206" y="102"/>
                  </a:lnTo>
                  <a:lnTo>
                    <a:pt x="206" y="211"/>
                  </a:lnTo>
                  <a:lnTo>
                    <a:pt x="0" y="211"/>
                  </a:lnTo>
                  <a:lnTo>
                    <a:pt x="0" y="102"/>
                  </a:lnTo>
                  <a:lnTo>
                    <a:pt x="3" y="79"/>
                  </a:lnTo>
                  <a:lnTo>
                    <a:pt x="11" y="58"/>
                  </a:lnTo>
                  <a:lnTo>
                    <a:pt x="23" y="39"/>
                  </a:lnTo>
                  <a:lnTo>
                    <a:pt x="39" y="23"/>
                  </a:lnTo>
                  <a:lnTo>
                    <a:pt x="58" y="10"/>
                  </a:lnTo>
                  <a:lnTo>
                    <a:pt x="79" y="2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6" name="Freeform 183">
              <a:extLst>
                <a:ext uri="{FF2B5EF4-FFF2-40B4-BE49-F238E27FC236}">
                  <a16:creationId xmlns:a16="http://schemas.microsoft.com/office/drawing/2014/main" id="{FCBBC0CA-4DDF-4FC7-906F-99A5BFA90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0863" y="2124075"/>
              <a:ext cx="323850" cy="239712"/>
            </a:xfrm>
            <a:custGeom>
              <a:avLst/>
              <a:gdLst>
                <a:gd name="T0" fmla="*/ 247 w 2246"/>
                <a:gd name="T1" fmla="*/ 932 h 1663"/>
                <a:gd name="T2" fmla="*/ 210 w 2246"/>
                <a:gd name="T3" fmla="*/ 953 h 1663"/>
                <a:gd name="T4" fmla="*/ 188 w 2246"/>
                <a:gd name="T5" fmla="*/ 990 h 1663"/>
                <a:gd name="T6" fmla="*/ 184 w 2246"/>
                <a:gd name="T7" fmla="*/ 1374 h 1663"/>
                <a:gd name="T8" fmla="*/ 196 w 2246"/>
                <a:gd name="T9" fmla="*/ 1417 h 1663"/>
                <a:gd name="T10" fmla="*/ 227 w 2246"/>
                <a:gd name="T11" fmla="*/ 1448 h 1663"/>
                <a:gd name="T12" fmla="*/ 270 w 2246"/>
                <a:gd name="T13" fmla="*/ 1459 h 1663"/>
                <a:gd name="T14" fmla="*/ 676 w 2246"/>
                <a:gd name="T15" fmla="*/ 1456 h 1663"/>
                <a:gd name="T16" fmla="*/ 714 w 2246"/>
                <a:gd name="T17" fmla="*/ 1434 h 1663"/>
                <a:gd name="T18" fmla="*/ 735 w 2246"/>
                <a:gd name="T19" fmla="*/ 1397 h 1663"/>
                <a:gd name="T20" fmla="*/ 738 w 2246"/>
                <a:gd name="T21" fmla="*/ 1013 h 1663"/>
                <a:gd name="T22" fmla="*/ 726 w 2246"/>
                <a:gd name="T23" fmla="*/ 970 h 1663"/>
                <a:gd name="T24" fmla="*/ 696 w 2246"/>
                <a:gd name="T25" fmla="*/ 940 h 1663"/>
                <a:gd name="T26" fmla="*/ 653 w 2246"/>
                <a:gd name="T27" fmla="*/ 929 h 1663"/>
                <a:gd name="T28" fmla="*/ 931 w 2246"/>
                <a:gd name="T29" fmla="*/ 567 h 1663"/>
                <a:gd name="T30" fmla="*/ 888 w 2246"/>
                <a:gd name="T31" fmla="*/ 579 h 1663"/>
                <a:gd name="T32" fmla="*/ 857 w 2246"/>
                <a:gd name="T33" fmla="*/ 609 h 1663"/>
                <a:gd name="T34" fmla="*/ 847 w 2246"/>
                <a:gd name="T35" fmla="*/ 651 h 1663"/>
                <a:gd name="T36" fmla="*/ 849 w 2246"/>
                <a:gd name="T37" fmla="*/ 1397 h 1663"/>
                <a:gd name="T38" fmla="*/ 871 w 2246"/>
                <a:gd name="T39" fmla="*/ 1434 h 1663"/>
                <a:gd name="T40" fmla="*/ 908 w 2246"/>
                <a:gd name="T41" fmla="*/ 1456 h 1663"/>
                <a:gd name="T42" fmla="*/ 1315 w 2246"/>
                <a:gd name="T43" fmla="*/ 1459 h 1663"/>
                <a:gd name="T44" fmla="*/ 1358 w 2246"/>
                <a:gd name="T45" fmla="*/ 1448 h 1663"/>
                <a:gd name="T46" fmla="*/ 1388 w 2246"/>
                <a:gd name="T47" fmla="*/ 1417 h 1663"/>
                <a:gd name="T48" fmla="*/ 1399 w 2246"/>
                <a:gd name="T49" fmla="*/ 1374 h 1663"/>
                <a:gd name="T50" fmla="*/ 1396 w 2246"/>
                <a:gd name="T51" fmla="*/ 629 h 1663"/>
                <a:gd name="T52" fmla="*/ 1375 w 2246"/>
                <a:gd name="T53" fmla="*/ 592 h 1663"/>
                <a:gd name="T54" fmla="*/ 1338 w 2246"/>
                <a:gd name="T55" fmla="*/ 570 h 1663"/>
                <a:gd name="T56" fmla="*/ 931 w 2246"/>
                <a:gd name="T57" fmla="*/ 567 h 1663"/>
                <a:gd name="T58" fmla="*/ 1570 w 2246"/>
                <a:gd name="T59" fmla="*/ 209 h 1663"/>
                <a:gd name="T60" fmla="*/ 1532 w 2246"/>
                <a:gd name="T61" fmla="*/ 230 h 1663"/>
                <a:gd name="T62" fmla="*/ 1511 w 2246"/>
                <a:gd name="T63" fmla="*/ 267 h 1663"/>
                <a:gd name="T64" fmla="*/ 1508 w 2246"/>
                <a:gd name="T65" fmla="*/ 1374 h 1663"/>
                <a:gd name="T66" fmla="*/ 1520 w 2246"/>
                <a:gd name="T67" fmla="*/ 1417 h 1663"/>
                <a:gd name="T68" fmla="*/ 1549 w 2246"/>
                <a:gd name="T69" fmla="*/ 1448 h 1663"/>
                <a:gd name="T70" fmla="*/ 1592 w 2246"/>
                <a:gd name="T71" fmla="*/ 1459 h 1663"/>
                <a:gd name="T72" fmla="*/ 1999 w 2246"/>
                <a:gd name="T73" fmla="*/ 1456 h 1663"/>
                <a:gd name="T74" fmla="*/ 2036 w 2246"/>
                <a:gd name="T75" fmla="*/ 1434 h 1663"/>
                <a:gd name="T76" fmla="*/ 2057 w 2246"/>
                <a:gd name="T77" fmla="*/ 1397 h 1663"/>
                <a:gd name="T78" fmla="*/ 2061 w 2246"/>
                <a:gd name="T79" fmla="*/ 290 h 1663"/>
                <a:gd name="T80" fmla="*/ 2049 w 2246"/>
                <a:gd name="T81" fmla="*/ 247 h 1663"/>
                <a:gd name="T82" fmla="*/ 2019 w 2246"/>
                <a:gd name="T83" fmla="*/ 217 h 1663"/>
                <a:gd name="T84" fmla="*/ 1976 w 2246"/>
                <a:gd name="T85" fmla="*/ 206 h 1663"/>
                <a:gd name="T86" fmla="*/ 80 w 2246"/>
                <a:gd name="T87" fmla="*/ 0 h 1663"/>
                <a:gd name="T88" fmla="*/ 2187 w 2246"/>
                <a:gd name="T89" fmla="*/ 4 h 1663"/>
                <a:gd name="T90" fmla="*/ 2222 w 2246"/>
                <a:gd name="T91" fmla="*/ 24 h 1663"/>
                <a:gd name="T92" fmla="*/ 2243 w 2246"/>
                <a:gd name="T93" fmla="*/ 59 h 1663"/>
                <a:gd name="T94" fmla="*/ 2246 w 2246"/>
                <a:gd name="T95" fmla="*/ 1585 h 1663"/>
                <a:gd name="T96" fmla="*/ 2234 w 2246"/>
                <a:gd name="T97" fmla="*/ 1624 h 1663"/>
                <a:gd name="T98" fmla="*/ 2206 w 2246"/>
                <a:gd name="T99" fmla="*/ 1653 h 1663"/>
                <a:gd name="T100" fmla="*/ 2166 w 2246"/>
                <a:gd name="T101" fmla="*/ 1663 h 1663"/>
                <a:gd name="T102" fmla="*/ 59 w 2246"/>
                <a:gd name="T103" fmla="*/ 1661 h 1663"/>
                <a:gd name="T104" fmla="*/ 24 w 2246"/>
                <a:gd name="T105" fmla="*/ 1640 h 1663"/>
                <a:gd name="T106" fmla="*/ 3 w 2246"/>
                <a:gd name="T107" fmla="*/ 1606 h 1663"/>
                <a:gd name="T108" fmla="*/ 0 w 2246"/>
                <a:gd name="T109" fmla="*/ 80 h 1663"/>
                <a:gd name="T110" fmla="*/ 11 w 2246"/>
                <a:gd name="T111" fmla="*/ 40 h 1663"/>
                <a:gd name="T112" fmla="*/ 40 w 2246"/>
                <a:gd name="T113" fmla="*/ 11 h 1663"/>
                <a:gd name="T114" fmla="*/ 80 w 2246"/>
                <a:gd name="T115" fmla="*/ 0 h 1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46" h="1663">
                  <a:moveTo>
                    <a:pt x="270" y="929"/>
                  </a:moveTo>
                  <a:lnTo>
                    <a:pt x="247" y="932"/>
                  </a:lnTo>
                  <a:lnTo>
                    <a:pt x="227" y="940"/>
                  </a:lnTo>
                  <a:lnTo>
                    <a:pt x="210" y="953"/>
                  </a:lnTo>
                  <a:lnTo>
                    <a:pt x="196" y="970"/>
                  </a:lnTo>
                  <a:lnTo>
                    <a:pt x="188" y="990"/>
                  </a:lnTo>
                  <a:lnTo>
                    <a:pt x="184" y="1013"/>
                  </a:lnTo>
                  <a:lnTo>
                    <a:pt x="184" y="1374"/>
                  </a:lnTo>
                  <a:lnTo>
                    <a:pt x="188" y="1397"/>
                  </a:lnTo>
                  <a:lnTo>
                    <a:pt x="196" y="1417"/>
                  </a:lnTo>
                  <a:lnTo>
                    <a:pt x="210" y="1434"/>
                  </a:lnTo>
                  <a:lnTo>
                    <a:pt x="227" y="1448"/>
                  </a:lnTo>
                  <a:lnTo>
                    <a:pt x="247" y="1456"/>
                  </a:lnTo>
                  <a:lnTo>
                    <a:pt x="270" y="1459"/>
                  </a:lnTo>
                  <a:lnTo>
                    <a:pt x="653" y="1459"/>
                  </a:lnTo>
                  <a:lnTo>
                    <a:pt x="676" y="1456"/>
                  </a:lnTo>
                  <a:lnTo>
                    <a:pt x="696" y="1448"/>
                  </a:lnTo>
                  <a:lnTo>
                    <a:pt x="714" y="1434"/>
                  </a:lnTo>
                  <a:lnTo>
                    <a:pt x="726" y="1417"/>
                  </a:lnTo>
                  <a:lnTo>
                    <a:pt x="735" y="1397"/>
                  </a:lnTo>
                  <a:lnTo>
                    <a:pt x="738" y="1374"/>
                  </a:lnTo>
                  <a:lnTo>
                    <a:pt x="738" y="1013"/>
                  </a:lnTo>
                  <a:lnTo>
                    <a:pt x="735" y="990"/>
                  </a:lnTo>
                  <a:lnTo>
                    <a:pt x="726" y="970"/>
                  </a:lnTo>
                  <a:lnTo>
                    <a:pt x="714" y="953"/>
                  </a:lnTo>
                  <a:lnTo>
                    <a:pt x="696" y="940"/>
                  </a:lnTo>
                  <a:lnTo>
                    <a:pt x="676" y="932"/>
                  </a:lnTo>
                  <a:lnTo>
                    <a:pt x="653" y="929"/>
                  </a:lnTo>
                  <a:lnTo>
                    <a:pt x="270" y="929"/>
                  </a:lnTo>
                  <a:close/>
                  <a:moveTo>
                    <a:pt x="931" y="567"/>
                  </a:moveTo>
                  <a:lnTo>
                    <a:pt x="908" y="570"/>
                  </a:lnTo>
                  <a:lnTo>
                    <a:pt x="888" y="579"/>
                  </a:lnTo>
                  <a:lnTo>
                    <a:pt x="871" y="592"/>
                  </a:lnTo>
                  <a:lnTo>
                    <a:pt x="857" y="609"/>
                  </a:lnTo>
                  <a:lnTo>
                    <a:pt x="849" y="629"/>
                  </a:lnTo>
                  <a:lnTo>
                    <a:pt x="847" y="651"/>
                  </a:lnTo>
                  <a:lnTo>
                    <a:pt x="847" y="1374"/>
                  </a:lnTo>
                  <a:lnTo>
                    <a:pt x="849" y="1397"/>
                  </a:lnTo>
                  <a:lnTo>
                    <a:pt x="857" y="1417"/>
                  </a:lnTo>
                  <a:lnTo>
                    <a:pt x="871" y="1434"/>
                  </a:lnTo>
                  <a:lnTo>
                    <a:pt x="888" y="1448"/>
                  </a:lnTo>
                  <a:lnTo>
                    <a:pt x="908" y="1456"/>
                  </a:lnTo>
                  <a:lnTo>
                    <a:pt x="931" y="1459"/>
                  </a:lnTo>
                  <a:lnTo>
                    <a:pt x="1315" y="1459"/>
                  </a:lnTo>
                  <a:lnTo>
                    <a:pt x="1338" y="1456"/>
                  </a:lnTo>
                  <a:lnTo>
                    <a:pt x="1358" y="1448"/>
                  </a:lnTo>
                  <a:lnTo>
                    <a:pt x="1375" y="1434"/>
                  </a:lnTo>
                  <a:lnTo>
                    <a:pt x="1388" y="1417"/>
                  </a:lnTo>
                  <a:lnTo>
                    <a:pt x="1396" y="1397"/>
                  </a:lnTo>
                  <a:lnTo>
                    <a:pt x="1399" y="1374"/>
                  </a:lnTo>
                  <a:lnTo>
                    <a:pt x="1399" y="651"/>
                  </a:lnTo>
                  <a:lnTo>
                    <a:pt x="1396" y="629"/>
                  </a:lnTo>
                  <a:lnTo>
                    <a:pt x="1388" y="609"/>
                  </a:lnTo>
                  <a:lnTo>
                    <a:pt x="1375" y="592"/>
                  </a:lnTo>
                  <a:lnTo>
                    <a:pt x="1358" y="579"/>
                  </a:lnTo>
                  <a:lnTo>
                    <a:pt x="1338" y="570"/>
                  </a:lnTo>
                  <a:lnTo>
                    <a:pt x="1315" y="567"/>
                  </a:lnTo>
                  <a:lnTo>
                    <a:pt x="931" y="567"/>
                  </a:lnTo>
                  <a:close/>
                  <a:moveTo>
                    <a:pt x="1592" y="206"/>
                  </a:moveTo>
                  <a:lnTo>
                    <a:pt x="1570" y="209"/>
                  </a:lnTo>
                  <a:lnTo>
                    <a:pt x="1549" y="217"/>
                  </a:lnTo>
                  <a:lnTo>
                    <a:pt x="1532" y="230"/>
                  </a:lnTo>
                  <a:lnTo>
                    <a:pt x="1520" y="247"/>
                  </a:lnTo>
                  <a:lnTo>
                    <a:pt x="1511" y="267"/>
                  </a:lnTo>
                  <a:lnTo>
                    <a:pt x="1508" y="290"/>
                  </a:lnTo>
                  <a:lnTo>
                    <a:pt x="1508" y="1374"/>
                  </a:lnTo>
                  <a:lnTo>
                    <a:pt x="1511" y="1397"/>
                  </a:lnTo>
                  <a:lnTo>
                    <a:pt x="1520" y="1417"/>
                  </a:lnTo>
                  <a:lnTo>
                    <a:pt x="1532" y="1434"/>
                  </a:lnTo>
                  <a:lnTo>
                    <a:pt x="1549" y="1448"/>
                  </a:lnTo>
                  <a:lnTo>
                    <a:pt x="1570" y="1456"/>
                  </a:lnTo>
                  <a:lnTo>
                    <a:pt x="1592" y="1459"/>
                  </a:lnTo>
                  <a:lnTo>
                    <a:pt x="1976" y="1459"/>
                  </a:lnTo>
                  <a:lnTo>
                    <a:pt x="1999" y="1456"/>
                  </a:lnTo>
                  <a:lnTo>
                    <a:pt x="2019" y="1448"/>
                  </a:lnTo>
                  <a:lnTo>
                    <a:pt x="2036" y="1434"/>
                  </a:lnTo>
                  <a:lnTo>
                    <a:pt x="2049" y="1417"/>
                  </a:lnTo>
                  <a:lnTo>
                    <a:pt x="2057" y="1397"/>
                  </a:lnTo>
                  <a:lnTo>
                    <a:pt x="2061" y="1374"/>
                  </a:lnTo>
                  <a:lnTo>
                    <a:pt x="2061" y="290"/>
                  </a:lnTo>
                  <a:lnTo>
                    <a:pt x="2057" y="267"/>
                  </a:lnTo>
                  <a:lnTo>
                    <a:pt x="2049" y="247"/>
                  </a:lnTo>
                  <a:lnTo>
                    <a:pt x="2036" y="230"/>
                  </a:lnTo>
                  <a:lnTo>
                    <a:pt x="2019" y="217"/>
                  </a:lnTo>
                  <a:lnTo>
                    <a:pt x="1999" y="209"/>
                  </a:lnTo>
                  <a:lnTo>
                    <a:pt x="1976" y="206"/>
                  </a:lnTo>
                  <a:lnTo>
                    <a:pt x="1592" y="206"/>
                  </a:lnTo>
                  <a:close/>
                  <a:moveTo>
                    <a:pt x="80" y="0"/>
                  </a:moveTo>
                  <a:lnTo>
                    <a:pt x="2166" y="0"/>
                  </a:lnTo>
                  <a:lnTo>
                    <a:pt x="2187" y="4"/>
                  </a:lnTo>
                  <a:lnTo>
                    <a:pt x="2206" y="11"/>
                  </a:lnTo>
                  <a:lnTo>
                    <a:pt x="2222" y="24"/>
                  </a:lnTo>
                  <a:lnTo>
                    <a:pt x="2234" y="40"/>
                  </a:lnTo>
                  <a:lnTo>
                    <a:pt x="2243" y="59"/>
                  </a:lnTo>
                  <a:lnTo>
                    <a:pt x="2246" y="80"/>
                  </a:lnTo>
                  <a:lnTo>
                    <a:pt x="2246" y="1585"/>
                  </a:lnTo>
                  <a:lnTo>
                    <a:pt x="2243" y="1606"/>
                  </a:lnTo>
                  <a:lnTo>
                    <a:pt x="2234" y="1624"/>
                  </a:lnTo>
                  <a:lnTo>
                    <a:pt x="2222" y="1640"/>
                  </a:lnTo>
                  <a:lnTo>
                    <a:pt x="2206" y="1653"/>
                  </a:lnTo>
                  <a:lnTo>
                    <a:pt x="2187" y="1661"/>
                  </a:lnTo>
                  <a:lnTo>
                    <a:pt x="2166" y="1663"/>
                  </a:lnTo>
                  <a:lnTo>
                    <a:pt x="80" y="1663"/>
                  </a:lnTo>
                  <a:lnTo>
                    <a:pt x="59" y="1661"/>
                  </a:lnTo>
                  <a:lnTo>
                    <a:pt x="40" y="1653"/>
                  </a:lnTo>
                  <a:lnTo>
                    <a:pt x="24" y="1640"/>
                  </a:lnTo>
                  <a:lnTo>
                    <a:pt x="11" y="1624"/>
                  </a:lnTo>
                  <a:lnTo>
                    <a:pt x="3" y="1606"/>
                  </a:lnTo>
                  <a:lnTo>
                    <a:pt x="0" y="1585"/>
                  </a:lnTo>
                  <a:lnTo>
                    <a:pt x="0" y="80"/>
                  </a:lnTo>
                  <a:lnTo>
                    <a:pt x="3" y="59"/>
                  </a:lnTo>
                  <a:lnTo>
                    <a:pt x="11" y="40"/>
                  </a:lnTo>
                  <a:lnTo>
                    <a:pt x="24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7" name="Freeform 184">
              <a:extLst>
                <a:ext uri="{FF2B5EF4-FFF2-40B4-BE49-F238E27FC236}">
                  <a16:creationId xmlns:a16="http://schemas.microsoft.com/office/drawing/2014/main" id="{F1975FE8-C6EB-40BD-90B0-5D8744A43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0525" y="2109788"/>
              <a:ext cx="114300" cy="112712"/>
            </a:xfrm>
            <a:custGeom>
              <a:avLst/>
              <a:gdLst>
                <a:gd name="T0" fmla="*/ 395 w 789"/>
                <a:gd name="T1" fmla="*/ 0 h 788"/>
                <a:gd name="T2" fmla="*/ 444 w 789"/>
                <a:gd name="T3" fmla="*/ 3 h 788"/>
                <a:gd name="T4" fmla="*/ 492 w 789"/>
                <a:gd name="T5" fmla="*/ 12 h 788"/>
                <a:gd name="T6" fmla="*/ 538 w 789"/>
                <a:gd name="T7" fmla="*/ 26 h 788"/>
                <a:gd name="T8" fmla="*/ 580 w 789"/>
                <a:gd name="T9" fmla="*/ 46 h 788"/>
                <a:gd name="T10" fmla="*/ 620 w 789"/>
                <a:gd name="T11" fmla="*/ 71 h 788"/>
                <a:gd name="T12" fmla="*/ 657 w 789"/>
                <a:gd name="T13" fmla="*/ 100 h 788"/>
                <a:gd name="T14" fmla="*/ 690 w 789"/>
                <a:gd name="T15" fmla="*/ 132 h 788"/>
                <a:gd name="T16" fmla="*/ 719 w 789"/>
                <a:gd name="T17" fmla="*/ 169 h 788"/>
                <a:gd name="T18" fmla="*/ 743 w 789"/>
                <a:gd name="T19" fmla="*/ 209 h 788"/>
                <a:gd name="T20" fmla="*/ 762 w 789"/>
                <a:gd name="T21" fmla="*/ 252 h 788"/>
                <a:gd name="T22" fmla="*/ 777 w 789"/>
                <a:gd name="T23" fmla="*/ 296 h 788"/>
                <a:gd name="T24" fmla="*/ 786 w 789"/>
                <a:gd name="T25" fmla="*/ 344 h 788"/>
                <a:gd name="T26" fmla="*/ 789 w 789"/>
                <a:gd name="T27" fmla="*/ 394 h 788"/>
                <a:gd name="T28" fmla="*/ 786 w 789"/>
                <a:gd name="T29" fmla="*/ 443 h 788"/>
                <a:gd name="T30" fmla="*/ 777 w 789"/>
                <a:gd name="T31" fmla="*/ 491 h 788"/>
                <a:gd name="T32" fmla="*/ 762 w 789"/>
                <a:gd name="T33" fmla="*/ 536 h 788"/>
                <a:gd name="T34" fmla="*/ 743 w 789"/>
                <a:gd name="T35" fmla="*/ 579 h 788"/>
                <a:gd name="T36" fmla="*/ 719 w 789"/>
                <a:gd name="T37" fmla="*/ 618 h 788"/>
                <a:gd name="T38" fmla="*/ 690 w 789"/>
                <a:gd name="T39" fmla="*/ 655 h 788"/>
                <a:gd name="T40" fmla="*/ 657 w 789"/>
                <a:gd name="T41" fmla="*/ 688 h 788"/>
                <a:gd name="T42" fmla="*/ 620 w 789"/>
                <a:gd name="T43" fmla="*/ 717 h 788"/>
                <a:gd name="T44" fmla="*/ 580 w 789"/>
                <a:gd name="T45" fmla="*/ 741 h 788"/>
                <a:gd name="T46" fmla="*/ 538 w 789"/>
                <a:gd name="T47" fmla="*/ 761 h 788"/>
                <a:gd name="T48" fmla="*/ 492 w 789"/>
                <a:gd name="T49" fmla="*/ 776 h 788"/>
                <a:gd name="T50" fmla="*/ 444 w 789"/>
                <a:gd name="T51" fmla="*/ 784 h 788"/>
                <a:gd name="T52" fmla="*/ 395 w 789"/>
                <a:gd name="T53" fmla="*/ 788 h 788"/>
                <a:gd name="T54" fmla="*/ 345 w 789"/>
                <a:gd name="T55" fmla="*/ 784 h 788"/>
                <a:gd name="T56" fmla="*/ 298 w 789"/>
                <a:gd name="T57" fmla="*/ 776 h 788"/>
                <a:gd name="T58" fmla="*/ 252 w 789"/>
                <a:gd name="T59" fmla="*/ 761 h 788"/>
                <a:gd name="T60" fmla="*/ 210 w 789"/>
                <a:gd name="T61" fmla="*/ 741 h 788"/>
                <a:gd name="T62" fmla="*/ 169 w 789"/>
                <a:gd name="T63" fmla="*/ 717 h 788"/>
                <a:gd name="T64" fmla="*/ 133 w 789"/>
                <a:gd name="T65" fmla="*/ 688 h 788"/>
                <a:gd name="T66" fmla="*/ 100 w 789"/>
                <a:gd name="T67" fmla="*/ 655 h 788"/>
                <a:gd name="T68" fmla="*/ 71 w 789"/>
                <a:gd name="T69" fmla="*/ 618 h 788"/>
                <a:gd name="T70" fmla="*/ 47 w 789"/>
                <a:gd name="T71" fmla="*/ 579 h 788"/>
                <a:gd name="T72" fmla="*/ 27 w 789"/>
                <a:gd name="T73" fmla="*/ 536 h 788"/>
                <a:gd name="T74" fmla="*/ 13 w 789"/>
                <a:gd name="T75" fmla="*/ 491 h 788"/>
                <a:gd name="T76" fmla="*/ 3 w 789"/>
                <a:gd name="T77" fmla="*/ 443 h 788"/>
                <a:gd name="T78" fmla="*/ 0 w 789"/>
                <a:gd name="T79" fmla="*/ 394 h 788"/>
                <a:gd name="T80" fmla="*/ 3 w 789"/>
                <a:gd name="T81" fmla="*/ 344 h 788"/>
                <a:gd name="T82" fmla="*/ 13 w 789"/>
                <a:gd name="T83" fmla="*/ 296 h 788"/>
                <a:gd name="T84" fmla="*/ 27 w 789"/>
                <a:gd name="T85" fmla="*/ 252 h 788"/>
                <a:gd name="T86" fmla="*/ 47 w 789"/>
                <a:gd name="T87" fmla="*/ 209 h 788"/>
                <a:gd name="T88" fmla="*/ 71 w 789"/>
                <a:gd name="T89" fmla="*/ 169 h 788"/>
                <a:gd name="T90" fmla="*/ 100 w 789"/>
                <a:gd name="T91" fmla="*/ 132 h 788"/>
                <a:gd name="T92" fmla="*/ 133 w 789"/>
                <a:gd name="T93" fmla="*/ 100 h 788"/>
                <a:gd name="T94" fmla="*/ 169 w 789"/>
                <a:gd name="T95" fmla="*/ 71 h 788"/>
                <a:gd name="T96" fmla="*/ 210 w 789"/>
                <a:gd name="T97" fmla="*/ 46 h 788"/>
                <a:gd name="T98" fmla="*/ 252 w 789"/>
                <a:gd name="T99" fmla="*/ 26 h 788"/>
                <a:gd name="T100" fmla="*/ 298 w 789"/>
                <a:gd name="T101" fmla="*/ 12 h 788"/>
                <a:gd name="T102" fmla="*/ 345 w 789"/>
                <a:gd name="T103" fmla="*/ 3 h 788"/>
                <a:gd name="T104" fmla="*/ 395 w 789"/>
                <a:gd name="T105" fmla="*/ 0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9" h="788">
                  <a:moveTo>
                    <a:pt x="395" y="0"/>
                  </a:moveTo>
                  <a:lnTo>
                    <a:pt x="444" y="3"/>
                  </a:lnTo>
                  <a:lnTo>
                    <a:pt x="492" y="12"/>
                  </a:lnTo>
                  <a:lnTo>
                    <a:pt x="538" y="26"/>
                  </a:lnTo>
                  <a:lnTo>
                    <a:pt x="580" y="46"/>
                  </a:lnTo>
                  <a:lnTo>
                    <a:pt x="620" y="71"/>
                  </a:lnTo>
                  <a:lnTo>
                    <a:pt x="657" y="100"/>
                  </a:lnTo>
                  <a:lnTo>
                    <a:pt x="690" y="132"/>
                  </a:lnTo>
                  <a:lnTo>
                    <a:pt x="719" y="169"/>
                  </a:lnTo>
                  <a:lnTo>
                    <a:pt x="743" y="209"/>
                  </a:lnTo>
                  <a:lnTo>
                    <a:pt x="762" y="252"/>
                  </a:lnTo>
                  <a:lnTo>
                    <a:pt x="777" y="296"/>
                  </a:lnTo>
                  <a:lnTo>
                    <a:pt x="786" y="344"/>
                  </a:lnTo>
                  <a:lnTo>
                    <a:pt x="789" y="394"/>
                  </a:lnTo>
                  <a:lnTo>
                    <a:pt x="786" y="443"/>
                  </a:lnTo>
                  <a:lnTo>
                    <a:pt x="777" y="491"/>
                  </a:lnTo>
                  <a:lnTo>
                    <a:pt x="762" y="536"/>
                  </a:lnTo>
                  <a:lnTo>
                    <a:pt x="743" y="579"/>
                  </a:lnTo>
                  <a:lnTo>
                    <a:pt x="719" y="618"/>
                  </a:lnTo>
                  <a:lnTo>
                    <a:pt x="690" y="655"/>
                  </a:lnTo>
                  <a:lnTo>
                    <a:pt x="657" y="688"/>
                  </a:lnTo>
                  <a:lnTo>
                    <a:pt x="620" y="717"/>
                  </a:lnTo>
                  <a:lnTo>
                    <a:pt x="580" y="741"/>
                  </a:lnTo>
                  <a:lnTo>
                    <a:pt x="538" y="761"/>
                  </a:lnTo>
                  <a:lnTo>
                    <a:pt x="492" y="776"/>
                  </a:lnTo>
                  <a:lnTo>
                    <a:pt x="444" y="784"/>
                  </a:lnTo>
                  <a:lnTo>
                    <a:pt x="395" y="788"/>
                  </a:lnTo>
                  <a:lnTo>
                    <a:pt x="345" y="784"/>
                  </a:lnTo>
                  <a:lnTo>
                    <a:pt x="298" y="776"/>
                  </a:lnTo>
                  <a:lnTo>
                    <a:pt x="252" y="761"/>
                  </a:lnTo>
                  <a:lnTo>
                    <a:pt x="210" y="741"/>
                  </a:lnTo>
                  <a:lnTo>
                    <a:pt x="169" y="717"/>
                  </a:lnTo>
                  <a:lnTo>
                    <a:pt x="133" y="688"/>
                  </a:lnTo>
                  <a:lnTo>
                    <a:pt x="100" y="655"/>
                  </a:lnTo>
                  <a:lnTo>
                    <a:pt x="71" y="618"/>
                  </a:lnTo>
                  <a:lnTo>
                    <a:pt x="47" y="579"/>
                  </a:lnTo>
                  <a:lnTo>
                    <a:pt x="27" y="536"/>
                  </a:lnTo>
                  <a:lnTo>
                    <a:pt x="13" y="491"/>
                  </a:lnTo>
                  <a:lnTo>
                    <a:pt x="3" y="443"/>
                  </a:lnTo>
                  <a:lnTo>
                    <a:pt x="0" y="394"/>
                  </a:lnTo>
                  <a:lnTo>
                    <a:pt x="3" y="344"/>
                  </a:lnTo>
                  <a:lnTo>
                    <a:pt x="13" y="296"/>
                  </a:lnTo>
                  <a:lnTo>
                    <a:pt x="27" y="252"/>
                  </a:lnTo>
                  <a:lnTo>
                    <a:pt x="47" y="209"/>
                  </a:lnTo>
                  <a:lnTo>
                    <a:pt x="71" y="169"/>
                  </a:lnTo>
                  <a:lnTo>
                    <a:pt x="100" y="132"/>
                  </a:lnTo>
                  <a:lnTo>
                    <a:pt x="133" y="100"/>
                  </a:lnTo>
                  <a:lnTo>
                    <a:pt x="169" y="71"/>
                  </a:lnTo>
                  <a:lnTo>
                    <a:pt x="210" y="46"/>
                  </a:lnTo>
                  <a:lnTo>
                    <a:pt x="252" y="26"/>
                  </a:lnTo>
                  <a:lnTo>
                    <a:pt x="298" y="12"/>
                  </a:lnTo>
                  <a:lnTo>
                    <a:pt x="345" y="3"/>
                  </a:lnTo>
                  <a:lnTo>
                    <a:pt x="3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8" name="Freeform 185">
              <a:extLst>
                <a:ext uri="{FF2B5EF4-FFF2-40B4-BE49-F238E27FC236}">
                  <a16:creationId xmlns:a16="http://schemas.microsoft.com/office/drawing/2014/main" id="{851EAB78-E826-45F2-BD3A-3FD82FA53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2233613"/>
              <a:ext cx="109538" cy="342900"/>
            </a:xfrm>
            <a:custGeom>
              <a:avLst/>
              <a:gdLst>
                <a:gd name="T0" fmla="*/ 377 w 754"/>
                <a:gd name="T1" fmla="*/ 0 h 2372"/>
                <a:gd name="T2" fmla="*/ 425 w 754"/>
                <a:gd name="T3" fmla="*/ 3 h 2372"/>
                <a:gd name="T4" fmla="*/ 470 w 754"/>
                <a:gd name="T5" fmla="*/ 12 h 2372"/>
                <a:gd name="T6" fmla="*/ 513 w 754"/>
                <a:gd name="T7" fmla="*/ 25 h 2372"/>
                <a:gd name="T8" fmla="*/ 554 w 754"/>
                <a:gd name="T9" fmla="*/ 44 h 2372"/>
                <a:gd name="T10" fmla="*/ 592 w 754"/>
                <a:gd name="T11" fmla="*/ 68 h 2372"/>
                <a:gd name="T12" fmla="*/ 627 w 754"/>
                <a:gd name="T13" fmla="*/ 96 h 2372"/>
                <a:gd name="T14" fmla="*/ 659 w 754"/>
                <a:gd name="T15" fmla="*/ 126 h 2372"/>
                <a:gd name="T16" fmla="*/ 687 w 754"/>
                <a:gd name="T17" fmla="*/ 161 h 2372"/>
                <a:gd name="T18" fmla="*/ 710 w 754"/>
                <a:gd name="T19" fmla="*/ 200 h 2372"/>
                <a:gd name="T20" fmla="*/ 728 w 754"/>
                <a:gd name="T21" fmla="*/ 240 h 2372"/>
                <a:gd name="T22" fmla="*/ 742 w 754"/>
                <a:gd name="T23" fmla="*/ 284 h 2372"/>
                <a:gd name="T24" fmla="*/ 751 w 754"/>
                <a:gd name="T25" fmla="*/ 329 h 2372"/>
                <a:gd name="T26" fmla="*/ 754 w 754"/>
                <a:gd name="T27" fmla="*/ 376 h 2372"/>
                <a:gd name="T28" fmla="*/ 754 w 754"/>
                <a:gd name="T29" fmla="*/ 2275 h 2372"/>
                <a:gd name="T30" fmla="*/ 752 w 754"/>
                <a:gd name="T31" fmla="*/ 2298 h 2372"/>
                <a:gd name="T32" fmla="*/ 744 w 754"/>
                <a:gd name="T33" fmla="*/ 2318 h 2372"/>
                <a:gd name="T34" fmla="*/ 733 w 754"/>
                <a:gd name="T35" fmla="*/ 2336 h 2372"/>
                <a:gd name="T36" fmla="*/ 718 w 754"/>
                <a:gd name="T37" fmla="*/ 2351 h 2372"/>
                <a:gd name="T38" fmla="*/ 700 w 754"/>
                <a:gd name="T39" fmla="*/ 2363 h 2372"/>
                <a:gd name="T40" fmla="*/ 678 w 754"/>
                <a:gd name="T41" fmla="*/ 2370 h 2372"/>
                <a:gd name="T42" fmla="*/ 656 w 754"/>
                <a:gd name="T43" fmla="*/ 2372 h 2372"/>
                <a:gd name="T44" fmla="*/ 229 w 754"/>
                <a:gd name="T45" fmla="*/ 2372 h 2372"/>
                <a:gd name="T46" fmla="*/ 207 w 754"/>
                <a:gd name="T47" fmla="*/ 2370 h 2372"/>
                <a:gd name="T48" fmla="*/ 185 w 754"/>
                <a:gd name="T49" fmla="*/ 2363 h 2372"/>
                <a:gd name="T50" fmla="*/ 167 w 754"/>
                <a:gd name="T51" fmla="*/ 2351 h 2372"/>
                <a:gd name="T52" fmla="*/ 152 w 754"/>
                <a:gd name="T53" fmla="*/ 2336 h 2372"/>
                <a:gd name="T54" fmla="*/ 141 w 754"/>
                <a:gd name="T55" fmla="*/ 2318 h 2372"/>
                <a:gd name="T56" fmla="*/ 133 w 754"/>
                <a:gd name="T57" fmla="*/ 2298 h 2372"/>
                <a:gd name="T58" fmla="*/ 131 w 754"/>
                <a:gd name="T59" fmla="*/ 2275 h 2372"/>
                <a:gd name="T60" fmla="*/ 131 w 754"/>
                <a:gd name="T61" fmla="*/ 1446 h 2372"/>
                <a:gd name="T62" fmla="*/ 129 w 754"/>
                <a:gd name="T63" fmla="*/ 1415 h 2372"/>
                <a:gd name="T64" fmla="*/ 124 w 754"/>
                <a:gd name="T65" fmla="*/ 1384 h 2372"/>
                <a:gd name="T66" fmla="*/ 114 w 754"/>
                <a:gd name="T67" fmla="*/ 1355 h 2372"/>
                <a:gd name="T68" fmla="*/ 29 w 754"/>
                <a:gd name="T69" fmla="*/ 1118 h 2372"/>
                <a:gd name="T70" fmla="*/ 13 w 754"/>
                <a:gd name="T71" fmla="*/ 1066 h 2372"/>
                <a:gd name="T72" fmla="*/ 3 w 754"/>
                <a:gd name="T73" fmla="*/ 1013 h 2372"/>
                <a:gd name="T74" fmla="*/ 0 w 754"/>
                <a:gd name="T75" fmla="*/ 960 h 2372"/>
                <a:gd name="T76" fmla="*/ 0 w 754"/>
                <a:gd name="T77" fmla="*/ 376 h 2372"/>
                <a:gd name="T78" fmla="*/ 3 w 754"/>
                <a:gd name="T79" fmla="*/ 329 h 2372"/>
                <a:gd name="T80" fmla="*/ 12 w 754"/>
                <a:gd name="T81" fmla="*/ 284 h 2372"/>
                <a:gd name="T82" fmla="*/ 26 w 754"/>
                <a:gd name="T83" fmla="*/ 240 h 2372"/>
                <a:gd name="T84" fmla="*/ 45 w 754"/>
                <a:gd name="T85" fmla="*/ 200 h 2372"/>
                <a:gd name="T86" fmla="*/ 68 w 754"/>
                <a:gd name="T87" fmla="*/ 161 h 2372"/>
                <a:gd name="T88" fmla="*/ 96 w 754"/>
                <a:gd name="T89" fmla="*/ 126 h 2372"/>
                <a:gd name="T90" fmla="*/ 127 w 754"/>
                <a:gd name="T91" fmla="*/ 96 h 2372"/>
                <a:gd name="T92" fmla="*/ 162 w 754"/>
                <a:gd name="T93" fmla="*/ 68 h 2372"/>
                <a:gd name="T94" fmla="*/ 200 w 754"/>
                <a:gd name="T95" fmla="*/ 44 h 2372"/>
                <a:gd name="T96" fmla="*/ 241 w 754"/>
                <a:gd name="T97" fmla="*/ 25 h 2372"/>
                <a:gd name="T98" fmla="*/ 284 w 754"/>
                <a:gd name="T99" fmla="*/ 12 h 2372"/>
                <a:gd name="T100" fmla="*/ 330 w 754"/>
                <a:gd name="T101" fmla="*/ 3 h 2372"/>
                <a:gd name="T102" fmla="*/ 377 w 754"/>
                <a:gd name="T103" fmla="*/ 0 h 2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54" h="2372">
                  <a:moveTo>
                    <a:pt x="377" y="0"/>
                  </a:moveTo>
                  <a:lnTo>
                    <a:pt x="425" y="3"/>
                  </a:lnTo>
                  <a:lnTo>
                    <a:pt x="470" y="12"/>
                  </a:lnTo>
                  <a:lnTo>
                    <a:pt x="513" y="25"/>
                  </a:lnTo>
                  <a:lnTo>
                    <a:pt x="554" y="44"/>
                  </a:lnTo>
                  <a:lnTo>
                    <a:pt x="592" y="68"/>
                  </a:lnTo>
                  <a:lnTo>
                    <a:pt x="627" y="96"/>
                  </a:lnTo>
                  <a:lnTo>
                    <a:pt x="659" y="126"/>
                  </a:lnTo>
                  <a:lnTo>
                    <a:pt x="687" y="161"/>
                  </a:lnTo>
                  <a:lnTo>
                    <a:pt x="710" y="200"/>
                  </a:lnTo>
                  <a:lnTo>
                    <a:pt x="728" y="240"/>
                  </a:lnTo>
                  <a:lnTo>
                    <a:pt x="742" y="284"/>
                  </a:lnTo>
                  <a:lnTo>
                    <a:pt x="751" y="329"/>
                  </a:lnTo>
                  <a:lnTo>
                    <a:pt x="754" y="376"/>
                  </a:lnTo>
                  <a:lnTo>
                    <a:pt x="754" y="2275"/>
                  </a:lnTo>
                  <a:lnTo>
                    <a:pt x="752" y="2298"/>
                  </a:lnTo>
                  <a:lnTo>
                    <a:pt x="744" y="2318"/>
                  </a:lnTo>
                  <a:lnTo>
                    <a:pt x="733" y="2336"/>
                  </a:lnTo>
                  <a:lnTo>
                    <a:pt x="718" y="2351"/>
                  </a:lnTo>
                  <a:lnTo>
                    <a:pt x="700" y="2363"/>
                  </a:lnTo>
                  <a:lnTo>
                    <a:pt x="678" y="2370"/>
                  </a:lnTo>
                  <a:lnTo>
                    <a:pt x="656" y="2372"/>
                  </a:lnTo>
                  <a:lnTo>
                    <a:pt x="229" y="2372"/>
                  </a:lnTo>
                  <a:lnTo>
                    <a:pt x="207" y="2370"/>
                  </a:lnTo>
                  <a:lnTo>
                    <a:pt x="185" y="2363"/>
                  </a:lnTo>
                  <a:lnTo>
                    <a:pt x="167" y="2351"/>
                  </a:lnTo>
                  <a:lnTo>
                    <a:pt x="152" y="2336"/>
                  </a:lnTo>
                  <a:lnTo>
                    <a:pt x="141" y="2318"/>
                  </a:lnTo>
                  <a:lnTo>
                    <a:pt x="133" y="2298"/>
                  </a:lnTo>
                  <a:lnTo>
                    <a:pt x="131" y="2275"/>
                  </a:lnTo>
                  <a:lnTo>
                    <a:pt x="131" y="1446"/>
                  </a:lnTo>
                  <a:lnTo>
                    <a:pt x="129" y="1415"/>
                  </a:lnTo>
                  <a:lnTo>
                    <a:pt x="124" y="1384"/>
                  </a:lnTo>
                  <a:lnTo>
                    <a:pt x="114" y="1355"/>
                  </a:lnTo>
                  <a:lnTo>
                    <a:pt x="29" y="1118"/>
                  </a:lnTo>
                  <a:lnTo>
                    <a:pt x="13" y="1066"/>
                  </a:lnTo>
                  <a:lnTo>
                    <a:pt x="3" y="1013"/>
                  </a:lnTo>
                  <a:lnTo>
                    <a:pt x="0" y="960"/>
                  </a:lnTo>
                  <a:lnTo>
                    <a:pt x="0" y="376"/>
                  </a:lnTo>
                  <a:lnTo>
                    <a:pt x="3" y="329"/>
                  </a:lnTo>
                  <a:lnTo>
                    <a:pt x="12" y="284"/>
                  </a:lnTo>
                  <a:lnTo>
                    <a:pt x="26" y="240"/>
                  </a:lnTo>
                  <a:lnTo>
                    <a:pt x="45" y="200"/>
                  </a:lnTo>
                  <a:lnTo>
                    <a:pt x="68" y="161"/>
                  </a:lnTo>
                  <a:lnTo>
                    <a:pt x="96" y="126"/>
                  </a:lnTo>
                  <a:lnTo>
                    <a:pt x="127" y="96"/>
                  </a:lnTo>
                  <a:lnTo>
                    <a:pt x="162" y="68"/>
                  </a:lnTo>
                  <a:lnTo>
                    <a:pt x="200" y="44"/>
                  </a:lnTo>
                  <a:lnTo>
                    <a:pt x="241" y="25"/>
                  </a:lnTo>
                  <a:lnTo>
                    <a:pt x="284" y="12"/>
                  </a:lnTo>
                  <a:lnTo>
                    <a:pt x="330" y="3"/>
                  </a:lnTo>
                  <a:lnTo>
                    <a:pt x="3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24D2D52D-4D9F-48CA-BED0-F5AC0547ABB2}"/>
              </a:ext>
            </a:extLst>
          </p:cNvPr>
          <p:cNvGrpSpPr/>
          <p:nvPr/>
        </p:nvGrpSpPr>
        <p:grpSpPr>
          <a:xfrm>
            <a:off x="7093153" y="4827160"/>
            <a:ext cx="325643" cy="304701"/>
            <a:chOff x="6167438" y="2114550"/>
            <a:chExt cx="493713" cy="4619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80" name="Freeform 190">
              <a:extLst>
                <a:ext uri="{FF2B5EF4-FFF2-40B4-BE49-F238E27FC236}">
                  <a16:creationId xmlns:a16="http://schemas.microsoft.com/office/drawing/2014/main" id="{AB32BCAA-EA8C-4EE5-9C94-B1B898365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7951" y="2146300"/>
              <a:ext cx="127000" cy="179388"/>
            </a:xfrm>
            <a:custGeom>
              <a:avLst/>
              <a:gdLst>
                <a:gd name="T0" fmla="*/ 87 w 880"/>
                <a:gd name="T1" fmla="*/ 0 h 1234"/>
                <a:gd name="T2" fmla="*/ 181 w 880"/>
                <a:gd name="T3" fmla="*/ 14 h 1234"/>
                <a:gd name="T4" fmla="*/ 272 w 880"/>
                <a:gd name="T5" fmla="*/ 33 h 1234"/>
                <a:gd name="T6" fmla="*/ 362 w 880"/>
                <a:gd name="T7" fmla="*/ 58 h 1234"/>
                <a:gd name="T8" fmla="*/ 450 w 880"/>
                <a:gd name="T9" fmla="*/ 89 h 1234"/>
                <a:gd name="T10" fmla="*/ 535 w 880"/>
                <a:gd name="T11" fmla="*/ 124 h 1234"/>
                <a:gd name="T12" fmla="*/ 618 w 880"/>
                <a:gd name="T13" fmla="*/ 166 h 1234"/>
                <a:gd name="T14" fmla="*/ 700 w 880"/>
                <a:gd name="T15" fmla="*/ 212 h 1234"/>
                <a:gd name="T16" fmla="*/ 778 w 880"/>
                <a:gd name="T17" fmla="*/ 263 h 1234"/>
                <a:gd name="T18" fmla="*/ 852 w 880"/>
                <a:gd name="T19" fmla="*/ 320 h 1234"/>
                <a:gd name="T20" fmla="*/ 866 w 880"/>
                <a:gd name="T21" fmla="*/ 335 h 1234"/>
                <a:gd name="T22" fmla="*/ 875 w 880"/>
                <a:gd name="T23" fmla="*/ 350 h 1234"/>
                <a:gd name="T24" fmla="*/ 880 w 880"/>
                <a:gd name="T25" fmla="*/ 368 h 1234"/>
                <a:gd name="T26" fmla="*/ 880 w 880"/>
                <a:gd name="T27" fmla="*/ 387 h 1234"/>
                <a:gd name="T28" fmla="*/ 877 w 880"/>
                <a:gd name="T29" fmla="*/ 404 h 1234"/>
                <a:gd name="T30" fmla="*/ 870 w 880"/>
                <a:gd name="T31" fmla="*/ 422 h 1234"/>
                <a:gd name="T32" fmla="*/ 858 w 880"/>
                <a:gd name="T33" fmla="*/ 437 h 1234"/>
                <a:gd name="T34" fmla="*/ 72 w 880"/>
                <a:gd name="T35" fmla="*/ 1222 h 1234"/>
                <a:gd name="T36" fmla="*/ 61 w 880"/>
                <a:gd name="T37" fmla="*/ 1230 h 1234"/>
                <a:gd name="T38" fmla="*/ 51 w 880"/>
                <a:gd name="T39" fmla="*/ 1233 h 1234"/>
                <a:gd name="T40" fmla="*/ 40 w 880"/>
                <a:gd name="T41" fmla="*/ 1234 h 1234"/>
                <a:gd name="T42" fmla="*/ 32 w 880"/>
                <a:gd name="T43" fmla="*/ 1233 h 1234"/>
                <a:gd name="T44" fmla="*/ 26 w 880"/>
                <a:gd name="T45" fmla="*/ 1231 h 1234"/>
                <a:gd name="T46" fmla="*/ 20 w 880"/>
                <a:gd name="T47" fmla="*/ 1228 h 1234"/>
                <a:gd name="T48" fmla="*/ 13 w 880"/>
                <a:gd name="T49" fmla="*/ 1223 h 1234"/>
                <a:gd name="T50" fmla="*/ 7 w 880"/>
                <a:gd name="T51" fmla="*/ 1216 h 1234"/>
                <a:gd name="T52" fmla="*/ 2 w 880"/>
                <a:gd name="T53" fmla="*/ 1205 h 1234"/>
                <a:gd name="T54" fmla="*/ 0 w 880"/>
                <a:gd name="T55" fmla="*/ 1192 h 1234"/>
                <a:gd name="T56" fmla="*/ 0 w 880"/>
                <a:gd name="T57" fmla="*/ 78 h 1234"/>
                <a:gd name="T58" fmla="*/ 2 w 880"/>
                <a:gd name="T59" fmla="*/ 59 h 1234"/>
                <a:gd name="T60" fmla="*/ 9 w 880"/>
                <a:gd name="T61" fmla="*/ 41 h 1234"/>
                <a:gd name="T62" fmla="*/ 19 w 880"/>
                <a:gd name="T63" fmla="*/ 26 h 1234"/>
                <a:gd name="T64" fmla="*/ 33 w 880"/>
                <a:gd name="T65" fmla="*/ 14 h 1234"/>
                <a:gd name="T66" fmla="*/ 50 w 880"/>
                <a:gd name="T67" fmla="*/ 5 h 1234"/>
                <a:gd name="T68" fmla="*/ 67 w 880"/>
                <a:gd name="T69" fmla="*/ 0 h 1234"/>
                <a:gd name="T70" fmla="*/ 87 w 880"/>
                <a:gd name="T71" fmla="*/ 0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80" h="1234">
                  <a:moveTo>
                    <a:pt x="87" y="0"/>
                  </a:moveTo>
                  <a:lnTo>
                    <a:pt x="181" y="14"/>
                  </a:lnTo>
                  <a:lnTo>
                    <a:pt x="272" y="33"/>
                  </a:lnTo>
                  <a:lnTo>
                    <a:pt x="362" y="58"/>
                  </a:lnTo>
                  <a:lnTo>
                    <a:pt x="450" y="89"/>
                  </a:lnTo>
                  <a:lnTo>
                    <a:pt x="535" y="124"/>
                  </a:lnTo>
                  <a:lnTo>
                    <a:pt x="618" y="166"/>
                  </a:lnTo>
                  <a:lnTo>
                    <a:pt x="700" y="212"/>
                  </a:lnTo>
                  <a:lnTo>
                    <a:pt x="778" y="263"/>
                  </a:lnTo>
                  <a:lnTo>
                    <a:pt x="852" y="320"/>
                  </a:lnTo>
                  <a:lnTo>
                    <a:pt x="866" y="335"/>
                  </a:lnTo>
                  <a:lnTo>
                    <a:pt x="875" y="350"/>
                  </a:lnTo>
                  <a:lnTo>
                    <a:pt x="880" y="368"/>
                  </a:lnTo>
                  <a:lnTo>
                    <a:pt x="880" y="387"/>
                  </a:lnTo>
                  <a:lnTo>
                    <a:pt x="877" y="404"/>
                  </a:lnTo>
                  <a:lnTo>
                    <a:pt x="870" y="422"/>
                  </a:lnTo>
                  <a:lnTo>
                    <a:pt x="858" y="437"/>
                  </a:lnTo>
                  <a:lnTo>
                    <a:pt x="72" y="1222"/>
                  </a:lnTo>
                  <a:lnTo>
                    <a:pt x="61" y="1230"/>
                  </a:lnTo>
                  <a:lnTo>
                    <a:pt x="51" y="1233"/>
                  </a:lnTo>
                  <a:lnTo>
                    <a:pt x="40" y="1234"/>
                  </a:lnTo>
                  <a:lnTo>
                    <a:pt x="32" y="1233"/>
                  </a:lnTo>
                  <a:lnTo>
                    <a:pt x="26" y="1231"/>
                  </a:lnTo>
                  <a:lnTo>
                    <a:pt x="20" y="1228"/>
                  </a:lnTo>
                  <a:lnTo>
                    <a:pt x="13" y="1223"/>
                  </a:lnTo>
                  <a:lnTo>
                    <a:pt x="7" y="1216"/>
                  </a:lnTo>
                  <a:lnTo>
                    <a:pt x="2" y="1205"/>
                  </a:lnTo>
                  <a:lnTo>
                    <a:pt x="0" y="1192"/>
                  </a:lnTo>
                  <a:lnTo>
                    <a:pt x="0" y="78"/>
                  </a:lnTo>
                  <a:lnTo>
                    <a:pt x="2" y="59"/>
                  </a:lnTo>
                  <a:lnTo>
                    <a:pt x="9" y="41"/>
                  </a:lnTo>
                  <a:lnTo>
                    <a:pt x="19" y="26"/>
                  </a:lnTo>
                  <a:lnTo>
                    <a:pt x="33" y="14"/>
                  </a:lnTo>
                  <a:lnTo>
                    <a:pt x="50" y="5"/>
                  </a:lnTo>
                  <a:lnTo>
                    <a:pt x="67" y="0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1" name="Freeform 191">
              <a:extLst>
                <a:ext uri="{FF2B5EF4-FFF2-40B4-BE49-F238E27FC236}">
                  <a16:creationId xmlns:a16="http://schemas.microsoft.com/office/drawing/2014/main" id="{A12F7FF5-A642-4534-9879-F079D146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0313" y="2225675"/>
              <a:ext cx="350838" cy="350838"/>
            </a:xfrm>
            <a:custGeom>
              <a:avLst/>
              <a:gdLst>
                <a:gd name="T0" fmla="*/ 2077 w 2434"/>
                <a:gd name="T1" fmla="*/ 1 h 2430"/>
                <a:gd name="T2" fmla="*/ 2111 w 2434"/>
                <a:gd name="T3" fmla="*/ 16 h 2430"/>
                <a:gd name="T4" fmla="*/ 2177 w 2434"/>
                <a:gd name="T5" fmla="*/ 102 h 2430"/>
                <a:gd name="T6" fmla="*/ 2268 w 2434"/>
                <a:gd name="T7" fmla="*/ 254 h 2430"/>
                <a:gd name="T8" fmla="*/ 2340 w 2434"/>
                <a:gd name="T9" fmla="*/ 415 h 2430"/>
                <a:gd name="T10" fmla="*/ 2392 w 2434"/>
                <a:gd name="T11" fmla="*/ 584 h 2430"/>
                <a:gd name="T12" fmla="*/ 2423 w 2434"/>
                <a:gd name="T13" fmla="*/ 759 h 2430"/>
                <a:gd name="T14" fmla="*/ 2434 w 2434"/>
                <a:gd name="T15" fmla="*/ 939 h 2430"/>
                <a:gd name="T16" fmla="*/ 2421 w 2434"/>
                <a:gd name="T17" fmla="*/ 1133 h 2430"/>
                <a:gd name="T18" fmla="*/ 2385 w 2434"/>
                <a:gd name="T19" fmla="*/ 1320 h 2430"/>
                <a:gd name="T20" fmla="*/ 2326 w 2434"/>
                <a:gd name="T21" fmla="*/ 1498 h 2430"/>
                <a:gd name="T22" fmla="*/ 2246 w 2434"/>
                <a:gd name="T23" fmla="*/ 1665 h 2430"/>
                <a:gd name="T24" fmla="*/ 2146 w 2434"/>
                <a:gd name="T25" fmla="*/ 1820 h 2430"/>
                <a:gd name="T26" fmla="*/ 2028 w 2434"/>
                <a:gd name="T27" fmla="*/ 1960 h 2430"/>
                <a:gd name="T28" fmla="*/ 1895 w 2434"/>
                <a:gd name="T29" fmla="*/ 2086 h 2430"/>
                <a:gd name="T30" fmla="*/ 1746 w 2434"/>
                <a:gd name="T31" fmla="*/ 2195 h 2430"/>
                <a:gd name="T32" fmla="*/ 1585 w 2434"/>
                <a:gd name="T33" fmla="*/ 2285 h 2430"/>
                <a:gd name="T34" fmla="*/ 1412 w 2434"/>
                <a:gd name="T35" fmla="*/ 2355 h 2430"/>
                <a:gd name="T36" fmla="*/ 1229 w 2434"/>
                <a:gd name="T37" fmla="*/ 2402 h 2430"/>
                <a:gd name="T38" fmla="*/ 1038 w 2434"/>
                <a:gd name="T39" fmla="*/ 2427 h 2430"/>
                <a:gd name="T40" fmla="*/ 936 w 2434"/>
                <a:gd name="T41" fmla="*/ 2430 h 2430"/>
                <a:gd name="T42" fmla="*/ 757 w 2434"/>
                <a:gd name="T43" fmla="*/ 2419 h 2430"/>
                <a:gd name="T44" fmla="*/ 584 w 2434"/>
                <a:gd name="T45" fmla="*/ 2388 h 2430"/>
                <a:gd name="T46" fmla="*/ 415 w 2434"/>
                <a:gd name="T47" fmla="*/ 2336 h 2430"/>
                <a:gd name="T48" fmla="*/ 254 w 2434"/>
                <a:gd name="T49" fmla="*/ 2264 h 2430"/>
                <a:gd name="T50" fmla="*/ 103 w 2434"/>
                <a:gd name="T51" fmla="*/ 2174 h 2430"/>
                <a:gd name="T52" fmla="*/ 17 w 2434"/>
                <a:gd name="T53" fmla="*/ 2107 h 2430"/>
                <a:gd name="T54" fmla="*/ 1 w 2434"/>
                <a:gd name="T55" fmla="*/ 2074 h 2430"/>
                <a:gd name="T56" fmla="*/ 3 w 2434"/>
                <a:gd name="T57" fmla="*/ 2037 h 2430"/>
                <a:gd name="T58" fmla="*/ 23 w 2434"/>
                <a:gd name="T59" fmla="*/ 2004 h 2430"/>
                <a:gd name="T60" fmla="*/ 2023 w 2434"/>
                <a:gd name="T61" fmla="*/ 10 h 2430"/>
                <a:gd name="T62" fmla="*/ 2058 w 2434"/>
                <a:gd name="T63" fmla="*/ 0 h 2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34" h="2430">
                  <a:moveTo>
                    <a:pt x="2058" y="0"/>
                  </a:moveTo>
                  <a:lnTo>
                    <a:pt x="2077" y="1"/>
                  </a:lnTo>
                  <a:lnTo>
                    <a:pt x="2095" y="6"/>
                  </a:lnTo>
                  <a:lnTo>
                    <a:pt x="2111" y="16"/>
                  </a:lnTo>
                  <a:lnTo>
                    <a:pt x="2125" y="30"/>
                  </a:lnTo>
                  <a:lnTo>
                    <a:pt x="2177" y="102"/>
                  </a:lnTo>
                  <a:lnTo>
                    <a:pt x="2225" y="177"/>
                  </a:lnTo>
                  <a:lnTo>
                    <a:pt x="2268" y="254"/>
                  </a:lnTo>
                  <a:lnTo>
                    <a:pt x="2307" y="334"/>
                  </a:lnTo>
                  <a:lnTo>
                    <a:pt x="2340" y="415"/>
                  </a:lnTo>
                  <a:lnTo>
                    <a:pt x="2368" y="499"/>
                  </a:lnTo>
                  <a:lnTo>
                    <a:pt x="2392" y="584"/>
                  </a:lnTo>
                  <a:lnTo>
                    <a:pt x="2410" y="672"/>
                  </a:lnTo>
                  <a:lnTo>
                    <a:pt x="2423" y="759"/>
                  </a:lnTo>
                  <a:lnTo>
                    <a:pt x="2432" y="848"/>
                  </a:lnTo>
                  <a:lnTo>
                    <a:pt x="2434" y="939"/>
                  </a:lnTo>
                  <a:lnTo>
                    <a:pt x="2431" y="1037"/>
                  </a:lnTo>
                  <a:lnTo>
                    <a:pt x="2421" y="1133"/>
                  </a:lnTo>
                  <a:lnTo>
                    <a:pt x="2407" y="1228"/>
                  </a:lnTo>
                  <a:lnTo>
                    <a:pt x="2385" y="1320"/>
                  </a:lnTo>
                  <a:lnTo>
                    <a:pt x="2358" y="1410"/>
                  </a:lnTo>
                  <a:lnTo>
                    <a:pt x="2326" y="1498"/>
                  </a:lnTo>
                  <a:lnTo>
                    <a:pt x="2288" y="1583"/>
                  </a:lnTo>
                  <a:lnTo>
                    <a:pt x="2246" y="1665"/>
                  </a:lnTo>
                  <a:lnTo>
                    <a:pt x="2198" y="1744"/>
                  </a:lnTo>
                  <a:lnTo>
                    <a:pt x="2146" y="1820"/>
                  </a:lnTo>
                  <a:lnTo>
                    <a:pt x="2090" y="1891"/>
                  </a:lnTo>
                  <a:lnTo>
                    <a:pt x="2028" y="1960"/>
                  </a:lnTo>
                  <a:lnTo>
                    <a:pt x="1964" y="2025"/>
                  </a:lnTo>
                  <a:lnTo>
                    <a:pt x="1895" y="2086"/>
                  </a:lnTo>
                  <a:lnTo>
                    <a:pt x="1822" y="2143"/>
                  </a:lnTo>
                  <a:lnTo>
                    <a:pt x="1746" y="2195"/>
                  </a:lnTo>
                  <a:lnTo>
                    <a:pt x="1667" y="2242"/>
                  </a:lnTo>
                  <a:lnTo>
                    <a:pt x="1585" y="2285"/>
                  </a:lnTo>
                  <a:lnTo>
                    <a:pt x="1500" y="2322"/>
                  </a:lnTo>
                  <a:lnTo>
                    <a:pt x="1412" y="2355"/>
                  </a:lnTo>
                  <a:lnTo>
                    <a:pt x="1322" y="2382"/>
                  </a:lnTo>
                  <a:lnTo>
                    <a:pt x="1229" y="2402"/>
                  </a:lnTo>
                  <a:lnTo>
                    <a:pt x="1135" y="2418"/>
                  </a:lnTo>
                  <a:lnTo>
                    <a:pt x="1038" y="2427"/>
                  </a:lnTo>
                  <a:lnTo>
                    <a:pt x="940" y="2430"/>
                  </a:lnTo>
                  <a:lnTo>
                    <a:pt x="936" y="2430"/>
                  </a:lnTo>
                  <a:lnTo>
                    <a:pt x="847" y="2427"/>
                  </a:lnTo>
                  <a:lnTo>
                    <a:pt x="757" y="2419"/>
                  </a:lnTo>
                  <a:lnTo>
                    <a:pt x="670" y="2407"/>
                  </a:lnTo>
                  <a:lnTo>
                    <a:pt x="584" y="2388"/>
                  </a:lnTo>
                  <a:lnTo>
                    <a:pt x="498" y="2364"/>
                  </a:lnTo>
                  <a:lnTo>
                    <a:pt x="415" y="2336"/>
                  </a:lnTo>
                  <a:lnTo>
                    <a:pt x="334" y="2303"/>
                  </a:lnTo>
                  <a:lnTo>
                    <a:pt x="254" y="2264"/>
                  </a:lnTo>
                  <a:lnTo>
                    <a:pt x="177" y="2222"/>
                  </a:lnTo>
                  <a:lnTo>
                    <a:pt x="103" y="2174"/>
                  </a:lnTo>
                  <a:lnTo>
                    <a:pt x="30" y="2122"/>
                  </a:lnTo>
                  <a:lnTo>
                    <a:pt x="17" y="2107"/>
                  </a:lnTo>
                  <a:lnTo>
                    <a:pt x="7" y="2092"/>
                  </a:lnTo>
                  <a:lnTo>
                    <a:pt x="1" y="2074"/>
                  </a:lnTo>
                  <a:lnTo>
                    <a:pt x="0" y="2055"/>
                  </a:lnTo>
                  <a:lnTo>
                    <a:pt x="3" y="2037"/>
                  </a:lnTo>
                  <a:lnTo>
                    <a:pt x="12" y="2019"/>
                  </a:lnTo>
                  <a:lnTo>
                    <a:pt x="23" y="2004"/>
                  </a:lnTo>
                  <a:lnTo>
                    <a:pt x="2007" y="22"/>
                  </a:lnTo>
                  <a:lnTo>
                    <a:pt x="2023" y="10"/>
                  </a:lnTo>
                  <a:lnTo>
                    <a:pt x="2040" y="3"/>
                  </a:lnTo>
                  <a:lnTo>
                    <a:pt x="20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2" name="Freeform 192">
              <a:extLst>
                <a:ext uri="{FF2B5EF4-FFF2-40B4-BE49-F238E27FC236}">
                  <a16:creationId xmlns:a16="http://schemas.microsoft.com/office/drawing/2014/main" id="{53AC97C7-E599-44A9-8C28-38DD4047E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51" y="2395538"/>
              <a:ext cx="60325" cy="74613"/>
            </a:xfrm>
            <a:custGeom>
              <a:avLst/>
              <a:gdLst>
                <a:gd name="T0" fmla="*/ 0 w 416"/>
                <a:gd name="T1" fmla="*/ 0 h 519"/>
                <a:gd name="T2" fmla="*/ 416 w 416"/>
                <a:gd name="T3" fmla="*/ 410 h 519"/>
                <a:gd name="T4" fmla="*/ 307 w 416"/>
                <a:gd name="T5" fmla="*/ 519 h 519"/>
                <a:gd name="T6" fmla="*/ 250 w 416"/>
                <a:gd name="T7" fmla="*/ 453 h 519"/>
                <a:gd name="T8" fmla="*/ 196 w 416"/>
                <a:gd name="T9" fmla="*/ 383 h 519"/>
                <a:gd name="T10" fmla="*/ 148 w 416"/>
                <a:gd name="T11" fmla="*/ 310 h 519"/>
                <a:gd name="T12" fmla="*/ 104 w 416"/>
                <a:gd name="T13" fmla="*/ 237 h 519"/>
                <a:gd name="T14" fmla="*/ 64 w 416"/>
                <a:gd name="T15" fmla="*/ 160 h 519"/>
                <a:gd name="T16" fmla="*/ 30 w 416"/>
                <a:gd name="T17" fmla="*/ 80 h 519"/>
                <a:gd name="T18" fmla="*/ 0 w 416"/>
                <a:gd name="T19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519">
                  <a:moveTo>
                    <a:pt x="0" y="0"/>
                  </a:moveTo>
                  <a:lnTo>
                    <a:pt x="416" y="410"/>
                  </a:lnTo>
                  <a:lnTo>
                    <a:pt x="307" y="519"/>
                  </a:lnTo>
                  <a:lnTo>
                    <a:pt x="250" y="453"/>
                  </a:lnTo>
                  <a:lnTo>
                    <a:pt x="196" y="383"/>
                  </a:lnTo>
                  <a:lnTo>
                    <a:pt x="148" y="310"/>
                  </a:lnTo>
                  <a:lnTo>
                    <a:pt x="104" y="237"/>
                  </a:lnTo>
                  <a:lnTo>
                    <a:pt x="64" y="160"/>
                  </a:lnTo>
                  <a:lnTo>
                    <a:pt x="30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3" name="Freeform 193">
              <a:extLst>
                <a:ext uri="{FF2B5EF4-FFF2-40B4-BE49-F238E27FC236}">
                  <a16:creationId xmlns:a16="http://schemas.microsoft.com/office/drawing/2014/main" id="{814F95A2-7D75-450B-9EF0-228AFE1EB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7438" y="2257425"/>
              <a:ext cx="141288" cy="174625"/>
            </a:xfrm>
            <a:custGeom>
              <a:avLst/>
              <a:gdLst>
                <a:gd name="T0" fmla="*/ 84 w 979"/>
                <a:gd name="T1" fmla="*/ 0 h 1208"/>
                <a:gd name="T2" fmla="*/ 979 w 979"/>
                <a:gd name="T3" fmla="*/ 886 h 1208"/>
                <a:gd name="T4" fmla="*/ 656 w 979"/>
                <a:gd name="T5" fmla="*/ 1208 h 1208"/>
                <a:gd name="T6" fmla="*/ 2 w 979"/>
                <a:gd name="T7" fmla="*/ 560 h 1208"/>
                <a:gd name="T8" fmla="*/ 0 w 979"/>
                <a:gd name="T9" fmla="*/ 491 h 1208"/>
                <a:gd name="T10" fmla="*/ 2 w 979"/>
                <a:gd name="T11" fmla="*/ 406 h 1208"/>
                <a:gd name="T12" fmla="*/ 9 w 979"/>
                <a:gd name="T13" fmla="*/ 321 h 1208"/>
                <a:gd name="T14" fmla="*/ 22 w 979"/>
                <a:gd name="T15" fmla="*/ 239 h 1208"/>
                <a:gd name="T16" fmla="*/ 38 w 979"/>
                <a:gd name="T17" fmla="*/ 157 h 1208"/>
                <a:gd name="T18" fmla="*/ 59 w 979"/>
                <a:gd name="T19" fmla="*/ 78 h 1208"/>
                <a:gd name="T20" fmla="*/ 84 w 979"/>
                <a:gd name="T21" fmla="*/ 0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9" h="1208">
                  <a:moveTo>
                    <a:pt x="84" y="0"/>
                  </a:moveTo>
                  <a:lnTo>
                    <a:pt x="979" y="886"/>
                  </a:lnTo>
                  <a:lnTo>
                    <a:pt x="656" y="1208"/>
                  </a:lnTo>
                  <a:lnTo>
                    <a:pt x="2" y="560"/>
                  </a:lnTo>
                  <a:lnTo>
                    <a:pt x="0" y="491"/>
                  </a:lnTo>
                  <a:lnTo>
                    <a:pt x="2" y="406"/>
                  </a:lnTo>
                  <a:lnTo>
                    <a:pt x="9" y="321"/>
                  </a:lnTo>
                  <a:lnTo>
                    <a:pt x="22" y="239"/>
                  </a:lnTo>
                  <a:lnTo>
                    <a:pt x="38" y="157"/>
                  </a:lnTo>
                  <a:lnTo>
                    <a:pt x="59" y="78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4" name="Freeform 194">
              <a:extLst>
                <a:ext uri="{FF2B5EF4-FFF2-40B4-BE49-F238E27FC236}">
                  <a16:creationId xmlns:a16="http://schemas.microsoft.com/office/drawing/2014/main" id="{3EF376DD-9143-4392-B6CE-7BD3BEE59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8888" y="2114550"/>
              <a:ext cx="28575" cy="31750"/>
            </a:xfrm>
            <a:custGeom>
              <a:avLst/>
              <a:gdLst>
                <a:gd name="T0" fmla="*/ 194 w 194"/>
                <a:gd name="T1" fmla="*/ 0 h 220"/>
                <a:gd name="T2" fmla="*/ 194 w 194"/>
                <a:gd name="T3" fmla="*/ 220 h 220"/>
                <a:gd name="T4" fmla="*/ 0 w 194"/>
                <a:gd name="T5" fmla="*/ 26 h 220"/>
                <a:gd name="T6" fmla="*/ 64 w 194"/>
                <a:gd name="T7" fmla="*/ 15 h 220"/>
                <a:gd name="T8" fmla="*/ 129 w 194"/>
                <a:gd name="T9" fmla="*/ 6 h 220"/>
                <a:gd name="T10" fmla="*/ 194 w 194"/>
                <a:gd name="T1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4" h="220">
                  <a:moveTo>
                    <a:pt x="194" y="0"/>
                  </a:moveTo>
                  <a:lnTo>
                    <a:pt x="194" y="220"/>
                  </a:lnTo>
                  <a:lnTo>
                    <a:pt x="0" y="26"/>
                  </a:lnTo>
                  <a:lnTo>
                    <a:pt x="64" y="15"/>
                  </a:lnTo>
                  <a:lnTo>
                    <a:pt x="129" y="6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5" name="Freeform 195">
              <a:extLst>
                <a:ext uri="{FF2B5EF4-FFF2-40B4-BE49-F238E27FC236}">
                  <a16:creationId xmlns:a16="http://schemas.microsoft.com/office/drawing/2014/main" id="{7E6BD7BF-BAFA-4441-9F88-310B557DB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4751" y="2130425"/>
              <a:ext cx="112713" cy="138113"/>
            </a:xfrm>
            <a:custGeom>
              <a:avLst/>
              <a:gdLst>
                <a:gd name="T0" fmla="*/ 331 w 779"/>
                <a:gd name="T1" fmla="*/ 0 h 956"/>
                <a:gd name="T2" fmla="*/ 779 w 779"/>
                <a:gd name="T3" fmla="*/ 449 h 956"/>
                <a:gd name="T4" fmla="*/ 779 w 779"/>
                <a:gd name="T5" fmla="*/ 956 h 956"/>
                <a:gd name="T6" fmla="*/ 0 w 779"/>
                <a:gd name="T7" fmla="*/ 183 h 956"/>
                <a:gd name="T8" fmla="*/ 63 w 779"/>
                <a:gd name="T9" fmla="*/ 139 h 956"/>
                <a:gd name="T10" fmla="*/ 126 w 779"/>
                <a:gd name="T11" fmla="*/ 100 h 956"/>
                <a:gd name="T12" fmla="*/ 193 w 779"/>
                <a:gd name="T13" fmla="*/ 63 h 956"/>
                <a:gd name="T14" fmla="*/ 260 w 779"/>
                <a:gd name="T15" fmla="*/ 30 h 956"/>
                <a:gd name="T16" fmla="*/ 331 w 779"/>
                <a:gd name="T17" fmla="*/ 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79" h="956">
                  <a:moveTo>
                    <a:pt x="331" y="0"/>
                  </a:moveTo>
                  <a:lnTo>
                    <a:pt x="779" y="449"/>
                  </a:lnTo>
                  <a:lnTo>
                    <a:pt x="779" y="956"/>
                  </a:lnTo>
                  <a:lnTo>
                    <a:pt x="0" y="183"/>
                  </a:lnTo>
                  <a:lnTo>
                    <a:pt x="63" y="139"/>
                  </a:lnTo>
                  <a:lnTo>
                    <a:pt x="126" y="100"/>
                  </a:lnTo>
                  <a:lnTo>
                    <a:pt x="193" y="63"/>
                  </a:lnTo>
                  <a:lnTo>
                    <a:pt x="260" y="30"/>
                  </a:lnTo>
                  <a:lnTo>
                    <a:pt x="3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6" name="Freeform 196">
              <a:extLst>
                <a:ext uri="{FF2B5EF4-FFF2-40B4-BE49-F238E27FC236}">
                  <a16:creationId xmlns:a16="http://schemas.microsoft.com/office/drawing/2014/main" id="{1AACB0FA-7CE0-46A5-B271-5B7F0D0B4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4426" y="2178050"/>
              <a:ext cx="173038" cy="182563"/>
            </a:xfrm>
            <a:custGeom>
              <a:avLst/>
              <a:gdLst>
                <a:gd name="T0" fmla="*/ 240 w 1196"/>
                <a:gd name="T1" fmla="*/ 0 h 1268"/>
                <a:gd name="T2" fmla="*/ 1196 w 1196"/>
                <a:gd name="T3" fmla="*/ 947 h 1268"/>
                <a:gd name="T4" fmla="*/ 1191 w 1196"/>
                <a:gd name="T5" fmla="*/ 981 h 1268"/>
                <a:gd name="T6" fmla="*/ 1181 w 1196"/>
                <a:gd name="T7" fmla="*/ 1013 h 1268"/>
                <a:gd name="T8" fmla="*/ 1167 w 1196"/>
                <a:gd name="T9" fmla="*/ 1043 h 1268"/>
                <a:gd name="T10" fmla="*/ 1148 w 1196"/>
                <a:gd name="T11" fmla="*/ 1073 h 1268"/>
                <a:gd name="T12" fmla="*/ 1125 w 1196"/>
                <a:gd name="T13" fmla="*/ 1099 h 1268"/>
                <a:gd name="T14" fmla="*/ 956 w 1196"/>
                <a:gd name="T15" fmla="*/ 1268 h 1268"/>
                <a:gd name="T16" fmla="*/ 0 w 1196"/>
                <a:gd name="T17" fmla="*/ 319 h 1268"/>
                <a:gd name="T18" fmla="*/ 41 w 1196"/>
                <a:gd name="T19" fmla="*/ 251 h 1268"/>
                <a:gd name="T20" fmla="*/ 87 w 1196"/>
                <a:gd name="T21" fmla="*/ 184 h 1268"/>
                <a:gd name="T22" fmla="*/ 134 w 1196"/>
                <a:gd name="T23" fmla="*/ 120 h 1268"/>
                <a:gd name="T24" fmla="*/ 186 w 1196"/>
                <a:gd name="T25" fmla="*/ 59 h 1268"/>
                <a:gd name="T26" fmla="*/ 240 w 1196"/>
                <a:gd name="T27" fmla="*/ 0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96" h="1268">
                  <a:moveTo>
                    <a:pt x="240" y="0"/>
                  </a:moveTo>
                  <a:lnTo>
                    <a:pt x="1196" y="947"/>
                  </a:lnTo>
                  <a:lnTo>
                    <a:pt x="1191" y="981"/>
                  </a:lnTo>
                  <a:lnTo>
                    <a:pt x="1181" y="1013"/>
                  </a:lnTo>
                  <a:lnTo>
                    <a:pt x="1167" y="1043"/>
                  </a:lnTo>
                  <a:lnTo>
                    <a:pt x="1148" y="1073"/>
                  </a:lnTo>
                  <a:lnTo>
                    <a:pt x="1125" y="1099"/>
                  </a:lnTo>
                  <a:lnTo>
                    <a:pt x="956" y="1268"/>
                  </a:lnTo>
                  <a:lnTo>
                    <a:pt x="0" y="319"/>
                  </a:lnTo>
                  <a:lnTo>
                    <a:pt x="41" y="251"/>
                  </a:lnTo>
                  <a:lnTo>
                    <a:pt x="87" y="184"/>
                  </a:lnTo>
                  <a:lnTo>
                    <a:pt x="134" y="120"/>
                  </a:lnTo>
                  <a:lnTo>
                    <a:pt x="186" y="59"/>
                  </a:lnTo>
                  <a:lnTo>
                    <a:pt x="2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12A02361-1F6C-472A-98B2-FA492CAE6431}"/>
              </a:ext>
            </a:extLst>
          </p:cNvPr>
          <p:cNvGrpSpPr/>
          <p:nvPr/>
        </p:nvGrpSpPr>
        <p:grpSpPr>
          <a:xfrm>
            <a:off x="7840895" y="4816164"/>
            <a:ext cx="306796" cy="326691"/>
            <a:chOff x="6870700" y="2071688"/>
            <a:chExt cx="465138" cy="4952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88" name="Freeform 201">
              <a:extLst>
                <a:ext uri="{FF2B5EF4-FFF2-40B4-BE49-F238E27FC236}">
                  <a16:creationId xmlns:a16="http://schemas.microsoft.com/office/drawing/2014/main" id="{776F4780-FA9F-448B-96EE-1EA418FDB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8500" y="2486025"/>
              <a:ext cx="109538" cy="80962"/>
            </a:xfrm>
            <a:custGeom>
              <a:avLst/>
              <a:gdLst>
                <a:gd name="T0" fmla="*/ 228 w 751"/>
                <a:gd name="T1" fmla="*/ 0 h 555"/>
                <a:gd name="T2" fmla="*/ 249 w 751"/>
                <a:gd name="T3" fmla="*/ 1 h 555"/>
                <a:gd name="T4" fmla="*/ 268 w 751"/>
                <a:gd name="T5" fmla="*/ 8 h 555"/>
                <a:gd name="T6" fmla="*/ 376 w 751"/>
                <a:gd name="T7" fmla="*/ 60 h 555"/>
                <a:gd name="T8" fmla="*/ 483 w 751"/>
                <a:gd name="T9" fmla="*/ 8 h 555"/>
                <a:gd name="T10" fmla="*/ 503 w 751"/>
                <a:gd name="T11" fmla="*/ 1 h 555"/>
                <a:gd name="T12" fmla="*/ 523 w 751"/>
                <a:gd name="T13" fmla="*/ 0 h 555"/>
                <a:gd name="T14" fmla="*/ 542 w 751"/>
                <a:gd name="T15" fmla="*/ 3 h 555"/>
                <a:gd name="T16" fmla="*/ 544 w 751"/>
                <a:gd name="T17" fmla="*/ 4 h 555"/>
                <a:gd name="T18" fmla="*/ 551 w 751"/>
                <a:gd name="T19" fmla="*/ 7 h 555"/>
                <a:gd name="T20" fmla="*/ 559 w 751"/>
                <a:gd name="T21" fmla="*/ 9 h 555"/>
                <a:gd name="T22" fmla="*/ 568 w 751"/>
                <a:gd name="T23" fmla="*/ 12 h 555"/>
                <a:gd name="T24" fmla="*/ 579 w 751"/>
                <a:gd name="T25" fmla="*/ 15 h 555"/>
                <a:gd name="T26" fmla="*/ 587 w 751"/>
                <a:gd name="T27" fmla="*/ 17 h 555"/>
                <a:gd name="T28" fmla="*/ 593 w 751"/>
                <a:gd name="T29" fmla="*/ 19 h 555"/>
                <a:gd name="T30" fmla="*/ 595 w 751"/>
                <a:gd name="T31" fmla="*/ 20 h 555"/>
                <a:gd name="T32" fmla="*/ 629 w 751"/>
                <a:gd name="T33" fmla="*/ 35 h 555"/>
                <a:gd name="T34" fmla="*/ 659 w 751"/>
                <a:gd name="T35" fmla="*/ 54 h 555"/>
                <a:gd name="T36" fmla="*/ 685 w 751"/>
                <a:gd name="T37" fmla="*/ 76 h 555"/>
                <a:gd name="T38" fmla="*/ 708 w 751"/>
                <a:gd name="T39" fmla="*/ 103 h 555"/>
                <a:gd name="T40" fmla="*/ 726 w 751"/>
                <a:gd name="T41" fmla="*/ 133 h 555"/>
                <a:gd name="T42" fmla="*/ 739 w 751"/>
                <a:gd name="T43" fmla="*/ 165 h 555"/>
                <a:gd name="T44" fmla="*/ 748 w 751"/>
                <a:gd name="T45" fmla="*/ 200 h 555"/>
                <a:gd name="T46" fmla="*/ 751 w 751"/>
                <a:gd name="T47" fmla="*/ 235 h 555"/>
                <a:gd name="T48" fmla="*/ 751 w 751"/>
                <a:gd name="T49" fmla="*/ 474 h 555"/>
                <a:gd name="T50" fmla="*/ 748 w 751"/>
                <a:gd name="T51" fmla="*/ 496 h 555"/>
                <a:gd name="T52" fmla="*/ 739 w 751"/>
                <a:gd name="T53" fmla="*/ 516 h 555"/>
                <a:gd name="T54" fmla="*/ 727 w 751"/>
                <a:gd name="T55" fmla="*/ 531 h 555"/>
                <a:gd name="T56" fmla="*/ 710 w 751"/>
                <a:gd name="T57" fmla="*/ 545 h 555"/>
                <a:gd name="T58" fmla="*/ 691 w 751"/>
                <a:gd name="T59" fmla="*/ 552 h 555"/>
                <a:gd name="T60" fmla="*/ 669 w 751"/>
                <a:gd name="T61" fmla="*/ 555 h 555"/>
                <a:gd name="T62" fmla="*/ 81 w 751"/>
                <a:gd name="T63" fmla="*/ 555 h 555"/>
                <a:gd name="T64" fmla="*/ 59 w 751"/>
                <a:gd name="T65" fmla="*/ 552 h 555"/>
                <a:gd name="T66" fmla="*/ 41 w 751"/>
                <a:gd name="T67" fmla="*/ 545 h 555"/>
                <a:gd name="T68" fmla="*/ 24 w 751"/>
                <a:gd name="T69" fmla="*/ 531 h 555"/>
                <a:gd name="T70" fmla="*/ 11 w 751"/>
                <a:gd name="T71" fmla="*/ 516 h 555"/>
                <a:gd name="T72" fmla="*/ 3 w 751"/>
                <a:gd name="T73" fmla="*/ 496 h 555"/>
                <a:gd name="T74" fmla="*/ 0 w 751"/>
                <a:gd name="T75" fmla="*/ 474 h 555"/>
                <a:gd name="T76" fmla="*/ 0 w 751"/>
                <a:gd name="T77" fmla="*/ 235 h 555"/>
                <a:gd name="T78" fmla="*/ 3 w 751"/>
                <a:gd name="T79" fmla="*/ 200 h 555"/>
                <a:gd name="T80" fmla="*/ 11 w 751"/>
                <a:gd name="T81" fmla="*/ 165 h 555"/>
                <a:gd name="T82" fmla="*/ 25 w 751"/>
                <a:gd name="T83" fmla="*/ 133 h 555"/>
                <a:gd name="T84" fmla="*/ 43 w 751"/>
                <a:gd name="T85" fmla="*/ 103 h 555"/>
                <a:gd name="T86" fmla="*/ 66 w 751"/>
                <a:gd name="T87" fmla="*/ 76 h 555"/>
                <a:gd name="T88" fmla="*/ 92 w 751"/>
                <a:gd name="T89" fmla="*/ 54 h 555"/>
                <a:gd name="T90" fmla="*/ 122 w 751"/>
                <a:gd name="T91" fmla="*/ 35 h 555"/>
                <a:gd name="T92" fmla="*/ 155 w 751"/>
                <a:gd name="T93" fmla="*/ 20 h 555"/>
                <a:gd name="T94" fmla="*/ 157 w 751"/>
                <a:gd name="T95" fmla="*/ 19 h 555"/>
                <a:gd name="T96" fmla="*/ 163 w 751"/>
                <a:gd name="T97" fmla="*/ 17 h 555"/>
                <a:gd name="T98" fmla="*/ 172 w 751"/>
                <a:gd name="T99" fmla="*/ 15 h 555"/>
                <a:gd name="T100" fmla="*/ 182 w 751"/>
                <a:gd name="T101" fmla="*/ 12 h 555"/>
                <a:gd name="T102" fmla="*/ 191 w 751"/>
                <a:gd name="T103" fmla="*/ 9 h 555"/>
                <a:gd name="T104" fmla="*/ 200 w 751"/>
                <a:gd name="T105" fmla="*/ 7 h 555"/>
                <a:gd name="T106" fmla="*/ 206 w 751"/>
                <a:gd name="T107" fmla="*/ 4 h 555"/>
                <a:gd name="T108" fmla="*/ 208 w 751"/>
                <a:gd name="T109" fmla="*/ 3 h 555"/>
                <a:gd name="T110" fmla="*/ 228 w 751"/>
                <a:gd name="T11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51" h="555">
                  <a:moveTo>
                    <a:pt x="228" y="0"/>
                  </a:moveTo>
                  <a:lnTo>
                    <a:pt x="249" y="1"/>
                  </a:lnTo>
                  <a:lnTo>
                    <a:pt x="268" y="8"/>
                  </a:lnTo>
                  <a:lnTo>
                    <a:pt x="376" y="60"/>
                  </a:lnTo>
                  <a:lnTo>
                    <a:pt x="483" y="8"/>
                  </a:lnTo>
                  <a:lnTo>
                    <a:pt x="503" y="1"/>
                  </a:lnTo>
                  <a:lnTo>
                    <a:pt x="523" y="0"/>
                  </a:lnTo>
                  <a:lnTo>
                    <a:pt x="542" y="3"/>
                  </a:lnTo>
                  <a:lnTo>
                    <a:pt x="544" y="4"/>
                  </a:lnTo>
                  <a:lnTo>
                    <a:pt x="551" y="7"/>
                  </a:lnTo>
                  <a:lnTo>
                    <a:pt x="559" y="9"/>
                  </a:lnTo>
                  <a:lnTo>
                    <a:pt x="568" y="12"/>
                  </a:lnTo>
                  <a:lnTo>
                    <a:pt x="579" y="15"/>
                  </a:lnTo>
                  <a:lnTo>
                    <a:pt x="587" y="17"/>
                  </a:lnTo>
                  <a:lnTo>
                    <a:pt x="593" y="19"/>
                  </a:lnTo>
                  <a:lnTo>
                    <a:pt x="595" y="20"/>
                  </a:lnTo>
                  <a:lnTo>
                    <a:pt x="629" y="35"/>
                  </a:lnTo>
                  <a:lnTo>
                    <a:pt x="659" y="54"/>
                  </a:lnTo>
                  <a:lnTo>
                    <a:pt x="685" y="76"/>
                  </a:lnTo>
                  <a:lnTo>
                    <a:pt x="708" y="103"/>
                  </a:lnTo>
                  <a:lnTo>
                    <a:pt x="726" y="133"/>
                  </a:lnTo>
                  <a:lnTo>
                    <a:pt x="739" y="165"/>
                  </a:lnTo>
                  <a:lnTo>
                    <a:pt x="748" y="200"/>
                  </a:lnTo>
                  <a:lnTo>
                    <a:pt x="751" y="235"/>
                  </a:lnTo>
                  <a:lnTo>
                    <a:pt x="751" y="474"/>
                  </a:lnTo>
                  <a:lnTo>
                    <a:pt x="748" y="496"/>
                  </a:lnTo>
                  <a:lnTo>
                    <a:pt x="739" y="516"/>
                  </a:lnTo>
                  <a:lnTo>
                    <a:pt x="727" y="531"/>
                  </a:lnTo>
                  <a:lnTo>
                    <a:pt x="710" y="545"/>
                  </a:lnTo>
                  <a:lnTo>
                    <a:pt x="691" y="552"/>
                  </a:lnTo>
                  <a:lnTo>
                    <a:pt x="669" y="555"/>
                  </a:lnTo>
                  <a:lnTo>
                    <a:pt x="81" y="555"/>
                  </a:lnTo>
                  <a:lnTo>
                    <a:pt x="59" y="552"/>
                  </a:lnTo>
                  <a:lnTo>
                    <a:pt x="41" y="545"/>
                  </a:lnTo>
                  <a:lnTo>
                    <a:pt x="24" y="531"/>
                  </a:lnTo>
                  <a:lnTo>
                    <a:pt x="11" y="516"/>
                  </a:lnTo>
                  <a:lnTo>
                    <a:pt x="3" y="496"/>
                  </a:lnTo>
                  <a:lnTo>
                    <a:pt x="0" y="474"/>
                  </a:lnTo>
                  <a:lnTo>
                    <a:pt x="0" y="235"/>
                  </a:lnTo>
                  <a:lnTo>
                    <a:pt x="3" y="200"/>
                  </a:lnTo>
                  <a:lnTo>
                    <a:pt x="11" y="165"/>
                  </a:lnTo>
                  <a:lnTo>
                    <a:pt x="25" y="133"/>
                  </a:lnTo>
                  <a:lnTo>
                    <a:pt x="43" y="103"/>
                  </a:lnTo>
                  <a:lnTo>
                    <a:pt x="66" y="76"/>
                  </a:lnTo>
                  <a:lnTo>
                    <a:pt x="92" y="54"/>
                  </a:lnTo>
                  <a:lnTo>
                    <a:pt x="122" y="35"/>
                  </a:lnTo>
                  <a:lnTo>
                    <a:pt x="155" y="20"/>
                  </a:lnTo>
                  <a:lnTo>
                    <a:pt x="157" y="19"/>
                  </a:lnTo>
                  <a:lnTo>
                    <a:pt x="163" y="17"/>
                  </a:lnTo>
                  <a:lnTo>
                    <a:pt x="172" y="15"/>
                  </a:lnTo>
                  <a:lnTo>
                    <a:pt x="182" y="12"/>
                  </a:lnTo>
                  <a:lnTo>
                    <a:pt x="191" y="9"/>
                  </a:lnTo>
                  <a:lnTo>
                    <a:pt x="200" y="7"/>
                  </a:lnTo>
                  <a:lnTo>
                    <a:pt x="206" y="4"/>
                  </a:lnTo>
                  <a:lnTo>
                    <a:pt x="208" y="3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9" name="Freeform 202">
              <a:extLst>
                <a:ext uri="{FF2B5EF4-FFF2-40B4-BE49-F238E27FC236}">
                  <a16:creationId xmlns:a16="http://schemas.microsoft.com/office/drawing/2014/main" id="{14B79601-7FFA-44CA-9B27-204EFC5ED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5963" y="2405063"/>
              <a:ext cx="74613" cy="74612"/>
            </a:xfrm>
            <a:custGeom>
              <a:avLst/>
              <a:gdLst>
                <a:gd name="T0" fmla="*/ 255 w 509"/>
                <a:gd name="T1" fmla="*/ 0 h 511"/>
                <a:gd name="T2" fmla="*/ 292 w 509"/>
                <a:gd name="T3" fmla="*/ 3 h 511"/>
                <a:gd name="T4" fmla="*/ 328 w 509"/>
                <a:gd name="T5" fmla="*/ 12 h 511"/>
                <a:gd name="T6" fmla="*/ 362 w 509"/>
                <a:gd name="T7" fmla="*/ 24 h 511"/>
                <a:gd name="T8" fmla="*/ 393 w 509"/>
                <a:gd name="T9" fmla="*/ 42 h 511"/>
                <a:gd name="T10" fmla="*/ 421 w 509"/>
                <a:gd name="T11" fmla="*/ 63 h 511"/>
                <a:gd name="T12" fmla="*/ 446 w 509"/>
                <a:gd name="T13" fmla="*/ 89 h 511"/>
                <a:gd name="T14" fmla="*/ 468 w 509"/>
                <a:gd name="T15" fmla="*/ 117 h 511"/>
                <a:gd name="T16" fmla="*/ 486 w 509"/>
                <a:gd name="T17" fmla="*/ 148 h 511"/>
                <a:gd name="T18" fmla="*/ 498 w 509"/>
                <a:gd name="T19" fmla="*/ 182 h 511"/>
                <a:gd name="T20" fmla="*/ 507 w 509"/>
                <a:gd name="T21" fmla="*/ 218 h 511"/>
                <a:gd name="T22" fmla="*/ 509 w 509"/>
                <a:gd name="T23" fmla="*/ 256 h 511"/>
                <a:gd name="T24" fmla="*/ 507 w 509"/>
                <a:gd name="T25" fmla="*/ 293 h 511"/>
                <a:gd name="T26" fmla="*/ 498 w 509"/>
                <a:gd name="T27" fmla="*/ 330 h 511"/>
                <a:gd name="T28" fmla="*/ 486 w 509"/>
                <a:gd name="T29" fmla="*/ 363 h 511"/>
                <a:gd name="T30" fmla="*/ 468 w 509"/>
                <a:gd name="T31" fmla="*/ 395 h 511"/>
                <a:gd name="T32" fmla="*/ 446 w 509"/>
                <a:gd name="T33" fmla="*/ 424 h 511"/>
                <a:gd name="T34" fmla="*/ 421 w 509"/>
                <a:gd name="T35" fmla="*/ 449 h 511"/>
                <a:gd name="T36" fmla="*/ 393 w 509"/>
                <a:gd name="T37" fmla="*/ 470 h 511"/>
                <a:gd name="T38" fmla="*/ 362 w 509"/>
                <a:gd name="T39" fmla="*/ 487 h 511"/>
                <a:gd name="T40" fmla="*/ 328 w 509"/>
                <a:gd name="T41" fmla="*/ 501 h 511"/>
                <a:gd name="T42" fmla="*/ 292 w 509"/>
                <a:gd name="T43" fmla="*/ 508 h 511"/>
                <a:gd name="T44" fmla="*/ 255 w 509"/>
                <a:gd name="T45" fmla="*/ 511 h 511"/>
                <a:gd name="T46" fmla="*/ 216 w 509"/>
                <a:gd name="T47" fmla="*/ 508 h 511"/>
                <a:gd name="T48" fmla="*/ 181 w 509"/>
                <a:gd name="T49" fmla="*/ 501 h 511"/>
                <a:gd name="T50" fmla="*/ 147 w 509"/>
                <a:gd name="T51" fmla="*/ 487 h 511"/>
                <a:gd name="T52" fmla="*/ 115 w 509"/>
                <a:gd name="T53" fmla="*/ 470 h 511"/>
                <a:gd name="T54" fmla="*/ 87 w 509"/>
                <a:gd name="T55" fmla="*/ 449 h 511"/>
                <a:gd name="T56" fmla="*/ 62 w 509"/>
                <a:gd name="T57" fmla="*/ 424 h 511"/>
                <a:gd name="T58" fmla="*/ 40 w 509"/>
                <a:gd name="T59" fmla="*/ 395 h 511"/>
                <a:gd name="T60" fmla="*/ 24 w 509"/>
                <a:gd name="T61" fmla="*/ 363 h 511"/>
                <a:gd name="T62" fmla="*/ 10 w 509"/>
                <a:gd name="T63" fmla="*/ 330 h 511"/>
                <a:gd name="T64" fmla="*/ 2 w 509"/>
                <a:gd name="T65" fmla="*/ 293 h 511"/>
                <a:gd name="T66" fmla="*/ 0 w 509"/>
                <a:gd name="T67" fmla="*/ 256 h 511"/>
                <a:gd name="T68" fmla="*/ 2 w 509"/>
                <a:gd name="T69" fmla="*/ 218 h 511"/>
                <a:gd name="T70" fmla="*/ 10 w 509"/>
                <a:gd name="T71" fmla="*/ 182 h 511"/>
                <a:gd name="T72" fmla="*/ 24 w 509"/>
                <a:gd name="T73" fmla="*/ 148 h 511"/>
                <a:gd name="T74" fmla="*/ 40 w 509"/>
                <a:gd name="T75" fmla="*/ 117 h 511"/>
                <a:gd name="T76" fmla="*/ 62 w 509"/>
                <a:gd name="T77" fmla="*/ 89 h 511"/>
                <a:gd name="T78" fmla="*/ 87 w 509"/>
                <a:gd name="T79" fmla="*/ 63 h 511"/>
                <a:gd name="T80" fmla="*/ 115 w 509"/>
                <a:gd name="T81" fmla="*/ 42 h 511"/>
                <a:gd name="T82" fmla="*/ 147 w 509"/>
                <a:gd name="T83" fmla="*/ 24 h 511"/>
                <a:gd name="T84" fmla="*/ 181 w 509"/>
                <a:gd name="T85" fmla="*/ 12 h 511"/>
                <a:gd name="T86" fmla="*/ 216 w 509"/>
                <a:gd name="T87" fmla="*/ 3 h 511"/>
                <a:gd name="T88" fmla="*/ 255 w 509"/>
                <a:gd name="T89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9" h="511">
                  <a:moveTo>
                    <a:pt x="255" y="0"/>
                  </a:moveTo>
                  <a:lnTo>
                    <a:pt x="292" y="3"/>
                  </a:lnTo>
                  <a:lnTo>
                    <a:pt x="328" y="12"/>
                  </a:lnTo>
                  <a:lnTo>
                    <a:pt x="362" y="24"/>
                  </a:lnTo>
                  <a:lnTo>
                    <a:pt x="393" y="42"/>
                  </a:lnTo>
                  <a:lnTo>
                    <a:pt x="421" y="63"/>
                  </a:lnTo>
                  <a:lnTo>
                    <a:pt x="446" y="89"/>
                  </a:lnTo>
                  <a:lnTo>
                    <a:pt x="468" y="117"/>
                  </a:lnTo>
                  <a:lnTo>
                    <a:pt x="486" y="148"/>
                  </a:lnTo>
                  <a:lnTo>
                    <a:pt x="498" y="182"/>
                  </a:lnTo>
                  <a:lnTo>
                    <a:pt x="507" y="218"/>
                  </a:lnTo>
                  <a:lnTo>
                    <a:pt x="509" y="256"/>
                  </a:lnTo>
                  <a:lnTo>
                    <a:pt x="507" y="293"/>
                  </a:lnTo>
                  <a:lnTo>
                    <a:pt x="498" y="330"/>
                  </a:lnTo>
                  <a:lnTo>
                    <a:pt x="486" y="363"/>
                  </a:lnTo>
                  <a:lnTo>
                    <a:pt x="468" y="395"/>
                  </a:lnTo>
                  <a:lnTo>
                    <a:pt x="446" y="424"/>
                  </a:lnTo>
                  <a:lnTo>
                    <a:pt x="421" y="449"/>
                  </a:lnTo>
                  <a:lnTo>
                    <a:pt x="393" y="470"/>
                  </a:lnTo>
                  <a:lnTo>
                    <a:pt x="362" y="487"/>
                  </a:lnTo>
                  <a:lnTo>
                    <a:pt x="328" y="501"/>
                  </a:lnTo>
                  <a:lnTo>
                    <a:pt x="292" y="508"/>
                  </a:lnTo>
                  <a:lnTo>
                    <a:pt x="255" y="511"/>
                  </a:lnTo>
                  <a:lnTo>
                    <a:pt x="216" y="508"/>
                  </a:lnTo>
                  <a:lnTo>
                    <a:pt x="181" y="501"/>
                  </a:lnTo>
                  <a:lnTo>
                    <a:pt x="147" y="487"/>
                  </a:lnTo>
                  <a:lnTo>
                    <a:pt x="115" y="470"/>
                  </a:lnTo>
                  <a:lnTo>
                    <a:pt x="87" y="449"/>
                  </a:lnTo>
                  <a:lnTo>
                    <a:pt x="62" y="424"/>
                  </a:lnTo>
                  <a:lnTo>
                    <a:pt x="40" y="395"/>
                  </a:lnTo>
                  <a:lnTo>
                    <a:pt x="24" y="363"/>
                  </a:lnTo>
                  <a:lnTo>
                    <a:pt x="10" y="330"/>
                  </a:lnTo>
                  <a:lnTo>
                    <a:pt x="2" y="293"/>
                  </a:lnTo>
                  <a:lnTo>
                    <a:pt x="0" y="256"/>
                  </a:lnTo>
                  <a:lnTo>
                    <a:pt x="2" y="218"/>
                  </a:lnTo>
                  <a:lnTo>
                    <a:pt x="10" y="182"/>
                  </a:lnTo>
                  <a:lnTo>
                    <a:pt x="24" y="148"/>
                  </a:lnTo>
                  <a:lnTo>
                    <a:pt x="40" y="117"/>
                  </a:lnTo>
                  <a:lnTo>
                    <a:pt x="62" y="89"/>
                  </a:lnTo>
                  <a:lnTo>
                    <a:pt x="87" y="63"/>
                  </a:lnTo>
                  <a:lnTo>
                    <a:pt x="115" y="42"/>
                  </a:lnTo>
                  <a:lnTo>
                    <a:pt x="147" y="24"/>
                  </a:lnTo>
                  <a:lnTo>
                    <a:pt x="181" y="12"/>
                  </a:lnTo>
                  <a:lnTo>
                    <a:pt x="216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0" name="Freeform 203">
              <a:extLst>
                <a:ext uri="{FF2B5EF4-FFF2-40B4-BE49-F238E27FC236}">
                  <a16:creationId xmlns:a16="http://schemas.microsoft.com/office/drawing/2014/main" id="{691BD069-D833-449C-AC0F-B331EF304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8500" y="2154238"/>
              <a:ext cx="109538" cy="79375"/>
            </a:xfrm>
            <a:custGeom>
              <a:avLst/>
              <a:gdLst>
                <a:gd name="T0" fmla="*/ 228 w 751"/>
                <a:gd name="T1" fmla="*/ 0 h 555"/>
                <a:gd name="T2" fmla="*/ 249 w 751"/>
                <a:gd name="T3" fmla="*/ 1 h 555"/>
                <a:gd name="T4" fmla="*/ 268 w 751"/>
                <a:gd name="T5" fmla="*/ 7 h 555"/>
                <a:gd name="T6" fmla="*/ 376 w 751"/>
                <a:gd name="T7" fmla="*/ 59 h 555"/>
                <a:gd name="T8" fmla="*/ 483 w 751"/>
                <a:gd name="T9" fmla="*/ 7 h 555"/>
                <a:gd name="T10" fmla="*/ 503 w 751"/>
                <a:gd name="T11" fmla="*/ 1 h 555"/>
                <a:gd name="T12" fmla="*/ 523 w 751"/>
                <a:gd name="T13" fmla="*/ 0 h 555"/>
                <a:gd name="T14" fmla="*/ 542 w 751"/>
                <a:gd name="T15" fmla="*/ 3 h 555"/>
                <a:gd name="T16" fmla="*/ 544 w 751"/>
                <a:gd name="T17" fmla="*/ 4 h 555"/>
                <a:gd name="T18" fmla="*/ 551 w 751"/>
                <a:gd name="T19" fmla="*/ 6 h 555"/>
                <a:gd name="T20" fmla="*/ 559 w 751"/>
                <a:gd name="T21" fmla="*/ 8 h 555"/>
                <a:gd name="T22" fmla="*/ 568 w 751"/>
                <a:gd name="T23" fmla="*/ 11 h 555"/>
                <a:gd name="T24" fmla="*/ 579 w 751"/>
                <a:gd name="T25" fmla="*/ 14 h 555"/>
                <a:gd name="T26" fmla="*/ 587 w 751"/>
                <a:gd name="T27" fmla="*/ 17 h 555"/>
                <a:gd name="T28" fmla="*/ 593 w 751"/>
                <a:gd name="T29" fmla="*/ 19 h 555"/>
                <a:gd name="T30" fmla="*/ 595 w 751"/>
                <a:gd name="T31" fmla="*/ 20 h 555"/>
                <a:gd name="T32" fmla="*/ 629 w 751"/>
                <a:gd name="T33" fmla="*/ 34 h 555"/>
                <a:gd name="T34" fmla="*/ 659 w 751"/>
                <a:gd name="T35" fmla="*/ 53 h 555"/>
                <a:gd name="T36" fmla="*/ 685 w 751"/>
                <a:gd name="T37" fmla="*/ 76 h 555"/>
                <a:gd name="T38" fmla="*/ 708 w 751"/>
                <a:gd name="T39" fmla="*/ 102 h 555"/>
                <a:gd name="T40" fmla="*/ 726 w 751"/>
                <a:gd name="T41" fmla="*/ 132 h 555"/>
                <a:gd name="T42" fmla="*/ 739 w 751"/>
                <a:gd name="T43" fmla="*/ 165 h 555"/>
                <a:gd name="T44" fmla="*/ 748 w 751"/>
                <a:gd name="T45" fmla="*/ 199 h 555"/>
                <a:gd name="T46" fmla="*/ 751 w 751"/>
                <a:gd name="T47" fmla="*/ 234 h 555"/>
                <a:gd name="T48" fmla="*/ 751 w 751"/>
                <a:gd name="T49" fmla="*/ 473 h 555"/>
                <a:gd name="T50" fmla="*/ 748 w 751"/>
                <a:gd name="T51" fmla="*/ 495 h 555"/>
                <a:gd name="T52" fmla="*/ 739 w 751"/>
                <a:gd name="T53" fmla="*/ 515 h 555"/>
                <a:gd name="T54" fmla="*/ 727 w 751"/>
                <a:gd name="T55" fmla="*/ 531 h 555"/>
                <a:gd name="T56" fmla="*/ 710 w 751"/>
                <a:gd name="T57" fmla="*/ 544 h 555"/>
                <a:gd name="T58" fmla="*/ 691 w 751"/>
                <a:gd name="T59" fmla="*/ 552 h 555"/>
                <a:gd name="T60" fmla="*/ 669 w 751"/>
                <a:gd name="T61" fmla="*/ 555 h 555"/>
                <a:gd name="T62" fmla="*/ 81 w 751"/>
                <a:gd name="T63" fmla="*/ 555 h 555"/>
                <a:gd name="T64" fmla="*/ 59 w 751"/>
                <a:gd name="T65" fmla="*/ 552 h 555"/>
                <a:gd name="T66" fmla="*/ 41 w 751"/>
                <a:gd name="T67" fmla="*/ 544 h 555"/>
                <a:gd name="T68" fmla="*/ 24 w 751"/>
                <a:gd name="T69" fmla="*/ 531 h 555"/>
                <a:gd name="T70" fmla="*/ 11 w 751"/>
                <a:gd name="T71" fmla="*/ 515 h 555"/>
                <a:gd name="T72" fmla="*/ 3 w 751"/>
                <a:gd name="T73" fmla="*/ 495 h 555"/>
                <a:gd name="T74" fmla="*/ 0 w 751"/>
                <a:gd name="T75" fmla="*/ 473 h 555"/>
                <a:gd name="T76" fmla="*/ 0 w 751"/>
                <a:gd name="T77" fmla="*/ 234 h 555"/>
                <a:gd name="T78" fmla="*/ 3 w 751"/>
                <a:gd name="T79" fmla="*/ 199 h 555"/>
                <a:gd name="T80" fmla="*/ 11 w 751"/>
                <a:gd name="T81" fmla="*/ 165 h 555"/>
                <a:gd name="T82" fmla="*/ 25 w 751"/>
                <a:gd name="T83" fmla="*/ 132 h 555"/>
                <a:gd name="T84" fmla="*/ 43 w 751"/>
                <a:gd name="T85" fmla="*/ 102 h 555"/>
                <a:gd name="T86" fmla="*/ 66 w 751"/>
                <a:gd name="T87" fmla="*/ 76 h 555"/>
                <a:gd name="T88" fmla="*/ 92 w 751"/>
                <a:gd name="T89" fmla="*/ 53 h 555"/>
                <a:gd name="T90" fmla="*/ 122 w 751"/>
                <a:gd name="T91" fmla="*/ 34 h 555"/>
                <a:gd name="T92" fmla="*/ 155 w 751"/>
                <a:gd name="T93" fmla="*/ 20 h 555"/>
                <a:gd name="T94" fmla="*/ 157 w 751"/>
                <a:gd name="T95" fmla="*/ 19 h 555"/>
                <a:gd name="T96" fmla="*/ 163 w 751"/>
                <a:gd name="T97" fmla="*/ 17 h 555"/>
                <a:gd name="T98" fmla="*/ 172 w 751"/>
                <a:gd name="T99" fmla="*/ 14 h 555"/>
                <a:gd name="T100" fmla="*/ 182 w 751"/>
                <a:gd name="T101" fmla="*/ 11 h 555"/>
                <a:gd name="T102" fmla="*/ 191 w 751"/>
                <a:gd name="T103" fmla="*/ 8 h 555"/>
                <a:gd name="T104" fmla="*/ 200 w 751"/>
                <a:gd name="T105" fmla="*/ 6 h 555"/>
                <a:gd name="T106" fmla="*/ 206 w 751"/>
                <a:gd name="T107" fmla="*/ 4 h 555"/>
                <a:gd name="T108" fmla="*/ 208 w 751"/>
                <a:gd name="T109" fmla="*/ 3 h 555"/>
                <a:gd name="T110" fmla="*/ 228 w 751"/>
                <a:gd name="T11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51" h="555">
                  <a:moveTo>
                    <a:pt x="228" y="0"/>
                  </a:moveTo>
                  <a:lnTo>
                    <a:pt x="249" y="1"/>
                  </a:lnTo>
                  <a:lnTo>
                    <a:pt x="268" y="7"/>
                  </a:lnTo>
                  <a:lnTo>
                    <a:pt x="376" y="59"/>
                  </a:lnTo>
                  <a:lnTo>
                    <a:pt x="483" y="7"/>
                  </a:lnTo>
                  <a:lnTo>
                    <a:pt x="503" y="1"/>
                  </a:lnTo>
                  <a:lnTo>
                    <a:pt x="523" y="0"/>
                  </a:lnTo>
                  <a:lnTo>
                    <a:pt x="542" y="3"/>
                  </a:lnTo>
                  <a:lnTo>
                    <a:pt x="544" y="4"/>
                  </a:lnTo>
                  <a:lnTo>
                    <a:pt x="551" y="6"/>
                  </a:lnTo>
                  <a:lnTo>
                    <a:pt x="559" y="8"/>
                  </a:lnTo>
                  <a:lnTo>
                    <a:pt x="568" y="11"/>
                  </a:lnTo>
                  <a:lnTo>
                    <a:pt x="579" y="14"/>
                  </a:lnTo>
                  <a:lnTo>
                    <a:pt x="587" y="17"/>
                  </a:lnTo>
                  <a:lnTo>
                    <a:pt x="593" y="19"/>
                  </a:lnTo>
                  <a:lnTo>
                    <a:pt x="595" y="20"/>
                  </a:lnTo>
                  <a:lnTo>
                    <a:pt x="629" y="34"/>
                  </a:lnTo>
                  <a:lnTo>
                    <a:pt x="659" y="53"/>
                  </a:lnTo>
                  <a:lnTo>
                    <a:pt x="685" y="76"/>
                  </a:lnTo>
                  <a:lnTo>
                    <a:pt x="708" y="102"/>
                  </a:lnTo>
                  <a:lnTo>
                    <a:pt x="726" y="132"/>
                  </a:lnTo>
                  <a:lnTo>
                    <a:pt x="739" y="165"/>
                  </a:lnTo>
                  <a:lnTo>
                    <a:pt x="748" y="199"/>
                  </a:lnTo>
                  <a:lnTo>
                    <a:pt x="751" y="234"/>
                  </a:lnTo>
                  <a:lnTo>
                    <a:pt x="751" y="473"/>
                  </a:lnTo>
                  <a:lnTo>
                    <a:pt x="748" y="495"/>
                  </a:lnTo>
                  <a:lnTo>
                    <a:pt x="739" y="515"/>
                  </a:lnTo>
                  <a:lnTo>
                    <a:pt x="727" y="531"/>
                  </a:lnTo>
                  <a:lnTo>
                    <a:pt x="710" y="544"/>
                  </a:lnTo>
                  <a:lnTo>
                    <a:pt x="691" y="552"/>
                  </a:lnTo>
                  <a:lnTo>
                    <a:pt x="669" y="555"/>
                  </a:lnTo>
                  <a:lnTo>
                    <a:pt x="81" y="555"/>
                  </a:lnTo>
                  <a:lnTo>
                    <a:pt x="59" y="552"/>
                  </a:lnTo>
                  <a:lnTo>
                    <a:pt x="41" y="544"/>
                  </a:lnTo>
                  <a:lnTo>
                    <a:pt x="24" y="531"/>
                  </a:lnTo>
                  <a:lnTo>
                    <a:pt x="11" y="515"/>
                  </a:lnTo>
                  <a:lnTo>
                    <a:pt x="3" y="495"/>
                  </a:lnTo>
                  <a:lnTo>
                    <a:pt x="0" y="473"/>
                  </a:lnTo>
                  <a:lnTo>
                    <a:pt x="0" y="234"/>
                  </a:lnTo>
                  <a:lnTo>
                    <a:pt x="3" y="199"/>
                  </a:lnTo>
                  <a:lnTo>
                    <a:pt x="11" y="165"/>
                  </a:lnTo>
                  <a:lnTo>
                    <a:pt x="25" y="132"/>
                  </a:lnTo>
                  <a:lnTo>
                    <a:pt x="43" y="102"/>
                  </a:lnTo>
                  <a:lnTo>
                    <a:pt x="66" y="76"/>
                  </a:lnTo>
                  <a:lnTo>
                    <a:pt x="92" y="53"/>
                  </a:lnTo>
                  <a:lnTo>
                    <a:pt x="122" y="34"/>
                  </a:lnTo>
                  <a:lnTo>
                    <a:pt x="155" y="20"/>
                  </a:lnTo>
                  <a:lnTo>
                    <a:pt x="157" y="19"/>
                  </a:lnTo>
                  <a:lnTo>
                    <a:pt x="163" y="17"/>
                  </a:lnTo>
                  <a:lnTo>
                    <a:pt x="172" y="14"/>
                  </a:lnTo>
                  <a:lnTo>
                    <a:pt x="182" y="11"/>
                  </a:lnTo>
                  <a:lnTo>
                    <a:pt x="191" y="8"/>
                  </a:lnTo>
                  <a:lnTo>
                    <a:pt x="200" y="6"/>
                  </a:lnTo>
                  <a:lnTo>
                    <a:pt x="206" y="4"/>
                  </a:lnTo>
                  <a:lnTo>
                    <a:pt x="208" y="3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1" name="Freeform 204">
              <a:extLst>
                <a:ext uri="{FF2B5EF4-FFF2-40B4-BE49-F238E27FC236}">
                  <a16:creationId xmlns:a16="http://schemas.microsoft.com/office/drawing/2014/main" id="{4F63A049-CD1B-4531-A49D-71511F4E2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5963" y="2071688"/>
              <a:ext cx="74613" cy="74612"/>
            </a:xfrm>
            <a:custGeom>
              <a:avLst/>
              <a:gdLst>
                <a:gd name="T0" fmla="*/ 255 w 509"/>
                <a:gd name="T1" fmla="*/ 0 h 510"/>
                <a:gd name="T2" fmla="*/ 292 w 509"/>
                <a:gd name="T3" fmla="*/ 2 h 510"/>
                <a:gd name="T4" fmla="*/ 328 w 509"/>
                <a:gd name="T5" fmla="*/ 11 h 510"/>
                <a:gd name="T6" fmla="*/ 362 w 509"/>
                <a:gd name="T7" fmla="*/ 23 h 510"/>
                <a:gd name="T8" fmla="*/ 393 w 509"/>
                <a:gd name="T9" fmla="*/ 41 h 510"/>
                <a:gd name="T10" fmla="*/ 421 w 509"/>
                <a:gd name="T11" fmla="*/ 63 h 510"/>
                <a:gd name="T12" fmla="*/ 446 w 509"/>
                <a:gd name="T13" fmla="*/ 88 h 510"/>
                <a:gd name="T14" fmla="*/ 468 w 509"/>
                <a:gd name="T15" fmla="*/ 116 h 510"/>
                <a:gd name="T16" fmla="*/ 486 w 509"/>
                <a:gd name="T17" fmla="*/ 147 h 510"/>
                <a:gd name="T18" fmla="*/ 498 w 509"/>
                <a:gd name="T19" fmla="*/ 182 h 510"/>
                <a:gd name="T20" fmla="*/ 507 w 509"/>
                <a:gd name="T21" fmla="*/ 217 h 510"/>
                <a:gd name="T22" fmla="*/ 509 w 509"/>
                <a:gd name="T23" fmla="*/ 255 h 510"/>
                <a:gd name="T24" fmla="*/ 507 w 509"/>
                <a:gd name="T25" fmla="*/ 292 h 510"/>
                <a:gd name="T26" fmla="*/ 498 w 509"/>
                <a:gd name="T27" fmla="*/ 329 h 510"/>
                <a:gd name="T28" fmla="*/ 486 w 509"/>
                <a:gd name="T29" fmla="*/ 362 h 510"/>
                <a:gd name="T30" fmla="*/ 468 w 509"/>
                <a:gd name="T31" fmla="*/ 395 h 510"/>
                <a:gd name="T32" fmla="*/ 446 w 509"/>
                <a:gd name="T33" fmla="*/ 423 h 510"/>
                <a:gd name="T34" fmla="*/ 421 w 509"/>
                <a:gd name="T35" fmla="*/ 448 h 510"/>
                <a:gd name="T36" fmla="*/ 393 w 509"/>
                <a:gd name="T37" fmla="*/ 470 h 510"/>
                <a:gd name="T38" fmla="*/ 362 w 509"/>
                <a:gd name="T39" fmla="*/ 486 h 510"/>
                <a:gd name="T40" fmla="*/ 328 w 509"/>
                <a:gd name="T41" fmla="*/ 500 h 510"/>
                <a:gd name="T42" fmla="*/ 292 w 509"/>
                <a:gd name="T43" fmla="*/ 508 h 510"/>
                <a:gd name="T44" fmla="*/ 255 w 509"/>
                <a:gd name="T45" fmla="*/ 510 h 510"/>
                <a:gd name="T46" fmla="*/ 216 w 509"/>
                <a:gd name="T47" fmla="*/ 508 h 510"/>
                <a:gd name="T48" fmla="*/ 181 w 509"/>
                <a:gd name="T49" fmla="*/ 500 h 510"/>
                <a:gd name="T50" fmla="*/ 147 w 509"/>
                <a:gd name="T51" fmla="*/ 486 h 510"/>
                <a:gd name="T52" fmla="*/ 115 w 509"/>
                <a:gd name="T53" fmla="*/ 470 h 510"/>
                <a:gd name="T54" fmla="*/ 87 w 509"/>
                <a:gd name="T55" fmla="*/ 448 h 510"/>
                <a:gd name="T56" fmla="*/ 62 w 509"/>
                <a:gd name="T57" fmla="*/ 423 h 510"/>
                <a:gd name="T58" fmla="*/ 40 w 509"/>
                <a:gd name="T59" fmla="*/ 395 h 510"/>
                <a:gd name="T60" fmla="*/ 24 w 509"/>
                <a:gd name="T61" fmla="*/ 362 h 510"/>
                <a:gd name="T62" fmla="*/ 10 w 509"/>
                <a:gd name="T63" fmla="*/ 329 h 510"/>
                <a:gd name="T64" fmla="*/ 2 w 509"/>
                <a:gd name="T65" fmla="*/ 292 h 510"/>
                <a:gd name="T66" fmla="*/ 0 w 509"/>
                <a:gd name="T67" fmla="*/ 255 h 510"/>
                <a:gd name="T68" fmla="*/ 2 w 509"/>
                <a:gd name="T69" fmla="*/ 217 h 510"/>
                <a:gd name="T70" fmla="*/ 10 w 509"/>
                <a:gd name="T71" fmla="*/ 182 h 510"/>
                <a:gd name="T72" fmla="*/ 24 w 509"/>
                <a:gd name="T73" fmla="*/ 147 h 510"/>
                <a:gd name="T74" fmla="*/ 40 w 509"/>
                <a:gd name="T75" fmla="*/ 116 h 510"/>
                <a:gd name="T76" fmla="*/ 62 w 509"/>
                <a:gd name="T77" fmla="*/ 88 h 510"/>
                <a:gd name="T78" fmla="*/ 87 w 509"/>
                <a:gd name="T79" fmla="*/ 63 h 510"/>
                <a:gd name="T80" fmla="*/ 115 w 509"/>
                <a:gd name="T81" fmla="*/ 41 h 510"/>
                <a:gd name="T82" fmla="*/ 147 w 509"/>
                <a:gd name="T83" fmla="*/ 23 h 510"/>
                <a:gd name="T84" fmla="*/ 181 w 509"/>
                <a:gd name="T85" fmla="*/ 11 h 510"/>
                <a:gd name="T86" fmla="*/ 216 w 509"/>
                <a:gd name="T87" fmla="*/ 2 h 510"/>
                <a:gd name="T88" fmla="*/ 255 w 509"/>
                <a:gd name="T89" fmla="*/ 0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09" h="510">
                  <a:moveTo>
                    <a:pt x="255" y="0"/>
                  </a:moveTo>
                  <a:lnTo>
                    <a:pt x="292" y="2"/>
                  </a:lnTo>
                  <a:lnTo>
                    <a:pt x="328" y="11"/>
                  </a:lnTo>
                  <a:lnTo>
                    <a:pt x="362" y="23"/>
                  </a:lnTo>
                  <a:lnTo>
                    <a:pt x="393" y="41"/>
                  </a:lnTo>
                  <a:lnTo>
                    <a:pt x="421" y="63"/>
                  </a:lnTo>
                  <a:lnTo>
                    <a:pt x="446" y="88"/>
                  </a:lnTo>
                  <a:lnTo>
                    <a:pt x="468" y="116"/>
                  </a:lnTo>
                  <a:lnTo>
                    <a:pt x="486" y="147"/>
                  </a:lnTo>
                  <a:lnTo>
                    <a:pt x="498" y="182"/>
                  </a:lnTo>
                  <a:lnTo>
                    <a:pt x="507" y="217"/>
                  </a:lnTo>
                  <a:lnTo>
                    <a:pt x="509" y="255"/>
                  </a:lnTo>
                  <a:lnTo>
                    <a:pt x="507" y="292"/>
                  </a:lnTo>
                  <a:lnTo>
                    <a:pt x="498" y="329"/>
                  </a:lnTo>
                  <a:lnTo>
                    <a:pt x="486" y="362"/>
                  </a:lnTo>
                  <a:lnTo>
                    <a:pt x="468" y="395"/>
                  </a:lnTo>
                  <a:lnTo>
                    <a:pt x="446" y="423"/>
                  </a:lnTo>
                  <a:lnTo>
                    <a:pt x="421" y="448"/>
                  </a:lnTo>
                  <a:lnTo>
                    <a:pt x="393" y="470"/>
                  </a:lnTo>
                  <a:lnTo>
                    <a:pt x="362" y="486"/>
                  </a:lnTo>
                  <a:lnTo>
                    <a:pt x="328" y="500"/>
                  </a:lnTo>
                  <a:lnTo>
                    <a:pt x="292" y="508"/>
                  </a:lnTo>
                  <a:lnTo>
                    <a:pt x="255" y="510"/>
                  </a:lnTo>
                  <a:lnTo>
                    <a:pt x="216" y="508"/>
                  </a:lnTo>
                  <a:lnTo>
                    <a:pt x="181" y="500"/>
                  </a:lnTo>
                  <a:lnTo>
                    <a:pt x="147" y="486"/>
                  </a:lnTo>
                  <a:lnTo>
                    <a:pt x="115" y="470"/>
                  </a:lnTo>
                  <a:lnTo>
                    <a:pt x="87" y="448"/>
                  </a:lnTo>
                  <a:lnTo>
                    <a:pt x="62" y="423"/>
                  </a:lnTo>
                  <a:lnTo>
                    <a:pt x="40" y="395"/>
                  </a:lnTo>
                  <a:lnTo>
                    <a:pt x="24" y="362"/>
                  </a:lnTo>
                  <a:lnTo>
                    <a:pt x="10" y="329"/>
                  </a:lnTo>
                  <a:lnTo>
                    <a:pt x="2" y="292"/>
                  </a:lnTo>
                  <a:lnTo>
                    <a:pt x="0" y="255"/>
                  </a:lnTo>
                  <a:lnTo>
                    <a:pt x="2" y="217"/>
                  </a:lnTo>
                  <a:lnTo>
                    <a:pt x="10" y="182"/>
                  </a:lnTo>
                  <a:lnTo>
                    <a:pt x="24" y="147"/>
                  </a:lnTo>
                  <a:lnTo>
                    <a:pt x="40" y="116"/>
                  </a:lnTo>
                  <a:lnTo>
                    <a:pt x="62" y="88"/>
                  </a:lnTo>
                  <a:lnTo>
                    <a:pt x="87" y="63"/>
                  </a:lnTo>
                  <a:lnTo>
                    <a:pt x="115" y="41"/>
                  </a:lnTo>
                  <a:lnTo>
                    <a:pt x="147" y="23"/>
                  </a:lnTo>
                  <a:lnTo>
                    <a:pt x="181" y="11"/>
                  </a:lnTo>
                  <a:lnTo>
                    <a:pt x="216" y="2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2" name="Freeform 205">
              <a:extLst>
                <a:ext uri="{FF2B5EF4-FFF2-40B4-BE49-F238E27FC236}">
                  <a16:creationId xmlns:a16="http://schemas.microsoft.com/office/drawing/2014/main" id="{0253C0DF-ECEF-41ED-8D98-353444840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700" y="2486025"/>
              <a:ext cx="107950" cy="80962"/>
            </a:xfrm>
            <a:custGeom>
              <a:avLst/>
              <a:gdLst>
                <a:gd name="T0" fmla="*/ 228 w 750"/>
                <a:gd name="T1" fmla="*/ 0 h 555"/>
                <a:gd name="T2" fmla="*/ 248 w 750"/>
                <a:gd name="T3" fmla="*/ 1 h 555"/>
                <a:gd name="T4" fmla="*/ 267 w 750"/>
                <a:gd name="T5" fmla="*/ 8 h 555"/>
                <a:gd name="T6" fmla="*/ 375 w 750"/>
                <a:gd name="T7" fmla="*/ 60 h 555"/>
                <a:gd name="T8" fmla="*/ 483 w 750"/>
                <a:gd name="T9" fmla="*/ 8 h 555"/>
                <a:gd name="T10" fmla="*/ 502 w 750"/>
                <a:gd name="T11" fmla="*/ 1 h 555"/>
                <a:gd name="T12" fmla="*/ 522 w 750"/>
                <a:gd name="T13" fmla="*/ 0 h 555"/>
                <a:gd name="T14" fmla="*/ 541 w 750"/>
                <a:gd name="T15" fmla="*/ 3 h 555"/>
                <a:gd name="T16" fmla="*/ 544 w 750"/>
                <a:gd name="T17" fmla="*/ 4 h 555"/>
                <a:gd name="T18" fmla="*/ 550 w 750"/>
                <a:gd name="T19" fmla="*/ 7 h 555"/>
                <a:gd name="T20" fmla="*/ 558 w 750"/>
                <a:gd name="T21" fmla="*/ 9 h 555"/>
                <a:gd name="T22" fmla="*/ 569 w 750"/>
                <a:gd name="T23" fmla="*/ 12 h 555"/>
                <a:gd name="T24" fmla="*/ 578 w 750"/>
                <a:gd name="T25" fmla="*/ 15 h 555"/>
                <a:gd name="T26" fmla="*/ 586 w 750"/>
                <a:gd name="T27" fmla="*/ 17 h 555"/>
                <a:gd name="T28" fmla="*/ 592 w 750"/>
                <a:gd name="T29" fmla="*/ 19 h 555"/>
                <a:gd name="T30" fmla="*/ 596 w 750"/>
                <a:gd name="T31" fmla="*/ 20 h 555"/>
                <a:gd name="T32" fmla="*/ 629 w 750"/>
                <a:gd name="T33" fmla="*/ 35 h 555"/>
                <a:gd name="T34" fmla="*/ 658 w 750"/>
                <a:gd name="T35" fmla="*/ 54 h 555"/>
                <a:gd name="T36" fmla="*/ 685 w 750"/>
                <a:gd name="T37" fmla="*/ 76 h 555"/>
                <a:gd name="T38" fmla="*/ 707 w 750"/>
                <a:gd name="T39" fmla="*/ 103 h 555"/>
                <a:gd name="T40" fmla="*/ 726 w 750"/>
                <a:gd name="T41" fmla="*/ 133 h 555"/>
                <a:gd name="T42" fmla="*/ 739 w 750"/>
                <a:gd name="T43" fmla="*/ 165 h 555"/>
                <a:gd name="T44" fmla="*/ 748 w 750"/>
                <a:gd name="T45" fmla="*/ 200 h 555"/>
                <a:gd name="T46" fmla="*/ 750 w 750"/>
                <a:gd name="T47" fmla="*/ 235 h 555"/>
                <a:gd name="T48" fmla="*/ 750 w 750"/>
                <a:gd name="T49" fmla="*/ 474 h 555"/>
                <a:gd name="T50" fmla="*/ 748 w 750"/>
                <a:gd name="T51" fmla="*/ 496 h 555"/>
                <a:gd name="T52" fmla="*/ 739 w 750"/>
                <a:gd name="T53" fmla="*/ 516 h 555"/>
                <a:gd name="T54" fmla="*/ 727 w 750"/>
                <a:gd name="T55" fmla="*/ 531 h 555"/>
                <a:gd name="T56" fmla="*/ 710 w 750"/>
                <a:gd name="T57" fmla="*/ 545 h 555"/>
                <a:gd name="T58" fmla="*/ 690 w 750"/>
                <a:gd name="T59" fmla="*/ 552 h 555"/>
                <a:gd name="T60" fmla="*/ 668 w 750"/>
                <a:gd name="T61" fmla="*/ 555 h 555"/>
                <a:gd name="T62" fmla="*/ 81 w 750"/>
                <a:gd name="T63" fmla="*/ 555 h 555"/>
                <a:gd name="T64" fmla="*/ 59 w 750"/>
                <a:gd name="T65" fmla="*/ 552 h 555"/>
                <a:gd name="T66" fmla="*/ 40 w 750"/>
                <a:gd name="T67" fmla="*/ 545 h 555"/>
                <a:gd name="T68" fmla="*/ 23 w 750"/>
                <a:gd name="T69" fmla="*/ 531 h 555"/>
                <a:gd name="T70" fmla="*/ 10 w 750"/>
                <a:gd name="T71" fmla="*/ 516 h 555"/>
                <a:gd name="T72" fmla="*/ 2 w 750"/>
                <a:gd name="T73" fmla="*/ 496 h 555"/>
                <a:gd name="T74" fmla="*/ 0 w 750"/>
                <a:gd name="T75" fmla="*/ 474 h 555"/>
                <a:gd name="T76" fmla="*/ 0 w 750"/>
                <a:gd name="T77" fmla="*/ 235 h 555"/>
                <a:gd name="T78" fmla="*/ 2 w 750"/>
                <a:gd name="T79" fmla="*/ 200 h 555"/>
                <a:gd name="T80" fmla="*/ 10 w 750"/>
                <a:gd name="T81" fmla="*/ 165 h 555"/>
                <a:gd name="T82" fmla="*/ 24 w 750"/>
                <a:gd name="T83" fmla="*/ 133 h 555"/>
                <a:gd name="T84" fmla="*/ 43 w 750"/>
                <a:gd name="T85" fmla="*/ 103 h 555"/>
                <a:gd name="T86" fmla="*/ 65 w 750"/>
                <a:gd name="T87" fmla="*/ 76 h 555"/>
                <a:gd name="T88" fmla="*/ 92 w 750"/>
                <a:gd name="T89" fmla="*/ 54 h 555"/>
                <a:gd name="T90" fmla="*/ 121 w 750"/>
                <a:gd name="T91" fmla="*/ 35 h 555"/>
                <a:gd name="T92" fmla="*/ 154 w 750"/>
                <a:gd name="T93" fmla="*/ 20 h 555"/>
                <a:gd name="T94" fmla="*/ 157 w 750"/>
                <a:gd name="T95" fmla="*/ 19 h 555"/>
                <a:gd name="T96" fmla="*/ 163 w 750"/>
                <a:gd name="T97" fmla="*/ 17 h 555"/>
                <a:gd name="T98" fmla="*/ 172 w 750"/>
                <a:gd name="T99" fmla="*/ 15 h 555"/>
                <a:gd name="T100" fmla="*/ 181 w 750"/>
                <a:gd name="T101" fmla="*/ 12 h 555"/>
                <a:gd name="T102" fmla="*/ 192 w 750"/>
                <a:gd name="T103" fmla="*/ 9 h 555"/>
                <a:gd name="T104" fmla="*/ 200 w 750"/>
                <a:gd name="T105" fmla="*/ 7 h 555"/>
                <a:gd name="T106" fmla="*/ 206 w 750"/>
                <a:gd name="T107" fmla="*/ 4 h 555"/>
                <a:gd name="T108" fmla="*/ 208 w 750"/>
                <a:gd name="T109" fmla="*/ 3 h 555"/>
                <a:gd name="T110" fmla="*/ 228 w 750"/>
                <a:gd name="T11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50" h="555">
                  <a:moveTo>
                    <a:pt x="228" y="0"/>
                  </a:moveTo>
                  <a:lnTo>
                    <a:pt x="248" y="1"/>
                  </a:lnTo>
                  <a:lnTo>
                    <a:pt x="267" y="8"/>
                  </a:lnTo>
                  <a:lnTo>
                    <a:pt x="375" y="60"/>
                  </a:lnTo>
                  <a:lnTo>
                    <a:pt x="483" y="8"/>
                  </a:lnTo>
                  <a:lnTo>
                    <a:pt x="502" y="1"/>
                  </a:lnTo>
                  <a:lnTo>
                    <a:pt x="522" y="0"/>
                  </a:lnTo>
                  <a:lnTo>
                    <a:pt x="541" y="3"/>
                  </a:lnTo>
                  <a:lnTo>
                    <a:pt x="544" y="4"/>
                  </a:lnTo>
                  <a:lnTo>
                    <a:pt x="550" y="7"/>
                  </a:lnTo>
                  <a:lnTo>
                    <a:pt x="558" y="9"/>
                  </a:lnTo>
                  <a:lnTo>
                    <a:pt x="569" y="12"/>
                  </a:lnTo>
                  <a:lnTo>
                    <a:pt x="578" y="15"/>
                  </a:lnTo>
                  <a:lnTo>
                    <a:pt x="586" y="17"/>
                  </a:lnTo>
                  <a:lnTo>
                    <a:pt x="592" y="19"/>
                  </a:lnTo>
                  <a:lnTo>
                    <a:pt x="596" y="20"/>
                  </a:lnTo>
                  <a:lnTo>
                    <a:pt x="629" y="35"/>
                  </a:lnTo>
                  <a:lnTo>
                    <a:pt x="658" y="54"/>
                  </a:lnTo>
                  <a:lnTo>
                    <a:pt x="685" y="76"/>
                  </a:lnTo>
                  <a:lnTo>
                    <a:pt x="707" y="103"/>
                  </a:lnTo>
                  <a:lnTo>
                    <a:pt x="726" y="133"/>
                  </a:lnTo>
                  <a:lnTo>
                    <a:pt x="739" y="165"/>
                  </a:lnTo>
                  <a:lnTo>
                    <a:pt x="748" y="200"/>
                  </a:lnTo>
                  <a:lnTo>
                    <a:pt x="750" y="235"/>
                  </a:lnTo>
                  <a:lnTo>
                    <a:pt x="750" y="474"/>
                  </a:lnTo>
                  <a:lnTo>
                    <a:pt x="748" y="496"/>
                  </a:lnTo>
                  <a:lnTo>
                    <a:pt x="739" y="516"/>
                  </a:lnTo>
                  <a:lnTo>
                    <a:pt x="727" y="531"/>
                  </a:lnTo>
                  <a:lnTo>
                    <a:pt x="710" y="545"/>
                  </a:lnTo>
                  <a:lnTo>
                    <a:pt x="690" y="552"/>
                  </a:lnTo>
                  <a:lnTo>
                    <a:pt x="668" y="555"/>
                  </a:lnTo>
                  <a:lnTo>
                    <a:pt x="81" y="555"/>
                  </a:lnTo>
                  <a:lnTo>
                    <a:pt x="59" y="552"/>
                  </a:lnTo>
                  <a:lnTo>
                    <a:pt x="40" y="545"/>
                  </a:lnTo>
                  <a:lnTo>
                    <a:pt x="23" y="531"/>
                  </a:lnTo>
                  <a:lnTo>
                    <a:pt x="10" y="516"/>
                  </a:lnTo>
                  <a:lnTo>
                    <a:pt x="2" y="496"/>
                  </a:lnTo>
                  <a:lnTo>
                    <a:pt x="0" y="474"/>
                  </a:lnTo>
                  <a:lnTo>
                    <a:pt x="0" y="235"/>
                  </a:lnTo>
                  <a:lnTo>
                    <a:pt x="2" y="200"/>
                  </a:lnTo>
                  <a:lnTo>
                    <a:pt x="10" y="165"/>
                  </a:lnTo>
                  <a:lnTo>
                    <a:pt x="24" y="133"/>
                  </a:lnTo>
                  <a:lnTo>
                    <a:pt x="43" y="103"/>
                  </a:lnTo>
                  <a:lnTo>
                    <a:pt x="65" y="76"/>
                  </a:lnTo>
                  <a:lnTo>
                    <a:pt x="92" y="54"/>
                  </a:lnTo>
                  <a:lnTo>
                    <a:pt x="121" y="35"/>
                  </a:lnTo>
                  <a:lnTo>
                    <a:pt x="154" y="20"/>
                  </a:lnTo>
                  <a:lnTo>
                    <a:pt x="157" y="19"/>
                  </a:lnTo>
                  <a:lnTo>
                    <a:pt x="163" y="17"/>
                  </a:lnTo>
                  <a:lnTo>
                    <a:pt x="172" y="15"/>
                  </a:lnTo>
                  <a:lnTo>
                    <a:pt x="181" y="12"/>
                  </a:lnTo>
                  <a:lnTo>
                    <a:pt x="192" y="9"/>
                  </a:lnTo>
                  <a:lnTo>
                    <a:pt x="200" y="7"/>
                  </a:lnTo>
                  <a:lnTo>
                    <a:pt x="206" y="4"/>
                  </a:lnTo>
                  <a:lnTo>
                    <a:pt x="208" y="3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3" name="Freeform 206">
              <a:extLst>
                <a:ext uri="{FF2B5EF4-FFF2-40B4-BE49-F238E27FC236}">
                  <a16:creationId xmlns:a16="http://schemas.microsoft.com/office/drawing/2014/main" id="{CB6F5ABC-202E-4301-B778-988DF49BD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8163" y="2405063"/>
              <a:ext cx="73025" cy="74612"/>
            </a:xfrm>
            <a:custGeom>
              <a:avLst/>
              <a:gdLst>
                <a:gd name="T0" fmla="*/ 255 w 510"/>
                <a:gd name="T1" fmla="*/ 0 h 511"/>
                <a:gd name="T2" fmla="*/ 292 w 510"/>
                <a:gd name="T3" fmla="*/ 3 h 511"/>
                <a:gd name="T4" fmla="*/ 329 w 510"/>
                <a:gd name="T5" fmla="*/ 12 h 511"/>
                <a:gd name="T6" fmla="*/ 362 w 510"/>
                <a:gd name="T7" fmla="*/ 24 h 511"/>
                <a:gd name="T8" fmla="*/ 393 w 510"/>
                <a:gd name="T9" fmla="*/ 42 h 511"/>
                <a:gd name="T10" fmla="*/ 422 w 510"/>
                <a:gd name="T11" fmla="*/ 63 h 511"/>
                <a:gd name="T12" fmla="*/ 447 w 510"/>
                <a:gd name="T13" fmla="*/ 89 h 511"/>
                <a:gd name="T14" fmla="*/ 468 w 510"/>
                <a:gd name="T15" fmla="*/ 117 h 511"/>
                <a:gd name="T16" fmla="*/ 486 w 510"/>
                <a:gd name="T17" fmla="*/ 148 h 511"/>
                <a:gd name="T18" fmla="*/ 498 w 510"/>
                <a:gd name="T19" fmla="*/ 182 h 511"/>
                <a:gd name="T20" fmla="*/ 507 w 510"/>
                <a:gd name="T21" fmla="*/ 218 h 511"/>
                <a:gd name="T22" fmla="*/ 510 w 510"/>
                <a:gd name="T23" fmla="*/ 256 h 511"/>
                <a:gd name="T24" fmla="*/ 507 w 510"/>
                <a:gd name="T25" fmla="*/ 293 h 511"/>
                <a:gd name="T26" fmla="*/ 498 w 510"/>
                <a:gd name="T27" fmla="*/ 330 h 511"/>
                <a:gd name="T28" fmla="*/ 486 w 510"/>
                <a:gd name="T29" fmla="*/ 363 h 511"/>
                <a:gd name="T30" fmla="*/ 468 w 510"/>
                <a:gd name="T31" fmla="*/ 395 h 511"/>
                <a:gd name="T32" fmla="*/ 447 w 510"/>
                <a:gd name="T33" fmla="*/ 424 h 511"/>
                <a:gd name="T34" fmla="*/ 422 w 510"/>
                <a:gd name="T35" fmla="*/ 449 h 511"/>
                <a:gd name="T36" fmla="*/ 393 w 510"/>
                <a:gd name="T37" fmla="*/ 470 h 511"/>
                <a:gd name="T38" fmla="*/ 362 w 510"/>
                <a:gd name="T39" fmla="*/ 487 h 511"/>
                <a:gd name="T40" fmla="*/ 329 w 510"/>
                <a:gd name="T41" fmla="*/ 501 h 511"/>
                <a:gd name="T42" fmla="*/ 292 w 510"/>
                <a:gd name="T43" fmla="*/ 508 h 511"/>
                <a:gd name="T44" fmla="*/ 255 w 510"/>
                <a:gd name="T45" fmla="*/ 511 h 511"/>
                <a:gd name="T46" fmla="*/ 217 w 510"/>
                <a:gd name="T47" fmla="*/ 508 h 511"/>
                <a:gd name="T48" fmla="*/ 181 w 510"/>
                <a:gd name="T49" fmla="*/ 501 h 511"/>
                <a:gd name="T50" fmla="*/ 148 w 510"/>
                <a:gd name="T51" fmla="*/ 487 h 511"/>
                <a:gd name="T52" fmla="*/ 116 w 510"/>
                <a:gd name="T53" fmla="*/ 470 h 511"/>
                <a:gd name="T54" fmla="*/ 87 w 510"/>
                <a:gd name="T55" fmla="*/ 449 h 511"/>
                <a:gd name="T56" fmla="*/ 62 w 510"/>
                <a:gd name="T57" fmla="*/ 424 h 511"/>
                <a:gd name="T58" fmla="*/ 41 w 510"/>
                <a:gd name="T59" fmla="*/ 395 h 511"/>
                <a:gd name="T60" fmla="*/ 24 w 510"/>
                <a:gd name="T61" fmla="*/ 363 h 511"/>
                <a:gd name="T62" fmla="*/ 11 w 510"/>
                <a:gd name="T63" fmla="*/ 330 h 511"/>
                <a:gd name="T64" fmla="*/ 3 w 510"/>
                <a:gd name="T65" fmla="*/ 293 h 511"/>
                <a:gd name="T66" fmla="*/ 0 w 510"/>
                <a:gd name="T67" fmla="*/ 256 h 511"/>
                <a:gd name="T68" fmla="*/ 3 w 510"/>
                <a:gd name="T69" fmla="*/ 218 h 511"/>
                <a:gd name="T70" fmla="*/ 11 w 510"/>
                <a:gd name="T71" fmla="*/ 182 h 511"/>
                <a:gd name="T72" fmla="*/ 24 w 510"/>
                <a:gd name="T73" fmla="*/ 148 h 511"/>
                <a:gd name="T74" fmla="*/ 41 w 510"/>
                <a:gd name="T75" fmla="*/ 117 h 511"/>
                <a:gd name="T76" fmla="*/ 62 w 510"/>
                <a:gd name="T77" fmla="*/ 89 h 511"/>
                <a:gd name="T78" fmla="*/ 87 w 510"/>
                <a:gd name="T79" fmla="*/ 63 h 511"/>
                <a:gd name="T80" fmla="*/ 116 w 510"/>
                <a:gd name="T81" fmla="*/ 42 h 511"/>
                <a:gd name="T82" fmla="*/ 148 w 510"/>
                <a:gd name="T83" fmla="*/ 24 h 511"/>
                <a:gd name="T84" fmla="*/ 181 w 510"/>
                <a:gd name="T85" fmla="*/ 12 h 511"/>
                <a:gd name="T86" fmla="*/ 217 w 510"/>
                <a:gd name="T87" fmla="*/ 3 h 511"/>
                <a:gd name="T88" fmla="*/ 255 w 510"/>
                <a:gd name="T89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0" h="511">
                  <a:moveTo>
                    <a:pt x="255" y="0"/>
                  </a:moveTo>
                  <a:lnTo>
                    <a:pt x="292" y="3"/>
                  </a:lnTo>
                  <a:lnTo>
                    <a:pt x="329" y="12"/>
                  </a:lnTo>
                  <a:lnTo>
                    <a:pt x="362" y="24"/>
                  </a:lnTo>
                  <a:lnTo>
                    <a:pt x="393" y="42"/>
                  </a:lnTo>
                  <a:lnTo>
                    <a:pt x="422" y="63"/>
                  </a:lnTo>
                  <a:lnTo>
                    <a:pt x="447" y="89"/>
                  </a:lnTo>
                  <a:lnTo>
                    <a:pt x="468" y="117"/>
                  </a:lnTo>
                  <a:lnTo>
                    <a:pt x="486" y="148"/>
                  </a:lnTo>
                  <a:lnTo>
                    <a:pt x="498" y="182"/>
                  </a:lnTo>
                  <a:lnTo>
                    <a:pt x="507" y="218"/>
                  </a:lnTo>
                  <a:lnTo>
                    <a:pt x="510" y="256"/>
                  </a:lnTo>
                  <a:lnTo>
                    <a:pt x="507" y="293"/>
                  </a:lnTo>
                  <a:lnTo>
                    <a:pt x="498" y="330"/>
                  </a:lnTo>
                  <a:lnTo>
                    <a:pt x="486" y="363"/>
                  </a:lnTo>
                  <a:lnTo>
                    <a:pt x="468" y="395"/>
                  </a:lnTo>
                  <a:lnTo>
                    <a:pt x="447" y="424"/>
                  </a:lnTo>
                  <a:lnTo>
                    <a:pt x="422" y="449"/>
                  </a:lnTo>
                  <a:lnTo>
                    <a:pt x="393" y="470"/>
                  </a:lnTo>
                  <a:lnTo>
                    <a:pt x="362" y="487"/>
                  </a:lnTo>
                  <a:lnTo>
                    <a:pt x="329" y="501"/>
                  </a:lnTo>
                  <a:lnTo>
                    <a:pt x="292" y="508"/>
                  </a:lnTo>
                  <a:lnTo>
                    <a:pt x="255" y="511"/>
                  </a:lnTo>
                  <a:lnTo>
                    <a:pt x="217" y="508"/>
                  </a:lnTo>
                  <a:lnTo>
                    <a:pt x="181" y="501"/>
                  </a:lnTo>
                  <a:lnTo>
                    <a:pt x="148" y="487"/>
                  </a:lnTo>
                  <a:lnTo>
                    <a:pt x="116" y="470"/>
                  </a:lnTo>
                  <a:lnTo>
                    <a:pt x="87" y="449"/>
                  </a:lnTo>
                  <a:lnTo>
                    <a:pt x="62" y="424"/>
                  </a:lnTo>
                  <a:lnTo>
                    <a:pt x="41" y="395"/>
                  </a:lnTo>
                  <a:lnTo>
                    <a:pt x="24" y="363"/>
                  </a:lnTo>
                  <a:lnTo>
                    <a:pt x="11" y="330"/>
                  </a:lnTo>
                  <a:lnTo>
                    <a:pt x="3" y="293"/>
                  </a:lnTo>
                  <a:lnTo>
                    <a:pt x="0" y="256"/>
                  </a:lnTo>
                  <a:lnTo>
                    <a:pt x="3" y="218"/>
                  </a:lnTo>
                  <a:lnTo>
                    <a:pt x="11" y="182"/>
                  </a:lnTo>
                  <a:lnTo>
                    <a:pt x="24" y="148"/>
                  </a:lnTo>
                  <a:lnTo>
                    <a:pt x="41" y="117"/>
                  </a:lnTo>
                  <a:lnTo>
                    <a:pt x="62" y="89"/>
                  </a:lnTo>
                  <a:lnTo>
                    <a:pt x="87" y="63"/>
                  </a:lnTo>
                  <a:lnTo>
                    <a:pt x="116" y="42"/>
                  </a:lnTo>
                  <a:lnTo>
                    <a:pt x="148" y="24"/>
                  </a:lnTo>
                  <a:lnTo>
                    <a:pt x="181" y="12"/>
                  </a:lnTo>
                  <a:lnTo>
                    <a:pt x="217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4" name="Freeform 207">
              <a:extLst>
                <a:ext uri="{FF2B5EF4-FFF2-40B4-BE49-F238E27FC236}">
                  <a16:creationId xmlns:a16="http://schemas.microsoft.com/office/drawing/2014/main" id="{FCA7B991-E70E-4EF0-BD5B-4B388703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7888" y="2486025"/>
              <a:ext cx="107950" cy="80962"/>
            </a:xfrm>
            <a:custGeom>
              <a:avLst/>
              <a:gdLst>
                <a:gd name="T0" fmla="*/ 522 w 751"/>
                <a:gd name="T1" fmla="*/ 0 h 555"/>
                <a:gd name="T2" fmla="*/ 541 w 751"/>
                <a:gd name="T3" fmla="*/ 3 h 555"/>
                <a:gd name="T4" fmla="*/ 543 w 751"/>
                <a:gd name="T5" fmla="*/ 4 h 555"/>
                <a:gd name="T6" fmla="*/ 550 w 751"/>
                <a:gd name="T7" fmla="*/ 7 h 555"/>
                <a:gd name="T8" fmla="*/ 558 w 751"/>
                <a:gd name="T9" fmla="*/ 9 h 555"/>
                <a:gd name="T10" fmla="*/ 568 w 751"/>
                <a:gd name="T11" fmla="*/ 12 h 555"/>
                <a:gd name="T12" fmla="*/ 578 w 751"/>
                <a:gd name="T13" fmla="*/ 15 h 555"/>
                <a:gd name="T14" fmla="*/ 587 w 751"/>
                <a:gd name="T15" fmla="*/ 17 h 555"/>
                <a:gd name="T16" fmla="*/ 592 w 751"/>
                <a:gd name="T17" fmla="*/ 19 h 555"/>
                <a:gd name="T18" fmla="*/ 595 w 751"/>
                <a:gd name="T19" fmla="*/ 20 h 555"/>
                <a:gd name="T20" fmla="*/ 629 w 751"/>
                <a:gd name="T21" fmla="*/ 35 h 555"/>
                <a:gd name="T22" fmla="*/ 659 w 751"/>
                <a:gd name="T23" fmla="*/ 54 h 555"/>
                <a:gd name="T24" fmla="*/ 685 w 751"/>
                <a:gd name="T25" fmla="*/ 76 h 555"/>
                <a:gd name="T26" fmla="*/ 708 w 751"/>
                <a:gd name="T27" fmla="*/ 103 h 555"/>
                <a:gd name="T28" fmla="*/ 726 w 751"/>
                <a:gd name="T29" fmla="*/ 133 h 555"/>
                <a:gd name="T30" fmla="*/ 739 w 751"/>
                <a:gd name="T31" fmla="*/ 165 h 555"/>
                <a:gd name="T32" fmla="*/ 747 w 751"/>
                <a:gd name="T33" fmla="*/ 200 h 555"/>
                <a:gd name="T34" fmla="*/ 751 w 751"/>
                <a:gd name="T35" fmla="*/ 235 h 555"/>
                <a:gd name="T36" fmla="*/ 751 w 751"/>
                <a:gd name="T37" fmla="*/ 474 h 555"/>
                <a:gd name="T38" fmla="*/ 747 w 751"/>
                <a:gd name="T39" fmla="*/ 496 h 555"/>
                <a:gd name="T40" fmla="*/ 739 w 751"/>
                <a:gd name="T41" fmla="*/ 516 h 555"/>
                <a:gd name="T42" fmla="*/ 727 w 751"/>
                <a:gd name="T43" fmla="*/ 531 h 555"/>
                <a:gd name="T44" fmla="*/ 710 w 751"/>
                <a:gd name="T45" fmla="*/ 545 h 555"/>
                <a:gd name="T46" fmla="*/ 690 w 751"/>
                <a:gd name="T47" fmla="*/ 552 h 555"/>
                <a:gd name="T48" fmla="*/ 669 w 751"/>
                <a:gd name="T49" fmla="*/ 555 h 555"/>
                <a:gd name="T50" fmla="*/ 81 w 751"/>
                <a:gd name="T51" fmla="*/ 555 h 555"/>
                <a:gd name="T52" fmla="*/ 59 w 751"/>
                <a:gd name="T53" fmla="*/ 552 h 555"/>
                <a:gd name="T54" fmla="*/ 39 w 751"/>
                <a:gd name="T55" fmla="*/ 545 h 555"/>
                <a:gd name="T56" fmla="*/ 24 w 751"/>
                <a:gd name="T57" fmla="*/ 531 h 555"/>
                <a:gd name="T58" fmla="*/ 10 w 751"/>
                <a:gd name="T59" fmla="*/ 516 h 555"/>
                <a:gd name="T60" fmla="*/ 3 w 751"/>
                <a:gd name="T61" fmla="*/ 496 h 555"/>
                <a:gd name="T62" fmla="*/ 0 w 751"/>
                <a:gd name="T63" fmla="*/ 474 h 555"/>
                <a:gd name="T64" fmla="*/ 0 w 751"/>
                <a:gd name="T65" fmla="*/ 235 h 555"/>
                <a:gd name="T66" fmla="*/ 3 w 751"/>
                <a:gd name="T67" fmla="*/ 200 h 555"/>
                <a:gd name="T68" fmla="*/ 10 w 751"/>
                <a:gd name="T69" fmla="*/ 165 h 555"/>
                <a:gd name="T70" fmla="*/ 24 w 751"/>
                <a:gd name="T71" fmla="*/ 133 h 555"/>
                <a:gd name="T72" fmla="*/ 43 w 751"/>
                <a:gd name="T73" fmla="*/ 103 h 555"/>
                <a:gd name="T74" fmla="*/ 64 w 751"/>
                <a:gd name="T75" fmla="*/ 76 h 555"/>
                <a:gd name="T76" fmla="*/ 92 w 751"/>
                <a:gd name="T77" fmla="*/ 54 h 555"/>
                <a:gd name="T78" fmla="*/ 122 w 751"/>
                <a:gd name="T79" fmla="*/ 35 h 555"/>
                <a:gd name="T80" fmla="*/ 154 w 751"/>
                <a:gd name="T81" fmla="*/ 20 h 555"/>
                <a:gd name="T82" fmla="*/ 157 w 751"/>
                <a:gd name="T83" fmla="*/ 19 h 555"/>
                <a:gd name="T84" fmla="*/ 163 w 751"/>
                <a:gd name="T85" fmla="*/ 17 h 555"/>
                <a:gd name="T86" fmla="*/ 172 w 751"/>
                <a:gd name="T87" fmla="*/ 15 h 555"/>
                <a:gd name="T88" fmla="*/ 181 w 751"/>
                <a:gd name="T89" fmla="*/ 12 h 555"/>
                <a:gd name="T90" fmla="*/ 191 w 751"/>
                <a:gd name="T91" fmla="*/ 9 h 555"/>
                <a:gd name="T92" fmla="*/ 200 w 751"/>
                <a:gd name="T93" fmla="*/ 7 h 555"/>
                <a:gd name="T94" fmla="*/ 206 w 751"/>
                <a:gd name="T95" fmla="*/ 4 h 555"/>
                <a:gd name="T96" fmla="*/ 208 w 751"/>
                <a:gd name="T97" fmla="*/ 3 h 555"/>
                <a:gd name="T98" fmla="*/ 228 w 751"/>
                <a:gd name="T99" fmla="*/ 0 h 555"/>
                <a:gd name="T100" fmla="*/ 248 w 751"/>
                <a:gd name="T101" fmla="*/ 1 h 555"/>
                <a:gd name="T102" fmla="*/ 266 w 751"/>
                <a:gd name="T103" fmla="*/ 8 h 555"/>
                <a:gd name="T104" fmla="*/ 375 w 751"/>
                <a:gd name="T105" fmla="*/ 60 h 555"/>
                <a:gd name="T106" fmla="*/ 483 w 751"/>
                <a:gd name="T107" fmla="*/ 8 h 555"/>
                <a:gd name="T108" fmla="*/ 502 w 751"/>
                <a:gd name="T109" fmla="*/ 1 h 555"/>
                <a:gd name="T110" fmla="*/ 522 w 751"/>
                <a:gd name="T11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51" h="555">
                  <a:moveTo>
                    <a:pt x="522" y="0"/>
                  </a:moveTo>
                  <a:lnTo>
                    <a:pt x="541" y="3"/>
                  </a:lnTo>
                  <a:lnTo>
                    <a:pt x="543" y="4"/>
                  </a:lnTo>
                  <a:lnTo>
                    <a:pt x="550" y="7"/>
                  </a:lnTo>
                  <a:lnTo>
                    <a:pt x="558" y="9"/>
                  </a:lnTo>
                  <a:lnTo>
                    <a:pt x="568" y="12"/>
                  </a:lnTo>
                  <a:lnTo>
                    <a:pt x="578" y="15"/>
                  </a:lnTo>
                  <a:lnTo>
                    <a:pt x="587" y="17"/>
                  </a:lnTo>
                  <a:lnTo>
                    <a:pt x="592" y="19"/>
                  </a:lnTo>
                  <a:lnTo>
                    <a:pt x="595" y="20"/>
                  </a:lnTo>
                  <a:lnTo>
                    <a:pt x="629" y="35"/>
                  </a:lnTo>
                  <a:lnTo>
                    <a:pt x="659" y="54"/>
                  </a:lnTo>
                  <a:lnTo>
                    <a:pt x="685" y="76"/>
                  </a:lnTo>
                  <a:lnTo>
                    <a:pt x="708" y="103"/>
                  </a:lnTo>
                  <a:lnTo>
                    <a:pt x="726" y="133"/>
                  </a:lnTo>
                  <a:lnTo>
                    <a:pt x="739" y="165"/>
                  </a:lnTo>
                  <a:lnTo>
                    <a:pt x="747" y="200"/>
                  </a:lnTo>
                  <a:lnTo>
                    <a:pt x="751" y="235"/>
                  </a:lnTo>
                  <a:lnTo>
                    <a:pt x="751" y="474"/>
                  </a:lnTo>
                  <a:lnTo>
                    <a:pt x="747" y="496"/>
                  </a:lnTo>
                  <a:lnTo>
                    <a:pt x="739" y="516"/>
                  </a:lnTo>
                  <a:lnTo>
                    <a:pt x="727" y="531"/>
                  </a:lnTo>
                  <a:lnTo>
                    <a:pt x="710" y="545"/>
                  </a:lnTo>
                  <a:lnTo>
                    <a:pt x="690" y="552"/>
                  </a:lnTo>
                  <a:lnTo>
                    <a:pt x="669" y="555"/>
                  </a:lnTo>
                  <a:lnTo>
                    <a:pt x="81" y="555"/>
                  </a:lnTo>
                  <a:lnTo>
                    <a:pt x="59" y="552"/>
                  </a:lnTo>
                  <a:lnTo>
                    <a:pt x="39" y="545"/>
                  </a:lnTo>
                  <a:lnTo>
                    <a:pt x="24" y="531"/>
                  </a:lnTo>
                  <a:lnTo>
                    <a:pt x="10" y="516"/>
                  </a:lnTo>
                  <a:lnTo>
                    <a:pt x="3" y="496"/>
                  </a:lnTo>
                  <a:lnTo>
                    <a:pt x="0" y="474"/>
                  </a:lnTo>
                  <a:lnTo>
                    <a:pt x="0" y="235"/>
                  </a:lnTo>
                  <a:lnTo>
                    <a:pt x="3" y="200"/>
                  </a:lnTo>
                  <a:lnTo>
                    <a:pt x="10" y="165"/>
                  </a:lnTo>
                  <a:lnTo>
                    <a:pt x="24" y="133"/>
                  </a:lnTo>
                  <a:lnTo>
                    <a:pt x="43" y="103"/>
                  </a:lnTo>
                  <a:lnTo>
                    <a:pt x="64" y="76"/>
                  </a:lnTo>
                  <a:lnTo>
                    <a:pt x="92" y="54"/>
                  </a:lnTo>
                  <a:lnTo>
                    <a:pt x="122" y="35"/>
                  </a:lnTo>
                  <a:lnTo>
                    <a:pt x="154" y="20"/>
                  </a:lnTo>
                  <a:lnTo>
                    <a:pt x="157" y="19"/>
                  </a:lnTo>
                  <a:lnTo>
                    <a:pt x="163" y="17"/>
                  </a:lnTo>
                  <a:lnTo>
                    <a:pt x="172" y="15"/>
                  </a:lnTo>
                  <a:lnTo>
                    <a:pt x="181" y="12"/>
                  </a:lnTo>
                  <a:lnTo>
                    <a:pt x="191" y="9"/>
                  </a:lnTo>
                  <a:lnTo>
                    <a:pt x="200" y="7"/>
                  </a:lnTo>
                  <a:lnTo>
                    <a:pt x="206" y="4"/>
                  </a:lnTo>
                  <a:lnTo>
                    <a:pt x="208" y="3"/>
                  </a:lnTo>
                  <a:lnTo>
                    <a:pt x="228" y="0"/>
                  </a:lnTo>
                  <a:lnTo>
                    <a:pt x="248" y="1"/>
                  </a:lnTo>
                  <a:lnTo>
                    <a:pt x="266" y="8"/>
                  </a:lnTo>
                  <a:lnTo>
                    <a:pt x="375" y="60"/>
                  </a:lnTo>
                  <a:lnTo>
                    <a:pt x="483" y="8"/>
                  </a:lnTo>
                  <a:lnTo>
                    <a:pt x="502" y="1"/>
                  </a:lnTo>
                  <a:lnTo>
                    <a:pt x="5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5" name="Freeform 208">
              <a:extLst>
                <a:ext uri="{FF2B5EF4-FFF2-40B4-BE49-F238E27FC236}">
                  <a16:creationId xmlns:a16="http://schemas.microsoft.com/office/drawing/2014/main" id="{47D7B98B-C80D-4A21-A41B-A6753097C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5350" y="2405063"/>
              <a:ext cx="73025" cy="74612"/>
            </a:xfrm>
            <a:custGeom>
              <a:avLst/>
              <a:gdLst>
                <a:gd name="T0" fmla="*/ 255 w 510"/>
                <a:gd name="T1" fmla="*/ 0 h 511"/>
                <a:gd name="T2" fmla="*/ 292 w 510"/>
                <a:gd name="T3" fmla="*/ 3 h 511"/>
                <a:gd name="T4" fmla="*/ 329 w 510"/>
                <a:gd name="T5" fmla="*/ 12 h 511"/>
                <a:gd name="T6" fmla="*/ 362 w 510"/>
                <a:gd name="T7" fmla="*/ 24 h 511"/>
                <a:gd name="T8" fmla="*/ 393 w 510"/>
                <a:gd name="T9" fmla="*/ 42 h 511"/>
                <a:gd name="T10" fmla="*/ 422 w 510"/>
                <a:gd name="T11" fmla="*/ 63 h 511"/>
                <a:gd name="T12" fmla="*/ 447 w 510"/>
                <a:gd name="T13" fmla="*/ 89 h 511"/>
                <a:gd name="T14" fmla="*/ 468 w 510"/>
                <a:gd name="T15" fmla="*/ 117 h 511"/>
                <a:gd name="T16" fmla="*/ 486 w 510"/>
                <a:gd name="T17" fmla="*/ 148 h 511"/>
                <a:gd name="T18" fmla="*/ 499 w 510"/>
                <a:gd name="T19" fmla="*/ 182 h 511"/>
                <a:gd name="T20" fmla="*/ 507 w 510"/>
                <a:gd name="T21" fmla="*/ 218 h 511"/>
                <a:gd name="T22" fmla="*/ 510 w 510"/>
                <a:gd name="T23" fmla="*/ 256 h 511"/>
                <a:gd name="T24" fmla="*/ 507 w 510"/>
                <a:gd name="T25" fmla="*/ 293 h 511"/>
                <a:gd name="T26" fmla="*/ 499 w 510"/>
                <a:gd name="T27" fmla="*/ 330 h 511"/>
                <a:gd name="T28" fmla="*/ 486 w 510"/>
                <a:gd name="T29" fmla="*/ 363 h 511"/>
                <a:gd name="T30" fmla="*/ 468 w 510"/>
                <a:gd name="T31" fmla="*/ 395 h 511"/>
                <a:gd name="T32" fmla="*/ 447 w 510"/>
                <a:gd name="T33" fmla="*/ 424 h 511"/>
                <a:gd name="T34" fmla="*/ 422 w 510"/>
                <a:gd name="T35" fmla="*/ 449 h 511"/>
                <a:gd name="T36" fmla="*/ 393 w 510"/>
                <a:gd name="T37" fmla="*/ 470 h 511"/>
                <a:gd name="T38" fmla="*/ 362 w 510"/>
                <a:gd name="T39" fmla="*/ 487 h 511"/>
                <a:gd name="T40" fmla="*/ 329 w 510"/>
                <a:gd name="T41" fmla="*/ 501 h 511"/>
                <a:gd name="T42" fmla="*/ 292 w 510"/>
                <a:gd name="T43" fmla="*/ 508 h 511"/>
                <a:gd name="T44" fmla="*/ 255 w 510"/>
                <a:gd name="T45" fmla="*/ 511 h 511"/>
                <a:gd name="T46" fmla="*/ 217 w 510"/>
                <a:gd name="T47" fmla="*/ 508 h 511"/>
                <a:gd name="T48" fmla="*/ 182 w 510"/>
                <a:gd name="T49" fmla="*/ 501 h 511"/>
                <a:gd name="T50" fmla="*/ 147 w 510"/>
                <a:gd name="T51" fmla="*/ 487 h 511"/>
                <a:gd name="T52" fmla="*/ 116 w 510"/>
                <a:gd name="T53" fmla="*/ 470 h 511"/>
                <a:gd name="T54" fmla="*/ 88 w 510"/>
                <a:gd name="T55" fmla="*/ 449 h 511"/>
                <a:gd name="T56" fmla="*/ 62 w 510"/>
                <a:gd name="T57" fmla="*/ 424 h 511"/>
                <a:gd name="T58" fmla="*/ 41 w 510"/>
                <a:gd name="T59" fmla="*/ 395 h 511"/>
                <a:gd name="T60" fmla="*/ 24 w 510"/>
                <a:gd name="T61" fmla="*/ 363 h 511"/>
                <a:gd name="T62" fmla="*/ 11 w 510"/>
                <a:gd name="T63" fmla="*/ 330 h 511"/>
                <a:gd name="T64" fmla="*/ 3 w 510"/>
                <a:gd name="T65" fmla="*/ 293 h 511"/>
                <a:gd name="T66" fmla="*/ 0 w 510"/>
                <a:gd name="T67" fmla="*/ 256 h 511"/>
                <a:gd name="T68" fmla="*/ 3 w 510"/>
                <a:gd name="T69" fmla="*/ 218 h 511"/>
                <a:gd name="T70" fmla="*/ 11 w 510"/>
                <a:gd name="T71" fmla="*/ 182 h 511"/>
                <a:gd name="T72" fmla="*/ 24 w 510"/>
                <a:gd name="T73" fmla="*/ 148 h 511"/>
                <a:gd name="T74" fmla="*/ 41 w 510"/>
                <a:gd name="T75" fmla="*/ 117 h 511"/>
                <a:gd name="T76" fmla="*/ 62 w 510"/>
                <a:gd name="T77" fmla="*/ 89 h 511"/>
                <a:gd name="T78" fmla="*/ 88 w 510"/>
                <a:gd name="T79" fmla="*/ 63 h 511"/>
                <a:gd name="T80" fmla="*/ 116 w 510"/>
                <a:gd name="T81" fmla="*/ 42 h 511"/>
                <a:gd name="T82" fmla="*/ 147 w 510"/>
                <a:gd name="T83" fmla="*/ 24 h 511"/>
                <a:gd name="T84" fmla="*/ 182 w 510"/>
                <a:gd name="T85" fmla="*/ 12 h 511"/>
                <a:gd name="T86" fmla="*/ 217 w 510"/>
                <a:gd name="T87" fmla="*/ 3 h 511"/>
                <a:gd name="T88" fmla="*/ 255 w 510"/>
                <a:gd name="T89" fmla="*/ 0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0" h="511">
                  <a:moveTo>
                    <a:pt x="255" y="0"/>
                  </a:moveTo>
                  <a:lnTo>
                    <a:pt x="292" y="3"/>
                  </a:lnTo>
                  <a:lnTo>
                    <a:pt x="329" y="12"/>
                  </a:lnTo>
                  <a:lnTo>
                    <a:pt x="362" y="24"/>
                  </a:lnTo>
                  <a:lnTo>
                    <a:pt x="393" y="42"/>
                  </a:lnTo>
                  <a:lnTo>
                    <a:pt x="422" y="63"/>
                  </a:lnTo>
                  <a:lnTo>
                    <a:pt x="447" y="89"/>
                  </a:lnTo>
                  <a:lnTo>
                    <a:pt x="468" y="117"/>
                  </a:lnTo>
                  <a:lnTo>
                    <a:pt x="486" y="148"/>
                  </a:lnTo>
                  <a:lnTo>
                    <a:pt x="499" y="182"/>
                  </a:lnTo>
                  <a:lnTo>
                    <a:pt x="507" y="218"/>
                  </a:lnTo>
                  <a:lnTo>
                    <a:pt x="510" y="256"/>
                  </a:lnTo>
                  <a:lnTo>
                    <a:pt x="507" y="293"/>
                  </a:lnTo>
                  <a:lnTo>
                    <a:pt x="499" y="330"/>
                  </a:lnTo>
                  <a:lnTo>
                    <a:pt x="486" y="363"/>
                  </a:lnTo>
                  <a:lnTo>
                    <a:pt x="468" y="395"/>
                  </a:lnTo>
                  <a:lnTo>
                    <a:pt x="447" y="424"/>
                  </a:lnTo>
                  <a:lnTo>
                    <a:pt x="422" y="449"/>
                  </a:lnTo>
                  <a:lnTo>
                    <a:pt x="393" y="470"/>
                  </a:lnTo>
                  <a:lnTo>
                    <a:pt x="362" y="487"/>
                  </a:lnTo>
                  <a:lnTo>
                    <a:pt x="329" y="501"/>
                  </a:lnTo>
                  <a:lnTo>
                    <a:pt x="292" y="508"/>
                  </a:lnTo>
                  <a:lnTo>
                    <a:pt x="255" y="511"/>
                  </a:lnTo>
                  <a:lnTo>
                    <a:pt x="217" y="508"/>
                  </a:lnTo>
                  <a:lnTo>
                    <a:pt x="182" y="501"/>
                  </a:lnTo>
                  <a:lnTo>
                    <a:pt x="147" y="487"/>
                  </a:lnTo>
                  <a:lnTo>
                    <a:pt x="116" y="470"/>
                  </a:lnTo>
                  <a:lnTo>
                    <a:pt x="88" y="449"/>
                  </a:lnTo>
                  <a:lnTo>
                    <a:pt x="62" y="424"/>
                  </a:lnTo>
                  <a:lnTo>
                    <a:pt x="41" y="395"/>
                  </a:lnTo>
                  <a:lnTo>
                    <a:pt x="24" y="363"/>
                  </a:lnTo>
                  <a:lnTo>
                    <a:pt x="11" y="330"/>
                  </a:lnTo>
                  <a:lnTo>
                    <a:pt x="3" y="293"/>
                  </a:lnTo>
                  <a:lnTo>
                    <a:pt x="0" y="256"/>
                  </a:lnTo>
                  <a:lnTo>
                    <a:pt x="3" y="218"/>
                  </a:lnTo>
                  <a:lnTo>
                    <a:pt x="11" y="182"/>
                  </a:lnTo>
                  <a:lnTo>
                    <a:pt x="24" y="148"/>
                  </a:lnTo>
                  <a:lnTo>
                    <a:pt x="41" y="117"/>
                  </a:lnTo>
                  <a:lnTo>
                    <a:pt x="62" y="89"/>
                  </a:lnTo>
                  <a:lnTo>
                    <a:pt x="88" y="63"/>
                  </a:lnTo>
                  <a:lnTo>
                    <a:pt x="116" y="42"/>
                  </a:lnTo>
                  <a:lnTo>
                    <a:pt x="147" y="24"/>
                  </a:lnTo>
                  <a:lnTo>
                    <a:pt x="182" y="12"/>
                  </a:lnTo>
                  <a:lnTo>
                    <a:pt x="217" y="3"/>
                  </a:lnTo>
                  <a:lnTo>
                    <a:pt x="2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6" name="Freeform 209">
              <a:extLst>
                <a:ext uri="{FF2B5EF4-FFF2-40B4-BE49-F238E27FC236}">
                  <a16:creationId xmlns:a16="http://schemas.microsoft.com/office/drawing/2014/main" id="{A4840431-C9B8-4923-8385-C0719C77B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0388" y="2249488"/>
              <a:ext cx="385763" cy="125412"/>
            </a:xfrm>
            <a:custGeom>
              <a:avLst/>
              <a:gdLst>
                <a:gd name="T0" fmla="*/ 1358 w 2671"/>
                <a:gd name="T1" fmla="*/ 4 h 866"/>
                <a:gd name="T2" fmla="*/ 1397 w 2671"/>
                <a:gd name="T3" fmla="*/ 22 h 866"/>
                <a:gd name="T4" fmla="*/ 1424 w 2671"/>
                <a:gd name="T5" fmla="*/ 56 h 866"/>
                <a:gd name="T6" fmla="*/ 1434 w 2671"/>
                <a:gd name="T7" fmla="*/ 100 h 866"/>
                <a:gd name="T8" fmla="*/ 2572 w 2671"/>
                <a:gd name="T9" fmla="*/ 372 h 866"/>
                <a:gd name="T10" fmla="*/ 2615 w 2671"/>
                <a:gd name="T11" fmla="*/ 382 h 866"/>
                <a:gd name="T12" fmla="*/ 2649 w 2671"/>
                <a:gd name="T13" fmla="*/ 409 h 866"/>
                <a:gd name="T14" fmla="*/ 2668 w 2671"/>
                <a:gd name="T15" fmla="*/ 448 h 866"/>
                <a:gd name="T16" fmla="*/ 2671 w 2671"/>
                <a:gd name="T17" fmla="*/ 767 h 866"/>
                <a:gd name="T18" fmla="*/ 2660 w 2671"/>
                <a:gd name="T19" fmla="*/ 811 h 866"/>
                <a:gd name="T20" fmla="*/ 2633 w 2671"/>
                <a:gd name="T21" fmla="*/ 844 h 866"/>
                <a:gd name="T22" fmla="*/ 2595 w 2671"/>
                <a:gd name="T23" fmla="*/ 863 h 866"/>
                <a:gd name="T24" fmla="*/ 2549 w 2671"/>
                <a:gd name="T25" fmla="*/ 863 h 866"/>
                <a:gd name="T26" fmla="*/ 2510 w 2671"/>
                <a:gd name="T27" fmla="*/ 844 h 866"/>
                <a:gd name="T28" fmla="*/ 2483 w 2671"/>
                <a:gd name="T29" fmla="*/ 811 h 866"/>
                <a:gd name="T30" fmla="*/ 2473 w 2671"/>
                <a:gd name="T31" fmla="*/ 767 h 866"/>
                <a:gd name="T32" fmla="*/ 1434 w 2671"/>
                <a:gd name="T33" fmla="*/ 570 h 866"/>
                <a:gd name="T34" fmla="*/ 1432 w 2671"/>
                <a:gd name="T35" fmla="*/ 790 h 866"/>
                <a:gd name="T36" fmla="*/ 1412 w 2671"/>
                <a:gd name="T37" fmla="*/ 829 h 866"/>
                <a:gd name="T38" fmla="*/ 1378 w 2671"/>
                <a:gd name="T39" fmla="*/ 856 h 866"/>
                <a:gd name="T40" fmla="*/ 1336 w 2671"/>
                <a:gd name="T41" fmla="*/ 866 h 866"/>
                <a:gd name="T42" fmla="*/ 1292 w 2671"/>
                <a:gd name="T43" fmla="*/ 856 h 866"/>
                <a:gd name="T44" fmla="*/ 1259 w 2671"/>
                <a:gd name="T45" fmla="*/ 829 h 866"/>
                <a:gd name="T46" fmla="*/ 1239 w 2671"/>
                <a:gd name="T47" fmla="*/ 790 h 866"/>
                <a:gd name="T48" fmla="*/ 1237 w 2671"/>
                <a:gd name="T49" fmla="*/ 570 h 866"/>
                <a:gd name="T50" fmla="*/ 198 w 2671"/>
                <a:gd name="T51" fmla="*/ 767 h 866"/>
                <a:gd name="T52" fmla="*/ 187 w 2671"/>
                <a:gd name="T53" fmla="*/ 811 h 866"/>
                <a:gd name="T54" fmla="*/ 160 w 2671"/>
                <a:gd name="T55" fmla="*/ 844 h 866"/>
                <a:gd name="T56" fmla="*/ 122 w 2671"/>
                <a:gd name="T57" fmla="*/ 863 h 866"/>
                <a:gd name="T58" fmla="*/ 76 w 2671"/>
                <a:gd name="T59" fmla="*/ 863 h 866"/>
                <a:gd name="T60" fmla="*/ 37 w 2671"/>
                <a:gd name="T61" fmla="*/ 844 h 866"/>
                <a:gd name="T62" fmla="*/ 10 w 2671"/>
                <a:gd name="T63" fmla="*/ 811 h 866"/>
                <a:gd name="T64" fmla="*/ 0 w 2671"/>
                <a:gd name="T65" fmla="*/ 767 h 866"/>
                <a:gd name="T66" fmla="*/ 3 w 2671"/>
                <a:gd name="T67" fmla="*/ 448 h 866"/>
                <a:gd name="T68" fmla="*/ 22 w 2671"/>
                <a:gd name="T69" fmla="*/ 409 h 866"/>
                <a:gd name="T70" fmla="*/ 55 w 2671"/>
                <a:gd name="T71" fmla="*/ 382 h 866"/>
                <a:gd name="T72" fmla="*/ 99 w 2671"/>
                <a:gd name="T73" fmla="*/ 372 h 866"/>
                <a:gd name="T74" fmla="*/ 1237 w 2671"/>
                <a:gd name="T75" fmla="*/ 100 h 866"/>
                <a:gd name="T76" fmla="*/ 1247 w 2671"/>
                <a:gd name="T77" fmla="*/ 56 h 866"/>
                <a:gd name="T78" fmla="*/ 1273 w 2671"/>
                <a:gd name="T79" fmla="*/ 22 h 866"/>
                <a:gd name="T80" fmla="*/ 1313 w 2671"/>
                <a:gd name="T81" fmla="*/ 4 h 8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71" h="866">
                  <a:moveTo>
                    <a:pt x="1336" y="0"/>
                  </a:moveTo>
                  <a:lnTo>
                    <a:pt x="1358" y="4"/>
                  </a:lnTo>
                  <a:lnTo>
                    <a:pt x="1378" y="11"/>
                  </a:lnTo>
                  <a:lnTo>
                    <a:pt x="1397" y="22"/>
                  </a:lnTo>
                  <a:lnTo>
                    <a:pt x="1412" y="37"/>
                  </a:lnTo>
                  <a:lnTo>
                    <a:pt x="1424" y="56"/>
                  </a:lnTo>
                  <a:lnTo>
                    <a:pt x="1432" y="77"/>
                  </a:lnTo>
                  <a:lnTo>
                    <a:pt x="1434" y="100"/>
                  </a:lnTo>
                  <a:lnTo>
                    <a:pt x="1434" y="372"/>
                  </a:lnTo>
                  <a:lnTo>
                    <a:pt x="2572" y="372"/>
                  </a:lnTo>
                  <a:lnTo>
                    <a:pt x="2595" y="375"/>
                  </a:lnTo>
                  <a:lnTo>
                    <a:pt x="2615" y="382"/>
                  </a:lnTo>
                  <a:lnTo>
                    <a:pt x="2633" y="394"/>
                  </a:lnTo>
                  <a:lnTo>
                    <a:pt x="2649" y="409"/>
                  </a:lnTo>
                  <a:lnTo>
                    <a:pt x="2660" y="427"/>
                  </a:lnTo>
                  <a:lnTo>
                    <a:pt x="2668" y="448"/>
                  </a:lnTo>
                  <a:lnTo>
                    <a:pt x="2671" y="471"/>
                  </a:lnTo>
                  <a:lnTo>
                    <a:pt x="2671" y="767"/>
                  </a:lnTo>
                  <a:lnTo>
                    <a:pt x="2668" y="790"/>
                  </a:lnTo>
                  <a:lnTo>
                    <a:pt x="2660" y="811"/>
                  </a:lnTo>
                  <a:lnTo>
                    <a:pt x="2649" y="829"/>
                  </a:lnTo>
                  <a:lnTo>
                    <a:pt x="2633" y="844"/>
                  </a:lnTo>
                  <a:lnTo>
                    <a:pt x="2615" y="856"/>
                  </a:lnTo>
                  <a:lnTo>
                    <a:pt x="2595" y="863"/>
                  </a:lnTo>
                  <a:lnTo>
                    <a:pt x="2572" y="866"/>
                  </a:lnTo>
                  <a:lnTo>
                    <a:pt x="2549" y="863"/>
                  </a:lnTo>
                  <a:lnTo>
                    <a:pt x="2528" y="856"/>
                  </a:lnTo>
                  <a:lnTo>
                    <a:pt x="2510" y="844"/>
                  </a:lnTo>
                  <a:lnTo>
                    <a:pt x="2495" y="829"/>
                  </a:lnTo>
                  <a:lnTo>
                    <a:pt x="2483" y="811"/>
                  </a:lnTo>
                  <a:lnTo>
                    <a:pt x="2476" y="790"/>
                  </a:lnTo>
                  <a:lnTo>
                    <a:pt x="2473" y="767"/>
                  </a:lnTo>
                  <a:lnTo>
                    <a:pt x="2473" y="570"/>
                  </a:lnTo>
                  <a:lnTo>
                    <a:pt x="1434" y="570"/>
                  </a:lnTo>
                  <a:lnTo>
                    <a:pt x="1434" y="767"/>
                  </a:lnTo>
                  <a:lnTo>
                    <a:pt x="1432" y="790"/>
                  </a:lnTo>
                  <a:lnTo>
                    <a:pt x="1424" y="811"/>
                  </a:lnTo>
                  <a:lnTo>
                    <a:pt x="1412" y="829"/>
                  </a:lnTo>
                  <a:lnTo>
                    <a:pt x="1397" y="844"/>
                  </a:lnTo>
                  <a:lnTo>
                    <a:pt x="1378" y="856"/>
                  </a:lnTo>
                  <a:lnTo>
                    <a:pt x="1358" y="863"/>
                  </a:lnTo>
                  <a:lnTo>
                    <a:pt x="1336" y="866"/>
                  </a:lnTo>
                  <a:lnTo>
                    <a:pt x="1313" y="863"/>
                  </a:lnTo>
                  <a:lnTo>
                    <a:pt x="1292" y="856"/>
                  </a:lnTo>
                  <a:lnTo>
                    <a:pt x="1273" y="844"/>
                  </a:lnTo>
                  <a:lnTo>
                    <a:pt x="1259" y="829"/>
                  </a:lnTo>
                  <a:lnTo>
                    <a:pt x="1247" y="811"/>
                  </a:lnTo>
                  <a:lnTo>
                    <a:pt x="1239" y="790"/>
                  </a:lnTo>
                  <a:lnTo>
                    <a:pt x="1237" y="767"/>
                  </a:lnTo>
                  <a:lnTo>
                    <a:pt x="1237" y="570"/>
                  </a:lnTo>
                  <a:lnTo>
                    <a:pt x="198" y="570"/>
                  </a:lnTo>
                  <a:lnTo>
                    <a:pt x="198" y="767"/>
                  </a:lnTo>
                  <a:lnTo>
                    <a:pt x="195" y="790"/>
                  </a:lnTo>
                  <a:lnTo>
                    <a:pt x="187" y="811"/>
                  </a:lnTo>
                  <a:lnTo>
                    <a:pt x="176" y="829"/>
                  </a:lnTo>
                  <a:lnTo>
                    <a:pt x="160" y="844"/>
                  </a:lnTo>
                  <a:lnTo>
                    <a:pt x="143" y="856"/>
                  </a:lnTo>
                  <a:lnTo>
                    <a:pt x="122" y="863"/>
                  </a:lnTo>
                  <a:lnTo>
                    <a:pt x="99" y="866"/>
                  </a:lnTo>
                  <a:lnTo>
                    <a:pt x="76" y="863"/>
                  </a:lnTo>
                  <a:lnTo>
                    <a:pt x="55" y="856"/>
                  </a:lnTo>
                  <a:lnTo>
                    <a:pt x="37" y="844"/>
                  </a:lnTo>
                  <a:lnTo>
                    <a:pt x="22" y="829"/>
                  </a:lnTo>
                  <a:lnTo>
                    <a:pt x="10" y="811"/>
                  </a:lnTo>
                  <a:lnTo>
                    <a:pt x="3" y="790"/>
                  </a:lnTo>
                  <a:lnTo>
                    <a:pt x="0" y="767"/>
                  </a:lnTo>
                  <a:lnTo>
                    <a:pt x="0" y="471"/>
                  </a:lnTo>
                  <a:lnTo>
                    <a:pt x="3" y="448"/>
                  </a:lnTo>
                  <a:lnTo>
                    <a:pt x="10" y="427"/>
                  </a:lnTo>
                  <a:lnTo>
                    <a:pt x="22" y="409"/>
                  </a:lnTo>
                  <a:lnTo>
                    <a:pt x="37" y="394"/>
                  </a:lnTo>
                  <a:lnTo>
                    <a:pt x="55" y="382"/>
                  </a:lnTo>
                  <a:lnTo>
                    <a:pt x="76" y="375"/>
                  </a:lnTo>
                  <a:lnTo>
                    <a:pt x="99" y="372"/>
                  </a:lnTo>
                  <a:lnTo>
                    <a:pt x="1237" y="372"/>
                  </a:lnTo>
                  <a:lnTo>
                    <a:pt x="1237" y="100"/>
                  </a:lnTo>
                  <a:lnTo>
                    <a:pt x="1239" y="77"/>
                  </a:lnTo>
                  <a:lnTo>
                    <a:pt x="1247" y="56"/>
                  </a:lnTo>
                  <a:lnTo>
                    <a:pt x="1259" y="37"/>
                  </a:lnTo>
                  <a:lnTo>
                    <a:pt x="1273" y="22"/>
                  </a:lnTo>
                  <a:lnTo>
                    <a:pt x="1292" y="11"/>
                  </a:lnTo>
                  <a:lnTo>
                    <a:pt x="1313" y="4"/>
                  </a:lnTo>
                  <a:lnTo>
                    <a:pt x="13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6B75A664-29FA-4EBF-B205-262D1A085BA3}"/>
              </a:ext>
            </a:extLst>
          </p:cNvPr>
          <p:cNvGrpSpPr/>
          <p:nvPr/>
        </p:nvGrpSpPr>
        <p:grpSpPr>
          <a:xfrm>
            <a:off x="8569789" y="4815640"/>
            <a:ext cx="326691" cy="327739"/>
            <a:chOff x="7577138" y="2114550"/>
            <a:chExt cx="495300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98" name="Freeform 214">
              <a:extLst>
                <a:ext uri="{FF2B5EF4-FFF2-40B4-BE49-F238E27FC236}">
                  <a16:creationId xmlns:a16="http://schemas.microsoft.com/office/drawing/2014/main" id="{AA8D0965-4356-4C82-B9D4-756812F5B1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27951" y="2114550"/>
              <a:ext cx="193675" cy="195263"/>
            </a:xfrm>
            <a:custGeom>
              <a:avLst/>
              <a:gdLst>
                <a:gd name="T0" fmla="*/ 890 w 1340"/>
                <a:gd name="T1" fmla="*/ 407 h 1343"/>
                <a:gd name="T2" fmla="*/ 851 w 1340"/>
                <a:gd name="T3" fmla="*/ 431 h 1343"/>
                <a:gd name="T4" fmla="*/ 489 w 1340"/>
                <a:gd name="T5" fmla="*/ 600 h 1343"/>
                <a:gd name="T6" fmla="*/ 451 w 1340"/>
                <a:gd name="T7" fmla="*/ 576 h 1343"/>
                <a:gd name="T8" fmla="*/ 407 w 1340"/>
                <a:gd name="T9" fmla="*/ 571 h 1343"/>
                <a:gd name="T10" fmla="*/ 364 w 1340"/>
                <a:gd name="T11" fmla="*/ 585 h 1343"/>
                <a:gd name="T12" fmla="*/ 331 w 1340"/>
                <a:gd name="T13" fmla="*/ 618 h 1343"/>
                <a:gd name="T14" fmla="*/ 317 w 1340"/>
                <a:gd name="T15" fmla="*/ 661 h 1343"/>
                <a:gd name="T16" fmla="*/ 322 w 1340"/>
                <a:gd name="T17" fmla="*/ 705 h 1343"/>
                <a:gd name="T18" fmla="*/ 346 w 1340"/>
                <a:gd name="T19" fmla="*/ 743 h 1343"/>
                <a:gd name="T20" fmla="*/ 530 w 1340"/>
                <a:gd name="T21" fmla="*/ 925 h 1343"/>
                <a:gd name="T22" fmla="*/ 566 w 1340"/>
                <a:gd name="T23" fmla="*/ 940 h 1343"/>
                <a:gd name="T24" fmla="*/ 605 w 1340"/>
                <a:gd name="T25" fmla="*/ 940 h 1343"/>
                <a:gd name="T26" fmla="*/ 642 w 1340"/>
                <a:gd name="T27" fmla="*/ 925 h 1343"/>
                <a:gd name="T28" fmla="*/ 995 w 1340"/>
                <a:gd name="T29" fmla="*/ 575 h 1343"/>
                <a:gd name="T30" fmla="*/ 1019 w 1340"/>
                <a:gd name="T31" fmla="*/ 536 h 1343"/>
                <a:gd name="T32" fmla="*/ 1023 w 1340"/>
                <a:gd name="T33" fmla="*/ 492 h 1343"/>
                <a:gd name="T34" fmla="*/ 1009 w 1340"/>
                <a:gd name="T35" fmla="*/ 449 h 1343"/>
                <a:gd name="T36" fmla="*/ 976 w 1340"/>
                <a:gd name="T37" fmla="*/ 417 h 1343"/>
                <a:gd name="T38" fmla="*/ 934 w 1340"/>
                <a:gd name="T39" fmla="*/ 402 h 1343"/>
                <a:gd name="T40" fmla="*/ 670 w 1340"/>
                <a:gd name="T41" fmla="*/ 0 h 1343"/>
                <a:gd name="T42" fmla="*/ 797 w 1340"/>
                <a:gd name="T43" fmla="*/ 12 h 1343"/>
                <a:gd name="T44" fmla="*/ 916 w 1340"/>
                <a:gd name="T45" fmla="*/ 47 h 1343"/>
                <a:gd name="T46" fmla="*/ 1025 w 1340"/>
                <a:gd name="T47" fmla="*/ 103 h 1343"/>
                <a:gd name="T48" fmla="*/ 1122 w 1340"/>
                <a:gd name="T49" fmla="*/ 176 h 1343"/>
                <a:gd name="T50" fmla="*/ 1204 w 1340"/>
                <a:gd name="T51" fmla="*/ 265 h 1343"/>
                <a:gd name="T52" fmla="*/ 1268 w 1340"/>
                <a:gd name="T53" fmla="*/ 369 h 1343"/>
                <a:gd name="T54" fmla="*/ 1313 w 1340"/>
                <a:gd name="T55" fmla="*/ 484 h 1343"/>
                <a:gd name="T56" fmla="*/ 1337 w 1340"/>
                <a:gd name="T57" fmla="*/ 607 h 1343"/>
                <a:gd name="T58" fmla="*/ 1337 w 1340"/>
                <a:gd name="T59" fmla="*/ 736 h 1343"/>
                <a:gd name="T60" fmla="*/ 1313 w 1340"/>
                <a:gd name="T61" fmla="*/ 860 h 1343"/>
                <a:gd name="T62" fmla="*/ 1268 w 1340"/>
                <a:gd name="T63" fmla="*/ 975 h 1343"/>
                <a:gd name="T64" fmla="*/ 1204 w 1340"/>
                <a:gd name="T65" fmla="*/ 1077 h 1343"/>
                <a:gd name="T66" fmla="*/ 1122 w 1340"/>
                <a:gd name="T67" fmla="*/ 1167 h 1343"/>
                <a:gd name="T68" fmla="*/ 1025 w 1340"/>
                <a:gd name="T69" fmla="*/ 1241 h 1343"/>
                <a:gd name="T70" fmla="*/ 916 w 1340"/>
                <a:gd name="T71" fmla="*/ 1296 h 1343"/>
                <a:gd name="T72" fmla="*/ 797 w 1340"/>
                <a:gd name="T73" fmla="*/ 1331 h 1343"/>
                <a:gd name="T74" fmla="*/ 670 w 1340"/>
                <a:gd name="T75" fmla="*/ 1343 h 1343"/>
                <a:gd name="T76" fmla="*/ 542 w 1340"/>
                <a:gd name="T77" fmla="*/ 1331 h 1343"/>
                <a:gd name="T78" fmla="*/ 423 w 1340"/>
                <a:gd name="T79" fmla="*/ 1296 h 1343"/>
                <a:gd name="T80" fmla="*/ 315 w 1340"/>
                <a:gd name="T81" fmla="*/ 1241 h 1343"/>
                <a:gd name="T82" fmla="*/ 219 w 1340"/>
                <a:gd name="T83" fmla="*/ 1167 h 1343"/>
                <a:gd name="T84" fmla="*/ 137 w 1340"/>
                <a:gd name="T85" fmla="*/ 1077 h 1343"/>
                <a:gd name="T86" fmla="*/ 72 w 1340"/>
                <a:gd name="T87" fmla="*/ 975 h 1343"/>
                <a:gd name="T88" fmla="*/ 26 w 1340"/>
                <a:gd name="T89" fmla="*/ 860 h 1343"/>
                <a:gd name="T90" fmla="*/ 4 w 1340"/>
                <a:gd name="T91" fmla="*/ 736 h 1343"/>
                <a:gd name="T92" fmla="*/ 4 w 1340"/>
                <a:gd name="T93" fmla="*/ 607 h 1343"/>
                <a:gd name="T94" fmla="*/ 26 w 1340"/>
                <a:gd name="T95" fmla="*/ 484 h 1343"/>
                <a:gd name="T96" fmla="*/ 72 w 1340"/>
                <a:gd name="T97" fmla="*/ 369 h 1343"/>
                <a:gd name="T98" fmla="*/ 137 w 1340"/>
                <a:gd name="T99" fmla="*/ 265 h 1343"/>
                <a:gd name="T100" fmla="*/ 219 w 1340"/>
                <a:gd name="T101" fmla="*/ 176 h 1343"/>
                <a:gd name="T102" fmla="*/ 315 w 1340"/>
                <a:gd name="T103" fmla="*/ 103 h 1343"/>
                <a:gd name="T104" fmla="*/ 423 w 1340"/>
                <a:gd name="T105" fmla="*/ 47 h 1343"/>
                <a:gd name="T106" fmla="*/ 542 w 1340"/>
                <a:gd name="T107" fmla="*/ 12 h 1343"/>
                <a:gd name="T108" fmla="*/ 670 w 1340"/>
                <a:gd name="T109" fmla="*/ 0 h 1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40" h="1343">
                  <a:moveTo>
                    <a:pt x="911" y="402"/>
                  </a:moveTo>
                  <a:lnTo>
                    <a:pt x="890" y="407"/>
                  </a:lnTo>
                  <a:lnTo>
                    <a:pt x="869" y="417"/>
                  </a:lnTo>
                  <a:lnTo>
                    <a:pt x="851" y="431"/>
                  </a:lnTo>
                  <a:lnTo>
                    <a:pt x="586" y="697"/>
                  </a:lnTo>
                  <a:lnTo>
                    <a:pt x="489" y="600"/>
                  </a:lnTo>
                  <a:lnTo>
                    <a:pt x="470" y="585"/>
                  </a:lnTo>
                  <a:lnTo>
                    <a:pt x="451" y="576"/>
                  </a:lnTo>
                  <a:lnTo>
                    <a:pt x="429" y="571"/>
                  </a:lnTo>
                  <a:lnTo>
                    <a:pt x="407" y="571"/>
                  </a:lnTo>
                  <a:lnTo>
                    <a:pt x="385" y="576"/>
                  </a:lnTo>
                  <a:lnTo>
                    <a:pt x="364" y="585"/>
                  </a:lnTo>
                  <a:lnTo>
                    <a:pt x="346" y="600"/>
                  </a:lnTo>
                  <a:lnTo>
                    <a:pt x="331" y="618"/>
                  </a:lnTo>
                  <a:lnTo>
                    <a:pt x="322" y="639"/>
                  </a:lnTo>
                  <a:lnTo>
                    <a:pt x="317" y="661"/>
                  </a:lnTo>
                  <a:lnTo>
                    <a:pt x="317" y="683"/>
                  </a:lnTo>
                  <a:lnTo>
                    <a:pt x="322" y="705"/>
                  </a:lnTo>
                  <a:lnTo>
                    <a:pt x="331" y="725"/>
                  </a:lnTo>
                  <a:lnTo>
                    <a:pt x="346" y="743"/>
                  </a:lnTo>
                  <a:lnTo>
                    <a:pt x="514" y="912"/>
                  </a:lnTo>
                  <a:lnTo>
                    <a:pt x="530" y="925"/>
                  </a:lnTo>
                  <a:lnTo>
                    <a:pt x="548" y="935"/>
                  </a:lnTo>
                  <a:lnTo>
                    <a:pt x="566" y="940"/>
                  </a:lnTo>
                  <a:lnTo>
                    <a:pt x="586" y="942"/>
                  </a:lnTo>
                  <a:lnTo>
                    <a:pt x="605" y="940"/>
                  </a:lnTo>
                  <a:lnTo>
                    <a:pt x="624" y="935"/>
                  </a:lnTo>
                  <a:lnTo>
                    <a:pt x="642" y="925"/>
                  </a:lnTo>
                  <a:lnTo>
                    <a:pt x="657" y="912"/>
                  </a:lnTo>
                  <a:lnTo>
                    <a:pt x="995" y="575"/>
                  </a:lnTo>
                  <a:lnTo>
                    <a:pt x="1009" y="556"/>
                  </a:lnTo>
                  <a:lnTo>
                    <a:pt x="1019" y="536"/>
                  </a:lnTo>
                  <a:lnTo>
                    <a:pt x="1023" y="514"/>
                  </a:lnTo>
                  <a:lnTo>
                    <a:pt x="1023" y="492"/>
                  </a:lnTo>
                  <a:lnTo>
                    <a:pt x="1019" y="470"/>
                  </a:lnTo>
                  <a:lnTo>
                    <a:pt x="1009" y="449"/>
                  </a:lnTo>
                  <a:lnTo>
                    <a:pt x="995" y="431"/>
                  </a:lnTo>
                  <a:lnTo>
                    <a:pt x="976" y="417"/>
                  </a:lnTo>
                  <a:lnTo>
                    <a:pt x="955" y="407"/>
                  </a:lnTo>
                  <a:lnTo>
                    <a:pt x="934" y="402"/>
                  </a:lnTo>
                  <a:lnTo>
                    <a:pt x="911" y="402"/>
                  </a:lnTo>
                  <a:close/>
                  <a:moveTo>
                    <a:pt x="670" y="0"/>
                  </a:moveTo>
                  <a:lnTo>
                    <a:pt x="735" y="3"/>
                  </a:lnTo>
                  <a:lnTo>
                    <a:pt x="797" y="12"/>
                  </a:lnTo>
                  <a:lnTo>
                    <a:pt x="858" y="27"/>
                  </a:lnTo>
                  <a:lnTo>
                    <a:pt x="916" y="47"/>
                  </a:lnTo>
                  <a:lnTo>
                    <a:pt x="973" y="72"/>
                  </a:lnTo>
                  <a:lnTo>
                    <a:pt x="1025" y="103"/>
                  </a:lnTo>
                  <a:lnTo>
                    <a:pt x="1075" y="137"/>
                  </a:lnTo>
                  <a:lnTo>
                    <a:pt x="1122" y="176"/>
                  </a:lnTo>
                  <a:lnTo>
                    <a:pt x="1165" y="219"/>
                  </a:lnTo>
                  <a:lnTo>
                    <a:pt x="1204" y="265"/>
                  </a:lnTo>
                  <a:lnTo>
                    <a:pt x="1238" y="315"/>
                  </a:lnTo>
                  <a:lnTo>
                    <a:pt x="1268" y="369"/>
                  </a:lnTo>
                  <a:lnTo>
                    <a:pt x="1293" y="425"/>
                  </a:lnTo>
                  <a:lnTo>
                    <a:pt x="1313" y="484"/>
                  </a:lnTo>
                  <a:lnTo>
                    <a:pt x="1328" y="545"/>
                  </a:lnTo>
                  <a:lnTo>
                    <a:pt x="1337" y="607"/>
                  </a:lnTo>
                  <a:lnTo>
                    <a:pt x="1340" y="671"/>
                  </a:lnTo>
                  <a:lnTo>
                    <a:pt x="1337" y="736"/>
                  </a:lnTo>
                  <a:lnTo>
                    <a:pt x="1328" y="799"/>
                  </a:lnTo>
                  <a:lnTo>
                    <a:pt x="1313" y="860"/>
                  </a:lnTo>
                  <a:lnTo>
                    <a:pt x="1293" y="918"/>
                  </a:lnTo>
                  <a:lnTo>
                    <a:pt x="1268" y="975"/>
                  </a:lnTo>
                  <a:lnTo>
                    <a:pt x="1238" y="1028"/>
                  </a:lnTo>
                  <a:lnTo>
                    <a:pt x="1204" y="1077"/>
                  </a:lnTo>
                  <a:lnTo>
                    <a:pt x="1165" y="1124"/>
                  </a:lnTo>
                  <a:lnTo>
                    <a:pt x="1122" y="1167"/>
                  </a:lnTo>
                  <a:lnTo>
                    <a:pt x="1075" y="1206"/>
                  </a:lnTo>
                  <a:lnTo>
                    <a:pt x="1025" y="1241"/>
                  </a:lnTo>
                  <a:lnTo>
                    <a:pt x="973" y="1271"/>
                  </a:lnTo>
                  <a:lnTo>
                    <a:pt x="916" y="1296"/>
                  </a:lnTo>
                  <a:lnTo>
                    <a:pt x="858" y="1316"/>
                  </a:lnTo>
                  <a:lnTo>
                    <a:pt x="797" y="1331"/>
                  </a:lnTo>
                  <a:lnTo>
                    <a:pt x="735" y="1340"/>
                  </a:lnTo>
                  <a:lnTo>
                    <a:pt x="670" y="1343"/>
                  </a:lnTo>
                  <a:lnTo>
                    <a:pt x="606" y="1340"/>
                  </a:lnTo>
                  <a:lnTo>
                    <a:pt x="542" y="1331"/>
                  </a:lnTo>
                  <a:lnTo>
                    <a:pt x="482" y="1316"/>
                  </a:lnTo>
                  <a:lnTo>
                    <a:pt x="423" y="1296"/>
                  </a:lnTo>
                  <a:lnTo>
                    <a:pt x="368" y="1271"/>
                  </a:lnTo>
                  <a:lnTo>
                    <a:pt x="315" y="1241"/>
                  </a:lnTo>
                  <a:lnTo>
                    <a:pt x="265" y="1206"/>
                  </a:lnTo>
                  <a:lnTo>
                    <a:pt x="219" y="1167"/>
                  </a:lnTo>
                  <a:lnTo>
                    <a:pt x="176" y="1124"/>
                  </a:lnTo>
                  <a:lnTo>
                    <a:pt x="137" y="1077"/>
                  </a:lnTo>
                  <a:lnTo>
                    <a:pt x="102" y="1028"/>
                  </a:lnTo>
                  <a:lnTo>
                    <a:pt x="72" y="975"/>
                  </a:lnTo>
                  <a:lnTo>
                    <a:pt x="47" y="918"/>
                  </a:lnTo>
                  <a:lnTo>
                    <a:pt x="26" y="860"/>
                  </a:lnTo>
                  <a:lnTo>
                    <a:pt x="12" y="799"/>
                  </a:lnTo>
                  <a:lnTo>
                    <a:pt x="4" y="736"/>
                  </a:lnTo>
                  <a:lnTo>
                    <a:pt x="0" y="671"/>
                  </a:lnTo>
                  <a:lnTo>
                    <a:pt x="4" y="607"/>
                  </a:lnTo>
                  <a:lnTo>
                    <a:pt x="12" y="545"/>
                  </a:lnTo>
                  <a:lnTo>
                    <a:pt x="26" y="484"/>
                  </a:lnTo>
                  <a:lnTo>
                    <a:pt x="47" y="425"/>
                  </a:lnTo>
                  <a:lnTo>
                    <a:pt x="72" y="369"/>
                  </a:lnTo>
                  <a:lnTo>
                    <a:pt x="102" y="315"/>
                  </a:lnTo>
                  <a:lnTo>
                    <a:pt x="137" y="265"/>
                  </a:lnTo>
                  <a:lnTo>
                    <a:pt x="176" y="219"/>
                  </a:lnTo>
                  <a:lnTo>
                    <a:pt x="219" y="176"/>
                  </a:lnTo>
                  <a:lnTo>
                    <a:pt x="265" y="137"/>
                  </a:lnTo>
                  <a:lnTo>
                    <a:pt x="315" y="103"/>
                  </a:lnTo>
                  <a:lnTo>
                    <a:pt x="368" y="72"/>
                  </a:lnTo>
                  <a:lnTo>
                    <a:pt x="423" y="47"/>
                  </a:lnTo>
                  <a:lnTo>
                    <a:pt x="482" y="27"/>
                  </a:lnTo>
                  <a:lnTo>
                    <a:pt x="542" y="12"/>
                  </a:lnTo>
                  <a:lnTo>
                    <a:pt x="606" y="3"/>
                  </a:lnTo>
                  <a:lnTo>
                    <a:pt x="6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9" name="Freeform 215">
              <a:extLst>
                <a:ext uri="{FF2B5EF4-FFF2-40B4-BE49-F238E27FC236}">
                  <a16:creationId xmlns:a16="http://schemas.microsoft.com/office/drawing/2014/main" id="{15604350-584B-4DF2-B2E9-FDE0CF582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138" y="2143125"/>
              <a:ext cx="114300" cy="114300"/>
            </a:xfrm>
            <a:custGeom>
              <a:avLst/>
              <a:gdLst>
                <a:gd name="T0" fmla="*/ 394 w 789"/>
                <a:gd name="T1" fmla="*/ 0 h 790"/>
                <a:gd name="T2" fmla="*/ 444 w 789"/>
                <a:gd name="T3" fmla="*/ 3 h 790"/>
                <a:gd name="T4" fmla="*/ 491 w 789"/>
                <a:gd name="T5" fmla="*/ 12 h 790"/>
                <a:gd name="T6" fmla="*/ 537 w 789"/>
                <a:gd name="T7" fmla="*/ 27 h 790"/>
                <a:gd name="T8" fmla="*/ 580 w 789"/>
                <a:gd name="T9" fmla="*/ 47 h 790"/>
                <a:gd name="T10" fmla="*/ 619 w 789"/>
                <a:gd name="T11" fmla="*/ 71 h 790"/>
                <a:gd name="T12" fmla="*/ 656 w 789"/>
                <a:gd name="T13" fmla="*/ 100 h 790"/>
                <a:gd name="T14" fmla="*/ 688 w 789"/>
                <a:gd name="T15" fmla="*/ 133 h 790"/>
                <a:gd name="T16" fmla="*/ 718 w 789"/>
                <a:gd name="T17" fmla="*/ 169 h 790"/>
                <a:gd name="T18" fmla="*/ 742 w 789"/>
                <a:gd name="T19" fmla="*/ 209 h 790"/>
                <a:gd name="T20" fmla="*/ 761 w 789"/>
                <a:gd name="T21" fmla="*/ 252 h 790"/>
                <a:gd name="T22" fmla="*/ 776 w 789"/>
                <a:gd name="T23" fmla="*/ 298 h 790"/>
                <a:gd name="T24" fmla="*/ 785 w 789"/>
                <a:gd name="T25" fmla="*/ 345 h 790"/>
                <a:gd name="T26" fmla="*/ 789 w 789"/>
                <a:gd name="T27" fmla="*/ 395 h 790"/>
                <a:gd name="T28" fmla="*/ 785 w 789"/>
                <a:gd name="T29" fmla="*/ 445 h 790"/>
                <a:gd name="T30" fmla="*/ 776 w 789"/>
                <a:gd name="T31" fmla="*/ 493 h 790"/>
                <a:gd name="T32" fmla="*/ 761 w 789"/>
                <a:gd name="T33" fmla="*/ 538 h 790"/>
                <a:gd name="T34" fmla="*/ 742 w 789"/>
                <a:gd name="T35" fmla="*/ 581 h 790"/>
                <a:gd name="T36" fmla="*/ 718 w 789"/>
                <a:gd name="T37" fmla="*/ 620 h 790"/>
                <a:gd name="T38" fmla="*/ 688 w 789"/>
                <a:gd name="T39" fmla="*/ 657 h 790"/>
                <a:gd name="T40" fmla="*/ 656 w 789"/>
                <a:gd name="T41" fmla="*/ 691 h 790"/>
                <a:gd name="T42" fmla="*/ 619 w 789"/>
                <a:gd name="T43" fmla="*/ 719 h 790"/>
                <a:gd name="T44" fmla="*/ 580 w 789"/>
                <a:gd name="T45" fmla="*/ 744 h 790"/>
                <a:gd name="T46" fmla="*/ 537 w 789"/>
                <a:gd name="T47" fmla="*/ 764 h 790"/>
                <a:gd name="T48" fmla="*/ 491 w 789"/>
                <a:gd name="T49" fmla="*/ 778 h 790"/>
                <a:gd name="T50" fmla="*/ 444 w 789"/>
                <a:gd name="T51" fmla="*/ 787 h 790"/>
                <a:gd name="T52" fmla="*/ 394 w 789"/>
                <a:gd name="T53" fmla="*/ 790 h 790"/>
                <a:gd name="T54" fmla="*/ 345 w 789"/>
                <a:gd name="T55" fmla="*/ 787 h 790"/>
                <a:gd name="T56" fmla="*/ 297 w 789"/>
                <a:gd name="T57" fmla="*/ 778 h 790"/>
                <a:gd name="T58" fmla="*/ 252 w 789"/>
                <a:gd name="T59" fmla="*/ 764 h 790"/>
                <a:gd name="T60" fmla="*/ 209 w 789"/>
                <a:gd name="T61" fmla="*/ 744 h 790"/>
                <a:gd name="T62" fmla="*/ 169 w 789"/>
                <a:gd name="T63" fmla="*/ 719 h 790"/>
                <a:gd name="T64" fmla="*/ 133 w 789"/>
                <a:gd name="T65" fmla="*/ 691 h 790"/>
                <a:gd name="T66" fmla="*/ 99 w 789"/>
                <a:gd name="T67" fmla="*/ 657 h 790"/>
                <a:gd name="T68" fmla="*/ 71 w 789"/>
                <a:gd name="T69" fmla="*/ 620 h 790"/>
                <a:gd name="T70" fmla="*/ 46 w 789"/>
                <a:gd name="T71" fmla="*/ 581 h 790"/>
                <a:gd name="T72" fmla="*/ 26 w 789"/>
                <a:gd name="T73" fmla="*/ 538 h 790"/>
                <a:gd name="T74" fmla="*/ 11 w 789"/>
                <a:gd name="T75" fmla="*/ 493 h 790"/>
                <a:gd name="T76" fmla="*/ 3 w 789"/>
                <a:gd name="T77" fmla="*/ 445 h 790"/>
                <a:gd name="T78" fmla="*/ 0 w 789"/>
                <a:gd name="T79" fmla="*/ 395 h 790"/>
                <a:gd name="T80" fmla="*/ 3 w 789"/>
                <a:gd name="T81" fmla="*/ 345 h 790"/>
                <a:gd name="T82" fmla="*/ 11 w 789"/>
                <a:gd name="T83" fmla="*/ 298 h 790"/>
                <a:gd name="T84" fmla="*/ 26 w 789"/>
                <a:gd name="T85" fmla="*/ 252 h 790"/>
                <a:gd name="T86" fmla="*/ 46 w 789"/>
                <a:gd name="T87" fmla="*/ 209 h 790"/>
                <a:gd name="T88" fmla="*/ 71 w 789"/>
                <a:gd name="T89" fmla="*/ 169 h 790"/>
                <a:gd name="T90" fmla="*/ 99 w 789"/>
                <a:gd name="T91" fmla="*/ 133 h 790"/>
                <a:gd name="T92" fmla="*/ 133 w 789"/>
                <a:gd name="T93" fmla="*/ 100 h 790"/>
                <a:gd name="T94" fmla="*/ 169 w 789"/>
                <a:gd name="T95" fmla="*/ 71 h 790"/>
                <a:gd name="T96" fmla="*/ 209 w 789"/>
                <a:gd name="T97" fmla="*/ 47 h 790"/>
                <a:gd name="T98" fmla="*/ 252 w 789"/>
                <a:gd name="T99" fmla="*/ 27 h 790"/>
                <a:gd name="T100" fmla="*/ 297 w 789"/>
                <a:gd name="T101" fmla="*/ 12 h 790"/>
                <a:gd name="T102" fmla="*/ 345 w 789"/>
                <a:gd name="T103" fmla="*/ 3 h 790"/>
                <a:gd name="T104" fmla="*/ 394 w 789"/>
                <a:gd name="T105" fmla="*/ 0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9" h="790">
                  <a:moveTo>
                    <a:pt x="394" y="0"/>
                  </a:moveTo>
                  <a:lnTo>
                    <a:pt x="444" y="3"/>
                  </a:lnTo>
                  <a:lnTo>
                    <a:pt x="491" y="12"/>
                  </a:lnTo>
                  <a:lnTo>
                    <a:pt x="537" y="27"/>
                  </a:lnTo>
                  <a:lnTo>
                    <a:pt x="580" y="47"/>
                  </a:lnTo>
                  <a:lnTo>
                    <a:pt x="619" y="71"/>
                  </a:lnTo>
                  <a:lnTo>
                    <a:pt x="656" y="100"/>
                  </a:lnTo>
                  <a:lnTo>
                    <a:pt x="688" y="133"/>
                  </a:lnTo>
                  <a:lnTo>
                    <a:pt x="718" y="169"/>
                  </a:lnTo>
                  <a:lnTo>
                    <a:pt x="742" y="209"/>
                  </a:lnTo>
                  <a:lnTo>
                    <a:pt x="761" y="252"/>
                  </a:lnTo>
                  <a:lnTo>
                    <a:pt x="776" y="298"/>
                  </a:lnTo>
                  <a:lnTo>
                    <a:pt x="785" y="345"/>
                  </a:lnTo>
                  <a:lnTo>
                    <a:pt x="789" y="395"/>
                  </a:lnTo>
                  <a:lnTo>
                    <a:pt x="785" y="445"/>
                  </a:lnTo>
                  <a:lnTo>
                    <a:pt x="776" y="493"/>
                  </a:lnTo>
                  <a:lnTo>
                    <a:pt x="761" y="538"/>
                  </a:lnTo>
                  <a:lnTo>
                    <a:pt x="742" y="581"/>
                  </a:lnTo>
                  <a:lnTo>
                    <a:pt x="718" y="620"/>
                  </a:lnTo>
                  <a:lnTo>
                    <a:pt x="688" y="657"/>
                  </a:lnTo>
                  <a:lnTo>
                    <a:pt x="656" y="691"/>
                  </a:lnTo>
                  <a:lnTo>
                    <a:pt x="619" y="719"/>
                  </a:lnTo>
                  <a:lnTo>
                    <a:pt x="580" y="744"/>
                  </a:lnTo>
                  <a:lnTo>
                    <a:pt x="537" y="764"/>
                  </a:lnTo>
                  <a:lnTo>
                    <a:pt x="491" y="778"/>
                  </a:lnTo>
                  <a:lnTo>
                    <a:pt x="444" y="787"/>
                  </a:lnTo>
                  <a:lnTo>
                    <a:pt x="394" y="790"/>
                  </a:lnTo>
                  <a:lnTo>
                    <a:pt x="345" y="787"/>
                  </a:lnTo>
                  <a:lnTo>
                    <a:pt x="297" y="778"/>
                  </a:lnTo>
                  <a:lnTo>
                    <a:pt x="252" y="764"/>
                  </a:lnTo>
                  <a:lnTo>
                    <a:pt x="209" y="744"/>
                  </a:lnTo>
                  <a:lnTo>
                    <a:pt x="169" y="719"/>
                  </a:lnTo>
                  <a:lnTo>
                    <a:pt x="133" y="691"/>
                  </a:lnTo>
                  <a:lnTo>
                    <a:pt x="99" y="657"/>
                  </a:lnTo>
                  <a:lnTo>
                    <a:pt x="71" y="620"/>
                  </a:lnTo>
                  <a:lnTo>
                    <a:pt x="46" y="581"/>
                  </a:lnTo>
                  <a:lnTo>
                    <a:pt x="26" y="538"/>
                  </a:lnTo>
                  <a:lnTo>
                    <a:pt x="11" y="493"/>
                  </a:lnTo>
                  <a:lnTo>
                    <a:pt x="3" y="445"/>
                  </a:lnTo>
                  <a:lnTo>
                    <a:pt x="0" y="395"/>
                  </a:lnTo>
                  <a:lnTo>
                    <a:pt x="3" y="345"/>
                  </a:lnTo>
                  <a:lnTo>
                    <a:pt x="11" y="298"/>
                  </a:lnTo>
                  <a:lnTo>
                    <a:pt x="26" y="252"/>
                  </a:lnTo>
                  <a:lnTo>
                    <a:pt x="46" y="209"/>
                  </a:lnTo>
                  <a:lnTo>
                    <a:pt x="71" y="169"/>
                  </a:lnTo>
                  <a:lnTo>
                    <a:pt x="99" y="133"/>
                  </a:lnTo>
                  <a:lnTo>
                    <a:pt x="133" y="100"/>
                  </a:lnTo>
                  <a:lnTo>
                    <a:pt x="169" y="71"/>
                  </a:lnTo>
                  <a:lnTo>
                    <a:pt x="209" y="47"/>
                  </a:lnTo>
                  <a:lnTo>
                    <a:pt x="252" y="27"/>
                  </a:lnTo>
                  <a:lnTo>
                    <a:pt x="297" y="12"/>
                  </a:lnTo>
                  <a:lnTo>
                    <a:pt x="345" y="3"/>
                  </a:lnTo>
                  <a:lnTo>
                    <a:pt x="3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0" name="Freeform 216">
              <a:extLst>
                <a:ext uri="{FF2B5EF4-FFF2-40B4-BE49-F238E27FC236}">
                  <a16:creationId xmlns:a16="http://schemas.microsoft.com/office/drawing/2014/main" id="{32376B7C-BBC6-417B-A708-48ABDBDF4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3488" y="2287588"/>
              <a:ext cx="193675" cy="317500"/>
            </a:xfrm>
            <a:custGeom>
              <a:avLst/>
              <a:gdLst>
                <a:gd name="T0" fmla="*/ 403 w 1344"/>
                <a:gd name="T1" fmla="*/ 3 h 2208"/>
                <a:gd name="T2" fmla="*/ 494 w 1344"/>
                <a:gd name="T3" fmla="*/ 29 h 2208"/>
                <a:gd name="T4" fmla="*/ 572 w 1344"/>
                <a:gd name="T5" fmla="*/ 75 h 2208"/>
                <a:gd name="T6" fmla="*/ 637 w 1344"/>
                <a:gd name="T7" fmla="*/ 140 h 2208"/>
                <a:gd name="T8" fmla="*/ 683 w 1344"/>
                <a:gd name="T9" fmla="*/ 218 h 2208"/>
                <a:gd name="T10" fmla="*/ 707 w 1344"/>
                <a:gd name="T11" fmla="*/ 308 h 2208"/>
                <a:gd name="T12" fmla="*/ 711 w 1344"/>
                <a:gd name="T13" fmla="*/ 962 h 2208"/>
                <a:gd name="T14" fmla="*/ 1099 w 1344"/>
                <a:gd name="T15" fmla="*/ 965 h 2208"/>
                <a:gd name="T16" fmla="*/ 1178 w 1344"/>
                <a:gd name="T17" fmla="*/ 988 h 2208"/>
                <a:gd name="T18" fmla="*/ 1245 w 1344"/>
                <a:gd name="T19" fmla="*/ 1032 h 2208"/>
                <a:gd name="T20" fmla="*/ 1298 w 1344"/>
                <a:gd name="T21" fmla="*/ 1093 h 2208"/>
                <a:gd name="T22" fmla="*/ 1331 w 1344"/>
                <a:gd name="T23" fmla="*/ 1167 h 2208"/>
                <a:gd name="T24" fmla="*/ 1344 w 1344"/>
                <a:gd name="T25" fmla="*/ 1250 h 2208"/>
                <a:gd name="T26" fmla="*/ 1341 w 1344"/>
                <a:gd name="T27" fmla="*/ 2146 h 2208"/>
                <a:gd name="T28" fmla="*/ 1320 w 1344"/>
                <a:gd name="T29" fmla="*/ 2183 h 2208"/>
                <a:gd name="T30" fmla="*/ 1282 w 1344"/>
                <a:gd name="T31" fmla="*/ 2205 h 2208"/>
                <a:gd name="T32" fmla="*/ 868 w 1344"/>
                <a:gd name="T33" fmla="*/ 2208 h 2208"/>
                <a:gd name="T34" fmla="*/ 825 w 1344"/>
                <a:gd name="T35" fmla="*/ 2196 h 2208"/>
                <a:gd name="T36" fmla="*/ 796 w 1344"/>
                <a:gd name="T37" fmla="*/ 2166 h 2208"/>
                <a:gd name="T38" fmla="*/ 784 w 1344"/>
                <a:gd name="T39" fmla="*/ 2124 h 2208"/>
                <a:gd name="T40" fmla="*/ 340 w 1344"/>
                <a:gd name="T41" fmla="*/ 1518 h 2208"/>
                <a:gd name="T42" fmla="*/ 249 w 1344"/>
                <a:gd name="T43" fmla="*/ 1505 h 2208"/>
                <a:gd name="T44" fmla="*/ 169 w 1344"/>
                <a:gd name="T45" fmla="*/ 1472 h 2208"/>
                <a:gd name="T46" fmla="*/ 100 w 1344"/>
                <a:gd name="T47" fmla="*/ 1419 h 2208"/>
                <a:gd name="T48" fmla="*/ 47 w 1344"/>
                <a:gd name="T49" fmla="*/ 1349 h 2208"/>
                <a:gd name="T50" fmla="*/ 12 w 1344"/>
                <a:gd name="T51" fmla="*/ 1268 h 2208"/>
                <a:gd name="T52" fmla="*/ 0 w 1344"/>
                <a:gd name="T53" fmla="*/ 1177 h 2208"/>
                <a:gd name="T54" fmla="*/ 3 w 1344"/>
                <a:gd name="T55" fmla="*/ 308 h 2208"/>
                <a:gd name="T56" fmla="*/ 28 w 1344"/>
                <a:gd name="T57" fmla="*/ 218 h 2208"/>
                <a:gd name="T58" fmla="*/ 74 w 1344"/>
                <a:gd name="T59" fmla="*/ 140 h 2208"/>
                <a:gd name="T60" fmla="*/ 138 w 1344"/>
                <a:gd name="T61" fmla="*/ 75 h 2208"/>
                <a:gd name="T62" fmla="*/ 217 w 1344"/>
                <a:gd name="T63" fmla="*/ 29 h 2208"/>
                <a:gd name="T64" fmla="*/ 307 w 1344"/>
                <a:gd name="T65" fmla="*/ 3 h 2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4" h="2208">
                  <a:moveTo>
                    <a:pt x="355" y="0"/>
                  </a:moveTo>
                  <a:lnTo>
                    <a:pt x="403" y="3"/>
                  </a:lnTo>
                  <a:lnTo>
                    <a:pt x="450" y="13"/>
                  </a:lnTo>
                  <a:lnTo>
                    <a:pt x="494" y="29"/>
                  </a:lnTo>
                  <a:lnTo>
                    <a:pt x="534" y="49"/>
                  </a:lnTo>
                  <a:lnTo>
                    <a:pt x="572" y="75"/>
                  </a:lnTo>
                  <a:lnTo>
                    <a:pt x="606" y="105"/>
                  </a:lnTo>
                  <a:lnTo>
                    <a:pt x="637" y="140"/>
                  </a:lnTo>
                  <a:lnTo>
                    <a:pt x="662" y="177"/>
                  </a:lnTo>
                  <a:lnTo>
                    <a:pt x="683" y="218"/>
                  </a:lnTo>
                  <a:lnTo>
                    <a:pt x="697" y="262"/>
                  </a:lnTo>
                  <a:lnTo>
                    <a:pt x="707" y="308"/>
                  </a:lnTo>
                  <a:lnTo>
                    <a:pt x="711" y="356"/>
                  </a:lnTo>
                  <a:lnTo>
                    <a:pt x="711" y="962"/>
                  </a:lnTo>
                  <a:lnTo>
                    <a:pt x="1057" y="962"/>
                  </a:lnTo>
                  <a:lnTo>
                    <a:pt x="1099" y="965"/>
                  </a:lnTo>
                  <a:lnTo>
                    <a:pt x="1139" y="974"/>
                  </a:lnTo>
                  <a:lnTo>
                    <a:pt x="1178" y="988"/>
                  </a:lnTo>
                  <a:lnTo>
                    <a:pt x="1213" y="1008"/>
                  </a:lnTo>
                  <a:lnTo>
                    <a:pt x="1245" y="1032"/>
                  </a:lnTo>
                  <a:lnTo>
                    <a:pt x="1273" y="1061"/>
                  </a:lnTo>
                  <a:lnTo>
                    <a:pt x="1298" y="1093"/>
                  </a:lnTo>
                  <a:lnTo>
                    <a:pt x="1317" y="1129"/>
                  </a:lnTo>
                  <a:lnTo>
                    <a:pt x="1331" y="1167"/>
                  </a:lnTo>
                  <a:lnTo>
                    <a:pt x="1341" y="1207"/>
                  </a:lnTo>
                  <a:lnTo>
                    <a:pt x="1344" y="1250"/>
                  </a:lnTo>
                  <a:lnTo>
                    <a:pt x="1344" y="2124"/>
                  </a:lnTo>
                  <a:lnTo>
                    <a:pt x="1341" y="2146"/>
                  </a:lnTo>
                  <a:lnTo>
                    <a:pt x="1332" y="2166"/>
                  </a:lnTo>
                  <a:lnTo>
                    <a:pt x="1320" y="2183"/>
                  </a:lnTo>
                  <a:lnTo>
                    <a:pt x="1302" y="2196"/>
                  </a:lnTo>
                  <a:lnTo>
                    <a:pt x="1282" y="2205"/>
                  </a:lnTo>
                  <a:lnTo>
                    <a:pt x="1260" y="2208"/>
                  </a:lnTo>
                  <a:lnTo>
                    <a:pt x="868" y="2208"/>
                  </a:lnTo>
                  <a:lnTo>
                    <a:pt x="845" y="2205"/>
                  </a:lnTo>
                  <a:lnTo>
                    <a:pt x="825" y="2196"/>
                  </a:lnTo>
                  <a:lnTo>
                    <a:pt x="808" y="2183"/>
                  </a:lnTo>
                  <a:lnTo>
                    <a:pt x="796" y="2166"/>
                  </a:lnTo>
                  <a:lnTo>
                    <a:pt x="787" y="2146"/>
                  </a:lnTo>
                  <a:lnTo>
                    <a:pt x="784" y="2124"/>
                  </a:lnTo>
                  <a:lnTo>
                    <a:pt x="784" y="1518"/>
                  </a:lnTo>
                  <a:lnTo>
                    <a:pt x="340" y="1518"/>
                  </a:lnTo>
                  <a:lnTo>
                    <a:pt x="294" y="1515"/>
                  </a:lnTo>
                  <a:lnTo>
                    <a:pt x="249" y="1505"/>
                  </a:lnTo>
                  <a:lnTo>
                    <a:pt x="207" y="1491"/>
                  </a:lnTo>
                  <a:lnTo>
                    <a:pt x="169" y="1472"/>
                  </a:lnTo>
                  <a:lnTo>
                    <a:pt x="132" y="1447"/>
                  </a:lnTo>
                  <a:lnTo>
                    <a:pt x="100" y="1419"/>
                  </a:lnTo>
                  <a:lnTo>
                    <a:pt x="71" y="1385"/>
                  </a:lnTo>
                  <a:lnTo>
                    <a:pt x="47" y="1349"/>
                  </a:lnTo>
                  <a:lnTo>
                    <a:pt x="27" y="1310"/>
                  </a:lnTo>
                  <a:lnTo>
                    <a:pt x="12" y="1268"/>
                  </a:lnTo>
                  <a:lnTo>
                    <a:pt x="3" y="1223"/>
                  </a:lnTo>
                  <a:lnTo>
                    <a:pt x="0" y="1177"/>
                  </a:lnTo>
                  <a:lnTo>
                    <a:pt x="0" y="356"/>
                  </a:lnTo>
                  <a:lnTo>
                    <a:pt x="3" y="308"/>
                  </a:lnTo>
                  <a:lnTo>
                    <a:pt x="12" y="262"/>
                  </a:lnTo>
                  <a:lnTo>
                    <a:pt x="28" y="218"/>
                  </a:lnTo>
                  <a:lnTo>
                    <a:pt x="49" y="177"/>
                  </a:lnTo>
                  <a:lnTo>
                    <a:pt x="74" y="140"/>
                  </a:lnTo>
                  <a:lnTo>
                    <a:pt x="104" y="105"/>
                  </a:lnTo>
                  <a:lnTo>
                    <a:pt x="138" y="75"/>
                  </a:lnTo>
                  <a:lnTo>
                    <a:pt x="176" y="49"/>
                  </a:lnTo>
                  <a:lnTo>
                    <a:pt x="217" y="29"/>
                  </a:lnTo>
                  <a:lnTo>
                    <a:pt x="261" y="13"/>
                  </a:lnTo>
                  <a:lnTo>
                    <a:pt x="307" y="3"/>
                  </a:lnTo>
                  <a:lnTo>
                    <a:pt x="3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1" name="Freeform 217">
              <a:extLst>
                <a:ext uri="{FF2B5EF4-FFF2-40B4-BE49-F238E27FC236}">
                  <a16:creationId xmlns:a16="http://schemas.microsoft.com/office/drawing/2014/main" id="{D2AAB470-CB46-4903-887C-AB51AB97A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8138" y="2143125"/>
              <a:ext cx="114300" cy="114300"/>
            </a:xfrm>
            <a:custGeom>
              <a:avLst/>
              <a:gdLst>
                <a:gd name="T0" fmla="*/ 394 w 789"/>
                <a:gd name="T1" fmla="*/ 0 h 790"/>
                <a:gd name="T2" fmla="*/ 443 w 789"/>
                <a:gd name="T3" fmla="*/ 3 h 790"/>
                <a:gd name="T4" fmla="*/ 491 w 789"/>
                <a:gd name="T5" fmla="*/ 12 h 790"/>
                <a:gd name="T6" fmla="*/ 536 w 789"/>
                <a:gd name="T7" fmla="*/ 27 h 790"/>
                <a:gd name="T8" fmla="*/ 579 w 789"/>
                <a:gd name="T9" fmla="*/ 47 h 790"/>
                <a:gd name="T10" fmla="*/ 620 w 789"/>
                <a:gd name="T11" fmla="*/ 71 h 790"/>
                <a:gd name="T12" fmla="*/ 656 w 789"/>
                <a:gd name="T13" fmla="*/ 100 h 790"/>
                <a:gd name="T14" fmla="*/ 689 w 789"/>
                <a:gd name="T15" fmla="*/ 133 h 790"/>
                <a:gd name="T16" fmla="*/ 718 w 789"/>
                <a:gd name="T17" fmla="*/ 169 h 790"/>
                <a:gd name="T18" fmla="*/ 742 w 789"/>
                <a:gd name="T19" fmla="*/ 209 h 790"/>
                <a:gd name="T20" fmla="*/ 762 w 789"/>
                <a:gd name="T21" fmla="*/ 252 h 790"/>
                <a:gd name="T22" fmla="*/ 776 w 789"/>
                <a:gd name="T23" fmla="*/ 298 h 790"/>
                <a:gd name="T24" fmla="*/ 786 w 789"/>
                <a:gd name="T25" fmla="*/ 345 h 790"/>
                <a:gd name="T26" fmla="*/ 789 w 789"/>
                <a:gd name="T27" fmla="*/ 395 h 790"/>
                <a:gd name="T28" fmla="*/ 786 w 789"/>
                <a:gd name="T29" fmla="*/ 445 h 790"/>
                <a:gd name="T30" fmla="*/ 776 w 789"/>
                <a:gd name="T31" fmla="*/ 493 h 790"/>
                <a:gd name="T32" fmla="*/ 762 w 789"/>
                <a:gd name="T33" fmla="*/ 538 h 790"/>
                <a:gd name="T34" fmla="*/ 742 w 789"/>
                <a:gd name="T35" fmla="*/ 581 h 790"/>
                <a:gd name="T36" fmla="*/ 718 w 789"/>
                <a:gd name="T37" fmla="*/ 620 h 790"/>
                <a:gd name="T38" fmla="*/ 689 w 789"/>
                <a:gd name="T39" fmla="*/ 657 h 790"/>
                <a:gd name="T40" fmla="*/ 656 w 789"/>
                <a:gd name="T41" fmla="*/ 691 h 790"/>
                <a:gd name="T42" fmla="*/ 620 w 789"/>
                <a:gd name="T43" fmla="*/ 719 h 790"/>
                <a:gd name="T44" fmla="*/ 579 w 789"/>
                <a:gd name="T45" fmla="*/ 744 h 790"/>
                <a:gd name="T46" fmla="*/ 536 w 789"/>
                <a:gd name="T47" fmla="*/ 764 h 790"/>
                <a:gd name="T48" fmla="*/ 491 w 789"/>
                <a:gd name="T49" fmla="*/ 778 h 790"/>
                <a:gd name="T50" fmla="*/ 443 w 789"/>
                <a:gd name="T51" fmla="*/ 787 h 790"/>
                <a:gd name="T52" fmla="*/ 394 w 789"/>
                <a:gd name="T53" fmla="*/ 790 h 790"/>
                <a:gd name="T54" fmla="*/ 345 w 789"/>
                <a:gd name="T55" fmla="*/ 787 h 790"/>
                <a:gd name="T56" fmla="*/ 297 w 789"/>
                <a:gd name="T57" fmla="*/ 778 h 790"/>
                <a:gd name="T58" fmla="*/ 252 w 789"/>
                <a:gd name="T59" fmla="*/ 764 h 790"/>
                <a:gd name="T60" fmla="*/ 209 w 789"/>
                <a:gd name="T61" fmla="*/ 744 h 790"/>
                <a:gd name="T62" fmla="*/ 169 w 789"/>
                <a:gd name="T63" fmla="*/ 719 h 790"/>
                <a:gd name="T64" fmla="*/ 133 w 789"/>
                <a:gd name="T65" fmla="*/ 691 h 790"/>
                <a:gd name="T66" fmla="*/ 99 w 789"/>
                <a:gd name="T67" fmla="*/ 657 h 790"/>
                <a:gd name="T68" fmla="*/ 70 w 789"/>
                <a:gd name="T69" fmla="*/ 620 h 790"/>
                <a:gd name="T70" fmla="*/ 46 w 789"/>
                <a:gd name="T71" fmla="*/ 581 h 790"/>
                <a:gd name="T72" fmla="*/ 26 w 789"/>
                <a:gd name="T73" fmla="*/ 538 h 790"/>
                <a:gd name="T74" fmla="*/ 12 w 789"/>
                <a:gd name="T75" fmla="*/ 493 h 790"/>
                <a:gd name="T76" fmla="*/ 3 w 789"/>
                <a:gd name="T77" fmla="*/ 445 h 790"/>
                <a:gd name="T78" fmla="*/ 0 w 789"/>
                <a:gd name="T79" fmla="*/ 395 h 790"/>
                <a:gd name="T80" fmla="*/ 3 w 789"/>
                <a:gd name="T81" fmla="*/ 345 h 790"/>
                <a:gd name="T82" fmla="*/ 12 w 789"/>
                <a:gd name="T83" fmla="*/ 298 h 790"/>
                <a:gd name="T84" fmla="*/ 26 w 789"/>
                <a:gd name="T85" fmla="*/ 252 h 790"/>
                <a:gd name="T86" fmla="*/ 46 w 789"/>
                <a:gd name="T87" fmla="*/ 209 h 790"/>
                <a:gd name="T88" fmla="*/ 70 w 789"/>
                <a:gd name="T89" fmla="*/ 169 h 790"/>
                <a:gd name="T90" fmla="*/ 99 w 789"/>
                <a:gd name="T91" fmla="*/ 133 h 790"/>
                <a:gd name="T92" fmla="*/ 133 w 789"/>
                <a:gd name="T93" fmla="*/ 100 h 790"/>
                <a:gd name="T94" fmla="*/ 169 w 789"/>
                <a:gd name="T95" fmla="*/ 71 h 790"/>
                <a:gd name="T96" fmla="*/ 209 w 789"/>
                <a:gd name="T97" fmla="*/ 47 h 790"/>
                <a:gd name="T98" fmla="*/ 252 w 789"/>
                <a:gd name="T99" fmla="*/ 27 h 790"/>
                <a:gd name="T100" fmla="*/ 297 w 789"/>
                <a:gd name="T101" fmla="*/ 12 h 790"/>
                <a:gd name="T102" fmla="*/ 345 w 789"/>
                <a:gd name="T103" fmla="*/ 3 h 790"/>
                <a:gd name="T104" fmla="*/ 394 w 789"/>
                <a:gd name="T105" fmla="*/ 0 h 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9" h="790">
                  <a:moveTo>
                    <a:pt x="394" y="0"/>
                  </a:moveTo>
                  <a:lnTo>
                    <a:pt x="443" y="3"/>
                  </a:lnTo>
                  <a:lnTo>
                    <a:pt x="491" y="12"/>
                  </a:lnTo>
                  <a:lnTo>
                    <a:pt x="536" y="27"/>
                  </a:lnTo>
                  <a:lnTo>
                    <a:pt x="579" y="47"/>
                  </a:lnTo>
                  <a:lnTo>
                    <a:pt x="620" y="71"/>
                  </a:lnTo>
                  <a:lnTo>
                    <a:pt x="656" y="100"/>
                  </a:lnTo>
                  <a:lnTo>
                    <a:pt x="689" y="133"/>
                  </a:lnTo>
                  <a:lnTo>
                    <a:pt x="718" y="169"/>
                  </a:lnTo>
                  <a:lnTo>
                    <a:pt x="742" y="209"/>
                  </a:lnTo>
                  <a:lnTo>
                    <a:pt x="762" y="252"/>
                  </a:lnTo>
                  <a:lnTo>
                    <a:pt x="776" y="298"/>
                  </a:lnTo>
                  <a:lnTo>
                    <a:pt x="786" y="345"/>
                  </a:lnTo>
                  <a:lnTo>
                    <a:pt x="789" y="395"/>
                  </a:lnTo>
                  <a:lnTo>
                    <a:pt x="786" y="445"/>
                  </a:lnTo>
                  <a:lnTo>
                    <a:pt x="776" y="493"/>
                  </a:lnTo>
                  <a:lnTo>
                    <a:pt x="762" y="538"/>
                  </a:lnTo>
                  <a:lnTo>
                    <a:pt x="742" y="581"/>
                  </a:lnTo>
                  <a:lnTo>
                    <a:pt x="718" y="620"/>
                  </a:lnTo>
                  <a:lnTo>
                    <a:pt x="689" y="657"/>
                  </a:lnTo>
                  <a:lnTo>
                    <a:pt x="656" y="691"/>
                  </a:lnTo>
                  <a:lnTo>
                    <a:pt x="620" y="719"/>
                  </a:lnTo>
                  <a:lnTo>
                    <a:pt x="579" y="744"/>
                  </a:lnTo>
                  <a:lnTo>
                    <a:pt x="536" y="764"/>
                  </a:lnTo>
                  <a:lnTo>
                    <a:pt x="491" y="778"/>
                  </a:lnTo>
                  <a:lnTo>
                    <a:pt x="443" y="787"/>
                  </a:lnTo>
                  <a:lnTo>
                    <a:pt x="394" y="790"/>
                  </a:lnTo>
                  <a:lnTo>
                    <a:pt x="345" y="787"/>
                  </a:lnTo>
                  <a:lnTo>
                    <a:pt x="297" y="778"/>
                  </a:lnTo>
                  <a:lnTo>
                    <a:pt x="252" y="764"/>
                  </a:lnTo>
                  <a:lnTo>
                    <a:pt x="209" y="744"/>
                  </a:lnTo>
                  <a:lnTo>
                    <a:pt x="169" y="719"/>
                  </a:lnTo>
                  <a:lnTo>
                    <a:pt x="133" y="691"/>
                  </a:lnTo>
                  <a:lnTo>
                    <a:pt x="99" y="657"/>
                  </a:lnTo>
                  <a:lnTo>
                    <a:pt x="70" y="620"/>
                  </a:lnTo>
                  <a:lnTo>
                    <a:pt x="46" y="581"/>
                  </a:lnTo>
                  <a:lnTo>
                    <a:pt x="26" y="538"/>
                  </a:lnTo>
                  <a:lnTo>
                    <a:pt x="12" y="493"/>
                  </a:lnTo>
                  <a:lnTo>
                    <a:pt x="3" y="445"/>
                  </a:lnTo>
                  <a:lnTo>
                    <a:pt x="0" y="395"/>
                  </a:lnTo>
                  <a:lnTo>
                    <a:pt x="3" y="345"/>
                  </a:lnTo>
                  <a:lnTo>
                    <a:pt x="12" y="298"/>
                  </a:lnTo>
                  <a:lnTo>
                    <a:pt x="26" y="252"/>
                  </a:lnTo>
                  <a:lnTo>
                    <a:pt x="46" y="209"/>
                  </a:lnTo>
                  <a:lnTo>
                    <a:pt x="70" y="169"/>
                  </a:lnTo>
                  <a:lnTo>
                    <a:pt x="99" y="133"/>
                  </a:lnTo>
                  <a:lnTo>
                    <a:pt x="133" y="100"/>
                  </a:lnTo>
                  <a:lnTo>
                    <a:pt x="169" y="71"/>
                  </a:lnTo>
                  <a:lnTo>
                    <a:pt x="209" y="47"/>
                  </a:lnTo>
                  <a:lnTo>
                    <a:pt x="252" y="27"/>
                  </a:lnTo>
                  <a:lnTo>
                    <a:pt x="297" y="12"/>
                  </a:lnTo>
                  <a:lnTo>
                    <a:pt x="345" y="3"/>
                  </a:lnTo>
                  <a:lnTo>
                    <a:pt x="3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2" name="Freeform 218">
              <a:extLst>
                <a:ext uri="{FF2B5EF4-FFF2-40B4-BE49-F238E27FC236}">
                  <a16:creationId xmlns:a16="http://schemas.microsoft.com/office/drawing/2014/main" id="{754E94C9-966E-43A6-A02E-0F81D4AB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2413" y="2287588"/>
              <a:ext cx="193675" cy="317500"/>
            </a:xfrm>
            <a:custGeom>
              <a:avLst/>
              <a:gdLst>
                <a:gd name="T0" fmla="*/ 1036 w 1343"/>
                <a:gd name="T1" fmla="*/ 3 h 2208"/>
                <a:gd name="T2" fmla="*/ 1127 w 1343"/>
                <a:gd name="T3" fmla="*/ 29 h 2208"/>
                <a:gd name="T4" fmla="*/ 1205 w 1343"/>
                <a:gd name="T5" fmla="*/ 75 h 2208"/>
                <a:gd name="T6" fmla="*/ 1269 w 1343"/>
                <a:gd name="T7" fmla="*/ 140 h 2208"/>
                <a:gd name="T8" fmla="*/ 1316 w 1343"/>
                <a:gd name="T9" fmla="*/ 218 h 2208"/>
                <a:gd name="T10" fmla="*/ 1340 w 1343"/>
                <a:gd name="T11" fmla="*/ 308 h 2208"/>
                <a:gd name="T12" fmla="*/ 1343 w 1343"/>
                <a:gd name="T13" fmla="*/ 1177 h 2208"/>
                <a:gd name="T14" fmla="*/ 1332 w 1343"/>
                <a:gd name="T15" fmla="*/ 1268 h 2208"/>
                <a:gd name="T16" fmla="*/ 1297 w 1343"/>
                <a:gd name="T17" fmla="*/ 1349 h 2208"/>
                <a:gd name="T18" fmla="*/ 1244 w 1343"/>
                <a:gd name="T19" fmla="*/ 1419 h 2208"/>
                <a:gd name="T20" fmla="*/ 1175 w 1343"/>
                <a:gd name="T21" fmla="*/ 1472 h 2208"/>
                <a:gd name="T22" fmla="*/ 1093 w 1343"/>
                <a:gd name="T23" fmla="*/ 1505 h 2208"/>
                <a:gd name="T24" fmla="*/ 1003 w 1343"/>
                <a:gd name="T25" fmla="*/ 1518 h 2208"/>
                <a:gd name="T26" fmla="*/ 560 w 1343"/>
                <a:gd name="T27" fmla="*/ 2124 h 2208"/>
                <a:gd name="T28" fmla="*/ 548 w 1343"/>
                <a:gd name="T29" fmla="*/ 2166 h 2208"/>
                <a:gd name="T30" fmla="*/ 518 w 1343"/>
                <a:gd name="T31" fmla="*/ 2196 h 2208"/>
                <a:gd name="T32" fmla="*/ 476 w 1343"/>
                <a:gd name="T33" fmla="*/ 2208 h 2208"/>
                <a:gd name="T34" fmla="*/ 61 w 1343"/>
                <a:gd name="T35" fmla="*/ 2205 h 2208"/>
                <a:gd name="T36" fmla="*/ 24 w 1343"/>
                <a:gd name="T37" fmla="*/ 2183 h 2208"/>
                <a:gd name="T38" fmla="*/ 2 w 1343"/>
                <a:gd name="T39" fmla="*/ 2146 h 2208"/>
                <a:gd name="T40" fmla="*/ 0 w 1343"/>
                <a:gd name="T41" fmla="*/ 1250 h 2208"/>
                <a:gd name="T42" fmla="*/ 11 w 1343"/>
                <a:gd name="T43" fmla="*/ 1167 h 2208"/>
                <a:gd name="T44" fmla="*/ 46 w 1343"/>
                <a:gd name="T45" fmla="*/ 1093 h 2208"/>
                <a:gd name="T46" fmla="*/ 98 w 1343"/>
                <a:gd name="T47" fmla="*/ 1032 h 2208"/>
                <a:gd name="T48" fmla="*/ 166 w 1343"/>
                <a:gd name="T49" fmla="*/ 988 h 2208"/>
                <a:gd name="T50" fmla="*/ 244 w 1343"/>
                <a:gd name="T51" fmla="*/ 965 h 2208"/>
                <a:gd name="T52" fmla="*/ 633 w 1343"/>
                <a:gd name="T53" fmla="*/ 962 h 2208"/>
                <a:gd name="T54" fmla="*/ 636 w 1343"/>
                <a:gd name="T55" fmla="*/ 308 h 2208"/>
                <a:gd name="T56" fmla="*/ 661 w 1343"/>
                <a:gd name="T57" fmla="*/ 218 h 2208"/>
                <a:gd name="T58" fmla="*/ 707 w 1343"/>
                <a:gd name="T59" fmla="*/ 140 h 2208"/>
                <a:gd name="T60" fmla="*/ 771 w 1343"/>
                <a:gd name="T61" fmla="*/ 75 h 2208"/>
                <a:gd name="T62" fmla="*/ 850 w 1343"/>
                <a:gd name="T63" fmla="*/ 29 h 2208"/>
                <a:gd name="T64" fmla="*/ 940 w 1343"/>
                <a:gd name="T65" fmla="*/ 3 h 2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3" h="2208">
                  <a:moveTo>
                    <a:pt x="988" y="0"/>
                  </a:moveTo>
                  <a:lnTo>
                    <a:pt x="1036" y="3"/>
                  </a:lnTo>
                  <a:lnTo>
                    <a:pt x="1083" y="13"/>
                  </a:lnTo>
                  <a:lnTo>
                    <a:pt x="1127" y="29"/>
                  </a:lnTo>
                  <a:lnTo>
                    <a:pt x="1168" y="49"/>
                  </a:lnTo>
                  <a:lnTo>
                    <a:pt x="1205" y="75"/>
                  </a:lnTo>
                  <a:lnTo>
                    <a:pt x="1240" y="105"/>
                  </a:lnTo>
                  <a:lnTo>
                    <a:pt x="1269" y="140"/>
                  </a:lnTo>
                  <a:lnTo>
                    <a:pt x="1295" y="177"/>
                  </a:lnTo>
                  <a:lnTo>
                    <a:pt x="1316" y="218"/>
                  </a:lnTo>
                  <a:lnTo>
                    <a:pt x="1331" y="262"/>
                  </a:lnTo>
                  <a:lnTo>
                    <a:pt x="1340" y="308"/>
                  </a:lnTo>
                  <a:lnTo>
                    <a:pt x="1343" y="356"/>
                  </a:lnTo>
                  <a:lnTo>
                    <a:pt x="1343" y="1177"/>
                  </a:lnTo>
                  <a:lnTo>
                    <a:pt x="1340" y="1223"/>
                  </a:lnTo>
                  <a:lnTo>
                    <a:pt x="1332" y="1268"/>
                  </a:lnTo>
                  <a:lnTo>
                    <a:pt x="1317" y="1310"/>
                  </a:lnTo>
                  <a:lnTo>
                    <a:pt x="1297" y="1349"/>
                  </a:lnTo>
                  <a:lnTo>
                    <a:pt x="1272" y="1385"/>
                  </a:lnTo>
                  <a:lnTo>
                    <a:pt x="1244" y="1419"/>
                  </a:lnTo>
                  <a:lnTo>
                    <a:pt x="1211" y="1447"/>
                  </a:lnTo>
                  <a:lnTo>
                    <a:pt x="1175" y="1472"/>
                  </a:lnTo>
                  <a:lnTo>
                    <a:pt x="1135" y="1491"/>
                  </a:lnTo>
                  <a:lnTo>
                    <a:pt x="1093" y="1505"/>
                  </a:lnTo>
                  <a:lnTo>
                    <a:pt x="1050" y="1515"/>
                  </a:lnTo>
                  <a:lnTo>
                    <a:pt x="1003" y="1518"/>
                  </a:lnTo>
                  <a:lnTo>
                    <a:pt x="560" y="1518"/>
                  </a:lnTo>
                  <a:lnTo>
                    <a:pt x="560" y="2124"/>
                  </a:lnTo>
                  <a:lnTo>
                    <a:pt x="557" y="2146"/>
                  </a:lnTo>
                  <a:lnTo>
                    <a:pt x="548" y="2166"/>
                  </a:lnTo>
                  <a:lnTo>
                    <a:pt x="535" y="2183"/>
                  </a:lnTo>
                  <a:lnTo>
                    <a:pt x="518" y="2196"/>
                  </a:lnTo>
                  <a:lnTo>
                    <a:pt x="498" y="2205"/>
                  </a:lnTo>
                  <a:lnTo>
                    <a:pt x="476" y="2208"/>
                  </a:lnTo>
                  <a:lnTo>
                    <a:pt x="82" y="2208"/>
                  </a:lnTo>
                  <a:lnTo>
                    <a:pt x="61" y="2205"/>
                  </a:lnTo>
                  <a:lnTo>
                    <a:pt x="41" y="2196"/>
                  </a:lnTo>
                  <a:lnTo>
                    <a:pt x="24" y="2183"/>
                  </a:lnTo>
                  <a:lnTo>
                    <a:pt x="10" y="2166"/>
                  </a:lnTo>
                  <a:lnTo>
                    <a:pt x="2" y="2146"/>
                  </a:lnTo>
                  <a:lnTo>
                    <a:pt x="0" y="2124"/>
                  </a:lnTo>
                  <a:lnTo>
                    <a:pt x="0" y="1250"/>
                  </a:lnTo>
                  <a:lnTo>
                    <a:pt x="3" y="1207"/>
                  </a:lnTo>
                  <a:lnTo>
                    <a:pt x="11" y="1167"/>
                  </a:lnTo>
                  <a:lnTo>
                    <a:pt x="26" y="1129"/>
                  </a:lnTo>
                  <a:lnTo>
                    <a:pt x="46" y="1093"/>
                  </a:lnTo>
                  <a:lnTo>
                    <a:pt x="70" y="1061"/>
                  </a:lnTo>
                  <a:lnTo>
                    <a:pt x="98" y="1032"/>
                  </a:lnTo>
                  <a:lnTo>
                    <a:pt x="131" y="1008"/>
                  </a:lnTo>
                  <a:lnTo>
                    <a:pt x="166" y="988"/>
                  </a:lnTo>
                  <a:lnTo>
                    <a:pt x="204" y="974"/>
                  </a:lnTo>
                  <a:lnTo>
                    <a:pt x="244" y="965"/>
                  </a:lnTo>
                  <a:lnTo>
                    <a:pt x="287" y="962"/>
                  </a:lnTo>
                  <a:lnTo>
                    <a:pt x="633" y="962"/>
                  </a:lnTo>
                  <a:lnTo>
                    <a:pt x="633" y="356"/>
                  </a:lnTo>
                  <a:lnTo>
                    <a:pt x="636" y="308"/>
                  </a:lnTo>
                  <a:lnTo>
                    <a:pt x="645" y="262"/>
                  </a:lnTo>
                  <a:lnTo>
                    <a:pt x="661" y="218"/>
                  </a:lnTo>
                  <a:lnTo>
                    <a:pt x="681" y="177"/>
                  </a:lnTo>
                  <a:lnTo>
                    <a:pt x="707" y="140"/>
                  </a:lnTo>
                  <a:lnTo>
                    <a:pt x="737" y="105"/>
                  </a:lnTo>
                  <a:lnTo>
                    <a:pt x="771" y="75"/>
                  </a:lnTo>
                  <a:lnTo>
                    <a:pt x="808" y="49"/>
                  </a:lnTo>
                  <a:lnTo>
                    <a:pt x="850" y="29"/>
                  </a:lnTo>
                  <a:lnTo>
                    <a:pt x="894" y="13"/>
                  </a:lnTo>
                  <a:lnTo>
                    <a:pt x="940" y="3"/>
                  </a:lnTo>
                  <a:lnTo>
                    <a:pt x="9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3" name="Freeform 219">
              <a:extLst>
                <a:ext uri="{FF2B5EF4-FFF2-40B4-BE49-F238E27FC236}">
                  <a16:creationId xmlns:a16="http://schemas.microsoft.com/office/drawing/2014/main" id="{57A1044A-652C-4A39-A3F7-CF2BD6EBE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4776" y="2339975"/>
              <a:ext cx="200025" cy="271463"/>
            </a:xfrm>
            <a:custGeom>
              <a:avLst/>
              <a:gdLst>
                <a:gd name="T0" fmla="*/ 102 w 1382"/>
                <a:gd name="T1" fmla="*/ 0 h 1881"/>
                <a:gd name="T2" fmla="*/ 1281 w 1382"/>
                <a:gd name="T3" fmla="*/ 0 h 1881"/>
                <a:gd name="T4" fmla="*/ 1304 w 1382"/>
                <a:gd name="T5" fmla="*/ 3 h 1881"/>
                <a:gd name="T6" fmla="*/ 1325 w 1382"/>
                <a:gd name="T7" fmla="*/ 11 h 1881"/>
                <a:gd name="T8" fmla="*/ 1344 w 1382"/>
                <a:gd name="T9" fmla="*/ 22 h 1881"/>
                <a:gd name="T10" fmla="*/ 1360 w 1382"/>
                <a:gd name="T11" fmla="*/ 38 h 1881"/>
                <a:gd name="T12" fmla="*/ 1372 w 1382"/>
                <a:gd name="T13" fmla="*/ 57 h 1881"/>
                <a:gd name="T14" fmla="*/ 1379 w 1382"/>
                <a:gd name="T15" fmla="*/ 78 h 1881"/>
                <a:gd name="T16" fmla="*/ 1382 w 1382"/>
                <a:gd name="T17" fmla="*/ 102 h 1881"/>
                <a:gd name="T18" fmla="*/ 1379 w 1382"/>
                <a:gd name="T19" fmla="*/ 125 h 1881"/>
                <a:gd name="T20" fmla="*/ 1372 w 1382"/>
                <a:gd name="T21" fmla="*/ 146 h 1881"/>
                <a:gd name="T22" fmla="*/ 1360 w 1382"/>
                <a:gd name="T23" fmla="*/ 165 h 1881"/>
                <a:gd name="T24" fmla="*/ 1344 w 1382"/>
                <a:gd name="T25" fmla="*/ 180 h 1881"/>
                <a:gd name="T26" fmla="*/ 1325 w 1382"/>
                <a:gd name="T27" fmla="*/ 193 h 1881"/>
                <a:gd name="T28" fmla="*/ 1304 w 1382"/>
                <a:gd name="T29" fmla="*/ 200 h 1881"/>
                <a:gd name="T30" fmla="*/ 1281 w 1382"/>
                <a:gd name="T31" fmla="*/ 203 h 1881"/>
                <a:gd name="T32" fmla="*/ 792 w 1382"/>
                <a:gd name="T33" fmla="*/ 203 h 1881"/>
                <a:gd name="T34" fmla="*/ 792 w 1382"/>
                <a:gd name="T35" fmla="*/ 1780 h 1881"/>
                <a:gd name="T36" fmla="*/ 790 w 1382"/>
                <a:gd name="T37" fmla="*/ 1803 h 1881"/>
                <a:gd name="T38" fmla="*/ 782 w 1382"/>
                <a:gd name="T39" fmla="*/ 1825 h 1881"/>
                <a:gd name="T40" fmla="*/ 770 w 1382"/>
                <a:gd name="T41" fmla="*/ 1844 h 1881"/>
                <a:gd name="T42" fmla="*/ 755 w 1382"/>
                <a:gd name="T43" fmla="*/ 1859 h 1881"/>
                <a:gd name="T44" fmla="*/ 736 w 1382"/>
                <a:gd name="T45" fmla="*/ 1871 h 1881"/>
                <a:gd name="T46" fmla="*/ 714 w 1382"/>
                <a:gd name="T47" fmla="*/ 1879 h 1881"/>
                <a:gd name="T48" fmla="*/ 691 w 1382"/>
                <a:gd name="T49" fmla="*/ 1881 h 1881"/>
                <a:gd name="T50" fmla="*/ 668 w 1382"/>
                <a:gd name="T51" fmla="*/ 1879 h 1881"/>
                <a:gd name="T52" fmla="*/ 647 w 1382"/>
                <a:gd name="T53" fmla="*/ 1871 h 1881"/>
                <a:gd name="T54" fmla="*/ 628 w 1382"/>
                <a:gd name="T55" fmla="*/ 1859 h 1881"/>
                <a:gd name="T56" fmla="*/ 613 w 1382"/>
                <a:gd name="T57" fmla="*/ 1844 h 1881"/>
                <a:gd name="T58" fmla="*/ 600 w 1382"/>
                <a:gd name="T59" fmla="*/ 1825 h 1881"/>
                <a:gd name="T60" fmla="*/ 593 w 1382"/>
                <a:gd name="T61" fmla="*/ 1803 h 1881"/>
                <a:gd name="T62" fmla="*/ 590 w 1382"/>
                <a:gd name="T63" fmla="*/ 1780 h 1881"/>
                <a:gd name="T64" fmla="*/ 590 w 1382"/>
                <a:gd name="T65" fmla="*/ 203 h 1881"/>
                <a:gd name="T66" fmla="*/ 102 w 1382"/>
                <a:gd name="T67" fmla="*/ 203 h 1881"/>
                <a:gd name="T68" fmla="*/ 78 w 1382"/>
                <a:gd name="T69" fmla="*/ 200 h 1881"/>
                <a:gd name="T70" fmla="*/ 57 w 1382"/>
                <a:gd name="T71" fmla="*/ 193 h 1881"/>
                <a:gd name="T72" fmla="*/ 38 w 1382"/>
                <a:gd name="T73" fmla="*/ 180 h 1881"/>
                <a:gd name="T74" fmla="*/ 22 w 1382"/>
                <a:gd name="T75" fmla="*/ 165 h 1881"/>
                <a:gd name="T76" fmla="*/ 11 w 1382"/>
                <a:gd name="T77" fmla="*/ 146 h 1881"/>
                <a:gd name="T78" fmla="*/ 3 w 1382"/>
                <a:gd name="T79" fmla="*/ 125 h 1881"/>
                <a:gd name="T80" fmla="*/ 0 w 1382"/>
                <a:gd name="T81" fmla="*/ 102 h 1881"/>
                <a:gd name="T82" fmla="*/ 3 w 1382"/>
                <a:gd name="T83" fmla="*/ 78 h 1881"/>
                <a:gd name="T84" fmla="*/ 11 w 1382"/>
                <a:gd name="T85" fmla="*/ 57 h 1881"/>
                <a:gd name="T86" fmla="*/ 22 w 1382"/>
                <a:gd name="T87" fmla="*/ 38 h 1881"/>
                <a:gd name="T88" fmla="*/ 38 w 1382"/>
                <a:gd name="T89" fmla="*/ 22 h 1881"/>
                <a:gd name="T90" fmla="*/ 57 w 1382"/>
                <a:gd name="T91" fmla="*/ 11 h 1881"/>
                <a:gd name="T92" fmla="*/ 78 w 1382"/>
                <a:gd name="T93" fmla="*/ 3 h 1881"/>
                <a:gd name="T94" fmla="*/ 102 w 1382"/>
                <a:gd name="T95" fmla="*/ 0 h 1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82" h="1881">
                  <a:moveTo>
                    <a:pt x="102" y="0"/>
                  </a:moveTo>
                  <a:lnTo>
                    <a:pt x="1281" y="0"/>
                  </a:lnTo>
                  <a:lnTo>
                    <a:pt x="1304" y="3"/>
                  </a:lnTo>
                  <a:lnTo>
                    <a:pt x="1325" y="11"/>
                  </a:lnTo>
                  <a:lnTo>
                    <a:pt x="1344" y="22"/>
                  </a:lnTo>
                  <a:lnTo>
                    <a:pt x="1360" y="38"/>
                  </a:lnTo>
                  <a:lnTo>
                    <a:pt x="1372" y="57"/>
                  </a:lnTo>
                  <a:lnTo>
                    <a:pt x="1379" y="78"/>
                  </a:lnTo>
                  <a:lnTo>
                    <a:pt x="1382" y="102"/>
                  </a:lnTo>
                  <a:lnTo>
                    <a:pt x="1379" y="125"/>
                  </a:lnTo>
                  <a:lnTo>
                    <a:pt x="1372" y="146"/>
                  </a:lnTo>
                  <a:lnTo>
                    <a:pt x="1360" y="165"/>
                  </a:lnTo>
                  <a:lnTo>
                    <a:pt x="1344" y="180"/>
                  </a:lnTo>
                  <a:lnTo>
                    <a:pt x="1325" y="193"/>
                  </a:lnTo>
                  <a:lnTo>
                    <a:pt x="1304" y="200"/>
                  </a:lnTo>
                  <a:lnTo>
                    <a:pt x="1281" y="203"/>
                  </a:lnTo>
                  <a:lnTo>
                    <a:pt x="792" y="203"/>
                  </a:lnTo>
                  <a:lnTo>
                    <a:pt x="792" y="1780"/>
                  </a:lnTo>
                  <a:lnTo>
                    <a:pt x="790" y="1803"/>
                  </a:lnTo>
                  <a:lnTo>
                    <a:pt x="782" y="1825"/>
                  </a:lnTo>
                  <a:lnTo>
                    <a:pt x="770" y="1844"/>
                  </a:lnTo>
                  <a:lnTo>
                    <a:pt x="755" y="1859"/>
                  </a:lnTo>
                  <a:lnTo>
                    <a:pt x="736" y="1871"/>
                  </a:lnTo>
                  <a:lnTo>
                    <a:pt x="714" y="1879"/>
                  </a:lnTo>
                  <a:lnTo>
                    <a:pt x="691" y="1881"/>
                  </a:lnTo>
                  <a:lnTo>
                    <a:pt x="668" y="1879"/>
                  </a:lnTo>
                  <a:lnTo>
                    <a:pt x="647" y="1871"/>
                  </a:lnTo>
                  <a:lnTo>
                    <a:pt x="628" y="1859"/>
                  </a:lnTo>
                  <a:lnTo>
                    <a:pt x="613" y="1844"/>
                  </a:lnTo>
                  <a:lnTo>
                    <a:pt x="600" y="1825"/>
                  </a:lnTo>
                  <a:lnTo>
                    <a:pt x="593" y="1803"/>
                  </a:lnTo>
                  <a:lnTo>
                    <a:pt x="590" y="1780"/>
                  </a:lnTo>
                  <a:lnTo>
                    <a:pt x="590" y="203"/>
                  </a:lnTo>
                  <a:lnTo>
                    <a:pt x="102" y="203"/>
                  </a:lnTo>
                  <a:lnTo>
                    <a:pt x="78" y="200"/>
                  </a:lnTo>
                  <a:lnTo>
                    <a:pt x="57" y="193"/>
                  </a:lnTo>
                  <a:lnTo>
                    <a:pt x="38" y="180"/>
                  </a:lnTo>
                  <a:lnTo>
                    <a:pt x="22" y="165"/>
                  </a:lnTo>
                  <a:lnTo>
                    <a:pt x="11" y="146"/>
                  </a:lnTo>
                  <a:lnTo>
                    <a:pt x="3" y="125"/>
                  </a:lnTo>
                  <a:lnTo>
                    <a:pt x="0" y="102"/>
                  </a:lnTo>
                  <a:lnTo>
                    <a:pt x="3" y="78"/>
                  </a:lnTo>
                  <a:lnTo>
                    <a:pt x="11" y="57"/>
                  </a:lnTo>
                  <a:lnTo>
                    <a:pt x="22" y="38"/>
                  </a:lnTo>
                  <a:lnTo>
                    <a:pt x="38" y="22"/>
                  </a:lnTo>
                  <a:lnTo>
                    <a:pt x="57" y="11"/>
                  </a:lnTo>
                  <a:lnTo>
                    <a:pt x="78" y="3"/>
                  </a:lnTo>
                  <a:lnTo>
                    <a:pt x="1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FA423A2A-A00F-4ED7-AEA7-339864B512FC}"/>
              </a:ext>
            </a:extLst>
          </p:cNvPr>
          <p:cNvGrpSpPr/>
          <p:nvPr/>
        </p:nvGrpSpPr>
        <p:grpSpPr>
          <a:xfrm>
            <a:off x="9318577" y="4817211"/>
            <a:ext cx="324595" cy="324596"/>
            <a:chOff x="8253413" y="2093913"/>
            <a:chExt cx="492124" cy="4921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05" name="Freeform 224">
              <a:extLst>
                <a:ext uri="{FF2B5EF4-FFF2-40B4-BE49-F238E27FC236}">
                  <a16:creationId xmlns:a16="http://schemas.microsoft.com/office/drawing/2014/main" id="{5B049A83-6646-437D-BE05-BAA8DA22C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0738" y="2093913"/>
              <a:ext cx="117475" cy="117475"/>
            </a:xfrm>
            <a:custGeom>
              <a:avLst/>
              <a:gdLst>
                <a:gd name="T0" fmla="*/ 406 w 813"/>
                <a:gd name="T1" fmla="*/ 0 h 816"/>
                <a:gd name="T2" fmla="*/ 457 w 813"/>
                <a:gd name="T3" fmla="*/ 3 h 816"/>
                <a:gd name="T4" fmla="*/ 507 w 813"/>
                <a:gd name="T5" fmla="*/ 13 h 816"/>
                <a:gd name="T6" fmla="*/ 554 w 813"/>
                <a:gd name="T7" fmla="*/ 28 h 816"/>
                <a:gd name="T8" fmla="*/ 597 w 813"/>
                <a:gd name="T9" fmla="*/ 48 h 816"/>
                <a:gd name="T10" fmla="*/ 639 w 813"/>
                <a:gd name="T11" fmla="*/ 73 h 816"/>
                <a:gd name="T12" fmla="*/ 676 w 813"/>
                <a:gd name="T13" fmla="*/ 103 h 816"/>
                <a:gd name="T14" fmla="*/ 710 w 813"/>
                <a:gd name="T15" fmla="*/ 138 h 816"/>
                <a:gd name="T16" fmla="*/ 740 w 813"/>
                <a:gd name="T17" fmla="*/ 175 h 816"/>
                <a:gd name="T18" fmla="*/ 765 w 813"/>
                <a:gd name="T19" fmla="*/ 217 h 816"/>
                <a:gd name="T20" fmla="*/ 786 w 813"/>
                <a:gd name="T21" fmla="*/ 261 h 816"/>
                <a:gd name="T22" fmla="*/ 800 w 813"/>
                <a:gd name="T23" fmla="*/ 308 h 816"/>
                <a:gd name="T24" fmla="*/ 810 w 813"/>
                <a:gd name="T25" fmla="*/ 357 h 816"/>
                <a:gd name="T26" fmla="*/ 813 w 813"/>
                <a:gd name="T27" fmla="*/ 408 h 816"/>
                <a:gd name="T28" fmla="*/ 810 w 813"/>
                <a:gd name="T29" fmla="*/ 459 h 816"/>
                <a:gd name="T30" fmla="*/ 800 w 813"/>
                <a:gd name="T31" fmla="*/ 509 h 816"/>
                <a:gd name="T32" fmla="*/ 786 w 813"/>
                <a:gd name="T33" fmla="*/ 556 h 816"/>
                <a:gd name="T34" fmla="*/ 765 w 813"/>
                <a:gd name="T35" fmla="*/ 599 h 816"/>
                <a:gd name="T36" fmla="*/ 740 w 813"/>
                <a:gd name="T37" fmla="*/ 641 h 816"/>
                <a:gd name="T38" fmla="*/ 710 w 813"/>
                <a:gd name="T39" fmla="*/ 678 h 816"/>
                <a:gd name="T40" fmla="*/ 676 w 813"/>
                <a:gd name="T41" fmla="*/ 713 h 816"/>
                <a:gd name="T42" fmla="*/ 639 w 813"/>
                <a:gd name="T43" fmla="*/ 743 h 816"/>
                <a:gd name="T44" fmla="*/ 597 w 813"/>
                <a:gd name="T45" fmla="*/ 768 h 816"/>
                <a:gd name="T46" fmla="*/ 554 w 813"/>
                <a:gd name="T47" fmla="*/ 789 h 816"/>
                <a:gd name="T48" fmla="*/ 507 w 813"/>
                <a:gd name="T49" fmla="*/ 803 h 816"/>
                <a:gd name="T50" fmla="*/ 457 w 813"/>
                <a:gd name="T51" fmla="*/ 813 h 816"/>
                <a:gd name="T52" fmla="*/ 406 w 813"/>
                <a:gd name="T53" fmla="*/ 816 h 816"/>
                <a:gd name="T54" fmla="*/ 356 w 813"/>
                <a:gd name="T55" fmla="*/ 813 h 816"/>
                <a:gd name="T56" fmla="*/ 307 w 813"/>
                <a:gd name="T57" fmla="*/ 803 h 816"/>
                <a:gd name="T58" fmla="*/ 260 w 813"/>
                <a:gd name="T59" fmla="*/ 789 h 816"/>
                <a:gd name="T60" fmla="*/ 216 w 813"/>
                <a:gd name="T61" fmla="*/ 768 h 816"/>
                <a:gd name="T62" fmla="*/ 174 w 813"/>
                <a:gd name="T63" fmla="*/ 743 h 816"/>
                <a:gd name="T64" fmla="*/ 137 w 813"/>
                <a:gd name="T65" fmla="*/ 713 h 816"/>
                <a:gd name="T66" fmla="*/ 103 w 813"/>
                <a:gd name="T67" fmla="*/ 678 h 816"/>
                <a:gd name="T68" fmla="*/ 73 w 813"/>
                <a:gd name="T69" fmla="*/ 641 h 816"/>
                <a:gd name="T70" fmla="*/ 48 w 813"/>
                <a:gd name="T71" fmla="*/ 599 h 816"/>
                <a:gd name="T72" fmla="*/ 28 w 813"/>
                <a:gd name="T73" fmla="*/ 556 h 816"/>
                <a:gd name="T74" fmla="*/ 12 w 813"/>
                <a:gd name="T75" fmla="*/ 509 h 816"/>
                <a:gd name="T76" fmla="*/ 3 w 813"/>
                <a:gd name="T77" fmla="*/ 459 h 816"/>
                <a:gd name="T78" fmla="*/ 0 w 813"/>
                <a:gd name="T79" fmla="*/ 408 h 816"/>
                <a:gd name="T80" fmla="*/ 3 w 813"/>
                <a:gd name="T81" fmla="*/ 357 h 816"/>
                <a:gd name="T82" fmla="*/ 12 w 813"/>
                <a:gd name="T83" fmla="*/ 308 h 816"/>
                <a:gd name="T84" fmla="*/ 28 w 813"/>
                <a:gd name="T85" fmla="*/ 261 h 816"/>
                <a:gd name="T86" fmla="*/ 48 w 813"/>
                <a:gd name="T87" fmla="*/ 217 h 816"/>
                <a:gd name="T88" fmla="*/ 73 w 813"/>
                <a:gd name="T89" fmla="*/ 175 h 816"/>
                <a:gd name="T90" fmla="*/ 103 w 813"/>
                <a:gd name="T91" fmla="*/ 138 h 816"/>
                <a:gd name="T92" fmla="*/ 137 w 813"/>
                <a:gd name="T93" fmla="*/ 103 h 816"/>
                <a:gd name="T94" fmla="*/ 174 w 813"/>
                <a:gd name="T95" fmla="*/ 73 h 816"/>
                <a:gd name="T96" fmla="*/ 216 w 813"/>
                <a:gd name="T97" fmla="*/ 48 h 816"/>
                <a:gd name="T98" fmla="*/ 260 w 813"/>
                <a:gd name="T99" fmla="*/ 28 h 816"/>
                <a:gd name="T100" fmla="*/ 307 w 813"/>
                <a:gd name="T101" fmla="*/ 13 h 816"/>
                <a:gd name="T102" fmla="*/ 356 w 813"/>
                <a:gd name="T103" fmla="*/ 3 h 816"/>
                <a:gd name="T104" fmla="*/ 406 w 813"/>
                <a:gd name="T10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13" h="816">
                  <a:moveTo>
                    <a:pt x="406" y="0"/>
                  </a:moveTo>
                  <a:lnTo>
                    <a:pt x="457" y="3"/>
                  </a:lnTo>
                  <a:lnTo>
                    <a:pt x="507" y="13"/>
                  </a:lnTo>
                  <a:lnTo>
                    <a:pt x="554" y="28"/>
                  </a:lnTo>
                  <a:lnTo>
                    <a:pt x="597" y="48"/>
                  </a:lnTo>
                  <a:lnTo>
                    <a:pt x="639" y="73"/>
                  </a:lnTo>
                  <a:lnTo>
                    <a:pt x="676" y="103"/>
                  </a:lnTo>
                  <a:lnTo>
                    <a:pt x="710" y="138"/>
                  </a:lnTo>
                  <a:lnTo>
                    <a:pt x="740" y="175"/>
                  </a:lnTo>
                  <a:lnTo>
                    <a:pt x="765" y="217"/>
                  </a:lnTo>
                  <a:lnTo>
                    <a:pt x="786" y="261"/>
                  </a:lnTo>
                  <a:lnTo>
                    <a:pt x="800" y="308"/>
                  </a:lnTo>
                  <a:lnTo>
                    <a:pt x="810" y="357"/>
                  </a:lnTo>
                  <a:lnTo>
                    <a:pt x="813" y="408"/>
                  </a:lnTo>
                  <a:lnTo>
                    <a:pt x="810" y="459"/>
                  </a:lnTo>
                  <a:lnTo>
                    <a:pt x="800" y="509"/>
                  </a:lnTo>
                  <a:lnTo>
                    <a:pt x="786" y="556"/>
                  </a:lnTo>
                  <a:lnTo>
                    <a:pt x="765" y="599"/>
                  </a:lnTo>
                  <a:lnTo>
                    <a:pt x="740" y="641"/>
                  </a:lnTo>
                  <a:lnTo>
                    <a:pt x="710" y="678"/>
                  </a:lnTo>
                  <a:lnTo>
                    <a:pt x="676" y="713"/>
                  </a:lnTo>
                  <a:lnTo>
                    <a:pt x="639" y="743"/>
                  </a:lnTo>
                  <a:lnTo>
                    <a:pt x="597" y="768"/>
                  </a:lnTo>
                  <a:lnTo>
                    <a:pt x="554" y="789"/>
                  </a:lnTo>
                  <a:lnTo>
                    <a:pt x="507" y="803"/>
                  </a:lnTo>
                  <a:lnTo>
                    <a:pt x="457" y="813"/>
                  </a:lnTo>
                  <a:lnTo>
                    <a:pt x="406" y="816"/>
                  </a:lnTo>
                  <a:lnTo>
                    <a:pt x="356" y="813"/>
                  </a:lnTo>
                  <a:lnTo>
                    <a:pt x="307" y="803"/>
                  </a:lnTo>
                  <a:lnTo>
                    <a:pt x="260" y="789"/>
                  </a:lnTo>
                  <a:lnTo>
                    <a:pt x="216" y="768"/>
                  </a:lnTo>
                  <a:lnTo>
                    <a:pt x="174" y="743"/>
                  </a:lnTo>
                  <a:lnTo>
                    <a:pt x="137" y="713"/>
                  </a:lnTo>
                  <a:lnTo>
                    <a:pt x="103" y="678"/>
                  </a:lnTo>
                  <a:lnTo>
                    <a:pt x="73" y="641"/>
                  </a:lnTo>
                  <a:lnTo>
                    <a:pt x="48" y="599"/>
                  </a:lnTo>
                  <a:lnTo>
                    <a:pt x="28" y="556"/>
                  </a:lnTo>
                  <a:lnTo>
                    <a:pt x="12" y="509"/>
                  </a:lnTo>
                  <a:lnTo>
                    <a:pt x="3" y="459"/>
                  </a:lnTo>
                  <a:lnTo>
                    <a:pt x="0" y="408"/>
                  </a:lnTo>
                  <a:lnTo>
                    <a:pt x="3" y="357"/>
                  </a:lnTo>
                  <a:lnTo>
                    <a:pt x="12" y="308"/>
                  </a:lnTo>
                  <a:lnTo>
                    <a:pt x="28" y="261"/>
                  </a:lnTo>
                  <a:lnTo>
                    <a:pt x="48" y="217"/>
                  </a:lnTo>
                  <a:lnTo>
                    <a:pt x="73" y="175"/>
                  </a:lnTo>
                  <a:lnTo>
                    <a:pt x="103" y="138"/>
                  </a:lnTo>
                  <a:lnTo>
                    <a:pt x="137" y="103"/>
                  </a:lnTo>
                  <a:lnTo>
                    <a:pt x="174" y="73"/>
                  </a:lnTo>
                  <a:lnTo>
                    <a:pt x="216" y="48"/>
                  </a:lnTo>
                  <a:lnTo>
                    <a:pt x="260" y="28"/>
                  </a:lnTo>
                  <a:lnTo>
                    <a:pt x="307" y="13"/>
                  </a:lnTo>
                  <a:lnTo>
                    <a:pt x="356" y="3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6" name="Freeform 225">
              <a:extLst>
                <a:ext uri="{FF2B5EF4-FFF2-40B4-BE49-F238E27FC236}">
                  <a16:creationId xmlns:a16="http://schemas.microsoft.com/office/drawing/2014/main" id="{84B07332-DE8C-4551-9D96-71FF7A541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5188" y="2227263"/>
              <a:ext cx="28575" cy="73025"/>
            </a:xfrm>
            <a:custGeom>
              <a:avLst/>
              <a:gdLst>
                <a:gd name="T0" fmla="*/ 48 w 195"/>
                <a:gd name="T1" fmla="*/ 0 h 501"/>
                <a:gd name="T2" fmla="*/ 147 w 195"/>
                <a:gd name="T3" fmla="*/ 0 h 501"/>
                <a:gd name="T4" fmla="*/ 161 w 195"/>
                <a:gd name="T5" fmla="*/ 1 h 501"/>
                <a:gd name="T6" fmla="*/ 173 w 195"/>
                <a:gd name="T7" fmla="*/ 6 h 501"/>
                <a:gd name="T8" fmla="*/ 183 w 195"/>
                <a:gd name="T9" fmla="*/ 15 h 501"/>
                <a:gd name="T10" fmla="*/ 192 w 195"/>
                <a:gd name="T11" fmla="*/ 27 h 501"/>
                <a:gd name="T12" fmla="*/ 195 w 195"/>
                <a:gd name="T13" fmla="*/ 42 h 501"/>
                <a:gd name="T14" fmla="*/ 195 w 195"/>
                <a:gd name="T15" fmla="*/ 56 h 501"/>
                <a:gd name="T16" fmla="*/ 190 w 195"/>
                <a:gd name="T17" fmla="*/ 70 h 501"/>
                <a:gd name="T18" fmla="*/ 136 w 195"/>
                <a:gd name="T19" fmla="*/ 150 h 501"/>
                <a:gd name="T20" fmla="*/ 161 w 195"/>
                <a:gd name="T21" fmla="*/ 361 h 501"/>
                <a:gd name="T22" fmla="*/ 112 w 195"/>
                <a:gd name="T23" fmla="*/ 492 h 501"/>
                <a:gd name="T24" fmla="*/ 108 w 195"/>
                <a:gd name="T25" fmla="*/ 498 h 501"/>
                <a:gd name="T26" fmla="*/ 102 w 195"/>
                <a:gd name="T27" fmla="*/ 501 h 501"/>
                <a:gd name="T28" fmla="*/ 94 w 195"/>
                <a:gd name="T29" fmla="*/ 501 h 501"/>
                <a:gd name="T30" fmla="*/ 88 w 195"/>
                <a:gd name="T31" fmla="*/ 498 h 501"/>
                <a:gd name="T32" fmla="*/ 84 w 195"/>
                <a:gd name="T33" fmla="*/ 492 h 501"/>
                <a:gd name="T34" fmla="*/ 34 w 195"/>
                <a:gd name="T35" fmla="*/ 361 h 501"/>
                <a:gd name="T36" fmla="*/ 59 w 195"/>
                <a:gd name="T37" fmla="*/ 150 h 501"/>
                <a:gd name="T38" fmla="*/ 6 w 195"/>
                <a:gd name="T39" fmla="*/ 70 h 501"/>
                <a:gd name="T40" fmla="*/ 1 w 195"/>
                <a:gd name="T41" fmla="*/ 56 h 501"/>
                <a:gd name="T42" fmla="*/ 0 w 195"/>
                <a:gd name="T43" fmla="*/ 42 h 501"/>
                <a:gd name="T44" fmla="*/ 4 w 195"/>
                <a:gd name="T45" fmla="*/ 27 h 501"/>
                <a:gd name="T46" fmla="*/ 12 w 195"/>
                <a:gd name="T47" fmla="*/ 15 h 501"/>
                <a:gd name="T48" fmla="*/ 23 w 195"/>
                <a:gd name="T49" fmla="*/ 6 h 501"/>
                <a:gd name="T50" fmla="*/ 34 w 195"/>
                <a:gd name="T51" fmla="*/ 1 h 501"/>
                <a:gd name="T52" fmla="*/ 48 w 195"/>
                <a:gd name="T53" fmla="*/ 0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5" h="501">
                  <a:moveTo>
                    <a:pt x="48" y="0"/>
                  </a:moveTo>
                  <a:lnTo>
                    <a:pt x="147" y="0"/>
                  </a:lnTo>
                  <a:lnTo>
                    <a:pt x="161" y="1"/>
                  </a:lnTo>
                  <a:lnTo>
                    <a:pt x="173" y="6"/>
                  </a:lnTo>
                  <a:lnTo>
                    <a:pt x="183" y="15"/>
                  </a:lnTo>
                  <a:lnTo>
                    <a:pt x="192" y="27"/>
                  </a:lnTo>
                  <a:lnTo>
                    <a:pt x="195" y="42"/>
                  </a:lnTo>
                  <a:lnTo>
                    <a:pt x="195" y="56"/>
                  </a:lnTo>
                  <a:lnTo>
                    <a:pt x="190" y="70"/>
                  </a:lnTo>
                  <a:lnTo>
                    <a:pt x="136" y="150"/>
                  </a:lnTo>
                  <a:lnTo>
                    <a:pt x="161" y="361"/>
                  </a:lnTo>
                  <a:lnTo>
                    <a:pt x="112" y="492"/>
                  </a:lnTo>
                  <a:lnTo>
                    <a:pt x="108" y="498"/>
                  </a:lnTo>
                  <a:lnTo>
                    <a:pt x="102" y="501"/>
                  </a:lnTo>
                  <a:lnTo>
                    <a:pt x="94" y="501"/>
                  </a:lnTo>
                  <a:lnTo>
                    <a:pt x="88" y="498"/>
                  </a:lnTo>
                  <a:lnTo>
                    <a:pt x="84" y="492"/>
                  </a:lnTo>
                  <a:lnTo>
                    <a:pt x="34" y="361"/>
                  </a:lnTo>
                  <a:lnTo>
                    <a:pt x="59" y="150"/>
                  </a:lnTo>
                  <a:lnTo>
                    <a:pt x="6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4" y="27"/>
                  </a:lnTo>
                  <a:lnTo>
                    <a:pt x="12" y="15"/>
                  </a:lnTo>
                  <a:lnTo>
                    <a:pt x="23" y="6"/>
                  </a:lnTo>
                  <a:lnTo>
                    <a:pt x="34" y="1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7" name="Freeform 226">
              <a:extLst>
                <a:ext uri="{FF2B5EF4-FFF2-40B4-BE49-F238E27FC236}">
                  <a16:creationId xmlns:a16="http://schemas.microsoft.com/office/drawing/2014/main" id="{FD3E2499-8D45-419A-87C2-0D1A0FAC2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1050" y="2228850"/>
              <a:ext cx="196850" cy="136525"/>
            </a:xfrm>
            <a:custGeom>
              <a:avLst/>
              <a:gdLst>
                <a:gd name="T0" fmla="*/ 371 w 1368"/>
                <a:gd name="T1" fmla="*/ 0 h 956"/>
                <a:gd name="T2" fmla="*/ 384 w 1368"/>
                <a:gd name="T3" fmla="*/ 2 h 956"/>
                <a:gd name="T4" fmla="*/ 395 w 1368"/>
                <a:gd name="T5" fmla="*/ 7 h 956"/>
                <a:gd name="T6" fmla="*/ 403 w 1368"/>
                <a:gd name="T7" fmla="*/ 17 h 956"/>
                <a:gd name="T8" fmla="*/ 410 w 1368"/>
                <a:gd name="T9" fmla="*/ 27 h 956"/>
                <a:gd name="T10" fmla="*/ 683 w 1368"/>
                <a:gd name="T11" fmla="*/ 781 h 956"/>
                <a:gd name="T12" fmla="*/ 957 w 1368"/>
                <a:gd name="T13" fmla="*/ 27 h 956"/>
                <a:gd name="T14" fmla="*/ 963 w 1368"/>
                <a:gd name="T15" fmla="*/ 17 h 956"/>
                <a:gd name="T16" fmla="*/ 973 w 1368"/>
                <a:gd name="T17" fmla="*/ 9 h 956"/>
                <a:gd name="T18" fmla="*/ 983 w 1368"/>
                <a:gd name="T19" fmla="*/ 2 h 956"/>
                <a:gd name="T20" fmla="*/ 995 w 1368"/>
                <a:gd name="T21" fmla="*/ 0 h 956"/>
                <a:gd name="T22" fmla="*/ 1008 w 1368"/>
                <a:gd name="T23" fmla="*/ 2 h 956"/>
                <a:gd name="T24" fmla="*/ 1122 w 1368"/>
                <a:gd name="T25" fmla="*/ 38 h 956"/>
                <a:gd name="T26" fmla="*/ 1164 w 1368"/>
                <a:gd name="T27" fmla="*/ 55 h 956"/>
                <a:gd name="T28" fmla="*/ 1204 w 1368"/>
                <a:gd name="T29" fmla="*/ 77 h 956"/>
                <a:gd name="T30" fmla="*/ 1240 w 1368"/>
                <a:gd name="T31" fmla="*/ 103 h 956"/>
                <a:gd name="T32" fmla="*/ 1272 w 1368"/>
                <a:gd name="T33" fmla="*/ 133 h 956"/>
                <a:gd name="T34" fmla="*/ 1300 w 1368"/>
                <a:gd name="T35" fmla="*/ 168 h 956"/>
                <a:gd name="T36" fmla="*/ 1323 w 1368"/>
                <a:gd name="T37" fmla="*/ 204 h 956"/>
                <a:gd name="T38" fmla="*/ 1342 w 1368"/>
                <a:gd name="T39" fmla="*/ 244 h 956"/>
                <a:gd name="T40" fmla="*/ 1356 w 1368"/>
                <a:gd name="T41" fmla="*/ 285 h 956"/>
                <a:gd name="T42" fmla="*/ 1364 w 1368"/>
                <a:gd name="T43" fmla="*/ 329 h 956"/>
                <a:gd name="T44" fmla="*/ 1368 w 1368"/>
                <a:gd name="T45" fmla="*/ 375 h 956"/>
                <a:gd name="T46" fmla="*/ 1368 w 1368"/>
                <a:gd name="T47" fmla="*/ 898 h 956"/>
                <a:gd name="T48" fmla="*/ 1364 w 1368"/>
                <a:gd name="T49" fmla="*/ 916 h 956"/>
                <a:gd name="T50" fmla="*/ 1356 w 1368"/>
                <a:gd name="T51" fmla="*/ 932 h 956"/>
                <a:gd name="T52" fmla="*/ 1344 w 1368"/>
                <a:gd name="T53" fmla="*/ 945 h 956"/>
                <a:gd name="T54" fmla="*/ 1328 w 1368"/>
                <a:gd name="T55" fmla="*/ 953 h 956"/>
                <a:gd name="T56" fmla="*/ 1310 w 1368"/>
                <a:gd name="T57" fmla="*/ 956 h 956"/>
                <a:gd name="T58" fmla="*/ 57 w 1368"/>
                <a:gd name="T59" fmla="*/ 956 h 956"/>
                <a:gd name="T60" fmla="*/ 40 w 1368"/>
                <a:gd name="T61" fmla="*/ 953 h 956"/>
                <a:gd name="T62" fmla="*/ 23 w 1368"/>
                <a:gd name="T63" fmla="*/ 945 h 956"/>
                <a:gd name="T64" fmla="*/ 11 w 1368"/>
                <a:gd name="T65" fmla="*/ 932 h 956"/>
                <a:gd name="T66" fmla="*/ 2 w 1368"/>
                <a:gd name="T67" fmla="*/ 916 h 956"/>
                <a:gd name="T68" fmla="*/ 0 w 1368"/>
                <a:gd name="T69" fmla="*/ 898 h 956"/>
                <a:gd name="T70" fmla="*/ 0 w 1368"/>
                <a:gd name="T71" fmla="*/ 375 h 956"/>
                <a:gd name="T72" fmla="*/ 2 w 1368"/>
                <a:gd name="T73" fmla="*/ 329 h 956"/>
                <a:gd name="T74" fmla="*/ 12 w 1368"/>
                <a:gd name="T75" fmla="*/ 285 h 956"/>
                <a:gd name="T76" fmla="*/ 25 w 1368"/>
                <a:gd name="T77" fmla="*/ 244 h 956"/>
                <a:gd name="T78" fmla="*/ 44 w 1368"/>
                <a:gd name="T79" fmla="*/ 204 h 956"/>
                <a:gd name="T80" fmla="*/ 68 w 1368"/>
                <a:gd name="T81" fmla="*/ 168 h 956"/>
                <a:gd name="T82" fmla="*/ 96 w 1368"/>
                <a:gd name="T83" fmla="*/ 133 h 956"/>
                <a:gd name="T84" fmla="*/ 128 w 1368"/>
                <a:gd name="T85" fmla="*/ 103 h 956"/>
                <a:gd name="T86" fmla="*/ 164 w 1368"/>
                <a:gd name="T87" fmla="*/ 77 h 956"/>
                <a:gd name="T88" fmla="*/ 203 w 1368"/>
                <a:gd name="T89" fmla="*/ 54 h 956"/>
                <a:gd name="T90" fmla="*/ 246 w 1368"/>
                <a:gd name="T91" fmla="*/ 38 h 956"/>
                <a:gd name="T92" fmla="*/ 359 w 1368"/>
                <a:gd name="T93" fmla="*/ 2 h 956"/>
                <a:gd name="T94" fmla="*/ 365 w 1368"/>
                <a:gd name="T95" fmla="*/ 1 h 956"/>
                <a:gd name="T96" fmla="*/ 371 w 1368"/>
                <a:gd name="T97" fmla="*/ 0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68" h="956">
                  <a:moveTo>
                    <a:pt x="371" y="0"/>
                  </a:moveTo>
                  <a:lnTo>
                    <a:pt x="384" y="2"/>
                  </a:lnTo>
                  <a:lnTo>
                    <a:pt x="395" y="7"/>
                  </a:lnTo>
                  <a:lnTo>
                    <a:pt x="403" y="17"/>
                  </a:lnTo>
                  <a:lnTo>
                    <a:pt x="410" y="27"/>
                  </a:lnTo>
                  <a:lnTo>
                    <a:pt x="683" y="781"/>
                  </a:lnTo>
                  <a:lnTo>
                    <a:pt x="957" y="27"/>
                  </a:lnTo>
                  <a:lnTo>
                    <a:pt x="963" y="17"/>
                  </a:lnTo>
                  <a:lnTo>
                    <a:pt x="973" y="9"/>
                  </a:lnTo>
                  <a:lnTo>
                    <a:pt x="983" y="2"/>
                  </a:lnTo>
                  <a:lnTo>
                    <a:pt x="995" y="0"/>
                  </a:lnTo>
                  <a:lnTo>
                    <a:pt x="1008" y="2"/>
                  </a:lnTo>
                  <a:lnTo>
                    <a:pt x="1122" y="38"/>
                  </a:lnTo>
                  <a:lnTo>
                    <a:pt x="1164" y="55"/>
                  </a:lnTo>
                  <a:lnTo>
                    <a:pt x="1204" y="77"/>
                  </a:lnTo>
                  <a:lnTo>
                    <a:pt x="1240" y="103"/>
                  </a:lnTo>
                  <a:lnTo>
                    <a:pt x="1272" y="133"/>
                  </a:lnTo>
                  <a:lnTo>
                    <a:pt x="1300" y="168"/>
                  </a:lnTo>
                  <a:lnTo>
                    <a:pt x="1323" y="204"/>
                  </a:lnTo>
                  <a:lnTo>
                    <a:pt x="1342" y="244"/>
                  </a:lnTo>
                  <a:lnTo>
                    <a:pt x="1356" y="285"/>
                  </a:lnTo>
                  <a:lnTo>
                    <a:pt x="1364" y="329"/>
                  </a:lnTo>
                  <a:lnTo>
                    <a:pt x="1368" y="375"/>
                  </a:lnTo>
                  <a:lnTo>
                    <a:pt x="1368" y="898"/>
                  </a:lnTo>
                  <a:lnTo>
                    <a:pt x="1364" y="916"/>
                  </a:lnTo>
                  <a:lnTo>
                    <a:pt x="1356" y="932"/>
                  </a:lnTo>
                  <a:lnTo>
                    <a:pt x="1344" y="945"/>
                  </a:lnTo>
                  <a:lnTo>
                    <a:pt x="1328" y="953"/>
                  </a:lnTo>
                  <a:lnTo>
                    <a:pt x="1310" y="956"/>
                  </a:lnTo>
                  <a:lnTo>
                    <a:pt x="57" y="956"/>
                  </a:lnTo>
                  <a:lnTo>
                    <a:pt x="40" y="953"/>
                  </a:lnTo>
                  <a:lnTo>
                    <a:pt x="23" y="945"/>
                  </a:lnTo>
                  <a:lnTo>
                    <a:pt x="11" y="932"/>
                  </a:lnTo>
                  <a:lnTo>
                    <a:pt x="2" y="916"/>
                  </a:lnTo>
                  <a:lnTo>
                    <a:pt x="0" y="898"/>
                  </a:lnTo>
                  <a:lnTo>
                    <a:pt x="0" y="375"/>
                  </a:lnTo>
                  <a:lnTo>
                    <a:pt x="2" y="329"/>
                  </a:lnTo>
                  <a:lnTo>
                    <a:pt x="12" y="285"/>
                  </a:lnTo>
                  <a:lnTo>
                    <a:pt x="25" y="244"/>
                  </a:lnTo>
                  <a:lnTo>
                    <a:pt x="44" y="204"/>
                  </a:lnTo>
                  <a:lnTo>
                    <a:pt x="68" y="168"/>
                  </a:lnTo>
                  <a:lnTo>
                    <a:pt x="96" y="133"/>
                  </a:lnTo>
                  <a:lnTo>
                    <a:pt x="128" y="103"/>
                  </a:lnTo>
                  <a:lnTo>
                    <a:pt x="164" y="77"/>
                  </a:lnTo>
                  <a:lnTo>
                    <a:pt x="203" y="54"/>
                  </a:lnTo>
                  <a:lnTo>
                    <a:pt x="246" y="38"/>
                  </a:lnTo>
                  <a:lnTo>
                    <a:pt x="359" y="2"/>
                  </a:lnTo>
                  <a:lnTo>
                    <a:pt x="365" y="1"/>
                  </a:lnTo>
                  <a:lnTo>
                    <a:pt x="3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8" name="Freeform 227">
              <a:extLst>
                <a:ext uri="{FF2B5EF4-FFF2-40B4-BE49-F238E27FC236}">
                  <a16:creationId xmlns:a16="http://schemas.microsoft.com/office/drawing/2014/main" id="{4F9638C6-1BE9-48BA-8642-8A9FEFF0F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3413" y="2124075"/>
              <a:ext cx="117475" cy="117475"/>
            </a:xfrm>
            <a:custGeom>
              <a:avLst/>
              <a:gdLst>
                <a:gd name="T0" fmla="*/ 406 w 813"/>
                <a:gd name="T1" fmla="*/ 0 h 816"/>
                <a:gd name="T2" fmla="*/ 457 w 813"/>
                <a:gd name="T3" fmla="*/ 3 h 816"/>
                <a:gd name="T4" fmla="*/ 506 w 813"/>
                <a:gd name="T5" fmla="*/ 13 h 816"/>
                <a:gd name="T6" fmla="*/ 554 w 813"/>
                <a:gd name="T7" fmla="*/ 27 h 816"/>
                <a:gd name="T8" fmla="*/ 597 w 813"/>
                <a:gd name="T9" fmla="*/ 48 h 816"/>
                <a:gd name="T10" fmla="*/ 639 w 813"/>
                <a:gd name="T11" fmla="*/ 73 h 816"/>
                <a:gd name="T12" fmla="*/ 676 w 813"/>
                <a:gd name="T13" fmla="*/ 103 h 816"/>
                <a:gd name="T14" fmla="*/ 710 w 813"/>
                <a:gd name="T15" fmla="*/ 137 h 816"/>
                <a:gd name="T16" fmla="*/ 740 w 813"/>
                <a:gd name="T17" fmla="*/ 175 h 816"/>
                <a:gd name="T18" fmla="*/ 765 w 813"/>
                <a:gd name="T19" fmla="*/ 216 h 816"/>
                <a:gd name="T20" fmla="*/ 786 w 813"/>
                <a:gd name="T21" fmla="*/ 260 h 816"/>
                <a:gd name="T22" fmla="*/ 800 w 813"/>
                <a:gd name="T23" fmla="*/ 307 h 816"/>
                <a:gd name="T24" fmla="*/ 810 w 813"/>
                <a:gd name="T25" fmla="*/ 356 h 816"/>
                <a:gd name="T26" fmla="*/ 813 w 813"/>
                <a:gd name="T27" fmla="*/ 408 h 816"/>
                <a:gd name="T28" fmla="*/ 810 w 813"/>
                <a:gd name="T29" fmla="*/ 459 h 816"/>
                <a:gd name="T30" fmla="*/ 800 w 813"/>
                <a:gd name="T31" fmla="*/ 508 h 816"/>
                <a:gd name="T32" fmla="*/ 786 w 813"/>
                <a:gd name="T33" fmla="*/ 555 h 816"/>
                <a:gd name="T34" fmla="*/ 765 w 813"/>
                <a:gd name="T35" fmla="*/ 599 h 816"/>
                <a:gd name="T36" fmla="*/ 740 w 813"/>
                <a:gd name="T37" fmla="*/ 640 h 816"/>
                <a:gd name="T38" fmla="*/ 710 w 813"/>
                <a:gd name="T39" fmla="*/ 678 h 816"/>
                <a:gd name="T40" fmla="*/ 676 w 813"/>
                <a:gd name="T41" fmla="*/ 713 h 816"/>
                <a:gd name="T42" fmla="*/ 639 w 813"/>
                <a:gd name="T43" fmla="*/ 742 h 816"/>
                <a:gd name="T44" fmla="*/ 597 w 813"/>
                <a:gd name="T45" fmla="*/ 768 h 816"/>
                <a:gd name="T46" fmla="*/ 554 w 813"/>
                <a:gd name="T47" fmla="*/ 788 h 816"/>
                <a:gd name="T48" fmla="*/ 506 w 813"/>
                <a:gd name="T49" fmla="*/ 803 h 816"/>
                <a:gd name="T50" fmla="*/ 457 w 813"/>
                <a:gd name="T51" fmla="*/ 813 h 816"/>
                <a:gd name="T52" fmla="*/ 406 w 813"/>
                <a:gd name="T53" fmla="*/ 816 h 816"/>
                <a:gd name="T54" fmla="*/ 356 w 813"/>
                <a:gd name="T55" fmla="*/ 813 h 816"/>
                <a:gd name="T56" fmla="*/ 307 w 813"/>
                <a:gd name="T57" fmla="*/ 803 h 816"/>
                <a:gd name="T58" fmla="*/ 260 w 813"/>
                <a:gd name="T59" fmla="*/ 788 h 816"/>
                <a:gd name="T60" fmla="*/ 216 w 813"/>
                <a:gd name="T61" fmla="*/ 768 h 816"/>
                <a:gd name="T62" fmla="*/ 174 w 813"/>
                <a:gd name="T63" fmla="*/ 742 h 816"/>
                <a:gd name="T64" fmla="*/ 137 w 813"/>
                <a:gd name="T65" fmla="*/ 713 h 816"/>
                <a:gd name="T66" fmla="*/ 103 w 813"/>
                <a:gd name="T67" fmla="*/ 678 h 816"/>
                <a:gd name="T68" fmla="*/ 73 w 813"/>
                <a:gd name="T69" fmla="*/ 640 h 816"/>
                <a:gd name="T70" fmla="*/ 48 w 813"/>
                <a:gd name="T71" fmla="*/ 599 h 816"/>
                <a:gd name="T72" fmla="*/ 27 w 813"/>
                <a:gd name="T73" fmla="*/ 555 h 816"/>
                <a:gd name="T74" fmla="*/ 12 w 813"/>
                <a:gd name="T75" fmla="*/ 508 h 816"/>
                <a:gd name="T76" fmla="*/ 3 w 813"/>
                <a:gd name="T77" fmla="*/ 459 h 816"/>
                <a:gd name="T78" fmla="*/ 0 w 813"/>
                <a:gd name="T79" fmla="*/ 408 h 816"/>
                <a:gd name="T80" fmla="*/ 3 w 813"/>
                <a:gd name="T81" fmla="*/ 356 h 816"/>
                <a:gd name="T82" fmla="*/ 12 w 813"/>
                <a:gd name="T83" fmla="*/ 307 h 816"/>
                <a:gd name="T84" fmla="*/ 27 w 813"/>
                <a:gd name="T85" fmla="*/ 260 h 816"/>
                <a:gd name="T86" fmla="*/ 48 w 813"/>
                <a:gd name="T87" fmla="*/ 216 h 816"/>
                <a:gd name="T88" fmla="*/ 73 w 813"/>
                <a:gd name="T89" fmla="*/ 175 h 816"/>
                <a:gd name="T90" fmla="*/ 103 w 813"/>
                <a:gd name="T91" fmla="*/ 137 h 816"/>
                <a:gd name="T92" fmla="*/ 137 w 813"/>
                <a:gd name="T93" fmla="*/ 103 h 816"/>
                <a:gd name="T94" fmla="*/ 174 w 813"/>
                <a:gd name="T95" fmla="*/ 73 h 816"/>
                <a:gd name="T96" fmla="*/ 216 w 813"/>
                <a:gd name="T97" fmla="*/ 48 h 816"/>
                <a:gd name="T98" fmla="*/ 260 w 813"/>
                <a:gd name="T99" fmla="*/ 27 h 816"/>
                <a:gd name="T100" fmla="*/ 307 w 813"/>
                <a:gd name="T101" fmla="*/ 13 h 816"/>
                <a:gd name="T102" fmla="*/ 356 w 813"/>
                <a:gd name="T103" fmla="*/ 3 h 816"/>
                <a:gd name="T104" fmla="*/ 406 w 813"/>
                <a:gd name="T10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13" h="816">
                  <a:moveTo>
                    <a:pt x="406" y="0"/>
                  </a:moveTo>
                  <a:lnTo>
                    <a:pt x="457" y="3"/>
                  </a:lnTo>
                  <a:lnTo>
                    <a:pt x="506" y="13"/>
                  </a:lnTo>
                  <a:lnTo>
                    <a:pt x="554" y="27"/>
                  </a:lnTo>
                  <a:lnTo>
                    <a:pt x="597" y="48"/>
                  </a:lnTo>
                  <a:lnTo>
                    <a:pt x="639" y="73"/>
                  </a:lnTo>
                  <a:lnTo>
                    <a:pt x="676" y="103"/>
                  </a:lnTo>
                  <a:lnTo>
                    <a:pt x="710" y="137"/>
                  </a:lnTo>
                  <a:lnTo>
                    <a:pt x="740" y="175"/>
                  </a:lnTo>
                  <a:lnTo>
                    <a:pt x="765" y="216"/>
                  </a:lnTo>
                  <a:lnTo>
                    <a:pt x="786" y="260"/>
                  </a:lnTo>
                  <a:lnTo>
                    <a:pt x="800" y="307"/>
                  </a:lnTo>
                  <a:lnTo>
                    <a:pt x="810" y="356"/>
                  </a:lnTo>
                  <a:lnTo>
                    <a:pt x="813" y="408"/>
                  </a:lnTo>
                  <a:lnTo>
                    <a:pt x="810" y="459"/>
                  </a:lnTo>
                  <a:lnTo>
                    <a:pt x="800" y="508"/>
                  </a:lnTo>
                  <a:lnTo>
                    <a:pt x="786" y="555"/>
                  </a:lnTo>
                  <a:lnTo>
                    <a:pt x="765" y="599"/>
                  </a:lnTo>
                  <a:lnTo>
                    <a:pt x="740" y="640"/>
                  </a:lnTo>
                  <a:lnTo>
                    <a:pt x="710" y="678"/>
                  </a:lnTo>
                  <a:lnTo>
                    <a:pt x="676" y="713"/>
                  </a:lnTo>
                  <a:lnTo>
                    <a:pt x="639" y="742"/>
                  </a:lnTo>
                  <a:lnTo>
                    <a:pt x="597" y="768"/>
                  </a:lnTo>
                  <a:lnTo>
                    <a:pt x="554" y="788"/>
                  </a:lnTo>
                  <a:lnTo>
                    <a:pt x="506" y="803"/>
                  </a:lnTo>
                  <a:lnTo>
                    <a:pt x="457" y="813"/>
                  </a:lnTo>
                  <a:lnTo>
                    <a:pt x="406" y="816"/>
                  </a:lnTo>
                  <a:lnTo>
                    <a:pt x="356" y="813"/>
                  </a:lnTo>
                  <a:lnTo>
                    <a:pt x="307" y="803"/>
                  </a:lnTo>
                  <a:lnTo>
                    <a:pt x="260" y="788"/>
                  </a:lnTo>
                  <a:lnTo>
                    <a:pt x="216" y="768"/>
                  </a:lnTo>
                  <a:lnTo>
                    <a:pt x="174" y="742"/>
                  </a:lnTo>
                  <a:lnTo>
                    <a:pt x="137" y="713"/>
                  </a:lnTo>
                  <a:lnTo>
                    <a:pt x="103" y="678"/>
                  </a:lnTo>
                  <a:lnTo>
                    <a:pt x="73" y="640"/>
                  </a:lnTo>
                  <a:lnTo>
                    <a:pt x="48" y="599"/>
                  </a:lnTo>
                  <a:lnTo>
                    <a:pt x="27" y="555"/>
                  </a:lnTo>
                  <a:lnTo>
                    <a:pt x="12" y="508"/>
                  </a:lnTo>
                  <a:lnTo>
                    <a:pt x="3" y="459"/>
                  </a:lnTo>
                  <a:lnTo>
                    <a:pt x="0" y="408"/>
                  </a:lnTo>
                  <a:lnTo>
                    <a:pt x="3" y="356"/>
                  </a:lnTo>
                  <a:lnTo>
                    <a:pt x="12" y="307"/>
                  </a:lnTo>
                  <a:lnTo>
                    <a:pt x="27" y="260"/>
                  </a:lnTo>
                  <a:lnTo>
                    <a:pt x="48" y="216"/>
                  </a:lnTo>
                  <a:lnTo>
                    <a:pt x="73" y="175"/>
                  </a:lnTo>
                  <a:lnTo>
                    <a:pt x="103" y="137"/>
                  </a:lnTo>
                  <a:lnTo>
                    <a:pt x="137" y="103"/>
                  </a:lnTo>
                  <a:lnTo>
                    <a:pt x="174" y="73"/>
                  </a:lnTo>
                  <a:lnTo>
                    <a:pt x="216" y="48"/>
                  </a:lnTo>
                  <a:lnTo>
                    <a:pt x="260" y="27"/>
                  </a:lnTo>
                  <a:lnTo>
                    <a:pt x="307" y="13"/>
                  </a:lnTo>
                  <a:lnTo>
                    <a:pt x="356" y="3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9" name="Freeform 228">
              <a:extLst>
                <a:ext uri="{FF2B5EF4-FFF2-40B4-BE49-F238E27FC236}">
                  <a16:creationId xmlns:a16="http://schemas.microsoft.com/office/drawing/2014/main" id="{82F5942F-3A5D-49AC-97E3-B0CF22250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8175" y="2257425"/>
              <a:ext cx="196850" cy="328613"/>
            </a:xfrm>
            <a:custGeom>
              <a:avLst/>
              <a:gdLst>
                <a:gd name="T0" fmla="*/ 415 w 1362"/>
                <a:gd name="T1" fmla="*/ 2 h 2275"/>
                <a:gd name="T2" fmla="*/ 501 w 1362"/>
                <a:gd name="T3" fmla="*/ 24 h 2275"/>
                <a:gd name="T4" fmla="*/ 579 w 1362"/>
                <a:gd name="T5" fmla="*/ 65 h 2275"/>
                <a:gd name="T6" fmla="*/ 644 w 1362"/>
                <a:gd name="T7" fmla="*/ 124 h 2275"/>
                <a:gd name="T8" fmla="*/ 694 w 1362"/>
                <a:gd name="T9" fmla="*/ 195 h 2275"/>
                <a:gd name="T10" fmla="*/ 725 w 1362"/>
                <a:gd name="T11" fmla="*/ 278 h 2275"/>
                <a:gd name="T12" fmla="*/ 736 w 1362"/>
                <a:gd name="T13" fmla="*/ 369 h 2275"/>
                <a:gd name="T14" fmla="*/ 1060 w 1362"/>
                <a:gd name="T15" fmla="*/ 1010 h 2275"/>
                <a:gd name="T16" fmla="*/ 1147 w 1362"/>
                <a:gd name="T17" fmla="*/ 1023 h 2275"/>
                <a:gd name="T18" fmla="*/ 1225 w 1362"/>
                <a:gd name="T19" fmla="*/ 1059 h 2275"/>
                <a:gd name="T20" fmla="*/ 1288 w 1362"/>
                <a:gd name="T21" fmla="*/ 1114 h 2275"/>
                <a:gd name="T22" fmla="*/ 1334 w 1362"/>
                <a:gd name="T23" fmla="*/ 1184 h 2275"/>
                <a:gd name="T24" fmla="*/ 1358 w 1362"/>
                <a:gd name="T25" fmla="*/ 1268 h 2275"/>
                <a:gd name="T26" fmla="*/ 1362 w 1362"/>
                <a:gd name="T27" fmla="*/ 2176 h 2275"/>
                <a:gd name="T28" fmla="*/ 1351 w 1362"/>
                <a:gd name="T29" fmla="*/ 2219 h 2275"/>
                <a:gd name="T30" fmla="*/ 1324 w 1362"/>
                <a:gd name="T31" fmla="*/ 2254 h 2275"/>
                <a:gd name="T32" fmla="*/ 1285 w 1362"/>
                <a:gd name="T33" fmla="*/ 2273 h 2275"/>
                <a:gd name="T34" fmla="*/ 873 w 1362"/>
                <a:gd name="T35" fmla="*/ 2275 h 2275"/>
                <a:gd name="T36" fmla="*/ 830 w 1362"/>
                <a:gd name="T37" fmla="*/ 2265 h 2275"/>
                <a:gd name="T38" fmla="*/ 795 w 1362"/>
                <a:gd name="T39" fmla="*/ 2238 h 2275"/>
                <a:gd name="T40" fmla="*/ 777 w 1362"/>
                <a:gd name="T41" fmla="*/ 2198 h 2275"/>
                <a:gd name="T42" fmla="*/ 774 w 1362"/>
                <a:gd name="T43" fmla="*/ 1594 h 2275"/>
                <a:gd name="T44" fmla="*/ 306 w 1362"/>
                <a:gd name="T45" fmla="*/ 1591 h 2275"/>
                <a:gd name="T46" fmla="*/ 216 w 1362"/>
                <a:gd name="T47" fmla="*/ 1567 h 2275"/>
                <a:gd name="T48" fmla="*/ 138 w 1362"/>
                <a:gd name="T49" fmla="*/ 1520 h 2275"/>
                <a:gd name="T50" fmla="*/ 74 w 1362"/>
                <a:gd name="T51" fmla="*/ 1457 h 2275"/>
                <a:gd name="T52" fmla="*/ 28 w 1362"/>
                <a:gd name="T53" fmla="*/ 1378 h 2275"/>
                <a:gd name="T54" fmla="*/ 3 w 1362"/>
                <a:gd name="T55" fmla="*/ 1288 h 2275"/>
                <a:gd name="T56" fmla="*/ 0 w 1362"/>
                <a:gd name="T57" fmla="*/ 369 h 2275"/>
                <a:gd name="T58" fmla="*/ 12 w 1362"/>
                <a:gd name="T59" fmla="*/ 278 h 2275"/>
                <a:gd name="T60" fmla="*/ 44 w 1362"/>
                <a:gd name="T61" fmla="*/ 195 h 2275"/>
                <a:gd name="T62" fmla="*/ 94 w 1362"/>
                <a:gd name="T63" fmla="*/ 124 h 2275"/>
                <a:gd name="T64" fmla="*/ 158 w 1362"/>
                <a:gd name="T65" fmla="*/ 65 h 2275"/>
                <a:gd name="T66" fmla="*/ 236 w 1362"/>
                <a:gd name="T67" fmla="*/ 24 h 2275"/>
                <a:gd name="T68" fmla="*/ 323 w 1362"/>
                <a:gd name="T69" fmla="*/ 2 h 2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62" h="2275">
                  <a:moveTo>
                    <a:pt x="368" y="0"/>
                  </a:moveTo>
                  <a:lnTo>
                    <a:pt x="415" y="2"/>
                  </a:lnTo>
                  <a:lnTo>
                    <a:pt x="460" y="10"/>
                  </a:lnTo>
                  <a:lnTo>
                    <a:pt x="501" y="24"/>
                  </a:lnTo>
                  <a:lnTo>
                    <a:pt x="541" y="43"/>
                  </a:lnTo>
                  <a:lnTo>
                    <a:pt x="579" y="65"/>
                  </a:lnTo>
                  <a:lnTo>
                    <a:pt x="613" y="92"/>
                  </a:lnTo>
                  <a:lnTo>
                    <a:pt x="644" y="124"/>
                  </a:lnTo>
                  <a:lnTo>
                    <a:pt x="671" y="158"/>
                  </a:lnTo>
                  <a:lnTo>
                    <a:pt x="694" y="195"/>
                  </a:lnTo>
                  <a:lnTo>
                    <a:pt x="712" y="235"/>
                  </a:lnTo>
                  <a:lnTo>
                    <a:pt x="725" y="278"/>
                  </a:lnTo>
                  <a:lnTo>
                    <a:pt x="733" y="322"/>
                  </a:lnTo>
                  <a:lnTo>
                    <a:pt x="736" y="369"/>
                  </a:lnTo>
                  <a:lnTo>
                    <a:pt x="736" y="1010"/>
                  </a:lnTo>
                  <a:lnTo>
                    <a:pt x="1060" y="1010"/>
                  </a:lnTo>
                  <a:lnTo>
                    <a:pt x="1104" y="1014"/>
                  </a:lnTo>
                  <a:lnTo>
                    <a:pt x="1147" y="1023"/>
                  </a:lnTo>
                  <a:lnTo>
                    <a:pt x="1187" y="1038"/>
                  </a:lnTo>
                  <a:lnTo>
                    <a:pt x="1225" y="1059"/>
                  </a:lnTo>
                  <a:lnTo>
                    <a:pt x="1258" y="1085"/>
                  </a:lnTo>
                  <a:lnTo>
                    <a:pt x="1288" y="1114"/>
                  </a:lnTo>
                  <a:lnTo>
                    <a:pt x="1313" y="1148"/>
                  </a:lnTo>
                  <a:lnTo>
                    <a:pt x="1334" y="1184"/>
                  </a:lnTo>
                  <a:lnTo>
                    <a:pt x="1349" y="1225"/>
                  </a:lnTo>
                  <a:lnTo>
                    <a:pt x="1358" y="1268"/>
                  </a:lnTo>
                  <a:lnTo>
                    <a:pt x="1362" y="1312"/>
                  </a:lnTo>
                  <a:lnTo>
                    <a:pt x="1362" y="2176"/>
                  </a:lnTo>
                  <a:lnTo>
                    <a:pt x="1358" y="2198"/>
                  </a:lnTo>
                  <a:lnTo>
                    <a:pt x="1351" y="2219"/>
                  </a:lnTo>
                  <a:lnTo>
                    <a:pt x="1340" y="2238"/>
                  </a:lnTo>
                  <a:lnTo>
                    <a:pt x="1324" y="2254"/>
                  </a:lnTo>
                  <a:lnTo>
                    <a:pt x="1306" y="2265"/>
                  </a:lnTo>
                  <a:lnTo>
                    <a:pt x="1285" y="2273"/>
                  </a:lnTo>
                  <a:lnTo>
                    <a:pt x="1262" y="2275"/>
                  </a:lnTo>
                  <a:lnTo>
                    <a:pt x="873" y="2275"/>
                  </a:lnTo>
                  <a:lnTo>
                    <a:pt x="850" y="2273"/>
                  </a:lnTo>
                  <a:lnTo>
                    <a:pt x="830" y="2265"/>
                  </a:lnTo>
                  <a:lnTo>
                    <a:pt x="811" y="2254"/>
                  </a:lnTo>
                  <a:lnTo>
                    <a:pt x="795" y="2238"/>
                  </a:lnTo>
                  <a:lnTo>
                    <a:pt x="784" y="2219"/>
                  </a:lnTo>
                  <a:lnTo>
                    <a:pt x="777" y="2198"/>
                  </a:lnTo>
                  <a:lnTo>
                    <a:pt x="774" y="2176"/>
                  </a:lnTo>
                  <a:lnTo>
                    <a:pt x="774" y="1594"/>
                  </a:lnTo>
                  <a:lnTo>
                    <a:pt x="354" y="1594"/>
                  </a:lnTo>
                  <a:lnTo>
                    <a:pt x="306" y="1591"/>
                  </a:lnTo>
                  <a:lnTo>
                    <a:pt x="260" y="1582"/>
                  </a:lnTo>
                  <a:lnTo>
                    <a:pt x="216" y="1567"/>
                  </a:lnTo>
                  <a:lnTo>
                    <a:pt x="176" y="1546"/>
                  </a:lnTo>
                  <a:lnTo>
                    <a:pt x="138" y="1520"/>
                  </a:lnTo>
                  <a:lnTo>
                    <a:pt x="104" y="1491"/>
                  </a:lnTo>
                  <a:lnTo>
                    <a:pt x="74" y="1457"/>
                  </a:lnTo>
                  <a:lnTo>
                    <a:pt x="49" y="1420"/>
                  </a:lnTo>
                  <a:lnTo>
                    <a:pt x="28" y="1378"/>
                  </a:lnTo>
                  <a:lnTo>
                    <a:pt x="13" y="1334"/>
                  </a:lnTo>
                  <a:lnTo>
                    <a:pt x="3" y="1288"/>
                  </a:lnTo>
                  <a:lnTo>
                    <a:pt x="0" y="1240"/>
                  </a:lnTo>
                  <a:lnTo>
                    <a:pt x="0" y="369"/>
                  </a:lnTo>
                  <a:lnTo>
                    <a:pt x="3" y="322"/>
                  </a:lnTo>
                  <a:lnTo>
                    <a:pt x="12" y="278"/>
                  </a:lnTo>
                  <a:lnTo>
                    <a:pt x="25" y="235"/>
                  </a:lnTo>
                  <a:lnTo>
                    <a:pt x="44" y="195"/>
                  </a:lnTo>
                  <a:lnTo>
                    <a:pt x="67" y="158"/>
                  </a:lnTo>
                  <a:lnTo>
                    <a:pt x="94" y="124"/>
                  </a:lnTo>
                  <a:lnTo>
                    <a:pt x="124" y="92"/>
                  </a:lnTo>
                  <a:lnTo>
                    <a:pt x="158" y="65"/>
                  </a:lnTo>
                  <a:lnTo>
                    <a:pt x="195" y="43"/>
                  </a:lnTo>
                  <a:lnTo>
                    <a:pt x="236" y="24"/>
                  </a:lnTo>
                  <a:lnTo>
                    <a:pt x="278" y="10"/>
                  </a:lnTo>
                  <a:lnTo>
                    <a:pt x="323" y="2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0" name="Freeform 229">
              <a:extLst>
                <a:ext uri="{FF2B5EF4-FFF2-40B4-BE49-F238E27FC236}">
                  <a16:creationId xmlns:a16="http://schemas.microsoft.com/office/drawing/2014/main" id="{CDBF9192-4D7B-417A-AC0D-CB4985C5E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9650" y="2124075"/>
              <a:ext cx="115887" cy="117475"/>
            </a:xfrm>
            <a:custGeom>
              <a:avLst/>
              <a:gdLst>
                <a:gd name="T0" fmla="*/ 406 w 813"/>
                <a:gd name="T1" fmla="*/ 0 h 816"/>
                <a:gd name="T2" fmla="*/ 457 w 813"/>
                <a:gd name="T3" fmla="*/ 3 h 816"/>
                <a:gd name="T4" fmla="*/ 507 w 813"/>
                <a:gd name="T5" fmla="*/ 13 h 816"/>
                <a:gd name="T6" fmla="*/ 554 w 813"/>
                <a:gd name="T7" fmla="*/ 27 h 816"/>
                <a:gd name="T8" fmla="*/ 598 w 813"/>
                <a:gd name="T9" fmla="*/ 48 h 816"/>
                <a:gd name="T10" fmla="*/ 639 w 813"/>
                <a:gd name="T11" fmla="*/ 73 h 816"/>
                <a:gd name="T12" fmla="*/ 677 w 813"/>
                <a:gd name="T13" fmla="*/ 103 h 816"/>
                <a:gd name="T14" fmla="*/ 710 w 813"/>
                <a:gd name="T15" fmla="*/ 137 h 816"/>
                <a:gd name="T16" fmla="*/ 740 w 813"/>
                <a:gd name="T17" fmla="*/ 175 h 816"/>
                <a:gd name="T18" fmla="*/ 765 w 813"/>
                <a:gd name="T19" fmla="*/ 216 h 816"/>
                <a:gd name="T20" fmla="*/ 786 w 813"/>
                <a:gd name="T21" fmla="*/ 260 h 816"/>
                <a:gd name="T22" fmla="*/ 800 w 813"/>
                <a:gd name="T23" fmla="*/ 307 h 816"/>
                <a:gd name="T24" fmla="*/ 810 w 813"/>
                <a:gd name="T25" fmla="*/ 356 h 816"/>
                <a:gd name="T26" fmla="*/ 813 w 813"/>
                <a:gd name="T27" fmla="*/ 408 h 816"/>
                <a:gd name="T28" fmla="*/ 810 w 813"/>
                <a:gd name="T29" fmla="*/ 459 h 816"/>
                <a:gd name="T30" fmla="*/ 800 w 813"/>
                <a:gd name="T31" fmla="*/ 508 h 816"/>
                <a:gd name="T32" fmla="*/ 786 w 813"/>
                <a:gd name="T33" fmla="*/ 555 h 816"/>
                <a:gd name="T34" fmla="*/ 765 w 813"/>
                <a:gd name="T35" fmla="*/ 599 h 816"/>
                <a:gd name="T36" fmla="*/ 740 w 813"/>
                <a:gd name="T37" fmla="*/ 640 h 816"/>
                <a:gd name="T38" fmla="*/ 710 w 813"/>
                <a:gd name="T39" fmla="*/ 678 h 816"/>
                <a:gd name="T40" fmla="*/ 677 w 813"/>
                <a:gd name="T41" fmla="*/ 713 h 816"/>
                <a:gd name="T42" fmla="*/ 639 w 813"/>
                <a:gd name="T43" fmla="*/ 742 h 816"/>
                <a:gd name="T44" fmla="*/ 598 w 813"/>
                <a:gd name="T45" fmla="*/ 768 h 816"/>
                <a:gd name="T46" fmla="*/ 554 w 813"/>
                <a:gd name="T47" fmla="*/ 788 h 816"/>
                <a:gd name="T48" fmla="*/ 507 w 813"/>
                <a:gd name="T49" fmla="*/ 803 h 816"/>
                <a:gd name="T50" fmla="*/ 457 w 813"/>
                <a:gd name="T51" fmla="*/ 813 h 816"/>
                <a:gd name="T52" fmla="*/ 406 w 813"/>
                <a:gd name="T53" fmla="*/ 816 h 816"/>
                <a:gd name="T54" fmla="*/ 356 w 813"/>
                <a:gd name="T55" fmla="*/ 813 h 816"/>
                <a:gd name="T56" fmla="*/ 307 w 813"/>
                <a:gd name="T57" fmla="*/ 803 h 816"/>
                <a:gd name="T58" fmla="*/ 260 w 813"/>
                <a:gd name="T59" fmla="*/ 788 h 816"/>
                <a:gd name="T60" fmla="*/ 216 w 813"/>
                <a:gd name="T61" fmla="*/ 768 h 816"/>
                <a:gd name="T62" fmla="*/ 175 w 813"/>
                <a:gd name="T63" fmla="*/ 742 h 816"/>
                <a:gd name="T64" fmla="*/ 137 w 813"/>
                <a:gd name="T65" fmla="*/ 713 h 816"/>
                <a:gd name="T66" fmla="*/ 103 w 813"/>
                <a:gd name="T67" fmla="*/ 678 h 816"/>
                <a:gd name="T68" fmla="*/ 74 w 813"/>
                <a:gd name="T69" fmla="*/ 640 h 816"/>
                <a:gd name="T70" fmla="*/ 48 w 813"/>
                <a:gd name="T71" fmla="*/ 599 h 816"/>
                <a:gd name="T72" fmla="*/ 28 w 813"/>
                <a:gd name="T73" fmla="*/ 555 h 816"/>
                <a:gd name="T74" fmla="*/ 12 w 813"/>
                <a:gd name="T75" fmla="*/ 508 h 816"/>
                <a:gd name="T76" fmla="*/ 3 w 813"/>
                <a:gd name="T77" fmla="*/ 459 h 816"/>
                <a:gd name="T78" fmla="*/ 0 w 813"/>
                <a:gd name="T79" fmla="*/ 408 h 816"/>
                <a:gd name="T80" fmla="*/ 3 w 813"/>
                <a:gd name="T81" fmla="*/ 356 h 816"/>
                <a:gd name="T82" fmla="*/ 12 w 813"/>
                <a:gd name="T83" fmla="*/ 307 h 816"/>
                <a:gd name="T84" fmla="*/ 28 w 813"/>
                <a:gd name="T85" fmla="*/ 260 h 816"/>
                <a:gd name="T86" fmla="*/ 48 w 813"/>
                <a:gd name="T87" fmla="*/ 216 h 816"/>
                <a:gd name="T88" fmla="*/ 74 w 813"/>
                <a:gd name="T89" fmla="*/ 175 h 816"/>
                <a:gd name="T90" fmla="*/ 103 w 813"/>
                <a:gd name="T91" fmla="*/ 137 h 816"/>
                <a:gd name="T92" fmla="*/ 137 w 813"/>
                <a:gd name="T93" fmla="*/ 103 h 816"/>
                <a:gd name="T94" fmla="*/ 175 w 813"/>
                <a:gd name="T95" fmla="*/ 73 h 816"/>
                <a:gd name="T96" fmla="*/ 216 w 813"/>
                <a:gd name="T97" fmla="*/ 48 h 816"/>
                <a:gd name="T98" fmla="*/ 260 w 813"/>
                <a:gd name="T99" fmla="*/ 27 h 816"/>
                <a:gd name="T100" fmla="*/ 307 w 813"/>
                <a:gd name="T101" fmla="*/ 13 h 816"/>
                <a:gd name="T102" fmla="*/ 356 w 813"/>
                <a:gd name="T103" fmla="*/ 3 h 816"/>
                <a:gd name="T104" fmla="*/ 406 w 813"/>
                <a:gd name="T10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13" h="816">
                  <a:moveTo>
                    <a:pt x="406" y="0"/>
                  </a:moveTo>
                  <a:lnTo>
                    <a:pt x="457" y="3"/>
                  </a:lnTo>
                  <a:lnTo>
                    <a:pt x="507" y="13"/>
                  </a:lnTo>
                  <a:lnTo>
                    <a:pt x="554" y="27"/>
                  </a:lnTo>
                  <a:lnTo>
                    <a:pt x="598" y="48"/>
                  </a:lnTo>
                  <a:lnTo>
                    <a:pt x="639" y="73"/>
                  </a:lnTo>
                  <a:lnTo>
                    <a:pt x="677" y="103"/>
                  </a:lnTo>
                  <a:lnTo>
                    <a:pt x="710" y="137"/>
                  </a:lnTo>
                  <a:lnTo>
                    <a:pt x="740" y="175"/>
                  </a:lnTo>
                  <a:lnTo>
                    <a:pt x="765" y="216"/>
                  </a:lnTo>
                  <a:lnTo>
                    <a:pt x="786" y="260"/>
                  </a:lnTo>
                  <a:lnTo>
                    <a:pt x="800" y="307"/>
                  </a:lnTo>
                  <a:lnTo>
                    <a:pt x="810" y="356"/>
                  </a:lnTo>
                  <a:lnTo>
                    <a:pt x="813" y="408"/>
                  </a:lnTo>
                  <a:lnTo>
                    <a:pt x="810" y="459"/>
                  </a:lnTo>
                  <a:lnTo>
                    <a:pt x="800" y="508"/>
                  </a:lnTo>
                  <a:lnTo>
                    <a:pt x="786" y="555"/>
                  </a:lnTo>
                  <a:lnTo>
                    <a:pt x="765" y="599"/>
                  </a:lnTo>
                  <a:lnTo>
                    <a:pt x="740" y="640"/>
                  </a:lnTo>
                  <a:lnTo>
                    <a:pt x="710" y="678"/>
                  </a:lnTo>
                  <a:lnTo>
                    <a:pt x="677" y="713"/>
                  </a:lnTo>
                  <a:lnTo>
                    <a:pt x="639" y="742"/>
                  </a:lnTo>
                  <a:lnTo>
                    <a:pt x="598" y="768"/>
                  </a:lnTo>
                  <a:lnTo>
                    <a:pt x="554" y="788"/>
                  </a:lnTo>
                  <a:lnTo>
                    <a:pt x="507" y="803"/>
                  </a:lnTo>
                  <a:lnTo>
                    <a:pt x="457" y="813"/>
                  </a:lnTo>
                  <a:lnTo>
                    <a:pt x="406" y="816"/>
                  </a:lnTo>
                  <a:lnTo>
                    <a:pt x="356" y="813"/>
                  </a:lnTo>
                  <a:lnTo>
                    <a:pt x="307" y="803"/>
                  </a:lnTo>
                  <a:lnTo>
                    <a:pt x="260" y="788"/>
                  </a:lnTo>
                  <a:lnTo>
                    <a:pt x="216" y="768"/>
                  </a:lnTo>
                  <a:lnTo>
                    <a:pt x="175" y="742"/>
                  </a:lnTo>
                  <a:lnTo>
                    <a:pt x="137" y="713"/>
                  </a:lnTo>
                  <a:lnTo>
                    <a:pt x="103" y="678"/>
                  </a:lnTo>
                  <a:lnTo>
                    <a:pt x="74" y="640"/>
                  </a:lnTo>
                  <a:lnTo>
                    <a:pt x="48" y="599"/>
                  </a:lnTo>
                  <a:lnTo>
                    <a:pt x="28" y="555"/>
                  </a:lnTo>
                  <a:lnTo>
                    <a:pt x="12" y="508"/>
                  </a:lnTo>
                  <a:lnTo>
                    <a:pt x="3" y="459"/>
                  </a:lnTo>
                  <a:lnTo>
                    <a:pt x="0" y="408"/>
                  </a:lnTo>
                  <a:lnTo>
                    <a:pt x="3" y="356"/>
                  </a:lnTo>
                  <a:lnTo>
                    <a:pt x="12" y="307"/>
                  </a:lnTo>
                  <a:lnTo>
                    <a:pt x="28" y="260"/>
                  </a:lnTo>
                  <a:lnTo>
                    <a:pt x="48" y="216"/>
                  </a:lnTo>
                  <a:lnTo>
                    <a:pt x="74" y="175"/>
                  </a:lnTo>
                  <a:lnTo>
                    <a:pt x="103" y="137"/>
                  </a:lnTo>
                  <a:lnTo>
                    <a:pt x="137" y="103"/>
                  </a:lnTo>
                  <a:lnTo>
                    <a:pt x="175" y="73"/>
                  </a:lnTo>
                  <a:lnTo>
                    <a:pt x="216" y="48"/>
                  </a:lnTo>
                  <a:lnTo>
                    <a:pt x="260" y="27"/>
                  </a:lnTo>
                  <a:lnTo>
                    <a:pt x="307" y="13"/>
                  </a:lnTo>
                  <a:lnTo>
                    <a:pt x="356" y="3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1" name="Freeform 230">
              <a:extLst>
                <a:ext uri="{FF2B5EF4-FFF2-40B4-BE49-F238E27FC236}">
                  <a16:creationId xmlns:a16="http://schemas.microsoft.com/office/drawing/2014/main" id="{2E4CC976-F28F-4AC9-A102-86F1FB968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25" y="2257425"/>
              <a:ext cx="196850" cy="328613"/>
            </a:xfrm>
            <a:custGeom>
              <a:avLst/>
              <a:gdLst>
                <a:gd name="T0" fmla="*/ 1039 w 1360"/>
                <a:gd name="T1" fmla="*/ 2 h 2275"/>
                <a:gd name="T2" fmla="*/ 1126 w 1360"/>
                <a:gd name="T3" fmla="*/ 24 h 2275"/>
                <a:gd name="T4" fmla="*/ 1203 w 1360"/>
                <a:gd name="T5" fmla="*/ 65 h 2275"/>
                <a:gd name="T6" fmla="*/ 1268 w 1360"/>
                <a:gd name="T7" fmla="*/ 124 h 2275"/>
                <a:gd name="T8" fmla="*/ 1318 w 1360"/>
                <a:gd name="T9" fmla="*/ 195 h 2275"/>
                <a:gd name="T10" fmla="*/ 1350 w 1360"/>
                <a:gd name="T11" fmla="*/ 278 h 2275"/>
                <a:gd name="T12" fmla="*/ 1360 w 1360"/>
                <a:gd name="T13" fmla="*/ 369 h 2275"/>
                <a:gd name="T14" fmla="*/ 1357 w 1360"/>
                <a:gd name="T15" fmla="*/ 1288 h 2275"/>
                <a:gd name="T16" fmla="*/ 1333 w 1360"/>
                <a:gd name="T17" fmla="*/ 1378 h 2275"/>
                <a:gd name="T18" fmla="*/ 1287 w 1360"/>
                <a:gd name="T19" fmla="*/ 1457 h 2275"/>
                <a:gd name="T20" fmla="*/ 1224 w 1360"/>
                <a:gd name="T21" fmla="*/ 1520 h 2275"/>
                <a:gd name="T22" fmla="*/ 1145 w 1360"/>
                <a:gd name="T23" fmla="*/ 1567 h 2275"/>
                <a:gd name="T24" fmla="*/ 1056 w 1360"/>
                <a:gd name="T25" fmla="*/ 1591 h 2275"/>
                <a:gd name="T26" fmla="*/ 587 w 1360"/>
                <a:gd name="T27" fmla="*/ 1594 h 2275"/>
                <a:gd name="T28" fmla="*/ 585 w 1360"/>
                <a:gd name="T29" fmla="*/ 2198 h 2275"/>
                <a:gd name="T30" fmla="*/ 565 w 1360"/>
                <a:gd name="T31" fmla="*/ 2238 h 2275"/>
                <a:gd name="T32" fmla="*/ 531 w 1360"/>
                <a:gd name="T33" fmla="*/ 2265 h 2275"/>
                <a:gd name="T34" fmla="*/ 488 w 1360"/>
                <a:gd name="T35" fmla="*/ 2275 h 2275"/>
                <a:gd name="T36" fmla="*/ 77 w 1360"/>
                <a:gd name="T37" fmla="*/ 2273 h 2275"/>
                <a:gd name="T38" fmla="*/ 38 w 1360"/>
                <a:gd name="T39" fmla="*/ 2254 h 2275"/>
                <a:gd name="T40" fmla="*/ 10 w 1360"/>
                <a:gd name="T41" fmla="*/ 2219 h 2275"/>
                <a:gd name="T42" fmla="*/ 0 w 1360"/>
                <a:gd name="T43" fmla="*/ 2176 h 2275"/>
                <a:gd name="T44" fmla="*/ 3 w 1360"/>
                <a:gd name="T45" fmla="*/ 1268 h 2275"/>
                <a:gd name="T46" fmla="*/ 28 w 1360"/>
                <a:gd name="T47" fmla="*/ 1184 h 2275"/>
                <a:gd name="T48" fmla="*/ 74 w 1360"/>
                <a:gd name="T49" fmla="*/ 1114 h 2275"/>
                <a:gd name="T50" fmla="*/ 137 w 1360"/>
                <a:gd name="T51" fmla="*/ 1059 h 2275"/>
                <a:gd name="T52" fmla="*/ 214 w 1360"/>
                <a:gd name="T53" fmla="*/ 1023 h 2275"/>
                <a:gd name="T54" fmla="*/ 301 w 1360"/>
                <a:gd name="T55" fmla="*/ 1010 h 2275"/>
                <a:gd name="T56" fmla="*/ 624 w 1360"/>
                <a:gd name="T57" fmla="*/ 369 h 2275"/>
                <a:gd name="T58" fmla="*/ 636 w 1360"/>
                <a:gd name="T59" fmla="*/ 278 h 2275"/>
                <a:gd name="T60" fmla="*/ 668 w 1360"/>
                <a:gd name="T61" fmla="*/ 195 h 2275"/>
                <a:gd name="T62" fmla="*/ 718 w 1360"/>
                <a:gd name="T63" fmla="*/ 124 h 2275"/>
                <a:gd name="T64" fmla="*/ 783 w 1360"/>
                <a:gd name="T65" fmla="*/ 65 h 2275"/>
                <a:gd name="T66" fmla="*/ 860 w 1360"/>
                <a:gd name="T67" fmla="*/ 24 h 2275"/>
                <a:gd name="T68" fmla="*/ 947 w 1360"/>
                <a:gd name="T69" fmla="*/ 2 h 2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60" h="2275">
                  <a:moveTo>
                    <a:pt x="992" y="0"/>
                  </a:moveTo>
                  <a:lnTo>
                    <a:pt x="1039" y="2"/>
                  </a:lnTo>
                  <a:lnTo>
                    <a:pt x="1084" y="10"/>
                  </a:lnTo>
                  <a:lnTo>
                    <a:pt x="1126" y="24"/>
                  </a:lnTo>
                  <a:lnTo>
                    <a:pt x="1166" y="43"/>
                  </a:lnTo>
                  <a:lnTo>
                    <a:pt x="1203" y="65"/>
                  </a:lnTo>
                  <a:lnTo>
                    <a:pt x="1237" y="92"/>
                  </a:lnTo>
                  <a:lnTo>
                    <a:pt x="1268" y="124"/>
                  </a:lnTo>
                  <a:lnTo>
                    <a:pt x="1295" y="158"/>
                  </a:lnTo>
                  <a:lnTo>
                    <a:pt x="1318" y="195"/>
                  </a:lnTo>
                  <a:lnTo>
                    <a:pt x="1337" y="235"/>
                  </a:lnTo>
                  <a:lnTo>
                    <a:pt x="1350" y="278"/>
                  </a:lnTo>
                  <a:lnTo>
                    <a:pt x="1358" y="322"/>
                  </a:lnTo>
                  <a:lnTo>
                    <a:pt x="1360" y="369"/>
                  </a:lnTo>
                  <a:lnTo>
                    <a:pt x="1360" y="1240"/>
                  </a:lnTo>
                  <a:lnTo>
                    <a:pt x="1357" y="1288"/>
                  </a:lnTo>
                  <a:lnTo>
                    <a:pt x="1348" y="1334"/>
                  </a:lnTo>
                  <a:lnTo>
                    <a:pt x="1333" y="1378"/>
                  </a:lnTo>
                  <a:lnTo>
                    <a:pt x="1313" y="1420"/>
                  </a:lnTo>
                  <a:lnTo>
                    <a:pt x="1287" y="1457"/>
                  </a:lnTo>
                  <a:lnTo>
                    <a:pt x="1258" y="1491"/>
                  </a:lnTo>
                  <a:lnTo>
                    <a:pt x="1224" y="1520"/>
                  </a:lnTo>
                  <a:lnTo>
                    <a:pt x="1186" y="1546"/>
                  </a:lnTo>
                  <a:lnTo>
                    <a:pt x="1145" y="1567"/>
                  </a:lnTo>
                  <a:lnTo>
                    <a:pt x="1101" y="1582"/>
                  </a:lnTo>
                  <a:lnTo>
                    <a:pt x="1056" y="1591"/>
                  </a:lnTo>
                  <a:lnTo>
                    <a:pt x="1008" y="1594"/>
                  </a:lnTo>
                  <a:lnTo>
                    <a:pt x="587" y="1594"/>
                  </a:lnTo>
                  <a:lnTo>
                    <a:pt x="587" y="2176"/>
                  </a:lnTo>
                  <a:lnTo>
                    <a:pt x="585" y="2198"/>
                  </a:lnTo>
                  <a:lnTo>
                    <a:pt x="578" y="2219"/>
                  </a:lnTo>
                  <a:lnTo>
                    <a:pt x="565" y="2238"/>
                  </a:lnTo>
                  <a:lnTo>
                    <a:pt x="550" y="2254"/>
                  </a:lnTo>
                  <a:lnTo>
                    <a:pt x="531" y="2265"/>
                  </a:lnTo>
                  <a:lnTo>
                    <a:pt x="510" y="2273"/>
                  </a:lnTo>
                  <a:lnTo>
                    <a:pt x="488" y="2275"/>
                  </a:lnTo>
                  <a:lnTo>
                    <a:pt x="100" y="2275"/>
                  </a:lnTo>
                  <a:lnTo>
                    <a:pt x="77" y="2273"/>
                  </a:lnTo>
                  <a:lnTo>
                    <a:pt x="56" y="2265"/>
                  </a:lnTo>
                  <a:lnTo>
                    <a:pt x="38" y="2254"/>
                  </a:lnTo>
                  <a:lnTo>
                    <a:pt x="22" y="2238"/>
                  </a:lnTo>
                  <a:lnTo>
                    <a:pt x="10" y="2219"/>
                  </a:lnTo>
                  <a:lnTo>
                    <a:pt x="2" y="2198"/>
                  </a:lnTo>
                  <a:lnTo>
                    <a:pt x="0" y="2176"/>
                  </a:lnTo>
                  <a:lnTo>
                    <a:pt x="0" y="1312"/>
                  </a:lnTo>
                  <a:lnTo>
                    <a:pt x="3" y="1268"/>
                  </a:lnTo>
                  <a:lnTo>
                    <a:pt x="13" y="1225"/>
                  </a:lnTo>
                  <a:lnTo>
                    <a:pt x="28" y="1184"/>
                  </a:lnTo>
                  <a:lnTo>
                    <a:pt x="48" y="1148"/>
                  </a:lnTo>
                  <a:lnTo>
                    <a:pt x="74" y="1114"/>
                  </a:lnTo>
                  <a:lnTo>
                    <a:pt x="103" y="1085"/>
                  </a:lnTo>
                  <a:lnTo>
                    <a:pt x="137" y="1059"/>
                  </a:lnTo>
                  <a:lnTo>
                    <a:pt x="174" y="1038"/>
                  </a:lnTo>
                  <a:lnTo>
                    <a:pt x="214" y="1023"/>
                  </a:lnTo>
                  <a:lnTo>
                    <a:pt x="256" y="1014"/>
                  </a:lnTo>
                  <a:lnTo>
                    <a:pt x="301" y="1010"/>
                  </a:lnTo>
                  <a:lnTo>
                    <a:pt x="624" y="1010"/>
                  </a:lnTo>
                  <a:lnTo>
                    <a:pt x="624" y="369"/>
                  </a:lnTo>
                  <a:lnTo>
                    <a:pt x="628" y="322"/>
                  </a:lnTo>
                  <a:lnTo>
                    <a:pt x="636" y="278"/>
                  </a:lnTo>
                  <a:lnTo>
                    <a:pt x="649" y="235"/>
                  </a:lnTo>
                  <a:lnTo>
                    <a:pt x="668" y="195"/>
                  </a:lnTo>
                  <a:lnTo>
                    <a:pt x="691" y="158"/>
                  </a:lnTo>
                  <a:lnTo>
                    <a:pt x="718" y="124"/>
                  </a:lnTo>
                  <a:lnTo>
                    <a:pt x="749" y="92"/>
                  </a:lnTo>
                  <a:lnTo>
                    <a:pt x="783" y="65"/>
                  </a:lnTo>
                  <a:lnTo>
                    <a:pt x="819" y="43"/>
                  </a:lnTo>
                  <a:lnTo>
                    <a:pt x="860" y="24"/>
                  </a:lnTo>
                  <a:lnTo>
                    <a:pt x="902" y="10"/>
                  </a:lnTo>
                  <a:lnTo>
                    <a:pt x="947" y="2"/>
                  </a:lnTo>
                  <a:lnTo>
                    <a:pt x="9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F1B1FFE3-AFD5-4B04-9424-558FEB00AC60}"/>
              </a:ext>
            </a:extLst>
          </p:cNvPr>
          <p:cNvGrpSpPr/>
          <p:nvPr/>
        </p:nvGrpSpPr>
        <p:grpSpPr>
          <a:xfrm>
            <a:off x="10065271" y="4815640"/>
            <a:ext cx="253396" cy="327739"/>
            <a:chOff x="8928100" y="2084388"/>
            <a:chExt cx="384176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13" name="Freeform 235">
              <a:extLst>
                <a:ext uri="{FF2B5EF4-FFF2-40B4-BE49-F238E27FC236}">
                  <a16:creationId xmlns:a16="http://schemas.microsoft.com/office/drawing/2014/main" id="{67247EB8-19EC-40C4-B316-153B195CA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7788" y="2084388"/>
              <a:ext cx="114300" cy="114300"/>
            </a:xfrm>
            <a:custGeom>
              <a:avLst/>
              <a:gdLst>
                <a:gd name="T0" fmla="*/ 393 w 786"/>
                <a:gd name="T1" fmla="*/ 0 h 786"/>
                <a:gd name="T2" fmla="*/ 442 w 786"/>
                <a:gd name="T3" fmla="*/ 2 h 786"/>
                <a:gd name="T4" fmla="*/ 490 w 786"/>
                <a:gd name="T5" fmla="*/ 12 h 786"/>
                <a:gd name="T6" fmla="*/ 535 w 786"/>
                <a:gd name="T7" fmla="*/ 26 h 786"/>
                <a:gd name="T8" fmla="*/ 578 w 786"/>
                <a:gd name="T9" fmla="*/ 46 h 786"/>
                <a:gd name="T10" fmla="*/ 618 w 786"/>
                <a:gd name="T11" fmla="*/ 70 h 786"/>
                <a:gd name="T12" fmla="*/ 654 w 786"/>
                <a:gd name="T13" fmla="*/ 99 h 786"/>
                <a:gd name="T14" fmla="*/ 687 w 786"/>
                <a:gd name="T15" fmla="*/ 132 h 786"/>
                <a:gd name="T16" fmla="*/ 716 w 786"/>
                <a:gd name="T17" fmla="*/ 169 h 786"/>
                <a:gd name="T18" fmla="*/ 740 w 786"/>
                <a:gd name="T19" fmla="*/ 209 h 786"/>
                <a:gd name="T20" fmla="*/ 760 w 786"/>
                <a:gd name="T21" fmla="*/ 251 h 786"/>
                <a:gd name="T22" fmla="*/ 774 w 786"/>
                <a:gd name="T23" fmla="*/ 296 h 786"/>
                <a:gd name="T24" fmla="*/ 783 w 786"/>
                <a:gd name="T25" fmla="*/ 344 h 786"/>
                <a:gd name="T26" fmla="*/ 786 w 786"/>
                <a:gd name="T27" fmla="*/ 393 h 786"/>
                <a:gd name="T28" fmla="*/ 783 w 786"/>
                <a:gd name="T29" fmla="*/ 442 h 786"/>
                <a:gd name="T30" fmla="*/ 774 w 786"/>
                <a:gd name="T31" fmla="*/ 490 h 786"/>
                <a:gd name="T32" fmla="*/ 760 w 786"/>
                <a:gd name="T33" fmla="*/ 535 h 786"/>
                <a:gd name="T34" fmla="*/ 740 w 786"/>
                <a:gd name="T35" fmla="*/ 578 h 786"/>
                <a:gd name="T36" fmla="*/ 716 w 786"/>
                <a:gd name="T37" fmla="*/ 618 h 786"/>
                <a:gd name="T38" fmla="*/ 687 w 786"/>
                <a:gd name="T39" fmla="*/ 654 h 786"/>
                <a:gd name="T40" fmla="*/ 654 w 786"/>
                <a:gd name="T41" fmla="*/ 687 h 786"/>
                <a:gd name="T42" fmla="*/ 618 w 786"/>
                <a:gd name="T43" fmla="*/ 716 h 786"/>
                <a:gd name="T44" fmla="*/ 578 w 786"/>
                <a:gd name="T45" fmla="*/ 740 h 786"/>
                <a:gd name="T46" fmla="*/ 535 w 786"/>
                <a:gd name="T47" fmla="*/ 760 h 786"/>
                <a:gd name="T48" fmla="*/ 490 w 786"/>
                <a:gd name="T49" fmla="*/ 774 h 786"/>
                <a:gd name="T50" fmla="*/ 442 w 786"/>
                <a:gd name="T51" fmla="*/ 783 h 786"/>
                <a:gd name="T52" fmla="*/ 393 w 786"/>
                <a:gd name="T53" fmla="*/ 786 h 786"/>
                <a:gd name="T54" fmla="*/ 344 w 786"/>
                <a:gd name="T55" fmla="*/ 783 h 786"/>
                <a:gd name="T56" fmla="*/ 297 w 786"/>
                <a:gd name="T57" fmla="*/ 774 h 786"/>
                <a:gd name="T58" fmla="*/ 252 w 786"/>
                <a:gd name="T59" fmla="*/ 760 h 786"/>
                <a:gd name="T60" fmla="*/ 209 w 786"/>
                <a:gd name="T61" fmla="*/ 740 h 786"/>
                <a:gd name="T62" fmla="*/ 169 w 786"/>
                <a:gd name="T63" fmla="*/ 716 h 786"/>
                <a:gd name="T64" fmla="*/ 132 w 786"/>
                <a:gd name="T65" fmla="*/ 687 h 786"/>
                <a:gd name="T66" fmla="*/ 99 w 786"/>
                <a:gd name="T67" fmla="*/ 654 h 786"/>
                <a:gd name="T68" fmla="*/ 70 w 786"/>
                <a:gd name="T69" fmla="*/ 618 h 786"/>
                <a:gd name="T70" fmla="*/ 46 w 786"/>
                <a:gd name="T71" fmla="*/ 578 h 786"/>
                <a:gd name="T72" fmla="*/ 27 w 786"/>
                <a:gd name="T73" fmla="*/ 535 h 786"/>
                <a:gd name="T74" fmla="*/ 12 w 786"/>
                <a:gd name="T75" fmla="*/ 490 h 786"/>
                <a:gd name="T76" fmla="*/ 2 w 786"/>
                <a:gd name="T77" fmla="*/ 442 h 786"/>
                <a:gd name="T78" fmla="*/ 0 w 786"/>
                <a:gd name="T79" fmla="*/ 393 h 786"/>
                <a:gd name="T80" fmla="*/ 2 w 786"/>
                <a:gd name="T81" fmla="*/ 344 h 786"/>
                <a:gd name="T82" fmla="*/ 12 w 786"/>
                <a:gd name="T83" fmla="*/ 296 h 786"/>
                <a:gd name="T84" fmla="*/ 27 w 786"/>
                <a:gd name="T85" fmla="*/ 251 h 786"/>
                <a:gd name="T86" fmla="*/ 46 w 786"/>
                <a:gd name="T87" fmla="*/ 209 h 786"/>
                <a:gd name="T88" fmla="*/ 70 w 786"/>
                <a:gd name="T89" fmla="*/ 169 h 786"/>
                <a:gd name="T90" fmla="*/ 99 w 786"/>
                <a:gd name="T91" fmla="*/ 132 h 786"/>
                <a:gd name="T92" fmla="*/ 132 w 786"/>
                <a:gd name="T93" fmla="*/ 99 h 786"/>
                <a:gd name="T94" fmla="*/ 169 w 786"/>
                <a:gd name="T95" fmla="*/ 70 h 786"/>
                <a:gd name="T96" fmla="*/ 209 w 786"/>
                <a:gd name="T97" fmla="*/ 46 h 786"/>
                <a:gd name="T98" fmla="*/ 252 w 786"/>
                <a:gd name="T99" fmla="*/ 26 h 786"/>
                <a:gd name="T100" fmla="*/ 297 w 786"/>
                <a:gd name="T101" fmla="*/ 12 h 786"/>
                <a:gd name="T102" fmla="*/ 344 w 786"/>
                <a:gd name="T103" fmla="*/ 2 h 786"/>
                <a:gd name="T104" fmla="*/ 393 w 786"/>
                <a:gd name="T10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6" h="786">
                  <a:moveTo>
                    <a:pt x="393" y="0"/>
                  </a:moveTo>
                  <a:lnTo>
                    <a:pt x="442" y="2"/>
                  </a:lnTo>
                  <a:lnTo>
                    <a:pt x="490" y="12"/>
                  </a:lnTo>
                  <a:lnTo>
                    <a:pt x="535" y="26"/>
                  </a:lnTo>
                  <a:lnTo>
                    <a:pt x="578" y="46"/>
                  </a:lnTo>
                  <a:lnTo>
                    <a:pt x="618" y="70"/>
                  </a:lnTo>
                  <a:lnTo>
                    <a:pt x="654" y="99"/>
                  </a:lnTo>
                  <a:lnTo>
                    <a:pt x="687" y="132"/>
                  </a:lnTo>
                  <a:lnTo>
                    <a:pt x="716" y="169"/>
                  </a:lnTo>
                  <a:lnTo>
                    <a:pt x="740" y="209"/>
                  </a:lnTo>
                  <a:lnTo>
                    <a:pt x="760" y="251"/>
                  </a:lnTo>
                  <a:lnTo>
                    <a:pt x="774" y="296"/>
                  </a:lnTo>
                  <a:lnTo>
                    <a:pt x="783" y="344"/>
                  </a:lnTo>
                  <a:lnTo>
                    <a:pt x="786" y="393"/>
                  </a:lnTo>
                  <a:lnTo>
                    <a:pt x="783" y="442"/>
                  </a:lnTo>
                  <a:lnTo>
                    <a:pt x="774" y="490"/>
                  </a:lnTo>
                  <a:lnTo>
                    <a:pt x="760" y="535"/>
                  </a:lnTo>
                  <a:lnTo>
                    <a:pt x="740" y="578"/>
                  </a:lnTo>
                  <a:lnTo>
                    <a:pt x="716" y="618"/>
                  </a:lnTo>
                  <a:lnTo>
                    <a:pt x="687" y="654"/>
                  </a:lnTo>
                  <a:lnTo>
                    <a:pt x="654" y="687"/>
                  </a:lnTo>
                  <a:lnTo>
                    <a:pt x="618" y="716"/>
                  </a:lnTo>
                  <a:lnTo>
                    <a:pt x="578" y="740"/>
                  </a:lnTo>
                  <a:lnTo>
                    <a:pt x="535" y="760"/>
                  </a:lnTo>
                  <a:lnTo>
                    <a:pt x="490" y="774"/>
                  </a:lnTo>
                  <a:lnTo>
                    <a:pt x="442" y="783"/>
                  </a:lnTo>
                  <a:lnTo>
                    <a:pt x="393" y="786"/>
                  </a:lnTo>
                  <a:lnTo>
                    <a:pt x="344" y="783"/>
                  </a:lnTo>
                  <a:lnTo>
                    <a:pt x="297" y="774"/>
                  </a:lnTo>
                  <a:lnTo>
                    <a:pt x="252" y="760"/>
                  </a:lnTo>
                  <a:lnTo>
                    <a:pt x="209" y="740"/>
                  </a:lnTo>
                  <a:lnTo>
                    <a:pt x="169" y="716"/>
                  </a:lnTo>
                  <a:lnTo>
                    <a:pt x="132" y="687"/>
                  </a:lnTo>
                  <a:lnTo>
                    <a:pt x="99" y="654"/>
                  </a:lnTo>
                  <a:lnTo>
                    <a:pt x="70" y="618"/>
                  </a:lnTo>
                  <a:lnTo>
                    <a:pt x="46" y="578"/>
                  </a:lnTo>
                  <a:lnTo>
                    <a:pt x="27" y="535"/>
                  </a:lnTo>
                  <a:lnTo>
                    <a:pt x="12" y="490"/>
                  </a:lnTo>
                  <a:lnTo>
                    <a:pt x="2" y="442"/>
                  </a:lnTo>
                  <a:lnTo>
                    <a:pt x="0" y="393"/>
                  </a:lnTo>
                  <a:lnTo>
                    <a:pt x="2" y="344"/>
                  </a:lnTo>
                  <a:lnTo>
                    <a:pt x="12" y="296"/>
                  </a:lnTo>
                  <a:lnTo>
                    <a:pt x="27" y="251"/>
                  </a:lnTo>
                  <a:lnTo>
                    <a:pt x="46" y="209"/>
                  </a:lnTo>
                  <a:lnTo>
                    <a:pt x="70" y="169"/>
                  </a:lnTo>
                  <a:lnTo>
                    <a:pt x="99" y="132"/>
                  </a:lnTo>
                  <a:lnTo>
                    <a:pt x="132" y="99"/>
                  </a:lnTo>
                  <a:lnTo>
                    <a:pt x="169" y="70"/>
                  </a:lnTo>
                  <a:lnTo>
                    <a:pt x="209" y="46"/>
                  </a:lnTo>
                  <a:lnTo>
                    <a:pt x="252" y="26"/>
                  </a:lnTo>
                  <a:lnTo>
                    <a:pt x="297" y="12"/>
                  </a:lnTo>
                  <a:lnTo>
                    <a:pt x="344" y="2"/>
                  </a:lnTo>
                  <a:lnTo>
                    <a:pt x="3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4" name="Freeform 236">
              <a:extLst>
                <a:ext uri="{FF2B5EF4-FFF2-40B4-BE49-F238E27FC236}">
                  <a16:creationId xmlns:a16="http://schemas.microsoft.com/office/drawing/2014/main" id="{DA2A04F9-F098-4DD7-B258-5B37DFC8C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9563" y="2084388"/>
              <a:ext cx="112713" cy="114300"/>
            </a:xfrm>
            <a:custGeom>
              <a:avLst/>
              <a:gdLst>
                <a:gd name="T0" fmla="*/ 392 w 786"/>
                <a:gd name="T1" fmla="*/ 0 h 786"/>
                <a:gd name="T2" fmla="*/ 442 w 786"/>
                <a:gd name="T3" fmla="*/ 2 h 786"/>
                <a:gd name="T4" fmla="*/ 489 w 786"/>
                <a:gd name="T5" fmla="*/ 12 h 786"/>
                <a:gd name="T6" fmla="*/ 534 w 786"/>
                <a:gd name="T7" fmla="*/ 26 h 786"/>
                <a:gd name="T8" fmla="*/ 577 w 786"/>
                <a:gd name="T9" fmla="*/ 46 h 786"/>
                <a:gd name="T10" fmla="*/ 617 w 786"/>
                <a:gd name="T11" fmla="*/ 70 h 786"/>
                <a:gd name="T12" fmla="*/ 654 w 786"/>
                <a:gd name="T13" fmla="*/ 99 h 786"/>
                <a:gd name="T14" fmla="*/ 686 w 786"/>
                <a:gd name="T15" fmla="*/ 132 h 786"/>
                <a:gd name="T16" fmla="*/ 715 w 786"/>
                <a:gd name="T17" fmla="*/ 169 h 786"/>
                <a:gd name="T18" fmla="*/ 739 w 786"/>
                <a:gd name="T19" fmla="*/ 209 h 786"/>
                <a:gd name="T20" fmla="*/ 759 w 786"/>
                <a:gd name="T21" fmla="*/ 251 h 786"/>
                <a:gd name="T22" fmla="*/ 774 w 786"/>
                <a:gd name="T23" fmla="*/ 296 h 786"/>
                <a:gd name="T24" fmla="*/ 782 w 786"/>
                <a:gd name="T25" fmla="*/ 344 h 786"/>
                <a:gd name="T26" fmla="*/ 786 w 786"/>
                <a:gd name="T27" fmla="*/ 393 h 786"/>
                <a:gd name="T28" fmla="*/ 782 w 786"/>
                <a:gd name="T29" fmla="*/ 442 h 786"/>
                <a:gd name="T30" fmla="*/ 774 w 786"/>
                <a:gd name="T31" fmla="*/ 490 h 786"/>
                <a:gd name="T32" fmla="*/ 759 w 786"/>
                <a:gd name="T33" fmla="*/ 535 h 786"/>
                <a:gd name="T34" fmla="*/ 739 w 786"/>
                <a:gd name="T35" fmla="*/ 578 h 786"/>
                <a:gd name="T36" fmla="*/ 715 w 786"/>
                <a:gd name="T37" fmla="*/ 618 h 786"/>
                <a:gd name="T38" fmla="*/ 686 w 786"/>
                <a:gd name="T39" fmla="*/ 654 h 786"/>
                <a:gd name="T40" fmla="*/ 654 w 786"/>
                <a:gd name="T41" fmla="*/ 687 h 786"/>
                <a:gd name="T42" fmla="*/ 617 w 786"/>
                <a:gd name="T43" fmla="*/ 716 h 786"/>
                <a:gd name="T44" fmla="*/ 577 w 786"/>
                <a:gd name="T45" fmla="*/ 740 h 786"/>
                <a:gd name="T46" fmla="*/ 534 w 786"/>
                <a:gd name="T47" fmla="*/ 760 h 786"/>
                <a:gd name="T48" fmla="*/ 489 w 786"/>
                <a:gd name="T49" fmla="*/ 774 h 786"/>
                <a:gd name="T50" fmla="*/ 442 w 786"/>
                <a:gd name="T51" fmla="*/ 783 h 786"/>
                <a:gd name="T52" fmla="*/ 392 w 786"/>
                <a:gd name="T53" fmla="*/ 786 h 786"/>
                <a:gd name="T54" fmla="*/ 343 w 786"/>
                <a:gd name="T55" fmla="*/ 783 h 786"/>
                <a:gd name="T56" fmla="*/ 296 w 786"/>
                <a:gd name="T57" fmla="*/ 774 h 786"/>
                <a:gd name="T58" fmla="*/ 251 w 786"/>
                <a:gd name="T59" fmla="*/ 760 h 786"/>
                <a:gd name="T60" fmla="*/ 208 w 786"/>
                <a:gd name="T61" fmla="*/ 740 h 786"/>
                <a:gd name="T62" fmla="*/ 168 w 786"/>
                <a:gd name="T63" fmla="*/ 716 h 786"/>
                <a:gd name="T64" fmla="*/ 131 w 786"/>
                <a:gd name="T65" fmla="*/ 687 h 786"/>
                <a:gd name="T66" fmla="*/ 99 w 786"/>
                <a:gd name="T67" fmla="*/ 654 h 786"/>
                <a:gd name="T68" fmla="*/ 70 w 786"/>
                <a:gd name="T69" fmla="*/ 618 h 786"/>
                <a:gd name="T70" fmla="*/ 46 w 786"/>
                <a:gd name="T71" fmla="*/ 578 h 786"/>
                <a:gd name="T72" fmla="*/ 26 w 786"/>
                <a:gd name="T73" fmla="*/ 535 h 786"/>
                <a:gd name="T74" fmla="*/ 11 w 786"/>
                <a:gd name="T75" fmla="*/ 490 h 786"/>
                <a:gd name="T76" fmla="*/ 3 w 786"/>
                <a:gd name="T77" fmla="*/ 442 h 786"/>
                <a:gd name="T78" fmla="*/ 0 w 786"/>
                <a:gd name="T79" fmla="*/ 393 h 786"/>
                <a:gd name="T80" fmla="*/ 3 w 786"/>
                <a:gd name="T81" fmla="*/ 344 h 786"/>
                <a:gd name="T82" fmla="*/ 11 w 786"/>
                <a:gd name="T83" fmla="*/ 296 h 786"/>
                <a:gd name="T84" fmla="*/ 26 w 786"/>
                <a:gd name="T85" fmla="*/ 251 h 786"/>
                <a:gd name="T86" fmla="*/ 46 w 786"/>
                <a:gd name="T87" fmla="*/ 209 h 786"/>
                <a:gd name="T88" fmla="*/ 70 w 786"/>
                <a:gd name="T89" fmla="*/ 169 h 786"/>
                <a:gd name="T90" fmla="*/ 99 w 786"/>
                <a:gd name="T91" fmla="*/ 132 h 786"/>
                <a:gd name="T92" fmla="*/ 131 w 786"/>
                <a:gd name="T93" fmla="*/ 99 h 786"/>
                <a:gd name="T94" fmla="*/ 168 w 786"/>
                <a:gd name="T95" fmla="*/ 70 h 786"/>
                <a:gd name="T96" fmla="*/ 208 w 786"/>
                <a:gd name="T97" fmla="*/ 46 h 786"/>
                <a:gd name="T98" fmla="*/ 251 w 786"/>
                <a:gd name="T99" fmla="*/ 26 h 786"/>
                <a:gd name="T100" fmla="*/ 296 w 786"/>
                <a:gd name="T101" fmla="*/ 12 h 786"/>
                <a:gd name="T102" fmla="*/ 343 w 786"/>
                <a:gd name="T103" fmla="*/ 2 h 786"/>
                <a:gd name="T104" fmla="*/ 392 w 786"/>
                <a:gd name="T105" fmla="*/ 0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6" h="786">
                  <a:moveTo>
                    <a:pt x="392" y="0"/>
                  </a:moveTo>
                  <a:lnTo>
                    <a:pt x="442" y="2"/>
                  </a:lnTo>
                  <a:lnTo>
                    <a:pt x="489" y="12"/>
                  </a:lnTo>
                  <a:lnTo>
                    <a:pt x="534" y="26"/>
                  </a:lnTo>
                  <a:lnTo>
                    <a:pt x="577" y="46"/>
                  </a:lnTo>
                  <a:lnTo>
                    <a:pt x="617" y="70"/>
                  </a:lnTo>
                  <a:lnTo>
                    <a:pt x="654" y="99"/>
                  </a:lnTo>
                  <a:lnTo>
                    <a:pt x="686" y="132"/>
                  </a:lnTo>
                  <a:lnTo>
                    <a:pt x="715" y="169"/>
                  </a:lnTo>
                  <a:lnTo>
                    <a:pt x="739" y="209"/>
                  </a:lnTo>
                  <a:lnTo>
                    <a:pt x="759" y="251"/>
                  </a:lnTo>
                  <a:lnTo>
                    <a:pt x="774" y="296"/>
                  </a:lnTo>
                  <a:lnTo>
                    <a:pt x="782" y="344"/>
                  </a:lnTo>
                  <a:lnTo>
                    <a:pt x="786" y="393"/>
                  </a:lnTo>
                  <a:lnTo>
                    <a:pt x="782" y="442"/>
                  </a:lnTo>
                  <a:lnTo>
                    <a:pt x="774" y="490"/>
                  </a:lnTo>
                  <a:lnTo>
                    <a:pt x="759" y="535"/>
                  </a:lnTo>
                  <a:lnTo>
                    <a:pt x="739" y="578"/>
                  </a:lnTo>
                  <a:lnTo>
                    <a:pt x="715" y="618"/>
                  </a:lnTo>
                  <a:lnTo>
                    <a:pt x="686" y="654"/>
                  </a:lnTo>
                  <a:lnTo>
                    <a:pt x="654" y="687"/>
                  </a:lnTo>
                  <a:lnTo>
                    <a:pt x="617" y="716"/>
                  </a:lnTo>
                  <a:lnTo>
                    <a:pt x="577" y="740"/>
                  </a:lnTo>
                  <a:lnTo>
                    <a:pt x="534" y="760"/>
                  </a:lnTo>
                  <a:lnTo>
                    <a:pt x="489" y="774"/>
                  </a:lnTo>
                  <a:lnTo>
                    <a:pt x="442" y="783"/>
                  </a:lnTo>
                  <a:lnTo>
                    <a:pt x="392" y="786"/>
                  </a:lnTo>
                  <a:lnTo>
                    <a:pt x="343" y="783"/>
                  </a:lnTo>
                  <a:lnTo>
                    <a:pt x="296" y="774"/>
                  </a:lnTo>
                  <a:lnTo>
                    <a:pt x="251" y="760"/>
                  </a:lnTo>
                  <a:lnTo>
                    <a:pt x="208" y="740"/>
                  </a:lnTo>
                  <a:lnTo>
                    <a:pt x="168" y="716"/>
                  </a:lnTo>
                  <a:lnTo>
                    <a:pt x="131" y="687"/>
                  </a:lnTo>
                  <a:lnTo>
                    <a:pt x="99" y="654"/>
                  </a:lnTo>
                  <a:lnTo>
                    <a:pt x="70" y="618"/>
                  </a:lnTo>
                  <a:lnTo>
                    <a:pt x="46" y="578"/>
                  </a:lnTo>
                  <a:lnTo>
                    <a:pt x="26" y="535"/>
                  </a:lnTo>
                  <a:lnTo>
                    <a:pt x="11" y="490"/>
                  </a:lnTo>
                  <a:lnTo>
                    <a:pt x="3" y="442"/>
                  </a:lnTo>
                  <a:lnTo>
                    <a:pt x="0" y="393"/>
                  </a:lnTo>
                  <a:lnTo>
                    <a:pt x="3" y="344"/>
                  </a:lnTo>
                  <a:lnTo>
                    <a:pt x="11" y="296"/>
                  </a:lnTo>
                  <a:lnTo>
                    <a:pt x="26" y="251"/>
                  </a:lnTo>
                  <a:lnTo>
                    <a:pt x="46" y="209"/>
                  </a:lnTo>
                  <a:lnTo>
                    <a:pt x="70" y="169"/>
                  </a:lnTo>
                  <a:lnTo>
                    <a:pt x="99" y="132"/>
                  </a:lnTo>
                  <a:lnTo>
                    <a:pt x="131" y="99"/>
                  </a:lnTo>
                  <a:lnTo>
                    <a:pt x="168" y="70"/>
                  </a:lnTo>
                  <a:lnTo>
                    <a:pt x="208" y="46"/>
                  </a:lnTo>
                  <a:lnTo>
                    <a:pt x="251" y="26"/>
                  </a:lnTo>
                  <a:lnTo>
                    <a:pt x="296" y="12"/>
                  </a:lnTo>
                  <a:lnTo>
                    <a:pt x="343" y="2"/>
                  </a:lnTo>
                  <a:lnTo>
                    <a:pt x="3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5" name="Freeform 237">
              <a:extLst>
                <a:ext uri="{FF2B5EF4-FFF2-40B4-BE49-F238E27FC236}">
                  <a16:creationId xmlns:a16="http://schemas.microsoft.com/office/drawing/2014/main" id="{15BDAC56-A677-4BB1-9316-8505295DE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6388" y="2222501"/>
              <a:ext cx="114300" cy="358775"/>
            </a:xfrm>
            <a:custGeom>
              <a:avLst/>
              <a:gdLst>
                <a:gd name="T0" fmla="*/ 397 w 795"/>
                <a:gd name="T1" fmla="*/ 0 h 2479"/>
                <a:gd name="T2" fmla="*/ 446 w 795"/>
                <a:gd name="T3" fmla="*/ 3 h 2479"/>
                <a:gd name="T4" fmla="*/ 495 w 795"/>
                <a:gd name="T5" fmla="*/ 11 h 2479"/>
                <a:gd name="T6" fmla="*/ 541 w 795"/>
                <a:gd name="T7" fmla="*/ 26 h 2479"/>
                <a:gd name="T8" fmla="*/ 584 w 795"/>
                <a:gd name="T9" fmla="*/ 46 h 2479"/>
                <a:gd name="T10" fmla="*/ 624 w 795"/>
                <a:gd name="T11" fmla="*/ 71 h 2479"/>
                <a:gd name="T12" fmla="*/ 661 w 795"/>
                <a:gd name="T13" fmla="*/ 100 h 2479"/>
                <a:gd name="T14" fmla="*/ 694 w 795"/>
                <a:gd name="T15" fmla="*/ 133 h 2479"/>
                <a:gd name="T16" fmla="*/ 724 w 795"/>
                <a:gd name="T17" fmla="*/ 170 h 2479"/>
                <a:gd name="T18" fmla="*/ 748 w 795"/>
                <a:gd name="T19" fmla="*/ 210 h 2479"/>
                <a:gd name="T20" fmla="*/ 768 w 795"/>
                <a:gd name="T21" fmla="*/ 254 h 2479"/>
                <a:gd name="T22" fmla="*/ 782 w 795"/>
                <a:gd name="T23" fmla="*/ 299 h 2479"/>
                <a:gd name="T24" fmla="*/ 792 w 795"/>
                <a:gd name="T25" fmla="*/ 347 h 2479"/>
                <a:gd name="T26" fmla="*/ 795 w 795"/>
                <a:gd name="T27" fmla="*/ 397 h 2479"/>
                <a:gd name="T28" fmla="*/ 795 w 795"/>
                <a:gd name="T29" fmla="*/ 1039 h 2479"/>
                <a:gd name="T30" fmla="*/ 793 w 795"/>
                <a:gd name="T31" fmla="*/ 1056 h 2479"/>
                <a:gd name="T32" fmla="*/ 789 w 795"/>
                <a:gd name="T33" fmla="*/ 1073 h 2479"/>
                <a:gd name="T34" fmla="*/ 655 w 795"/>
                <a:gd name="T35" fmla="*/ 1440 h 2479"/>
                <a:gd name="T36" fmla="*/ 655 w 795"/>
                <a:gd name="T37" fmla="*/ 2381 h 2479"/>
                <a:gd name="T38" fmla="*/ 653 w 795"/>
                <a:gd name="T39" fmla="*/ 2403 h 2479"/>
                <a:gd name="T40" fmla="*/ 644 w 795"/>
                <a:gd name="T41" fmla="*/ 2424 h 2479"/>
                <a:gd name="T42" fmla="*/ 633 w 795"/>
                <a:gd name="T43" fmla="*/ 2443 h 2479"/>
                <a:gd name="T44" fmla="*/ 618 w 795"/>
                <a:gd name="T45" fmla="*/ 2457 h 2479"/>
                <a:gd name="T46" fmla="*/ 599 w 795"/>
                <a:gd name="T47" fmla="*/ 2470 h 2479"/>
                <a:gd name="T48" fmla="*/ 578 w 795"/>
                <a:gd name="T49" fmla="*/ 2477 h 2479"/>
                <a:gd name="T50" fmla="*/ 556 w 795"/>
                <a:gd name="T51" fmla="*/ 2479 h 2479"/>
                <a:gd name="T52" fmla="*/ 98 w 795"/>
                <a:gd name="T53" fmla="*/ 2479 h 2479"/>
                <a:gd name="T54" fmla="*/ 75 w 795"/>
                <a:gd name="T55" fmla="*/ 2477 h 2479"/>
                <a:gd name="T56" fmla="*/ 54 w 795"/>
                <a:gd name="T57" fmla="*/ 2470 h 2479"/>
                <a:gd name="T58" fmla="*/ 36 w 795"/>
                <a:gd name="T59" fmla="*/ 2457 h 2479"/>
                <a:gd name="T60" fmla="*/ 20 w 795"/>
                <a:gd name="T61" fmla="*/ 2443 h 2479"/>
                <a:gd name="T62" fmla="*/ 9 w 795"/>
                <a:gd name="T63" fmla="*/ 2424 h 2479"/>
                <a:gd name="T64" fmla="*/ 2 w 795"/>
                <a:gd name="T65" fmla="*/ 2403 h 2479"/>
                <a:gd name="T66" fmla="*/ 0 w 795"/>
                <a:gd name="T67" fmla="*/ 2381 h 2479"/>
                <a:gd name="T68" fmla="*/ 0 w 795"/>
                <a:gd name="T69" fmla="*/ 397 h 2479"/>
                <a:gd name="T70" fmla="*/ 3 w 795"/>
                <a:gd name="T71" fmla="*/ 347 h 2479"/>
                <a:gd name="T72" fmla="*/ 11 w 795"/>
                <a:gd name="T73" fmla="*/ 299 h 2479"/>
                <a:gd name="T74" fmla="*/ 26 w 795"/>
                <a:gd name="T75" fmla="*/ 254 h 2479"/>
                <a:gd name="T76" fmla="*/ 46 w 795"/>
                <a:gd name="T77" fmla="*/ 210 h 2479"/>
                <a:gd name="T78" fmla="*/ 71 w 795"/>
                <a:gd name="T79" fmla="*/ 170 h 2479"/>
                <a:gd name="T80" fmla="*/ 99 w 795"/>
                <a:gd name="T81" fmla="*/ 133 h 2479"/>
                <a:gd name="T82" fmla="*/ 132 w 795"/>
                <a:gd name="T83" fmla="*/ 100 h 2479"/>
                <a:gd name="T84" fmla="*/ 169 w 795"/>
                <a:gd name="T85" fmla="*/ 71 h 2479"/>
                <a:gd name="T86" fmla="*/ 210 w 795"/>
                <a:gd name="T87" fmla="*/ 46 h 2479"/>
                <a:gd name="T88" fmla="*/ 253 w 795"/>
                <a:gd name="T89" fmla="*/ 26 h 2479"/>
                <a:gd name="T90" fmla="*/ 299 w 795"/>
                <a:gd name="T91" fmla="*/ 11 h 2479"/>
                <a:gd name="T92" fmla="*/ 347 w 795"/>
                <a:gd name="T93" fmla="*/ 3 h 2479"/>
                <a:gd name="T94" fmla="*/ 397 w 795"/>
                <a:gd name="T95" fmla="*/ 0 h 2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95" h="2479">
                  <a:moveTo>
                    <a:pt x="397" y="0"/>
                  </a:moveTo>
                  <a:lnTo>
                    <a:pt x="446" y="3"/>
                  </a:lnTo>
                  <a:lnTo>
                    <a:pt x="495" y="11"/>
                  </a:lnTo>
                  <a:lnTo>
                    <a:pt x="541" y="26"/>
                  </a:lnTo>
                  <a:lnTo>
                    <a:pt x="584" y="46"/>
                  </a:lnTo>
                  <a:lnTo>
                    <a:pt x="624" y="71"/>
                  </a:lnTo>
                  <a:lnTo>
                    <a:pt x="661" y="100"/>
                  </a:lnTo>
                  <a:lnTo>
                    <a:pt x="694" y="133"/>
                  </a:lnTo>
                  <a:lnTo>
                    <a:pt x="724" y="170"/>
                  </a:lnTo>
                  <a:lnTo>
                    <a:pt x="748" y="210"/>
                  </a:lnTo>
                  <a:lnTo>
                    <a:pt x="768" y="254"/>
                  </a:lnTo>
                  <a:lnTo>
                    <a:pt x="782" y="299"/>
                  </a:lnTo>
                  <a:lnTo>
                    <a:pt x="792" y="347"/>
                  </a:lnTo>
                  <a:lnTo>
                    <a:pt x="795" y="397"/>
                  </a:lnTo>
                  <a:lnTo>
                    <a:pt x="795" y="1039"/>
                  </a:lnTo>
                  <a:lnTo>
                    <a:pt x="793" y="1056"/>
                  </a:lnTo>
                  <a:lnTo>
                    <a:pt x="789" y="1073"/>
                  </a:lnTo>
                  <a:lnTo>
                    <a:pt x="655" y="1440"/>
                  </a:lnTo>
                  <a:lnTo>
                    <a:pt x="655" y="2381"/>
                  </a:lnTo>
                  <a:lnTo>
                    <a:pt x="653" y="2403"/>
                  </a:lnTo>
                  <a:lnTo>
                    <a:pt x="644" y="2424"/>
                  </a:lnTo>
                  <a:lnTo>
                    <a:pt x="633" y="2443"/>
                  </a:lnTo>
                  <a:lnTo>
                    <a:pt x="618" y="2457"/>
                  </a:lnTo>
                  <a:lnTo>
                    <a:pt x="599" y="2470"/>
                  </a:lnTo>
                  <a:lnTo>
                    <a:pt x="578" y="2477"/>
                  </a:lnTo>
                  <a:lnTo>
                    <a:pt x="556" y="2479"/>
                  </a:lnTo>
                  <a:lnTo>
                    <a:pt x="98" y="2479"/>
                  </a:lnTo>
                  <a:lnTo>
                    <a:pt x="75" y="2477"/>
                  </a:lnTo>
                  <a:lnTo>
                    <a:pt x="54" y="2470"/>
                  </a:lnTo>
                  <a:lnTo>
                    <a:pt x="36" y="2457"/>
                  </a:lnTo>
                  <a:lnTo>
                    <a:pt x="20" y="2443"/>
                  </a:lnTo>
                  <a:lnTo>
                    <a:pt x="9" y="2424"/>
                  </a:lnTo>
                  <a:lnTo>
                    <a:pt x="2" y="2403"/>
                  </a:lnTo>
                  <a:lnTo>
                    <a:pt x="0" y="2381"/>
                  </a:lnTo>
                  <a:lnTo>
                    <a:pt x="0" y="397"/>
                  </a:lnTo>
                  <a:lnTo>
                    <a:pt x="3" y="347"/>
                  </a:lnTo>
                  <a:lnTo>
                    <a:pt x="11" y="299"/>
                  </a:lnTo>
                  <a:lnTo>
                    <a:pt x="26" y="254"/>
                  </a:lnTo>
                  <a:lnTo>
                    <a:pt x="46" y="210"/>
                  </a:lnTo>
                  <a:lnTo>
                    <a:pt x="71" y="170"/>
                  </a:lnTo>
                  <a:lnTo>
                    <a:pt x="99" y="133"/>
                  </a:lnTo>
                  <a:lnTo>
                    <a:pt x="132" y="100"/>
                  </a:lnTo>
                  <a:lnTo>
                    <a:pt x="169" y="71"/>
                  </a:lnTo>
                  <a:lnTo>
                    <a:pt x="210" y="46"/>
                  </a:lnTo>
                  <a:lnTo>
                    <a:pt x="253" y="26"/>
                  </a:lnTo>
                  <a:lnTo>
                    <a:pt x="299" y="11"/>
                  </a:lnTo>
                  <a:lnTo>
                    <a:pt x="347" y="3"/>
                  </a:lnTo>
                  <a:lnTo>
                    <a:pt x="3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6" name="Freeform 238">
              <a:extLst>
                <a:ext uri="{FF2B5EF4-FFF2-40B4-BE49-F238E27FC236}">
                  <a16:creationId xmlns:a16="http://schemas.microsoft.com/office/drawing/2014/main" id="{424CF2AE-9252-46DE-94B8-DF04F333D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8100" y="2220913"/>
              <a:ext cx="193675" cy="350838"/>
            </a:xfrm>
            <a:custGeom>
              <a:avLst/>
              <a:gdLst>
                <a:gd name="T0" fmla="*/ 361 w 1341"/>
                <a:gd name="T1" fmla="*/ 0 h 2429"/>
                <a:gd name="T2" fmla="*/ 372 w 1341"/>
                <a:gd name="T3" fmla="*/ 2 h 2429"/>
                <a:gd name="T4" fmla="*/ 381 w 1341"/>
                <a:gd name="T5" fmla="*/ 6 h 2429"/>
                <a:gd name="T6" fmla="*/ 388 w 1341"/>
                <a:gd name="T7" fmla="*/ 14 h 2429"/>
                <a:gd name="T8" fmla="*/ 394 w 1341"/>
                <a:gd name="T9" fmla="*/ 23 h 2429"/>
                <a:gd name="T10" fmla="*/ 630 w 1341"/>
                <a:gd name="T11" fmla="*/ 671 h 2429"/>
                <a:gd name="T12" fmla="*/ 636 w 1341"/>
                <a:gd name="T13" fmla="*/ 684 h 2429"/>
                <a:gd name="T14" fmla="*/ 647 w 1341"/>
                <a:gd name="T15" fmla="*/ 692 h 2429"/>
                <a:gd name="T16" fmla="*/ 657 w 1341"/>
                <a:gd name="T17" fmla="*/ 697 h 2429"/>
                <a:gd name="T18" fmla="*/ 670 w 1341"/>
                <a:gd name="T19" fmla="*/ 699 h 2429"/>
                <a:gd name="T20" fmla="*/ 682 w 1341"/>
                <a:gd name="T21" fmla="*/ 697 h 2429"/>
                <a:gd name="T22" fmla="*/ 694 w 1341"/>
                <a:gd name="T23" fmla="*/ 692 h 2429"/>
                <a:gd name="T24" fmla="*/ 703 w 1341"/>
                <a:gd name="T25" fmla="*/ 684 h 2429"/>
                <a:gd name="T26" fmla="*/ 710 w 1341"/>
                <a:gd name="T27" fmla="*/ 671 h 2429"/>
                <a:gd name="T28" fmla="*/ 946 w 1341"/>
                <a:gd name="T29" fmla="*/ 23 h 2429"/>
                <a:gd name="T30" fmla="*/ 953 w 1341"/>
                <a:gd name="T31" fmla="*/ 12 h 2429"/>
                <a:gd name="T32" fmla="*/ 963 w 1341"/>
                <a:gd name="T33" fmla="*/ 4 h 2429"/>
                <a:gd name="T34" fmla="*/ 975 w 1341"/>
                <a:gd name="T35" fmla="*/ 1 h 2429"/>
                <a:gd name="T36" fmla="*/ 989 w 1341"/>
                <a:gd name="T37" fmla="*/ 2 h 2429"/>
                <a:gd name="T38" fmla="*/ 1101 w 1341"/>
                <a:gd name="T39" fmla="*/ 37 h 2429"/>
                <a:gd name="T40" fmla="*/ 1102 w 1341"/>
                <a:gd name="T41" fmla="*/ 37 h 2429"/>
                <a:gd name="T42" fmla="*/ 1143 w 1341"/>
                <a:gd name="T43" fmla="*/ 54 h 2429"/>
                <a:gd name="T44" fmla="*/ 1182 w 1341"/>
                <a:gd name="T45" fmla="*/ 74 h 2429"/>
                <a:gd name="T46" fmla="*/ 1216 w 1341"/>
                <a:gd name="T47" fmla="*/ 101 h 2429"/>
                <a:gd name="T48" fmla="*/ 1248 w 1341"/>
                <a:gd name="T49" fmla="*/ 130 h 2429"/>
                <a:gd name="T50" fmla="*/ 1275 w 1341"/>
                <a:gd name="T51" fmla="*/ 162 h 2429"/>
                <a:gd name="T52" fmla="*/ 1298 w 1341"/>
                <a:gd name="T53" fmla="*/ 199 h 2429"/>
                <a:gd name="T54" fmla="*/ 1316 w 1341"/>
                <a:gd name="T55" fmla="*/ 238 h 2429"/>
                <a:gd name="T56" fmla="*/ 1329 w 1341"/>
                <a:gd name="T57" fmla="*/ 279 h 2429"/>
                <a:gd name="T58" fmla="*/ 1338 w 1341"/>
                <a:gd name="T59" fmla="*/ 321 h 2429"/>
                <a:gd name="T60" fmla="*/ 1341 w 1341"/>
                <a:gd name="T61" fmla="*/ 365 h 2429"/>
                <a:gd name="T62" fmla="*/ 1341 w 1341"/>
                <a:gd name="T63" fmla="*/ 1053 h 2429"/>
                <a:gd name="T64" fmla="*/ 1339 w 1341"/>
                <a:gd name="T65" fmla="*/ 1063 h 2429"/>
                <a:gd name="T66" fmla="*/ 1334 w 1341"/>
                <a:gd name="T67" fmla="*/ 1072 h 2429"/>
                <a:gd name="T68" fmla="*/ 1088 w 1341"/>
                <a:gd name="T69" fmla="*/ 1447 h 2429"/>
                <a:gd name="T70" fmla="*/ 1088 w 1341"/>
                <a:gd name="T71" fmla="*/ 2395 h 2429"/>
                <a:gd name="T72" fmla="*/ 1085 w 1341"/>
                <a:gd name="T73" fmla="*/ 2409 h 2429"/>
                <a:gd name="T74" fmla="*/ 1078 w 1341"/>
                <a:gd name="T75" fmla="*/ 2419 h 2429"/>
                <a:gd name="T76" fmla="*/ 1068 w 1341"/>
                <a:gd name="T77" fmla="*/ 2426 h 2429"/>
                <a:gd name="T78" fmla="*/ 1054 w 1341"/>
                <a:gd name="T79" fmla="*/ 2429 h 2429"/>
                <a:gd name="T80" fmla="*/ 287 w 1341"/>
                <a:gd name="T81" fmla="*/ 2429 h 2429"/>
                <a:gd name="T82" fmla="*/ 273 w 1341"/>
                <a:gd name="T83" fmla="*/ 2426 h 2429"/>
                <a:gd name="T84" fmla="*/ 262 w 1341"/>
                <a:gd name="T85" fmla="*/ 2419 h 2429"/>
                <a:gd name="T86" fmla="*/ 254 w 1341"/>
                <a:gd name="T87" fmla="*/ 2409 h 2429"/>
                <a:gd name="T88" fmla="*/ 252 w 1341"/>
                <a:gd name="T89" fmla="*/ 2395 h 2429"/>
                <a:gd name="T90" fmla="*/ 252 w 1341"/>
                <a:gd name="T91" fmla="*/ 1447 h 2429"/>
                <a:gd name="T92" fmla="*/ 5 w 1341"/>
                <a:gd name="T93" fmla="*/ 1072 h 2429"/>
                <a:gd name="T94" fmla="*/ 1 w 1341"/>
                <a:gd name="T95" fmla="*/ 1063 h 2429"/>
                <a:gd name="T96" fmla="*/ 0 w 1341"/>
                <a:gd name="T97" fmla="*/ 1053 h 2429"/>
                <a:gd name="T98" fmla="*/ 0 w 1341"/>
                <a:gd name="T99" fmla="*/ 368 h 2429"/>
                <a:gd name="T100" fmla="*/ 3 w 1341"/>
                <a:gd name="T101" fmla="*/ 324 h 2429"/>
                <a:gd name="T102" fmla="*/ 10 w 1341"/>
                <a:gd name="T103" fmla="*/ 280 h 2429"/>
                <a:gd name="T104" fmla="*/ 24 w 1341"/>
                <a:gd name="T105" fmla="*/ 239 h 2429"/>
                <a:gd name="T106" fmla="*/ 43 w 1341"/>
                <a:gd name="T107" fmla="*/ 200 h 2429"/>
                <a:gd name="T108" fmla="*/ 66 w 1341"/>
                <a:gd name="T109" fmla="*/ 163 h 2429"/>
                <a:gd name="T110" fmla="*/ 93 w 1341"/>
                <a:gd name="T111" fmla="*/ 130 h 2429"/>
                <a:gd name="T112" fmla="*/ 125 w 1341"/>
                <a:gd name="T113" fmla="*/ 101 h 2429"/>
                <a:gd name="T114" fmla="*/ 159 w 1341"/>
                <a:gd name="T115" fmla="*/ 74 h 2429"/>
                <a:gd name="T116" fmla="*/ 198 w 1341"/>
                <a:gd name="T117" fmla="*/ 54 h 2429"/>
                <a:gd name="T118" fmla="*/ 239 w 1341"/>
                <a:gd name="T119" fmla="*/ 37 h 2429"/>
                <a:gd name="T120" fmla="*/ 351 w 1341"/>
                <a:gd name="T121" fmla="*/ 2 h 2429"/>
                <a:gd name="T122" fmla="*/ 356 w 1341"/>
                <a:gd name="T123" fmla="*/ 1 h 2429"/>
                <a:gd name="T124" fmla="*/ 361 w 1341"/>
                <a:gd name="T125" fmla="*/ 0 h 2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41" h="2429">
                  <a:moveTo>
                    <a:pt x="361" y="0"/>
                  </a:moveTo>
                  <a:lnTo>
                    <a:pt x="372" y="2"/>
                  </a:lnTo>
                  <a:lnTo>
                    <a:pt x="381" y="6"/>
                  </a:lnTo>
                  <a:lnTo>
                    <a:pt x="388" y="14"/>
                  </a:lnTo>
                  <a:lnTo>
                    <a:pt x="394" y="23"/>
                  </a:lnTo>
                  <a:lnTo>
                    <a:pt x="630" y="671"/>
                  </a:lnTo>
                  <a:lnTo>
                    <a:pt x="636" y="684"/>
                  </a:lnTo>
                  <a:lnTo>
                    <a:pt x="647" y="692"/>
                  </a:lnTo>
                  <a:lnTo>
                    <a:pt x="657" y="697"/>
                  </a:lnTo>
                  <a:lnTo>
                    <a:pt x="670" y="699"/>
                  </a:lnTo>
                  <a:lnTo>
                    <a:pt x="682" y="697"/>
                  </a:lnTo>
                  <a:lnTo>
                    <a:pt x="694" y="692"/>
                  </a:lnTo>
                  <a:lnTo>
                    <a:pt x="703" y="684"/>
                  </a:lnTo>
                  <a:lnTo>
                    <a:pt x="710" y="671"/>
                  </a:lnTo>
                  <a:lnTo>
                    <a:pt x="946" y="23"/>
                  </a:lnTo>
                  <a:lnTo>
                    <a:pt x="953" y="12"/>
                  </a:lnTo>
                  <a:lnTo>
                    <a:pt x="963" y="4"/>
                  </a:lnTo>
                  <a:lnTo>
                    <a:pt x="975" y="1"/>
                  </a:lnTo>
                  <a:lnTo>
                    <a:pt x="989" y="2"/>
                  </a:lnTo>
                  <a:lnTo>
                    <a:pt x="1101" y="37"/>
                  </a:lnTo>
                  <a:lnTo>
                    <a:pt x="1102" y="37"/>
                  </a:lnTo>
                  <a:lnTo>
                    <a:pt x="1143" y="54"/>
                  </a:lnTo>
                  <a:lnTo>
                    <a:pt x="1182" y="74"/>
                  </a:lnTo>
                  <a:lnTo>
                    <a:pt x="1216" y="101"/>
                  </a:lnTo>
                  <a:lnTo>
                    <a:pt x="1248" y="130"/>
                  </a:lnTo>
                  <a:lnTo>
                    <a:pt x="1275" y="162"/>
                  </a:lnTo>
                  <a:lnTo>
                    <a:pt x="1298" y="199"/>
                  </a:lnTo>
                  <a:lnTo>
                    <a:pt x="1316" y="238"/>
                  </a:lnTo>
                  <a:lnTo>
                    <a:pt x="1329" y="279"/>
                  </a:lnTo>
                  <a:lnTo>
                    <a:pt x="1338" y="321"/>
                  </a:lnTo>
                  <a:lnTo>
                    <a:pt x="1341" y="365"/>
                  </a:lnTo>
                  <a:lnTo>
                    <a:pt x="1341" y="1053"/>
                  </a:lnTo>
                  <a:lnTo>
                    <a:pt x="1339" y="1063"/>
                  </a:lnTo>
                  <a:lnTo>
                    <a:pt x="1334" y="1072"/>
                  </a:lnTo>
                  <a:lnTo>
                    <a:pt x="1088" y="1447"/>
                  </a:lnTo>
                  <a:lnTo>
                    <a:pt x="1088" y="2395"/>
                  </a:lnTo>
                  <a:lnTo>
                    <a:pt x="1085" y="2409"/>
                  </a:lnTo>
                  <a:lnTo>
                    <a:pt x="1078" y="2419"/>
                  </a:lnTo>
                  <a:lnTo>
                    <a:pt x="1068" y="2426"/>
                  </a:lnTo>
                  <a:lnTo>
                    <a:pt x="1054" y="2429"/>
                  </a:lnTo>
                  <a:lnTo>
                    <a:pt x="287" y="2429"/>
                  </a:lnTo>
                  <a:lnTo>
                    <a:pt x="273" y="2426"/>
                  </a:lnTo>
                  <a:lnTo>
                    <a:pt x="262" y="2419"/>
                  </a:lnTo>
                  <a:lnTo>
                    <a:pt x="254" y="2409"/>
                  </a:lnTo>
                  <a:lnTo>
                    <a:pt x="252" y="2395"/>
                  </a:lnTo>
                  <a:lnTo>
                    <a:pt x="252" y="1447"/>
                  </a:lnTo>
                  <a:lnTo>
                    <a:pt x="5" y="1072"/>
                  </a:lnTo>
                  <a:lnTo>
                    <a:pt x="1" y="1063"/>
                  </a:lnTo>
                  <a:lnTo>
                    <a:pt x="0" y="1053"/>
                  </a:lnTo>
                  <a:lnTo>
                    <a:pt x="0" y="368"/>
                  </a:lnTo>
                  <a:lnTo>
                    <a:pt x="3" y="324"/>
                  </a:lnTo>
                  <a:lnTo>
                    <a:pt x="10" y="280"/>
                  </a:lnTo>
                  <a:lnTo>
                    <a:pt x="24" y="239"/>
                  </a:lnTo>
                  <a:lnTo>
                    <a:pt x="43" y="200"/>
                  </a:lnTo>
                  <a:lnTo>
                    <a:pt x="66" y="163"/>
                  </a:lnTo>
                  <a:lnTo>
                    <a:pt x="93" y="130"/>
                  </a:lnTo>
                  <a:lnTo>
                    <a:pt x="125" y="101"/>
                  </a:lnTo>
                  <a:lnTo>
                    <a:pt x="159" y="74"/>
                  </a:lnTo>
                  <a:lnTo>
                    <a:pt x="198" y="54"/>
                  </a:lnTo>
                  <a:lnTo>
                    <a:pt x="239" y="37"/>
                  </a:lnTo>
                  <a:lnTo>
                    <a:pt x="351" y="2"/>
                  </a:lnTo>
                  <a:lnTo>
                    <a:pt x="356" y="1"/>
                  </a:lnTo>
                  <a:lnTo>
                    <a:pt x="3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7" name="Freeform 239">
              <a:extLst>
                <a:ext uri="{FF2B5EF4-FFF2-40B4-BE49-F238E27FC236}">
                  <a16:creationId xmlns:a16="http://schemas.microsoft.com/office/drawing/2014/main" id="{CFF3F909-7888-46C4-BBBA-9AF0AB487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0650" y="2216151"/>
              <a:ext cx="28575" cy="73025"/>
            </a:xfrm>
            <a:custGeom>
              <a:avLst/>
              <a:gdLst>
                <a:gd name="T0" fmla="*/ 48 w 195"/>
                <a:gd name="T1" fmla="*/ 0 h 503"/>
                <a:gd name="T2" fmla="*/ 147 w 195"/>
                <a:gd name="T3" fmla="*/ 0 h 503"/>
                <a:gd name="T4" fmla="*/ 161 w 195"/>
                <a:gd name="T5" fmla="*/ 2 h 503"/>
                <a:gd name="T6" fmla="*/ 173 w 195"/>
                <a:gd name="T7" fmla="*/ 7 h 503"/>
                <a:gd name="T8" fmla="*/ 184 w 195"/>
                <a:gd name="T9" fmla="*/ 16 h 503"/>
                <a:gd name="T10" fmla="*/ 191 w 195"/>
                <a:gd name="T11" fmla="*/ 28 h 503"/>
                <a:gd name="T12" fmla="*/ 195 w 195"/>
                <a:gd name="T13" fmla="*/ 42 h 503"/>
                <a:gd name="T14" fmla="*/ 194 w 195"/>
                <a:gd name="T15" fmla="*/ 56 h 503"/>
                <a:gd name="T16" fmla="*/ 189 w 195"/>
                <a:gd name="T17" fmla="*/ 70 h 503"/>
                <a:gd name="T18" fmla="*/ 136 w 195"/>
                <a:gd name="T19" fmla="*/ 151 h 503"/>
                <a:gd name="T20" fmla="*/ 161 w 195"/>
                <a:gd name="T21" fmla="*/ 362 h 503"/>
                <a:gd name="T22" fmla="*/ 112 w 195"/>
                <a:gd name="T23" fmla="*/ 494 h 503"/>
                <a:gd name="T24" fmla="*/ 107 w 195"/>
                <a:gd name="T25" fmla="*/ 500 h 503"/>
                <a:gd name="T26" fmla="*/ 101 w 195"/>
                <a:gd name="T27" fmla="*/ 503 h 503"/>
                <a:gd name="T28" fmla="*/ 94 w 195"/>
                <a:gd name="T29" fmla="*/ 503 h 503"/>
                <a:gd name="T30" fmla="*/ 88 w 195"/>
                <a:gd name="T31" fmla="*/ 500 h 503"/>
                <a:gd name="T32" fmla="*/ 83 w 195"/>
                <a:gd name="T33" fmla="*/ 494 h 503"/>
                <a:gd name="T34" fmla="*/ 34 w 195"/>
                <a:gd name="T35" fmla="*/ 362 h 503"/>
                <a:gd name="T36" fmla="*/ 59 w 195"/>
                <a:gd name="T37" fmla="*/ 151 h 503"/>
                <a:gd name="T38" fmla="*/ 6 w 195"/>
                <a:gd name="T39" fmla="*/ 70 h 503"/>
                <a:gd name="T40" fmla="*/ 1 w 195"/>
                <a:gd name="T41" fmla="*/ 56 h 503"/>
                <a:gd name="T42" fmla="*/ 0 w 195"/>
                <a:gd name="T43" fmla="*/ 42 h 503"/>
                <a:gd name="T44" fmla="*/ 3 w 195"/>
                <a:gd name="T45" fmla="*/ 28 h 503"/>
                <a:gd name="T46" fmla="*/ 11 w 195"/>
                <a:gd name="T47" fmla="*/ 16 h 503"/>
                <a:gd name="T48" fmla="*/ 22 w 195"/>
                <a:gd name="T49" fmla="*/ 7 h 503"/>
                <a:gd name="T50" fmla="*/ 34 w 195"/>
                <a:gd name="T51" fmla="*/ 2 h 503"/>
                <a:gd name="T52" fmla="*/ 48 w 195"/>
                <a:gd name="T53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5" h="503">
                  <a:moveTo>
                    <a:pt x="48" y="0"/>
                  </a:moveTo>
                  <a:lnTo>
                    <a:pt x="147" y="0"/>
                  </a:lnTo>
                  <a:lnTo>
                    <a:pt x="161" y="2"/>
                  </a:lnTo>
                  <a:lnTo>
                    <a:pt x="173" y="7"/>
                  </a:lnTo>
                  <a:lnTo>
                    <a:pt x="184" y="16"/>
                  </a:lnTo>
                  <a:lnTo>
                    <a:pt x="191" y="28"/>
                  </a:lnTo>
                  <a:lnTo>
                    <a:pt x="195" y="42"/>
                  </a:lnTo>
                  <a:lnTo>
                    <a:pt x="194" y="56"/>
                  </a:lnTo>
                  <a:lnTo>
                    <a:pt x="189" y="70"/>
                  </a:lnTo>
                  <a:lnTo>
                    <a:pt x="136" y="151"/>
                  </a:lnTo>
                  <a:lnTo>
                    <a:pt x="161" y="362"/>
                  </a:lnTo>
                  <a:lnTo>
                    <a:pt x="112" y="494"/>
                  </a:lnTo>
                  <a:lnTo>
                    <a:pt x="107" y="500"/>
                  </a:lnTo>
                  <a:lnTo>
                    <a:pt x="101" y="503"/>
                  </a:lnTo>
                  <a:lnTo>
                    <a:pt x="94" y="503"/>
                  </a:lnTo>
                  <a:lnTo>
                    <a:pt x="88" y="500"/>
                  </a:lnTo>
                  <a:lnTo>
                    <a:pt x="83" y="494"/>
                  </a:lnTo>
                  <a:lnTo>
                    <a:pt x="34" y="362"/>
                  </a:lnTo>
                  <a:lnTo>
                    <a:pt x="59" y="151"/>
                  </a:lnTo>
                  <a:lnTo>
                    <a:pt x="6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3" y="28"/>
                  </a:lnTo>
                  <a:lnTo>
                    <a:pt x="11" y="16"/>
                  </a:lnTo>
                  <a:lnTo>
                    <a:pt x="22" y="7"/>
                  </a:lnTo>
                  <a:lnTo>
                    <a:pt x="34" y="2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013B7C08-7375-45B9-B035-439E7717DB37}"/>
              </a:ext>
            </a:extLst>
          </p:cNvPr>
          <p:cNvGrpSpPr/>
          <p:nvPr/>
        </p:nvGrpSpPr>
        <p:grpSpPr>
          <a:xfrm>
            <a:off x="10740765" y="4816165"/>
            <a:ext cx="251300" cy="326691"/>
            <a:chOff x="10009188" y="2066925"/>
            <a:chExt cx="381000" cy="49530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19" name="Freeform 255">
              <a:extLst>
                <a:ext uri="{FF2B5EF4-FFF2-40B4-BE49-F238E27FC236}">
                  <a16:creationId xmlns:a16="http://schemas.microsoft.com/office/drawing/2014/main" id="{207D038A-5232-4A64-B51A-B82293E97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1263" y="2066925"/>
              <a:ext cx="195263" cy="195263"/>
            </a:xfrm>
            <a:custGeom>
              <a:avLst/>
              <a:gdLst>
                <a:gd name="T0" fmla="*/ 741 w 1352"/>
                <a:gd name="T1" fmla="*/ 2 h 1350"/>
                <a:gd name="T2" fmla="*/ 866 w 1352"/>
                <a:gd name="T3" fmla="*/ 26 h 1350"/>
                <a:gd name="T4" fmla="*/ 981 w 1352"/>
                <a:gd name="T5" fmla="*/ 72 h 1350"/>
                <a:gd name="T6" fmla="*/ 1085 w 1352"/>
                <a:gd name="T7" fmla="*/ 138 h 1350"/>
                <a:gd name="T8" fmla="*/ 1175 w 1352"/>
                <a:gd name="T9" fmla="*/ 219 h 1350"/>
                <a:gd name="T10" fmla="*/ 1250 w 1352"/>
                <a:gd name="T11" fmla="*/ 317 h 1350"/>
                <a:gd name="T12" fmla="*/ 1305 w 1352"/>
                <a:gd name="T13" fmla="*/ 427 h 1350"/>
                <a:gd name="T14" fmla="*/ 1341 w 1352"/>
                <a:gd name="T15" fmla="*/ 547 h 1350"/>
                <a:gd name="T16" fmla="*/ 1352 w 1352"/>
                <a:gd name="T17" fmla="*/ 675 h 1350"/>
                <a:gd name="T18" fmla="*/ 1341 w 1352"/>
                <a:gd name="T19" fmla="*/ 804 h 1350"/>
                <a:gd name="T20" fmla="*/ 1305 w 1352"/>
                <a:gd name="T21" fmla="*/ 924 h 1350"/>
                <a:gd name="T22" fmla="*/ 1250 w 1352"/>
                <a:gd name="T23" fmla="*/ 1033 h 1350"/>
                <a:gd name="T24" fmla="*/ 1175 w 1352"/>
                <a:gd name="T25" fmla="*/ 1130 h 1350"/>
                <a:gd name="T26" fmla="*/ 1085 w 1352"/>
                <a:gd name="T27" fmla="*/ 1213 h 1350"/>
                <a:gd name="T28" fmla="*/ 981 w 1352"/>
                <a:gd name="T29" fmla="*/ 1278 h 1350"/>
                <a:gd name="T30" fmla="*/ 866 w 1352"/>
                <a:gd name="T31" fmla="*/ 1323 h 1350"/>
                <a:gd name="T32" fmla="*/ 741 w 1352"/>
                <a:gd name="T33" fmla="*/ 1347 h 1350"/>
                <a:gd name="T34" fmla="*/ 611 w 1352"/>
                <a:gd name="T35" fmla="*/ 1347 h 1350"/>
                <a:gd name="T36" fmla="*/ 486 w 1352"/>
                <a:gd name="T37" fmla="*/ 1323 h 1350"/>
                <a:gd name="T38" fmla="*/ 371 w 1352"/>
                <a:gd name="T39" fmla="*/ 1278 h 1350"/>
                <a:gd name="T40" fmla="*/ 266 w 1352"/>
                <a:gd name="T41" fmla="*/ 1213 h 1350"/>
                <a:gd name="T42" fmla="*/ 176 w 1352"/>
                <a:gd name="T43" fmla="*/ 1130 h 1350"/>
                <a:gd name="T44" fmla="*/ 102 w 1352"/>
                <a:gd name="T45" fmla="*/ 1033 h 1350"/>
                <a:gd name="T46" fmla="*/ 47 w 1352"/>
                <a:gd name="T47" fmla="*/ 924 h 1350"/>
                <a:gd name="T48" fmla="*/ 11 w 1352"/>
                <a:gd name="T49" fmla="*/ 804 h 1350"/>
                <a:gd name="T50" fmla="*/ 0 w 1352"/>
                <a:gd name="T51" fmla="*/ 675 h 1350"/>
                <a:gd name="T52" fmla="*/ 11 w 1352"/>
                <a:gd name="T53" fmla="*/ 547 h 1350"/>
                <a:gd name="T54" fmla="*/ 47 w 1352"/>
                <a:gd name="T55" fmla="*/ 427 h 1350"/>
                <a:gd name="T56" fmla="*/ 102 w 1352"/>
                <a:gd name="T57" fmla="*/ 317 h 1350"/>
                <a:gd name="T58" fmla="*/ 176 w 1352"/>
                <a:gd name="T59" fmla="*/ 219 h 1350"/>
                <a:gd name="T60" fmla="*/ 266 w 1352"/>
                <a:gd name="T61" fmla="*/ 138 h 1350"/>
                <a:gd name="T62" fmla="*/ 371 w 1352"/>
                <a:gd name="T63" fmla="*/ 72 h 1350"/>
                <a:gd name="T64" fmla="*/ 486 w 1352"/>
                <a:gd name="T65" fmla="*/ 26 h 1350"/>
                <a:gd name="T66" fmla="*/ 611 w 1352"/>
                <a:gd name="T67" fmla="*/ 2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52" h="1350">
                  <a:moveTo>
                    <a:pt x="676" y="0"/>
                  </a:moveTo>
                  <a:lnTo>
                    <a:pt x="741" y="2"/>
                  </a:lnTo>
                  <a:lnTo>
                    <a:pt x="804" y="12"/>
                  </a:lnTo>
                  <a:lnTo>
                    <a:pt x="866" y="26"/>
                  </a:lnTo>
                  <a:lnTo>
                    <a:pt x="925" y="47"/>
                  </a:lnTo>
                  <a:lnTo>
                    <a:pt x="981" y="72"/>
                  </a:lnTo>
                  <a:lnTo>
                    <a:pt x="1034" y="102"/>
                  </a:lnTo>
                  <a:lnTo>
                    <a:pt x="1085" y="138"/>
                  </a:lnTo>
                  <a:lnTo>
                    <a:pt x="1132" y="177"/>
                  </a:lnTo>
                  <a:lnTo>
                    <a:pt x="1175" y="219"/>
                  </a:lnTo>
                  <a:lnTo>
                    <a:pt x="1214" y="266"/>
                  </a:lnTo>
                  <a:lnTo>
                    <a:pt x="1250" y="317"/>
                  </a:lnTo>
                  <a:lnTo>
                    <a:pt x="1280" y="371"/>
                  </a:lnTo>
                  <a:lnTo>
                    <a:pt x="1305" y="427"/>
                  </a:lnTo>
                  <a:lnTo>
                    <a:pt x="1325" y="485"/>
                  </a:lnTo>
                  <a:lnTo>
                    <a:pt x="1341" y="547"/>
                  </a:lnTo>
                  <a:lnTo>
                    <a:pt x="1349" y="611"/>
                  </a:lnTo>
                  <a:lnTo>
                    <a:pt x="1352" y="675"/>
                  </a:lnTo>
                  <a:lnTo>
                    <a:pt x="1349" y="740"/>
                  </a:lnTo>
                  <a:lnTo>
                    <a:pt x="1341" y="804"/>
                  </a:lnTo>
                  <a:lnTo>
                    <a:pt x="1325" y="864"/>
                  </a:lnTo>
                  <a:lnTo>
                    <a:pt x="1305" y="924"/>
                  </a:lnTo>
                  <a:lnTo>
                    <a:pt x="1280" y="980"/>
                  </a:lnTo>
                  <a:lnTo>
                    <a:pt x="1250" y="1033"/>
                  </a:lnTo>
                  <a:lnTo>
                    <a:pt x="1214" y="1083"/>
                  </a:lnTo>
                  <a:lnTo>
                    <a:pt x="1175" y="1130"/>
                  </a:lnTo>
                  <a:lnTo>
                    <a:pt x="1132" y="1174"/>
                  </a:lnTo>
                  <a:lnTo>
                    <a:pt x="1085" y="1213"/>
                  </a:lnTo>
                  <a:lnTo>
                    <a:pt x="1034" y="1248"/>
                  </a:lnTo>
                  <a:lnTo>
                    <a:pt x="981" y="1278"/>
                  </a:lnTo>
                  <a:lnTo>
                    <a:pt x="925" y="1303"/>
                  </a:lnTo>
                  <a:lnTo>
                    <a:pt x="866" y="1323"/>
                  </a:lnTo>
                  <a:lnTo>
                    <a:pt x="804" y="1339"/>
                  </a:lnTo>
                  <a:lnTo>
                    <a:pt x="741" y="1347"/>
                  </a:lnTo>
                  <a:lnTo>
                    <a:pt x="676" y="1350"/>
                  </a:lnTo>
                  <a:lnTo>
                    <a:pt x="611" y="1347"/>
                  </a:lnTo>
                  <a:lnTo>
                    <a:pt x="547" y="1339"/>
                  </a:lnTo>
                  <a:lnTo>
                    <a:pt x="486" y="1323"/>
                  </a:lnTo>
                  <a:lnTo>
                    <a:pt x="427" y="1303"/>
                  </a:lnTo>
                  <a:lnTo>
                    <a:pt x="371" y="1278"/>
                  </a:lnTo>
                  <a:lnTo>
                    <a:pt x="317" y="1248"/>
                  </a:lnTo>
                  <a:lnTo>
                    <a:pt x="266" y="1213"/>
                  </a:lnTo>
                  <a:lnTo>
                    <a:pt x="220" y="1174"/>
                  </a:lnTo>
                  <a:lnTo>
                    <a:pt x="176" y="1130"/>
                  </a:lnTo>
                  <a:lnTo>
                    <a:pt x="138" y="1083"/>
                  </a:lnTo>
                  <a:lnTo>
                    <a:pt x="102" y="1033"/>
                  </a:lnTo>
                  <a:lnTo>
                    <a:pt x="72" y="980"/>
                  </a:lnTo>
                  <a:lnTo>
                    <a:pt x="47" y="924"/>
                  </a:lnTo>
                  <a:lnTo>
                    <a:pt x="26" y="864"/>
                  </a:lnTo>
                  <a:lnTo>
                    <a:pt x="11" y="804"/>
                  </a:lnTo>
                  <a:lnTo>
                    <a:pt x="3" y="740"/>
                  </a:lnTo>
                  <a:lnTo>
                    <a:pt x="0" y="675"/>
                  </a:lnTo>
                  <a:lnTo>
                    <a:pt x="3" y="611"/>
                  </a:lnTo>
                  <a:lnTo>
                    <a:pt x="11" y="547"/>
                  </a:lnTo>
                  <a:lnTo>
                    <a:pt x="26" y="485"/>
                  </a:lnTo>
                  <a:lnTo>
                    <a:pt x="47" y="427"/>
                  </a:lnTo>
                  <a:lnTo>
                    <a:pt x="72" y="371"/>
                  </a:lnTo>
                  <a:lnTo>
                    <a:pt x="102" y="317"/>
                  </a:lnTo>
                  <a:lnTo>
                    <a:pt x="138" y="266"/>
                  </a:lnTo>
                  <a:lnTo>
                    <a:pt x="176" y="219"/>
                  </a:lnTo>
                  <a:lnTo>
                    <a:pt x="220" y="177"/>
                  </a:lnTo>
                  <a:lnTo>
                    <a:pt x="266" y="138"/>
                  </a:lnTo>
                  <a:lnTo>
                    <a:pt x="317" y="102"/>
                  </a:lnTo>
                  <a:lnTo>
                    <a:pt x="371" y="72"/>
                  </a:lnTo>
                  <a:lnTo>
                    <a:pt x="427" y="47"/>
                  </a:lnTo>
                  <a:lnTo>
                    <a:pt x="486" y="26"/>
                  </a:lnTo>
                  <a:lnTo>
                    <a:pt x="547" y="12"/>
                  </a:lnTo>
                  <a:lnTo>
                    <a:pt x="611" y="2"/>
                  </a:lnTo>
                  <a:lnTo>
                    <a:pt x="6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0" name="Freeform 256">
              <a:extLst>
                <a:ext uri="{FF2B5EF4-FFF2-40B4-BE49-F238E27FC236}">
                  <a16:creationId xmlns:a16="http://schemas.microsoft.com/office/drawing/2014/main" id="{0B29A9FA-3B83-4BCC-A918-C8E51B81D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9188" y="2300288"/>
              <a:ext cx="381000" cy="261938"/>
            </a:xfrm>
            <a:custGeom>
              <a:avLst/>
              <a:gdLst>
                <a:gd name="T0" fmla="*/ 801 w 2636"/>
                <a:gd name="T1" fmla="*/ 2 h 1807"/>
                <a:gd name="T2" fmla="*/ 827 w 2636"/>
                <a:gd name="T3" fmla="*/ 16 h 1807"/>
                <a:gd name="T4" fmla="*/ 843 w 2636"/>
                <a:gd name="T5" fmla="*/ 40 h 1807"/>
                <a:gd name="T6" fmla="*/ 1258 w 2636"/>
                <a:gd name="T7" fmla="*/ 1170 h 1807"/>
                <a:gd name="T8" fmla="*/ 1284 w 2636"/>
                <a:gd name="T9" fmla="*/ 1193 h 1807"/>
                <a:gd name="T10" fmla="*/ 1318 w 2636"/>
                <a:gd name="T11" fmla="*/ 1200 h 1807"/>
                <a:gd name="T12" fmla="*/ 1351 w 2636"/>
                <a:gd name="T13" fmla="*/ 1193 h 1807"/>
                <a:gd name="T14" fmla="*/ 1377 w 2636"/>
                <a:gd name="T15" fmla="*/ 1170 h 1807"/>
                <a:gd name="T16" fmla="*/ 1792 w 2636"/>
                <a:gd name="T17" fmla="*/ 40 h 1807"/>
                <a:gd name="T18" fmla="*/ 1810 w 2636"/>
                <a:gd name="T19" fmla="*/ 15 h 1807"/>
                <a:gd name="T20" fmla="*/ 1836 w 2636"/>
                <a:gd name="T21" fmla="*/ 2 h 1807"/>
                <a:gd name="T22" fmla="*/ 1867 w 2636"/>
                <a:gd name="T23" fmla="*/ 3 h 1807"/>
                <a:gd name="T24" fmla="*/ 1880 w 2636"/>
                <a:gd name="T25" fmla="*/ 6 h 1807"/>
                <a:gd name="T26" fmla="*/ 1916 w 2636"/>
                <a:gd name="T27" fmla="*/ 11 h 1807"/>
                <a:gd name="T28" fmla="*/ 1967 w 2636"/>
                <a:gd name="T29" fmla="*/ 18 h 1807"/>
                <a:gd name="T30" fmla="*/ 2029 w 2636"/>
                <a:gd name="T31" fmla="*/ 27 h 1807"/>
                <a:gd name="T32" fmla="*/ 2092 w 2636"/>
                <a:gd name="T33" fmla="*/ 38 h 1807"/>
                <a:gd name="T34" fmla="*/ 2154 w 2636"/>
                <a:gd name="T35" fmla="*/ 48 h 1807"/>
                <a:gd name="T36" fmla="*/ 2205 w 2636"/>
                <a:gd name="T37" fmla="*/ 58 h 1807"/>
                <a:gd name="T38" fmla="*/ 2225 w 2636"/>
                <a:gd name="T39" fmla="*/ 63 h 1807"/>
                <a:gd name="T40" fmla="*/ 2280 w 2636"/>
                <a:gd name="T41" fmla="*/ 84 h 1807"/>
                <a:gd name="T42" fmla="*/ 2382 w 2636"/>
                <a:gd name="T43" fmla="*/ 140 h 1807"/>
                <a:gd name="T44" fmla="*/ 2468 w 2636"/>
                <a:gd name="T45" fmla="*/ 214 h 1807"/>
                <a:gd name="T46" fmla="*/ 2539 w 2636"/>
                <a:gd name="T47" fmla="*/ 302 h 1807"/>
                <a:gd name="T48" fmla="*/ 2592 w 2636"/>
                <a:gd name="T49" fmla="*/ 402 h 1807"/>
                <a:gd name="T50" fmla="*/ 2624 w 2636"/>
                <a:gd name="T51" fmla="*/ 512 h 1807"/>
                <a:gd name="T52" fmla="*/ 2636 w 2636"/>
                <a:gd name="T53" fmla="*/ 628 h 1807"/>
                <a:gd name="T54" fmla="*/ 2633 w 2636"/>
                <a:gd name="T55" fmla="*/ 1598 h 1807"/>
                <a:gd name="T56" fmla="*/ 2608 w 2636"/>
                <a:gd name="T57" fmla="*/ 1672 h 1807"/>
                <a:gd name="T58" fmla="*/ 2563 w 2636"/>
                <a:gd name="T59" fmla="*/ 1734 h 1807"/>
                <a:gd name="T60" fmla="*/ 2500 w 2636"/>
                <a:gd name="T61" fmla="*/ 1779 h 1807"/>
                <a:gd name="T62" fmla="*/ 2425 w 2636"/>
                <a:gd name="T63" fmla="*/ 1804 h 1807"/>
                <a:gd name="T64" fmla="*/ 251 w 2636"/>
                <a:gd name="T65" fmla="*/ 1807 h 1807"/>
                <a:gd name="T66" fmla="*/ 171 w 2636"/>
                <a:gd name="T67" fmla="*/ 1795 h 1807"/>
                <a:gd name="T68" fmla="*/ 102 w 2636"/>
                <a:gd name="T69" fmla="*/ 1759 h 1807"/>
                <a:gd name="T70" fmla="*/ 48 w 2636"/>
                <a:gd name="T71" fmla="*/ 1705 h 1807"/>
                <a:gd name="T72" fmla="*/ 13 w 2636"/>
                <a:gd name="T73" fmla="*/ 1636 h 1807"/>
                <a:gd name="T74" fmla="*/ 0 w 2636"/>
                <a:gd name="T75" fmla="*/ 1556 h 1807"/>
                <a:gd name="T76" fmla="*/ 2 w 2636"/>
                <a:gd name="T77" fmla="*/ 579 h 1807"/>
                <a:gd name="T78" fmla="*/ 18 w 2636"/>
                <a:gd name="T79" fmla="*/ 479 h 1807"/>
                <a:gd name="T80" fmla="*/ 50 w 2636"/>
                <a:gd name="T81" fmla="*/ 383 h 1807"/>
                <a:gd name="T82" fmla="*/ 97 w 2636"/>
                <a:gd name="T83" fmla="*/ 295 h 1807"/>
                <a:gd name="T84" fmla="*/ 157 w 2636"/>
                <a:gd name="T85" fmla="*/ 215 h 1807"/>
                <a:gd name="T86" fmla="*/ 230 w 2636"/>
                <a:gd name="T87" fmla="*/ 148 h 1807"/>
                <a:gd name="T88" fmla="*/ 316 w 2636"/>
                <a:gd name="T89" fmla="*/ 97 h 1807"/>
                <a:gd name="T90" fmla="*/ 411 w 2636"/>
                <a:gd name="T91" fmla="*/ 63 h 1807"/>
                <a:gd name="T92" fmla="*/ 457 w 2636"/>
                <a:gd name="T93" fmla="*/ 52 h 1807"/>
                <a:gd name="T94" fmla="*/ 516 w 2636"/>
                <a:gd name="T95" fmla="*/ 42 h 1807"/>
                <a:gd name="T96" fmla="*/ 581 w 2636"/>
                <a:gd name="T97" fmla="*/ 31 h 1807"/>
                <a:gd name="T98" fmla="*/ 648 w 2636"/>
                <a:gd name="T99" fmla="*/ 20 h 1807"/>
                <a:gd name="T100" fmla="*/ 708 w 2636"/>
                <a:gd name="T101" fmla="*/ 12 h 1807"/>
                <a:gd name="T102" fmla="*/ 755 w 2636"/>
                <a:gd name="T103" fmla="*/ 4 h 1807"/>
                <a:gd name="T104" fmla="*/ 782 w 2636"/>
                <a:gd name="T105" fmla="*/ 1 h 1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636" h="1807">
                  <a:moveTo>
                    <a:pt x="787" y="0"/>
                  </a:moveTo>
                  <a:lnTo>
                    <a:pt x="801" y="2"/>
                  </a:lnTo>
                  <a:lnTo>
                    <a:pt x="814" y="8"/>
                  </a:lnTo>
                  <a:lnTo>
                    <a:pt x="827" y="16"/>
                  </a:lnTo>
                  <a:lnTo>
                    <a:pt x="836" y="26"/>
                  </a:lnTo>
                  <a:lnTo>
                    <a:pt x="843" y="40"/>
                  </a:lnTo>
                  <a:lnTo>
                    <a:pt x="1249" y="1152"/>
                  </a:lnTo>
                  <a:lnTo>
                    <a:pt x="1258" y="1170"/>
                  </a:lnTo>
                  <a:lnTo>
                    <a:pt x="1270" y="1183"/>
                  </a:lnTo>
                  <a:lnTo>
                    <a:pt x="1284" y="1193"/>
                  </a:lnTo>
                  <a:lnTo>
                    <a:pt x="1301" y="1199"/>
                  </a:lnTo>
                  <a:lnTo>
                    <a:pt x="1318" y="1200"/>
                  </a:lnTo>
                  <a:lnTo>
                    <a:pt x="1335" y="1199"/>
                  </a:lnTo>
                  <a:lnTo>
                    <a:pt x="1351" y="1193"/>
                  </a:lnTo>
                  <a:lnTo>
                    <a:pt x="1366" y="1183"/>
                  </a:lnTo>
                  <a:lnTo>
                    <a:pt x="1377" y="1170"/>
                  </a:lnTo>
                  <a:lnTo>
                    <a:pt x="1387" y="1152"/>
                  </a:lnTo>
                  <a:lnTo>
                    <a:pt x="1792" y="40"/>
                  </a:lnTo>
                  <a:lnTo>
                    <a:pt x="1800" y="26"/>
                  </a:lnTo>
                  <a:lnTo>
                    <a:pt x="1810" y="15"/>
                  </a:lnTo>
                  <a:lnTo>
                    <a:pt x="1823" y="7"/>
                  </a:lnTo>
                  <a:lnTo>
                    <a:pt x="1836" y="2"/>
                  </a:lnTo>
                  <a:lnTo>
                    <a:pt x="1852" y="0"/>
                  </a:lnTo>
                  <a:lnTo>
                    <a:pt x="1867" y="3"/>
                  </a:lnTo>
                  <a:lnTo>
                    <a:pt x="1870" y="3"/>
                  </a:lnTo>
                  <a:lnTo>
                    <a:pt x="1880" y="6"/>
                  </a:lnTo>
                  <a:lnTo>
                    <a:pt x="1896" y="8"/>
                  </a:lnTo>
                  <a:lnTo>
                    <a:pt x="1916" y="11"/>
                  </a:lnTo>
                  <a:lnTo>
                    <a:pt x="1940" y="14"/>
                  </a:lnTo>
                  <a:lnTo>
                    <a:pt x="1967" y="18"/>
                  </a:lnTo>
                  <a:lnTo>
                    <a:pt x="1997" y="22"/>
                  </a:lnTo>
                  <a:lnTo>
                    <a:pt x="2029" y="27"/>
                  </a:lnTo>
                  <a:lnTo>
                    <a:pt x="2061" y="33"/>
                  </a:lnTo>
                  <a:lnTo>
                    <a:pt x="2092" y="38"/>
                  </a:lnTo>
                  <a:lnTo>
                    <a:pt x="2124" y="43"/>
                  </a:lnTo>
                  <a:lnTo>
                    <a:pt x="2154" y="48"/>
                  </a:lnTo>
                  <a:lnTo>
                    <a:pt x="2181" y="54"/>
                  </a:lnTo>
                  <a:lnTo>
                    <a:pt x="2205" y="58"/>
                  </a:lnTo>
                  <a:lnTo>
                    <a:pt x="2225" y="63"/>
                  </a:lnTo>
                  <a:lnTo>
                    <a:pt x="2225" y="63"/>
                  </a:lnTo>
                  <a:lnTo>
                    <a:pt x="2226" y="63"/>
                  </a:lnTo>
                  <a:lnTo>
                    <a:pt x="2280" y="84"/>
                  </a:lnTo>
                  <a:lnTo>
                    <a:pt x="2333" y="110"/>
                  </a:lnTo>
                  <a:lnTo>
                    <a:pt x="2382" y="140"/>
                  </a:lnTo>
                  <a:lnTo>
                    <a:pt x="2427" y="176"/>
                  </a:lnTo>
                  <a:lnTo>
                    <a:pt x="2468" y="214"/>
                  </a:lnTo>
                  <a:lnTo>
                    <a:pt x="2505" y="257"/>
                  </a:lnTo>
                  <a:lnTo>
                    <a:pt x="2539" y="302"/>
                  </a:lnTo>
                  <a:lnTo>
                    <a:pt x="2568" y="351"/>
                  </a:lnTo>
                  <a:lnTo>
                    <a:pt x="2592" y="402"/>
                  </a:lnTo>
                  <a:lnTo>
                    <a:pt x="2611" y="456"/>
                  </a:lnTo>
                  <a:lnTo>
                    <a:pt x="2624" y="512"/>
                  </a:lnTo>
                  <a:lnTo>
                    <a:pt x="2633" y="569"/>
                  </a:lnTo>
                  <a:lnTo>
                    <a:pt x="2636" y="628"/>
                  </a:lnTo>
                  <a:lnTo>
                    <a:pt x="2636" y="1556"/>
                  </a:lnTo>
                  <a:lnTo>
                    <a:pt x="2633" y="1598"/>
                  </a:lnTo>
                  <a:lnTo>
                    <a:pt x="2623" y="1636"/>
                  </a:lnTo>
                  <a:lnTo>
                    <a:pt x="2608" y="1672"/>
                  </a:lnTo>
                  <a:lnTo>
                    <a:pt x="2588" y="1705"/>
                  </a:lnTo>
                  <a:lnTo>
                    <a:pt x="2563" y="1734"/>
                  </a:lnTo>
                  <a:lnTo>
                    <a:pt x="2533" y="1759"/>
                  </a:lnTo>
                  <a:lnTo>
                    <a:pt x="2500" y="1779"/>
                  </a:lnTo>
                  <a:lnTo>
                    <a:pt x="2464" y="1795"/>
                  </a:lnTo>
                  <a:lnTo>
                    <a:pt x="2425" y="1804"/>
                  </a:lnTo>
                  <a:lnTo>
                    <a:pt x="2384" y="1807"/>
                  </a:lnTo>
                  <a:lnTo>
                    <a:pt x="251" y="1807"/>
                  </a:lnTo>
                  <a:lnTo>
                    <a:pt x="210" y="1804"/>
                  </a:lnTo>
                  <a:lnTo>
                    <a:pt x="171" y="1795"/>
                  </a:lnTo>
                  <a:lnTo>
                    <a:pt x="136" y="1779"/>
                  </a:lnTo>
                  <a:lnTo>
                    <a:pt x="102" y="1759"/>
                  </a:lnTo>
                  <a:lnTo>
                    <a:pt x="73" y="1734"/>
                  </a:lnTo>
                  <a:lnTo>
                    <a:pt x="48" y="1705"/>
                  </a:lnTo>
                  <a:lnTo>
                    <a:pt x="27" y="1672"/>
                  </a:lnTo>
                  <a:lnTo>
                    <a:pt x="13" y="1636"/>
                  </a:lnTo>
                  <a:lnTo>
                    <a:pt x="3" y="1598"/>
                  </a:lnTo>
                  <a:lnTo>
                    <a:pt x="0" y="1556"/>
                  </a:lnTo>
                  <a:lnTo>
                    <a:pt x="0" y="630"/>
                  </a:lnTo>
                  <a:lnTo>
                    <a:pt x="2" y="579"/>
                  </a:lnTo>
                  <a:lnTo>
                    <a:pt x="8" y="528"/>
                  </a:lnTo>
                  <a:lnTo>
                    <a:pt x="18" y="479"/>
                  </a:lnTo>
                  <a:lnTo>
                    <a:pt x="32" y="430"/>
                  </a:lnTo>
                  <a:lnTo>
                    <a:pt x="50" y="383"/>
                  </a:lnTo>
                  <a:lnTo>
                    <a:pt x="72" y="337"/>
                  </a:lnTo>
                  <a:lnTo>
                    <a:pt x="97" y="295"/>
                  </a:lnTo>
                  <a:lnTo>
                    <a:pt x="125" y="254"/>
                  </a:lnTo>
                  <a:lnTo>
                    <a:pt x="157" y="215"/>
                  </a:lnTo>
                  <a:lnTo>
                    <a:pt x="192" y="181"/>
                  </a:lnTo>
                  <a:lnTo>
                    <a:pt x="230" y="148"/>
                  </a:lnTo>
                  <a:lnTo>
                    <a:pt x="272" y="121"/>
                  </a:lnTo>
                  <a:lnTo>
                    <a:pt x="316" y="97"/>
                  </a:lnTo>
                  <a:lnTo>
                    <a:pt x="362" y="78"/>
                  </a:lnTo>
                  <a:lnTo>
                    <a:pt x="411" y="63"/>
                  </a:lnTo>
                  <a:lnTo>
                    <a:pt x="432" y="58"/>
                  </a:lnTo>
                  <a:lnTo>
                    <a:pt x="457" y="52"/>
                  </a:lnTo>
                  <a:lnTo>
                    <a:pt x="485" y="47"/>
                  </a:lnTo>
                  <a:lnTo>
                    <a:pt x="516" y="42"/>
                  </a:lnTo>
                  <a:lnTo>
                    <a:pt x="549" y="36"/>
                  </a:lnTo>
                  <a:lnTo>
                    <a:pt x="581" y="31"/>
                  </a:lnTo>
                  <a:lnTo>
                    <a:pt x="615" y="25"/>
                  </a:lnTo>
                  <a:lnTo>
                    <a:pt x="648" y="20"/>
                  </a:lnTo>
                  <a:lnTo>
                    <a:pt x="678" y="16"/>
                  </a:lnTo>
                  <a:lnTo>
                    <a:pt x="708" y="12"/>
                  </a:lnTo>
                  <a:lnTo>
                    <a:pt x="733" y="8"/>
                  </a:lnTo>
                  <a:lnTo>
                    <a:pt x="755" y="4"/>
                  </a:lnTo>
                  <a:lnTo>
                    <a:pt x="771" y="2"/>
                  </a:lnTo>
                  <a:lnTo>
                    <a:pt x="782" y="1"/>
                  </a:lnTo>
                  <a:lnTo>
                    <a:pt x="7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1" name="Freeform 257">
              <a:extLst>
                <a:ext uri="{FF2B5EF4-FFF2-40B4-BE49-F238E27FC236}">
                  <a16:creationId xmlns:a16="http://schemas.microsoft.com/office/drawing/2014/main" id="{9A91E870-B812-4B42-8EA0-DF0DD4462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4288" y="2293938"/>
              <a:ext cx="50800" cy="130175"/>
            </a:xfrm>
            <a:custGeom>
              <a:avLst/>
              <a:gdLst>
                <a:gd name="T0" fmla="*/ 86 w 351"/>
                <a:gd name="T1" fmla="*/ 0 h 897"/>
                <a:gd name="T2" fmla="*/ 265 w 351"/>
                <a:gd name="T3" fmla="*/ 0 h 897"/>
                <a:gd name="T4" fmla="*/ 283 w 351"/>
                <a:gd name="T5" fmla="*/ 3 h 897"/>
                <a:gd name="T6" fmla="*/ 300 w 351"/>
                <a:gd name="T7" fmla="*/ 8 h 897"/>
                <a:gd name="T8" fmla="*/ 316 w 351"/>
                <a:gd name="T9" fmla="*/ 16 h 897"/>
                <a:gd name="T10" fmla="*/ 328 w 351"/>
                <a:gd name="T11" fmla="*/ 28 h 897"/>
                <a:gd name="T12" fmla="*/ 341 w 351"/>
                <a:gd name="T13" fmla="*/ 45 h 897"/>
                <a:gd name="T14" fmla="*/ 348 w 351"/>
                <a:gd name="T15" fmla="*/ 64 h 897"/>
                <a:gd name="T16" fmla="*/ 351 w 351"/>
                <a:gd name="T17" fmla="*/ 85 h 897"/>
                <a:gd name="T18" fmla="*/ 348 w 351"/>
                <a:gd name="T19" fmla="*/ 106 h 897"/>
                <a:gd name="T20" fmla="*/ 340 w 351"/>
                <a:gd name="T21" fmla="*/ 125 h 897"/>
                <a:gd name="T22" fmla="*/ 245 w 351"/>
                <a:gd name="T23" fmla="*/ 269 h 897"/>
                <a:gd name="T24" fmla="*/ 289 w 351"/>
                <a:gd name="T25" fmla="*/ 645 h 897"/>
                <a:gd name="T26" fmla="*/ 201 w 351"/>
                <a:gd name="T27" fmla="*/ 879 h 897"/>
                <a:gd name="T28" fmla="*/ 195 w 351"/>
                <a:gd name="T29" fmla="*/ 889 h 897"/>
                <a:gd name="T30" fmla="*/ 186 w 351"/>
                <a:gd name="T31" fmla="*/ 895 h 897"/>
                <a:gd name="T32" fmla="*/ 176 w 351"/>
                <a:gd name="T33" fmla="*/ 897 h 897"/>
                <a:gd name="T34" fmla="*/ 165 w 351"/>
                <a:gd name="T35" fmla="*/ 895 h 897"/>
                <a:gd name="T36" fmla="*/ 157 w 351"/>
                <a:gd name="T37" fmla="*/ 889 h 897"/>
                <a:gd name="T38" fmla="*/ 151 w 351"/>
                <a:gd name="T39" fmla="*/ 879 h 897"/>
                <a:gd name="T40" fmla="*/ 62 w 351"/>
                <a:gd name="T41" fmla="*/ 645 h 897"/>
                <a:gd name="T42" fmla="*/ 107 w 351"/>
                <a:gd name="T43" fmla="*/ 269 h 897"/>
                <a:gd name="T44" fmla="*/ 12 w 351"/>
                <a:gd name="T45" fmla="*/ 125 h 897"/>
                <a:gd name="T46" fmla="*/ 3 w 351"/>
                <a:gd name="T47" fmla="*/ 106 h 897"/>
                <a:gd name="T48" fmla="*/ 0 w 351"/>
                <a:gd name="T49" fmla="*/ 85 h 897"/>
                <a:gd name="T50" fmla="*/ 2 w 351"/>
                <a:gd name="T51" fmla="*/ 64 h 897"/>
                <a:gd name="T52" fmla="*/ 10 w 351"/>
                <a:gd name="T53" fmla="*/ 45 h 897"/>
                <a:gd name="T54" fmla="*/ 22 w 351"/>
                <a:gd name="T55" fmla="*/ 28 h 897"/>
                <a:gd name="T56" fmla="*/ 36 w 351"/>
                <a:gd name="T57" fmla="*/ 16 h 897"/>
                <a:gd name="T58" fmla="*/ 52 w 351"/>
                <a:gd name="T59" fmla="*/ 8 h 897"/>
                <a:gd name="T60" fmla="*/ 68 w 351"/>
                <a:gd name="T61" fmla="*/ 3 h 897"/>
                <a:gd name="T62" fmla="*/ 86 w 351"/>
                <a:gd name="T63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1" h="897">
                  <a:moveTo>
                    <a:pt x="86" y="0"/>
                  </a:moveTo>
                  <a:lnTo>
                    <a:pt x="265" y="0"/>
                  </a:lnTo>
                  <a:lnTo>
                    <a:pt x="283" y="3"/>
                  </a:lnTo>
                  <a:lnTo>
                    <a:pt x="300" y="8"/>
                  </a:lnTo>
                  <a:lnTo>
                    <a:pt x="316" y="16"/>
                  </a:lnTo>
                  <a:lnTo>
                    <a:pt x="328" y="28"/>
                  </a:lnTo>
                  <a:lnTo>
                    <a:pt x="341" y="45"/>
                  </a:lnTo>
                  <a:lnTo>
                    <a:pt x="348" y="64"/>
                  </a:lnTo>
                  <a:lnTo>
                    <a:pt x="351" y="85"/>
                  </a:lnTo>
                  <a:lnTo>
                    <a:pt x="348" y="106"/>
                  </a:lnTo>
                  <a:lnTo>
                    <a:pt x="340" y="125"/>
                  </a:lnTo>
                  <a:lnTo>
                    <a:pt x="245" y="269"/>
                  </a:lnTo>
                  <a:lnTo>
                    <a:pt x="289" y="645"/>
                  </a:lnTo>
                  <a:lnTo>
                    <a:pt x="201" y="879"/>
                  </a:lnTo>
                  <a:lnTo>
                    <a:pt x="195" y="889"/>
                  </a:lnTo>
                  <a:lnTo>
                    <a:pt x="186" y="895"/>
                  </a:lnTo>
                  <a:lnTo>
                    <a:pt x="176" y="897"/>
                  </a:lnTo>
                  <a:lnTo>
                    <a:pt x="165" y="895"/>
                  </a:lnTo>
                  <a:lnTo>
                    <a:pt x="157" y="889"/>
                  </a:lnTo>
                  <a:lnTo>
                    <a:pt x="151" y="879"/>
                  </a:lnTo>
                  <a:lnTo>
                    <a:pt x="62" y="645"/>
                  </a:lnTo>
                  <a:lnTo>
                    <a:pt x="107" y="269"/>
                  </a:lnTo>
                  <a:lnTo>
                    <a:pt x="12" y="125"/>
                  </a:lnTo>
                  <a:lnTo>
                    <a:pt x="3" y="106"/>
                  </a:lnTo>
                  <a:lnTo>
                    <a:pt x="0" y="85"/>
                  </a:lnTo>
                  <a:lnTo>
                    <a:pt x="2" y="64"/>
                  </a:lnTo>
                  <a:lnTo>
                    <a:pt x="10" y="45"/>
                  </a:lnTo>
                  <a:lnTo>
                    <a:pt x="22" y="28"/>
                  </a:lnTo>
                  <a:lnTo>
                    <a:pt x="36" y="16"/>
                  </a:lnTo>
                  <a:lnTo>
                    <a:pt x="52" y="8"/>
                  </a:lnTo>
                  <a:lnTo>
                    <a:pt x="68" y="3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5BDB34AC-27AF-45A9-96B0-0F1A9733CF4A}"/>
              </a:ext>
            </a:extLst>
          </p:cNvPr>
          <p:cNvGrpSpPr/>
          <p:nvPr/>
        </p:nvGrpSpPr>
        <p:grpSpPr>
          <a:xfrm>
            <a:off x="11414161" y="4815640"/>
            <a:ext cx="281667" cy="327739"/>
            <a:chOff x="10594975" y="2038350"/>
            <a:chExt cx="427038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23" name="Freeform 262">
              <a:extLst>
                <a:ext uri="{FF2B5EF4-FFF2-40B4-BE49-F238E27FC236}">
                  <a16:creationId xmlns:a16="http://schemas.microsoft.com/office/drawing/2014/main" id="{C11DCA0F-EDDD-45BB-86CF-2359DE54B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0" y="2473325"/>
              <a:ext cx="55563" cy="55563"/>
            </a:xfrm>
            <a:custGeom>
              <a:avLst/>
              <a:gdLst>
                <a:gd name="T0" fmla="*/ 195 w 391"/>
                <a:gd name="T1" fmla="*/ 0 h 391"/>
                <a:gd name="T2" fmla="*/ 231 w 391"/>
                <a:gd name="T3" fmla="*/ 3 h 391"/>
                <a:gd name="T4" fmla="*/ 263 w 391"/>
                <a:gd name="T5" fmla="*/ 13 h 391"/>
                <a:gd name="T6" fmla="*/ 293 w 391"/>
                <a:gd name="T7" fmla="*/ 26 h 391"/>
                <a:gd name="T8" fmla="*/ 321 w 391"/>
                <a:gd name="T9" fmla="*/ 46 h 391"/>
                <a:gd name="T10" fmla="*/ 345 w 391"/>
                <a:gd name="T11" fmla="*/ 69 h 391"/>
                <a:gd name="T12" fmla="*/ 363 w 391"/>
                <a:gd name="T13" fmla="*/ 97 h 391"/>
                <a:gd name="T14" fmla="*/ 378 w 391"/>
                <a:gd name="T15" fmla="*/ 127 h 391"/>
                <a:gd name="T16" fmla="*/ 387 w 391"/>
                <a:gd name="T17" fmla="*/ 160 h 391"/>
                <a:gd name="T18" fmla="*/ 391 w 391"/>
                <a:gd name="T19" fmla="*/ 196 h 391"/>
                <a:gd name="T20" fmla="*/ 387 w 391"/>
                <a:gd name="T21" fmla="*/ 231 h 391"/>
                <a:gd name="T22" fmla="*/ 378 w 391"/>
                <a:gd name="T23" fmla="*/ 264 h 391"/>
                <a:gd name="T24" fmla="*/ 363 w 391"/>
                <a:gd name="T25" fmla="*/ 294 h 391"/>
                <a:gd name="T26" fmla="*/ 345 w 391"/>
                <a:gd name="T27" fmla="*/ 322 h 391"/>
                <a:gd name="T28" fmla="*/ 321 w 391"/>
                <a:gd name="T29" fmla="*/ 345 h 391"/>
                <a:gd name="T30" fmla="*/ 293 w 391"/>
                <a:gd name="T31" fmla="*/ 365 h 391"/>
                <a:gd name="T32" fmla="*/ 263 w 391"/>
                <a:gd name="T33" fmla="*/ 379 h 391"/>
                <a:gd name="T34" fmla="*/ 231 w 391"/>
                <a:gd name="T35" fmla="*/ 388 h 391"/>
                <a:gd name="T36" fmla="*/ 195 w 391"/>
                <a:gd name="T37" fmla="*/ 391 h 391"/>
                <a:gd name="T38" fmla="*/ 160 w 391"/>
                <a:gd name="T39" fmla="*/ 388 h 391"/>
                <a:gd name="T40" fmla="*/ 127 w 391"/>
                <a:gd name="T41" fmla="*/ 379 h 391"/>
                <a:gd name="T42" fmla="*/ 97 w 391"/>
                <a:gd name="T43" fmla="*/ 365 h 391"/>
                <a:gd name="T44" fmla="*/ 70 w 391"/>
                <a:gd name="T45" fmla="*/ 345 h 391"/>
                <a:gd name="T46" fmla="*/ 46 w 391"/>
                <a:gd name="T47" fmla="*/ 322 h 391"/>
                <a:gd name="T48" fmla="*/ 27 w 391"/>
                <a:gd name="T49" fmla="*/ 294 h 391"/>
                <a:gd name="T50" fmla="*/ 13 w 391"/>
                <a:gd name="T51" fmla="*/ 264 h 391"/>
                <a:gd name="T52" fmla="*/ 3 w 391"/>
                <a:gd name="T53" fmla="*/ 231 h 391"/>
                <a:gd name="T54" fmla="*/ 0 w 391"/>
                <a:gd name="T55" fmla="*/ 196 h 391"/>
                <a:gd name="T56" fmla="*/ 3 w 391"/>
                <a:gd name="T57" fmla="*/ 160 h 391"/>
                <a:gd name="T58" fmla="*/ 13 w 391"/>
                <a:gd name="T59" fmla="*/ 127 h 391"/>
                <a:gd name="T60" fmla="*/ 27 w 391"/>
                <a:gd name="T61" fmla="*/ 97 h 391"/>
                <a:gd name="T62" fmla="*/ 46 w 391"/>
                <a:gd name="T63" fmla="*/ 69 h 391"/>
                <a:gd name="T64" fmla="*/ 70 w 391"/>
                <a:gd name="T65" fmla="*/ 46 h 391"/>
                <a:gd name="T66" fmla="*/ 97 w 391"/>
                <a:gd name="T67" fmla="*/ 26 h 391"/>
                <a:gd name="T68" fmla="*/ 127 w 391"/>
                <a:gd name="T69" fmla="*/ 13 h 391"/>
                <a:gd name="T70" fmla="*/ 160 w 391"/>
                <a:gd name="T71" fmla="*/ 3 h 391"/>
                <a:gd name="T72" fmla="*/ 195 w 391"/>
                <a:gd name="T73" fmla="*/ 0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91" h="391">
                  <a:moveTo>
                    <a:pt x="195" y="0"/>
                  </a:moveTo>
                  <a:lnTo>
                    <a:pt x="231" y="3"/>
                  </a:lnTo>
                  <a:lnTo>
                    <a:pt x="263" y="13"/>
                  </a:lnTo>
                  <a:lnTo>
                    <a:pt x="293" y="26"/>
                  </a:lnTo>
                  <a:lnTo>
                    <a:pt x="321" y="46"/>
                  </a:lnTo>
                  <a:lnTo>
                    <a:pt x="345" y="69"/>
                  </a:lnTo>
                  <a:lnTo>
                    <a:pt x="363" y="97"/>
                  </a:lnTo>
                  <a:lnTo>
                    <a:pt x="378" y="127"/>
                  </a:lnTo>
                  <a:lnTo>
                    <a:pt x="387" y="160"/>
                  </a:lnTo>
                  <a:lnTo>
                    <a:pt x="391" y="196"/>
                  </a:lnTo>
                  <a:lnTo>
                    <a:pt x="387" y="231"/>
                  </a:lnTo>
                  <a:lnTo>
                    <a:pt x="378" y="264"/>
                  </a:lnTo>
                  <a:lnTo>
                    <a:pt x="363" y="294"/>
                  </a:lnTo>
                  <a:lnTo>
                    <a:pt x="345" y="322"/>
                  </a:lnTo>
                  <a:lnTo>
                    <a:pt x="321" y="345"/>
                  </a:lnTo>
                  <a:lnTo>
                    <a:pt x="293" y="365"/>
                  </a:lnTo>
                  <a:lnTo>
                    <a:pt x="263" y="379"/>
                  </a:lnTo>
                  <a:lnTo>
                    <a:pt x="231" y="388"/>
                  </a:lnTo>
                  <a:lnTo>
                    <a:pt x="195" y="391"/>
                  </a:lnTo>
                  <a:lnTo>
                    <a:pt x="160" y="388"/>
                  </a:lnTo>
                  <a:lnTo>
                    <a:pt x="127" y="379"/>
                  </a:lnTo>
                  <a:lnTo>
                    <a:pt x="97" y="365"/>
                  </a:lnTo>
                  <a:lnTo>
                    <a:pt x="70" y="345"/>
                  </a:lnTo>
                  <a:lnTo>
                    <a:pt x="46" y="322"/>
                  </a:lnTo>
                  <a:lnTo>
                    <a:pt x="27" y="294"/>
                  </a:lnTo>
                  <a:lnTo>
                    <a:pt x="13" y="264"/>
                  </a:lnTo>
                  <a:lnTo>
                    <a:pt x="3" y="231"/>
                  </a:lnTo>
                  <a:lnTo>
                    <a:pt x="0" y="196"/>
                  </a:lnTo>
                  <a:lnTo>
                    <a:pt x="3" y="160"/>
                  </a:lnTo>
                  <a:lnTo>
                    <a:pt x="13" y="127"/>
                  </a:lnTo>
                  <a:lnTo>
                    <a:pt x="27" y="97"/>
                  </a:lnTo>
                  <a:lnTo>
                    <a:pt x="46" y="69"/>
                  </a:lnTo>
                  <a:lnTo>
                    <a:pt x="70" y="46"/>
                  </a:lnTo>
                  <a:lnTo>
                    <a:pt x="97" y="26"/>
                  </a:lnTo>
                  <a:lnTo>
                    <a:pt x="127" y="13"/>
                  </a:lnTo>
                  <a:lnTo>
                    <a:pt x="160" y="3"/>
                  </a:lnTo>
                  <a:lnTo>
                    <a:pt x="1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4" name="Freeform 263">
              <a:extLst>
                <a:ext uri="{FF2B5EF4-FFF2-40B4-BE49-F238E27FC236}">
                  <a16:creationId xmlns:a16="http://schemas.microsoft.com/office/drawing/2014/main" id="{1D812126-AA5F-4D43-88EB-0BCD7EF5C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0" y="2247900"/>
              <a:ext cx="55563" cy="55563"/>
            </a:xfrm>
            <a:custGeom>
              <a:avLst/>
              <a:gdLst>
                <a:gd name="T0" fmla="*/ 195 w 391"/>
                <a:gd name="T1" fmla="*/ 0 h 390"/>
                <a:gd name="T2" fmla="*/ 231 w 391"/>
                <a:gd name="T3" fmla="*/ 3 h 390"/>
                <a:gd name="T4" fmla="*/ 263 w 391"/>
                <a:gd name="T5" fmla="*/ 11 h 390"/>
                <a:gd name="T6" fmla="*/ 293 w 391"/>
                <a:gd name="T7" fmla="*/ 26 h 390"/>
                <a:gd name="T8" fmla="*/ 321 w 391"/>
                <a:gd name="T9" fmla="*/ 46 h 390"/>
                <a:gd name="T10" fmla="*/ 345 w 391"/>
                <a:gd name="T11" fmla="*/ 69 h 390"/>
                <a:gd name="T12" fmla="*/ 363 w 391"/>
                <a:gd name="T13" fmla="*/ 96 h 390"/>
                <a:gd name="T14" fmla="*/ 378 w 391"/>
                <a:gd name="T15" fmla="*/ 126 h 390"/>
                <a:gd name="T16" fmla="*/ 387 w 391"/>
                <a:gd name="T17" fmla="*/ 160 h 390"/>
                <a:gd name="T18" fmla="*/ 391 w 391"/>
                <a:gd name="T19" fmla="*/ 194 h 390"/>
                <a:gd name="T20" fmla="*/ 387 w 391"/>
                <a:gd name="T21" fmla="*/ 230 h 390"/>
                <a:gd name="T22" fmla="*/ 378 w 391"/>
                <a:gd name="T23" fmla="*/ 262 h 390"/>
                <a:gd name="T24" fmla="*/ 363 w 391"/>
                <a:gd name="T25" fmla="*/ 294 h 390"/>
                <a:gd name="T26" fmla="*/ 345 w 391"/>
                <a:gd name="T27" fmla="*/ 321 h 390"/>
                <a:gd name="T28" fmla="*/ 321 w 391"/>
                <a:gd name="T29" fmla="*/ 344 h 390"/>
                <a:gd name="T30" fmla="*/ 293 w 391"/>
                <a:gd name="T31" fmla="*/ 364 h 390"/>
                <a:gd name="T32" fmla="*/ 263 w 391"/>
                <a:gd name="T33" fmla="*/ 377 h 390"/>
                <a:gd name="T34" fmla="*/ 231 w 391"/>
                <a:gd name="T35" fmla="*/ 387 h 390"/>
                <a:gd name="T36" fmla="*/ 195 w 391"/>
                <a:gd name="T37" fmla="*/ 390 h 390"/>
                <a:gd name="T38" fmla="*/ 160 w 391"/>
                <a:gd name="T39" fmla="*/ 387 h 390"/>
                <a:gd name="T40" fmla="*/ 127 w 391"/>
                <a:gd name="T41" fmla="*/ 377 h 390"/>
                <a:gd name="T42" fmla="*/ 97 w 391"/>
                <a:gd name="T43" fmla="*/ 364 h 390"/>
                <a:gd name="T44" fmla="*/ 70 w 391"/>
                <a:gd name="T45" fmla="*/ 344 h 390"/>
                <a:gd name="T46" fmla="*/ 46 w 391"/>
                <a:gd name="T47" fmla="*/ 321 h 390"/>
                <a:gd name="T48" fmla="*/ 27 w 391"/>
                <a:gd name="T49" fmla="*/ 294 h 390"/>
                <a:gd name="T50" fmla="*/ 13 w 391"/>
                <a:gd name="T51" fmla="*/ 262 h 390"/>
                <a:gd name="T52" fmla="*/ 3 w 391"/>
                <a:gd name="T53" fmla="*/ 230 h 390"/>
                <a:gd name="T54" fmla="*/ 0 w 391"/>
                <a:gd name="T55" fmla="*/ 194 h 390"/>
                <a:gd name="T56" fmla="*/ 3 w 391"/>
                <a:gd name="T57" fmla="*/ 160 h 390"/>
                <a:gd name="T58" fmla="*/ 13 w 391"/>
                <a:gd name="T59" fmla="*/ 126 h 390"/>
                <a:gd name="T60" fmla="*/ 27 w 391"/>
                <a:gd name="T61" fmla="*/ 96 h 390"/>
                <a:gd name="T62" fmla="*/ 46 w 391"/>
                <a:gd name="T63" fmla="*/ 69 h 390"/>
                <a:gd name="T64" fmla="*/ 70 w 391"/>
                <a:gd name="T65" fmla="*/ 46 h 390"/>
                <a:gd name="T66" fmla="*/ 97 w 391"/>
                <a:gd name="T67" fmla="*/ 26 h 390"/>
                <a:gd name="T68" fmla="*/ 127 w 391"/>
                <a:gd name="T69" fmla="*/ 11 h 390"/>
                <a:gd name="T70" fmla="*/ 160 w 391"/>
                <a:gd name="T71" fmla="*/ 3 h 390"/>
                <a:gd name="T72" fmla="*/ 195 w 391"/>
                <a:gd name="T73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91" h="390">
                  <a:moveTo>
                    <a:pt x="195" y="0"/>
                  </a:moveTo>
                  <a:lnTo>
                    <a:pt x="231" y="3"/>
                  </a:lnTo>
                  <a:lnTo>
                    <a:pt x="263" y="11"/>
                  </a:lnTo>
                  <a:lnTo>
                    <a:pt x="293" y="26"/>
                  </a:lnTo>
                  <a:lnTo>
                    <a:pt x="321" y="46"/>
                  </a:lnTo>
                  <a:lnTo>
                    <a:pt x="345" y="69"/>
                  </a:lnTo>
                  <a:lnTo>
                    <a:pt x="363" y="96"/>
                  </a:lnTo>
                  <a:lnTo>
                    <a:pt x="378" y="126"/>
                  </a:lnTo>
                  <a:lnTo>
                    <a:pt x="387" y="160"/>
                  </a:lnTo>
                  <a:lnTo>
                    <a:pt x="391" y="194"/>
                  </a:lnTo>
                  <a:lnTo>
                    <a:pt x="387" y="230"/>
                  </a:lnTo>
                  <a:lnTo>
                    <a:pt x="378" y="262"/>
                  </a:lnTo>
                  <a:lnTo>
                    <a:pt x="363" y="294"/>
                  </a:lnTo>
                  <a:lnTo>
                    <a:pt x="345" y="321"/>
                  </a:lnTo>
                  <a:lnTo>
                    <a:pt x="321" y="344"/>
                  </a:lnTo>
                  <a:lnTo>
                    <a:pt x="293" y="364"/>
                  </a:lnTo>
                  <a:lnTo>
                    <a:pt x="263" y="377"/>
                  </a:lnTo>
                  <a:lnTo>
                    <a:pt x="231" y="387"/>
                  </a:lnTo>
                  <a:lnTo>
                    <a:pt x="195" y="390"/>
                  </a:lnTo>
                  <a:lnTo>
                    <a:pt x="160" y="387"/>
                  </a:lnTo>
                  <a:lnTo>
                    <a:pt x="127" y="377"/>
                  </a:lnTo>
                  <a:lnTo>
                    <a:pt x="97" y="364"/>
                  </a:lnTo>
                  <a:lnTo>
                    <a:pt x="70" y="344"/>
                  </a:lnTo>
                  <a:lnTo>
                    <a:pt x="46" y="321"/>
                  </a:lnTo>
                  <a:lnTo>
                    <a:pt x="27" y="294"/>
                  </a:lnTo>
                  <a:lnTo>
                    <a:pt x="13" y="262"/>
                  </a:lnTo>
                  <a:lnTo>
                    <a:pt x="3" y="230"/>
                  </a:lnTo>
                  <a:lnTo>
                    <a:pt x="0" y="194"/>
                  </a:lnTo>
                  <a:lnTo>
                    <a:pt x="3" y="160"/>
                  </a:lnTo>
                  <a:lnTo>
                    <a:pt x="13" y="126"/>
                  </a:lnTo>
                  <a:lnTo>
                    <a:pt x="27" y="96"/>
                  </a:lnTo>
                  <a:lnTo>
                    <a:pt x="46" y="69"/>
                  </a:lnTo>
                  <a:lnTo>
                    <a:pt x="70" y="46"/>
                  </a:lnTo>
                  <a:lnTo>
                    <a:pt x="97" y="26"/>
                  </a:lnTo>
                  <a:lnTo>
                    <a:pt x="127" y="11"/>
                  </a:lnTo>
                  <a:lnTo>
                    <a:pt x="160" y="3"/>
                  </a:lnTo>
                  <a:lnTo>
                    <a:pt x="1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5" name="Freeform 264">
              <a:extLst>
                <a:ext uri="{FF2B5EF4-FFF2-40B4-BE49-F238E27FC236}">
                  <a16:creationId xmlns:a16="http://schemas.microsoft.com/office/drawing/2014/main" id="{636CA633-2C10-413B-819E-6363C0936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0" y="2049463"/>
              <a:ext cx="55563" cy="57150"/>
            </a:xfrm>
            <a:custGeom>
              <a:avLst/>
              <a:gdLst>
                <a:gd name="T0" fmla="*/ 195 w 391"/>
                <a:gd name="T1" fmla="*/ 0 h 390"/>
                <a:gd name="T2" fmla="*/ 231 w 391"/>
                <a:gd name="T3" fmla="*/ 3 h 390"/>
                <a:gd name="T4" fmla="*/ 263 w 391"/>
                <a:gd name="T5" fmla="*/ 12 h 390"/>
                <a:gd name="T6" fmla="*/ 293 w 391"/>
                <a:gd name="T7" fmla="*/ 27 h 390"/>
                <a:gd name="T8" fmla="*/ 321 w 391"/>
                <a:gd name="T9" fmla="*/ 46 h 390"/>
                <a:gd name="T10" fmla="*/ 345 w 391"/>
                <a:gd name="T11" fmla="*/ 69 h 390"/>
                <a:gd name="T12" fmla="*/ 363 w 391"/>
                <a:gd name="T13" fmla="*/ 97 h 390"/>
                <a:gd name="T14" fmla="*/ 378 w 391"/>
                <a:gd name="T15" fmla="*/ 127 h 390"/>
                <a:gd name="T16" fmla="*/ 387 w 391"/>
                <a:gd name="T17" fmla="*/ 160 h 390"/>
                <a:gd name="T18" fmla="*/ 391 w 391"/>
                <a:gd name="T19" fmla="*/ 195 h 390"/>
                <a:gd name="T20" fmla="*/ 387 w 391"/>
                <a:gd name="T21" fmla="*/ 230 h 390"/>
                <a:gd name="T22" fmla="*/ 378 w 391"/>
                <a:gd name="T23" fmla="*/ 263 h 390"/>
                <a:gd name="T24" fmla="*/ 363 w 391"/>
                <a:gd name="T25" fmla="*/ 294 h 390"/>
                <a:gd name="T26" fmla="*/ 345 w 391"/>
                <a:gd name="T27" fmla="*/ 321 h 390"/>
                <a:gd name="T28" fmla="*/ 321 w 391"/>
                <a:gd name="T29" fmla="*/ 344 h 390"/>
                <a:gd name="T30" fmla="*/ 293 w 391"/>
                <a:gd name="T31" fmla="*/ 364 h 390"/>
                <a:gd name="T32" fmla="*/ 263 w 391"/>
                <a:gd name="T33" fmla="*/ 379 h 390"/>
                <a:gd name="T34" fmla="*/ 231 w 391"/>
                <a:gd name="T35" fmla="*/ 387 h 390"/>
                <a:gd name="T36" fmla="*/ 195 w 391"/>
                <a:gd name="T37" fmla="*/ 390 h 390"/>
                <a:gd name="T38" fmla="*/ 160 w 391"/>
                <a:gd name="T39" fmla="*/ 387 h 390"/>
                <a:gd name="T40" fmla="*/ 127 w 391"/>
                <a:gd name="T41" fmla="*/ 379 h 390"/>
                <a:gd name="T42" fmla="*/ 97 w 391"/>
                <a:gd name="T43" fmla="*/ 364 h 390"/>
                <a:gd name="T44" fmla="*/ 70 w 391"/>
                <a:gd name="T45" fmla="*/ 344 h 390"/>
                <a:gd name="T46" fmla="*/ 46 w 391"/>
                <a:gd name="T47" fmla="*/ 321 h 390"/>
                <a:gd name="T48" fmla="*/ 27 w 391"/>
                <a:gd name="T49" fmla="*/ 294 h 390"/>
                <a:gd name="T50" fmla="*/ 13 w 391"/>
                <a:gd name="T51" fmla="*/ 263 h 390"/>
                <a:gd name="T52" fmla="*/ 3 w 391"/>
                <a:gd name="T53" fmla="*/ 230 h 390"/>
                <a:gd name="T54" fmla="*/ 0 w 391"/>
                <a:gd name="T55" fmla="*/ 195 h 390"/>
                <a:gd name="T56" fmla="*/ 3 w 391"/>
                <a:gd name="T57" fmla="*/ 160 h 390"/>
                <a:gd name="T58" fmla="*/ 13 w 391"/>
                <a:gd name="T59" fmla="*/ 127 h 390"/>
                <a:gd name="T60" fmla="*/ 27 w 391"/>
                <a:gd name="T61" fmla="*/ 97 h 390"/>
                <a:gd name="T62" fmla="*/ 46 w 391"/>
                <a:gd name="T63" fmla="*/ 69 h 390"/>
                <a:gd name="T64" fmla="*/ 70 w 391"/>
                <a:gd name="T65" fmla="*/ 46 h 390"/>
                <a:gd name="T66" fmla="*/ 97 w 391"/>
                <a:gd name="T67" fmla="*/ 27 h 390"/>
                <a:gd name="T68" fmla="*/ 127 w 391"/>
                <a:gd name="T69" fmla="*/ 12 h 390"/>
                <a:gd name="T70" fmla="*/ 160 w 391"/>
                <a:gd name="T71" fmla="*/ 3 h 390"/>
                <a:gd name="T72" fmla="*/ 195 w 391"/>
                <a:gd name="T73" fmla="*/ 0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91" h="390">
                  <a:moveTo>
                    <a:pt x="195" y="0"/>
                  </a:moveTo>
                  <a:lnTo>
                    <a:pt x="231" y="3"/>
                  </a:lnTo>
                  <a:lnTo>
                    <a:pt x="263" y="12"/>
                  </a:lnTo>
                  <a:lnTo>
                    <a:pt x="293" y="27"/>
                  </a:lnTo>
                  <a:lnTo>
                    <a:pt x="321" y="46"/>
                  </a:lnTo>
                  <a:lnTo>
                    <a:pt x="345" y="69"/>
                  </a:lnTo>
                  <a:lnTo>
                    <a:pt x="363" y="97"/>
                  </a:lnTo>
                  <a:lnTo>
                    <a:pt x="378" y="127"/>
                  </a:lnTo>
                  <a:lnTo>
                    <a:pt x="387" y="160"/>
                  </a:lnTo>
                  <a:lnTo>
                    <a:pt x="391" y="195"/>
                  </a:lnTo>
                  <a:lnTo>
                    <a:pt x="387" y="230"/>
                  </a:lnTo>
                  <a:lnTo>
                    <a:pt x="378" y="263"/>
                  </a:lnTo>
                  <a:lnTo>
                    <a:pt x="363" y="294"/>
                  </a:lnTo>
                  <a:lnTo>
                    <a:pt x="345" y="321"/>
                  </a:lnTo>
                  <a:lnTo>
                    <a:pt x="321" y="344"/>
                  </a:lnTo>
                  <a:lnTo>
                    <a:pt x="293" y="364"/>
                  </a:lnTo>
                  <a:lnTo>
                    <a:pt x="263" y="379"/>
                  </a:lnTo>
                  <a:lnTo>
                    <a:pt x="231" y="387"/>
                  </a:lnTo>
                  <a:lnTo>
                    <a:pt x="195" y="390"/>
                  </a:lnTo>
                  <a:lnTo>
                    <a:pt x="160" y="387"/>
                  </a:lnTo>
                  <a:lnTo>
                    <a:pt x="127" y="379"/>
                  </a:lnTo>
                  <a:lnTo>
                    <a:pt x="97" y="364"/>
                  </a:lnTo>
                  <a:lnTo>
                    <a:pt x="70" y="344"/>
                  </a:lnTo>
                  <a:lnTo>
                    <a:pt x="46" y="321"/>
                  </a:lnTo>
                  <a:lnTo>
                    <a:pt x="27" y="294"/>
                  </a:lnTo>
                  <a:lnTo>
                    <a:pt x="13" y="263"/>
                  </a:lnTo>
                  <a:lnTo>
                    <a:pt x="3" y="230"/>
                  </a:lnTo>
                  <a:lnTo>
                    <a:pt x="0" y="195"/>
                  </a:lnTo>
                  <a:lnTo>
                    <a:pt x="3" y="160"/>
                  </a:lnTo>
                  <a:lnTo>
                    <a:pt x="13" y="127"/>
                  </a:lnTo>
                  <a:lnTo>
                    <a:pt x="27" y="97"/>
                  </a:lnTo>
                  <a:lnTo>
                    <a:pt x="46" y="69"/>
                  </a:lnTo>
                  <a:lnTo>
                    <a:pt x="70" y="46"/>
                  </a:lnTo>
                  <a:lnTo>
                    <a:pt x="97" y="27"/>
                  </a:lnTo>
                  <a:lnTo>
                    <a:pt x="127" y="12"/>
                  </a:lnTo>
                  <a:lnTo>
                    <a:pt x="160" y="3"/>
                  </a:lnTo>
                  <a:lnTo>
                    <a:pt x="1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6" name="Freeform 265">
              <a:extLst>
                <a:ext uri="{FF2B5EF4-FFF2-40B4-BE49-F238E27FC236}">
                  <a16:creationId xmlns:a16="http://schemas.microsoft.com/office/drawing/2014/main" id="{47F1AA66-B943-4A62-86BE-A62A32C67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2063750"/>
              <a:ext cx="104775" cy="452438"/>
            </a:xfrm>
            <a:custGeom>
              <a:avLst/>
              <a:gdLst>
                <a:gd name="T0" fmla="*/ 294 w 729"/>
                <a:gd name="T1" fmla="*/ 0 h 3132"/>
                <a:gd name="T2" fmla="*/ 729 w 729"/>
                <a:gd name="T3" fmla="*/ 0 h 3132"/>
                <a:gd name="T4" fmla="*/ 720 w 729"/>
                <a:gd name="T5" fmla="*/ 32 h 3132"/>
                <a:gd name="T6" fmla="*/ 716 w 729"/>
                <a:gd name="T7" fmla="*/ 66 h 3132"/>
                <a:gd name="T8" fmla="*/ 714 w 729"/>
                <a:gd name="T9" fmla="*/ 100 h 3132"/>
                <a:gd name="T10" fmla="*/ 716 w 729"/>
                <a:gd name="T11" fmla="*/ 135 h 3132"/>
                <a:gd name="T12" fmla="*/ 720 w 729"/>
                <a:gd name="T13" fmla="*/ 168 h 3132"/>
                <a:gd name="T14" fmla="*/ 729 w 729"/>
                <a:gd name="T15" fmla="*/ 201 h 3132"/>
                <a:gd name="T16" fmla="*/ 395 w 729"/>
                <a:gd name="T17" fmla="*/ 201 h 3132"/>
                <a:gd name="T18" fmla="*/ 395 w 729"/>
                <a:gd name="T19" fmla="*/ 1367 h 3132"/>
                <a:gd name="T20" fmla="*/ 729 w 729"/>
                <a:gd name="T21" fmla="*/ 1367 h 3132"/>
                <a:gd name="T22" fmla="*/ 720 w 729"/>
                <a:gd name="T23" fmla="*/ 1399 h 3132"/>
                <a:gd name="T24" fmla="*/ 716 w 729"/>
                <a:gd name="T25" fmla="*/ 1433 h 3132"/>
                <a:gd name="T26" fmla="*/ 714 w 729"/>
                <a:gd name="T27" fmla="*/ 1467 h 3132"/>
                <a:gd name="T28" fmla="*/ 716 w 729"/>
                <a:gd name="T29" fmla="*/ 1502 h 3132"/>
                <a:gd name="T30" fmla="*/ 720 w 729"/>
                <a:gd name="T31" fmla="*/ 1535 h 3132"/>
                <a:gd name="T32" fmla="*/ 729 w 729"/>
                <a:gd name="T33" fmla="*/ 1568 h 3132"/>
                <a:gd name="T34" fmla="*/ 395 w 729"/>
                <a:gd name="T35" fmla="*/ 1568 h 3132"/>
                <a:gd name="T36" fmla="*/ 395 w 729"/>
                <a:gd name="T37" fmla="*/ 2930 h 3132"/>
                <a:gd name="T38" fmla="*/ 729 w 729"/>
                <a:gd name="T39" fmla="*/ 2930 h 3132"/>
                <a:gd name="T40" fmla="*/ 720 w 729"/>
                <a:gd name="T41" fmla="*/ 2963 h 3132"/>
                <a:gd name="T42" fmla="*/ 716 w 729"/>
                <a:gd name="T43" fmla="*/ 2996 h 3132"/>
                <a:gd name="T44" fmla="*/ 714 w 729"/>
                <a:gd name="T45" fmla="*/ 3031 h 3132"/>
                <a:gd name="T46" fmla="*/ 716 w 729"/>
                <a:gd name="T47" fmla="*/ 3066 h 3132"/>
                <a:gd name="T48" fmla="*/ 720 w 729"/>
                <a:gd name="T49" fmla="*/ 3099 h 3132"/>
                <a:gd name="T50" fmla="*/ 729 w 729"/>
                <a:gd name="T51" fmla="*/ 3132 h 3132"/>
                <a:gd name="T52" fmla="*/ 294 w 729"/>
                <a:gd name="T53" fmla="*/ 3132 h 3132"/>
                <a:gd name="T54" fmla="*/ 271 w 729"/>
                <a:gd name="T55" fmla="*/ 3128 h 3132"/>
                <a:gd name="T56" fmla="*/ 250 w 729"/>
                <a:gd name="T57" fmla="*/ 3121 h 3132"/>
                <a:gd name="T58" fmla="*/ 232 w 729"/>
                <a:gd name="T59" fmla="*/ 3110 h 3132"/>
                <a:gd name="T60" fmla="*/ 216 w 729"/>
                <a:gd name="T61" fmla="*/ 3094 h 3132"/>
                <a:gd name="T62" fmla="*/ 204 w 729"/>
                <a:gd name="T63" fmla="*/ 3075 h 3132"/>
                <a:gd name="T64" fmla="*/ 197 w 729"/>
                <a:gd name="T65" fmla="*/ 3054 h 3132"/>
                <a:gd name="T66" fmla="*/ 194 w 729"/>
                <a:gd name="T67" fmla="*/ 3031 h 3132"/>
                <a:gd name="T68" fmla="*/ 194 w 729"/>
                <a:gd name="T69" fmla="*/ 1568 h 3132"/>
                <a:gd name="T70" fmla="*/ 100 w 729"/>
                <a:gd name="T71" fmla="*/ 1568 h 3132"/>
                <a:gd name="T72" fmla="*/ 77 w 729"/>
                <a:gd name="T73" fmla="*/ 1566 h 3132"/>
                <a:gd name="T74" fmla="*/ 55 w 729"/>
                <a:gd name="T75" fmla="*/ 1558 h 3132"/>
                <a:gd name="T76" fmla="*/ 37 w 729"/>
                <a:gd name="T77" fmla="*/ 1546 h 3132"/>
                <a:gd name="T78" fmla="*/ 22 w 729"/>
                <a:gd name="T79" fmla="*/ 1530 h 3132"/>
                <a:gd name="T80" fmla="*/ 9 w 729"/>
                <a:gd name="T81" fmla="*/ 1512 h 3132"/>
                <a:gd name="T82" fmla="*/ 2 w 729"/>
                <a:gd name="T83" fmla="*/ 1490 h 3132"/>
                <a:gd name="T84" fmla="*/ 0 w 729"/>
                <a:gd name="T85" fmla="*/ 1467 h 3132"/>
                <a:gd name="T86" fmla="*/ 2 w 729"/>
                <a:gd name="T87" fmla="*/ 1444 h 3132"/>
                <a:gd name="T88" fmla="*/ 9 w 729"/>
                <a:gd name="T89" fmla="*/ 1423 h 3132"/>
                <a:gd name="T90" fmla="*/ 22 w 729"/>
                <a:gd name="T91" fmla="*/ 1405 h 3132"/>
                <a:gd name="T92" fmla="*/ 37 w 729"/>
                <a:gd name="T93" fmla="*/ 1389 h 3132"/>
                <a:gd name="T94" fmla="*/ 55 w 729"/>
                <a:gd name="T95" fmla="*/ 1377 h 3132"/>
                <a:gd name="T96" fmla="*/ 77 w 729"/>
                <a:gd name="T97" fmla="*/ 1370 h 3132"/>
                <a:gd name="T98" fmla="*/ 100 w 729"/>
                <a:gd name="T99" fmla="*/ 1367 h 3132"/>
                <a:gd name="T100" fmla="*/ 194 w 729"/>
                <a:gd name="T101" fmla="*/ 1367 h 3132"/>
                <a:gd name="T102" fmla="*/ 194 w 729"/>
                <a:gd name="T103" fmla="*/ 100 h 3132"/>
                <a:gd name="T104" fmla="*/ 197 w 729"/>
                <a:gd name="T105" fmla="*/ 77 h 3132"/>
                <a:gd name="T106" fmla="*/ 204 w 729"/>
                <a:gd name="T107" fmla="*/ 55 h 3132"/>
                <a:gd name="T108" fmla="*/ 216 w 729"/>
                <a:gd name="T109" fmla="*/ 38 h 3132"/>
                <a:gd name="T110" fmla="*/ 232 w 729"/>
                <a:gd name="T111" fmla="*/ 22 h 3132"/>
                <a:gd name="T112" fmla="*/ 250 w 729"/>
                <a:gd name="T113" fmla="*/ 9 h 3132"/>
                <a:gd name="T114" fmla="*/ 271 w 729"/>
                <a:gd name="T115" fmla="*/ 2 h 3132"/>
                <a:gd name="T116" fmla="*/ 294 w 729"/>
                <a:gd name="T117" fmla="*/ 0 h 3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29" h="3132">
                  <a:moveTo>
                    <a:pt x="294" y="0"/>
                  </a:moveTo>
                  <a:lnTo>
                    <a:pt x="729" y="0"/>
                  </a:lnTo>
                  <a:lnTo>
                    <a:pt x="720" y="32"/>
                  </a:lnTo>
                  <a:lnTo>
                    <a:pt x="716" y="66"/>
                  </a:lnTo>
                  <a:lnTo>
                    <a:pt x="714" y="100"/>
                  </a:lnTo>
                  <a:lnTo>
                    <a:pt x="716" y="135"/>
                  </a:lnTo>
                  <a:lnTo>
                    <a:pt x="720" y="168"/>
                  </a:lnTo>
                  <a:lnTo>
                    <a:pt x="729" y="201"/>
                  </a:lnTo>
                  <a:lnTo>
                    <a:pt x="395" y="201"/>
                  </a:lnTo>
                  <a:lnTo>
                    <a:pt x="395" y="1367"/>
                  </a:lnTo>
                  <a:lnTo>
                    <a:pt x="729" y="1367"/>
                  </a:lnTo>
                  <a:lnTo>
                    <a:pt x="720" y="1399"/>
                  </a:lnTo>
                  <a:lnTo>
                    <a:pt x="716" y="1433"/>
                  </a:lnTo>
                  <a:lnTo>
                    <a:pt x="714" y="1467"/>
                  </a:lnTo>
                  <a:lnTo>
                    <a:pt x="716" y="1502"/>
                  </a:lnTo>
                  <a:lnTo>
                    <a:pt x="720" y="1535"/>
                  </a:lnTo>
                  <a:lnTo>
                    <a:pt x="729" y="1568"/>
                  </a:lnTo>
                  <a:lnTo>
                    <a:pt x="395" y="1568"/>
                  </a:lnTo>
                  <a:lnTo>
                    <a:pt x="395" y="2930"/>
                  </a:lnTo>
                  <a:lnTo>
                    <a:pt x="729" y="2930"/>
                  </a:lnTo>
                  <a:lnTo>
                    <a:pt x="720" y="2963"/>
                  </a:lnTo>
                  <a:lnTo>
                    <a:pt x="716" y="2996"/>
                  </a:lnTo>
                  <a:lnTo>
                    <a:pt x="714" y="3031"/>
                  </a:lnTo>
                  <a:lnTo>
                    <a:pt x="716" y="3066"/>
                  </a:lnTo>
                  <a:lnTo>
                    <a:pt x="720" y="3099"/>
                  </a:lnTo>
                  <a:lnTo>
                    <a:pt x="729" y="3132"/>
                  </a:lnTo>
                  <a:lnTo>
                    <a:pt x="294" y="3132"/>
                  </a:lnTo>
                  <a:lnTo>
                    <a:pt x="271" y="3128"/>
                  </a:lnTo>
                  <a:lnTo>
                    <a:pt x="250" y="3121"/>
                  </a:lnTo>
                  <a:lnTo>
                    <a:pt x="232" y="3110"/>
                  </a:lnTo>
                  <a:lnTo>
                    <a:pt x="216" y="3094"/>
                  </a:lnTo>
                  <a:lnTo>
                    <a:pt x="204" y="3075"/>
                  </a:lnTo>
                  <a:lnTo>
                    <a:pt x="197" y="3054"/>
                  </a:lnTo>
                  <a:lnTo>
                    <a:pt x="194" y="3031"/>
                  </a:lnTo>
                  <a:lnTo>
                    <a:pt x="194" y="1568"/>
                  </a:lnTo>
                  <a:lnTo>
                    <a:pt x="100" y="1568"/>
                  </a:lnTo>
                  <a:lnTo>
                    <a:pt x="77" y="1566"/>
                  </a:lnTo>
                  <a:lnTo>
                    <a:pt x="55" y="1558"/>
                  </a:lnTo>
                  <a:lnTo>
                    <a:pt x="37" y="1546"/>
                  </a:lnTo>
                  <a:lnTo>
                    <a:pt x="22" y="1530"/>
                  </a:lnTo>
                  <a:lnTo>
                    <a:pt x="9" y="1512"/>
                  </a:lnTo>
                  <a:lnTo>
                    <a:pt x="2" y="1490"/>
                  </a:lnTo>
                  <a:lnTo>
                    <a:pt x="0" y="1467"/>
                  </a:lnTo>
                  <a:lnTo>
                    <a:pt x="2" y="1444"/>
                  </a:lnTo>
                  <a:lnTo>
                    <a:pt x="9" y="1423"/>
                  </a:lnTo>
                  <a:lnTo>
                    <a:pt x="22" y="1405"/>
                  </a:lnTo>
                  <a:lnTo>
                    <a:pt x="37" y="1389"/>
                  </a:lnTo>
                  <a:lnTo>
                    <a:pt x="55" y="1377"/>
                  </a:lnTo>
                  <a:lnTo>
                    <a:pt x="77" y="1370"/>
                  </a:lnTo>
                  <a:lnTo>
                    <a:pt x="100" y="1367"/>
                  </a:lnTo>
                  <a:lnTo>
                    <a:pt x="194" y="1367"/>
                  </a:lnTo>
                  <a:lnTo>
                    <a:pt x="194" y="100"/>
                  </a:lnTo>
                  <a:lnTo>
                    <a:pt x="197" y="77"/>
                  </a:lnTo>
                  <a:lnTo>
                    <a:pt x="204" y="55"/>
                  </a:lnTo>
                  <a:lnTo>
                    <a:pt x="216" y="38"/>
                  </a:lnTo>
                  <a:lnTo>
                    <a:pt x="232" y="22"/>
                  </a:lnTo>
                  <a:lnTo>
                    <a:pt x="250" y="9"/>
                  </a:lnTo>
                  <a:lnTo>
                    <a:pt x="271" y="2"/>
                  </a:lnTo>
                  <a:lnTo>
                    <a:pt x="2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7" name="Freeform 266">
              <a:extLst>
                <a:ext uri="{FF2B5EF4-FFF2-40B4-BE49-F238E27FC236}">
                  <a16:creationId xmlns:a16="http://schemas.microsoft.com/office/drawing/2014/main" id="{372D5B87-2736-4B0A-9EB5-85D0BBCF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250" y="2038350"/>
              <a:ext cx="114300" cy="115888"/>
            </a:xfrm>
            <a:custGeom>
              <a:avLst/>
              <a:gdLst>
                <a:gd name="T0" fmla="*/ 399 w 799"/>
                <a:gd name="T1" fmla="*/ 0 h 801"/>
                <a:gd name="T2" fmla="*/ 449 w 799"/>
                <a:gd name="T3" fmla="*/ 3 h 801"/>
                <a:gd name="T4" fmla="*/ 498 w 799"/>
                <a:gd name="T5" fmla="*/ 12 h 801"/>
                <a:gd name="T6" fmla="*/ 544 w 799"/>
                <a:gd name="T7" fmla="*/ 26 h 801"/>
                <a:gd name="T8" fmla="*/ 587 w 799"/>
                <a:gd name="T9" fmla="*/ 46 h 801"/>
                <a:gd name="T10" fmla="*/ 628 w 799"/>
                <a:gd name="T11" fmla="*/ 71 h 801"/>
                <a:gd name="T12" fmla="*/ 665 w 799"/>
                <a:gd name="T13" fmla="*/ 101 h 801"/>
                <a:gd name="T14" fmla="*/ 699 w 799"/>
                <a:gd name="T15" fmla="*/ 134 h 801"/>
                <a:gd name="T16" fmla="*/ 728 w 799"/>
                <a:gd name="T17" fmla="*/ 172 h 801"/>
                <a:gd name="T18" fmla="*/ 752 w 799"/>
                <a:gd name="T19" fmla="*/ 213 h 801"/>
                <a:gd name="T20" fmla="*/ 772 w 799"/>
                <a:gd name="T21" fmla="*/ 256 h 801"/>
                <a:gd name="T22" fmla="*/ 787 w 799"/>
                <a:gd name="T23" fmla="*/ 302 h 801"/>
                <a:gd name="T24" fmla="*/ 796 w 799"/>
                <a:gd name="T25" fmla="*/ 350 h 801"/>
                <a:gd name="T26" fmla="*/ 799 w 799"/>
                <a:gd name="T27" fmla="*/ 400 h 801"/>
                <a:gd name="T28" fmla="*/ 796 w 799"/>
                <a:gd name="T29" fmla="*/ 450 h 801"/>
                <a:gd name="T30" fmla="*/ 787 w 799"/>
                <a:gd name="T31" fmla="*/ 499 h 801"/>
                <a:gd name="T32" fmla="*/ 772 w 799"/>
                <a:gd name="T33" fmla="*/ 546 h 801"/>
                <a:gd name="T34" fmla="*/ 752 w 799"/>
                <a:gd name="T35" fmla="*/ 588 h 801"/>
                <a:gd name="T36" fmla="*/ 728 w 799"/>
                <a:gd name="T37" fmla="*/ 629 h 801"/>
                <a:gd name="T38" fmla="*/ 699 w 799"/>
                <a:gd name="T39" fmla="*/ 667 h 801"/>
                <a:gd name="T40" fmla="*/ 665 w 799"/>
                <a:gd name="T41" fmla="*/ 700 h 801"/>
                <a:gd name="T42" fmla="*/ 628 w 799"/>
                <a:gd name="T43" fmla="*/ 730 h 801"/>
                <a:gd name="T44" fmla="*/ 587 w 799"/>
                <a:gd name="T45" fmla="*/ 754 h 801"/>
                <a:gd name="T46" fmla="*/ 544 w 799"/>
                <a:gd name="T47" fmla="*/ 774 h 801"/>
                <a:gd name="T48" fmla="*/ 498 w 799"/>
                <a:gd name="T49" fmla="*/ 789 h 801"/>
                <a:gd name="T50" fmla="*/ 449 w 799"/>
                <a:gd name="T51" fmla="*/ 798 h 801"/>
                <a:gd name="T52" fmla="*/ 399 w 799"/>
                <a:gd name="T53" fmla="*/ 801 h 801"/>
                <a:gd name="T54" fmla="*/ 349 w 799"/>
                <a:gd name="T55" fmla="*/ 798 h 801"/>
                <a:gd name="T56" fmla="*/ 301 w 799"/>
                <a:gd name="T57" fmla="*/ 789 h 801"/>
                <a:gd name="T58" fmla="*/ 255 w 799"/>
                <a:gd name="T59" fmla="*/ 774 h 801"/>
                <a:gd name="T60" fmla="*/ 212 w 799"/>
                <a:gd name="T61" fmla="*/ 754 h 801"/>
                <a:gd name="T62" fmla="*/ 171 w 799"/>
                <a:gd name="T63" fmla="*/ 730 h 801"/>
                <a:gd name="T64" fmla="*/ 134 w 799"/>
                <a:gd name="T65" fmla="*/ 700 h 801"/>
                <a:gd name="T66" fmla="*/ 100 w 799"/>
                <a:gd name="T67" fmla="*/ 667 h 801"/>
                <a:gd name="T68" fmla="*/ 71 w 799"/>
                <a:gd name="T69" fmla="*/ 629 h 801"/>
                <a:gd name="T70" fmla="*/ 46 w 799"/>
                <a:gd name="T71" fmla="*/ 588 h 801"/>
                <a:gd name="T72" fmla="*/ 26 w 799"/>
                <a:gd name="T73" fmla="*/ 546 h 801"/>
                <a:gd name="T74" fmla="*/ 11 w 799"/>
                <a:gd name="T75" fmla="*/ 499 h 801"/>
                <a:gd name="T76" fmla="*/ 3 w 799"/>
                <a:gd name="T77" fmla="*/ 450 h 801"/>
                <a:gd name="T78" fmla="*/ 0 w 799"/>
                <a:gd name="T79" fmla="*/ 400 h 801"/>
                <a:gd name="T80" fmla="*/ 3 w 799"/>
                <a:gd name="T81" fmla="*/ 350 h 801"/>
                <a:gd name="T82" fmla="*/ 11 w 799"/>
                <a:gd name="T83" fmla="*/ 302 h 801"/>
                <a:gd name="T84" fmla="*/ 26 w 799"/>
                <a:gd name="T85" fmla="*/ 256 h 801"/>
                <a:gd name="T86" fmla="*/ 46 w 799"/>
                <a:gd name="T87" fmla="*/ 213 h 801"/>
                <a:gd name="T88" fmla="*/ 71 w 799"/>
                <a:gd name="T89" fmla="*/ 172 h 801"/>
                <a:gd name="T90" fmla="*/ 100 w 799"/>
                <a:gd name="T91" fmla="*/ 134 h 801"/>
                <a:gd name="T92" fmla="*/ 134 w 799"/>
                <a:gd name="T93" fmla="*/ 101 h 801"/>
                <a:gd name="T94" fmla="*/ 171 w 799"/>
                <a:gd name="T95" fmla="*/ 71 h 801"/>
                <a:gd name="T96" fmla="*/ 212 w 799"/>
                <a:gd name="T97" fmla="*/ 46 h 801"/>
                <a:gd name="T98" fmla="*/ 255 w 799"/>
                <a:gd name="T99" fmla="*/ 26 h 801"/>
                <a:gd name="T100" fmla="*/ 301 w 799"/>
                <a:gd name="T101" fmla="*/ 12 h 801"/>
                <a:gd name="T102" fmla="*/ 349 w 799"/>
                <a:gd name="T103" fmla="*/ 3 h 801"/>
                <a:gd name="T104" fmla="*/ 399 w 799"/>
                <a:gd name="T105" fmla="*/ 0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9" h="801">
                  <a:moveTo>
                    <a:pt x="399" y="0"/>
                  </a:moveTo>
                  <a:lnTo>
                    <a:pt x="449" y="3"/>
                  </a:lnTo>
                  <a:lnTo>
                    <a:pt x="498" y="12"/>
                  </a:lnTo>
                  <a:lnTo>
                    <a:pt x="544" y="26"/>
                  </a:lnTo>
                  <a:lnTo>
                    <a:pt x="587" y="46"/>
                  </a:lnTo>
                  <a:lnTo>
                    <a:pt x="628" y="71"/>
                  </a:lnTo>
                  <a:lnTo>
                    <a:pt x="665" y="101"/>
                  </a:lnTo>
                  <a:lnTo>
                    <a:pt x="699" y="134"/>
                  </a:lnTo>
                  <a:lnTo>
                    <a:pt x="728" y="172"/>
                  </a:lnTo>
                  <a:lnTo>
                    <a:pt x="752" y="213"/>
                  </a:lnTo>
                  <a:lnTo>
                    <a:pt x="772" y="256"/>
                  </a:lnTo>
                  <a:lnTo>
                    <a:pt x="787" y="302"/>
                  </a:lnTo>
                  <a:lnTo>
                    <a:pt x="796" y="350"/>
                  </a:lnTo>
                  <a:lnTo>
                    <a:pt x="799" y="400"/>
                  </a:lnTo>
                  <a:lnTo>
                    <a:pt x="796" y="450"/>
                  </a:lnTo>
                  <a:lnTo>
                    <a:pt x="787" y="499"/>
                  </a:lnTo>
                  <a:lnTo>
                    <a:pt x="772" y="546"/>
                  </a:lnTo>
                  <a:lnTo>
                    <a:pt x="752" y="588"/>
                  </a:lnTo>
                  <a:lnTo>
                    <a:pt x="728" y="629"/>
                  </a:lnTo>
                  <a:lnTo>
                    <a:pt x="699" y="667"/>
                  </a:lnTo>
                  <a:lnTo>
                    <a:pt x="665" y="700"/>
                  </a:lnTo>
                  <a:lnTo>
                    <a:pt x="628" y="730"/>
                  </a:lnTo>
                  <a:lnTo>
                    <a:pt x="587" y="754"/>
                  </a:lnTo>
                  <a:lnTo>
                    <a:pt x="544" y="774"/>
                  </a:lnTo>
                  <a:lnTo>
                    <a:pt x="498" y="789"/>
                  </a:lnTo>
                  <a:lnTo>
                    <a:pt x="449" y="798"/>
                  </a:lnTo>
                  <a:lnTo>
                    <a:pt x="399" y="801"/>
                  </a:lnTo>
                  <a:lnTo>
                    <a:pt x="349" y="798"/>
                  </a:lnTo>
                  <a:lnTo>
                    <a:pt x="301" y="789"/>
                  </a:lnTo>
                  <a:lnTo>
                    <a:pt x="255" y="774"/>
                  </a:lnTo>
                  <a:lnTo>
                    <a:pt x="212" y="754"/>
                  </a:lnTo>
                  <a:lnTo>
                    <a:pt x="171" y="730"/>
                  </a:lnTo>
                  <a:lnTo>
                    <a:pt x="134" y="700"/>
                  </a:lnTo>
                  <a:lnTo>
                    <a:pt x="100" y="667"/>
                  </a:lnTo>
                  <a:lnTo>
                    <a:pt x="71" y="629"/>
                  </a:lnTo>
                  <a:lnTo>
                    <a:pt x="46" y="588"/>
                  </a:lnTo>
                  <a:lnTo>
                    <a:pt x="26" y="546"/>
                  </a:lnTo>
                  <a:lnTo>
                    <a:pt x="11" y="499"/>
                  </a:lnTo>
                  <a:lnTo>
                    <a:pt x="3" y="450"/>
                  </a:lnTo>
                  <a:lnTo>
                    <a:pt x="0" y="400"/>
                  </a:lnTo>
                  <a:lnTo>
                    <a:pt x="3" y="350"/>
                  </a:lnTo>
                  <a:lnTo>
                    <a:pt x="11" y="302"/>
                  </a:lnTo>
                  <a:lnTo>
                    <a:pt x="26" y="256"/>
                  </a:lnTo>
                  <a:lnTo>
                    <a:pt x="46" y="213"/>
                  </a:lnTo>
                  <a:lnTo>
                    <a:pt x="71" y="172"/>
                  </a:lnTo>
                  <a:lnTo>
                    <a:pt x="100" y="134"/>
                  </a:lnTo>
                  <a:lnTo>
                    <a:pt x="134" y="101"/>
                  </a:lnTo>
                  <a:lnTo>
                    <a:pt x="171" y="71"/>
                  </a:lnTo>
                  <a:lnTo>
                    <a:pt x="212" y="46"/>
                  </a:lnTo>
                  <a:lnTo>
                    <a:pt x="255" y="26"/>
                  </a:lnTo>
                  <a:lnTo>
                    <a:pt x="301" y="12"/>
                  </a:lnTo>
                  <a:lnTo>
                    <a:pt x="349" y="3"/>
                  </a:lnTo>
                  <a:lnTo>
                    <a:pt x="3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8" name="Freeform 267">
              <a:extLst>
                <a:ext uri="{FF2B5EF4-FFF2-40B4-BE49-F238E27FC236}">
                  <a16:creationId xmlns:a16="http://schemas.microsoft.com/office/drawing/2014/main" id="{3C7D273A-C05E-487C-AB2C-027A22B07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4975" y="2178050"/>
              <a:ext cx="196850" cy="357188"/>
            </a:xfrm>
            <a:custGeom>
              <a:avLst/>
              <a:gdLst>
                <a:gd name="T0" fmla="*/ 368 w 1363"/>
                <a:gd name="T1" fmla="*/ 0 h 2474"/>
                <a:gd name="T2" fmla="*/ 378 w 1363"/>
                <a:gd name="T3" fmla="*/ 1 h 2474"/>
                <a:gd name="T4" fmla="*/ 387 w 1363"/>
                <a:gd name="T5" fmla="*/ 6 h 2474"/>
                <a:gd name="T6" fmla="*/ 396 w 1363"/>
                <a:gd name="T7" fmla="*/ 14 h 2474"/>
                <a:gd name="T8" fmla="*/ 401 w 1363"/>
                <a:gd name="T9" fmla="*/ 23 h 2474"/>
                <a:gd name="T10" fmla="*/ 640 w 1363"/>
                <a:gd name="T11" fmla="*/ 682 h 2474"/>
                <a:gd name="T12" fmla="*/ 647 w 1363"/>
                <a:gd name="T13" fmla="*/ 695 h 2474"/>
                <a:gd name="T14" fmla="*/ 657 w 1363"/>
                <a:gd name="T15" fmla="*/ 704 h 2474"/>
                <a:gd name="T16" fmla="*/ 668 w 1363"/>
                <a:gd name="T17" fmla="*/ 710 h 2474"/>
                <a:gd name="T18" fmla="*/ 681 w 1363"/>
                <a:gd name="T19" fmla="*/ 712 h 2474"/>
                <a:gd name="T20" fmla="*/ 693 w 1363"/>
                <a:gd name="T21" fmla="*/ 710 h 2474"/>
                <a:gd name="T22" fmla="*/ 705 w 1363"/>
                <a:gd name="T23" fmla="*/ 704 h 2474"/>
                <a:gd name="T24" fmla="*/ 715 w 1363"/>
                <a:gd name="T25" fmla="*/ 695 h 2474"/>
                <a:gd name="T26" fmla="*/ 722 w 1363"/>
                <a:gd name="T27" fmla="*/ 682 h 2474"/>
                <a:gd name="T28" fmla="*/ 962 w 1363"/>
                <a:gd name="T29" fmla="*/ 23 h 2474"/>
                <a:gd name="T30" fmla="*/ 969 w 1363"/>
                <a:gd name="T31" fmla="*/ 11 h 2474"/>
                <a:gd name="T32" fmla="*/ 980 w 1363"/>
                <a:gd name="T33" fmla="*/ 3 h 2474"/>
                <a:gd name="T34" fmla="*/ 992 w 1363"/>
                <a:gd name="T35" fmla="*/ 0 h 2474"/>
                <a:gd name="T36" fmla="*/ 1006 w 1363"/>
                <a:gd name="T37" fmla="*/ 1 h 2474"/>
                <a:gd name="T38" fmla="*/ 1119 w 1363"/>
                <a:gd name="T39" fmla="*/ 37 h 2474"/>
                <a:gd name="T40" fmla="*/ 1121 w 1363"/>
                <a:gd name="T41" fmla="*/ 37 h 2474"/>
                <a:gd name="T42" fmla="*/ 1162 w 1363"/>
                <a:gd name="T43" fmla="*/ 53 h 2474"/>
                <a:gd name="T44" fmla="*/ 1201 w 1363"/>
                <a:gd name="T45" fmla="*/ 75 h 2474"/>
                <a:gd name="T46" fmla="*/ 1236 w 1363"/>
                <a:gd name="T47" fmla="*/ 100 h 2474"/>
                <a:gd name="T48" fmla="*/ 1268 w 1363"/>
                <a:gd name="T49" fmla="*/ 131 h 2474"/>
                <a:gd name="T50" fmla="*/ 1296 w 1363"/>
                <a:gd name="T51" fmla="*/ 164 h 2474"/>
                <a:gd name="T52" fmla="*/ 1319 w 1363"/>
                <a:gd name="T53" fmla="*/ 201 h 2474"/>
                <a:gd name="T54" fmla="*/ 1338 w 1363"/>
                <a:gd name="T55" fmla="*/ 241 h 2474"/>
                <a:gd name="T56" fmla="*/ 1351 w 1363"/>
                <a:gd name="T57" fmla="*/ 283 h 2474"/>
                <a:gd name="T58" fmla="*/ 1360 w 1363"/>
                <a:gd name="T59" fmla="*/ 327 h 2474"/>
                <a:gd name="T60" fmla="*/ 1363 w 1363"/>
                <a:gd name="T61" fmla="*/ 372 h 2474"/>
                <a:gd name="T62" fmla="*/ 1363 w 1363"/>
                <a:gd name="T63" fmla="*/ 1072 h 2474"/>
                <a:gd name="T64" fmla="*/ 1362 w 1363"/>
                <a:gd name="T65" fmla="*/ 1081 h 2474"/>
                <a:gd name="T66" fmla="*/ 1357 w 1363"/>
                <a:gd name="T67" fmla="*/ 1091 h 2474"/>
                <a:gd name="T68" fmla="*/ 1107 w 1363"/>
                <a:gd name="T69" fmla="*/ 1473 h 2474"/>
                <a:gd name="T70" fmla="*/ 1107 w 1363"/>
                <a:gd name="T71" fmla="*/ 2439 h 2474"/>
                <a:gd name="T72" fmla="*/ 1104 w 1363"/>
                <a:gd name="T73" fmla="*/ 2452 h 2474"/>
                <a:gd name="T74" fmla="*/ 1097 w 1363"/>
                <a:gd name="T75" fmla="*/ 2464 h 2474"/>
                <a:gd name="T76" fmla="*/ 1085 w 1363"/>
                <a:gd name="T77" fmla="*/ 2472 h 2474"/>
                <a:gd name="T78" fmla="*/ 1071 w 1363"/>
                <a:gd name="T79" fmla="*/ 2474 h 2474"/>
                <a:gd name="T80" fmla="*/ 291 w 1363"/>
                <a:gd name="T81" fmla="*/ 2474 h 2474"/>
                <a:gd name="T82" fmla="*/ 278 w 1363"/>
                <a:gd name="T83" fmla="*/ 2472 h 2474"/>
                <a:gd name="T84" fmla="*/ 266 w 1363"/>
                <a:gd name="T85" fmla="*/ 2464 h 2474"/>
                <a:gd name="T86" fmla="*/ 259 w 1363"/>
                <a:gd name="T87" fmla="*/ 2452 h 2474"/>
                <a:gd name="T88" fmla="*/ 256 w 1363"/>
                <a:gd name="T89" fmla="*/ 2439 h 2474"/>
                <a:gd name="T90" fmla="*/ 256 w 1363"/>
                <a:gd name="T91" fmla="*/ 1473 h 2474"/>
                <a:gd name="T92" fmla="*/ 5 w 1363"/>
                <a:gd name="T93" fmla="*/ 1091 h 2474"/>
                <a:gd name="T94" fmla="*/ 1 w 1363"/>
                <a:gd name="T95" fmla="*/ 1081 h 2474"/>
                <a:gd name="T96" fmla="*/ 0 w 1363"/>
                <a:gd name="T97" fmla="*/ 1072 h 2474"/>
                <a:gd name="T98" fmla="*/ 0 w 1363"/>
                <a:gd name="T99" fmla="*/ 374 h 2474"/>
                <a:gd name="T100" fmla="*/ 3 w 1363"/>
                <a:gd name="T101" fmla="*/ 328 h 2474"/>
                <a:gd name="T102" fmla="*/ 11 w 1363"/>
                <a:gd name="T103" fmla="*/ 285 h 2474"/>
                <a:gd name="T104" fmla="*/ 25 w 1363"/>
                <a:gd name="T105" fmla="*/ 242 h 2474"/>
                <a:gd name="T106" fmla="*/ 44 w 1363"/>
                <a:gd name="T107" fmla="*/ 203 h 2474"/>
                <a:gd name="T108" fmla="*/ 67 w 1363"/>
                <a:gd name="T109" fmla="*/ 165 h 2474"/>
                <a:gd name="T110" fmla="*/ 94 w 1363"/>
                <a:gd name="T111" fmla="*/ 132 h 2474"/>
                <a:gd name="T112" fmla="*/ 126 w 1363"/>
                <a:gd name="T113" fmla="*/ 102 h 2474"/>
                <a:gd name="T114" fmla="*/ 162 w 1363"/>
                <a:gd name="T115" fmla="*/ 75 h 2474"/>
                <a:gd name="T116" fmla="*/ 201 w 1363"/>
                <a:gd name="T117" fmla="*/ 53 h 2474"/>
                <a:gd name="T118" fmla="*/ 243 w 1363"/>
                <a:gd name="T119" fmla="*/ 37 h 2474"/>
                <a:gd name="T120" fmla="*/ 357 w 1363"/>
                <a:gd name="T121" fmla="*/ 1 h 2474"/>
                <a:gd name="T122" fmla="*/ 362 w 1363"/>
                <a:gd name="T123" fmla="*/ 0 h 2474"/>
                <a:gd name="T124" fmla="*/ 368 w 1363"/>
                <a:gd name="T125" fmla="*/ 0 h 2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63" h="2474">
                  <a:moveTo>
                    <a:pt x="368" y="0"/>
                  </a:moveTo>
                  <a:lnTo>
                    <a:pt x="378" y="1"/>
                  </a:lnTo>
                  <a:lnTo>
                    <a:pt x="387" y="6"/>
                  </a:lnTo>
                  <a:lnTo>
                    <a:pt x="396" y="14"/>
                  </a:lnTo>
                  <a:lnTo>
                    <a:pt x="401" y="23"/>
                  </a:lnTo>
                  <a:lnTo>
                    <a:pt x="640" y="682"/>
                  </a:lnTo>
                  <a:lnTo>
                    <a:pt x="647" y="695"/>
                  </a:lnTo>
                  <a:lnTo>
                    <a:pt x="657" y="704"/>
                  </a:lnTo>
                  <a:lnTo>
                    <a:pt x="668" y="710"/>
                  </a:lnTo>
                  <a:lnTo>
                    <a:pt x="681" y="712"/>
                  </a:lnTo>
                  <a:lnTo>
                    <a:pt x="693" y="710"/>
                  </a:lnTo>
                  <a:lnTo>
                    <a:pt x="705" y="704"/>
                  </a:lnTo>
                  <a:lnTo>
                    <a:pt x="715" y="695"/>
                  </a:lnTo>
                  <a:lnTo>
                    <a:pt x="722" y="682"/>
                  </a:lnTo>
                  <a:lnTo>
                    <a:pt x="962" y="23"/>
                  </a:lnTo>
                  <a:lnTo>
                    <a:pt x="969" y="11"/>
                  </a:lnTo>
                  <a:lnTo>
                    <a:pt x="980" y="3"/>
                  </a:lnTo>
                  <a:lnTo>
                    <a:pt x="992" y="0"/>
                  </a:lnTo>
                  <a:lnTo>
                    <a:pt x="1006" y="1"/>
                  </a:lnTo>
                  <a:lnTo>
                    <a:pt x="1119" y="37"/>
                  </a:lnTo>
                  <a:lnTo>
                    <a:pt x="1121" y="37"/>
                  </a:lnTo>
                  <a:lnTo>
                    <a:pt x="1162" y="53"/>
                  </a:lnTo>
                  <a:lnTo>
                    <a:pt x="1201" y="75"/>
                  </a:lnTo>
                  <a:lnTo>
                    <a:pt x="1236" y="100"/>
                  </a:lnTo>
                  <a:lnTo>
                    <a:pt x="1268" y="131"/>
                  </a:lnTo>
                  <a:lnTo>
                    <a:pt x="1296" y="164"/>
                  </a:lnTo>
                  <a:lnTo>
                    <a:pt x="1319" y="201"/>
                  </a:lnTo>
                  <a:lnTo>
                    <a:pt x="1338" y="241"/>
                  </a:lnTo>
                  <a:lnTo>
                    <a:pt x="1351" y="283"/>
                  </a:lnTo>
                  <a:lnTo>
                    <a:pt x="1360" y="327"/>
                  </a:lnTo>
                  <a:lnTo>
                    <a:pt x="1363" y="372"/>
                  </a:lnTo>
                  <a:lnTo>
                    <a:pt x="1363" y="1072"/>
                  </a:lnTo>
                  <a:lnTo>
                    <a:pt x="1362" y="1081"/>
                  </a:lnTo>
                  <a:lnTo>
                    <a:pt x="1357" y="1091"/>
                  </a:lnTo>
                  <a:lnTo>
                    <a:pt x="1107" y="1473"/>
                  </a:lnTo>
                  <a:lnTo>
                    <a:pt x="1107" y="2439"/>
                  </a:lnTo>
                  <a:lnTo>
                    <a:pt x="1104" y="2452"/>
                  </a:lnTo>
                  <a:lnTo>
                    <a:pt x="1097" y="2464"/>
                  </a:lnTo>
                  <a:lnTo>
                    <a:pt x="1085" y="2472"/>
                  </a:lnTo>
                  <a:lnTo>
                    <a:pt x="1071" y="2474"/>
                  </a:lnTo>
                  <a:lnTo>
                    <a:pt x="291" y="2474"/>
                  </a:lnTo>
                  <a:lnTo>
                    <a:pt x="278" y="2472"/>
                  </a:lnTo>
                  <a:lnTo>
                    <a:pt x="266" y="2464"/>
                  </a:lnTo>
                  <a:lnTo>
                    <a:pt x="259" y="2452"/>
                  </a:lnTo>
                  <a:lnTo>
                    <a:pt x="256" y="2439"/>
                  </a:lnTo>
                  <a:lnTo>
                    <a:pt x="256" y="1473"/>
                  </a:lnTo>
                  <a:lnTo>
                    <a:pt x="5" y="1091"/>
                  </a:lnTo>
                  <a:lnTo>
                    <a:pt x="1" y="1081"/>
                  </a:lnTo>
                  <a:lnTo>
                    <a:pt x="0" y="1072"/>
                  </a:lnTo>
                  <a:lnTo>
                    <a:pt x="0" y="374"/>
                  </a:lnTo>
                  <a:lnTo>
                    <a:pt x="3" y="328"/>
                  </a:lnTo>
                  <a:lnTo>
                    <a:pt x="11" y="285"/>
                  </a:lnTo>
                  <a:lnTo>
                    <a:pt x="25" y="242"/>
                  </a:lnTo>
                  <a:lnTo>
                    <a:pt x="44" y="203"/>
                  </a:lnTo>
                  <a:lnTo>
                    <a:pt x="67" y="165"/>
                  </a:lnTo>
                  <a:lnTo>
                    <a:pt x="94" y="132"/>
                  </a:lnTo>
                  <a:lnTo>
                    <a:pt x="126" y="102"/>
                  </a:lnTo>
                  <a:lnTo>
                    <a:pt x="162" y="75"/>
                  </a:lnTo>
                  <a:lnTo>
                    <a:pt x="201" y="53"/>
                  </a:lnTo>
                  <a:lnTo>
                    <a:pt x="243" y="37"/>
                  </a:lnTo>
                  <a:lnTo>
                    <a:pt x="357" y="1"/>
                  </a:lnTo>
                  <a:lnTo>
                    <a:pt x="362" y="0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9" name="Freeform 268">
              <a:extLst>
                <a:ext uri="{FF2B5EF4-FFF2-40B4-BE49-F238E27FC236}">
                  <a16:creationId xmlns:a16="http://schemas.microsoft.com/office/drawing/2014/main" id="{143DC191-20E2-435E-8B43-8942DA2B9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9113" y="2173288"/>
              <a:ext cx="28575" cy="71438"/>
            </a:xfrm>
            <a:custGeom>
              <a:avLst/>
              <a:gdLst>
                <a:gd name="T0" fmla="*/ 47 w 195"/>
                <a:gd name="T1" fmla="*/ 0 h 503"/>
                <a:gd name="T2" fmla="*/ 147 w 195"/>
                <a:gd name="T3" fmla="*/ 0 h 503"/>
                <a:gd name="T4" fmla="*/ 161 w 195"/>
                <a:gd name="T5" fmla="*/ 2 h 503"/>
                <a:gd name="T6" fmla="*/ 173 w 195"/>
                <a:gd name="T7" fmla="*/ 7 h 503"/>
                <a:gd name="T8" fmla="*/ 183 w 195"/>
                <a:gd name="T9" fmla="*/ 14 h 503"/>
                <a:gd name="T10" fmla="*/ 191 w 195"/>
                <a:gd name="T11" fmla="*/ 28 h 503"/>
                <a:gd name="T12" fmla="*/ 195 w 195"/>
                <a:gd name="T13" fmla="*/ 41 h 503"/>
                <a:gd name="T14" fmla="*/ 194 w 195"/>
                <a:gd name="T15" fmla="*/ 56 h 503"/>
                <a:gd name="T16" fmla="*/ 189 w 195"/>
                <a:gd name="T17" fmla="*/ 70 h 503"/>
                <a:gd name="T18" fmla="*/ 136 w 195"/>
                <a:gd name="T19" fmla="*/ 150 h 503"/>
                <a:gd name="T20" fmla="*/ 161 w 195"/>
                <a:gd name="T21" fmla="*/ 362 h 503"/>
                <a:gd name="T22" fmla="*/ 112 w 195"/>
                <a:gd name="T23" fmla="*/ 494 h 503"/>
                <a:gd name="T24" fmla="*/ 107 w 195"/>
                <a:gd name="T25" fmla="*/ 500 h 503"/>
                <a:gd name="T26" fmla="*/ 101 w 195"/>
                <a:gd name="T27" fmla="*/ 503 h 503"/>
                <a:gd name="T28" fmla="*/ 94 w 195"/>
                <a:gd name="T29" fmla="*/ 503 h 503"/>
                <a:gd name="T30" fmla="*/ 87 w 195"/>
                <a:gd name="T31" fmla="*/ 500 h 503"/>
                <a:gd name="T32" fmla="*/ 83 w 195"/>
                <a:gd name="T33" fmla="*/ 494 h 503"/>
                <a:gd name="T34" fmla="*/ 34 w 195"/>
                <a:gd name="T35" fmla="*/ 362 h 503"/>
                <a:gd name="T36" fmla="*/ 59 w 195"/>
                <a:gd name="T37" fmla="*/ 150 h 503"/>
                <a:gd name="T38" fmla="*/ 5 w 195"/>
                <a:gd name="T39" fmla="*/ 70 h 503"/>
                <a:gd name="T40" fmla="*/ 0 w 195"/>
                <a:gd name="T41" fmla="*/ 56 h 503"/>
                <a:gd name="T42" fmla="*/ 0 w 195"/>
                <a:gd name="T43" fmla="*/ 41 h 503"/>
                <a:gd name="T44" fmla="*/ 3 w 195"/>
                <a:gd name="T45" fmla="*/ 28 h 503"/>
                <a:gd name="T46" fmla="*/ 11 w 195"/>
                <a:gd name="T47" fmla="*/ 14 h 503"/>
                <a:gd name="T48" fmla="*/ 22 w 195"/>
                <a:gd name="T49" fmla="*/ 7 h 503"/>
                <a:gd name="T50" fmla="*/ 34 w 195"/>
                <a:gd name="T51" fmla="*/ 2 h 503"/>
                <a:gd name="T52" fmla="*/ 47 w 195"/>
                <a:gd name="T53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5" h="503">
                  <a:moveTo>
                    <a:pt x="47" y="0"/>
                  </a:moveTo>
                  <a:lnTo>
                    <a:pt x="147" y="0"/>
                  </a:lnTo>
                  <a:lnTo>
                    <a:pt x="161" y="2"/>
                  </a:lnTo>
                  <a:lnTo>
                    <a:pt x="173" y="7"/>
                  </a:lnTo>
                  <a:lnTo>
                    <a:pt x="183" y="14"/>
                  </a:lnTo>
                  <a:lnTo>
                    <a:pt x="191" y="28"/>
                  </a:lnTo>
                  <a:lnTo>
                    <a:pt x="195" y="41"/>
                  </a:lnTo>
                  <a:lnTo>
                    <a:pt x="194" y="56"/>
                  </a:lnTo>
                  <a:lnTo>
                    <a:pt x="189" y="70"/>
                  </a:lnTo>
                  <a:lnTo>
                    <a:pt x="136" y="150"/>
                  </a:lnTo>
                  <a:lnTo>
                    <a:pt x="161" y="362"/>
                  </a:lnTo>
                  <a:lnTo>
                    <a:pt x="112" y="494"/>
                  </a:lnTo>
                  <a:lnTo>
                    <a:pt x="107" y="500"/>
                  </a:lnTo>
                  <a:lnTo>
                    <a:pt x="101" y="503"/>
                  </a:lnTo>
                  <a:lnTo>
                    <a:pt x="94" y="503"/>
                  </a:lnTo>
                  <a:lnTo>
                    <a:pt x="87" y="500"/>
                  </a:lnTo>
                  <a:lnTo>
                    <a:pt x="83" y="494"/>
                  </a:lnTo>
                  <a:lnTo>
                    <a:pt x="34" y="362"/>
                  </a:lnTo>
                  <a:lnTo>
                    <a:pt x="59" y="150"/>
                  </a:lnTo>
                  <a:lnTo>
                    <a:pt x="5" y="70"/>
                  </a:lnTo>
                  <a:lnTo>
                    <a:pt x="0" y="56"/>
                  </a:lnTo>
                  <a:lnTo>
                    <a:pt x="0" y="41"/>
                  </a:lnTo>
                  <a:lnTo>
                    <a:pt x="3" y="28"/>
                  </a:lnTo>
                  <a:lnTo>
                    <a:pt x="11" y="14"/>
                  </a:lnTo>
                  <a:lnTo>
                    <a:pt x="22" y="7"/>
                  </a:lnTo>
                  <a:lnTo>
                    <a:pt x="34" y="2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521B915B-66E2-4BE9-BB42-4C8694B3F653}"/>
              </a:ext>
            </a:extLst>
          </p:cNvPr>
          <p:cNvGrpSpPr/>
          <p:nvPr/>
        </p:nvGrpSpPr>
        <p:grpSpPr>
          <a:xfrm>
            <a:off x="3437165" y="4832919"/>
            <a:ext cx="325643" cy="293183"/>
            <a:chOff x="2478088" y="2143126"/>
            <a:chExt cx="493713" cy="4445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31" name="Freeform 141">
              <a:extLst>
                <a:ext uri="{FF2B5EF4-FFF2-40B4-BE49-F238E27FC236}">
                  <a16:creationId xmlns:a16="http://schemas.microsoft.com/office/drawing/2014/main" id="{8BF86C8E-2C8C-4D4A-8B02-7750DBDA3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526" y="2424113"/>
              <a:ext cx="39688" cy="41275"/>
            </a:xfrm>
            <a:custGeom>
              <a:avLst/>
              <a:gdLst>
                <a:gd name="T0" fmla="*/ 139 w 280"/>
                <a:gd name="T1" fmla="*/ 0 h 279"/>
                <a:gd name="T2" fmla="*/ 167 w 280"/>
                <a:gd name="T3" fmla="*/ 3 h 279"/>
                <a:gd name="T4" fmla="*/ 194 w 280"/>
                <a:gd name="T5" fmla="*/ 10 h 279"/>
                <a:gd name="T6" fmla="*/ 217 w 280"/>
                <a:gd name="T7" fmla="*/ 23 h 279"/>
                <a:gd name="T8" fmla="*/ 238 w 280"/>
                <a:gd name="T9" fmla="*/ 40 h 279"/>
                <a:gd name="T10" fmla="*/ 256 w 280"/>
                <a:gd name="T11" fmla="*/ 61 h 279"/>
                <a:gd name="T12" fmla="*/ 268 w 280"/>
                <a:gd name="T13" fmla="*/ 85 h 279"/>
                <a:gd name="T14" fmla="*/ 277 w 280"/>
                <a:gd name="T15" fmla="*/ 111 h 279"/>
                <a:gd name="T16" fmla="*/ 280 w 280"/>
                <a:gd name="T17" fmla="*/ 139 h 279"/>
                <a:gd name="T18" fmla="*/ 277 w 280"/>
                <a:gd name="T19" fmla="*/ 167 h 279"/>
                <a:gd name="T20" fmla="*/ 268 w 280"/>
                <a:gd name="T21" fmla="*/ 194 h 279"/>
                <a:gd name="T22" fmla="*/ 256 w 280"/>
                <a:gd name="T23" fmla="*/ 217 h 279"/>
                <a:gd name="T24" fmla="*/ 238 w 280"/>
                <a:gd name="T25" fmla="*/ 238 h 279"/>
                <a:gd name="T26" fmla="*/ 217 w 280"/>
                <a:gd name="T27" fmla="*/ 255 h 279"/>
                <a:gd name="T28" fmla="*/ 194 w 280"/>
                <a:gd name="T29" fmla="*/ 268 h 279"/>
                <a:gd name="T30" fmla="*/ 167 w 280"/>
                <a:gd name="T31" fmla="*/ 276 h 279"/>
                <a:gd name="T32" fmla="*/ 139 w 280"/>
                <a:gd name="T33" fmla="*/ 279 h 279"/>
                <a:gd name="T34" fmla="*/ 111 w 280"/>
                <a:gd name="T35" fmla="*/ 276 h 279"/>
                <a:gd name="T36" fmla="*/ 85 w 280"/>
                <a:gd name="T37" fmla="*/ 268 h 279"/>
                <a:gd name="T38" fmla="*/ 61 w 280"/>
                <a:gd name="T39" fmla="*/ 255 h 279"/>
                <a:gd name="T40" fmla="*/ 41 w 280"/>
                <a:gd name="T41" fmla="*/ 238 h 279"/>
                <a:gd name="T42" fmla="*/ 24 w 280"/>
                <a:gd name="T43" fmla="*/ 217 h 279"/>
                <a:gd name="T44" fmla="*/ 10 w 280"/>
                <a:gd name="T45" fmla="*/ 194 h 279"/>
                <a:gd name="T46" fmla="*/ 3 w 280"/>
                <a:gd name="T47" fmla="*/ 167 h 279"/>
                <a:gd name="T48" fmla="*/ 0 w 280"/>
                <a:gd name="T49" fmla="*/ 139 h 279"/>
                <a:gd name="T50" fmla="*/ 3 w 280"/>
                <a:gd name="T51" fmla="*/ 111 h 279"/>
                <a:gd name="T52" fmla="*/ 10 w 280"/>
                <a:gd name="T53" fmla="*/ 85 h 279"/>
                <a:gd name="T54" fmla="*/ 24 w 280"/>
                <a:gd name="T55" fmla="*/ 61 h 279"/>
                <a:gd name="T56" fmla="*/ 41 w 280"/>
                <a:gd name="T57" fmla="*/ 40 h 279"/>
                <a:gd name="T58" fmla="*/ 61 w 280"/>
                <a:gd name="T59" fmla="*/ 23 h 279"/>
                <a:gd name="T60" fmla="*/ 85 w 280"/>
                <a:gd name="T61" fmla="*/ 10 h 279"/>
                <a:gd name="T62" fmla="*/ 111 w 280"/>
                <a:gd name="T63" fmla="*/ 3 h 279"/>
                <a:gd name="T64" fmla="*/ 139 w 280"/>
                <a:gd name="T65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0" h="279">
                  <a:moveTo>
                    <a:pt x="139" y="0"/>
                  </a:moveTo>
                  <a:lnTo>
                    <a:pt x="167" y="3"/>
                  </a:lnTo>
                  <a:lnTo>
                    <a:pt x="194" y="10"/>
                  </a:lnTo>
                  <a:lnTo>
                    <a:pt x="217" y="23"/>
                  </a:lnTo>
                  <a:lnTo>
                    <a:pt x="238" y="40"/>
                  </a:lnTo>
                  <a:lnTo>
                    <a:pt x="256" y="61"/>
                  </a:lnTo>
                  <a:lnTo>
                    <a:pt x="268" y="85"/>
                  </a:lnTo>
                  <a:lnTo>
                    <a:pt x="277" y="111"/>
                  </a:lnTo>
                  <a:lnTo>
                    <a:pt x="280" y="139"/>
                  </a:lnTo>
                  <a:lnTo>
                    <a:pt x="277" y="167"/>
                  </a:lnTo>
                  <a:lnTo>
                    <a:pt x="268" y="194"/>
                  </a:lnTo>
                  <a:lnTo>
                    <a:pt x="256" y="217"/>
                  </a:lnTo>
                  <a:lnTo>
                    <a:pt x="238" y="238"/>
                  </a:lnTo>
                  <a:lnTo>
                    <a:pt x="217" y="255"/>
                  </a:lnTo>
                  <a:lnTo>
                    <a:pt x="194" y="268"/>
                  </a:lnTo>
                  <a:lnTo>
                    <a:pt x="167" y="276"/>
                  </a:lnTo>
                  <a:lnTo>
                    <a:pt x="139" y="279"/>
                  </a:lnTo>
                  <a:lnTo>
                    <a:pt x="111" y="276"/>
                  </a:lnTo>
                  <a:lnTo>
                    <a:pt x="85" y="268"/>
                  </a:lnTo>
                  <a:lnTo>
                    <a:pt x="61" y="255"/>
                  </a:lnTo>
                  <a:lnTo>
                    <a:pt x="41" y="238"/>
                  </a:lnTo>
                  <a:lnTo>
                    <a:pt x="24" y="217"/>
                  </a:lnTo>
                  <a:lnTo>
                    <a:pt x="10" y="194"/>
                  </a:lnTo>
                  <a:lnTo>
                    <a:pt x="3" y="167"/>
                  </a:lnTo>
                  <a:lnTo>
                    <a:pt x="0" y="139"/>
                  </a:lnTo>
                  <a:lnTo>
                    <a:pt x="3" y="111"/>
                  </a:lnTo>
                  <a:lnTo>
                    <a:pt x="10" y="85"/>
                  </a:lnTo>
                  <a:lnTo>
                    <a:pt x="24" y="61"/>
                  </a:lnTo>
                  <a:lnTo>
                    <a:pt x="41" y="40"/>
                  </a:lnTo>
                  <a:lnTo>
                    <a:pt x="61" y="23"/>
                  </a:lnTo>
                  <a:lnTo>
                    <a:pt x="85" y="10"/>
                  </a:lnTo>
                  <a:lnTo>
                    <a:pt x="111" y="3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2" name="Freeform 142">
              <a:extLst>
                <a:ext uri="{FF2B5EF4-FFF2-40B4-BE49-F238E27FC236}">
                  <a16:creationId xmlns:a16="http://schemas.microsoft.com/office/drawing/2014/main" id="{7933E7CB-9436-4231-89DF-5347DB0C6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926" y="2516188"/>
              <a:ext cx="104775" cy="71438"/>
            </a:xfrm>
            <a:custGeom>
              <a:avLst/>
              <a:gdLst>
                <a:gd name="T0" fmla="*/ 140 w 720"/>
                <a:gd name="T1" fmla="*/ 0 h 495"/>
                <a:gd name="T2" fmla="*/ 327 w 720"/>
                <a:gd name="T3" fmla="*/ 81 h 495"/>
                <a:gd name="T4" fmla="*/ 349 w 720"/>
                <a:gd name="T5" fmla="*/ 88 h 495"/>
                <a:gd name="T6" fmla="*/ 371 w 720"/>
                <a:gd name="T7" fmla="*/ 88 h 495"/>
                <a:gd name="T8" fmla="*/ 392 w 720"/>
                <a:gd name="T9" fmla="*/ 81 h 495"/>
                <a:gd name="T10" fmla="*/ 579 w 720"/>
                <a:gd name="T11" fmla="*/ 0 h 495"/>
                <a:gd name="T12" fmla="*/ 627 w 720"/>
                <a:gd name="T13" fmla="*/ 15 h 495"/>
                <a:gd name="T14" fmla="*/ 650 w 720"/>
                <a:gd name="T15" fmla="*/ 25 h 495"/>
                <a:gd name="T16" fmla="*/ 669 w 720"/>
                <a:gd name="T17" fmla="*/ 39 h 495"/>
                <a:gd name="T18" fmla="*/ 687 w 720"/>
                <a:gd name="T19" fmla="*/ 55 h 495"/>
                <a:gd name="T20" fmla="*/ 701 w 720"/>
                <a:gd name="T21" fmla="*/ 75 h 495"/>
                <a:gd name="T22" fmla="*/ 711 w 720"/>
                <a:gd name="T23" fmla="*/ 96 h 495"/>
                <a:gd name="T24" fmla="*/ 718 w 720"/>
                <a:gd name="T25" fmla="*/ 120 h 495"/>
                <a:gd name="T26" fmla="*/ 720 w 720"/>
                <a:gd name="T27" fmla="*/ 145 h 495"/>
                <a:gd name="T28" fmla="*/ 720 w 720"/>
                <a:gd name="T29" fmla="*/ 405 h 495"/>
                <a:gd name="T30" fmla="*/ 717 w 720"/>
                <a:gd name="T31" fmla="*/ 426 h 495"/>
                <a:gd name="T32" fmla="*/ 711 w 720"/>
                <a:gd name="T33" fmla="*/ 444 h 495"/>
                <a:gd name="T34" fmla="*/ 701 w 720"/>
                <a:gd name="T35" fmla="*/ 461 h 495"/>
                <a:gd name="T36" fmla="*/ 686 w 720"/>
                <a:gd name="T37" fmla="*/ 476 h 495"/>
                <a:gd name="T38" fmla="*/ 669 w 720"/>
                <a:gd name="T39" fmla="*/ 486 h 495"/>
                <a:gd name="T40" fmla="*/ 651 w 720"/>
                <a:gd name="T41" fmla="*/ 492 h 495"/>
                <a:gd name="T42" fmla="*/ 630 w 720"/>
                <a:gd name="T43" fmla="*/ 495 h 495"/>
                <a:gd name="T44" fmla="*/ 89 w 720"/>
                <a:gd name="T45" fmla="*/ 495 h 495"/>
                <a:gd name="T46" fmla="*/ 65 w 720"/>
                <a:gd name="T47" fmla="*/ 492 h 495"/>
                <a:gd name="T48" fmla="*/ 44 w 720"/>
                <a:gd name="T49" fmla="*/ 483 h 495"/>
                <a:gd name="T50" fmla="*/ 26 w 720"/>
                <a:gd name="T51" fmla="*/ 468 h 495"/>
                <a:gd name="T52" fmla="*/ 11 w 720"/>
                <a:gd name="T53" fmla="*/ 451 h 495"/>
                <a:gd name="T54" fmla="*/ 3 w 720"/>
                <a:gd name="T55" fmla="*/ 429 h 495"/>
                <a:gd name="T56" fmla="*/ 0 w 720"/>
                <a:gd name="T57" fmla="*/ 405 h 495"/>
                <a:gd name="T58" fmla="*/ 0 w 720"/>
                <a:gd name="T59" fmla="*/ 145 h 495"/>
                <a:gd name="T60" fmla="*/ 2 w 720"/>
                <a:gd name="T61" fmla="*/ 120 h 495"/>
                <a:gd name="T62" fmla="*/ 8 w 720"/>
                <a:gd name="T63" fmla="*/ 96 h 495"/>
                <a:gd name="T64" fmla="*/ 18 w 720"/>
                <a:gd name="T65" fmla="*/ 75 h 495"/>
                <a:gd name="T66" fmla="*/ 32 w 720"/>
                <a:gd name="T67" fmla="*/ 55 h 495"/>
                <a:gd name="T68" fmla="*/ 50 w 720"/>
                <a:gd name="T69" fmla="*/ 39 h 495"/>
                <a:gd name="T70" fmla="*/ 69 w 720"/>
                <a:gd name="T71" fmla="*/ 25 h 495"/>
                <a:gd name="T72" fmla="*/ 92 w 720"/>
                <a:gd name="T73" fmla="*/ 15 h 495"/>
                <a:gd name="T74" fmla="*/ 140 w 720"/>
                <a:gd name="T75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0" h="495">
                  <a:moveTo>
                    <a:pt x="140" y="0"/>
                  </a:moveTo>
                  <a:lnTo>
                    <a:pt x="327" y="81"/>
                  </a:lnTo>
                  <a:lnTo>
                    <a:pt x="349" y="88"/>
                  </a:lnTo>
                  <a:lnTo>
                    <a:pt x="371" y="88"/>
                  </a:lnTo>
                  <a:lnTo>
                    <a:pt x="392" y="81"/>
                  </a:lnTo>
                  <a:lnTo>
                    <a:pt x="579" y="0"/>
                  </a:lnTo>
                  <a:lnTo>
                    <a:pt x="627" y="15"/>
                  </a:lnTo>
                  <a:lnTo>
                    <a:pt x="650" y="25"/>
                  </a:lnTo>
                  <a:lnTo>
                    <a:pt x="669" y="39"/>
                  </a:lnTo>
                  <a:lnTo>
                    <a:pt x="687" y="55"/>
                  </a:lnTo>
                  <a:lnTo>
                    <a:pt x="701" y="75"/>
                  </a:lnTo>
                  <a:lnTo>
                    <a:pt x="711" y="96"/>
                  </a:lnTo>
                  <a:lnTo>
                    <a:pt x="718" y="120"/>
                  </a:lnTo>
                  <a:lnTo>
                    <a:pt x="720" y="145"/>
                  </a:lnTo>
                  <a:lnTo>
                    <a:pt x="720" y="405"/>
                  </a:lnTo>
                  <a:lnTo>
                    <a:pt x="717" y="426"/>
                  </a:lnTo>
                  <a:lnTo>
                    <a:pt x="711" y="444"/>
                  </a:lnTo>
                  <a:lnTo>
                    <a:pt x="701" y="461"/>
                  </a:lnTo>
                  <a:lnTo>
                    <a:pt x="686" y="476"/>
                  </a:lnTo>
                  <a:lnTo>
                    <a:pt x="669" y="486"/>
                  </a:lnTo>
                  <a:lnTo>
                    <a:pt x="651" y="492"/>
                  </a:lnTo>
                  <a:lnTo>
                    <a:pt x="630" y="495"/>
                  </a:lnTo>
                  <a:lnTo>
                    <a:pt x="89" y="495"/>
                  </a:lnTo>
                  <a:lnTo>
                    <a:pt x="65" y="492"/>
                  </a:lnTo>
                  <a:lnTo>
                    <a:pt x="44" y="483"/>
                  </a:lnTo>
                  <a:lnTo>
                    <a:pt x="26" y="468"/>
                  </a:lnTo>
                  <a:lnTo>
                    <a:pt x="11" y="451"/>
                  </a:lnTo>
                  <a:lnTo>
                    <a:pt x="3" y="429"/>
                  </a:lnTo>
                  <a:lnTo>
                    <a:pt x="0" y="405"/>
                  </a:lnTo>
                  <a:lnTo>
                    <a:pt x="0" y="145"/>
                  </a:lnTo>
                  <a:lnTo>
                    <a:pt x="2" y="120"/>
                  </a:lnTo>
                  <a:lnTo>
                    <a:pt x="8" y="96"/>
                  </a:lnTo>
                  <a:lnTo>
                    <a:pt x="18" y="75"/>
                  </a:lnTo>
                  <a:lnTo>
                    <a:pt x="32" y="55"/>
                  </a:lnTo>
                  <a:lnTo>
                    <a:pt x="50" y="39"/>
                  </a:lnTo>
                  <a:lnTo>
                    <a:pt x="69" y="25"/>
                  </a:lnTo>
                  <a:lnTo>
                    <a:pt x="92" y="15"/>
                  </a:lnTo>
                  <a:lnTo>
                    <a:pt x="1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3" name="Freeform 143">
              <a:extLst>
                <a:ext uri="{FF2B5EF4-FFF2-40B4-BE49-F238E27FC236}">
                  <a16:creationId xmlns:a16="http://schemas.microsoft.com/office/drawing/2014/main" id="{19A67265-9595-43AA-B393-EFF0F0254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9538" y="2481263"/>
              <a:ext cx="150813" cy="106363"/>
            </a:xfrm>
            <a:custGeom>
              <a:avLst/>
              <a:gdLst>
                <a:gd name="T0" fmla="*/ 223 w 1041"/>
                <a:gd name="T1" fmla="*/ 0 h 736"/>
                <a:gd name="T2" fmla="*/ 488 w 1041"/>
                <a:gd name="T3" fmla="*/ 116 h 736"/>
                <a:gd name="T4" fmla="*/ 509 w 1041"/>
                <a:gd name="T5" fmla="*/ 121 h 736"/>
                <a:gd name="T6" fmla="*/ 531 w 1041"/>
                <a:gd name="T7" fmla="*/ 121 h 736"/>
                <a:gd name="T8" fmla="*/ 552 w 1041"/>
                <a:gd name="T9" fmla="*/ 116 h 736"/>
                <a:gd name="T10" fmla="*/ 817 w 1041"/>
                <a:gd name="T11" fmla="*/ 0 h 736"/>
                <a:gd name="T12" fmla="*/ 894 w 1041"/>
                <a:gd name="T13" fmla="*/ 24 h 736"/>
                <a:gd name="T14" fmla="*/ 925 w 1041"/>
                <a:gd name="T15" fmla="*/ 37 h 736"/>
                <a:gd name="T16" fmla="*/ 954 w 1041"/>
                <a:gd name="T17" fmla="*/ 55 h 736"/>
                <a:gd name="T18" fmla="*/ 979 w 1041"/>
                <a:gd name="T19" fmla="*/ 77 h 736"/>
                <a:gd name="T20" fmla="*/ 1000 w 1041"/>
                <a:gd name="T21" fmla="*/ 103 h 736"/>
                <a:gd name="T22" fmla="*/ 1017 w 1041"/>
                <a:gd name="T23" fmla="*/ 131 h 736"/>
                <a:gd name="T24" fmla="*/ 1031 w 1041"/>
                <a:gd name="T25" fmla="*/ 162 h 736"/>
                <a:gd name="T26" fmla="*/ 1038 w 1041"/>
                <a:gd name="T27" fmla="*/ 194 h 736"/>
                <a:gd name="T28" fmla="*/ 1041 w 1041"/>
                <a:gd name="T29" fmla="*/ 229 h 736"/>
                <a:gd name="T30" fmla="*/ 1041 w 1041"/>
                <a:gd name="T31" fmla="*/ 646 h 736"/>
                <a:gd name="T32" fmla="*/ 1039 w 1041"/>
                <a:gd name="T33" fmla="*/ 667 h 736"/>
                <a:gd name="T34" fmla="*/ 1032 w 1041"/>
                <a:gd name="T35" fmla="*/ 685 h 736"/>
                <a:gd name="T36" fmla="*/ 1021 w 1041"/>
                <a:gd name="T37" fmla="*/ 702 h 736"/>
                <a:gd name="T38" fmla="*/ 1007 w 1041"/>
                <a:gd name="T39" fmla="*/ 717 h 736"/>
                <a:gd name="T40" fmla="*/ 990 w 1041"/>
                <a:gd name="T41" fmla="*/ 727 h 736"/>
                <a:gd name="T42" fmla="*/ 971 w 1041"/>
                <a:gd name="T43" fmla="*/ 733 h 736"/>
                <a:gd name="T44" fmla="*/ 950 w 1041"/>
                <a:gd name="T45" fmla="*/ 736 h 736"/>
                <a:gd name="T46" fmla="*/ 89 w 1041"/>
                <a:gd name="T47" fmla="*/ 736 h 736"/>
                <a:gd name="T48" fmla="*/ 69 w 1041"/>
                <a:gd name="T49" fmla="*/ 733 h 736"/>
                <a:gd name="T50" fmla="*/ 50 w 1041"/>
                <a:gd name="T51" fmla="*/ 727 h 736"/>
                <a:gd name="T52" fmla="*/ 33 w 1041"/>
                <a:gd name="T53" fmla="*/ 717 h 736"/>
                <a:gd name="T54" fmla="*/ 20 w 1041"/>
                <a:gd name="T55" fmla="*/ 702 h 736"/>
                <a:gd name="T56" fmla="*/ 8 w 1041"/>
                <a:gd name="T57" fmla="*/ 685 h 736"/>
                <a:gd name="T58" fmla="*/ 2 w 1041"/>
                <a:gd name="T59" fmla="*/ 667 h 736"/>
                <a:gd name="T60" fmla="*/ 0 w 1041"/>
                <a:gd name="T61" fmla="*/ 646 h 736"/>
                <a:gd name="T62" fmla="*/ 0 w 1041"/>
                <a:gd name="T63" fmla="*/ 229 h 736"/>
                <a:gd name="T64" fmla="*/ 2 w 1041"/>
                <a:gd name="T65" fmla="*/ 194 h 736"/>
                <a:gd name="T66" fmla="*/ 10 w 1041"/>
                <a:gd name="T67" fmla="*/ 162 h 736"/>
                <a:gd name="T68" fmla="*/ 23 w 1041"/>
                <a:gd name="T69" fmla="*/ 131 h 736"/>
                <a:gd name="T70" fmla="*/ 40 w 1041"/>
                <a:gd name="T71" fmla="*/ 103 h 736"/>
                <a:gd name="T72" fmla="*/ 61 w 1041"/>
                <a:gd name="T73" fmla="*/ 77 h 736"/>
                <a:gd name="T74" fmla="*/ 86 w 1041"/>
                <a:gd name="T75" fmla="*/ 55 h 736"/>
                <a:gd name="T76" fmla="*/ 115 w 1041"/>
                <a:gd name="T77" fmla="*/ 37 h 736"/>
                <a:gd name="T78" fmla="*/ 147 w 1041"/>
                <a:gd name="T79" fmla="*/ 24 h 736"/>
                <a:gd name="T80" fmla="*/ 223 w 1041"/>
                <a:gd name="T81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41" h="736">
                  <a:moveTo>
                    <a:pt x="223" y="0"/>
                  </a:moveTo>
                  <a:lnTo>
                    <a:pt x="488" y="116"/>
                  </a:lnTo>
                  <a:lnTo>
                    <a:pt x="509" y="121"/>
                  </a:lnTo>
                  <a:lnTo>
                    <a:pt x="531" y="121"/>
                  </a:lnTo>
                  <a:lnTo>
                    <a:pt x="552" y="116"/>
                  </a:lnTo>
                  <a:lnTo>
                    <a:pt x="817" y="0"/>
                  </a:lnTo>
                  <a:lnTo>
                    <a:pt x="894" y="24"/>
                  </a:lnTo>
                  <a:lnTo>
                    <a:pt x="925" y="37"/>
                  </a:lnTo>
                  <a:lnTo>
                    <a:pt x="954" y="55"/>
                  </a:lnTo>
                  <a:lnTo>
                    <a:pt x="979" y="77"/>
                  </a:lnTo>
                  <a:lnTo>
                    <a:pt x="1000" y="103"/>
                  </a:lnTo>
                  <a:lnTo>
                    <a:pt x="1017" y="131"/>
                  </a:lnTo>
                  <a:lnTo>
                    <a:pt x="1031" y="162"/>
                  </a:lnTo>
                  <a:lnTo>
                    <a:pt x="1038" y="194"/>
                  </a:lnTo>
                  <a:lnTo>
                    <a:pt x="1041" y="229"/>
                  </a:lnTo>
                  <a:lnTo>
                    <a:pt x="1041" y="646"/>
                  </a:lnTo>
                  <a:lnTo>
                    <a:pt x="1039" y="667"/>
                  </a:lnTo>
                  <a:lnTo>
                    <a:pt x="1032" y="685"/>
                  </a:lnTo>
                  <a:lnTo>
                    <a:pt x="1021" y="702"/>
                  </a:lnTo>
                  <a:lnTo>
                    <a:pt x="1007" y="717"/>
                  </a:lnTo>
                  <a:lnTo>
                    <a:pt x="990" y="727"/>
                  </a:lnTo>
                  <a:lnTo>
                    <a:pt x="971" y="733"/>
                  </a:lnTo>
                  <a:lnTo>
                    <a:pt x="950" y="736"/>
                  </a:lnTo>
                  <a:lnTo>
                    <a:pt x="89" y="736"/>
                  </a:lnTo>
                  <a:lnTo>
                    <a:pt x="69" y="733"/>
                  </a:lnTo>
                  <a:lnTo>
                    <a:pt x="50" y="727"/>
                  </a:lnTo>
                  <a:lnTo>
                    <a:pt x="33" y="717"/>
                  </a:lnTo>
                  <a:lnTo>
                    <a:pt x="20" y="702"/>
                  </a:lnTo>
                  <a:lnTo>
                    <a:pt x="8" y="685"/>
                  </a:lnTo>
                  <a:lnTo>
                    <a:pt x="2" y="667"/>
                  </a:lnTo>
                  <a:lnTo>
                    <a:pt x="0" y="646"/>
                  </a:lnTo>
                  <a:lnTo>
                    <a:pt x="0" y="229"/>
                  </a:lnTo>
                  <a:lnTo>
                    <a:pt x="2" y="194"/>
                  </a:lnTo>
                  <a:lnTo>
                    <a:pt x="10" y="162"/>
                  </a:lnTo>
                  <a:lnTo>
                    <a:pt x="23" y="131"/>
                  </a:lnTo>
                  <a:lnTo>
                    <a:pt x="40" y="103"/>
                  </a:lnTo>
                  <a:lnTo>
                    <a:pt x="61" y="77"/>
                  </a:lnTo>
                  <a:lnTo>
                    <a:pt x="86" y="55"/>
                  </a:lnTo>
                  <a:lnTo>
                    <a:pt x="115" y="37"/>
                  </a:lnTo>
                  <a:lnTo>
                    <a:pt x="147" y="24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4" name="Freeform 144">
              <a:extLst>
                <a:ext uri="{FF2B5EF4-FFF2-40B4-BE49-F238E27FC236}">
                  <a16:creationId xmlns:a16="http://schemas.microsoft.com/office/drawing/2014/main" id="{6B44E737-111B-4164-9462-30BAF152D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988" y="2357438"/>
              <a:ext cx="63500" cy="63500"/>
            </a:xfrm>
            <a:custGeom>
              <a:avLst/>
              <a:gdLst>
                <a:gd name="T0" fmla="*/ 220 w 440"/>
                <a:gd name="T1" fmla="*/ 0 h 440"/>
                <a:gd name="T2" fmla="*/ 256 w 440"/>
                <a:gd name="T3" fmla="*/ 3 h 440"/>
                <a:gd name="T4" fmla="*/ 290 w 440"/>
                <a:gd name="T5" fmla="*/ 12 h 440"/>
                <a:gd name="T6" fmla="*/ 321 w 440"/>
                <a:gd name="T7" fmla="*/ 25 h 440"/>
                <a:gd name="T8" fmla="*/ 350 w 440"/>
                <a:gd name="T9" fmla="*/ 43 h 440"/>
                <a:gd name="T10" fmla="*/ 376 w 440"/>
                <a:gd name="T11" fmla="*/ 65 h 440"/>
                <a:gd name="T12" fmla="*/ 398 w 440"/>
                <a:gd name="T13" fmla="*/ 91 h 440"/>
                <a:gd name="T14" fmla="*/ 415 w 440"/>
                <a:gd name="T15" fmla="*/ 120 h 440"/>
                <a:gd name="T16" fmla="*/ 429 w 440"/>
                <a:gd name="T17" fmla="*/ 151 h 440"/>
                <a:gd name="T18" fmla="*/ 437 w 440"/>
                <a:gd name="T19" fmla="*/ 185 h 440"/>
                <a:gd name="T20" fmla="*/ 440 w 440"/>
                <a:gd name="T21" fmla="*/ 221 h 440"/>
                <a:gd name="T22" fmla="*/ 437 w 440"/>
                <a:gd name="T23" fmla="*/ 256 h 440"/>
                <a:gd name="T24" fmla="*/ 429 w 440"/>
                <a:gd name="T25" fmla="*/ 291 h 440"/>
                <a:gd name="T26" fmla="*/ 415 w 440"/>
                <a:gd name="T27" fmla="*/ 322 h 440"/>
                <a:gd name="T28" fmla="*/ 398 w 440"/>
                <a:gd name="T29" fmla="*/ 351 h 440"/>
                <a:gd name="T30" fmla="*/ 376 w 440"/>
                <a:gd name="T31" fmla="*/ 376 h 440"/>
                <a:gd name="T32" fmla="*/ 350 w 440"/>
                <a:gd name="T33" fmla="*/ 398 h 440"/>
                <a:gd name="T34" fmla="*/ 321 w 440"/>
                <a:gd name="T35" fmla="*/ 416 h 440"/>
                <a:gd name="T36" fmla="*/ 290 w 440"/>
                <a:gd name="T37" fmla="*/ 430 h 440"/>
                <a:gd name="T38" fmla="*/ 256 w 440"/>
                <a:gd name="T39" fmla="*/ 438 h 440"/>
                <a:gd name="T40" fmla="*/ 220 w 440"/>
                <a:gd name="T41" fmla="*/ 440 h 440"/>
                <a:gd name="T42" fmla="*/ 185 w 440"/>
                <a:gd name="T43" fmla="*/ 438 h 440"/>
                <a:gd name="T44" fmla="*/ 150 w 440"/>
                <a:gd name="T45" fmla="*/ 430 h 440"/>
                <a:gd name="T46" fmla="*/ 119 w 440"/>
                <a:gd name="T47" fmla="*/ 416 h 440"/>
                <a:gd name="T48" fmla="*/ 90 w 440"/>
                <a:gd name="T49" fmla="*/ 398 h 440"/>
                <a:gd name="T50" fmla="*/ 65 w 440"/>
                <a:gd name="T51" fmla="*/ 376 h 440"/>
                <a:gd name="T52" fmla="*/ 43 w 440"/>
                <a:gd name="T53" fmla="*/ 351 h 440"/>
                <a:gd name="T54" fmla="*/ 24 w 440"/>
                <a:gd name="T55" fmla="*/ 322 h 440"/>
                <a:gd name="T56" fmla="*/ 11 w 440"/>
                <a:gd name="T57" fmla="*/ 291 h 440"/>
                <a:gd name="T58" fmla="*/ 3 w 440"/>
                <a:gd name="T59" fmla="*/ 256 h 440"/>
                <a:gd name="T60" fmla="*/ 0 w 440"/>
                <a:gd name="T61" fmla="*/ 221 h 440"/>
                <a:gd name="T62" fmla="*/ 3 w 440"/>
                <a:gd name="T63" fmla="*/ 185 h 440"/>
                <a:gd name="T64" fmla="*/ 11 w 440"/>
                <a:gd name="T65" fmla="*/ 151 h 440"/>
                <a:gd name="T66" fmla="*/ 24 w 440"/>
                <a:gd name="T67" fmla="*/ 120 h 440"/>
                <a:gd name="T68" fmla="*/ 43 w 440"/>
                <a:gd name="T69" fmla="*/ 91 h 440"/>
                <a:gd name="T70" fmla="*/ 65 w 440"/>
                <a:gd name="T71" fmla="*/ 65 h 440"/>
                <a:gd name="T72" fmla="*/ 90 w 440"/>
                <a:gd name="T73" fmla="*/ 43 h 440"/>
                <a:gd name="T74" fmla="*/ 119 w 440"/>
                <a:gd name="T75" fmla="*/ 25 h 440"/>
                <a:gd name="T76" fmla="*/ 150 w 440"/>
                <a:gd name="T77" fmla="*/ 12 h 440"/>
                <a:gd name="T78" fmla="*/ 185 w 440"/>
                <a:gd name="T79" fmla="*/ 3 h 440"/>
                <a:gd name="T80" fmla="*/ 220 w 440"/>
                <a:gd name="T81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40" h="440">
                  <a:moveTo>
                    <a:pt x="220" y="0"/>
                  </a:moveTo>
                  <a:lnTo>
                    <a:pt x="256" y="3"/>
                  </a:lnTo>
                  <a:lnTo>
                    <a:pt x="290" y="12"/>
                  </a:lnTo>
                  <a:lnTo>
                    <a:pt x="321" y="25"/>
                  </a:lnTo>
                  <a:lnTo>
                    <a:pt x="350" y="43"/>
                  </a:lnTo>
                  <a:lnTo>
                    <a:pt x="376" y="65"/>
                  </a:lnTo>
                  <a:lnTo>
                    <a:pt x="398" y="91"/>
                  </a:lnTo>
                  <a:lnTo>
                    <a:pt x="415" y="120"/>
                  </a:lnTo>
                  <a:lnTo>
                    <a:pt x="429" y="151"/>
                  </a:lnTo>
                  <a:lnTo>
                    <a:pt x="437" y="185"/>
                  </a:lnTo>
                  <a:lnTo>
                    <a:pt x="440" y="221"/>
                  </a:lnTo>
                  <a:lnTo>
                    <a:pt x="437" y="256"/>
                  </a:lnTo>
                  <a:lnTo>
                    <a:pt x="429" y="291"/>
                  </a:lnTo>
                  <a:lnTo>
                    <a:pt x="415" y="322"/>
                  </a:lnTo>
                  <a:lnTo>
                    <a:pt x="398" y="351"/>
                  </a:lnTo>
                  <a:lnTo>
                    <a:pt x="376" y="376"/>
                  </a:lnTo>
                  <a:lnTo>
                    <a:pt x="350" y="398"/>
                  </a:lnTo>
                  <a:lnTo>
                    <a:pt x="321" y="416"/>
                  </a:lnTo>
                  <a:lnTo>
                    <a:pt x="290" y="430"/>
                  </a:lnTo>
                  <a:lnTo>
                    <a:pt x="256" y="438"/>
                  </a:lnTo>
                  <a:lnTo>
                    <a:pt x="220" y="440"/>
                  </a:lnTo>
                  <a:lnTo>
                    <a:pt x="185" y="438"/>
                  </a:lnTo>
                  <a:lnTo>
                    <a:pt x="150" y="430"/>
                  </a:lnTo>
                  <a:lnTo>
                    <a:pt x="119" y="416"/>
                  </a:lnTo>
                  <a:lnTo>
                    <a:pt x="90" y="398"/>
                  </a:lnTo>
                  <a:lnTo>
                    <a:pt x="65" y="376"/>
                  </a:lnTo>
                  <a:lnTo>
                    <a:pt x="43" y="351"/>
                  </a:lnTo>
                  <a:lnTo>
                    <a:pt x="24" y="322"/>
                  </a:lnTo>
                  <a:lnTo>
                    <a:pt x="11" y="291"/>
                  </a:lnTo>
                  <a:lnTo>
                    <a:pt x="3" y="256"/>
                  </a:lnTo>
                  <a:lnTo>
                    <a:pt x="0" y="221"/>
                  </a:lnTo>
                  <a:lnTo>
                    <a:pt x="3" y="185"/>
                  </a:lnTo>
                  <a:lnTo>
                    <a:pt x="11" y="151"/>
                  </a:lnTo>
                  <a:lnTo>
                    <a:pt x="24" y="120"/>
                  </a:lnTo>
                  <a:lnTo>
                    <a:pt x="43" y="91"/>
                  </a:lnTo>
                  <a:lnTo>
                    <a:pt x="65" y="65"/>
                  </a:lnTo>
                  <a:lnTo>
                    <a:pt x="90" y="43"/>
                  </a:lnTo>
                  <a:lnTo>
                    <a:pt x="119" y="25"/>
                  </a:lnTo>
                  <a:lnTo>
                    <a:pt x="150" y="12"/>
                  </a:lnTo>
                  <a:lnTo>
                    <a:pt x="185" y="3"/>
                  </a:lnTo>
                  <a:lnTo>
                    <a:pt x="2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5" name="Freeform 145">
              <a:extLst>
                <a:ext uri="{FF2B5EF4-FFF2-40B4-BE49-F238E27FC236}">
                  <a16:creationId xmlns:a16="http://schemas.microsoft.com/office/drawing/2014/main" id="{5CB8D9B2-8E68-4A66-8F17-A4C568585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776" y="2516188"/>
              <a:ext cx="103188" cy="71438"/>
            </a:xfrm>
            <a:custGeom>
              <a:avLst/>
              <a:gdLst>
                <a:gd name="T0" fmla="*/ 141 w 721"/>
                <a:gd name="T1" fmla="*/ 0 h 495"/>
                <a:gd name="T2" fmla="*/ 328 w 721"/>
                <a:gd name="T3" fmla="*/ 81 h 495"/>
                <a:gd name="T4" fmla="*/ 350 w 721"/>
                <a:gd name="T5" fmla="*/ 88 h 495"/>
                <a:gd name="T6" fmla="*/ 372 w 721"/>
                <a:gd name="T7" fmla="*/ 88 h 495"/>
                <a:gd name="T8" fmla="*/ 393 w 721"/>
                <a:gd name="T9" fmla="*/ 81 h 495"/>
                <a:gd name="T10" fmla="*/ 580 w 721"/>
                <a:gd name="T11" fmla="*/ 0 h 495"/>
                <a:gd name="T12" fmla="*/ 628 w 721"/>
                <a:gd name="T13" fmla="*/ 15 h 495"/>
                <a:gd name="T14" fmla="*/ 650 w 721"/>
                <a:gd name="T15" fmla="*/ 25 h 495"/>
                <a:gd name="T16" fmla="*/ 671 w 721"/>
                <a:gd name="T17" fmla="*/ 39 h 495"/>
                <a:gd name="T18" fmla="*/ 688 w 721"/>
                <a:gd name="T19" fmla="*/ 55 h 495"/>
                <a:gd name="T20" fmla="*/ 701 w 721"/>
                <a:gd name="T21" fmla="*/ 75 h 495"/>
                <a:gd name="T22" fmla="*/ 712 w 721"/>
                <a:gd name="T23" fmla="*/ 96 h 495"/>
                <a:gd name="T24" fmla="*/ 719 w 721"/>
                <a:gd name="T25" fmla="*/ 120 h 495"/>
                <a:gd name="T26" fmla="*/ 721 w 721"/>
                <a:gd name="T27" fmla="*/ 145 h 495"/>
                <a:gd name="T28" fmla="*/ 721 w 721"/>
                <a:gd name="T29" fmla="*/ 405 h 495"/>
                <a:gd name="T30" fmla="*/ 718 w 721"/>
                <a:gd name="T31" fmla="*/ 429 h 495"/>
                <a:gd name="T32" fmla="*/ 709 w 721"/>
                <a:gd name="T33" fmla="*/ 451 h 495"/>
                <a:gd name="T34" fmla="*/ 694 w 721"/>
                <a:gd name="T35" fmla="*/ 468 h 495"/>
                <a:gd name="T36" fmla="*/ 676 w 721"/>
                <a:gd name="T37" fmla="*/ 483 h 495"/>
                <a:gd name="T38" fmla="*/ 655 w 721"/>
                <a:gd name="T39" fmla="*/ 492 h 495"/>
                <a:gd name="T40" fmla="*/ 631 w 721"/>
                <a:gd name="T41" fmla="*/ 495 h 495"/>
                <a:gd name="T42" fmla="*/ 91 w 721"/>
                <a:gd name="T43" fmla="*/ 495 h 495"/>
                <a:gd name="T44" fmla="*/ 70 w 721"/>
                <a:gd name="T45" fmla="*/ 492 h 495"/>
                <a:gd name="T46" fmla="*/ 50 w 721"/>
                <a:gd name="T47" fmla="*/ 486 h 495"/>
                <a:gd name="T48" fmla="*/ 34 w 721"/>
                <a:gd name="T49" fmla="*/ 476 h 495"/>
                <a:gd name="T50" fmla="*/ 20 w 721"/>
                <a:gd name="T51" fmla="*/ 461 h 495"/>
                <a:gd name="T52" fmla="*/ 10 w 721"/>
                <a:gd name="T53" fmla="*/ 444 h 495"/>
                <a:gd name="T54" fmla="*/ 3 w 721"/>
                <a:gd name="T55" fmla="*/ 426 h 495"/>
                <a:gd name="T56" fmla="*/ 0 w 721"/>
                <a:gd name="T57" fmla="*/ 405 h 495"/>
                <a:gd name="T58" fmla="*/ 0 w 721"/>
                <a:gd name="T59" fmla="*/ 145 h 495"/>
                <a:gd name="T60" fmla="*/ 3 w 721"/>
                <a:gd name="T61" fmla="*/ 120 h 495"/>
                <a:gd name="T62" fmla="*/ 9 w 721"/>
                <a:gd name="T63" fmla="*/ 96 h 495"/>
                <a:gd name="T64" fmla="*/ 19 w 721"/>
                <a:gd name="T65" fmla="*/ 75 h 495"/>
                <a:gd name="T66" fmla="*/ 34 w 721"/>
                <a:gd name="T67" fmla="*/ 55 h 495"/>
                <a:gd name="T68" fmla="*/ 50 w 721"/>
                <a:gd name="T69" fmla="*/ 39 h 495"/>
                <a:gd name="T70" fmla="*/ 70 w 721"/>
                <a:gd name="T71" fmla="*/ 25 h 495"/>
                <a:gd name="T72" fmla="*/ 93 w 721"/>
                <a:gd name="T73" fmla="*/ 15 h 495"/>
                <a:gd name="T74" fmla="*/ 141 w 721"/>
                <a:gd name="T75" fmla="*/ 0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1" h="495">
                  <a:moveTo>
                    <a:pt x="141" y="0"/>
                  </a:moveTo>
                  <a:lnTo>
                    <a:pt x="328" y="81"/>
                  </a:lnTo>
                  <a:lnTo>
                    <a:pt x="350" y="88"/>
                  </a:lnTo>
                  <a:lnTo>
                    <a:pt x="372" y="88"/>
                  </a:lnTo>
                  <a:lnTo>
                    <a:pt x="393" y="81"/>
                  </a:lnTo>
                  <a:lnTo>
                    <a:pt x="580" y="0"/>
                  </a:lnTo>
                  <a:lnTo>
                    <a:pt x="628" y="15"/>
                  </a:lnTo>
                  <a:lnTo>
                    <a:pt x="650" y="25"/>
                  </a:lnTo>
                  <a:lnTo>
                    <a:pt x="671" y="39"/>
                  </a:lnTo>
                  <a:lnTo>
                    <a:pt x="688" y="55"/>
                  </a:lnTo>
                  <a:lnTo>
                    <a:pt x="701" y="75"/>
                  </a:lnTo>
                  <a:lnTo>
                    <a:pt x="712" y="96"/>
                  </a:lnTo>
                  <a:lnTo>
                    <a:pt x="719" y="120"/>
                  </a:lnTo>
                  <a:lnTo>
                    <a:pt x="721" y="145"/>
                  </a:lnTo>
                  <a:lnTo>
                    <a:pt x="721" y="405"/>
                  </a:lnTo>
                  <a:lnTo>
                    <a:pt x="718" y="429"/>
                  </a:lnTo>
                  <a:lnTo>
                    <a:pt x="709" y="451"/>
                  </a:lnTo>
                  <a:lnTo>
                    <a:pt x="694" y="468"/>
                  </a:lnTo>
                  <a:lnTo>
                    <a:pt x="676" y="483"/>
                  </a:lnTo>
                  <a:lnTo>
                    <a:pt x="655" y="492"/>
                  </a:lnTo>
                  <a:lnTo>
                    <a:pt x="631" y="495"/>
                  </a:lnTo>
                  <a:lnTo>
                    <a:pt x="91" y="495"/>
                  </a:lnTo>
                  <a:lnTo>
                    <a:pt x="70" y="492"/>
                  </a:lnTo>
                  <a:lnTo>
                    <a:pt x="50" y="486"/>
                  </a:lnTo>
                  <a:lnTo>
                    <a:pt x="34" y="476"/>
                  </a:lnTo>
                  <a:lnTo>
                    <a:pt x="20" y="461"/>
                  </a:lnTo>
                  <a:lnTo>
                    <a:pt x="10" y="444"/>
                  </a:lnTo>
                  <a:lnTo>
                    <a:pt x="3" y="426"/>
                  </a:lnTo>
                  <a:lnTo>
                    <a:pt x="0" y="405"/>
                  </a:lnTo>
                  <a:lnTo>
                    <a:pt x="0" y="145"/>
                  </a:lnTo>
                  <a:lnTo>
                    <a:pt x="3" y="120"/>
                  </a:lnTo>
                  <a:lnTo>
                    <a:pt x="9" y="96"/>
                  </a:lnTo>
                  <a:lnTo>
                    <a:pt x="19" y="75"/>
                  </a:lnTo>
                  <a:lnTo>
                    <a:pt x="34" y="55"/>
                  </a:lnTo>
                  <a:lnTo>
                    <a:pt x="50" y="39"/>
                  </a:lnTo>
                  <a:lnTo>
                    <a:pt x="70" y="25"/>
                  </a:lnTo>
                  <a:lnTo>
                    <a:pt x="93" y="15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6" name="Freeform 146">
              <a:extLst>
                <a:ext uri="{FF2B5EF4-FFF2-40B4-BE49-F238E27FC236}">
                  <a16:creationId xmlns:a16="http://schemas.microsoft.com/office/drawing/2014/main" id="{306D4B24-81A6-48E8-AB0D-7C6AE150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676" y="2424113"/>
              <a:ext cx="41275" cy="41275"/>
            </a:xfrm>
            <a:custGeom>
              <a:avLst/>
              <a:gdLst>
                <a:gd name="T0" fmla="*/ 139 w 280"/>
                <a:gd name="T1" fmla="*/ 0 h 279"/>
                <a:gd name="T2" fmla="*/ 168 w 280"/>
                <a:gd name="T3" fmla="*/ 3 h 279"/>
                <a:gd name="T4" fmla="*/ 194 w 280"/>
                <a:gd name="T5" fmla="*/ 10 h 279"/>
                <a:gd name="T6" fmla="*/ 217 w 280"/>
                <a:gd name="T7" fmla="*/ 23 h 279"/>
                <a:gd name="T8" fmla="*/ 238 w 280"/>
                <a:gd name="T9" fmla="*/ 40 h 279"/>
                <a:gd name="T10" fmla="*/ 256 w 280"/>
                <a:gd name="T11" fmla="*/ 61 h 279"/>
                <a:gd name="T12" fmla="*/ 268 w 280"/>
                <a:gd name="T13" fmla="*/ 85 h 279"/>
                <a:gd name="T14" fmla="*/ 277 w 280"/>
                <a:gd name="T15" fmla="*/ 111 h 279"/>
                <a:gd name="T16" fmla="*/ 280 w 280"/>
                <a:gd name="T17" fmla="*/ 139 h 279"/>
                <a:gd name="T18" fmla="*/ 277 w 280"/>
                <a:gd name="T19" fmla="*/ 167 h 279"/>
                <a:gd name="T20" fmla="*/ 268 w 280"/>
                <a:gd name="T21" fmla="*/ 194 h 279"/>
                <a:gd name="T22" fmla="*/ 256 w 280"/>
                <a:gd name="T23" fmla="*/ 217 h 279"/>
                <a:gd name="T24" fmla="*/ 238 w 280"/>
                <a:gd name="T25" fmla="*/ 238 h 279"/>
                <a:gd name="T26" fmla="*/ 217 w 280"/>
                <a:gd name="T27" fmla="*/ 255 h 279"/>
                <a:gd name="T28" fmla="*/ 194 w 280"/>
                <a:gd name="T29" fmla="*/ 268 h 279"/>
                <a:gd name="T30" fmla="*/ 168 w 280"/>
                <a:gd name="T31" fmla="*/ 276 h 279"/>
                <a:gd name="T32" fmla="*/ 139 w 280"/>
                <a:gd name="T33" fmla="*/ 279 h 279"/>
                <a:gd name="T34" fmla="*/ 111 w 280"/>
                <a:gd name="T35" fmla="*/ 276 h 279"/>
                <a:gd name="T36" fmla="*/ 85 w 280"/>
                <a:gd name="T37" fmla="*/ 268 h 279"/>
                <a:gd name="T38" fmla="*/ 61 w 280"/>
                <a:gd name="T39" fmla="*/ 255 h 279"/>
                <a:gd name="T40" fmla="*/ 41 w 280"/>
                <a:gd name="T41" fmla="*/ 238 h 279"/>
                <a:gd name="T42" fmla="*/ 24 w 280"/>
                <a:gd name="T43" fmla="*/ 217 h 279"/>
                <a:gd name="T44" fmla="*/ 10 w 280"/>
                <a:gd name="T45" fmla="*/ 194 h 279"/>
                <a:gd name="T46" fmla="*/ 2 w 280"/>
                <a:gd name="T47" fmla="*/ 167 h 279"/>
                <a:gd name="T48" fmla="*/ 0 w 280"/>
                <a:gd name="T49" fmla="*/ 139 h 279"/>
                <a:gd name="T50" fmla="*/ 2 w 280"/>
                <a:gd name="T51" fmla="*/ 111 h 279"/>
                <a:gd name="T52" fmla="*/ 10 w 280"/>
                <a:gd name="T53" fmla="*/ 85 h 279"/>
                <a:gd name="T54" fmla="*/ 24 w 280"/>
                <a:gd name="T55" fmla="*/ 61 h 279"/>
                <a:gd name="T56" fmla="*/ 41 w 280"/>
                <a:gd name="T57" fmla="*/ 40 h 279"/>
                <a:gd name="T58" fmla="*/ 61 w 280"/>
                <a:gd name="T59" fmla="*/ 23 h 279"/>
                <a:gd name="T60" fmla="*/ 85 w 280"/>
                <a:gd name="T61" fmla="*/ 10 h 279"/>
                <a:gd name="T62" fmla="*/ 111 w 280"/>
                <a:gd name="T63" fmla="*/ 3 h 279"/>
                <a:gd name="T64" fmla="*/ 139 w 280"/>
                <a:gd name="T65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0" h="279">
                  <a:moveTo>
                    <a:pt x="139" y="0"/>
                  </a:moveTo>
                  <a:lnTo>
                    <a:pt x="168" y="3"/>
                  </a:lnTo>
                  <a:lnTo>
                    <a:pt x="194" y="10"/>
                  </a:lnTo>
                  <a:lnTo>
                    <a:pt x="217" y="23"/>
                  </a:lnTo>
                  <a:lnTo>
                    <a:pt x="238" y="40"/>
                  </a:lnTo>
                  <a:lnTo>
                    <a:pt x="256" y="61"/>
                  </a:lnTo>
                  <a:lnTo>
                    <a:pt x="268" y="85"/>
                  </a:lnTo>
                  <a:lnTo>
                    <a:pt x="277" y="111"/>
                  </a:lnTo>
                  <a:lnTo>
                    <a:pt x="280" y="139"/>
                  </a:lnTo>
                  <a:lnTo>
                    <a:pt x="277" y="167"/>
                  </a:lnTo>
                  <a:lnTo>
                    <a:pt x="268" y="194"/>
                  </a:lnTo>
                  <a:lnTo>
                    <a:pt x="256" y="217"/>
                  </a:lnTo>
                  <a:lnTo>
                    <a:pt x="238" y="238"/>
                  </a:lnTo>
                  <a:lnTo>
                    <a:pt x="217" y="255"/>
                  </a:lnTo>
                  <a:lnTo>
                    <a:pt x="194" y="268"/>
                  </a:lnTo>
                  <a:lnTo>
                    <a:pt x="168" y="276"/>
                  </a:lnTo>
                  <a:lnTo>
                    <a:pt x="139" y="279"/>
                  </a:lnTo>
                  <a:lnTo>
                    <a:pt x="111" y="276"/>
                  </a:lnTo>
                  <a:lnTo>
                    <a:pt x="85" y="268"/>
                  </a:lnTo>
                  <a:lnTo>
                    <a:pt x="61" y="255"/>
                  </a:lnTo>
                  <a:lnTo>
                    <a:pt x="41" y="238"/>
                  </a:lnTo>
                  <a:lnTo>
                    <a:pt x="24" y="217"/>
                  </a:lnTo>
                  <a:lnTo>
                    <a:pt x="10" y="194"/>
                  </a:lnTo>
                  <a:lnTo>
                    <a:pt x="2" y="167"/>
                  </a:lnTo>
                  <a:lnTo>
                    <a:pt x="0" y="139"/>
                  </a:lnTo>
                  <a:lnTo>
                    <a:pt x="2" y="111"/>
                  </a:lnTo>
                  <a:lnTo>
                    <a:pt x="10" y="85"/>
                  </a:lnTo>
                  <a:lnTo>
                    <a:pt x="24" y="61"/>
                  </a:lnTo>
                  <a:lnTo>
                    <a:pt x="41" y="40"/>
                  </a:lnTo>
                  <a:lnTo>
                    <a:pt x="61" y="23"/>
                  </a:lnTo>
                  <a:lnTo>
                    <a:pt x="85" y="10"/>
                  </a:lnTo>
                  <a:lnTo>
                    <a:pt x="111" y="3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7" name="Freeform 147">
              <a:extLst>
                <a:ext uri="{FF2B5EF4-FFF2-40B4-BE49-F238E27FC236}">
                  <a16:creationId xmlns:a16="http://schemas.microsoft.com/office/drawing/2014/main" id="{63D4A30E-1BDD-4C25-9F2C-6E378C0D9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78088" y="2143126"/>
              <a:ext cx="493713" cy="414338"/>
            </a:xfrm>
            <a:custGeom>
              <a:avLst/>
              <a:gdLst>
                <a:gd name="T0" fmla="*/ 2596 w 3426"/>
                <a:gd name="T1" fmla="*/ 1867 h 2879"/>
                <a:gd name="T2" fmla="*/ 2493 w 3426"/>
                <a:gd name="T3" fmla="*/ 2094 h 2879"/>
                <a:gd name="T4" fmla="*/ 2596 w 3426"/>
                <a:gd name="T5" fmla="*/ 2322 h 2879"/>
                <a:gd name="T6" fmla="*/ 2838 w 3426"/>
                <a:gd name="T7" fmla="*/ 2393 h 2879"/>
                <a:gd name="T8" fmla="*/ 3046 w 3426"/>
                <a:gd name="T9" fmla="*/ 2258 h 2879"/>
                <a:gd name="T10" fmla="*/ 3082 w 3426"/>
                <a:gd name="T11" fmla="*/ 2008 h 2879"/>
                <a:gd name="T12" fmla="*/ 2920 w 3426"/>
                <a:gd name="T13" fmla="*/ 1821 h 2879"/>
                <a:gd name="T14" fmla="*/ 546 w 3426"/>
                <a:gd name="T15" fmla="*/ 1806 h 2879"/>
                <a:gd name="T16" fmla="*/ 360 w 3426"/>
                <a:gd name="T17" fmla="*/ 1967 h 2879"/>
                <a:gd name="T18" fmla="*/ 360 w 3426"/>
                <a:gd name="T19" fmla="*/ 2221 h 2879"/>
                <a:gd name="T20" fmla="*/ 546 w 3426"/>
                <a:gd name="T21" fmla="*/ 2383 h 2879"/>
                <a:gd name="T22" fmla="*/ 797 w 3426"/>
                <a:gd name="T23" fmla="*/ 2347 h 2879"/>
                <a:gd name="T24" fmla="*/ 931 w 3426"/>
                <a:gd name="T25" fmla="*/ 2139 h 2879"/>
                <a:gd name="T26" fmla="*/ 860 w 3426"/>
                <a:gd name="T27" fmla="*/ 1896 h 2879"/>
                <a:gd name="T28" fmla="*/ 632 w 3426"/>
                <a:gd name="T29" fmla="*/ 1793 h 2879"/>
                <a:gd name="T30" fmla="*/ 1496 w 3426"/>
                <a:gd name="T31" fmla="*/ 1394 h 2879"/>
                <a:gd name="T32" fmla="*/ 1344 w 3426"/>
                <a:gd name="T33" fmla="*/ 1613 h 2879"/>
                <a:gd name="T34" fmla="*/ 1377 w 3426"/>
                <a:gd name="T35" fmla="*/ 1886 h 2879"/>
                <a:gd name="T36" fmla="*/ 1576 w 3426"/>
                <a:gd name="T37" fmla="*/ 2063 h 2879"/>
                <a:gd name="T38" fmla="*/ 1851 w 3426"/>
                <a:gd name="T39" fmla="*/ 2063 h 2879"/>
                <a:gd name="T40" fmla="*/ 2050 w 3426"/>
                <a:gd name="T41" fmla="*/ 1886 h 2879"/>
                <a:gd name="T42" fmla="*/ 2083 w 3426"/>
                <a:gd name="T43" fmla="*/ 1613 h 2879"/>
                <a:gd name="T44" fmla="*/ 1931 w 3426"/>
                <a:gd name="T45" fmla="*/ 1394 h 2879"/>
                <a:gd name="T46" fmla="*/ 2085 w 3426"/>
                <a:gd name="T47" fmla="*/ 406 h 2879"/>
                <a:gd name="T48" fmla="*/ 1996 w 3426"/>
                <a:gd name="T49" fmla="*/ 490 h 2879"/>
                <a:gd name="T50" fmla="*/ 2057 w 3426"/>
                <a:gd name="T51" fmla="*/ 596 h 2879"/>
                <a:gd name="T52" fmla="*/ 1635 w 3426"/>
                <a:gd name="T53" fmla="*/ 658 h 2879"/>
                <a:gd name="T54" fmla="*/ 1050 w 3426"/>
                <a:gd name="T55" fmla="*/ 865 h 2879"/>
                <a:gd name="T56" fmla="*/ 992 w 3426"/>
                <a:gd name="T57" fmla="*/ 972 h 2879"/>
                <a:gd name="T58" fmla="*/ 1085 w 3426"/>
                <a:gd name="T59" fmla="*/ 1053 h 2879"/>
                <a:gd name="T60" fmla="*/ 1621 w 3426"/>
                <a:gd name="T61" fmla="*/ 1058 h 2879"/>
                <a:gd name="T62" fmla="*/ 1728 w 3426"/>
                <a:gd name="T63" fmla="*/ 1076 h 2879"/>
                <a:gd name="T64" fmla="*/ 2222 w 3426"/>
                <a:gd name="T65" fmla="*/ 1046 h 2879"/>
                <a:gd name="T66" fmla="*/ 2326 w 3426"/>
                <a:gd name="T67" fmla="*/ 1094 h 2879"/>
                <a:gd name="T68" fmla="*/ 2538 w 3426"/>
                <a:gd name="T69" fmla="*/ 680 h 2879"/>
                <a:gd name="T70" fmla="*/ 2502 w 3426"/>
                <a:gd name="T71" fmla="*/ 563 h 2879"/>
                <a:gd name="T72" fmla="*/ 3328 w 3426"/>
                <a:gd name="T73" fmla="*/ 0 h 2879"/>
                <a:gd name="T74" fmla="*/ 3424 w 3426"/>
                <a:gd name="T75" fmla="*/ 76 h 2879"/>
                <a:gd name="T76" fmla="*/ 3389 w 3426"/>
                <a:gd name="T77" fmla="*/ 2857 h 2879"/>
                <a:gd name="T78" fmla="*/ 3313 w 3426"/>
                <a:gd name="T79" fmla="*/ 2691 h 2879"/>
                <a:gd name="T80" fmla="*/ 3209 w 3426"/>
                <a:gd name="T81" fmla="*/ 2501 h 2879"/>
                <a:gd name="T82" fmla="*/ 3013 w 3426"/>
                <a:gd name="T83" fmla="*/ 2419 h 2879"/>
                <a:gd name="T84" fmla="*/ 2574 w 3426"/>
                <a:gd name="T85" fmla="*/ 2419 h 2879"/>
                <a:gd name="T86" fmla="*/ 2387 w 3426"/>
                <a:gd name="T87" fmla="*/ 2495 h 2879"/>
                <a:gd name="T88" fmla="*/ 2253 w 3426"/>
                <a:gd name="T89" fmla="*/ 2277 h 2879"/>
                <a:gd name="T90" fmla="*/ 2010 w 3426"/>
                <a:gd name="T91" fmla="*/ 2177 h 2879"/>
                <a:gd name="T92" fmla="*/ 1416 w 3426"/>
                <a:gd name="T93" fmla="*/ 2177 h 2879"/>
                <a:gd name="T94" fmla="*/ 1173 w 3426"/>
                <a:gd name="T95" fmla="*/ 2277 h 2879"/>
                <a:gd name="T96" fmla="*/ 1040 w 3426"/>
                <a:gd name="T97" fmla="*/ 2495 h 2879"/>
                <a:gd name="T98" fmla="*/ 852 w 3426"/>
                <a:gd name="T99" fmla="*/ 2419 h 2879"/>
                <a:gd name="T100" fmla="*/ 414 w 3426"/>
                <a:gd name="T101" fmla="*/ 2419 h 2879"/>
                <a:gd name="T102" fmla="*/ 217 w 3426"/>
                <a:gd name="T103" fmla="*/ 2501 h 2879"/>
                <a:gd name="T104" fmla="*/ 113 w 3426"/>
                <a:gd name="T105" fmla="*/ 2691 h 2879"/>
                <a:gd name="T106" fmla="*/ 36 w 3426"/>
                <a:gd name="T107" fmla="*/ 2857 h 2879"/>
                <a:gd name="T108" fmla="*/ 2 w 3426"/>
                <a:gd name="T109" fmla="*/ 76 h 2879"/>
                <a:gd name="T110" fmla="*/ 98 w 3426"/>
                <a:gd name="T111" fmla="*/ 0 h 28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26" h="2879">
                  <a:moveTo>
                    <a:pt x="2793" y="1793"/>
                  </a:moveTo>
                  <a:lnTo>
                    <a:pt x="2749" y="1796"/>
                  </a:lnTo>
                  <a:lnTo>
                    <a:pt x="2707" y="1806"/>
                  </a:lnTo>
                  <a:lnTo>
                    <a:pt x="2667" y="1821"/>
                  </a:lnTo>
                  <a:lnTo>
                    <a:pt x="2630" y="1841"/>
                  </a:lnTo>
                  <a:lnTo>
                    <a:pt x="2596" y="1867"/>
                  </a:lnTo>
                  <a:lnTo>
                    <a:pt x="2567" y="1896"/>
                  </a:lnTo>
                  <a:lnTo>
                    <a:pt x="2541" y="1931"/>
                  </a:lnTo>
                  <a:lnTo>
                    <a:pt x="2520" y="1967"/>
                  </a:lnTo>
                  <a:lnTo>
                    <a:pt x="2505" y="2008"/>
                  </a:lnTo>
                  <a:lnTo>
                    <a:pt x="2496" y="2050"/>
                  </a:lnTo>
                  <a:lnTo>
                    <a:pt x="2493" y="2094"/>
                  </a:lnTo>
                  <a:lnTo>
                    <a:pt x="2496" y="2139"/>
                  </a:lnTo>
                  <a:lnTo>
                    <a:pt x="2505" y="2181"/>
                  </a:lnTo>
                  <a:lnTo>
                    <a:pt x="2520" y="2221"/>
                  </a:lnTo>
                  <a:lnTo>
                    <a:pt x="2541" y="2258"/>
                  </a:lnTo>
                  <a:lnTo>
                    <a:pt x="2567" y="2292"/>
                  </a:lnTo>
                  <a:lnTo>
                    <a:pt x="2596" y="2322"/>
                  </a:lnTo>
                  <a:lnTo>
                    <a:pt x="2630" y="2347"/>
                  </a:lnTo>
                  <a:lnTo>
                    <a:pt x="2667" y="2368"/>
                  </a:lnTo>
                  <a:lnTo>
                    <a:pt x="2707" y="2383"/>
                  </a:lnTo>
                  <a:lnTo>
                    <a:pt x="2749" y="2393"/>
                  </a:lnTo>
                  <a:lnTo>
                    <a:pt x="2793" y="2396"/>
                  </a:lnTo>
                  <a:lnTo>
                    <a:pt x="2838" y="2393"/>
                  </a:lnTo>
                  <a:lnTo>
                    <a:pt x="2881" y="2383"/>
                  </a:lnTo>
                  <a:lnTo>
                    <a:pt x="2920" y="2368"/>
                  </a:lnTo>
                  <a:lnTo>
                    <a:pt x="2958" y="2347"/>
                  </a:lnTo>
                  <a:lnTo>
                    <a:pt x="2991" y="2322"/>
                  </a:lnTo>
                  <a:lnTo>
                    <a:pt x="3021" y="2292"/>
                  </a:lnTo>
                  <a:lnTo>
                    <a:pt x="3046" y="2258"/>
                  </a:lnTo>
                  <a:lnTo>
                    <a:pt x="3067" y="2221"/>
                  </a:lnTo>
                  <a:lnTo>
                    <a:pt x="3082" y="2181"/>
                  </a:lnTo>
                  <a:lnTo>
                    <a:pt x="3092" y="2139"/>
                  </a:lnTo>
                  <a:lnTo>
                    <a:pt x="3095" y="2094"/>
                  </a:lnTo>
                  <a:lnTo>
                    <a:pt x="3092" y="2050"/>
                  </a:lnTo>
                  <a:lnTo>
                    <a:pt x="3082" y="2008"/>
                  </a:lnTo>
                  <a:lnTo>
                    <a:pt x="3067" y="1967"/>
                  </a:lnTo>
                  <a:lnTo>
                    <a:pt x="3046" y="1931"/>
                  </a:lnTo>
                  <a:lnTo>
                    <a:pt x="3021" y="1896"/>
                  </a:lnTo>
                  <a:lnTo>
                    <a:pt x="2991" y="1867"/>
                  </a:lnTo>
                  <a:lnTo>
                    <a:pt x="2958" y="1841"/>
                  </a:lnTo>
                  <a:lnTo>
                    <a:pt x="2920" y="1821"/>
                  </a:lnTo>
                  <a:lnTo>
                    <a:pt x="2881" y="1806"/>
                  </a:lnTo>
                  <a:lnTo>
                    <a:pt x="2838" y="1796"/>
                  </a:lnTo>
                  <a:lnTo>
                    <a:pt x="2793" y="1793"/>
                  </a:lnTo>
                  <a:close/>
                  <a:moveTo>
                    <a:pt x="632" y="1793"/>
                  </a:moveTo>
                  <a:lnTo>
                    <a:pt x="589" y="1796"/>
                  </a:lnTo>
                  <a:lnTo>
                    <a:pt x="546" y="1806"/>
                  </a:lnTo>
                  <a:lnTo>
                    <a:pt x="505" y="1821"/>
                  </a:lnTo>
                  <a:lnTo>
                    <a:pt x="469" y="1841"/>
                  </a:lnTo>
                  <a:lnTo>
                    <a:pt x="435" y="1867"/>
                  </a:lnTo>
                  <a:lnTo>
                    <a:pt x="406" y="1896"/>
                  </a:lnTo>
                  <a:lnTo>
                    <a:pt x="380" y="1931"/>
                  </a:lnTo>
                  <a:lnTo>
                    <a:pt x="360" y="1967"/>
                  </a:lnTo>
                  <a:lnTo>
                    <a:pt x="344" y="2008"/>
                  </a:lnTo>
                  <a:lnTo>
                    <a:pt x="335" y="2050"/>
                  </a:lnTo>
                  <a:lnTo>
                    <a:pt x="332" y="2094"/>
                  </a:lnTo>
                  <a:lnTo>
                    <a:pt x="335" y="2139"/>
                  </a:lnTo>
                  <a:lnTo>
                    <a:pt x="344" y="2181"/>
                  </a:lnTo>
                  <a:lnTo>
                    <a:pt x="360" y="2221"/>
                  </a:lnTo>
                  <a:lnTo>
                    <a:pt x="380" y="2258"/>
                  </a:lnTo>
                  <a:lnTo>
                    <a:pt x="406" y="2292"/>
                  </a:lnTo>
                  <a:lnTo>
                    <a:pt x="435" y="2322"/>
                  </a:lnTo>
                  <a:lnTo>
                    <a:pt x="469" y="2347"/>
                  </a:lnTo>
                  <a:lnTo>
                    <a:pt x="505" y="2368"/>
                  </a:lnTo>
                  <a:lnTo>
                    <a:pt x="546" y="2383"/>
                  </a:lnTo>
                  <a:lnTo>
                    <a:pt x="589" y="2393"/>
                  </a:lnTo>
                  <a:lnTo>
                    <a:pt x="632" y="2396"/>
                  </a:lnTo>
                  <a:lnTo>
                    <a:pt x="677" y="2393"/>
                  </a:lnTo>
                  <a:lnTo>
                    <a:pt x="720" y="2383"/>
                  </a:lnTo>
                  <a:lnTo>
                    <a:pt x="759" y="2368"/>
                  </a:lnTo>
                  <a:lnTo>
                    <a:pt x="797" y="2347"/>
                  </a:lnTo>
                  <a:lnTo>
                    <a:pt x="830" y="2322"/>
                  </a:lnTo>
                  <a:lnTo>
                    <a:pt x="860" y="2292"/>
                  </a:lnTo>
                  <a:lnTo>
                    <a:pt x="885" y="2258"/>
                  </a:lnTo>
                  <a:lnTo>
                    <a:pt x="906" y="2221"/>
                  </a:lnTo>
                  <a:lnTo>
                    <a:pt x="921" y="2181"/>
                  </a:lnTo>
                  <a:lnTo>
                    <a:pt x="931" y="2139"/>
                  </a:lnTo>
                  <a:lnTo>
                    <a:pt x="934" y="2094"/>
                  </a:lnTo>
                  <a:lnTo>
                    <a:pt x="931" y="2050"/>
                  </a:lnTo>
                  <a:lnTo>
                    <a:pt x="921" y="2008"/>
                  </a:lnTo>
                  <a:lnTo>
                    <a:pt x="906" y="1967"/>
                  </a:lnTo>
                  <a:lnTo>
                    <a:pt x="885" y="1931"/>
                  </a:lnTo>
                  <a:lnTo>
                    <a:pt x="860" y="1896"/>
                  </a:lnTo>
                  <a:lnTo>
                    <a:pt x="830" y="1867"/>
                  </a:lnTo>
                  <a:lnTo>
                    <a:pt x="797" y="1841"/>
                  </a:lnTo>
                  <a:lnTo>
                    <a:pt x="759" y="1821"/>
                  </a:lnTo>
                  <a:lnTo>
                    <a:pt x="720" y="1806"/>
                  </a:lnTo>
                  <a:lnTo>
                    <a:pt x="677" y="1796"/>
                  </a:lnTo>
                  <a:lnTo>
                    <a:pt x="632" y="1793"/>
                  </a:lnTo>
                  <a:close/>
                  <a:moveTo>
                    <a:pt x="1713" y="1325"/>
                  </a:moveTo>
                  <a:lnTo>
                    <a:pt x="1665" y="1328"/>
                  </a:lnTo>
                  <a:lnTo>
                    <a:pt x="1619" y="1336"/>
                  </a:lnTo>
                  <a:lnTo>
                    <a:pt x="1576" y="1351"/>
                  </a:lnTo>
                  <a:lnTo>
                    <a:pt x="1534" y="1370"/>
                  </a:lnTo>
                  <a:lnTo>
                    <a:pt x="1496" y="1394"/>
                  </a:lnTo>
                  <a:lnTo>
                    <a:pt x="1460" y="1422"/>
                  </a:lnTo>
                  <a:lnTo>
                    <a:pt x="1428" y="1453"/>
                  </a:lnTo>
                  <a:lnTo>
                    <a:pt x="1400" y="1488"/>
                  </a:lnTo>
                  <a:lnTo>
                    <a:pt x="1377" y="1528"/>
                  </a:lnTo>
                  <a:lnTo>
                    <a:pt x="1357" y="1568"/>
                  </a:lnTo>
                  <a:lnTo>
                    <a:pt x="1344" y="1613"/>
                  </a:lnTo>
                  <a:lnTo>
                    <a:pt x="1334" y="1659"/>
                  </a:lnTo>
                  <a:lnTo>
                    <a:pt x="1332" y="1707"/>
                  </a:lnTo>
                  <a:lnTo>
                    <a:pt x="1334" y="1755"/>
                  </a:lnTo>
                  <a:lnTo>
                    <a:pt x="1344" y="1801"/>
                  </a:lnTo>
                  <a:lnTo>
                    <a:pt x="1357" y="1844"/>
                  </a:lnTo>
                  <a:lnTo>
                    <a:pt x="1377" y="1886"/>
                  </a:lnTo>
                  <a:lnTo>
                    <a:pt x="1400" y="1924"/>
                  </a:lnTo>
                  <a:lnTo>
                    <a:pt x="1428" y="1960"/>
                  </a:lnTo>
                  <a:lnTo>
                    <a:pt x="1460" y="1992"/>
                  </a:lnTo>
                  <a:lnTo>
                    <a:pt x="1496" y="2020"/>
                  </a:lnTo>
                  <a:lnTo>
                    <a:pt x="1534" y="2044"/>
                  </a:lnTo>
                  <a:lnTo>
                    <a:pt x="1576" y="2063"/>
                  </a:lnTo>
                  <a:lnTo>
                    <a:pt x="1619" y="2076"/>
                  </a:lnTo>
                  <a:lnTo>
                    <a:pt x="1665" y="2086"/>
                  </a:lnTo>
                  <a:lnTo>
                    <a:pt x="1713" y="2089"/>
                  </a:lnTo>
                  <a:lnTo>
                    <a:pt x="1761" y="2086"/>
                  </a:lnTo>
                  <a:lnTo>
                    <a:pt x="1806" y="2076"/>
                  </a:lnTo>
                  <a:lnTo>
                    <a:pt x="1851" y="2063"/>
                  </a:lnTo>
                  <a:lnTo>
                    <a:pt x="1892" y="2044"/>
                  </a:lnTo>
                  <a:lnTo>
                    <a:pt x="1931" y="2020"/>
                  </a:lnTo>
                  <a:lnTo>
                    <a:pt x="1967" y="1992"/>
                  </a:lnTo>
                  <a:lnTo>
                    <a:pt x="1998" y="1960"/>
                  </a:lnTo>
                  <a:lnTo>
                    <a:pt x="2026" y="1924"/>
                  </a:lnTo>
                  <a:lnTo>
                    <a:pt x="2050" y="1886"/>
                  </a:lnTo>
                  <a:lnTo>
                    <a:pt x="2069" y="1844"/>
                  </a:lnTo>
                  <a:lnTo>
                    <a:pt x="2083" y="1801"/>
                  </a:lnTo>
                  <a:lnTo>
                    <a:pt x="2091" y="1755"/>
                  </a:lnTo>
                  <a:lnTo>
                    <a:pt x="2095" y="1707"/>
                  </a:lnTo>
                  <a:lnTo>
                    <a:pt x="2091" y="1659"/>
                  </a:lnTo>
                  <a:lnTo>
                    <a:pt x="2083" y="1613"/>
                  </a:lnTo>
                  <a:lnTo>
                    <a:pt x="2069" y="1568"/>
                  </a:lnTo>
                  <a:lnTo>
                    <a:pt x="2050" y="1528"/>
                  </a:lnTo>
                  <a:lnTo>
                    <a:pt x="2026" y="1488"/>
                  </a:lnTo>
                  <a:lnTo>
                    <a:pt x="1998" y="1453"/>
                  </a:lnTo>
                  <a:lnTo>
                    <a:pt x="1967" y="1422"/>
                  </a:lnTo>
                  <a:lnTo>
                    <a:pt x="1931" y="1394"/>
                  </a:lnTo>
                  <a:lnTo>
                    <a:pt x="1892" y="1370"/>
                  </a:lnTo>
                  <a:lnTo>
                    <a:pt x="1851" y="1351"/>
                  </a:lnTo>
                  <a:lnTo>
                    <a:pt x="1806" y="1336"/>
                  </a:lnTo>
                  <a:lnTo>
                    <a:pt x="1761" y="1328"/>
                  </a:lnTo>
                  <a:lnTo>
                    <a:pt x="1713" y="1325"/>
                  </a:lnTo>
                  <a:close/>
                  <a:moveTo>
                    <a:pt x="2085" y="406"/>
                  </a:moveTo>
                  <a:lnTo>
                    <a:pt x="2063" y="410"/>
                  </a:lnTo>
                  <a:lnTo>
                    <a:pt x="2044" y="420"/>
                  </a:lnTo>
                  <a:lnTo>
                    <a:pt x="2027" y="432"/>
                  </a:lnTo>
                  <a:lnTo>
                    <a:pt x="2012" y="449"/>
                  </a:lnTo>
                  <a:lnTo>
                    <a:pt x="2002" y="469"/>
                  </a:lnTo>
                  <a:lnTo>
                    <a:pt x="1996" y="490"/>
                  </a:lnTo>
                  <a:lnTo>
                    <a:pt x="1995" y="512"/>
                  </a:lnTo>
                  <a:lnTo>
                    <a:pt x="1999" y="533"/>
                  </a:lnTo>
                  <a:lnTo>
                    <a:pt x="2008" y="553"/>
                  </a:lnTo>
                  <a:lnTo>
                    <a:pt x="2021" y="571"/>
                  </a:lnTo>
                  <a:lnTo>
                    <a:pt x="2037" y="585"/>
                  </a:lnTo>
                  <a:lnTo>
                    <a:pt x="2057" y="596"/>
                  </a:lnTo>
                  <a:lnTo>
                    <a:pt x="2207" y="655"/>
                  </a:lnTo>
                  <a:lnTo>
                    <a:pt x="1740" y="858"/>
                  </a:lnTo>
                  <a:lnTo>
                    <a:pt x="1672" y="701"/>
                  </a:lnTo>
                  <a:lnTo>
                    <a:pt x="1663" y="684"/>
                  </a:lnTo>
                  <a:lnTo>
                    <a:pt x="1650" y="669"/>
                  </a:lnTo>
                  <a:lnTo>
                    <a:pt x="1635" y="658"/>
                  </a:lnTo>
                  <a:lnTo>
                    <a:pt x="1618" y="649"/>
                  </a:lnTo>
                  <a:lnTo>
                    <a:pt x="1600" y="643"/>
                  </a:lnTo>
                  <a:lnTo>
                    <a:pt x="1581" y="642"/>
                  </a:lnTo>
                  <a:lnTo>
                    <a:pt x="1561" y="644"/>
                  </a:lnTo>
                  <a:lnTo>
                    <a:pt x="1543" y="650"/>
                  </a:lnTo>
                  <a:lnTo>
                    <a:pt x="1050" y="865"/>
                  </a:lnTo>
                  <a:lnTo>
                    <a:pt x="1031" y="876"/>
                  </a:lnTo>
                  <a:lnTo>
                    <a:pt x="1014" y="891"/>
                  </a:lnTo>
                  <a:lnTo>
                    <a:pt x="1003" y="910"/>
                  </a:lnTo>
                  <a:lnTo>
                    <a:pt x="994" y="930"/>
                  </a:lnTo>
                  <a:lnTo>
                    <a:pt x="991" y="950"/>
                  </a:lnTo>
                  <a:lnTo>
                    <a:pt x="992" y="972"/>
                  </a:lnTo>
                  <a:lnTo>
                    <a:pt x="999" y="994"/>
                  </a:lnTo>
                  <a:lnTo>
                    <a:pt x="1011" y="1014"/>
                  </a:lnTo>
                  <a:lnTo>
                    <a:pt x="1025" y="1029"/>
                  </a:lnTo>
                  <a:lnTo>
                    <a:pt x="1043" y="1042"/>
                  </a:lnTo>
                  <a:lnTo>
                    <a:pt x="1064" y="1049"/>
                  </a:lnTo>
                  <a:lnTo>
                    <a:pt x="1085" y="1053"/>
                  </a:lnTo>
                  <a:lnTo>
                    <a:pt x="1107" y="1051"/>
                  </a:lnTo>
                  <a:lnTo>
                    <a:pt x="1128" y="1045"/>
                  </a:lnTo>
                  <a:lnTo>
                    <a:pt x="1532" y="869"/>
                  </a:lnTo>
                  <a:lnTo>
                    <a:pt x="1600" y="1026"/>
                  </a:lnTo>
                  <a:lnTo>
                    <a:pt x="1609" y="1043"/>
                  </a:lnTo>
                  <a:lnTo>
                    <a:pt x="1621" y="1058"/>
                  </a:lnTo>
                  <a:lnTo>
                    <a:pt x="1637" y="1069"/>
                  </a:lnTo>
                  <a:lnTo>
                    <a:pt x="1654" y="1078"/>
                  </a:lnTo>
                  <a:lnTo>
                    <a:pt x="1671" y="1082"/>
                  </a:lnTo>
                  <a:lnTo>
                    <a:pt x="1690" y="1085"/>
                  </a:lnTo>
                  <a:lnTo>
                    <a:pt x="1710" y="1082"/>
                  </a:lnTo>
                  <a:lnTo>
                    <a:pt x="1728" y="1076"/>
                  </a:lnTo>
                  <a:lnTo>
                    <a:pt x="2263" y="843"/>
                  </a:lnTo>
                  <a:lnTo>
                    <a:pt x="2216" y="962"/>
                  </a:lnTo>
                  <a:lnTo>
                    <a:pt x="2211" y="984"/>
                  </a:lnTo>
                  <a:lnTo>
                    <a:pt x="2210" y="1005"/>
                  </a:lnTo>
                  <a:lnTo>
                    <a:pt x="2214" y="1027"/>
                  </a:lnTo>
                  <a:lnTo>
                    <a:pt x="2222" y="1046"/>
                  </a:lnTo>
                  <a:lnTo>
                    <a:pt x="2235" y="1064"/>
                  </a:lnTo>
                  <a:lnTo>
                    <a:pt x="2252" y="1078"/>
                  </a:lnTo>
                  <a:lnTo>
                    <a:pt x="2271" y="1089"/>
                  </a:lnTo>
                  <a:lnTo>
                    <a:pt x="2290" y="1094"/>
                  </a:lnTo>
                  <a:lnTo>
                    <a:pt x="2308" y="1096"/>
                  </a:lnTo>
                  <a:lnTo>
                    <a:pt x="2326" y="1094"/>
                  </a:lnTo>
                  <a:lnTo>
                    <a:pt x="2345" y="1089"/>
                  </a:lnTo>
                  <a:lnTo>
                    <a:pt x="2362" y="1079"/>
                  </a:lnTo>
                  <a:lnTo>
                    <a:pt x="2377" y="1067"/>
                  </a:lnTo>
                  <a:lnTo>
                    <a:pt x="2390" y="1051"/>
                  </a:lnTo>
                  <a:lnTo>
                    <a:pt x="2399" y="1034"/>
                  </a:lnTo>
                  <a:lnTo>
                    <a:pt x="2538" y="680"/>
                  </a:lnTo>
                  <a:lnTo>
                    <a:pt x="2544" y="658"/>
                  </a:lnTo>
                  <a:lnTo>
                    <a:pt x="2545" y="636"/>
                  </a:lnTo>
                  <a:lnTo>
                    <a:pt x="2541" y="614"/>
                  </a:lnTo>
                  <a:lnTo>
                    <a:pt x="2531" y="594"/>
                  </a:lnTo>
                  <a:lnTo>
                    <a:pt x="2519" y="578"/>
                  </a:lnTo>
                  <a:lnTo>
                    <a:pt x="2502" y="563"/>
                  </a:lnTo>
                  <a:lnTo>
                    <a:pt x="2482" y="553"/>
                  </a:lnTo>
                  <a:lnTo>
                    <a:pt x="2129" y="413"/>
                  </a:lnTo>
                  <a:lnTo>
                    <a:pt x="2107" y="407"/>
                  </a:lnTo>
                  <a:lnTo>
                    <a:pt x="2085" y="406"/>
                  </a:lnTo>
                  <a:close/>
                  <a:moveTo>
                    <a:pt x="98" y="0"/>
                  </a:moveTo>
                  <a:lnTo>
                    <a:pt x="3328" y="0"/>
                  </a:lnTo>
                  <a:lnTo>
                    <a:pt x="3351" y="3"/>
                  </a:lnTo>
                  <a:lnTo>
                    <a:pt x="3372" y="11"/>
                  </a:lnTo>
                  <a:lnTo>
                    <a:pt x="3389" y="22"/>
                  </a:lnTo>
                  <a:lnTo>
                    <a:pt x="3405" y="38"/>
                  </a:lnTo>
                  <a:lnTo>
                    <a:pt x="3416" y="55"/>
                  </a:lnTo>
                  <a:lnTo>
                    <a:pt x="3424" y="76"/>
                  </a:lnTo>
                  <a:lnTo>
                    <a:pt x="3426" y="99"/>
                  </a:lnTo>
                  <a:lnTo>
                    <a:pt x="3426" y="2780"/>
                  </a:lnTo>
                  <a:lnTo>
                    <a:pt x="3424" y="2803"/>
                  </a:lnTo>
                  <a:lnTo>
                    <a:pt x="3416" y="2823"/>
                  </a:lnTo>
                  <a:lnTo>
                    <a:pt x="3405" y="2841"/>
                  </a:lnTo>
                  <a:lnTo>
                    <a:pt x="3389" y="2857"/>
                  </a:lnTo>
                  <a:lnTo>
                    <a:pt x="3372" y="2868"/>
                  </a:lnTo>
                  <a:lnTo>
                    <a:pt x="3351" y="2875"/>
                  </a:lnTo>
                  <a:lnTo>
                    <a:pt x="3328" y="2879"/>
                  </a:lnTo>
                  <a:lnTo>
                    <a:pt x="3316" y="2879"/>
                  </a:lnTo>
                  <a:lnTo>
                    <a:pt x="3316" y="2730"/>
                  </a:lnTo>
                  <a:lnTo>
                    <a:pt x="3313" y="2691"/>
                  </a:lnTo>
                  <a:lnTo>
                    <a:pt x="3306" y="2655"/>
                  </a:lnTo>
                  <a:lnTo>
                    <a:pt x="3295" y="2619"/>
                  </a:lnTo>
                  <a:lnTo>
                    <a:pt x="3279" y="2586"/>
                  </a:lnTo>
                  <a:lnTo>
                    <a:pt x="3259" y="2555"/>
                  </a:lnTo>
                  <a:lnTo>
                    <a:pt x="3235" y="2527"/>
                  </a:lnTo>
                  <a:lnTo>
                    <a:pt x="3209" y="2501"/>
                  </a:lnTo>
                  <a:lnTo>
                    <a:pt x="3179" y="2479"/>
                  </a:lnTo>
                  <a:lnTo>
                    <a:pt x="3147" y="2460"/>
                  </a:lnTo>
                  <a:lnTo>
                    <a:pt x="3112" y="2446"/>
                  </a:lnTo>
                  <a:lnTo>
                    <a:pt x="3110" y="2446"/>
                  </a:lnTo>
                  <a:lnTo>
                    <a:pt x="3032" y="2422"/>
                  </a:lnTo>
                  <a:lnTo>
                    <a:pt x="3013" y="2419"/>
                  </a:lnTo>
                  <a:lnTo>
                    <a:pt x="2994" y="2420"/>
                  </a:lnTo>
                  <a:lnTo>
                    <a:pt x="2975" y="2425"/>
                  </a:lnTo>
                  <a:lnTo>
                    <a:pt x="2793" y="2504"/>
                  </a:lnTo>
                  <a:lnTo>
                    <a:pt x="2611" y="2425"/>
                  </a:lnTo>
                  <a:lnTo>
                    <a:pt x="2594" y="2420"/>
                  </a:lnTo>
                  <a:lnTo>
                    <a:pt x="2574" y="2419"/>
                  </a:lnTo>
                  <a:lnTo>
                    <a:pt x="2555" y="2422"/>
                  </a:lnTo>
                  <a:lnTo>
                    <a:pt x="2477" y="2446"/>
                  </a:lnTo>
                  <a:lnTo>
                    <a:pt x="2476" y="2446"/>
                  </a:lnTo>
                  <a:lnTo>
                    <a:pt x="2444" y="2459"/>
                  </a:lnTo>
                  <a:lnTo>
                    <a:pt x="2414" y="2475"/>
                  </a:lnTo>
                  <a:lnTo>
                    <a:pt x="2387" y="2495"/>
                  </a:lnTo>
                  <a:lnTo>
                    <a:pt x="2375" y="2452"/>
                  </a:lnTo>
                  <a:lnTo>
                    <a:pt x="2359" y="2411"/>
                  </a:lnTo>
                  <a:lnTo>
                    <a:pt x="2339" y="2374"/>
                  </a:lnTo>
                  <a:lnTo>
                    <a:pt x="2314" y="2338"/>
                  </a:lnTo>
                  <a:lnTo>
                    <a:pt x="2285" y="2306"/>
                  </a:lnTo>
                  <a:lnTo>
                    <a:pt x="2253" y="2277"/>
                  </a:lnTo>
                  <a:lnTo>
                    <a:pt x="2217" y="2252"/>
                  </a:lnTo>
                  <a:lnTo>
                    <a:pt x="2179" y="2231"/>
                  </a:lnTo>
                  <a:lnTo>
                    <a:pt x="2137" y="2215"/>
                  </a:lnTo>
                  <a:lnTo>
                    <a:pt x="2135" y="2214"/>
                  </a:lnTo>
                  <a:lnTo>
                    <a:pt x="2029" y="2181"/>
                  </a:lnTo>
                  <a:lnTo>
                    <a:pt x="2010" y="2177"/>
                  </a:lnTo>
                  <a:lnTo>
                    <a:pt x="1992" y="2178"/>
                  </a:lnTo>
                  <a:lnTo>
                    <a:pt x="1973" y="2184"/>
                  </a:lnTo>
                  <a:lnTo>
                    <a:pt x="1713" y="2298"/>
                  </a:lnTo>
                  <a:lnTo>
                    <a:pt x="1453" y="2184"/>
                  </a:lnTo>
                  <a:lnTo>
                    <a:pt x="1435" y="2178"/>
                  </a:lnTo>
                  <a:lnTo>
                    <a:pt x="1416" y="2177"/>
                  </a:lnTo>
                  <a:lnTo>
                    <a:pt x="1398" y="2181"/>
                  </a:lnTo>
                  <a:lnTo>
                    <a:pt x="1291" y="2214"/>
                  </a:lnTo>
                  <a:lnTo>
                    <a:pt x="1290" y="2215"/>
                  </a:lnTo>
                  <a:lnTo>
                    <a:pt x="1248" y="2231"/>
                  </a:lnTo>
                  <a:lnTo>
                    <a:pt x="1208" y="2252"/>
                  </a:lnTo>
                  <a:lnTo>
                    <a:pt x="1173" y="2277"/>
                  </a:lnTo>
                  <a:lnTo>
                    <a:pt x="1141" y="2306"/>
                  </a:lnTo>
                  <a:lnTo>
                    <a:pt x="1113" y="2338"/>
                  </a:lnTo>
                  <a:lnTo>
                    <a:pt x="1088" y="2374"/>
                  </a:lnTo>
                  <a:lnTo>
                    <a:pt x="1067" y="2411"/>
                  </a:lnTo>
                  <a:lnTo>
                    <a:pt x="1051" y="2452"/>
                  </a:lnTo>
                  <a:lnTo>
                    <a:pt x="1040" y="2495"/>
                  </a:lnTo>
                  <a:lnTo>
                    <a:pt x="1012" y="2475"/>
                  </a:lnTo>
                  <a:lnTo>
                    <a:pt x="982" y="2459"/>
                  </a:lnTo>
                  <a:lnTo>
                    <a:pt x="951" y="2446"/>
                  </a:lnTo>
                  <a:lnTo>
                    <a:pt x="948" y="2446"/>
                  </a:lnTo>
                  <a:lnTo>
                    <a:pt x="870" y="2422"/>
                  </a:lnTo>
                  <a:lnTo>
                    <a:pt x="852" y="2419"/>
                  </a:lnTo>
                  <a:lnTo>
                    <a:pt x="833" y="2420"/>
                  </a:lnTo>
                  <a:lnTo>
                    <a:pt x="814" y="2425"/>
                  </a:lnTo>
                  <a:lnTo>
                    <a:pt x="632" y="2504"/>
                  </a:lnTo>
                  <a:lnTo>
                    <a:pt x="450" y="2425"/>
                  </a:lnTo>
                  <a:lnTo>
                    <a:pt x="433" y="2420"/>
                  </a:lnTo>
                  <a:lnTo>
                    <a:pt x="414" y="2419"/>
                  </a:lnTo>
                  <a:lnTo>
                    <a:pt x="394" y="2422"/>
                  </a:lnTo>
                  <a:lnTo>
                    <a:pt x="317" y="2446"/>
                  </a:lnTo>
                  <a:lnTo>
                    <a:pt x="315" y="2446"/>
                  </a:lnTo>
                  <a:lnTo>
                    <a:pt x="280" y="2460"/>
                  </a:lnTo>
                  <a:lnTo>
                    <a:pt x="246" y="2479"/>
                  </a:lnTo>
                  <a:lnTo>
                    <a:pt x="217" y="2501"/>
                  </a:lnTo>
                  <a:lnTo>
                    <a:pt x="190" y="2527"/>
                  </a:lnTo>
                  <a:lnTo>
                    <a:pt x="167" y="2555"/>
                  </a:lnTo>
                  <a:lnTo>
                    <a:pt x="148" y="2586"/>
                  </a:lnTo>
                  <a:lnTo>
                    <a:pt x="132" y="2619"/>
                  </a:lnTo>
                  <a:lnTo>
                    <a:pt x="121" y="2655"/>
                  </a:lnTo>
                  <a:lnTo>
                    <a:pt x="113" y="2691"/>
                  </a:lnTo>
                  <a:lnTo>
                    <a:pt x="111" y="2730"/>
                  </a:lnTo>
                  <a:lnTo>
                    <a:pt x="111" y="2879"/>
                  </a:lnTo>
                  <a:lnTo>
                    <a:pt x="98" y="2879"/>
                  </a:lnTo>
                  <a:lnTo>
                    <a:pt x="76" y="2875"/>
                  </a:lnTo>
                  <a:lnTo>
                    <a:pt x="55" y="2868"/>
                  </a:lnTo>
                  <a:lnTo>
                    <a:pt x="36" y="2857"/>
                  </a:lnTo>
                  <a:lnTo>
                    <a:pt x="22" y="2841"/>
                  </a:lnTo>
                  <a:lnTo>
                    <a:pt x="10" y="2823"/>
                  </a:lnTo>
                  <a:lnTo>
                    <a:pt x="2" y="2803"/>
                  </a:lnTo>
                  <a:lnTo>
                    <a:pt x="0" y="2780"/>
                  </a:lnTo>
                  <a:lnTo>
                    <a:pt x="0" y="99"/>
                  </a:lnTo>
                  <a:lnTo>
                    <a:pt x="2" y="76"/>
                  </a:lnTo>
                  <a:lnTo>
                    <a:pt x="10" y="55"/>
                  </a:lnTo>
                  <a:lnTo>
                    <a:pt x="22" y="38"/>
                  </a:lnTo>
                  <a:lnTo>
                    <a:pt x="36" y="22"/>
                  </a:lnTo>
                  <a:lnTo>
                    <a:pt x="55" y="11"/>
                  </a:lnTo>
                  <a:lnTo>
                    <a:pt x="76" y="3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4F1C81B3-CBBE-45DF-9C7D-FE07D58DD3A3}"/>
              </a:ext>
            </a:extLst>
          </p:cNvPr>
          <p:cNvGrpSpPr/>
          <p:nvPr/>
        </p:nvGrpSpPr>
        <p:grpSpPr>
          <a:xfrm>
            <a:off x="4184908" y="4801582"/>
            <a:ext cx="319361" cy="355855"/>
            <a:chOff x="3209926" y="2046521"/>
            <a:chExt cx="484188" cy="53951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39" name="Freeform 153">
              <a:extLst>
                <a:ext uri="{FF2B5EF4-FFF2-40B4-BE49-F238E27FC236}">
                  <a16:creationId xmlns:a16="http://schemas.microsoft.com/office/drawing/2014/main" id="{DE5365DC-C82C-4B43-A901-468D041EE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488" y="2165350"/>
              <a:ext cx="92075" cy="92075"/>
            </a:xfrm>
            <a:custGeom>
              <a:avLst/>
              <a:gdLst>
                <a:gd name="T0" fmla="*/ 316 w 633"/>
                <a:gd name="T1" fmla="*/ 0 h 632"/>
                <a:gd name="T2" fmla="*/ 359 w 633"/>
                <a:gd name="T3" fmla="*/ 2 h 632"/>
                <a:gd name="T4" fmla="*/ 401 w 633"/>
                <a:gd name="T5" fmla="*/ 10 h 632"/>
                <a:gd name="T6" fmla="*/ 440 w 633"/>
                <a:gd name="T7" fmla="*/ 24 h 632"/>
                <a:gd name="T8" fmla="*/ 476 w 633"/>
                <a:gd name="T9" fmla="*/ 43 h 632"/>
                <a:gd name="T10" fmla="*/ 510 w 633"/>
                <a:gd name="T11" fmla="*/ 66 h 632"/>
                <a:gd name="T12" fmla="*/ 540 w 633"/>
                <a:gd name="T13" fmla="*/ 92 h 632"/>
                <a:gd name="T14" fmla="*/ 567 w 633"/>
                <a:gd name="T15" fmla="*/ 122 h 632"/>
                <a:gd name="T16" fmla="*/ 589 w 633"/>
                <a:gd name="T17" fmla="*/ 156 h 632"/>
                <a:gd name="T18" fmla="*/ 608 w 633"/>
                <a:gd name="T19" fmla="*/ 192 h 632"/>
                <a:gd name="T20" fmla="*/ 622 w 633"/>
                <a:gd name="T21" fmla="*/ 232 h 632"/>
                <a:gd name="T22" fmla="*/ 630 w 633"/>
                <a:gd name="T23" fmla="*/ 273 h 632"/>
                <a:gd name="T24" fmla="*/ 633 w 633"/>
                <a:gd name="T25" fmla="*/ 316 h 632"/>
                <a:gd name="T26" fmla="*/ 630 w 633"/>
                <a:gd name="T27" fmla="*/ 359 h 632"/>
                <a:gd name="T28" fmla="*/ 622 w 633"/>
                <a:gd name="T29" fmla="*/ 399 h 632"/>
                <a:gd name="T30" fmla="*/ 608 w 633"/>
                <a:gd name="T31" fmla="*/ 439 h 632"/>
                <a:gd name="T32" fmla="*/ 589 w 633"/>
                <a:gd name="T33" fmla="*/ 475 h 632"/>
                <a:gd name="T34" fmla="*/ 567 w 633"/>
                <a:gd name="T35" fmla="*/ 509 h 632"/>
                <a:gd name="T36" fmla="*/ 540 w 633"/>
                <a:gd name="T37" fmla="*/ 540 h 632"/>
                <a:gd name="T38" fmla="*/ 510 w 633"/>
                <a:gd name="T39" fmla="*/ 566 h 632"/>
                <a:gd name="T40" fmla="*/ 476 w 633"/>
                <a:gd name="T41" fmla="*/ 589 h 632"/>
                <a:gd name="T42" fmla="*/ 440 w 633"/>
                <a:gd name="T43" fmla="*/ 608 h 632"/>
                <a:gd name="T44" fmla="*/ 401 w 633"/>
                <a:gd name="T45" fmla="*/ 621 h 632"/>
                <a:gd name="T46" fmla="*/ 359 w 633"/>
                <a:gd name="T47" fmla="*/ 630 h 632"/>
                <a:gd name="T48" fmla="*/ 316 w 633"/>
                <a:gd name="T49" fmla="*/ 632 h 632"/>
                <a:gd name="T50" fmla="*/ 273 w 633"/>
                <a:gd name="T51" fmla="*/ 630 h 632"/>
                <a:gd name="T52" fmla="*/ 232 w 633"/>
                <a:gd name="T53" fmla="*/ 621 h 632"/>
                <a:gd name="T54" fmla="*/ 194 w 633"/>
                <a:gd name="T55" fmla="*/ 608 h 632"/>
                <a:gd name="T56" fmla="*/ 157 w 633"/>
                <a:gd name="T57" fmla="*/ 589 h 632"/>
                <a:gd name="T58" fmla="*/ 124 w 633"/>
                <a:gd name="T59" fmla="*/ 566 h 632"/>
                <a:gd name="T60" fmla="*/ 93 w 633"/>
                <a:gd name="T61" fmla="*/ 540 h 632"/>
                <a:gd name="T62" fmla="*/ 66 w 633"/>
                <a:gd name="T63" fmla="*/ 509 h 632"/>
                <a:gd name="T64" fmla="*/ 43 w 633"/>
                <a:gd name="T65" fmla="*/ 475 h 632"/>
                <a:gd name="T66" fmla="*/ 25 w 633"/>
                <a:gd name="T67" fmla="*/ 439 h 632"/>
                <a:gd name="T68" fmla="*/ 12 w 633"/>
                <a:gd name="T69" fmla="*/ 399 h 632"/>
                <a:gd name="T70" fmla="*/ 3 w 633"/>
                <a:gd name="T71" fmla="*/ 359 h 632"/>
                <a:gd name="T72" fmla="*/ 0 w 633"/>
                <a:gd name="T73" fmla="*/ 316 h 632"/>
                <a:gd name="T74" fmla="*/ 3 w 633"/>
                <a:gd name="T75" fmla="*/ 273 h 632"/>
                <a:gd name="T76" fmla="*/ 12 w 633"/>
                <a:gd name="T77" fmla="*/ 232 h 632"/>
                <a:gd name="T78" fmla="*/ 25 w 633"/>
                <a:gd name="T79" fmla="*/ 192 h 632"/>
                <a:gd name="T80" fmla="*/ 43 w 633"/>
                <a:gd name="T81" fmla="*/ 156 h 632"/>
                <a:gd name="T82" fmla="*/ 66 w 633"/>
                <a:gd name="T83" fmla="*/ 122 h 632"/>
                <a:gd name="T84" fmla="*/ 93 w 633"/>
                <a:gd name="T85" fmla="*/ 92 h 632"/>
                <a:gd name="T86" fmla="*/ 124 w 633"/>
                <a:gd name="T87" fmla="*/ 66 h 632"/>
                <a:gd name="T88" fmla="*/ 157 w 633"/>
                <a:gd name="T89" fmla="*/ 43 h 632"/>
                <a:gd name="T90" fmla="*/ 194 w 633"/>
                <a:gd name="T91" fmla="*/ 24 h 632"/>
                <a:gd name="T92" fmla="*/ 232 w 633"/>
                <a:gd name="T93" fmla="*/ 10 h 632"/>
                <a:gd name="T94" fmla="*/ 273 w 633"/>
                <a:gd name="T95" fmla="*/ 2 h 632"/>
                <a:gd name="T96" fmla="*/ 316 w 633"/>
                <a:gd name="T97" fmla="*/ 0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33" h="632">
                  <a:moveTo>
                    <a:pt x="316" y="0"/>
                  </a:moveTo>
                  <a:lnTo>
                    <a:pt x="359" y="2"/>
                  </a:lnTo>
                  <a:lnTo>
                    <a:pt x="401" y="10"/>
                  </a:lnTo>
                  <a:lnTo>
                    <a:pt x="440" y="24"/>
                  </a:lnTo>
                  <a:lnTo>
                    <a:pt x="476" y="43"/>
                  </a:lnTo>
                  <a:lnTo>
                    <a:pt x="510" y="66"/>
                  </a:lnTo>
                  <a:lnTo>
                    <a:pt x="540" y="92"/>
                  </a:lnTo>
                  <a:lnTo>
                    <a:pt x="567" y="122"/>
                  </a:lnTo>
                  <a:lnTo>
                    <a:pt x="589" y="156"/>
                  </a:lnTo>
                  <a:lnTo>
                    <a:pt x="608" y="192"/>
                  </a:lnTo>
                  <a:lnTo>
                    <a:pt x="622" y="232"/>
                  </a:lnTo>
                  <a:lnTo>
                    <a:pt x="630" y="273"/>
                  </a:lnTo>
                  <a:lnTo>
                    <a:pt x="633" y="316"/>
                  </a:lnTo>
                  <a:lnTo>
                    <a:pt x="630" y="359"/>
                  </a:lnTo>
                  <a:lnTo>
                    <a:pt x="622" y="399"/>
                  </a:lnTo>
                  <a:lnTo>
                    <a:pt x="608" y="439"/>
                  </a:lnTo>
                  <a:lnTo>
                    <a:pt x="589" y="475"/>
                  </a:lnTo>
                  <a:lnTo>
                    <a:pt x="567" y="509"/>
                  </a:lnTo>
                  <a:lnTo>
                    <a:pt x="540" y="540"/>
                  </a:lnTo>
                  <a:lnTo>
                    <a:pt x="510" y="566"/>
                  </a:lnTo>
                  <a:lnTo>
                    <a:pt x="476" y="589"/>
                  </a:lnTo>
                  <a:lnTo>
                    <a:pt x="440" y="608"/>
                  </a:lnTo>
                  <a:lnTo>
                    <a:pt x="401" y="621"/>
                  </a:lnTo>
                  <a:lnTo>
                    <a:pt x="359" y="630"/>
                  </a:lnTo>
                  <a:lnTo>
                    <a:pt x="316" y="632"/>
                  </a:lnTo>
                  <a:lnTo>
                    <a:pt x="273" y="630"/>
                  </a:lnTo>
                  <a:lnTo>
                    <a:pt x="232" y="621"/>
                  </a:lnTo>
                  <a:lnTo>
                    <a:pt x="194" y="608"/>
                  </a:lnTo>
                  <a:lnTo>
                    <a:pt x="157" y="589"/>
                  </a:lnTo>
                  <a:lnTo>
                    <a:pt x="124" y="566"/>
                  </a:lnTo>
                  <a:lnTo>
                    <a:pt x="93" y="540"/>
                  </a:lnTo>
                  <a:lnTo>
                    <a:pt x="66" y="509"/>
                  </a:lnTo>
                  <a:lnTo>
                    <a:pt x="43" y="475"/>
                  </a:lnTo>
                  <a:lnTo>
                    <a:pt x="25" y="439"/>
                  </a:lnTo>
                  <a:lnTo>
                    <a:pt x="12" y="399"/>
                  </a:lnTo>
                  <a:lnTo>
                    <a:pt x="3" y="359"/>
                  </a:lnTo>
                  <a:lnTo>
                    <a:pt x="0" y="316"/>
                  </a:lnTo>
                  <a:lnTo>
                    <a:pt x="3" y="273"/>
                  </a:lnTo>
                  <a:lnTo>
                    <a:pt x="12" y="232"/>
                  </a:lnTo>
                  <a:lnTo>
                    <a:pt x="25" y="192"/>
                  </a:lnTo>
                  <a:lnTo>
                    <a:pt x="43" y="156"/>
                  </a:lnTo>
                  <a:lnTo>
                    <a:pt x="66" y="122"/>
                  </a:lnTo>
                  <a:lnTo>
                    <a:pt x="93" y="92"/>
                  </a:lnTo>
                  <a:lnTo>
                    <a:pt x="124" y="66"/>
                  </a:lnTo>
                  <a:lnTo>
                    <a:pt x="157" y="43"/>
                  </a:lnTo>
                  <a:lnTo>
                    <a:pt x="194" y="24"/>
                  </a:lnTo>
                  <a:lnTo>
                    <a:pt x="232" y="10"/>
                  </a:lnTo>
                  <a:lnTo>
                    <a:pt x="273" y="2"/>
                  </a:lnTo>
                  <a:lnTo>
                    <a:pt x="3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0" name="Freeform 154">
              <a:extLst>
                <a:ext uri="{FF2B5EF4-FFF2-40B4-BE49-F238E27FC236}">
                  <a16:creationId xmlns:a16="http://schemas.microsoft.com/office/drawing/2014/main" id="{94B12A8C-154A-4A24-8964-FA1AA9706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563" y="2286000"/>
              <a:ext cx="161925" cy="300038"/>
            </a:xfrm>
            <a:custGeom>
              <a:avLst/>
              <a:gdLst>
                <a:gd name="T0" fmla="*/ 832 w 1121"/>
                <a:gd name="T1" fmla="*/ 0 h 2079"/>
                <a:gd name="T2" fmla="*/ 931 w 1121"/>
                <a:gd name="T3" fmla="*/ 30 h 2079"/>
                <a:gd name="T4" fmla="*/ 932 w 1121"/>
                <a:gd name="T5" fmla="*/ 30 h 2079"/>
                <a:gd name="T6" fmla="*/ 968 w 1121"/>
                <a:gd name="T7" fmla="*/ 45 h 2079"/>
                <a:gd name="T8" fmla="*/ 1001 w 1121"/>
                <a:gd name="T9" fmla="*/ 64 h 2079"/>
                <a:gd name="T10" fmla="*/ 1031 w 1121"/>
                <a:gd name="T11" fmla="*/ 89 h 2079"/>
                <a:gd name="T12" fmla="*/ 1057 w 1121"/>
                <a:gd name="T13" fmla="*/ 116 h 2079"/>
                <a:gd name="T14" fmla="*/ 1079 w 1121"/>
                <a:gd name="T15" fmla="*/ 146 h 2079"/>
                <a:gd name="T16" fmla="*/ 1097 w 1121"/>
                <a:gd name="T17" fmla="*/ 180 h 2079"/>
                <a:gd name="T18" fmla="*/ 1110 w 1121"/>
                <a:gd name="T19" fmla="*/ 215 h 2079"/>
                <a:gd name="T20" fmla="*/ 1118 w 1121"/>
                <a:gd name="T21" fmla="*/ 253 h 2079"/>
                <a:gd name="T22" fmla="*/ 1121 w 1121"/>
                <a:gd name="T23" fmla="*/ 292 h 2079"/>
                <a:gd name="T24" fmla="*/ 1121 w 1121"/>
                <a:gd name="T25" fmla="*/ 897 h 2079"/>
                <a:gd name="T26" fmla="*/ 899 w 1121"/>
                <a:gd name="T27" fmla="*/ 1235 h 2079"/>
                <a:gd name="T28" fmla="*/ 899 w 1121"/>
                <a:gd name="T29" fmla="*/ 2052 h 2079"/>
                <a:gd name="T30" fmla="*/ 897 w 1121"/>
                <a:gd name="T31" fmla="*/ 2063 h 2079"/>
                <a:gd name="T32" fmla="*/ 891 w 1121"/>
                <a:gd name="T33" fmla="*/ 2072 h 2079"/>
                <a:gd name="T34" fmla="*/ 882 w 1121"/>
                <a:gd name="T35" fmla="*/ 2077 h 2079"/>
                <a:gd name="T36" fmla="*/ 872 w 1121"/>
                <a:gd name="T37" fmla="*/ 2079 h 2079"/>
                <a:gd name="T38" fmla="*/ 249 w 1121"/>
                <a:gd name="T39" fmla="*/ 2079 h 2079"/>
                <a:gd name="T40" fmla="*/ 239 w 1121"/>
                <a:gd name="T41" fmla="*/ 2077 h 2079"/>
                <a:gd name="T42" fmla="*/ 229 w 1121"/>
                <a:gd name="T43" fmla="*/ 2072 h 2079"/>
                <a:gd name="T44" fmla="*/ 224 w 1121"/>
                <a:gd name="T45" fmla="*/ 2063 h 2079"/>
                <a:gd name="T46" fmla="*/ 222 w 1121"/>
                <a:gd name="T47" fmla="*/ 2052 h 2079"/>
                <a:gd name="T48" fmla="*/ 222 w 1121"/>
                <a:gd name="T49" fmla="*/ 1235 h 2079"/>
                <a:gd name="T50" fmla="*/ 0 w 1121"/>
                <a:gd name="T51" fmla="*/ 897 h 2079"/>
                <a:gd name="T52" fmla="*/ 0 w 1121"/>
                <a:gd name="T53" fmla="*/ 294 h 2079"/>
                <a:gd name="T54" fmla="*/ 2 w 1121"/>
                <a:gd name="T55" fmla="*/ 254 h 2079"/>
                <a:gd name="T56" fmla="*/ 11 w 1121"/>
                <a:gd name="T57" fmla="*/ 216 h 2079"/>
                <a:gd name="T58" fmla="*/ 24 w 1121"/>
                <a:gd name="T59" fmla="*/ 181 h 2079"/>
                <a:gd name="T60" fmla="*/ 42 w 1121"/>
                <a:gd name="T61" fmla="*/ 147 h 2079"/>
                <a:gd name="T62" fmla="*/ 64 w 1121"/>
                <a:gd name="T63" fmla="*/ 116 h 2079"/>
                <a:gd name="T64" fmla="*/ 90 w 1121"/>
                <a:gd name="T65" fmla="*/ 89 h 2079"/>
                <a:gd name="T66" fmla="*/ 120 w 1121"/>
                <a:gd name="T67" fmla="*/ 64 h 2079"/>
                <a:gd name="T68" fmla="*/ 153 w 1121"/>
                <a:gd name="T69" fmla="*/ 46 h 2079"/>
                <a:gd name="T70" fmla="*/ 190 w 1121"/>
                <a:gd name="T71" fmla="*/ 30 h 2079"/>
                <a:gd name="T72" fmla="*/ 289 w 1121"/>
                <a:gd name="T73" fmla="*/ 1 h 2079"/>
                <a:gd name="T74" fmla="*/ 496 w 1121"/>
                <a:gd name="T75" fmla="*/ 568 h 2079"/>
                <a:gd name="T76" fmla="*/ 504 w 1121"/>
                <a:gd name="T77" fmla="*/ 584 h 2079"/>
                <a:gd name="T78" fmla="*/ 515 w 1121"/>
                <a:gd name="T79" fmla="*/ 597 h 2079"/>
                <a:gd name="T80" fmla="*/ 529 w 1121"/>
                <a:gd name="T81" fmla="*/ 607 h 2079"/>
                <a:gd name="T82" fmla="*/ 545 w 1121"/>
                <a:gd name="T83" fmla="*/ 613 h 2079"/>
                <a:gd name="T84" fmla="*/ 562 w 1121"/>
                <a:gd name="T85" fmla="*/ 615 h 2079"/>
                <a:gd name="T86" fmla="*/ 579 w 1121"/>
                <a:gd name="T87" fmla="*/ 613 h 2079"/>
                <a:gd name="T88" fmla="*/ 594 w 1121"/>
                <a:gd name="T89" fmla="*/ 607 h 2079"/>
                <a:gd name="T90" fmla="*/ 606 w 1121"/>
                <a:gd name="T91" fmla="*/ 597 h 2079"/>
                <a:gd name="T92" fmla="*/ 617 w 1121"/>
                <a:gd name="T93" fmla="*/ 586 h 2079"/>
                <a:gd name="T94" fmla="*/ 624 w 1121"/>
                <a:gd name="T95" fmla="*/ 571 h 2079"/>
                <a:gd name="T96" fmla="*/ 832 w 1121"/>
                <a:gd name="T97" fmla="*/ 0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21" h="2079">
                  <a:moveTo>
                    <a:pt x="832" y="0"/>
                  </a:moveTo>
                  <a:lnTo>
                    <a:pt x="931" y="30"/>
                  </a:lnTo>
                  <a:lnTo>
                    <a:pt x="932" y="30"/>
                  </a:lnTo>
                  <a:lnTo>
                    <a:pt x="968" y="45"/>
                  </a:lnTo>
                  <a:lnTo>
                    <a:pt x="1001" y="64"/>
                  </a:lnTo>
                  <a:lnTo>
                    <a:pt x="1031" y="89"/>
                  </a:lnTo>
                  <a:lnTo>
                    <a:pt x="1057" y="116"/>
                  </a:lnTo>
                  <a:lnTo>
                    <a:pt x="1079" y="146"/>
                  </a:lnTo>
                  <a:lnTo>
                    <a:pt x="1097" y="180"/>
                  </a:lnTo>
                  <a:lnTo>
                    <a:pt x="1110" y="215"/>
                  </a:lnTo>
                  <a:lnTo>
                    <a:pt x="1118" y="253"/>
                  </a:lnTo>
                  <a:lnTo>
                    <a:pt x="1121" y="292"/>
                  </a:lnTo>
                  <a:lnTo>
                    <a:pt x="1121" y="897"/>
                  </a:lnTo>
                  <a:lnTo>
                    <a:pt x="899" y="1235"/>
                  </a:lnTo>
                  <a:lnTo>
                    <a:pt x="899" y="2052"/>
                  </a:lnTo>
                  <a:lnTo>
                    <a:pt x="897" y="2063"/>
                  </a:lnTo>
                  <a:lnTo>
                    <a:pt x="891" y="2072"/>
                  </a:lnTo>
                  <a:lnTo>
                    <a:pt x="882" y="2077"/>
                  </a:lnTo>
                  <a:lnTo>
                    <a:pt x="872" y="2079"/>
                  </a:lnTo>
                  <a:lnTo>
                    <a:pt x="249" y="2079"/>
                  </a:lnTo>
                  <a:lnTo>
                    <a:pt x="239" y="2077"/>
                  </a:lnTo>
                  <a:lnTo>
                    <a:pt x="229" y="2072"/>
                  </a:lnTo>
                  <a:lnTo>
                    <a:pt x="224" y="2063"/>
                  </a:lnTo>
                  <a:lnTo>
                    <a:pt x="222" y="2052"/>
                  </a:lnTo>
                  <a:lnTo>
                    <a:pt x="222" y="1235"/>
                  </a:lnTo>
                  <a:lnTo>
                    <a:pt x="0" y="897"/>
                  </a:lnTo>
                  <a:lnTo>
                    <a:pt x="0" y="294"/>
                  </a:lnTo>
                  <a:lnTo>
                    <a:pt x="2" y="254"/>
                  </a:lnTo>
                  <a:lnTo>
                    <a:pt x="11" y="216"/>
                  </a:lnTo>
                  <a:lnTo>
                    <a:pt x="24" y="181"/>
                  </a:lnTo>
                  <a:lnTo>
                    <a:pt x="42" y="147"/>
                  </a:lnTo>
                  <a:lnTo>
                    <a:pt x="64" y="116"/>
                  </a:lnTo>
                  <a:lnTo>
                    <a:pt x="90" y="89"/>
                  </a:lnTo>
                  <a:lnTo>
                    <a:pt x="120" y="64"/>
                  </a:lnTo>
                  <a:lnTo>
                    <a:pt x="153" y="46"/>
                  </a:lnTo>
                  <a:lnTo>
                    <a:pt x="190" y="30"/>
                  </a:lnTo>
                  <a:lnTo>
                    <a:pt x="289" y="1"/>
                  </a:lnTo>
                  <a:lnTo>
                    <a:pt x="496" y="568"/>
                  </a:lnTo>
                  <a:lnTo>
                    <a:pt x="504" y="584"/>
                  </a:lnTo>
                  <a:lnTo>
                    <a:pt x="515" y="597"/>
                  </a:lnTo>
                  <a:lnTo>
                    <a:pt x="529" y="607"/>
                  </a:lnTo>
                  <a:lnTo>
                    <a:pt x="545" y="613"/>
                  </a:lnTo>
                  <a:lnTo>
                    <a:pt x="562" y="615"/>
                  </a:lnTo>
                  <a:lnTo>
                    <a:pt x="579" y="613"/>
                  </a:lnTo>
                  <a:lnTo>
                    <a:pt x="594" y="607"/>
                  </a:lnTo>
                  <a:lnTo>
                    <a:pt x="606" y="597"/>
                  </a:lnTo>
                  <a:lnTo>
                    <a:pt x="617" y="586"/>
                  </a:lnTo>
                  <a:lnTo>
                    <a:pt x="624" y="571"/>
                  </a:lnTo>
                  <a:lnTo>
                    <a:pt x="8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1" name="Freeform 155">
              <a:extLst>
                <a:ext uri="{FF2B5EF4-FFF2-40B4-BE49-F238E27FC236}">
                  <a16:creationId xmlns:a16="http://schemas.microsoft.com/office/drawing/2014/main" id="{62958310-61C8-4894-BD42-4422DE064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5" y="2284413"/>
              <a:ext cx="26988" cy="69850"/>
            </a:xfrm>
            <a:custGeom>
              <a:avLst/>
              <a:gdLst>
                <a:gd name="T0" fmla="*/ 46 w 186"/>
                <a:gd name="T1" fmla="*/ 0 h 479"/>
                <a:gd name="T2" fmla="*/ 141 w 186"/>
                <a:gd name="T3" fmla="*/ 0 h 479"/>
                <a:gd name="T4" fmla="*/ 154 w 186"/>
                <a:gd name="T5" fmla="*/ 2 h 479"/>
                <a:gd name="T6" fmla="*/ 165 w 186"/>
                <a:gd name="T7" fmla="*/ 7 h 479"/>
                <a:gd name="T8" fmla="*/ 175 w 186"/>
                <a:gd name="T9" fmla="*/ 15 h 479"/>
                <a:gd name="T10" fmla="*/ 183 w 186"/>
                <a:gd name="T11" fmla="*/ 27 h 479"/>
                <a:gd name="T12" fmla="*/ 186 w 186"/>
                <a:gd name="T13" fmla="*/ 40 h 479"/>
                <a:gd name="T14" fmla="*/ 186 w 186"/>
                <a:gd name="T15" fmla="*/ 54 h 479"/>
                <a:gd name="T16" fmla="*/ 181 w 186"/>
                <a:gd name="T17" fmla="*/ 67 h 479"/>
                <a:gd name="T18" fmla="*/ 130 w 186"/>
                <a:gd name="T19" fmla="*/ 144 h 479"/>
                <a:gd name="T20" fmla="*/ 154 w 186"/>
                <a:gd name="T21" fmla="*/ 345 h 479"/>
                <a:gd name="T22" fmla="*/ 107 w 186"/>
                <a:gd name="T23" fmla="*/ 470 h 479"/>
                <a:gd name="T24" fmla="*/ 103 w 186"/>
                <a:gd name="T25" fmla="*/ 476 h 479"/>
                <a:gd name="T26" fmla="*/ 97 w 186"/>
                <a:gd name="T27" fmla="*/ 479 h 479"/>
                <a:gd name="T28" fmla="*/ 90 w 186"/>
                <a:gd name="T29" fmla="*/ 479 h 479"/>
                <a:gd name="T30" fmla="*/ 84 w 186"/>
                <a:gd name="T31" fmla="*/ 476 h 479"/>
                <a:gd name="T32" fmla="*/ 80 w 186"/>
                <a:gd name="T33" fmla="*/ 470 h 479"/>
                <a:gd name="T34" fmla="*/ 33 w 186"/>
                <a:gd name="T35" fmla="*/ 345 h 479"/>
                <a:gd name="T36" fmla="*/ 57 w 186"/>
                <a:gd name="T37" fmla="*/ 144 h 479"/>
                <a:gd name="T38" fmla="*/ 6 w 186"/>
                <a:gd name="T39" fmla="*/ 67 h 479"/>
                <a:gd name="T40" fmla="*/ 1 w 186"/>
                <a:gd name="T41" fmla="*/ 54 h 479"/>
                <a:gd name="T42" fmla="*/ 0 w 186"/>
                <a:gd name="T43" fmla="*/ 40 h 479"/>
                <a:gd name="T44" fmla="*/ 4 w 186"/>
                <a:gd name="T45" fmla="*/ 27 h 479"/>
                <a:gd name="T46" fmla="*/ 12 w 186"/>
                <a:gd name="T47" fmla="*/ 15 h 479"/>
                <a:gd name="T48" fmla="*/ 22 w 186"/>
                <a:gd name="T49" fmla="*/ 7 h 479"/>
                <a:gd name="T50" fmla="*/ 33 w 186"/>
                <a:gd name="T51" fmla="*/ 2 h 479"/>
                <a:gd name="T52" fmla="*/ 46 w 186"/>
                <a:gd name="T53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6" h="479">
                  <a:moveTo>
                    <a:pt x="46" y="0"/>
                  </a:moveTo>
                  <a:lnTo>
                    <a:pt x="141" y="0"/>
                  </a:lnTo>
                  <a:lnTo>
                    <a:pt x="154" y="2"/>
                  </a:lnTo>
                  <a:lnTo>
                    <a:pt x="165" y="7"/>
                  </a:lnTo>
                  <a:lnTo>
                    <a:pt x="175" y="15"/>
                  </a:lnTo>
                  <a:lnTo>
                    <a:pt x="183" y="27"/>
                  </a:lnTo>
                  <a:lnTo>
                    <a:pt x="186" y="40"/>
                  </a:lnTo>
                  <a:lnTo>
                    <a:pt x="186" y="54"/>
                  </a:lnTo>
                  <a:lnTo>
                    <a:pt x="181" y="67"/>
                  </a:lnTo>
                  <a:lnTo>
                    <a:pt x="130" y="144"/>
                  </a:lnTo>
                  <a:lnTo>
                    <a:pt x="154" y="345"/>
                  </a:lnTo>
                  <a:lnTo>
                    <a:pt x="107" y="470"/>
                  </a:lnTo>
                  <a:lnTo>
                    <a:pt x="103" y="476"/>
                  </a:lnTo>
                  <a:lnTo>
                    <a:pt x="97" y="479"/>
                  </a:lnTo>
                  <a:lnTo>
                    <a:pt x="90" y="479"/>
                  </a:lnTo>
                  <a:lnTo>
                    <a:pt x="84" y="476"/>
                  </a:lnTo>
                  <a:lnTo>
                    <a:pt x="80" y="470"/>
                  </a:lnTo>
                  <a:lnTo>
                    <a:pt x="33" y="345"/>
                  </a:lnTo>
                  <a:lnTo>
                    <a:pt x="57" y="144"/>
                  </a:lnTo>
                  <a:lnTo>
                    <a:pt x="6" y="67"/>
                  </a:lnTo>
                  <a:lnTo>
                    <a:pt x="1" y="54"/>
                  </a:lnTo>
                  <a:lnTo>
                    <a:pt x="0" y="40"/>
                  </a:lnTo>
                  <a:lnTo>
                    <a:pt x="4" y="27"/>
                  </a:lnTo>
                  <a:lnTo>
                    <a:pt x="12" y="15"/>
                  </a:lnTo>
                  <a:lnTo>
                    <a:pt x="22" y="7"/>
                  </a:lnTo>
                  <a:lnTo>
                    <a:pt x="33" y="2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2" name="Freeform 152">
              <a:extLst>
                <a:ext uri="{FF2B5EF4-FFF2-40B4-BE49-F238E27FC236}">
                  <a16:creationId xmlns:a16="http://schemas.microsoft.com/office/drawing/2014/main" id="{B9CBFB6B-3668-4031-AD25-AFFD979BD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9926" y="2046521"/>
              <a:ext cx="484188" cy="342900"/>
            </a:xfrm>
            <a:custGeom>
              <a:avLst/>
              <a:gdLst>
                <a:gd name="T0" fmla="*/ 1220 w 3355"/>
                <a:gd name="T1" fmla="*/ 614 h 2370"/>
                <a:gd name="T2" fmla="*/ 1182 w 3355"/>
                <a:gd name="T3" fmla="*/ 692 h 2370"/>
                <a:gd name="T4" fmla="*/ 1220 w 3355"/>
                <a:gd name="T5" fmla="*/ 772 h 2370"/>
                <a:gd name="T6" fmla="*/ 1432 w 3355"/>
                <a:gd name="T7" fmla="*/ 794 h 2370"/>
                <a:gd name="T8" fmla="*/ 917 w 3355"/>
                <a:gd name="T9" fmla="*/ 997 h 2370"/>
                <a:gd name="T10" fmla="*/ 831 w 3355"/>
                <a:gd name="T11" fmla="*/ 1006 h 2370"/>
                <a:gd name="T12" fmla="*/ 393 w 3355"/>
                <a:gd name="T13" fmla="*/ 1454 h 2370"/>
                <a:gd name="T14" fmla="*/ 404 w 3355"/>
                <a:gd name="T15" fmla="*/ 1540 h 2370"/>
                <a:gd name="T16" fmla="*/ 471 w 3355"/>
                <a:gd name="T17" fmla="*/ 1586 h 2370"/>
                <a:gd name="T18" fmla="*/ 546 w 3355"/>
                <a:gd name="T19" fmla="*/ 1571 h 2370"/>
                <a:gd name="T20" fmla="*/ 1027 w 3355"/>
                <a:gd name="T21" fmla="*/ 1376 h 2370"/>
                <a:gd name="T22" fmla="*/ 1113 w 3355"/>
                <a:gd name="T23" fmla="*/ 1386 h 2370"/>
                <a:gd name="T24" fmla="*/ 1577 w 3355"/>
                <a:gd name="T25" fmla="*/ 1087 h 2370"/>
                <a:gd name="T26" fmla="*/ 1614 w 3355"/>
                <a:gd name="T27" fmla="*/ 1165 h 2370"/>
                <a:gd name="T28" fmla="*/ 1701 w 3355"/>
                <a:gd name="T29" fmla="*/ 1185 h 2370"/>
                <a:gd name="T30" fmla="*/ 1769 w 3355"/>
                <a:gd name="T31" fmla="*/ 1131 h 2370"/>
                <a:gd name="T32" fmla="*/ 1777 w 3355"/>
                <a:gd name="T33" fmla="*/ 669 h 2370"/>
                <a:gd name="T34" fmla="*/ 1722 w 3355"/>
                <a:gd name="T35" fmla="*/ 601 h 2370"/>
                <a:gd name="T36" fmla="*/ 101 w 3355"/>
                <a:gd name="T37" fmla="*/ 0 h 2370"/>
                <a:gd name="T38" fmla="*/ 3317 w 3355"/>
                <a:gd name="T39" fmla="*/ 22 h 2370"/>
                <a:gd name="T40" fmla="*/ 3355 w 3355"/>
                <a:gd name="T41" fmla="*/ 101 h 2370"/>
                <a:gd name="T42" fmla="*/ 3332 w 3355"/>
                <a:gd name="T43" fmla="*/ 2332 h 2370"/>
                <a:gd name="T44" fmla="*/ 3254 w 3355"/>
                <a:gd name="T45" fmla="*/ 2370 h 2370"/>
                <a:gd name="T46" fmla="*/ 3144 w 3355"/>
                <a:gd name="T47" fmla="*/ 2274 h 2370"/>
                <a:gd name="T48" fmla="*/ 3136 w 3355"/>
                <a:gd name="T49" fmla="*/ 1555 h 2370"/>
                <a:gd name="T50" fmla="*/ 3058 w 3355"/>
                <a:gd name="T51" fmla="*/ 1396 h 2370"/>
                <a:gd name="T52" fmla="*/ 2918 w 3355"/>
                <a:gd name="T53" fmla="*/ 1288 h 2370"/>
                <a:gd name="T54" fmla="*/ 2724 w 3355"/>
                <a:gd name="T55" fmla="*/ 1235 h 2370"/>
                <a:gd name="T56" fmla="*/ 2647 w 3355"/>
                <a:gd name="T57" fmla="*/ 1254 h 2370"/>
                <a:gd name="T58" fmla="*/ 2762 w 3355"/>
                <a:gd name="T59" fmla="*/ 1161 h 2370"/>
                <a:gd name="T60" fmla="*/ 2874 w 3355"/>
                <a:gd name="T61" fmla="*/ 996 h 2370"/>
                <a:gd name="T62" fmla="*/ 2899 w 3355"/>
                <a:gd name="T63" fmla="*/ 790 h 2370"/>
                <a:gd name="T64" fmla="*/ 2834 w 3355"/>
                <a:gd name="T65" fmla="*/ 608 h 2370"/>
                <a:gd name="T66" fmla="*/ 2699 w 3355"/>
                <a:gd name="T67" fmla="*/ 473 h 2370"/>
                <a:gd name="T68" fmla="*/ 2517 w 3355"/>
                <a:gd name="T69" fmla="*/ 408 h 2370"/>
                <a:gd name="T70" fmla="*/ 2320 w 3355"/>
                <a:gd name="T71" fmla="*/ 431 h 2370"/>
                <a:gd name="T72" fmla="*/ 2159 w 3355"/>
                <a:gd name="T73" fmla="*/ 534 h 2370"/>
                <a:gd name="T74" fmla="*/ 2056 w 3355"/>
                <a:gd name="T75" fmla="*/ 695 h 2370"/>
                <a:gd name="T76" fmla="*/ 2034 w 3355"/>
                <a:gd name="T77" fmla="*/ 895 h 2370"/>
                <a:gd name="T78" fmla="*/ 2105 w 3355"/>
                <a:gd name="T79" fmla="*/ 1085 h 2370"/>
                <a:gd name="T80" fmla="*/ 2252 w 3355"/>
                <a:gd name="T81" fmla="*/ 1221 h 2370"/>
                <a:gd name="T82" fmla="*/ 2239 w 3355"/>
                <a:gd name="T83" fmla="*/ 1243 h 2370"/>
                <a:gd name="T84" fmla="*/ 2160 w 3355"/>
                <a:gd name="T85" fmla="*/ 1239 h 2370"/>
                <a:gd name="T86" fmla="*/ 1975 w 3355"/>
                <a:gd name="T87" fmla="*/ 1310 h 2370"/>
                <a:gd name="T88" fmla="*/ 1849 w 3355"/>
                <a:gd name="T89" fmla="*/ 1433 h 2370"/>
                <a:gd name="T90" fmla="*/ 1789 w 3355"/>
                <a:gd name="T91" fmla="*/ 1601 h 2370"/>
                <a:gd name="T92" fmla="*/ 1795 w 3355"/>
                <a:gd name="T93" fmla="*/ 2296 h 2370"/>
                <a:gd name="T94" fmla="*/ 78 w 3355"/>
                <a:gd name="T95" fmla="*/ 2368 h 2370"/>
                <a:gd name="T96" fmla="*/ 10 w 3355"/>
                <a:gd name="T97" fmla="*/ 2313 h 2370"/>
                <a:gd name="T98" fmla="*/ 3 w 3355"/>
                <a:gd name="T99" fmla="*/ 78 h 2370"/>
                <a:gd name="T100" fmla="*/ 58 w 3355"/>
                <a:gd name="T101" fmla="*/ 1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55" h="2370">
                  <a:moveTo>
                    <a:pt x="1284" y="591"/>
                  </a:moveTo>
                  <a:lnTo>
                    <a:pt x="1261" y="594"/>
                  </a:lnTo>
                  <a:lnTo>
                    <a:pt x="1239" y="601"/>
                  </a:lnTo>
                  <a:lnTo>
                    <a:pt x="1220" y="614"/>
                  </a:lnTo>
                  <a:lnTo>
                    <a:pt x="1204" y="629"/>
                  </a:lnTo>
                  <a:lnTo>
                    <a:pt x="1193" y="648"/>
                  </a:lnTo>
                  <a:lnTo>
                    <a:pt x="1185" y="669"/>
                  </a:lnTo>
                  <a:lnTo>
                    <a:pt x="1182" y="692"/>
                  </a:lnTo>
                  <a:lnTo>
                    <a:pt x="1185" y="716"/>
                  </a:lnTo>
                  <a:lnTo>
                    <a:pt x="1193" y="737"/>
                  </a:lnTo>
                  <a:lnTo>
                    <a:pt x="1204" y="756"/>
                  </a:lnTo>
                  <a:lnTo>
                    <a:pt x="1220" y="772"/>
                  </a:lnTo>
                  <a:lnTo>
                    <a:pt x="1239" y="783"/>
                  </a:lnTo>
                  <a:lnTo>
                    <a:pt x="1261" y="792"/>
                  </a:lnTo>
                  <a:lnTo>
                    <a:pt x="1284" y="794"/>
                  </a:lnTo>
                  <a:lnTo>
                    <a:pt x="1432" y="794"/>
                  </a:lnTo>
                  <a:lnTo>
                    <a:pt x="1081" y="1146"/>
                  </a:lnTo>
                  <a:lnTo>
                    <a:pt x="955" y="1021"/>
                  </a:lnTo>
                  <a:lnTo>
                    <a:pt x="937" y="1006"/>
                  </a:lnTo>
                  <a:lnTo>
                    <a:pt x="917" y="997"/>
                  </a:lnTo>
                  <a:lnTo>
                    <a:pt x="895" y="991"/>
                  </a:lnTo>
                  <a:lnTo>
                    <a:pt x="873" y="991"/>
                  </a:lnTo>
                  <a:lnTo>
                    <a:pt x="851" y="997"/>
                  </a:lnTo>
                  <a:lnTo>
                    <a:pt x="831" y="1006"/>
                  </a:lnTo>
                  <a:lnTo>
                    <a:pt x="812" y="1021"/>
                  </a:lnTo>
                  <a:lnTo>
                    <a:pt x="418" y="1414"/>
                  </a:lnTo>
                  <a:lnTo>
                    <a:pt x="404" y="1433"/>
                  </a:lnTo>
                  <a:lnTo>
                    <a:pt x="393" y="1454"/>
                  </a:lnTo>
                  <a:lnTo>
                    <a:pt x="389" y="1475"/>
                  </a:lnTo>
                  <a:lnTo>
                    <a:pt x="389" y="1498"/>
                  </a:lnTo>
                  <a:lnTo>
                    <a:pt x="393" y="1520"/>
                  </a:lnTo>
                  <a:lnTo>
                    <a:pt x="404" y="1540"/>
                  </a:lnTo>
                  <a:lnTo>
                    <a:pt x="418" y="1559"/>
                  </a:lnTo>
                  <a:lnTo>
                    <a:pt x="434" y="1571"/>
                  </a:lnTo>
                  <a:lnTo>
                    <a:pt x="452" y="1581"/>
                  </a:lnTo>
                  <a:lnTo>
                    <a:pt x="471" y="1586"/>
                  </a:lnTo>
                  <a:lnTo>
                    <a:pt x="490" y="1588"/>
                  </a:lnTo>
                  <a:lnTo>
                    <a:pt x="510" y="1586"/>
                  </a:lnTo>
                  <a:lnTo>
                    <a:pt x="528" y="1581"/>
                  </a:lnTo>
                  <a:lnTo>
                    <a:pt x="546" y="1571"/>
                  </a:lnTo>
                  <a:lnTo>
                    <a:pt x="562" y="1559"/>
                  </a:lnTo>
                  <a:lnTo>
                    <a:pt x="884" y="1236"/>
                  </a:lnTo>
                  <a:lnTo>
                    <a:pt x="1009" y="1361"/>
                  </a:lnTo>
                  <a:lnTo>
                    <a:pt x="1027" y="1376"/>
                  </a:lnTo>
                  <a:lnTo>
                    <a:pt x="1048" y="1386"/>
                  </a:lnTo>
                  <a:lnTo>
                    <a:pt x="1069" y="1390"/>
                  </a:lnTo>
                  <a:lnTo>
                    <a:pt x="1092" y="1390"/>
                  </a:lnTo>
                  <a:lnTo>
                    <a:pt x="1113" y="1386"/>
                  </a:lnTo>
                  <a:lnTo>
                    <a:pt x="1134" y="1376"/>
                  </a:lnTo>
                  <a:lnTo>
                    <a:pt x="1153" y="1361"/>
                  </a:lnTo>
                  <a:lnTo>
                    <a:pt x="1577" y="937"/>
                  </a:lnTo>
                  <a:lnTo>
                    <a:pt x="1577" y="1087"/>
                  </a:lnTo>
                  <a:lnTo>
                    <a:pt x="1579" y="1110"/>
                  </a:lnTo>
                  <a:lnTo>
                    <a:pt x="1586" y="1131"/>
                  </a:lnTo>
                  <a:lnTo>
                    <a:pt x="1599" y="1149"/>
                  </a:lnTo>
                  <a:lnTo>
                    <a:pt x="1614" y="1165"/>
                  </a:lnTo>
                  <a:lnTo>
                    <a:pt x="1633" y="1178"/>
                  </a:lnTo>
                  <a:lnTo>
                    <a:pt x="1654" y="1185"/>
                  </a:lnTo>
                  <a:lnTo>
                    <a:pt x="1678" y="1188"/>
                  </a:lnTo>
                  <a:lnTo>
                    <a:pt x="1701" y="1185"/>
                  </a:lnTo>
                  <a:lnTo>
                    <a:pt x="1722" y="1178"/>
                  </a:lnTo>
                  <a:lnTo>
                    <a:pt x="1741" y="1165"/>
                  </a:lnTo>
                  <a:lnTo>
                    <a:pt x="1757" y="1149"/>
                  </a:lnTo>
                  <a:lnTo>
                    <a:pt x="1769" y="1131"/>
                  </a:lnTo>
                  <a:lnTo>
                    <a:pt x="1777" y="1110"/>
                  </a:lnTo>
                  <a:lnTo>
                    <a:pt x="1780" y="1087"/>
                  </a:lnTo>
                  <a:lnTo>
                    <a:pt x="1780" y="692"/>
                  </a:lnTo>
                  <a:lnTo>
                    <a:pt x="1777" y="669"/>
                  </a:lnTo>
                  <a:lnTo>
                    <a:pt x="1769" y="648"/>
                  </a:lnTo>
                  <a:lnTo>
                    <a:pt x="1757" y="629"/>
                  </a:lnTo>
                  <a:lnTo>
                    <a:pt x="1741" y="614"/>
                  </a:lnTo>
                  <a:lnTo>
                    <a:pt x="1722" y="601"/>
                  </a:lnTo>
                  <a:lnTo>
                    <a:pt x="1701" y="594"/>
                  </a:lnTo>
                  <a:lnTo>
                    <a:pt x="1678" y="591"/>
                  </a:lnTo>
                  <a:lnTo>
                    <a:pt x="1284" y="591"/>
                  </a:lnTo>
                  <a:close/>
                  <a:moveTo>
                    <a:pt x="101" y="0"/>
                  </a:moveTo>
                  <a:lnTo>
                    <a:pt x="3254" y="0"/>
                  </a:lnTo>
                  <a:lnTo>
                    <a:pt x="3277" y="2"/>
                  </a:lnTo>
                  <a:lnTo>
                    <a:pt x="3298" y="10"/>
                  </a:lnTo>
                  <a:lnTo>
                    <a:pt x="3317" y="22"/>
                  </a:lnTo>
                  <a:lnTo>
                    <a:pt x="3332" y="38"/>
                  </a:lnTo>
                  <a:lnTo>
                    <a:pt x="3345" y="57"/>
                  </a:lnTo>
                  <a:lnTo>
                    <a:pt x="3352" y="78"/>
                  </a:lnTo>
                  <a:lnTo>
                    <a:pt x="3355" y="101"/>
                  </a:lnTo>
                  <a:lnTo>
                    <a:pt x="3355" y="2268"/>
                  </a:lnTo>
                  <a:lnTo>
                    <a:pt x="3352" y="2292"/>
                  </a:lnTo>
                  <a:lnTo>
                    <a:pt x="3345" y="2313"/>
                  </a:lnTo>
                  <a:lnTo>
                    <a:pt x="3332" y="2332"/>
                  </a:lnTo>
                  <a:lnTo>
                    <a:pt x="3317" y="2348"/>
                  </a:lnTo>
                  <a:lnTo>
                    <a:pt x="3298" y="2360"/>
                  </a:lnTo>
                  <a:lnTo>
                    <a:pt x="3277" y="2368"/>
                  </a:lnTo>
                  <a:lnTo>
                    <a:pt x="3254" y="2370"/>
                  </a:lnTo>
                  <a:lnTo>
                    <a:pt x="3091" y="2370"/>
                  </a:lnTo>
                  <a:lnTo>
                    <a:pt x="3126" y="2317"/>
                  </a:lnTo>
                  <a:lnTo>
                    <a:pt x="3137" y="2296"/>
                  </a:lnTo>
                  <a:lnTo>
                    <a:pt x="3144" y="2274"/>
                  </a:lnTo>
                  <a:lnTo>
                    <a:pt x="3146" y="2251"/>
                  </a:lnTo>
                  <a:lnTo>
                    <a:pt x="3146" y="1646"/>
                  </a:lnTo>
                  <a:lnTo>
                    <a:pt x="3143" y="1600"/>
                  </a:lnTo>
                  <a:lnTo>
                    <a:pt x="3136" y="1555"/>
                  </a:lnTo>
                  <a:lnTo>
                    <a:pt x="3123" y="1512"/>
                  </a:lnTo>
                  <a:lnTo>
                    <a:pt x="3105" y="1471"/>
                  </a:lnTo>
                  <a:lnTo>
                    <a:pt x="3084" y="1433"/>
                  </a:lnTo>
                  <a:lnTo>
                    <a:pt x="3058" y="1396"/>
                  </a:lnTo>
                  <a:lnTo>
                    <a:pt x="3028" y="1364"/>
                  </a:lnTo>
                  <a:lnTo>
                    <a:pt x="2995" y="1335"/>
                  </a:lnTo>
                  <a:lnTo>
                    <a:pt x="2958" y="1310"/>
                  </a:lnTo>
                  <a:lnTo>
                    <a:pt x="2918" y="1288"/>
                  </a:lnTo>
                  <a:lnTo>
                    <a:pt x="2875" y="1271"/>
                  </a:lnTo>
                  <a:lnTo>
                    <a:pt x="2774" y="1239"/>
                  </a:lnTo>
                  <a:lnTo>
                    <a:pt x="2749" y="1235"/>
                  </a:lnTo>
                  <a:lnTo>
                    <a:pt x="2724" y="1235"/>
                  </a:lnTo>
                  <a:lnTo>
                    <a:pt x="2699" y="1241"/>
                  </a:lnTo>
                  <a:lnTo>
                    <a:pt x="2677" y="1251"/>
                  </a:lnTo>
                  <a:lnTo>
                    <a:pt x="2658" y="1266"/>
                  </a:lnTo>
                  <a:lnTo>
                    <a:pt x="2647" y="1254"/>
                  </a:lnTo>
                  <a:lnTo>
                    <a:pt x="2637" y="1243"/>
                  </a:lnTo>
                  <a:lnTo>
                    <a:pt x="2682" y="1221"/>
                  </a:lnTo>
                  <a:lnTo>
                    <a:pt x="2725" y="1193"/>
                  </a:lnTo>
                  <a:lnTo>
                    <a:pt x="2762" y="1161"/>
                  </a:lnTo>
                  <a:lnTo>
                    <a:pt x="2798" y="1125"/>
                  </a:lnTo>
                  <a:lnTo>
                    <a:pt x="2828" y="1085"/>
                  </a:lnTo>
                  <a:lnTo>
                    <a:pt x="2853" y="1042"/>
                  </a:lnTo>
                  <a:lnTo>
                    <a:pt x="2874" y="996"/>
                  </a:lnTo>
                  <a:lnTo>
                    <a:pt x="2890" y="946"/>
                  </a:lnTo>
                  <a:lnTo>
                    <a:pt x="2899" y="895"/>
                  </a:lnTo>
                  <a:lnTo>
                    <a:pt x="2902" y="842"/>
                  </a:lnTo>
                  <a:lnTo>
                    <a:pt x="2899" y="790"/>
                  </a:lnTo>
                  <a:lnTo>
                    <a:pt x="2891" y="742"/>
                  </a:lnTo>
                  <a:lnTo>
                    <a:pt x="2877" y="695"/>
                  </a:lnTo>
                  <a:lnTo>
                    <a:pt x="2857" y="650"/>
                  </a:lnTo>
                  <a:lnTo>
                    <a:pt x="2834" y="608"/>
                  </a:lnTo>
                  <a:lnTo>
                    <a:pt x="2806" y="570"/>
                  </a:lnTo>
                  <a:lnTo>
                    <a:pt x="2775" y="534"/>
                  </a:lnTo>
                  <a:lnTo>
                    <a:pt x="2739" y="502"/>
                  </a:lnTo>
                  <a:lnTo>
                    <a:pt x="2699" y="473"/>
                  </a:lnTo>
                  <a:lnTo>
                    <a:pt x="2658" y="450"/>
                  </a:lnTo>
                  <a:lnTo>
                    <a:pt x="2614" y="431"/>
                  </a:lnTo>
                  <a:lnTo>
                    <a:pt x="2567" y="417"/>
                  </a:lnTo>
                  <a:lnTo>
                    <a:pt x="2517" y="408"/>
                  </a:lnTo>
                  <a:lnTo>
                    <a:pt x="2466" y="405"/>
                  </a:lnTo>
                  <a:lnTo>
                    <a:pt x="2416" y="408"/>
                  </a:lnTo>
                  <a:lnTo>
                    <a:pt x="2367" y="417"/>
                  </a:lnTo>
                  <a:lnTo>
                    <a:pt x="2320" y="431"/>
                  </a:lnTo>
                  <a:lnTo>
                    <a:pt x="2275" y="450"/>
                  </a:lnTo>
                  <a:lnTo>
                    <a:pt x="2233" y="473"/>
                  </a:lnTo>
                  <a:lnTo>
                    <a:pt x="2194" y="502"/>
                  </a:lnTo>
                  <a:lnTo>
                    <a:pt x="2159" y="534"/>
                  </a:lnTo>
                  <a:lnTo>
                    <a:pt x="2126" y="570"/>
                  </a:lnTo>
                  <a:lnTo>
                    <a:pt x="2099" y="608"/>
                  </a:lnTo>
                  <a:lnTo>
                    <a:pt x="2075" y="650"/>
                  </a:lnTo>
                  <a:lnTo>
                    <a:pt x="2056" y="695"/>
                  </a:lnTo>
                  <a:lnTo>
                    <a:pt x="2042" y="742"/>
                  </a:lnTo>
                  <a:lnTo>
                    <a:pt x="2034" y="790"/>
                  </a:lnTo>
                  <a:lnTo>
                    <a:pt x="2031" y="842"/>
                  </a:lnTo>
                  <a:lnTo>
                    <a:pt x="2034" y="895"/>
                  </a:lnTo>
                  <a:lnTo>
                    <a:pt x="2043" y="946"/>
                  </a:lnTo>
                  <a:lnTo>
                    <a:pt x="2058" y="996"/>
                  </a:lnTo>
                  <a:lnTo>
                    <a:pt x="2079" y="1042"/>
                  </a:lnTo>
                  <a:lnTo>
                    <a:pt x="2105" y="1085"/>
                  </a:lnTo>
                  <a:lnTo>
                    <a:pt x="2135" y="1125"/>
                  </a:lnTo>
                  <a:lnTo>
                    <a:pt x="2170" y="1161"/>
                  </a:lnTo>
                  <a:lnTo>
                    <a:pt x="2209" y="1193"/>
                  </a:lnTo>
                  <a:lnTo>
                    <a:pt x="2252" y="1221"/>
                  </a:lnTo>
                  <a:lnTo>
                    <a:pt x="2297" y="1243"/>
                  </a:lnTo>
                  <a:lnTo>
                    <a:pt x="2276" y="1267"/>
                  </a:lnTo>
                  <a:lnTo>
                    <a:pt x="2258" y="1253"/>
                  </a:lnTo>
                  <a:lnTo>
                    <a:pt x="2239" y="1243"/>
                  </a:lnTo>
                  <a:lnTo>
                    <a:pt x="2217" y="1236"/>
                  </a:lnTo>
                  <a:lnTo>
                    <a:pt x="2194" y="1234"/>
                  </a:lnTo>
                  <a:lnTo>
                    <a:pt x="2176" y="1235"/>
                  </a:lnTo>
                  <a:lnTo>
                    <a:pt x="2160" y="1239"/>
                  </a:lnTo>
                  <a:lnTo>
                    <a:pt x="2060" y="1270"/>
                  </a:lnTo>
                  <a:lnTo>
                    <a:pt x="2059" y="1271"/>
                  </a:lnTo>
                  <a:lnTo>
                    <a:pt x="2015" y="1288"/>
                  </a:lnTo>
                  <a:lnTo>
                    <a:pt x="1975" y="1310"/>
                  </a:lnTo>
                  <a:lnTo>
                    <a:pt x="1939" y="1335"/>
                  </a:lnTo>
                  <a:lnTo>
                    <a:pt x="1905" y="1365"/>
                  </a:lnTo>
                  <a:lnTo>
                    <a:pt x="1875" y="1398"/>
                  </a:lnTo>
                  <a:lnTo>
                    <a:pt x="1849" y="1433"/>
                  </a:lnTo>
                  <a:lnTo>
                    <a:pt x="1828" y="1472"/>
                  </a:lnTo>
                  <a:lnTo>
                    <a:pt x="1810" y="1514"/>
                  </a:lnTo>
                  <a:lnTo>
                    <a:pt x="1798" y="1557"/>
                  </a:lnTo>
                  <a:lnTo>
                    <a:pt x="1789" y="1601"/>
                  </a:lnTo>
                  <a:lnTo>
                    <a:pt x="1787" y="1648"/>
                  </a:lnTo>
                  <a:lnTo>
                    <a:pt x="1787" y="2251"/>
                  </a:lnTo>
                  <a:lnTo>
                    <a:pt x="1789" y="2274"/>
                  </a:lnTo>
                  <a:lnTo>
                    <a:pt x="1795" y="2296"/>
                  </a:lnTo>
                  <a:lnTo>
                    <a:pt x="1807" y="2317"/>
                  </a:lnTo>
                  <a:lnTo>
                    <a:pt x="1841" y="2370"/>
                  </a:lnTo>
                  <a:lnTo>
                    <a:pt x="101" y="2370"/>
                  </a:lnTo>
                  <a:lnTo>
                    <a:pt x="78" y="2368"/>
                  </a:lnTo>
                  <a:lnTo>
                    <a:pt x="58" y="2360"/>
                  </a:lnTo>
                  <a:lnTo>
                    <a:pt x="39" y="2348"/>
                  </a:lnTo>
                  <a:lnTo>
                    <a:pt x="23" y="2332"/>
                  </a:lnTo>
                  <a:lnTo>
                    <a:pt x="10" y="2313"/>
                  </a:lnTo>
                  <a:lnTo>
                    <a:pt x="3" y="2292"/>
                  </a:lnTo>
                  <a:lnTo>
                    <a:pt x="0" y="2268"/>
                  </a:lnTo>
                  <a:lnTo>
                    <a:pt x="0" y="101"/>
                  </a:lnTo>
                  <a:lnTo>
                    <a:pt x="3" y="78"/>
                  </a:lnTo>
                  <a:lnTo>
                    <a:pt x="10" y="57"/>
                  </a:lnTo>
                  <a:lnTo>
                    <a:pt x="23" y="38"/>
                  </a:lnTo>
                  <a:lnTo>
                    <a:pt x="39" y="22"/>
                  </a:lnTo>
                  <a:lnTo>
                    <a:pt x="58" y="10"/>
                  </a:lnTo>
                  <a:lnTo>
                    <a:pt x="78" y="2"/>
                  </a:lnTo>
                  <a:lnTo>
                    <a:pt x="1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14BE2073-0295-4294-B2D2-C922D19EB794}"/>
              </a:ext>
            </a:extLst>
          </p:cNvPr>
          <p:cNvGrpSpPr/>
          <p:nvPr/>
        </p:nvGrpSpPr>
        <p:grpSpPr>
          <a:xfrm>
            <a:off x="5666778" y="4836059"/>
            <a:ext cx="285855" cy="286900"/>
            <a:chOff x="3944938" y="2151063"/>
            <a:chExt cx="433388" cy="4349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44" name="Freeform 162">
              <a:extLst>
                <a:ext uri="{FF2B5EF4-FFF2-40B4-BE49-F238E27FC236}">
                  <a16:creationId xmlns:a16="http://schemas.microsoft.com/office/drawing/2014/main" id="{B80632F7-27BE-4096-91F6-B2D96BEFB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026" y="2239963"/>
              <a:ext cx="49213" cy="47625"/>
            </a:xfrm>
            <a:custGeom>
              <a:avLst/>
              <a:gdLst>
                <a:gd name="T0" fmla="*/ 167 w 334"/>
                <a:gd name="T1" fmla="*/ 0 h 334"/>
                <a:gd name="T2" fmla="*/ 197 w 334"/>
                <a:gd name="T3" fmla="*/ 2 h 334"/>
                <a:gd name="T4" fmla="*/ 225 w 334"/>
                <a:gd name="T5" fmla="*/ 10 h 334"/>
                <a:gd name="T6" fmla="*/ 251 w 334"/>
                <a:gd name="T7" fmla="*/ 22 h 334"/>
                <a:gd name="T8" fmla="*/ 275 w 334"/>
                <a:gd name="T9" fmla="*/ 38 h 334"/>
                <a:gd name="T10" fmla="*/ 294 w 334"/>
                <a:gd name="T11" fmla="*/ 59 h 334"/>
                <a:gd name="T12" fmla="*/ 311 w 334"/>
                <a:gd name="T13" fmla="*/ 82 h 334"/>
                <a:gd name="T14" fmla="*/ 324 w 334"/>
                <a:gd name="T15" fmla="*/ 108 h 334"/>
                <a:gd name="T16" fmla="*/ 331 w 334"/>
                <a:gd name="T17" fmla="*/ 137 h 334"/>
                <a:gd name="T18" fmla="*/ 334 w 334"/>
                <a:gd name="T19" fmla="*/ 166 h 334"/>
                <a:gd name="T20" fmla="*/ 331 w 334"/>
                <a:gd name="T21" fmla="*/ 196 h 334"/>
                <a:gd name="T22" fmla="*/ 324 w 334"/>
                <a:gd name="T23" fmla="*/ 225 h 334"/>
                <a:gd name="T24" fmla="*/ 311 w 334"/>
                <a:gd name="T25" fmla="*/ 251 h 334"/>
                <a:gd name="T26" fmla="*/ 294 w 334"/>
                <a:gd name="T27" fmla="*/ 274 h 334"/>
                <a:gd name="T28" fmla="*/ 275 w 334"/>
                <a:gd name="T29" fmla="*/ 295 h 334"/>
                <a:gd name="T30" fmla="*/ 251 w 334"/>
                <a:gd name="T31" fmla="*/ 310 h 334"/>
                <a:gd name="T32" fmla="*/ 225 w 334"/>
                <a:gd name="T33" fmla="*/ 323 h 334"/>
                <a:gd name="T34" fmla="*/ 197 w 334"/>
                <a:gd name="T35" fmla="*/ 331 h 334"/>
                <a:gd name="T36" fmla="*/ 167 w 334"/>
                <a:gd name="T37" fmla="*/ 334 h 334"/>
                <a:gd name="T38" fmla="*/ 137 w 334"/>
                <a:gd name="T39" fmla="*/ 331 h 334"/>
                <a:gd name="T40" fmla="*/ 109 w 334"/>
                <a:gd name="T41" fmla="*/ 323 h 334"/>
                <a:gd name="T42" fmla="*/ 83 w 334"/>
                <a:gd name="T43" fmla="*/ 310 h 334"/>
                <a:gd name="T44" fmla="*/ 59 w 334"/>
                <a:gd name="T45" fmla="*/ 295 h 334"/>
                <a:gd name="T46" fmla="*/ 39 w 334"/>
                <a:gd name="T47" fmla="*/ 274 h 334"/>
                <a:gd name="T48" fmla="*/ 22 w 334"/>
                <a:gd name="T49" fmla="*/ 251 h 334"/>
                <a:gd name="T50" fmla="*/ 11 w 334"/>
                <a:gd name="T51" fmla="*/ 225 h 334"/>
                <a:gd name="T52" fmla="*/ 3 w 334"/>
                <a:gd name="T53" fmla="*/ 196 h 334"/>
                <a:gd name="T54" fmla="*/ 0 w 334"/>
                <a:gd name="T55" fmla="*/ 166 h 334"/>
                <a:gd name="T56" fmla="*/ 3 w 334"/>
                <a:gd name="T57" fmla="*/ 137 h 334"/>
                <a:gd name="T58" fmla="*/ 11 w 334"/>
                <a:gd name="T59" fmla="*/ 108 h 334"/>
                <a:gd name="T60" fmla="*/ 22 w 334"/>
                <a:gd name="T61" fmla="*/ 82 h 334"/>
                <a:gd name="T62" fmla="*/ 39 w 334"/>
                <a:gd name="T63" fmla="*/ 59 h 334"/>
                <a:gd name="T64" fmla="*/ 59 w 334"/>
                <a:gd name="T65" fmla="*/ 38 h 334"/>
                <a:gd name="T66" fmla="*/ 83 w 334"/>
                <a:gd name="T67" fmla="*/ 22 h 334"/>
                <a:gd name="T68" fmla="*/ 109 w 334"/>
                <a:gd name="T69" fmla="*/ 10 h 334"/>
                <a:gd name="T70" fmla="*/ 137 w 334"/>
                <a:gd name="T71" fmla="*/ 2 h 334"/>
                <a:gd name="T72" fmla="*/ 167 w 334"/>
                <a:gd name="T73" fmla="*/ 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34" h="334">
                  <a:moveTo>
                    <a:pt x="167" y="0"/>
                  </a:moveTo>
                  <a:lnTo>
                    <a:pt x="197" y="2"/>
                  </a:lnTo>
                  <a:lnTo>
                    <a:pt x="225" y="10"/>
                  </a:lnTo>
                  <a:lnTo>
                    <a:pt x="251" y="22"/>
                  </a:lnTo>
                  <a:lnTo>
                    <a:pt x="275" y="38"/>
                  </a:lnTo>
                  <a:lnTo>
                    <a:pt x="294" y="59"/>
                  </a:lnTo>
                  <a:lnTo>
                    <a:pt x="311" y="82"/>
                  </a:lnTo>
                  <a:lnTo>
                    <a:pt x="324" y="108"/>
                  </a:lnTo>
                  <a:lnTo>
                    <a:pt x="331" y="137"/>
                  </a:lnTo>
                  <a:lnTo>
                    <a:pt x="334" y="166"/>
                  </a:lnTo>
                  <a:lnTo>
                    <a:pt x="331" y="196"/>
                  </a:lnTo>
                  <a:lnTo>
                    <a:pt x="324" y="225"/>
                  </a:lnTo>
                  <a:lnTo>
                    <a:pt x="311" y="251"/>
                  </a:lnTo>
                  <a:lnTo>
                    <a:pt x="294" y="274"/>
                  </a:lnTo>
                  <a:lnTo>
                    <a:pt x="275" y="295"/>
                  </a:lnTo>
                  <a:lnTo>
                    <a:pt x="251" y="310"/>
                  </a:lnTo>
                  <a:lnTo>
                    <a:pt x="225" y="323"/>
                  </a:lnTo>
                  <a:lnTo>
                    <a:pt x="197" y="331"/>
                  </a:lnTo>
                  <a:lnTo>
                    <a:pt x="167" y="334"/>
                  </a:lnTo>
                  <a:lnTo>
                    <a:pt x="137" y="331"/>
                  </a:lnTo>
                  <a:lnTo>
                    <a:pt x="109" y="323"/>
                  </a:lnTo>
                  <a:lnTo>
                    <a:pt x="83" y="310"/>
                  </a:lnTo>
                  <a:lnTo>
                    <a:pt x="59" y="295"/>
                  </a:lnTo>
                  <a:lnTo>
                    <a:pt x="39" y="274"/>
                  </a:lnTo>
                  <a:lnTo>
                    <a:pt x="22" y="251"/>
                  </a:lnTo>
                  <a:lnTo>
                    <a:pt x="11" y="225"/>
                  </a:lnTo>
                  <a:lnTo>
                    <a:pt x="3" y="196"/>
                  </a:lnTo>
                  <a:lnTo>
                    <a:pt x="0" y="166"/>
                  </a:lnTo>
                  <a:lnTo>
                    <a:pt x="3" y="137"/>
                  </a:lnTo>
                  <a:lnTo>
                    <a:pt x="11" y="108"/>
                  </a:lnTo>
                  <a:lnTo>
                    <a:pt x="22" y="82"/>
                  </a:lnTo>
                  <a:lnTo>
                    <a:pt x="39" y="59"/>
                  </a:lnTo>
                  <a:lnTo>
                    <a:pt x="59" y="38"/>
                  </a:lnTo>
                  <a:lnTo>
                    <a:pt x="83" y="22"/>
                  </a:lnTo>
                  <a:lnTo>
                    <a:pt x="109" y="10"/>
                  </a:lnTo>
                  <a:lnTo>
                    <a:pt x="137" y="2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5" name="Freeform 163">
              <a:extLst>
                <a:ext uri="{FF2B5EF4-FFF2-40B4-BE49-F238E27FC236}">
                  <a16:creationId xmlns:a16="http://schemas.microsoft.com/office/drawing/2014/main" id="{F05F01E5-BC35-428A-B530-3BE89D3CE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513" y="2344738"/>
              <a:ext cx="122238" cy="76200"/>
            </a:xfrm>
            <a:custGeom>
              <a:avLst/>
              <a:gdLst>
                <a:gd name="T0" fmla="*/ 152 w 842"/>
                <a:gd name="T1" fmla="*/ 0 h 519"/>
                <a:gd name="T2" fmla="*/ 361 w 842"/>
                <a:gd name="T3" fmla="*/ 199 h 519"/>
                <a:gd name="T4" fmla="*/ 377 w 842"/>
                <a:gd name="T5" fmla="*/ 211 h 519"/>
                <a:gd name="T6" fmla="*/ 394 w 842"/>
                <a:gd name="T7" fmla="*/ 219 h 519"/>
                <a:gd name="T8" fmla="*/ 412 w 842"/>
                <a:gd name="T9" fmla="*/ 223 h 519"/>
                <a:gd name="T10" fmla="*/ 430 w 842"/>
                <a:gd name="T11" fmla="*/ 223 h 519"/>
                <a:gd name="T12" fmla="*/ 448 w 842"/>
                <a:gd name="T13" fmla="*/ 219 h 519"/>
                <a:gd name="T14" fmla="*/ 466 w 842"/>
                <a:gd name="T15" fmla="*/ 211 h 519"/>
                <a:gd name="T16" fmla="*/ 480 w 842"/>
                <a:gd name="T17" fmla="*/ 199 h 519"/>
                <a:gd name="T18" fmla="*/ 691 w 842"/>
                <a:gd name="T19" fmla="*/ 0 h 519"/>
                <a:gd name="T20" fmla="*/ 730 w 842"/>
                <a:gd name="T21" fmla="*/ 12 h 519"/>
                <a:gd name="T22" fmla="*/ 758 w 842"/>
                <a:gd name="T23" fmla="*/ 24 h 519"/>
                <a:gd name="T24" fmla="*/ 782 w 842"/>
                <a:gd name="T25" fmla="*/ 40 h 519"/>
                <a:gd name="T26" fmla="*/ 803 w 842"/>
                <a:gd name="T27" fmla="*/ 61 h 519"/>
                <a:gd name="T28" fmla="*/ 819 w 842"/>
                <a:gd name="T29" fmla="*/ 84 h 519"/>
                <a:gd name="T30" fmla="*/ 832 w 842"/>
                <a:gd name="T31" fmla="*/ 110 h 519"/>
                <a:gd name="T32" fmla="*/ 839 w 842"/>
                <a:gd name="T33" fmla="*/ 137 h 519"/>
                <a:gd name="T34" fmla="*/ 842 w 842"/>
                <a:gd name="T35" fmla="*/ 168 h 519"/>
                <a:gd name="T36" fmla="*/ 842 w 842"/>
                <a:gd name="T37" fmla="*/ 519 h 519"/>
                <a:gd name="T38" fmla="*/ 0 w 842"/>
                <a:gd name="T39" fmla="*/ 519 h 519"/>
                <a:gd name="T40" fmla="*/ 0 w 842"/>
                <a:gd name="T41" fmla="*/ 168 h 519"/>
                <a:gd name="T42" fmla="*/ 3 w 842"/>
                <a:gd name="T43" fmla="*/ 137 h 519"/>
                <a:gd name="T44" fmla="*/ 11 w 842"/>
                <a:gd name="T45" fmla="*/ 110 h 519"/>
                <a:gd name="T46" fmla="*/ 23 w 842"/>
                <a:gd name="T47" fmla="*/ 84 h 519"/>
                <a:gd name="T48" fmla="*/ 40 w 842"/>
                <a:gd name="T49" fmla="*/ 61 h 519"/>
                <a:gd name="T50" fmla="*/ 60 w 842"/>
                <a:gd name="T51" fmla="*/ 40 h 519"/>
                <a:gd name="T52" fmla="*/ 84 w 842"/>
                <a:gd name="T53" fmla="*/ 24 h 519"/>
                <a:gd name="T54" fmla="*/ 111 w 842"/>
                <a:gd name="T55" fmla="*/ 12 h 519"/>
                <a:gd name="T56" fmla="*/ 152 w 842"/>
                <a:gd name="T57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2" h="519">
                  <a:moveTo>
                    <a:pt x="152" y="0"/>
                  </a:moveTo>
                  <a:lnTo>
                    <a:pt x="361" y="199"/>
                  </a:lnTo>
                  <a:lnTo>
                    <a:pt x="377" y="211"/>
                  </a:lnTo>
                  <a:lnTo>
                    <a:pt x="394" y="219"/>
                  </a:lnTo>
                  <a:lnTo>
                    <a:pt x="412" y="223"/>
                  </a:lnTo>
                  <a:lnTo>
                    <a:pt x="430" y="223"/>
                  </a:lnTo>
                  <a:lnTo>
                    <a:pt x="448" y="219"/>
                  </a:lnTo>
                  <a:lnTo>
                    <a:pt x="466" y="211"/>
                  </a:lnTo>
                  <a:lnTo>
                    <a:pt x="480" y="199"/>
                  </a:lnTo>
                  <a:lnTo>
                    <a:pt x="691" y="0"/>
                  </a:lnTo>
                  <a:lnTo>
                    <a:pt x="730" y="12"/>
                  </a:lnTo>
                  <a:lnTo>
                    <a:pt x="758" y="24"/>
                  </a:lnTo>
                  <a:lnTo>
                    <a:pt x="782" y="40"/>
                  </a:lnTo>
                  <a:lnTo>
                    <a:pt x="803" y="61"/>
                  </a:lnTo>
                  <a:lnTo>
                    <a:pt x="819" y="84"/>
                  </a:lnTo>
                  <a:lnTo>
                    <a:pt x="832" y="110"/>
                  </a:lnTo>
                  <a:lnTo>
                    <a:pt x="839" y="137"/>
                  </a:lnTo>
                  <a:lnTo>
                    <a:pt x="842" y="168"/>
                  </a:lnTo>
                  <a:lnTo>
                    <a:pt x="842" y="519"/>
                  </a:lnTo>
                  <a:lnTo>
                    <a:pt x="0" y="519"/>
                  </a:lnTo>
                  <a:lnTo>
                    <a:pt x="0" y="168"/>
                  </a:lnTo>
                  <a:lnTo>
                    <a:pt x="3" y="137"/>
                  </a:lnTo>
                  <a:lnTo>
                    <a:pt x="11" y="110"/>
                  </a:lnTo>
                  <a:lnTo>
                    <a:pt x="23" y="84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4" y="24"/>
                  </a:lnTo>
                  <a:lnTo>
                    <a:pt x="111" y="12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6" name="Freeform 161">
              <a:extLst>
                <a:ext uri="{FF2B5EF4-FFF2-40B4-BE49-F238E27FC236}">
                  <a16:creationId xmlns:a16="http://schemas.microsoft.com/office/drawing/2014/main" id="{2349B3EF-A3FC-421B-96CF-25D7DD91DA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938" y="2151063"/>
              <a:ext cx="433388" cy="434975"/>
            </a:xfrm>
            <a:custGeom>
              <a:avLst/>
              <a:gdLst>
                <a:gd name="T0" fmla="*/ 1442 w 3007"/>
                <a:gd name="T1" fmla="*/ 2630 h 3009"/>
                <a:gd name="T2" fmla="*/ 1407 w 3007"/>
                <a:gd name="T3" fmla="*/ 2706 h 3009"/>
                <a:gd name="T4" fmla="*/ 1442 w 3007"/>
                <a:gd name="T5" fmla="*/ 2782 h 3009"/>
                <a:gd name="T6" fmla="*/ 1526 w 3007"/>
                <a:gd name="T7" fmla="*/ 2801 h 3009"/>
                <a:gd name="T8" fmla="*/ 1591 w 3007"/>
                <a:gd name="T9" fmla="*/ 2749 h 3009"/>
                <a:gd name="T10" fmla="*/ 1591 w 3007"/>
                <a:gd name="T11" fmla="*/ 2664 h 3009"/>
                <a:gd name="T12" fmla="*/ 1526 w 3007"/>
                <a:gd name="T13" fmla="*/ 2612 h 3009"/>
                <a:gd name="T14" fmla="*/ 1721 w 3007"/>
                <a:gd name="T15" fmla="*/ 1167 h 3009"/>
                <a:gd name="T16" fmla="*/ 1317 w 3007"/>
                <a:gd name="T17" fmla="*/ 1186 h 3009"/>
                <a:gd name="T18" fmla="*/ 1250 w 3007"/>
                <a:gd name="T19" fmla="*/ 1163 h 3009"/>
                <a:gd name="T20" fmla="*/ 1100 w 3007"/>
                <a:gd name="T21" fmla="*/ 1210 h 3009"/>
                <a:gd name="T22" fmla="*/ 972 w 3007"/>
                <a:gd name="T23" fmla="*/ 1317 h 3009"/>
                <a:gd name="T24" fmla="*/ 912 w 3007"/>
                <a:gd name="T25" fmla="*/ 1471 h 3009"/>
                <a:gd name="T26" fmla="*/ 921 w 3007"/>
                <a:gd name="T27" fmla="*/ 1997 h 3009"/>
                <a:gd name="T28" fmla="*/ 995 w 3007"/>
                <a:gd name="T29" fmla="*/ 2040 h 3009"/>
                <a:gd name="T30" fmla="*/ 2072 w 3007"/>
                <a:gd name="T31" fmla="*/ 2015 h 3009"/>
                <a:gd name="T32" fmla="*/ 2097 w 3007"/>
                <a:gd name="T33" fmla="*/ 1515 h 3009"/>
                <a:gd name="T34" fmla="*/ 2056 w 3007"/>
                <a:gd name="T35" fmla="*/ 1352 h 3009"/>
                <a:gd name="T36" fmla="*/ 1943 w 3007"/>
                <a:gd name="T37" fmla="*/ 1231 h 3009"/>
                <a:gd name="T38" fmla="*/ 1775 w 3007"/>
                <a:gd name="T39" fmla="*/ 1166 h 3009"/>
                <a:gd name="T40" fmla="*/ 1413 w 3007"/>
                <a:gd name="T41" fmla="*/ 455 h 3009"/>
                <a:gd name="T42" fmla="*/ 1262 w 3007"/>
                <a:gd name="T43" fmla="*/ 542 h 3009"/>
                <a:gd name="T44" fmla="*/ 1175 w 3007"/>
                <a:gd name="T45" fmla="*/ 693 h 3009"/>
                <a:gd name="T46" fmla="*/ 1175 w 3007"/>
                <a:gd name="T47" fmla="*/ 874 h 3009"/>
                <a:gd name="T48" fmla="*/ 1262 w 3007"/>
                <a:gd name="T49" fmla="*/ 1024 h 3009"/>
                <a:gd name="T50" fmla="*/ 1413 w 3007"/>
                <a:gd name="T51" fmla="*/ 1112 h 3009"/>
                <a:gd name="T52" fmla="*/ 1594 w 3007"/>
                <a:gd name="T53" fmla="*/ 1112 h 3009"/>
                <a:gd name="T54" fmla="*/ 1743 w 3007"/>
                <a:gd name="T55" fmla="*/ 1024 h 3009"/>
                <a:gd name="T56" fmla="*/ 1831 w 3007"/>
                <a:gd name="T57" fmla="*/ 874 h 3009"/>
                <a:gd name="T58" fmla="*/ 1831 w 3007"/>
                <a:gd name="T59" fmla="*/ 693 h 3009"/>
                <a:gd name="T60" fmla="*/ 1743 w 3007"/>
                <a:gd name="T61" fmla="*/ 542 h 3009"/>
                <a:gd name="T62" fmla="*/ 1594 w 3007"/>
                <a:gd name="T63" fmla="*/ 455 h 3009"/>
                <a:gd name="T64" fmla="*/ 3007 w 3007"/>
                <a:gd name="T65" fmla="*/ 0 h 3009"/>
                <a:gd name="T66" fmla="*/ 2984 w 3007"/>
                <a:gd name="T67" fmla="*/ 2370 h 3009"/>
                <a:gd name="T68" fmla="*/ 2903 w 3007"/>
                <a:gd name="T69" fmla="*/ 2409 h 3009"/>
                <a:gd name="T70" fmla="*/ 1677 w 3007"/>
                <a:gd name="T71" fmla="*/ 2458 h 3009"/>
                <a:gd name="T72" fmla="*/ 1780 w 3007"/>
                <a:gd name="T73" fmla="*/ 2582 h 3009"/>
                <a:gd name="T74" fmla="*/ 1803 w 3007"/>
                <a:gd name="T75" fmla="*/ 2751 h 3009"/>
                <a:gd name="T76" fmla="*/ 1732 w 3007"/>
                <a:gd name="T77" fmla="*/ 2905 h 3009"/>
                <a:gd name="T78" fmla="*/ 1591 w 3007"/>
                <a:gd name="T79" fmla="*/ 2997 h 3009"/>
                <a:gd name="T80" fmla="*/ 1416 w 3007"/>
                <a:gd name="T81" fmla="*/ 2997 h 3009"/>
                <a:gd name="T82" fmla="*/ 1275 w 3007"/>
                <a:gd name="T83" fmla="*/ 2905 h 3009"/>
                <a:gd name="T84" fmla="*/ 1204 w 3007"/>
                <a:gd name="T85" fmla="*/ 2751 h 3009"/>
                <a:gd name="T86" fmla="*/ 1227 w 3007"/>
                <a:gd name="T87" fmla="*/ 2582 h 3009"/>
                <a:gd name="T88" fmla="*/ 1329 w 3007"/>
                <a:gd name="T89" fmla="*/ 2458 h 3009"/>
                <a:gd name="T90" fmla="*/ 102 w 3007"/>
                <a:gd name="T91" fmla="*/ 2409 h 3009"/>
                <a:gd name="T92" fmla="*/ 23 w 3007"/>
                <a:gd name="T93" fmla="*/ 2370 h 3009"/>
                <a:gd name="T94" fmla="*/ 0 w 3007"/>
                <a:gd name="T95" fmla="*/ 0 h 3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07" h="3009">
                  <a:moveTo>
                    <a:pt x="1503" y="2609"/>
                  </a:moveTo>
                  <a:lnTo>
                    <a:pt x="1481" y="2612"/>
                  </a:lnTo>
                  <a:lnTo>
                    <a:pt x="1461" y="2619"/>
                  </a:lnTo>
                  <a:lnTo>
                    <a:pt x="1442" y="2630"/>
                  </a:lnTo>
                  <a:lnTo>
                    <a:pt x="1427" y="2645"/>
                  </a:lnTo>
                  <a:lnTo>
                    <a:pt x="1416" y="2664"/>
                  </a:lnTo>
                  <a:lnTo>
                    <a:pt x="1409" y="2684"/>
                  </a:lnTo>
                  <a:lnTo>
                    <a:pt x="1407" y="2706"/>
                  </a:lnTo>
                  <a:lnTo>
                    <a:pt x="1409" y="2729"/>
                  </a:lnTo>
                  <a:lnTo>
                    <a:pt x="1416" y="2749"/>
                  </a:lnTo>
                  <a:lnTo>
                    <a:pt x="1427" y="2766"/>
                  </a:lnTo>
                  <a:lnTo>
                    <a:pt x="1442" y="2782"/>
                  </a:lnTo>
                  <a:lnTo>
                    <a:pt x="1461" y="2794"/>
                  </a:lnTo>
                  <a:lnTo>
                    <a:pt x="1481" y="2801"/>
                  </a:lnTo>
                  <a:lnTo>
                    <a:pt x="1503" y="2803"/>
                  </a:lnTo>
                  <a:lnTo>
                    <a:pt x="1526" y="2801"/>
                  </a:lnTo>
                  <a:lnTo>
                    <a:pt x="1546" y="2794"/>
                  </a:lnTo>
                  <a:lnTo>
                    <a:pt x="1563" y="2782"/>
                  </a:lnTo>
                  <a:lnTo>
                    <a:pt x="1579" y="2766"/>
                  </a:lnTo>
                  <a:lnTo>
                    <a:pt x="1591" y="2749"/>
                  </a:lnTo>
                  <a:lnTo>
                    <a:pt x="1598" y="2729"/>
                  </a:lnTo>
                  <a:lnTo>
                    <a:pt x="1600" y="2706"/>
                  </a:lnTo>
                  <a:lnTo>
                    <a:pt x="1598" y="2684"/>
                  </a:lnTo>
                  <a:lnTo>
                    <a:pt x="1591" y="2664"/>
                  </a:lnTo>
                  <a:lnTo>
                    <a:pt x="1579" y="2645"/>
                  </a:lnTo>
                  <a:lnTo>
                    <a:pt x="1563" y="2630"/>
                  </a:lnTo>
                  <a:lnTo>
                    <a:pt x="1546" y="2619"/>
                  </a:lnTo>
                  <a:lnTo>
                    <a:pt x="1526" y="2612"/>
                  </a:lnTo>
                  <a:lnTo>
                    <a:pt x="1503" y="2609"/>
                  </a:lnTo>
                  <a:close/>
                  <a:moveTo>
                    <a:pt x="1757" y="1163"/>
                  </a:moveTo>
                  <a:lnTo>
                    <a:pt x="1739" y="1163"/>
                  </a:lnTo>
                  <a:lnTo>
                    <a:pt x="1721" y="1167"/>
                  </a:lnTo>
                  <a:lnTo>
                    <a:pt x="1705" y="1174"/>
                  </a:lnTo>
                  <a:lnTo>
                    <a:pt x="1690" y="1186"/>
                  </a:lnTo>
                  <a:lnTo>
                    <a:pt x="1503" y="1364"/>
                  </a:lnTo>
                  <a:lnTo>
                    <a:pt x="1317" y="1186"/>
                  </a:lnTo>
                  <a:lnTo>
                    <a:pt x="1302" y="1174"/>
                  </a:lnTo>
                  <a:lnTo>
                    <a:pt x="1285" y="1167"/>
                  </a:lnTo>
                  <a:lnTo>
                    <a:pt x="1267" y="1163"/>
                  </a:lnTo>
                  <a:lnTo>
                    <a:pt x="1250" y="1163"/>
                  </a:lnTo>
                  <a:lnTo>
                    <a:pt x="1231" y="1166"/>
                  </a:lnTo>
                  <a:lnTo>
                    <a:pt x="1142" y="1193"/>
                  </a:lnTo>
                  <a:lnTo>
                    <a:pt x="1140" y="1194"/>
                  </a:lnTo>
                  <a:lnTo>
                    <a:pt x="1100" y="1210"/>
                  </a:lnTo>
                  <a:lnTo>
                    <a:pt x="1062" y="1231"/>
                  </a:lnTo>
                  <a:lnTo>
                    <a:pt x="1029" y="1256"/>
                  </a:lnTo>
                  <a:lnTo>
                    <a:pt x="999" y="1284"/>
                  </a:lnTo>
                  <a:lnTo>
                    <a:pt x="972" y="1317"/>
                  </a:lnTo>
                  <a:lnTo>
                    <a:pt x="951" y="1352"/>
                  </a:lnTo>
                  <a:lnTo>
                    <a:pt x="933" y="1390"/>
                  </a:lnTo>
                  <a:lnTo>
                    <a:pt x="920" y="1430"/>
                  </a:lnTo>
                  <a:lnTo>
                    <a:pt x="912" y="1471"/>
                  </a:lnTo>
                  <a:lnTo>
                    <a:pt x="909" y="1515"/>
                  </a:lnTo>
                  <a:lnTo>
                    <a:pt x="909" y="1953"/>
                  </a:lnTo>
                  <a:lnTo>
                    <a:pt x="912" y="1976"/>
                  </a:lnTo>
                  <a:lnTo>
                    <a:pt x="921" y="1997"/>
                  </a:lnTo>
                  <a:lnTo>
                    <a:pt x="935" y="2015"/>
                  </a:lnTo>
                  <a:lnTo>
                    <a:pt x="952" y="2029"/>
                  </a:lnTo>
                  <a:lnTo>
                    <a:pt x="972" y="2037"/>
                  </a:lnTo>
                  <a:lnTo>
                    <a:pt x="995" y="2040"/>
                  </a:lnTo>
                  <a:lnTo>
                    <a:pt x="2011" y="2040"/>
                  </a:lnTo>
                  <a:lnTo>
                    <a:pt x="2034" y="2037"/>
                  </a:lnTo>
                  <a:lnTo>
                    <a:pt x="2054" y="2029"/>
                  </a:lnTo>
                  <a:lnTo>
                    <a:pt x="2072" y="2015"/>
                  </a:lnTo>
                  <a:lnTo>
                    <a:pt x="2085" y="1997"/>
                  </a:lnTo>
                  <a:lnTo>
                    <a:pt x="2094" y="1976"/>
                  </a:lnTo>
                  <a:lnTo>
                    <a:pt x="2097" y="1953"/>
                  </a:lnTo>
                  <a:lnTo>
                    <a:pt x="2097" y="1515"/>
                  </a:lnTo>
                  <a:lnTo>
                    <a:pt x="2095" y="1471"/>
                  </a:lnTo>
                  <a:lnTo>
                    <a:pt x="2086" y="1430"/>
                  </a:lnTo>
                  <a:lnTo>
                    <a:pt x="2074" y="1390"/>
                  </a:lnTo>
                  <a:lnTo>
                    <a:pt x="2056" y="1352"/>
                  </a:lnTo>
                  <a:lnTo>
                    <a:pt x="2034" y="1317"/>
                  </a:lnTo>
                  <a:lnTo>
                    <a:pt x="2007" y="1284"/>
                  </a:lnTo>
                  <a:lnTo>
                    <a:pt x="1978" y="1256"/>
                  </a:lnTo>
                  <a:lnTo>
                    <a:pt x="1943" y="1231"/>
                  </a:lnTo>
                  <a:lnTo>
                    <a:pt x="1906" y="1210"/>
                  </a:lnTo>
                  <a:lnTo>
                    <a:pt x="1867" y="1194"/>
                  </a:lnTo>
                  <a:lnTo>
                    <a:pt x="1865" y="1193"/>
                  </a:lnTo>
                  <a:lnTo>
                    <a:pt x="1775" y="1166"/>
                  </a:lnTo>
                  <a:lnTo>
                    <a:pt x="1757" y="1163"/>
                  </a:lnTo>
                  <a:close/>
                  <a:moveTo>
                    <a:pt x="1503" y="443"/>
                  </a:moveTo>
                  <a:lnTo>
                    <a:pt x="1457" y="446"/>
                  </a:lnTo>
                  <a:lnTo>
                    <a:pt x="1413" y="455"/>
                  </a:lnTo>
                  <a:lnTo>
                    <a:pt x="1371" y="470"/>
                  </a:lnTo>
                  <a:lnTo>
                    <a:pt x="1331" y="489"/>
                  </a:lnTo>
                  <a:lnTo>
                    <a:pt x="1296" y="514"/>
                  </a:lnTo>
                  <a:lnTo>
                    <a:pt x="1262" y="542"/>
                  </a:lnTo>
                  <a:lnTo>
                    <a:pt x="1234" y="576"/>
                  </a:lnTo>
                  <a:lnTo>
                    <a:pt x="1209" y="611"/>
                  </a:lnTo>
                  <a:lnTo>
                    <a:pt x="1190" y="651"/>
                  </a:lnTo>
                  <a:lnTo>
                    <a:pt x="1175" y="693"/>
                  </a:lnTo>
                  <a:lnTo>
                    <a:pt x="1166" y="737"/>
                  </a:lnTo>
                  <a:lnTo>
                    <a:pt x="1163" y="783"/>
                  </a:lnTo>
                  <a:lnTo>
                    <a:pt x="1166" y="830"/>
                  </a:lnTo>
                  <a:lnTo>
                    <a:pt x="1175" y="874"/>
                  </a:lnTo>
                  <a:lnTo>
                    <a:pt x="1190" y="916"/>
                  </a:lnTo>
                  <a:lnTo>
                    <a:pt x="1209" y="956"/>
                  </a:lnTo>
                  <a:lnTo>
                    <a:pt x="1234" y="991"/>
                  </a:lnTo>
                  <a:lnTo>
                    <a:pt x="1262" y="1024"/>
                  </a:lnTo>
                  <a:lnTo>
                    <a:pt x="1296" y="1053"/>
                  </a:lnTo>
                  <a:lnTo>
                    <a:pt x="1331" y="1077"/>
                  </a:lnTo>
                  <a:lnTo>
                    <a:pt x="1371" y="1097"/>
                  </a:lnTo>
                  <a:lnTo>
                    <a:pt x="1413" y="1112"/>
                  </a:lnTo>
                  <a:lnTo>
                    <a:pt x="1457" y="1121"/>
                  </a:lnTo>
                  <a:lnTo>
                    <a:pt x="1503" y="1124"/>
                  </a:lnTo>
                  <a:lnTo>
                    <a:pt x="1549" y="1121"/>
                  </a:lnTo>
                  <a:lnTo>
                    <a:pt x="1594" y="1112"/>
                  </a:lnTo>
                  <a:lnTo>
                    <a:pt x="1636" y="1097"/>
                  </a:lnTo>
                  <a:lnTo>
                    <a:pt x="1674" y="1077"/>
                  </a:lnTo>
                  <a:lnTo>
                    <a:pt x="1711" y="1053"/>
                  </a:lnTo>
                  <a:lnTo>
                    <a:pt x="1743" y="1024"/>
                  </a:lnTo>
                  <a:lnTo>
                    <a:pt x="1773" y="991"/>
                  </a:lnTo>
                  <a:lnTo>
                    <a:pt x="1797" y="956"/>
                  </a:lnTo>
                  <a:lnTo>
                    <a:pt x="1817" y="916"/>
                  </a:lnTo>
                  <a:lnTo>
                    <a:pt x="1831" y="874"/>
                  </a:lnTo>
                  <a:lnTo>
                    <a:pt x="1841" y="830"/>
                  </a:lnTo>
                  <a:lnTo>
                    <a:pt x="1844" y="783"/>
                  </a:lnTo>
                  <a:lnTo>
                    <a:pt x="1841" y="737"/>
                  </a:lnTo>
                  <a:lnTo>
                    <a:pt x="1831" y="693"/>
                  </a:lnTo>
                  <a:lnTo>
                    <a:pt x="1817" y="651"/>
                  </a:lnTo>
                  <a:lnTo>
                    <a:pt x="1797" y="611"/>
                  </a:lnTo>
                  <a:lnTo>
                    <a:pt x="1773" y="576"/>
                  </a:lnTo>
                  <a:lnTo>
                    <a:pt x="1743" y="542"/>
                  </a:lnTo>
                  <a:lnTo>
                    <a:pt x="1711" y="514"/>
                  </a:lnTo>
                  <a:lnTo>
                    <a:pt x="1674" y="489"/>
                  </a:lnTo>
                  <a:lnTo>
                    <a:pt x="1636" y="470"/>
                  </a:lnTo>
                  <a:lnTo>
                    <a:pt x="1594" y="455"/>
                  </a:lnTo>
                  <a:lnTo>
                    <a:pt x="1549" y="446"/>
                  </a:lnTo>
                  <a:lnTo>
                    <a:pt x="1503" y="443"/>
                  </a:lnTo>
                  <a:close/>
                  <a:moveTo>
                    <a:pt x="0" y="0"/>
                  </a:moveTo>
                  <a:lnTo>
                    <a:pt x="3007" y="0"/>
                  </a:lnTo>
                  <a:lnTo>
                    <a:pt x="3007" y="2306"/>
                  </a:lnTo>
                  <a:lnTo>
                    <a:pt x="3004" y="2329"/>
                  </a:lnTo>
                  <a:lnTo>
                    <a:pt x="2996" y="2351"/>
                  </a:lnTo>
                  <a:lnTo>
                    <a:pt x="2984" y="2370"/>
                  </a:lnTo>
                  <a:lnTo>
                    <a:pt x="2968" y="2387"/>
                  </a:lnTo>
                  <a:lnTo>
                    <a:pt x="2949" y="2398"/>
                  </a:lnTo>
                  <a:lnTo>
                    <a:pt x="2927" y="2406"/>
                  </a:lnTo>
                  <a:lnTo>
                    <a:pt x="2903" y="2409"/>
                  </a:lnTo>
                  <a:lnTo>
                    <a:pt x="1563" y="2409"/>
                  </a:lnTo>
                  <a:lnTo>
                    <a:pt x="1604" y="2420"/>
                  </a:lnTo>
                  <a:lnTo>
                    <a:pt x="1642" y="2437"/>
                  </a:lnTo>
                  <a:lnTo>
                    <a:pt x="1677" y="2458"/>
                  </a:lnTo>
                  <a:lnTo>
                    <a:pt x="1709" y="2484"/>
                  </a:lnTo>
                  <a:lnTo>
                    <a:pt x="1737" y="2513"/>
                  </a:lnTo>
                  <a:lnTo>
                    <a:pt x="1761" y="2547"/>
                  </a:lnTo>
                  <a:lnTo>
                    <a:pt x="1780" y="2582"/>
                  </a:lnTo>
                  <a:lnTo>
                    <a:pt x="1795" y="2622"/>
                  </a:lnTo>
                  <a:lnTo>
                    <a:pt x="1803" y="2663"/>
                  </a:lnTo>
                  <a:lnTo>
                    <a:pt x="1806" y="2706"/>
                  </a:lnTo>
                  <a:lnTo>
                    <a:pt x="1803" y="2751"/>
                  </a:lnTo>
                  <a:lnTo>
                    <a:pt x="1794" y="2794"/>
                  </a:lnTo>
                  <a:lnTo>
                    <a:pt x="1778" y="2833"/>
                  </a:lnTo>
                  <a:lnTo>
                    <a:pt x="1757" y="2871"/>
                  </a:lnTo>
                  <a:lnTo>
                    <a:pt x="1732" y="2905"/>
                  </a:lnTo>
                  <a:lnTo>
                    <a:pt x="1701" y="2935"/>
                  </a:lnTo>
                  <a:lnTo>
                    <a:pt x="1668" y="2960"/>
                  </a:lnTo>
                  <a:lnTo>
                    <a:pt x="1630" y="2981"/>
                  </a:lnTo>
                  <a:lnTo>
                    <a:pt x="1591" y="2997"/>
                  </a:lnTo>
                  <a:lnTo>
                    <a:pt x="1548" y="3006"/>
                  </a:lnTo>
                  <a:lnTo>
                    <a:pt x="1503" y="3009"/>
                  </a:lnTo>
                  <a:lnTo>
                    <a:pt x="1459" y="3006"/>
                  </a:lnTo>
                  <a:lnTo>
                    <a:pt x="1416" y="2997"/>
                  </a:lnTo>
                  <a:lnTo>
                    <a:pt x="1375" y="2981"/>
                  </a:lnTo>
                  <a:lnTo>
                    <a:pt x="1339" y="2960"/>
                  </a:lnTo>
                  <a:lnTo>
                    <a:pt x="1304" y="2935"/>
                  </a:lnTo>
                  <a:lnTo>
                    <a:pt x="1275" y="2905"/>
                  </a:lnTo>
                  <a:lnTo>
                    <a:pt x="1249" y="2871"/>
                  </a:lnTo>
                  <a:lnTo>
                    <a:pt x="1228" y="2833"/>
                  </a:lnTo>
                  <a:lnTo>
                    <a:pt x="1213" y="2794"/>
                  </a:lnTo>
                  <a:lnTo>
                    <a:pt x="1204" y="2751"/>
                  </a:lnTo>
                  <a:lnTo>
                    <a:pt x="1200" y="2706"/>
                  </a:lnTo>
                  <a:lnTo>
                    <a:pt x="1203" y="2663"/>
                  </a:lnTo>
                  <a:lnTo>
                    <a:pt x="1212" y="2622"/>
                  </a:lnTo>
                  <a:lnTo>
                    <a:pt x="1227" y="2582"/>
                  </a:lnTo>
                  <a:lnTo>
                    <a:pt x="1245" y="2547"/>
                  </a:lnTo>
                  <a:lnTo>
                    <a:pt x="1270" y="2513"/>
                  </a:lnTo>
                  <a:lnTo>
                    <a:pt x="1298" y="2484"/>
                  </a:lnTo>
                  <a:lnTo>
                    <a:pt x="1329" y="2458"/>
                  </a:lnTo>
                  <a:lnTo>
                    <a:pt x="1365" y="2437"/>
                  </a:lnTo>
                  <a:lnTo>
                    <a:pt x="1402" y="2420"/>
                  </a:lnTo>
                  <a:lnTo>
                    <a:pt x="1443" y="2409"/>
                  </a:lnTo>
                  <a:lnTo>
                    <a:pt x="102" y="2409"/>
                  </a:lnTo>
                  <a:lnTo>
                    <a:pt x="79" y="2406"/>
                  </a:lnTo>
                  <a:lnTo>
                    <a:pt x="57" y="2398"/>
                  </a:lnTo>
                  <a:lnTo>
                    <a:pt x="38" y="2387"/>
                  </a:lnTo>
                  <a:lnTo>
                    <a:pt x="23" y="2370"/>
                  </a:lnTo>
                  <a:lnTo>
                    <a:pt x="10" y="2351"/>
                  </a:lnTo>
                  <a:lnTo>
                    <a:pt x="2" y="2329"/>
                  </a:lnTo>
                  <a:lnTo>
                    <a:pt x="0" y="23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A76709BE-8B51-4CEB-8CBD-1CC3F13FED89}"/>
              </a:ext>
            </a:extLst>
          </p:cNvPr>
          <p:cNvGrpSpPr/>
          <p:nvPr/>
        </p:nvGrpSpPr>
        <p:grpSpPr>
          <a:xfrm>
            <a:off x="4926365" y="4815640"/>
            <a:ext cx="318315" cy="327739"/>
            <a:chOff x="2465388" y="3981450"/>
            <a:chExt cx="482600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5B1CA441-3ECB-4798-96C7-3F8AA44D1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88" y="3981450"/>
              <a:ext cx="482600" cy="273050"/>
            </a:xfrm>
            <a:custGeom>
              <a:avLst/>
              <a:gdLst>
                <a:gd name="T0" fmla="*/ 1744 w 3348"/>
                <a:gd name="T1" fmla="*/ 28 h 1884"/>
                <a:gd name="T2" fmla="*/ 2041 w 3348"/>
                <a:gd name="T3" fmla="*/ 357 h 1884"/>
                <a:gd name="T4" fmla="*/ 2013 w 3348"/>
                <a:gd name="T5" fmla="*/ 439 h 1884"/>
                <a:gd name="T6" fmla="*/ 1942 w 3348"/>
                <a:gd name="T7" fmla="*/ 468 h 1884"/>
                <a:gd name="T8" fmla="*/ 1872 w 3348"/>
                <a:gd name="T9" fmla="*/ 439 h 1884"/>
                <a:gd name="T10" fmla="*/ 1914 w 3348"/>
                <a:gd name="T11" fmla="*/ 661 h 1884"/>
                <a:gd name="T12" fmla="*/ 2167 w 3348"/>
                <a:gd name="T13" fmla="*/ 779 h 1884"/>
                <a:gd name="T14" fmla="*/ 2369 w 3348"/>
                <a:gd name="T15" fmla="*/ 966 h 1884"/>
                <a:gd name="T16" fmla="*/ 2505 w 3348"/>
                <a:gd name="T17" fmla="*/ 1209 h 1884"/>
                <a:gd name="T18" fmla="*/ 3011 w 3348"/>
                <a:gd name="T19" fmla="*/ 1417 h 1884"/>
                <a:gd name="T20" fmla="*/ 2883 w 3348"/>
                <a:gd name="T21" fmla="*/ 1257 h 1884"/>
                <a:gd name="T22" fmla="*/ 2911 w 3348"/>
                <a:gd name="T23" fmla="*/ 1177 h 1884"/>
                <a:gd name="T24" fmla="*/ 2992 w 3348"/>
                <a:gd name="T25" fmla="*/ 1147 h 1884"/>
                <a:gd name="T26" fmla="*/ 3320 w 3348"/>
                <a:gd name="T27" fmla="*/ 1446 h 1884"/>
                <a:gd name="T28" fmla="*/ 3348 w 3348"/>
                <a:gd name="T29" fmla="*/ 1526 h 1884"/>
                <a:gd name="T30" fmla="*/ 3052 w 3348"/>
                <a:gd name="T31" fmla="*/ 1855 h 1884"/>
                <a:gd name="T32" fmla="*/ 2981 w 3348"/>
                <a:gd name="T33" fmla="*/ 1884 h 1884"/>
                <a:gd name="T34" fmla="*/ 2911 w 3348"/>
                <a:gd name="T35" fmla="*/ 1855 h 1884"/>
                <a:gd name="T36" fmla="*/ 2883 w 3348"/>
                <a:gd name="T37" fmla="*/ 1774 h 1884"/>
                <a:gd name="T38" fmla="*/ 3009 w 3348"/>
                <a:gd name="T39" fmla="*/ 1616 h 1884"/>
                <a:gd name="T40" fmla="*/ 2399 w 3348"/>
                <a:gd name="T41" fmla="*/ 1594 h 1884"/>
                <a:gd name="T42" fmla="*/ 2361 w 3348"/>
                <a:gd name="T43" fmla="*/ 1517 h 1884"/>
                <a:gd name="T44" fmla="*/ 2313 w 3348"/>
                <a:gd name="T45" fmla="*/ 1264 h 1884"/>
                <a:gd name="T46" fmla="*/ 2182 w 3348"/>
                <a:gd name="T47" fmla="*/ 1052 h 1884"/>
                <a:gd name="T48" fmla="*/ 1984 w 3348"/>
                <a:gd name="T49" fmla="*/ 901 h 1884"/>
                <a:gd name="T50" fmla="*/ 1740 w 3348"/>
                <a:gd name="T51" fmla="*/ 830 h 1884"/>
                <a:gd name="T52" fmla="*/ 1481 w 3348"/>
                <a:gd name="T53" fmla="*/ 854 h 1884"/>
                <a:gd name="T54" fmla="*/ 1258 w 3348"/>
                <a:gd name="T55" fmla="*/ 967 h 1884"/>
                <a:gd name="T56" fmla="*/ 1091 w 3348"/>
                <a:gd name="T57" fmla="*/ 1151 h 1884"/>
                <a:gd name="T58" fmla="*/ 999 w 3348"/>
                <a:gd name="T59" fmla="*/ 1386 h 1884"/>
                <a:gd name="T60" fmla="*/ 976 w 3348"/>
                <a:gd name="T61" fmla="*/ 1561 h 1884"/>
                <a:gd name="T62" fmla="*/ 910 w 3348"/>
                <a:gd name="T63" fmla="*/ 1614 h 1884"/>
                <a:gd name="T64" fmla="*/ 452 w 3348"/>
                <a:gd name="T65" fmla="*/ 1732 h 1884"/>
                <a:gd name="T66" fmla="*/ 461 w 3348"/>
                <a:gd name="T67" fmla="*/ 1817 h 1884"/>
                <a:gd name="T68" fmla="*/ 404 w 3348"/>
                <a:gd name="T69" fmla="*/ 1877 h 1884"/>
                <a:gd name="T70" fmla="*/ 330 w 3348"/>
                <a:gd name="T71" fmla="*/ 1877 h 1884"/>
                <a:gd name="T72" fmla="*/ 15 w 3348"/>
                <a:gd name="T73" fmla="*/ 1568 h 1884"/>
                <a:gd name="T74" fmla="*/ 5 w 3348"/>
                <a:gd name="T75" fmla="*/ 1483 h 1884"/>
                <a:gd name="T76" fmla="*/ 315 w 3348"/>
                <a:gd name="T77" fmla="*/ 1162 h 1884"/>
                <a:gd name="T78" fmla="*/ 399 w 3348"/>
                <a:gd name="T79" fmla="*/ 1153 h 1884"/>
                <a:gd name="T80" fmla="*/ 461 w 3348"/>
                <a:gd name="T81" fmla="*/ 1214 h 1884"/>
                <a:gd name="T82" fmla="*/ 452 w 3348"/>
                <a:gd name="T83" fmla="*/ 1299 h 1884"/>
                <a:gd name="T84" fmla="*/ 804 w 3348"/>
                <a:gd name="T85" fmla="*/ 1346 h 1884"/>
                <a:gd name="T86" fmla="*/ 902 w 3348"/>
                <a:gd name="T87" fmla="*/ 1081 h 1884"/>
                <a:gd name="T88" fmla="*/ 1073 w 3348"/>
                <a:gd name="T89" fmla="*/ 865 h 1884"/>
                <a:gd name="T90" fmla="*/ 1303 w 3348"/>
                <a:gd name="T91" fmla="*/ 710 h 1884"/>
                <a:gd name="T92" fmla="*/ 1575 w 3348"/>
                <a:gd name="T93" fmla="*/ 633 h 1884"/>
                <a:gd name="T94" fmla="*/ 1438 w 3348"/>
                <a:gd name="T95" fmla="*/ 463 h 1884"/>
                <a:gd name="T96" fmla="*/ 1354 w 3348"/>
                <a:gd name="T97" fmla="*/ 453 h 1884"/>
                <a:gd name="T98" fmla="*/ 1307 w 3348"/>
                <a:gd name="T99" fmla="*/ 379 h 1884"/>
                <a:gd name="T100" fmla="*/ 1336 w 3348"/>
                <a:gd name="T101" fmla="*/ 299 h 1884"/>
                <a:gd name="T102" fmla="*/ 1663 w 3348"/>
                <a:gd name="T103" fmla="*/ 0 h 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48" h="1884">
                  <a:moveTo>
                    <a:pt x="1685" y="0"/>
                  </a:moveTo>
                  <a:lnTo>
                    <a:pt x="1706" y="5"/>
                  </a:lnTo>
                  <a:lnTo>
                    <a:pt x="1726" y="15"/>
                  </a:lnTo>
                  <a:lnTo>
                    <a:pt x="1744" y="28"/>
                  </a:lnTo>
                  <a:lnTo>
                    <a:pt x="2013" y="299"/>
                  </a:lnTo>
                  <a:lnTo>
                    <a:pt x="2026" y="316"/>
                  </a:lnTo>
                  <a:lnTo>
                    <a:pt x="2036" y="336"/>
                  </a:lnTo>
                  <a:lnTo>
                    <a:pt x="2041" y="357"/>
                  </a:lnTo>
                  <a:lnTo>
                    <a:pt x="2041" y="379"/>
                  </a:lnTo>
                  <a:lnTo>
                    <a:pt x="2036" y="401"/>
                  </a:lnTo>
                  <a:lnTo>
                    <a:pt x="2026" y="421"/>
                  </a:lnTo>
                  <a:lnTo>
                    <a:pt x="2013" y="439"/>
                  </a:lnTo>
                  <a:lnTo>
                    <a:pt x="1997" y="451"/>
                  </a:lnTo>
                  <a:lnTo>
                    <a:pt x="1979" y="461"/>
                  </a:lnTo>
                  <a:lnTo>
                    <a:pt x="1961" y="466"/>
                  </a:lnTo>
                  <a:lnTo>
                    <a:pt x="1942" y="468"/>
                  </a:lnTo>
                  <a:lnTo>
                    <a:pt x="1923" y="466"/>
                  </a:lnTo>
                  <a:lnTo>
                    <a:pt x="1904" y="461"/>
                  </a:lnTo>
                  <a:lnTo>
                    <a:pt x="1888" y="451"/>
                  </a:lnTo>
                  <a:lnTo>
                    <a:pt x="1872" y="439"/>
                  </a:lnTo>
                  <a:lnTo>
                    <a:pt x="1773" y="339"/>
                  </a:lnTo>
                  <a:lnTo>
                    <a:pt x="1773" y="633"/>
                  </a:lnTo>
                  <a:lnTo>
                    <a:pt x="1845" y="645"/>
                  </a:lnTo>
                  <a:lnTo>
                    <a:pt x="1914" y="661"/>
                  </a:lnTo>
                  <a:lnTo>
                    <a:pt x="1982" y="683"/>
                  </a:lnTo>
                  <a:lnTo>
                    <a:pt x="2046" y="710"/>
                  </a:lnTo>
                  <a:lnTo>
                    <a:pt x="2108" y="742"/>
                  </a:lnTo>
                  <a:lnTo>
                    <a:pt x="2167" y="779"/>
                  </a:lnTo>
                  <a:lnTo>
                    <a:pt x="2222" y="820"/>
                  </a:lnTo>
                  <a:lnTo>
                    <a:pt x="2276" y="865"/>
                  </a:lnTo>
                  <a:lnTo>
                    <a:pt x="2324" y="914"/>
                  </a:lnTo>
                  <a:lnTo>
                    <a:pt x="2369" y="966"/>
                  </a:lnTo>
                  <a:lnTo>
                    <a:pt x="2410" y="1023"/>
                  </a:lnTo>
                  <a:lnTo>
                    <a:pt x="2447" y="1081"/>
                  </a:lnTo>
                  <a:lnTo>
                    <a:pt x="2478" y="1144"/>
                  </a:lnTo>
                  <a:lnTo>
                    <a:pt x="2505" y="1209"/>
                  </a:lnTo>
                  <a:lnTo>
                    <a:pt x="2527" y="1276"/>
                  </a:lnTo>
                  <a:lnTo>
                    <a:pt x="2544" y="1346"/>
                  </a:lnTo>
                  <a:lnTo>
                    <a:pt x="2554" y="1417"/>
                  </a:lnTo>
                  <a:lnTo>
                    <a:pt x="3011" y="1417"/>
                  </a:lnTo>
                  <a:lnTo>
                    <a:pt x="2911" y="1317"/>
                  </a:lnTo>
                  <a:lnTo>
                    <a:pt x="2897" y="1299"/>
                  </a:lnTo>
                  <a:lnTo>
                    <a:pt x="2887" y="1279"/>
                  </a:lnTo>
                  <a:lnTo>
                    <a:pt x="2883" y="1257"/>
                  </a:lnTo>
                  <a:lnTo>
                    <a:pt x="2883" y="1235"/>
                  </a:lnTo>
                  <a:lnTo>
                    <a:pt x="2887" y="1214"/>
                  </a:lnTo>
                  <a:lnTo>
                    <a:pt x="2897" y="1194"/>
                  </a:lnTo>
                  <a:lnTo>
                    <a:pt x="2911" y="1177"/>
                  </a:lnTo>
                  <a:lnTo>
                    <a:pt x="2928" y="1162"/>
                  </a:lnTo>
                  <a:lnTo>
                    <a:pt x="2949" y="1153"/>
                  </a:lnTo>
                  <a:lnTo>
                    <a:pt x="2970" y="1147"/>
                  </a:lnTo>
                  <a:lnTo>
                    <a:pt x="2992" y="1147"/>
                  </a:lnTo>
                  <a:lnTo>
                    <a:pt x="3013" y="1153"/>
                  </a:lnTo>
                  <a:lnTo>
                    <a:pt x="3034" y="1162"/>
                  </a:lnTo>
                  <a:lnTo>
                    <a:pt x="3052" y="1177"/>
                  </a:lnTo>
                  <a:lnTo>
                    <a:pt x="3320" y="1446"/>
                  </a:lnTo>
                  <a:lnTo>
                    <a:pt x="3334" y="1463"/>
                  </a:lnTo>
                  <a:lnTo>
                    <a:pt x="3344" y="1483"/>
                  </a:lnTo>
                  <a:lnTo>
                    <a:pt x="3348" y="1505"/>
                  </a:lnTo>
                  <a:lnTo>
                    <a:pt x="3348" y="1526"/>
                  </a:lnTo>
                  <a:lnTo>
                    <a:pt x="3344" y="1548"/>
                  </a:lnTo>
                  <a:lnTo>
                    <a:pt x="3334" y="1568"/>
                  </a:lnTo>
                  <a:lnTo>
                    <a:pt x="3320" y="1586"/>
                  </a:lnTo>
                  <a:lnTo>
                    <a:pt x="3052" y="1855"/>
                  </a:lnTo>
                  <a:lnTo>
                    <a:pt x="3036" y="1869"/>
                  </a:lnTo>
                  <a:lnTo>
                    <a:pt x="3018" y="1877"/>
                  </a:lnTo>
                  <a:lnTo>
                    <a:pt x="3000" y="1883"/>
                  </a:lnTo>
                  <a:lnTo>
                    <a:pt x="2981" y="1884"/>
                  </a:lnTo>
                  <a:lnTo>
                    <a:pt x="2962" y="1883"/>
                  </a:lnTo>
                  <a:lnTo>
                    <a:pt x="2944" y="1877"/>
                  </a:lnTo>
                  <a:lnTo>
                    <a:pt x="2926" y="1869"/>
                  </a:lnTo>
                  <a:lnTo>
                    <a:pt x="2911" y="1855"/>
                  </a:lnTo>
                  <a:lnTo>
                    <a:pt x="2897" y="1837"/>
                  </a:lnTo>
                  <a:lnTo>
                    <a:pt x="2887" y="1817"/>
                  </a:lnTo>
                  <a:lnTo>
                    <a:pt x="2883" y="1796"/>
                  </a:lnTo>
                  <a:lnTo>
                    <a:pt x="2883" y="1774"/>
                  </a:lnTo>
                  <a:lnTo>
                    <a:pt x="2887" y="1752"/>
                  </a:lnTo>
                  <a:lnTo>
                    <a:pt x="2897" y="1732"/>
                  </a:lnTo>
                  <a:lnTo>
                    <a:pt x="2911" y="1715"/>
                  </a:lnTo>
                  <a:lnTo>
                    <a:pt x="3009" y="1616"/>
                  </a:lnTo>
                  <a:lnTo>
                    <a:pt x="2460" y="1616"/>
                  </a:lnTo>
                  <a:lnTo>
                    <a:pt x="2438" y="1614"/>
                  </a:lnTo>
                  <a:lnTo>
                    <a:pt x="2417" y="1606"/>
                  </a:lnTo>
                  <a:lnTo>
                    <a:pt x="2399" y="1594"/>
                  </a:lnTo>
                  <a:lnTo>
                    <a:pt x="2383" y="1580"/>
                  </a:lnTo>
                  <a:lnTo>
                    <a:pt x="2372" y="1561"/>
                  </a:lnTo>
                  <a:lnTo>
                    <a:pt x="2364" y="1540"/>
                  </a:lnTo>
                  <a:lnTo>
                    <a:pt x="2361" y="1517"/>
                  </a:lnTo>
                  <a:lnTo>
                    <a:pt x="2358" y="1451"/>
                  </a:lnTo>
                  <a:lnTo>
                    <a:pt x="2349" y="1386"/>
                  </a:lnTo>
                  <a:lnTo>
                    <a:pt x="2334" y="1323"/>
                  </a:lnTo>
                  <a:lnTo>
                    <a:pt x="2313" y="1264"/>
                  </a:lnTo>
                  <a:lnTo>
                    <a:pt x="2287" y="1206"/>
                  </a:lnTo>
                  <a:lnTo>
                    <a:pt x="2257" y="1151"/>
                  </a:lnTo>
                  <a:lnTo>
                    <a:pt x="2221" y="1099"/>
                  </a:lnTo>
                  <a:lnTo>
                    <a:pt x="2182" y="1052"/>
                  </a:lnTo>
                  <a:lnTo>
                    <a:pt x="2138" y="1008"/>
                  </a:lnTo>
                  <a:lnTo>
                    <a:pt x="2090" y="967"/>
                  </a:lnTo>
                  <a:lnTo>
                    <a:pt x="2039" y="932"/>
                  </a:lnTo>
                  <a:lnTo>
                    <a:pt x="1984" y="901"/>
                  </a:lnTo>
                  <a:lnTo>
                    <a:pt x="1926" y="875"/>
                  </a:lnTo>
                  <a:lnTo>
                    <a:pt x="1867" y="854"/>
                  </a:lnTo>
                  <a:lnTo>
                    <a:pt x="1804" y="840"/>
                  </a:lnTo>
                  <a:lnTo>
                    <a:pt x="1740" y="830"/>
                  </a:lnTo>
                  <a:lnTo>
                    <a:pt x="1674" y="827"/>
                  </a:lnTo>
                  <a:lnTo>
                    <a:pt x="1608" y="830"/>
                  </a:lnTo>
                  <a:lnTo>
                    <a:pt x="1543" y="840"/>
                  </a:lnTo>
                  <a:lnTo>
                    <a:pt x="1481" y="854"/>
                  </a:lnTo>
                  <a:lnTo>
                    <a:pt x="1421" y="875"/>
                  </a:lnTo>
                  <a:lnTo>
                    <a:pt x="1364" y="901"/>
                  </a:lnTo>
                  <a:lnTo>
                    <a:pt x="1310" y="932"/>
                  </a:lnTo>
                  <a:lnTo>
                    <a:pt x="1258" y="967"/>
                  </a:lnTo>
                  <a:lnTo>
                    <a:pt x="1211" y="1008"/>
                  </a:lnTo>
                  <a:lnTo>
                    <a:pt x="1167" y="1052"/>
                  </a:lnTo>
                  <a:lnTo>
                    <a:pt x="1126" y="1099"/>
                  </a:lnTo>
                  <a:lnTo>
                    <a:pt x="1091" y="1151"/>
                  </a:lnTo>
                  <a:lnTo>
                    <a:pt x="1061" y="1206"/>
                  </a:lnTo>
                  <a:lnTo>
                    <a:pt x="1035" y="1264"/>
                  </a:lnTo>
                  <a:lnTo>
                    <a:pt x="1014" y="1323"/>
                  </a:lnTo>
                  <a:lnTo>
                    <a:pt x="999" y="1386"/>
                  </a:lnTo>
                  <a:lnTo>
                    <a:pt x="990" y="1451"/>
                  </a:lnTo>
                  <a:lnTo>
                    <a:pt x="987" y="1517"/>
                  </a:lnTo>
                  <a:lnTo>
                    <a:pt x="983" y="1540"/>
                  </a:lnTo>
                  <a:lnTo>
                    <a:pt x="976" y="1561"/>
                  </a:lnTo>
                  <a:lnTo>
                    <a:pt x="965" y="1580"/>
                  </a:lnTo>
                  <a:lnTo>
                    <a:pt x="949" y="1594"/>
                  </a:lnTo>
                  <a:lnTo>
                    <a:pt x="931" y="1606"/>
                  </a:lnTo>
                  <a:lnTo>
                    <a:pt x="910" y="1614"/>
                  </a:lnTo>
                  <a:lnTo>
                    <a:pt x="888" y="1616"/>
                  </a:lnTo>
                  <a:lnTo>
                    <a:pt x="339" y="1616"/>
                  </a:lnTo>
                  <a:lnTo>
                    <a:pt x="437" y="1715"/>
                  </a:lnTo>
                  <a:lnTo>
                    <a:pt x="452" y="1732"/>
                  </a:lnTo>
                  <a:lnTo>
                    <a:pt x="461" y="1752"/>
                  </a:lnTo>
                  <a:lnTo>
                    <a:pt x="465" y="1774"/>
                  </a:lnTo>
                  <a:lnTo>
                    <a:pt x="465" y="1796"/>
                  </a:lnTo>
                  <a:lnTo>
                    <a:pt x="461" y="1817"/>
                  </a:lnTo>
                  <a:lnTo>
                    <a:pt x="452" y="1837"/>
                  </a:lnTo>
                  <a:lnTo>
                    <a:pt x="437" y="1855"/>
                  </a:lnTo>
                  <a:lnTo>
                    <a:pt x="421" y="1869"/>
                  </a:lnTo>
                  <a:lnTo>
                    <a:pt x="404" y="1877"/>
                  </a:lnTo>
                  <a:lnTo>
                    <a:pt x="386" y="1883"/>
                  </a:lnTo>
                  <a:lnTo>
                    <a:pt x="367" y="1884"/>
                  </a:lnTo>
                  <a:lnTo>
                    <a:pt x="348" y="1883"/>
                  </a:lnTo>
                  <a:lnTo>
                    <a:pt x="330" y="1877"/>
                  </a:lnTo>
                  <a:lnTo>
                    <a:pt x="312" y="1869"/>
                  </a:lnTo>
                  <a:lnTo>
                    <a:pt x="296" y="1855"/>
                  </a:lnTo>
                  <a:lnTo>
                    <a:pt x="28" y="1586"/>
                  </a:lnTo>
                  <a:lnTo>
                    <a:pt x="15" y="1568"/>
                  </a:lnTo>
                  <a:lnTo>
                    <a:pt x="5" y="1548"/>
                  </a:lnTo>
                  <a:lnTo>
                    <a:pt x="0" y="1526"/>
                  </a:lnTo>
                  <a:lnTo>
                    <a:pt x="0" y="1505"/>
                  </a:lnTo>
                  <a:lnTo>
                    <a:pt x="5" y="1483"/>
                  </a:lnTo>
                  <a:lnTo>
                    <a:pt x="15" y="1463"/>
                  </a:lnTo>
                  <a:lnTo>
                    <a:pt x="28" y="1446"/>
                  </a:lnTo>
                  <a:lnTo>
                    <a:pt x="296" y="1177"/>
                  </a:lnTo>
                  <a:lnTo>
                    <a:pt x="315" y="1162"/>
                  </a:lnTo>
                  <a:lnTo>
                    <a:pt x="335" y="1153"/>
                  </a:lnTo>
                  <a:lnTo>
                    <a:pt x="356" y="1147"/>
                  </a:lnTo>
                  <a:lnTo>
                    <a:pt x="378" y="1147"/>
                  </a:lnTo>
                  <a:lnTo>
                    <a:pt x="399" y="1153"/>
                  </a:lnTo>
                  <a:lnTo>
                    <a:pt x="419" y="1162"/>
                  </a:lnTo>
                  <a:lnTo>
                    <a:pt x="437" y="1177"/>
                  </a:lnTo>
                  <a:lnTo>
                    <a:pt x="452" y="1194"/>
                  </a:lnTo>
                  <a:lnTo>
                    <a:pt x="461" y="1214"/>
                  </a:lnTo>
                  <a:lnTo>
                    <a:pt x="465" y="1235"/>
                  </a:lnTo>
                  <a:lnTo>
                    <a:pt x="465" y="1257"/>
                  </a:lnTo>
                  <a:lnTo>
                    <a:pt x="461" y="1279"/>
                  </a:lnTo>
                  <a:lnTo>
                    <a:pt x="452" y="1299"/>
                  </a:lnTo>
                  <a:lnTo>
                    <a:pt x="437" y="1317"/>
                  </a:lnTo>
                  <a:lnTo>
                    <a:pt x="337" y="1417"/>
                  </a:lnTo>
                  <a:lnTo>
                    <a:pt x="794" y="1417"/>
                  </a:lnTo>
                  <a:lnTo>
                    <a:pt x="804" y="1346"/>
                  </a:lnTo>
                  <a:lnTo>
                    <a:pt x="821" y="1276"/>
                  </a:lnTo>
                  <a:lnTo>
                    <a:pt x="843" y="1209"/>
                  </a:lnTo>
                  <a:lnTo>
                    <a:pt x="870" y="1144"/>
                  </a:lnTo>
                  <a:lnTo>
                    <a:pt x="902" y="1081"/>
                  </a:lnTo>
                  <a:lnTo>
                    <a:pt x="938" y="1023"/>
                  </a:lnTo>
                  <a:lnTo>
                    <a:pt x="979" y="966"/>
                  </a:lnTo>
                  <a:lnTo>
                    <a:pt x="1024" y="914"/>
                  </a:lnTo>
                  <a:lnTo>
                    <a:pt x="1073" y="865"/>
                  </a:lnTo>
                  <a:lnTo>
                    <a:pt x="1125" y="820"/>
                  </a:lnTo>
                  <a:lnTo>
                    <a:pt x="1181" y="779"/>
                  </a:lnTo>
                  <a:lnTo>
                    <a:pt x="1240" y="742"/>
                  </a:lnTo>
                  <a:lnTo>
                    <a:pt x="1303" y="710"/>
                  </a:lnTo>
                  <a:lnTo>
                    <a:pt x="1367" y="683"/>
                  </a:lnTo>
                  <a:lnTo>
                    <a:pt x="1434" y="661"/>
                  </a:lnTo>
                  <a:lnTo>
                    <a:pt x="1504" y="645"/>
                  </a:lnTo>
                  <a:lnTo>
                    <a:pt x="1575" y="633"/>
                  </a:lnTo>
                  <a:lnTo>
                    <a:pt x="1575" y="339"/>
                  </a:lnTo>
                  <a:lnTo>
                    <a:pt x="1476" y="439"/>
                  </a:lnTo>
                  <a:lnTo>
                    <a:pt x="1458" y="453"/>
                  </a:lnTo>
                  <a:lnTo>
                    <a:pt x="1438" y="463"/>
                  </a:lnTo>
                  <a:lnTo>
                    <a:pt x="1416" y="467"/>
                  </a:lnTo>
                  <a:lnTo>
                    <a:pt x="1395" y="467"/>
                  </a:lnTo>
                  <a:lnTo>
                    <a:pt x="1373" y="463"/>
                  </a:lnTo>
                  <a:lnTo>
                    <a:pt x="1354" y="453"/>
                  </a:lnTo>
                  <a:lnTo>
                    <a:pt x="1336" y="439"/>
                  </a:lnTo>
                  <a:lnTo>
                    <a:pt x="1321" y="421"/>
                  </a:lnTo>
                  <a:lnTo>
                    <a:pt x="1312" y="401"/>
                  </a:lnTo>
                  <a:lnTo>
                    <a:pt x="1307" y="379"/>
                  </a:lnTo>
                  <a:lnTo>
                    <a:pt x="1307" y="357"/>
                  </a:lnTo>
                  <a:lnTo>
                    <a:pt x="1312" y="336"/>
                  </a:lnTo>
                  <a:lnTo>
                    <a:pt x="1321" y="316"/>
                  </a:lnTo>
                  <a:lnTo>
                    <a:pt x="1336" y="299"/>
                  </a:lnTo>
                  <a:lnTo>
                    <a:pt x="1604" y="28"/>
                  </a:lnTo>
                  <a:lnTo>
                    <a:pt x="1622" y="15"/>
                  </a:lnTo>
                  <a:lnTo>
                    <a:pt x="1642" y="5"/>
                  </a:lnTo>
                  <a:lnTo>
                    <a:pt x="1663" y="0"/>
                  </a:lnTo>
                  <a:lnTo>
                    <a:pt x="16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8BB9D288-16ED-4923-B2B7-BD58C3F1D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425" y="4130675"/>
              <a:ext cx="136525" cy="138113"/>
            </a:xfrm>
            <a:custGeom>
              <a:avLst/>
              <a:gdLst>
                <a:gd name="T0" fmla="*/ 472 w 943"/>
                <a:gd name="T1" fmla="*/ 0 h 948"/>
                <a:gd name="T2" fmla="*/ 527 w 943"/>
                <a:gd name="T3" fmla="*/ 3 h 948"/>
                <a:gd name="T4" fmla="*/ 580 w 943"/>
                <a:gd name="T5" fmla="*/ 13 h 948"/>
                <a:gd name="T6" fmla="*/ 631 w 943"/>
                <a:gd name="T7" fmla="*/ 29 h 948"/>
                <a:gd name="T8" fmla="*/ 679 w 943"/>
                <a:gd name="T9" fmla="*/ 48 h 948"/>
                <a:gd name="T10" fmla="*/ 724 w 943"/>
                <a:gd name="T11" fmla="*/ 75 h 948"/>
                <a:gd name="T12" fmla="*/ 767 w 943"/>
                <a:gd name="T13" fmla="*/ 105 h 948"/>
                <a:gd name="T14" fmla="*/ 806 w 943"/>
                <a:gd name="T15" fmla="*/ 140 h 948"/>
                <a:gd name="T16" fmla="*/ 840 w 943"/>
                <a:gd name="T17" fmla="*/ 178 h 948"/>
                <a:gd name="T18" fmla="*/ 870 w 943"/>
                <a:gd name="T19" fmla="*/ 220 h 948"/>
                <a:gd name="T20" fmla="*/ 895 w 943"/>
                <a:gd name="T21" fmla="*/ 266 h 948"/>
                <a:gd name="T22" fmla="*/ 916 w 943"/>
                <a:gd name="T23" fmla="*/ 314 h 948"/>
                <a:gd name="T24" fmla="*/ 931 w 943"/>
                <a:gd name="T25" fmla="*/ 366 h 948"/>
                <a:gd name="T26" fmla="*/ 940 w 943"/>
                <a:gd name="T27" fmla="*/ 419 h 948"/>
                <a:gd name="T28" fmla="*/ 943 w 943"/>
                <a:gd name="T29" fmla="*/ 473 h 948"/>
                <a:gd name="T30" fmla="*/ 940 w 943"/>
                <a:gd name="T31" fmla="*/ 529 h 948"/>
                <a:gd name="T32" fmla="*/ 931 w 943"/>
                <a:gd name="T33" fmla="*/ 582 h 948"/>
                <a:gd name="T34" fmla="*/ 916 w 943"/>
                <a:gd name="T35" fmla="*/ 634 h 948"/>
                <a:gd name="T36" fmla="*/ 895 w 943"/>
                <a:gd name="T37" fmla="*/ 682 h 948"/>
                <a:gd name="T38" fmla="*/ 870 w 943"/>
                <a:gd name="T39" fmla="*/ 728 h 948"/>
                <a:gd name="T40" fmla="*/ 840 w 943"/>
                <a:gd name="T41" fmla="*/ 770 h 948"/>
                <a:gd name="T42" fmla="*/ 806 w 943"/>
                <a:gd name="T43" fmla="*/ 808 h 948"/>
                <a:gd name="T44" fmla="*/ 767 w 943"/>
                <a:gd name="T45" fmla="*/ 843 h 948"/>
                <a:gd name="T46" fmla="*/ 724 w 943"/>
                <a:gd name="T47" fmla="*/ 873 h 948"/>
                <a:gd name="T48" fmla="*/ 679 w 943"/>
                <a:gd name="T49" fmla="*/ 899 h 948"/>
                <a:gd name="T50" fmla="*/ 631 w 943"/>
                <a:gd name="T51" fmla="*/ 919 h 948"/>
                <a:gd name="T52" fmla="*/ 580 w 943"/>
                <a:gd name="T53" fmla="*/ 935 h 948"/>
                <a:gd name="T54" fmla="*/ 527 w 943"/>
                <a:gd name="T55" fmla="*/ 944 h 948"/>
                <a:gd name="T56" fmla="*/ 472 w 943"/>
                <a:gd name="T57" fmla="*/ 948 h 948"/>
                <a:gd name="T58" fmla="*/ 417 w 943"/>
                <a:gd name="T59" fmla="*/ 944 h 948"/>
                <a:gd name="T60" fmla="*/ 364 w 943"/>
                <a:gd name="T61" fmla="*/ 935 h 948"/>
                <a:gd name="T62" fmla="*/ 313 w 943"/>
                <a:gd name="T63" fmla="*/ 919 h 948"/>
                <a:gd name="T64" fmla="*/ 264 w 943"/>
                <a:gd name="T65" fmla="*/ 899 h 948"/>
                <a:gd name="T66" fmla="*/ 219 w 943"/>
                <a:gd name="T67" fmla="*/ 873 h 948"/>
                <a:gd name="T68" fmla="*/ 177 w 943"/>
                <a:gd name="T69" fmla="*/ 843 h 948"/>
                <a:gd name="T70" fmla="*/ 138 w 943"/>
                <a:gd name="T71" fmla="*/ 808 h 948"/>
                <a:gd name="T72" fmla="*/ 104 w 943"/>
                <a:gd name="T73" fmla="*/ 770 h 948"/>
                <a:gd name="T74" fmla="*/ 73 w 943"/>
                <a:gd name="T75" fmla="*/ 728 h 948"/>
                <a:gd name="T76" fmla="*/ 48 w 943"/>
                <a:gd name="T77" fmla="*/ 682 h 948"/>
                <a:gd name="T78" fmla="*/ 28 w 943"/>
                <a:gd name="T79" fmla="*/ 634 h 948"/>
                <a:gd name="T80" fmla="*/ 13 w 943"/>
                <a:gd name="T81" fmla="*/ 582 h 948"/>
                <a:gd name="T82" fmla="*/ 4 w 943"/>
                <a:gd name="T83" fmla="*/ 529 h 948"/>
                <a:gd name="T84" fmla="*/ 0 w 943"/>
                <a:gd name="T85" fmla="*/ 473 h 948"/>
                <a:gd name="T86" fmla="*/ 4 w 943"/>
                <a:gd name="T87" fmla="*/ 419 h 948"/>
                <a:gd name="T88" fmla="*/ 13 w 943"/>
                <a:gd name="T89" fmla="*/ 366 h 948"/>
                <a:gd name="T90" fmla="*/ 28 w 943"/>
                <a:gd name="T91" fmla="*/ 314 h 948"/>
                <a:gd name="T92" fmla="*/ 48 w 943"/>
                <a:gd name="T93" fmla="*/ 266 h 948"/>
                <a:gd name="T94" fmla="*/ 73 w 943"/>
                <a:gd name="T95" fmla="*/ 220 h 948"/>
                <a:gd name="T96" fmla="*/ 104 w 943"/>
                <a:gd name="T97" fmla="*/ 178 h 948"/>
                <a:gd name="T98" fmla="*/ 138 w 943"/>
                <a:gd name="T99" fmla="*/ 140 h 948"/>
                <a:gd name="T100" fmla="*/ 177 w 943"/>
                <a:gd name="T101" fmla="*/ 105 h 948"/>
                <a:gd name="T102" fmla="*/ 219 w 943"/>
                <a:gd name="T103" fmla="*/ 75 h 948"/>
                <a:gd name="T104" fmla="*/ 264 w 943"/>
                <a:gd name="T105" fmla="*/ 48 h 948"/>
                <a:gd name="T106" fmla="*/ 313 w 943"/>
                <a:gd name="T107" fmla="*/ 29 h 948"/>
                <a:gd name="T108" fmla="*/ 364 w 943"/>
                <a:gd name="T109" fmla="*/ 13 h 948"/>
                <a:gd name="T110" fmla="*/ 417 w 943"/>
                <a:gd name="T111" fmla="*/ 3 h 948"/>
                <a:gd name="T112" fmla="*/ 472 w 943"/>
                <a:gd name="T113" fmla="*/ 0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43" h="948">
                  <a:moveTo>
                    <a:pt x="472" y="0"/>
                  </a:moveTo>
                  <a:lnTo>
                    <a:pt x="527" y="3"/>
                  </a:lnTo>
                  <a:lnTo>
                    <a:pt x="580" y="13"/>
                  </a:lnTo>
                  <a:lnTo>
                    <a:pt x="631" y="29"/>
                  </a:lnTo>
                  <a:lnTo>
                    <a:pt x="679" y="48"/>
                  </a:lnTo>
                  <a:lnTo>
                    <a:pt x="724" y="75"/>
                  </a:lnTo>
                  <a:lnTo>
                    <a:pt x="767" y="105"/>
                  </a:lnTo>
                  <a:lnTo>
                    <a:pt x="806" y="140"/>
                  </a:lnTo>
                  <a:lnTo>
                    <a:pt x="840" y="178"/>
                  </a:lnTo>
                  <a:lnTo>
                    <a:pt x="870" y="220"/>
                  </a:lnTo>
                  <a:lnTo>
                    <a:pt x="895" y="266"/>
                  </a:lnTo>
                  <a:lnTo>
                    <a:pt x="916" y="314"/>
                  </a:lnTo>
                  <a:lnTo>
                    <a:pt x="931" y="366"/>
                  </a:lnTo>
                  <a:lnTo>
                    <a:pt x="940" y="419"/>
                  </a:lnTo>
                  <a:lnTo>
                    <a:pt x="943" y="473"/>
                  </a:lnTo>
                  <a:lnTo>
                    <a:pt x="940" y="529"/>
                  </a:lnTo>
                  <a:lnTo>
                    <a:pt x="931" y="582"/>
                  </a:lnTo>
                  <a:lnTo>
                    <a:pt x="916" y="634"/>
                  </a:lnTo>
                  <a:lnTo>
                    <a:pt x="895" y="682"/>
                  </a:lnTo>
                  <a:lnTo>
                    <a:pt x="870" y="728"/>
                  </a:lnTo>
                  <a:lnTo>
                    <a:pt x="840" y="770"/>
                  </a:lnTo>
                  <a:lnTo>
                    <a:pt x="806" y="808"/>
                  </a:lnTo>
                  <a:lnTo>
                    <a:pt x="767" y="843"/>
                  </a:lnTo>
                  <a:lnTo>
                    <a:pt x="724" y="873"/>
                  </a:lnTo>
                  <a:lnTo>
                    <a:pt x="679" y="899"/>
                  </a:lnTo>
                  <a:lnTo>
                    <a:pt x="631" y="919"/>
                  </a:lnTo>
                  <a:lnTo>
                    <a:pt x="580" y="935"/>
                  </a:lnTo>
                  <a:lnTo>
                    <a:pt x="527" y="944"/>
                  </a:lnTo>
                  <a:lnTo>
                    <a:pt x="472" y="948"/>
                  </a:lnTo>
                  <a:lnTo>
                    <a:pt x="417" y="944"/>
                  </a:lnTo>
                  <a:lnTo>
                    <a:pt x="364" y="935"/>
                  </a:lnTo>
                  <a:lnTo>
                    <a:pt x="313" y="919"/>
                  </a:lnTo>
                  <a:lnTo>
                    <a:pt x="264" y="899"/>
                  </a:lnTo>
                  <a:lnTo>
                    <a:pt x="219" y="873"/>
                  </a:lnTo>
                  <a:lnTo>
                    <a:pt x="177" y="843"/>
                  </a:lnTo>
                  <a:lnTo>
                    <a:pt x="138" y="808"/>
                  </a:lnTo>
                  <a:lnTo>
                    <a:pt x="104" y="770"/>
                  </a:lnTo>
                  <a:lnTo>
                    <a:pt x="73" y="728"/>
                  </a:lnTo>
                  <a:lnTo>
                    <a:pt x="48" y="682"/>
                  </a:lnTo>
                  <a:lnTo>
                    <a:pt x="28" y="634"/>
                  </a:lnTo>
                  <a:lnTo>
                    <a:pt x="13" y="582"/>
                  </a:lnTo>
                  <a:lnTo>
                    <a:pt x="4" y="529"/>
                  </a:lnTo>
                  <a:lnTo>
                    <a:pt x="0" y="473"/>
                  </a:lnTo>
                  <a:lnTo>
                    <a:pt x="4" y="419"/>
                  </a:lnTo>
                  <a:lnTo>
                    <a:pt x="13" y="366"/>
                  </a:lnTo>
                  <a:lnTo>
                    <a:pt x="28" y="314"/>
                  </a:lnTo>
                  <a:lnTo>
                    <a:pt x="48" y="266"/>
                  </a:lnTo>
                  <a:lnTo>
                    <a:pt x="73" y="220"/>
                  </a:lnTo>
                  <a:lnTo>
                    <a:pt x="104" y="178"/>
                  </a:lnTo>
                  <a:lnTo>
                    <a:pt x="138" y="140"/>
                  </a:lnTo>
                  <a:lnTo>
                    <a:pt x="177" y="105"/>
                  </a:lnTo>
                  <a:lnTo>
                    <a:pt x="219" y="75"/>
                  </a:lnTo>
                  <a:lnTo>
                    <a:pt x="264" y="48"/>
                  </a:lnTo>
                  <a:lnTo>
                    <a:pt x="313" y="29"/>
                  </a:lnTo>
                  <a:lnTo>
                    <a:pt x="364" y="13"/>
                  </a:lnTo>
                  <a:lnTo>
                    <a:pt x="417" y="3"/>
                  </a:lnTo>
                  <a:lnTo>
                    <a:pt x="4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D5E3CC37-9B75-416A-99E2-64DC6CFEB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925" y="4294188"/>
              <a:ext cx="265112" cy="184150"/>
            </a:xfrm>
            <a:custGeom>
              <a:avLst/>
              <a:gdLst>
                <a:gd name="T0" fmla="*/ 561 w 1838"/>
                <a:gd name="T1" fmla="*/ 2 h 1266"/>
                <a:gd name="T2" fmla="*/ 582 w 1838"/>
                <a:gd name="T3" fmla="*/ 17 h 1266"/>
                <a:gd name="T4" fmla="*/ 871 w 1838"/>
                <a:gd name="T5" fmla="*/ 807 h 1266"/>
                <a:gd name="T6" fmla="*/ 888 w 1838"/>
                <a:gd name="T7" fmla="*/ 831 h 1266"/>
                <a:gd name="T8" fmla="*/ 913 w 1838"/>
                <a:gd name="T9" fmla="*/ 840 h 1266"/>
                <a:gd name="T10" fmla="*/ 939 w 1838"/>
                <a:gd name="T11" fmla="*/ 837 h 1266"/>
                <a:gd name="T12" fmla="*/ 960 w 1838"/>
                <a:gd name="T13" fmla="*/ 820 h 1266"/>
                <a:gd name="T14" fmla="*/ 1250 w 1838"/>
                <a:gd name="T15" fmla="*/ 28 h 1266"/>
                <a:gd name="T16" fmla="*/ 1265 w 1838"/>
                <a:gd name="T17" fmla="*/ 8 h 1266"/>
                <a:gd name="T18" fmla="*/ 1289 w 1838"/>
                <a:gd name="T19" fmla="*/ 0 h 1266"/>
                <a:gd name="T20" fmla="*/ 1551 w 1838"/>
                <a:gd name="T21" fmla="*/ 44 h 1266"/>
                <a:gd name="T22" fmla="*/ 1597 w 1838"/>
                <a:gd name="T23" fmla="*/ 62 h 1266"/>
                <a:gd name="T24" fmla="*/ 1678 w 1838"/>
                <a:gd name="T25" fmla="*/ 111 h 1266"/>
                <a:gd name="T26" fmla="*/ 1745 w 1838"/>
                <a:gd name="T27" fmla="*/ 177 h 1266"/>
                <a:gd name="T28" fmla="*/ 1795 w 1838"/>
                <a:gd name="T29" fmla="*/ 255 h 1266"/>
                <a:gd name="T30" fmla="*/ 1827 w 1838"/>
                <a:gd name="T31" fmla="*/ 344 h 1266"/>
                <a:gd name="T32" fmla="*/ 1838 w 1838"/>
                <a:gd name="T33" fmla="*/ 439 h 1266"/>
                <a:gd name="T34" fmla="*/ 1836 w 1838"/>
                <a:gd name="T35" fmla="*/ 1122 h 1266"/>
                <a:gd name="T36" fmla="*/ 1814 w 1838"/>
                <a:gd name="T37" fmla="*/ 1179 h 1266"/>
                <a:gd name="T38" fmla="*/ 1775 w 1838"/>
                <a:gd name="T39" fmla="*/ 1225 h 1266"/>
                <a:gd name="T40" fmla="*/ 1724 w 1838"/>
                <a:gd name="T41" fmla="*/ 1256 h 1266"/>
                <a:gd name="T42" fmla="*/ 1662 w 1838"/>
                <a:gd name="T43" fmla="*/ 1266 h 1266"/>
                <a:gd name="T44" fmla="*/ 144 w 1838"/>
                <a:gd name="T45" fmla="*/ 1264 h 1266"/>
                <a:gd name="T46" fmla="*/ 87 w 1838"/>
                <a:gd name="T47" fmla="*/ 1242 h 1266"/>
                <a:gd name="T48" fmla="*/ 41 w 1838"/>
                <a:gd name="T49" fmla="*/ 1204 h 1266"/>
                <a:gd name="T50" fmla="*/ 10 w 1838"/>
                <a:gd name="T51" fmla="*/ 1152 h 1266"/>
                <a:gd name="T52" fmla="*/ 0 w 1838"/>
                <a:gd name="T53" fmla="*/ 1090 h 1266"/>
                <a:gd name="T54" fmla="*/ 3 w 1838"/>
                <a:gd name="T55" fmla="*/ 393 h 1266"/>
                <a:gd name="T56" fmla="*/ 24 w 1838"/>
                <a:gd name="T57" fmla="*/ 300 h 1266"/>
                <a:gd name="T58" fmla="*/ 66 w 1838"/>
                <a:gd name="T59" fmla="*/ 215 h 1266"/>
                <a:gd name="T60" fmla="*/ 125 w 1838"/>
                <a:gd name="T61" fmla="*/ 143 h 1266"/>
                <a:gd name="T62" fmla="*/ 199 w 1838"/>
                <a:gd name="T63" fmla="*/ 85 h 1266"/>
                <a:gd name="T64" fmla="*/ 287 w 1838"/>
                <a:gd name="T65" fmla="*/ 44 h 1266"/>
                <a:gd name="T66" fmla="*/ 299 w 1838"/>
                <a:gd name="T67" fmla="*/ 42 h 1266"/>
                <a:gd name="T68" fmla="*/ 332 w 1838"/>
                <a:gd name="T69" fmla="*/ 35 h 1266"/>
                <a:gd name="T70" fmla="*/ 378 w 1838"/>
                <a:gd name="T71" fmla="*/ 28 h 1266"/>
                <a:gd name="T72" fmla="*/ 430 w 1838"/>
                <a:gd name="T73" fmla="*/ 20 h 1266"/>
                <a:gd name="T74" fmla="*/ 479 w 1838"/>
                <a:gd name="T75" fmla="*/ 11 h 1266"/>
                <a:gd name="T76" fmla="*/ 519 w 1838"/>
                <a:gd name="T77" fmla="*/ 5 h 1266"/>
                <a:gd name="T78" fmla="*/ 544 w 1838"/>
                <a:gd name="T79" fmla="*/ 1 h 1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38" h="1266">
                  <a:moveTo>
                    <a:pt x="549" y="0"/>
                  </a:moveTo>
                  <a:lnTo>
                    <a:pt x="561" y="2"/>
                  </a:lnTo>
                  <a:lnTo>
                    <a:pt x="573" y="7"/>
                  </a:lnTo>
                  <a:lnTo>
                    <a:pt x="582" y="17"/>
                  </a:lnTo>
                  <a:lnTo>
                    <a:pt x="588" y="28"/>
                  </a:lnTo>
                  <a:lnTo>
                    <a:pt x="871" y="807"/>
                  </a:lnTo>
                  <a:lnTo>
                    <a:pt x="878" y="820"/>
                  </a:lnTo>
                  <a:lnTo>
                    <a:pt x="888" y="831"/>
                  </a:lnTo>
                  <a:lnTo>
                    <a:pt x="899" y="837"/>
                  </a:lnTo>
                  <a:lnTo>
                    <a:pt x="913" y="840"/>
                  </a:lnTo>
                  <a:lnTo>
                    <a:pt x="926" y="840"/>
                  </a:lnTo>
                  <a:lnTo>
                    <a:pt x="939" y="837"/>
                  </a:lnTo>
                  <a:lnTo>
                    <a:pt x="950" y="831"/>
                  </a:lnTo>
                  <a:lnTo>
                    <a:pt x="960" y="820"/>
                  </a:lnTo>
                  <a:lnTo>
                    <a:pt x="967" y="807"/>
                  </a:lnTo>
                  <a:lnTo>
                    <a:pt x="1250" y="28"/>
                  </a:lnTo>
                  <a:lnTo>
                    <a:pt x="1257" y="17"/>
                  </a:lnTo>
                  <a:lnTo>
                    <a:pt x="1265" y="8"/>
                  </a:lnTo>
                  <a:lnTo>
                    <a:pt x="1277" y="2"/>
                  </a:lnTo>
                  <a:lnTo>
                    <a:pt x="1289" y="0"/>
                  </a:lnTo>
                  <a:lnTo>
                    <a:pt x="1302" y="2"/>
                  </a:lnTo>
                  <a:lnTo>
                    <a:pt x="1551" y="44"/>
                  </a:lnTo>
                  <a:lnTo>
                    <a:pt x="1552" y="44"/>
                  </a:lnTo>
                  <a:lnTo>
                    <a:pt x="1597" y="62"/>
                  </a:lnTo>
                  <a:lnTo>
                    <a:pt x="1639" y="84"/>
                  </a:lnTo>
                  <a:lnTo>
                    <a:pt x="1678" y="111"/>
                  </a:lnTo>
                  <a:lnTo>
                    <a:pt x="1714" y="142"/>
                  </a:lnTo>
                  <a:lnTo>
                    <a:pt x="1745" y="177"/>
                  </a:lnTo>
                  <a:lnTo>
                    <a:pt x="1772" y="214"/>
                  </a:lnTo>
                  <a:lnTo>
                    <a:pt x="1795" y="255"/>
                  </a:lnTo>
                  <a:lnTo>
                    <a:pt x="1814" y="298"/>
                  </a:lnTo>
                  <a:lnTo>
                    <a:pt x="1827" y="344"/>
                  </a:lnTo>
                  <a:lnTo>
                    <a:pt x="1836" y="391"/>
                  </a:lnTo>
                  <a:lnTo>
                    <a:pt x="1838" y="439"/>
                  </a:lnTo>
                  <a:lnTo>
                    <a:pt x="1838" y="1090"/>
                  </a:lnTo>
                  <a:lnTo>
                    <a:pt x="1836" y="1122"/>
                  </a:lnTo>
                  <a:lnTo>
                    <a:pt x="1827" y="1152"/>
                  </a:lnTo>
                  <a:lnTo>
                    <a:pt x="1814" y="1179"/>
                  </a:lnTo>
                  <a:lnTo>
                    <a:pt x="1797" y="1204"/>
                  </a:lnTo>
                  <a:lnTo>
                    <a:pt x="1775" y="1225"/>
                  </a:lnTo>
                  <a:lnTo>
                    <a:pt x="1751" y="1242"/>
                  </a:lnTo>
                  <a:lnTo>
                    <a:pt x="1724" y="1256"/>
                  </a:lnTo>
                  <a:lnTo>
                    <a:pt x="1694" y="1264"/>
                  </a:lnTo>
                  <a:lnTo>
                    <a:pt x="1662" y="1266"/>
                  </a:lnTo>
                  <a:lnTo>
                    <a:pt x="175" y="1266"/>
                  </a:lnTo>
                  <a:lnTo>
                    <a:pt x="144" y="1264"/>
                  </a:lnTo>
                  <a:lnTo>
                    <a:pt x="114" y="1256"/>
                  </a:lnTo>
                  <a:lnTo>
                    <a:pt x="87" y="1242"/>
                  </a:lnTo>
                  <a:lnTo>
                    <a:pt x="63" y="1225"/>
                  </a:lnTo>
                  <a:lnTo>
                    <a:pt x="41" y="1204"/>
                  </a:lnTo>
                  <a:lnTo>
                    <a:pt x="24" y="1179"/>
                  </a:lnTo>
                  <a:lnTo>
                    <a:pt x="10" y="1152"/>
                  </a:lnTo>
                  <a:lnTo>
                    <a:pt x="3" y="1122"/>
                  </a:lnTo>
                  <a:lnTo>
                    <a:pt x="0" y="1090"/>
                  </a:lnTo>
                  <a:lnTo>
                    <a:pt x="0" y="442"/>
                  </a:lnTo>
                  <a:lnTo>
                    <a:pt x="3" y="393"/>
                  </a:lnTo>
                  <a:lnTo>
                    <a:pt x="12" y="345"/>
                  </a:lnTo>
                  <a:lnTo>
                    <a:pt x="24" y="300"/>
                  </a:lnTo>
                  <a:lnTo>
                    <a:pt x="43" y="256"/>
                  </a:lnTo>
                  <a:lnTo>
                    <a:pt x="66" y="215"/>
                  </a:lnTo>
                  <a:lnTo>
                    <a:pt x="93" y="178"/>
                  </a:lnTo>
                  <a:lnTo>
                    <a:pt x="125" y="143"/>
                  </a:lnTo>
                  <a:lnTo>
                    <a:pt x="160" y="112"/>
                  </a:lnTo>
                  <a:lnTo>
                    <a:pt x="199" y="85"/>
                  </a:lnTo>
                  <a:lnTo>
                    <a:pt x="241" y="62"/>
                  </a:lnTo>
                  <a:lnTo>
                    <a:pt x="287" y="44"/>
                  </a:lnTo>
                  <a:lnTo>
                    <a:pt x="290" y="43"/>
                  </a:lnTo>
                  <a:lnTo>
                    <a:pt x="299" y="42"/>
                  </a:lnTo>
                  <a:lnTo>
                    <a:pt x="314" y="39"/>
                  </a:lnTo>
                  <a:lnTo>
                    <a:pt x="332" y="35"/>
                  </a:lnTo>
                  <a:lnTo>
                    <a:pt x="354" y="32"/>
                  </a:lnTo>
                  <a:lnTo>
                    <a:pt x="378" y="28"/>
                  </a:lnTo>
                  <a:lnTo>
                    <a:pt x="404" y="24"/>
                  </a:lnTo>
                  <a:lnTo>
                    <a:pt x="430" y="20"/>
                  </a:lnTo>
                  <a:lnTo>
                    <a:pt x="455" y="16"/>
                  </a:lnTo>
                  <a:lnTo>
                    <a:pt x="479" y="11"/>
                  </a:lnTo>
                  <a:lnTo>
                    <a:pt x="501" y="8"/>
                  </a:lnTo>
                  <a:lnTo>
                    <a:pt x="519" y="5"/>
                  </a:lnTo>
                  <a:lnTo>
                    <a:pt x="535" y="2"/>
                  </a:lnTo>
                  <a:lnTo>
                    <a:pt x="544" y="1"/>
                  </a:lnTo>
                  <a:lnTo>
                    <a:pt x="5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87C988C3-8EA1-4DD6-A3F3-5DCEF7B02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638" y="4289425"/>
              <a:ext cx="38100" cy="98425"/>
            </a:xfrm>
            <a:custGeom>
              <a:avLst/>
              <a:gdLst>
                <a:gd name="T0" fmla="*/ 65 w 265"/>
                <a:gd name="T1" fmla="*/ 0 h 680"/>
                <a:gd name="T2" fmla="*/ 201 w 265"/>
                <a:gd name="T3" fmla="*/ 0 h 680"/>
                <a:gd name="T4" fmla="*/ 218 w 265"/>
                <a:gd name="T5" fmla="*/ 2 h 680"/>
                <a:gd name="T6" fmla="*/ 235 w 265"/>
                <a:gd name="T7" fmla="*/ 8 h 680"/>
                <a:gd name="T8" fmla="*/ 249 w 265"/>
                <a:gd name="T9" fmla="*/ 20 h 680"/>
                <a:gd name="T10" fmla="*/ 258 w 265"/>
                <a:gd name="T11" fmla="*/ 34 h 680"/>
                <a:gd name="T12" fmla="*/ 264 w 265"/>
                <a:gd name="T13" fmla="*/ 48 h 680"/>
                <a:gd name="T14" fmla="*/ 265 w 265"/>
                <a:gd name="T15" fmla="*/ 64 h 680"/>
                <a:gd name="T16" fmla="*/ 263 w 265"/>
                <a:gd name="T17" fmla="*/ 80 h 680"/>
                <a:gd name="T18" fmla="*/ 257 w 265"/>
                <a:gd name="T19" fmla="*/ 94 h 680"/>
                <a:gd name="T20" fmla="*/ 185 w 265"/>
                <a:gd name="T21" fmla="*/ 203 h 680"/>
                <a:gd name="T22" fmla="*/ 218 w 265"/>
                <a:gd name="T23" fmla="*/ 490 h 680"/>
                <a:gd name="T24" fmla="*/ 152 w 265"/>
                <a:gd name="T25" fmla="*/ 667 h 680"/>
                <a:gd name="T26" fmla="*/ 147 w 265"/>
                <a:gd name="T27" fmla="*/ 674 h 680"/>
                <a:gd name="T28" fmla="*/ 141 w 265"/>
                <a:gd name="T29" fmla="*/ 679 h 680"/>
                <a:gd name="T30" fmla="*/ 133 w 265"/>
                <a:gd name="T31" fmla="*/ 680 h 680"/>
                <a:gd name="T32" fmla="*/ 126 w 265"/>
                <a:gd name="T33" fmla="*/ 679 h 680"/>
                <a:gd name="T34" fmla="*/ 118 w 265"/>
                <a:gd name="T35" fmla="*/ 674 h 680"/>
                <a:gd name="T36" fmla="*/ 114 w 265"/>
                <a:gd name="T37" fmla="*/ 667 h 680"/>
                <a:gd name="T38" fmla="*/ 47 w 265"/>
                <a:gd name="T39" fmla="*/ 490 h 680"/>
                <a:gd name="T40" fmla="*/ 81 w 265"/>
                <a:gd name="T41" fmla="*/ 203 h 680"/>
                <a:gd name="T42" fmla="*/ 9 w 265"/>
                <a:gd name="T43" fmla="*/ 94 h 680"/>
                <a:gd name="T44" fmla="*/ 2 w 265"/>
                <a:gd name="T45" fmla="*/ 80 h 680"/>
                <a:gd name="T46" fmla="*/ 0 w 265"/>
                <a:gd name="T47" fmla="*/ 64 h 680"/>
                <a:gd name="T48" fmla="*/ 2 w 265"/>
                <a:gd name="T49" fmla="*/ 48 h 680"/>
                <a:gd name="T50" fmla="*/ 8 w 265"/>
                <a:gd name="T51" fmla="*/ 34 h 680"/>
                <a:gd name="T52" fmla="*/ 17 w 265"/>
                <a:gd name="T53" fmla="*/ 20 h 680"/>
                <a:gd name="T54" fmla="*/ 31 w 265"/>
                <a:gd name="T55" fmla="*/ 8 h 680"/>
                <a:gd name="T56" fmla="*/ 47 w 265"/>
                <a:gd name="T57" fmla="*/ 2 h 680"/>
                <a:gd name="T58" fmla="*/ 65 w 265"/>
                <a:gd name="T59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5" h="680">
                  <a:moveTo>
                    <a:pt x="65" y="0"/>
                  </a:moveTo>
                  <a:lnTo>
                    <a:pt x="201" y="0"/>
                  </a:lnTo>
                  <a:lnTo>
                    <a:pt x="218" y="2"/>
                  </a:lnTo>
                  <a:lnTo>
                    <a:pt x="235" y="8"/>
                  </a:lnTo>
                  <a:lnTo>
                    <a:pt x="249" y="20"/>
                  </a:lnTo>
                  <a:lnTo>
                    <a:pt x="258" y="34"/>
                  </a:lnTo>
                  <a:lnTo>
                    <a:pt x="264" y="48"/>
                  </a:lnTo>
                  <a:lnTo>
                    <a:pt x="265" y="64"/>
                  </a:lnTo>
                  <a:lnTo>
                    <a:pt x="263" y="80"/>
                  </a:lnTo>
                  <a:lnTo>
                    <a:pt x="257" y="94"/>
                  </a:lnTo>
                  <a:lnTo>
                    <a:pt x="185" y="203"/>
                  </a:lnTo>
                  <a:lnTo>
                    <a:pt x="218" y="490"/>
                  </a:lnTo>
                  <a:lnTo>
                    <a:pt x="152" y="667"/>
                  </a:lnTo>
                  <a:lnTo>
                    <a:pt x="147" y="674"/>
                  </a:lnTo>
                  <a:lnTo>
                    <a:pt x="141" y="679"/>
                  </a:lnTo>
                  <a:lnTo>
                    <a:pt x="133" y="680"/>
                  </a:lnTo>
                  <a:lnTo>
                    <a:pt x="126" y="679"/>
                  </a:lnTo>
                  <a:lnTo>
                    <a:pt x="118" y="674"/>
                  </a:lnTo>
                  <a:lnTo>
                    <a:pt x="114" y="667"/>
                  </a:lnTo>
                  <a:lnTo>
                    <a:pt x="47" y="490"/>
                  </a:lnTo>
                  <a:lnTo>
                    <a:pt x="81" y="203"/>
                  </a:lnTo>
                  <a:lnTo>
                    <a:pt x="9" y="94"/>
                  </a:lnTo>
                  <a:lnTo>
                    <a:pt x="2" y="80"/>
                  </a:lnTo>
                  <a:lnTo>
                    <a:pt x="0" y="64"/>
                  </a:lnTo>
                  <a:lnTo>
                    <a:pt x="2" y="48"/>
                  </a:lnTo>
                  <a:lnTo>
                    <a:pt x="8" y="34"/>
                  </a:lnTo>
                  <a:lnTo>
                    <a:pt x="17" y="20"/>
                  </a:lnTo>
                  <a:lnTo>
                    <a:pt x="31" y="8"/>
                  </a:lnTo>
                  <a:lnTo>
                    <a:pt x="47" y="2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FE7FBFFE-584E-49C6-944C-50431DA077D2}"/>
              </a:ext>
            </a:extLst>
          </p:cNvPr>
          <p:cNvGrpSpPr/>
          <p:nvPr/>
        </p:nvGrpSpPr>
        <p:grpSpPr>
          <a:xfrm>
            <a:off x="1246274" y="5891404"/>
            <a:ext cx="372743" cy="305625"/>
            <a:chOff x="1798638" y="3132138"/>
            <a:chExt cx="493713" cy="40481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53" name="Freeform 273">
              <a:extLst>
                <a:ext uri="{FF2B5EF4-FFF2-40B4-BE49-F238E27FC236}">
                  <a16:creationId xmlns:a16="http://schemas.microsoft.com/office/drawing/2014/main" id="{02EDFD1D-3C60-40BF-9E09-7DF2C332A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4551" y="3152776"/>
              <a:ext cx="177800" cy="160338"/>
            </a:xfrm>
            <a:custGeom>
              <a:avLst/>
              <a:gdLst>
                <a:gd name="T0" fmla="*/ 541 w 1235"/>
                <a:gd name="T1" fmla="*/ 203 h 1116"/>
                <a:gd name="T2" fmla="*/ 446 w 1235"/>
                <a:gd name="T3" fmla="*/ 262 h 1116"/>
                <a:gd name="T4" fmla="*/ 387 w 1235"/>
                <a:gd name="T5" fmla="*/ 357 h 1116"/>
                <a:gd name="T6" fmla="*/ 378 w 1235"/>
                <a:gd name="T7" fmla="*/ 472 h 1116"/>
                <a:gd name="T8" fmla="*/ 421 w 1235"/>
                <a:gd name="T9" fmla="*/ 577 h 1116"/>
                <a:gd name="T10" fmla="*/ 506 w 1235"/>
                <a:gd name="T11" fmla="*/ 649 h 1116"/>
                <a:gd name="T12" fmla="*/ 618 w 1235"/>
                <a:gd name="T13" fmla="*/ 676 h 1116"/>
                <a:gd name="T14" fmla="*/ 729 w 1235"/>
                <a:gd name="T15" fmla="*/ 649 h 1116"/>
                <a:gd name="T16" fmla="*/ 815 w 1235"/>
                <a:gd name="T17" fmla="*/ 577 h 1116"/>
                <a:gd name="T18" fmla="*/ 858 w 1235"/>
                <a:gd name="T19" fmla="*/ 472 h 1116"/>
                <a:gd name="T20" fmla="*/ 849 w 1235"/>
                <a:gd name="T21" fmla="*/ 357 h 1116"/>
                <a:gd name="T22" fmla="*/ 790 w 1235"/>
                <a:gd name="T23" fmla="*/ 262 h 1116"/>
                <a:gd name="T24" fmla="*/ 695 w 1235"/>
                <a:gd name="T25" fmla="*/ 203 h 1116"/>
                <a:gd name="T26" fmla="*/ 618 w 1235"/>
                <a:gd name="T27" fmla="*/ 0 h 1116"/>
                <a:gd name="T28" fmla="*/ 801 w 1235"/>
                <a:gd name="T29" fmla="*/ 27 h 1116"/>
                <a:gd name="T30" fmla="*/ 963 w 1235"/>
                <a:gd name="T31" fmla="*/ 105 h 1116"/>
                <a:gd name="T32" fmla="*/ 1094 w 1235"/>
                <a:gd name="T33" fmla="*/ 224 h 1116"/>
                <a:gd name="T34" fmla="*/ 1187 w 1235"/>
                <a:gd name="T35" fmla="*/ 375 h 1116"/>
                <a:gd name="T36" fmla="*/ 1232 w 1235"/>
                <a:gd name="T37" fmla="*/ 552 h 1116"/>
                <a:gd name="T38" fmla="*/ 1223 w 1235"/>
                <a:gd name="T39" fmla="*/ 736 h 1116"/>
                <a:gd name="T40" fmla="*/ 1164 w 1235"/>
                <a:gd name="T41" fmla="*/ 902 h 1116"/>
                <a:gd name="T42" fmla="*/ 1062 w 1235"/>
                <a:gd name="T43" fmla="*/ 1041 h 1116"/>
                <a:gd name="T44" fmla="*/ 975 w 1235"/>
                <a:gd name="T45" fmla="*/ 947 h 1116"/>
                <a:gd name="T46" fmla="*/ 951 w 1235"/>
                <a:gd name="T47" fmla="*/ 849 h 1116"/>
                <a:gd name="T48" fmla="*/ 887 w 1235"/>
                <a:gd name="T49" fmla="*/ 773 h 1116"/>
                <a:gd name="T50" fmla="*/ 824 w 1235"/>
                <a:gd name="T51" fmla="*/ 741 h 1116"/>
                <a:gd name="T52" fmla="*/ 796 w 1235"/>
                <a:gd name="T53" fmla="*/ 733 h 1116"/>
                <a:gd name="T54" fmla="*/ 776 w 1235"/>
                <a:gd name="T55" fmla="*/ 726 h 1116"/>
                <a:gd name="T56" fmla="*/ 719 w 1235"/>
                <a:gd name="T57" fmla="*/ 731 h 1116"/>
                <a:gd name="T58" fmla="*/ 498 w 1235"/>
                <a:gd name="T59" fmla="*/ 724 h 1116"/>
                <a:gd name="T60" fmla="*/ 457 w 1235"/>
                <a:gd name="T61" fmla="*/ 727 h 1116"/>
                <a:gd name="T62" fmla="*/ 430 w 1235"/>
                <a:gd name="T63" fmla="*/ 736 h 1116"/>
                <a:gd name="T64" fmla="*/ 409 w 1235"/>
                <a:gd name="T65" fmla="*/ 742 h 1116"/>
                <a:gd name="T66" fmla="*/ 324 w 1235"/>
                <a:gd name="T67" fmla="*/ 796 h 1116"/>
                <a:gd name="T68" fmla="*/ 272 w 1235"/>
                <a:gd name="T69" fmla="*/ 880 h 1116"/>
                <a:gd name="T70" fmla="*/ 261 w 1235"/>
                <a:gd name="T71" fmla="*/ 1116 h 1116"/>
                <a:gd name="T72" fmla="*/ 135 w 1235"/>
                <a:gd name="T73" fmla="*/ 998 h 1116"/>
                <a:gd name="T74" fmla="*/ 47 w 1235"/>
                <a:gd name="T75" fmla="*/ 849 h 1116"/>
                <a:gd name="T76" fmla="*/ 3 w 1235"/>
                <a:gd name="T77" fmla="*/ 676 h 1116"/>
                <a:gd name="T78" fmla="*/ 13 w 1235"/>
                <a:gd name="T79" fmla="*/ 491 h 1116"/>
                <a:gd name="T80" fmla="*/ 75 w 1235"/>
                <a:gd name="T81" fmla="*/ 322 h 1116"/>
                <a:gd name="T82" fmla="*/ 181 w 1235"/>
                <a:gd name="T83" fmla="*/ 180 h 1116"/>
                <a:gd name="T84" fmla="*/ 324 w 1235"/>
                <a:gd name="T85" fmla="*/ 73 h 1116"/>
                <a:gd name="T86" fmla="*/ 493 w 1235"/>
                <a:gd name="T87" fmla="*/ 12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35" h="1116">
                  <a:moveTo>
                    <a:pt x="618" y="192"/>
                  </a:moveTo>
                  <a:lnTo>
                    <a:pt x="579" y="195"/>
                  </a:lnTo>
                  <a:lnTo>
                    <a:pt x="541" y="203"/>
                  </a:lnTo>
                  <a:lnTo>
                    <a:pt x="506" y="219"/>
                  </a:lnTo>
                  <a:lnTo>
                    <a:pt x="475" y="238"/>
                  </a:lnTo>
                  <a:lnTo>
                    <a:pt x="446" y="262"/>
                  </a:lnTo>
                  <a:lnTo>
                    <a:pt x="421" y="290"/>
                  </a:lnTo>
                  <a:lnTo>
                    <a:pt x="402" y="322"/>
                  </a:lnTo>
                  <a:lnTo>
                    <a:pt x="387" y="357"/>
                  </a:lnTo>
                  <a:lnTo>
                    <a:pt x="378" y="395"/>
                  </a:lnTo>
                  <a:lnTo>
                    <a:pt x="375" y="433"/>
                  </a:lnTo>
                  <a:lnTo>
                    <a:pt x="378" y="472"/>
                  </a:lnTo>
                  <a:lnTo>
                    <a:pt x="387" y="510"/>
                  </a:lnTo>
                  <a:lnTo>
                    <a:pt x="402" y="545"/>
                  </a:lnTo>
                  <a:lnTo>
                    <a:pt x="421" y="577"/>
                  </a:lnTo>
                  <a:lnTo>
                    <a:pt x="446" y="605"/>
                  </a:lnTo>
                  <a:lnTo>
                    <a:pt x="475" y="629"/>
                  </a:lnTo>
                  <a:lnTo>
                    <a:pt x="506" y="649"/>
                  </a:lnTo>
                  <a:lnTo>
                    <a:pt x="541" y="663"/>
                  </a:lnTo>
                  <a:lnTo>
                    <a:pt x="579" y="672"/>
                  </a:lnTo>
                  <a:lnTo>
                    <a:pt x="618" y="676"/>
                  </a:lnTo>
                  <a:lnTo>
                    <a:pt x="658" y="672"/>
                  </a:lnTo>
                  <a:lnTo>
                    <a:pt x="695" y="663"/>
                  </a:lnTo>
                  <a:lnTo>
                    <a:pt x="729" y="649"/>
                  </a:lnTo>
                  <a:lnTo>
                    <a:pt x="762" y="629"/>
                  </a:lnTo>
                  <a:lnTo>
                    <a:pt x="790" y="605"/>
                  </a:lnTo>
                  <a:lnTo>
                    <a:pt x="815" y="577"/>
                  </a:lnTo>
                  <a:lnTo>
                    <a:pt x="834" y="545"/>
                  </a:lnTo>
                  <a:lnTo>
                    <a:pt x="849" y="510"/>
                  </a:lnTo>
                  <a:lnTo>
                    <a:pt x="858" y="472"/>
                  </a:lnTo>
                  <a:lnTo>
                    <a:pt x="861" y="433"/>
                  </a:lnTo>
                  <a:lnTo>
                    <a:pt x="858" y="395"/>
                  </a:lnTo>
                  <a:lnTo>
                    <a:pt x="849" y="357"/>
                  </a:lnTo>
                  <a:lnTo>
                    <a:pt x="834" y="322"/>
                  </a:lnTo>
                  <a:lnTo>
                    <a:pt x="815" y="290"/>
                  </a:lnTo>
                  <a:lnTo>
                    <a:pt x="790" y="262"/>
                  </a:lnTo>
                  <a:lnTo>
                    <a:pt x="762" y="238"/>
                  </a:lnTo>
                  <a:lnTo>
                    <a:pt x="729" y="219"/>
                  </a:lnTo>
                  <a:lnTo>
                    <a:pt x="695" y="203"/>
                  </a:lnTo>
                  <a:lnTo>
                    <a:pt x="658" y="195"/>
                  </a:lnTo>
                  <a:lnTo>
                    <a:pt x="618" y="192"/>
                  </a:lnTo>
                  <a:close/>
                  <a:moveTo>
                    <a:pt x="618" y="0"/>
                  </a:moveTo>
                  <a:lnTo>
                    <a:pt x="681" y="3"/>
                  </a:lnTo>
                  <a:lnTo>
                    <a:pt x="742" y="12"/>
                  </a:lnTo>
                  <a:lnTo>
                    <a:pt x="801" y="27"/>
                  </a:lnTo>
                  <a:lnTo>
                    <a:pt x="858" y="48"/>
                  </a:lnTo>
                  <a:lnTo>
                    <a:pt x="912" y="73"/>
                  </a:lnTo>
                  <a:lnTo>
                    <a:pt x="963" y="105"/>
                  </a:lnTo>
                  <a:lnTo>
                    <a:pt x="1010" y="140"/>
                  </a:lnTo>
                  <a:lnTo>
                    <a:pt x="1054" y="180"/>
                  </a:lnTo>
                  <a:lnTo>
                    <a:pt x="1094" y="224"/>
                  </a:lnTo>
                  <a:lnTo>
                    <a:pt x="1130" y="271"/>
                  </a:lnTo>
                  <a:lnTo>
                    <a:pt x="1161" y="322"/>
                  </a:lnTo>
                  <a:lnTo>
                    <a:pt x="1187" y="375"/>
                  </a:lnTo>
                  <a:lnTo>
                    <a:pt x="1208" y="432"/>
                  </a:lnTo>
                  <a:lnTo>
                    <a:pt x="1222" y="491"/>
                  </a:lnTo>
                  <a:lnTo>
                    <a:pt x="1232" y="552"/>
                  </a:lnTo>
                  <a:lnTo>
                    <a:pt x="1235" y="614"/>
                  </a:lnTo>
                  <a:lnTo>
                    <a:pt x="1233" y="676"/>
                  </a:lnTo>
                  <a:lnTo>
                    <a:pt x="1223" y="736"/>
                  </a:lnTo>
                  <a:lnTo>
                    <a:pt x="1209" y="793"/>
                  </a:lnTo>
                  <a:lnTo>
                    <a:pt x="1189" y="849"/>
                  </a:lnTo>
                  <a:lnTo>
                    <a:pt x="1164" y="902"/>
                  </a:lnTo>
                  <a:lnTo>
                    <a:pt x="1135" y="951"/>
                  </a:lnTo>
                  <a:lnTo>
                    <a:pt x="1101" y="998"/>
                  </a:lnTo>
                  <a:lnTo>
                    <a:pt x="1062" y="1041"/>
                  </a:lnTo>
                  <a:lnTo>
                    <a:pt x="1021" y="1081"/>
                  </a:lnTo>
                  <a:lnTo>
                    <a:pt x="975" y="1116"/>
                  </a:lnTo>
                  <a:lnTo>
                    <a:pt x="975" y="947"/>
                  </a:lnTo>
                  <a:lnTo>
                    <a:pt x="972" y="913"/>
                  </a:lnTo>
                  <a:lnTo>
                    <a:pt x="964" y="880"/>
                  </a:lnTo>
                  <a:lnTo>
                    <a:pt x="951" y="849"/>
                  </a:lnTo>
                  <a:lnTo>
                    <a:pt x="934" y="821"/>
                  </a:lnTo>
                  <a:lnTo>
                    <a:pt x="912" y="796"/>
                  </a:lnTo>
                  <a:lnTo>
                    <a:pt x="887" y="773"/>
                  </a:lnTo>
                  <a:lnTo>
                    <a:pt x="858" y="755"/>
                  </a:lnTo>
                  <a:lnTo>
                    <a:pt x="827" y="742"/>
                  </a:lnTo>
                  <a:lnTo>
                    <a:pt x="824" y="741"/>
                  </a:lnTo>
                  <a:lnTo>
                    <a:pt x="817" y="739"/>
                  </a:lnTo>
                  <a:lnTo>
                    <a:pt x="806" y="736"/>
                  </a:lnTo>
                  <a:lnTo>
                    <a:pt x="796" y="733"/>
                  </a:lnTo>
                  <a:lnTo>
                    <a:pt x="787" y="729"/>
                  </a:lnTo>
                  <a:lnTo>
                    <a:pt x="779" y="727"/>
                  </a:lnTo>
                  <a:lnTo>
                    <a:pt x="776" y="726"/>
                  </a:lnTo>
                  <a:lnTo>
                    <a:pt x="756" y="723"/>
                  </a:lnTo>
                  <a:lnTo>
                    <a:pt x="738" y="724"/>
                  </a:lnTo>
                  <a:lnTo>
                    <a:pt x="719" y="731"/>
                  </a:lnTo>
                  <a:lnTo>
                    <a:pt x="618" y="778"/>
                  </a:lnTo>
                  <a:lnTo>
                    <a:pt x="517" y="731"/>
                  </a:lnTo>
                  <a:lnTo>
                    <a:pt x="498" y="724"/>
                  </a:lnTo>
                  <a:lnTo>
                    <a:pt x="479" y="723"/>
                  </a:lnTo>
                  <a:lnTo>
                    <a:pt x="460" y="726"/>
                  </a:lnTo>
                  <a:lnTo>
                    <a:pt x="457" y="727"/>
                  </a:lnTo>
                  <a:lnTo>
                    <a:pt x="450" y="729"/>
                  </a:lnTo>
                  <a:lnTo>
                    <a:pt x="440" y="733"/>
                  </a:lnTo>
                  <a:lnTo>
                    <a:pt x="430" y="736"/>
                  </a:lnTo>
                  <a:lnTo>
                    <a:pt x="419" y="739"/>
                  </a:lnTo>
                  <a:lnTo>
                    <a:pt x="412" y="741"/>
                  </a:lnTo>
                  <a:lnTo>
                    <a:pt x="409" y="742"/>
                  </a:lnTo>
                  <a:lnTo>
                    <a:pt x="377" y="755"/>
                  </a:lnTo>
                  <a:lnTo>
                    <a:pt x="349" y="773"/>
                  </a:lnTo>
                  <a:lnTo>
                    <a:pt x="324" y="796"/>
                  </a:lnTo>
                  <a:lnTo>
                    <a:pt x="302" y="821"/>
                  </a:lnTo>
                  <a:lnTo>
                    <a:pt x="284" y="849"/>
                  </a:lnTo>
                  <a:lnTo>
                    <a:pt x="272" y="880"/>
                  </a:lnTo>
                  <a:lnTo>
                    <a:pt x="263" y="913"/>
                  </a:lnTo>
                  <a:lnTo>
                    <a:pt x="261" y="947"/>
                  </a:lnTo>
                  <a:lnTo>
                    <a:pt x="261" y="1116"/>
                  </a:lnTo>
                  <a:lnTo>
                    <a:pt x="216" y="1081"/>
                  </a:lnTo>
                  <a:lnTo>
                    <a:pt x="174" y="1041"/>
                  </a:lnTo>
                  <a:lnTo>
                    <a:pt x="135" y="998"/>
                  </a:lnTo>
                  <a:lnTo>
                    <a:pt x="101" y="951"/>
                  </a:lnTo>
                  <a:lnTo>
                    <a:pt x="72" y="902"/>
                  </a:lnTo>
                  <a:lnTo>
                    <a:pt x="47" y="849"/>
                  </a:lnTo>
                  <a:lnTo>
                    <a:pt x="27" y="793"/>
                  </a:lnTo>
                  <a:lnTo>
                    <a:pt x="13" y="736"/>
                  </a:lnTo>
                  <a:lnTo>
                    <a:pt x="3" y="676"/>
                  </a:lnTo>
                  <a:lnTo>
                    <a:pt x="0" y="614"/>
                  </a:lnTo>
                  <a:lnTo>
                    <a:pt x="3" y="552"/>
                  </a:lnTo>
                  <a:lnTo>
                    <a:pt x="13" y="491"/>
                  </a:lnTo>
                  <a:lnTo>
                    <a:pt x="28" y="432"/>
                  </a:lnTo>
                  <a:lnTo>
                    <a:pt x="49" y="375"/>
                  </a:lnTo>
                  <a:lnTo>
                    <a:pt x="75" y="322"/>
                  </a:lnTo>
                  <a:lnTo>
                    <a:pt x="106" y="271"/>
                  </a:lnTo>
                  <a:lnTo>
                    <a:pt x="142" y="224"/>
                  </a:lnTo>
                  <a:lnTo>
                    <a:pt x="181" y="180"/>
                  </a:lnTo>
                  <a:lnTo>
                    <a:pt x="226" y="140"/>
                  </a:lnTo>
                  <a:lnTo>
                    <a:pt x="273" y="105"/>
                  </a:lnTo>
                  <a:lnTo>
                    <a:pt x="324" y="73"/>
                  </a:lnTo>
                  <a:lnTo>
                    <a:pt x="378" y="48"/>
                  </a:lnTo>
                  <a:lnTo>
                    <a:pt x="435" y="27"/>
                  </a:lnTo>
                  <a:lnTo>
                    <a:pt x="493" y="12"/>
                  </a:lnTo>
                  <a:lnTo>
                    <a:pt x="555" y="3"/>
                  </a:lnTo>
                  <a:lnTo>
                    <a:pt x="6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4" name="Freeform 274">
              <a:extLst>
                <a:ext uri="{FF2B5EF4-FFF2-40B4-BE49-F238E27FC236}">
                  <a16:creationId xmlns:a16="http://schemas.microsoft.com/office/drawing/2014/main" id="{54381F54-60E4-422C-9933-1EC2BD7DE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338" y="3201988"/>
              <a:ext cx="23813" cy="25400"/>
            </a:xfrm>
            <a:custGeom>
              <a:avLst/>
              <a:gdLst>
                <a:gd name="T0" fmla="*/ 85 w 169"/>
                <a:gd name="T1" fmla="*/ 0 h 169"/>
                <a:gd name="T2" fmla="*/ 108 w 169"/>
                <a:gd name="T3" fmla="*/ 3 h 169"/>
                <a:gd name="T4" fmla="*/ 128 w 169"/>
                <a:gd name="T5" fmla="*/ 12 h 169"/>
                <a:gd name="T6" fmla="*/ 144 w 169"/>
                <a:gd name="T7" fmla="*/ 25 h 169"/>
                <a:gd name="T8" fmla="*/ 158 w 169"/>
                <a:gd name="T9" fmla="*/ 42 h 169"/>
                <a:gd name="T10" fmla="*/ 166 w 169"/>
                <a:gd name="T11" fmla="*/ 62 h 169"/>
                <a:gd name="T12" fmla="*/ 169 w 169"/>
                <a:gd name="T13" fmla="*/ 84 h 169"/>
                <a:gd name="T14" fmla="*/ 166 w 169"/>
                <a:gd name="T15" fmla="*/ 107 h 169"/>
                <a:gd name="T16" fmla="*/ 158 w 169"/>
                <a:gd name="T17" fmla="*/ 128 h 169"/>
                <a:gd name="T18" fmla="*/ 144 w 169"/>
                <a:gd name="T19" fmla="*/ 144 h 169"/>
                <a:gd name="T20" fmla="*/ 128 w 169"/>
                <a:gd name="T21" fmla="*/ 158 h 169"/>
                <a:gd name="T22" fmla="*/ 108 w 169"/>
                <a:gd name="T23" fmla="*/ 166 h 169"/>
                <a:gd name="T24" fmla="*/ 85 w 169"/>
                <a:gd name="T25" fmla="*/ 169 h 169"/>
                <a:gd name="T26" fmla="*/ 62 w 169"/>
                <a:gd name="T27" fmla="*/ 166 h 169"/>
                <a:gd name="T28" fmla="*/ 42 w 169"/>
                <a:gd name="T29" fmla="*/ 158 h 169"/>
                <a:gd name="T30" fmla="*/ 25 w 169"/>
                <a:gd name="T31" fmla="*/ 144 h 169"/>
                <a:gd name="T32" fmla="*/ 12 w 169"/>
                <a:gd name="T33" fmla="*/ 128 h 169"/>
                <a:gd name="T34" fmla="*/ 3 w 169"/>
                <a:gd name="T35" fmla="*/ 107 h 169"/>
                <a:gd name="T36" fmla="*/ 0 w 169"/>
                <a:gd name="T37" fmla="*/ 84 h 169"/>
                <a:gd name="T38" fmla="*/ 3 w 169"/>
                <a:gd name="T39" fmla="*/ 62 h 169"/>
                <a:gd name="T40" fmla="*/ 12 w 169"/>
                <a:gd name="T41" fmla="*/ 42 h 169"/>
                <a:gd name="T42" fmla="*/ 25 w 169"/>
                <a:gd name="T43" fmla="*/ 25 h 169"/>
                <a:gd name="T44" fmla="*/ 42 w 169"/>
                <a:gd name="T45" fmla="*/ 12 h 169"/>
                <a:gd name="T46" fmla="*/ 62 w 169"/>
                <a:gd name="T47" fmla="*/ 3 h 169"/>
                <a:gd name="T48" fmla="*/ 85 w 169"/>
                <a:gd name="T4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9" h="169">
                  <a:moveTo>
                    <a:pt x="85" y="0"/>
                  </a:moveTo>
                  <a:lnTo>
                    <a:pt x="108" y="3"/>
                  </a:lnTo>
                  <a:lnTo>
                    <a:pt x="128" y="12"/>
                  </a:lnTo>
                  <a:lnTo>
                    <a:pt x="144" y="25"/>
                  </a:lnTo>
                  <a:lnTo>
                    <a:pt x="158" y="42"/>
                  </a:lnTo>
                  <a:lnTo>
                    <a:pt x="166" y="62"/>
                  </a:lnTo>
                  <a:lnTo>
                    <a:pt x="169" y="84"/>
                  </a:lnTo>
                  <a:lnTo>
                    <a:pt x="166" y="107"/>
                  </a:lnTo>
                  <a:lnTo>
                    <a:pt x="158" y="128"/>
                  </a:lnTo>
                  <a:lnTo>
                    <a:pt x="144" y="144"/>
                  </a:lnTo>
                  <a:lnTo>
                    <a:pt x="128" y="158"/>
                  </a:lnTo>
                  <a:lnTo>
                    <a:pt x="108" y="166"/>
                  </a:lnTo>
                  <a:lnTo>
                    <a:pt x="85" y="169"/>
                  </a:lnTo>
                  <a:lnTo>
                    <a:pt x="62" y="166"/>
                  </a:lnTo>
                  <a:lnTo>
                    <a:pt x="42" y="158"/>
                  </a:lnTo>
                  <a:lnTo>
                    <a:pt x="25" y="144"/>
                  </a:lnTo>
                  <a:lnTo>
                    <a:pt x="12" y="128"/>
                  </a:lnTo>
                  <a:lnTo>
                    <a:pt x="3" y="107"/>
                  </a:lnTo>
                  <a:lnTo>
                    <a:pt x="0" y="84"/>
                  </a:lnTo>
                  <a:lnTo>
                    <a:pt x="3" y="62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2" y="3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5" name="Freeform 275">
              <a:extLst>
                <a:ext uri="{FF2B5EF4-FFF2-40B4-BE49-F238E27FC236}">
                  <a16:creationId xmlns:a16="http://schemas.microsoft.com/office/drawing/2014/main" id="{B7CA2130-D0A3-4A90-AFD2-8D90FECF8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876" y="3279776"/>
              <a:ext cx="57150" cy="49213"/>
            </a:xfrm>
            <a:custGeom>
              <a:avLst/>
              <a:gdLst>
                <a:gd name="T0" fmla="*/ 58 w 398"/>
                <a:gd name="T1" fmla="*/ 0 h 343"/>
                <a:gd name="T2" fmla="*/ 165 w 398"/>
                <a:gd name="T3" fmla="*/ 51 h 343"/>
                <a:gd name="T4" fmla="*/ 181 w 398"/>
                <a:gd name="T5" fmla="*/ 56 h 343"/>
                <a:gd name="T6" fmla="*/ 199 w 398"/>
                <a:gd name="T7" fmla="*/ 58 h 343"/>
                <a:gd name="T8" fmla="*/ 217 w 398"/>
                <a:gd name="T9" fmla="*/ 56 h 343"/>
                <a:gd name="T10" fmla="*/ 233 w 398"/>
                <a:gd name="T11" fmla="*/ 51 h 343"/>
                <a:gd name="T12" fmla="*/ 340 w 398"/>
                <a:gd name="T13" fmla="*/ 0 h 343"/>
                <a:gd name="T14" fmla="*/ 358 w 398"/>
                <a:gd name="T15" fmla="*/ 5 h 343"/>
                <a:gd name="T16" fmla="*/ 375 w 398"/>
                <a:gd name="T17" fmla="*/ 14 h 343"/>
                <a:gd name="T18" fmla="*/ 386 w 398"/>
                <a:gd name="T19" fmla="*/ 26 h 343"/>
                <a:gd name="T20" fmla="*/ 395 w 398"/>
                <a:gd name="T21" fmla="*/ 43 h 343"/>
                <a:gd name="T22" fmla="*/ 398 w 398"/>
                <a:gd name="T23" fmla="*/ 60 h 343"/>
                <a:gd name="T24" fmla="*/ 398 w 398"/>
                <a:gd name="T25" fmla="*/ 310 h 343"/>
                <a:gd name="T26" fmla="*/ 350 w 398"/>
                <a:gd name="T27" fmla="*/ 324 h 343"/>
                <a:gd name="T28" fmla="*/ 301 w 398"/>
                <a:gd name="T29" fmla="*/ 335 h 343"/>
                <a:gd name="T30" fmla="*/ 250 w 398"/>
                <a:gd name="T31" fmla="*/ 341 h 343"/>
                <a:gd name="T32" fmla="*/ 199 w 398"/>
                <a:gd name="T33" fmla="*/ 343 h 343"/>
                <a:gd name="T34" fmla="*/ 147 w 398"/>
                <a:gd name="T35" fmla="*/ 341 h 343"/>
                <a:gd name="T36" fmla="*/ 97 w 398"/>
                <a:gd name="T37" fmla="*/ 335 h 343"/>
                <a:gd name="T38" fmla="*/ 48 w 398"/>
                <a:gd name="T39" fmla="*/ 324 h 343"/>
                <a:gd name="T40" fmla="*/ 0 w 398"/>
                <a:gd name="T41" fmla="*/ 310 h 343"/>
                <a:gd name="T42" fmla="*/ 0 w 398"/>
                <a:gd name="T43" fmla="*/ 60 h 343"/>
                <a:gd name="T44" fmla="*/ 4 w 398"/>
                <a:gd name="T45" fmla="*/ 43 h 343"/>
                <a:gd name="T46" fmla="*/ 12 w 398"/>
                <a:gd name="T47" fmla="*/ 26 h 343"/>
                <a:gd name="T48" fmla="*/ 23 w 398"/>
                <a:gd name="T49" fmla="*/ 14 h 343"/>
                <a:gd name="T50" fmla="*/ 40 w 398"/>
                <a:gd name="T51" fmla="*/ 5 h 343"/>
                <a:gd name="T52" fmla="*/ 58 w 398"/>
                <a:gd name="T53" fmla="*/ 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98" h="343">
                  <a:moveTo>
                    <a:pt x="58" y="0"/>
                  </a:moveTo>
                  <a:lnTo>
                    <a:pt x="165" y="51"/>
                  </a:lnTo>
                  <a:lnTo>
                    <a:pt x="181" y="56"/>
                  </a:lnTo>
                  <a:lnTo>
                    <a:pt x="199" y="58"/>
                  </a:lnTo>
                  <a:lnTo>
                    <a:pt x="217" y="56"/>
                  </a:lnTo>
                  <a:lnTo>
                    <a:pt x="233" y="51"/>
                  </a:lnTo>
                  <a:lnTo>
                    <a:pt x="340" y="0"/>
                  </a:lnTo>
                  <a:lnTo>
                    <a:pt x="358" y="5"/>
                  </a:lnTo>
                  <a:lnTo>
                    <a:pt x="375" y="14"/>
                  </a:lnTo>
                  <a:lnTo>
                    <a:pt x="386" y="26"/>
                  </a:lnTo>
                  <a:lnTo>
                    <a:pt x="395" y="43"/>
                  </a:lnTo>
                  <a:lnTo>
                    <a:pt x="398" y="60"/>
                  </a:lnTo>
                  <a:lnTo>
                    <a:pt x="398" y="310"/>
                  </a:lnTo>
                  <a:lnTo>
                    <a:pt x="350" y="324"/>
                  </a:lnTo>
                  <a:lnTo>
                    <a:pt x="301" y="335"/>
                  </a:lnTo>
                  <a:lnTo>
                    <a:pt x="250" y="341"/>
                  </a:lnTo>
                  <a:lnTo>
                    <a:pt x="199" y="343"/>
                  </a:lnTo>
                  <a:lnTo>
                    <a:pt x="147" y="341"/>
                  </a:lnTo>
                  <a:lnTo>
                    <a:pt x="97" y="335"/>
                  </a:lnTo>
                  <a:lnTo>
                    <a:pt x="48" y="324"/>
                  </a:lnTo>
                  <a:lnTo>
                    <a:pt x="0" y="310"/>
                  </a:lnTo>
                  <a:lnTo>
                    <a:pt x="0" y="60"/>
                  </a:lnTo>
                  <a:lnTo>
                    <a:pt x="4" y="43"/>
                  </a:lnTo>
                  <a:lnTo>
                    <a:pt x="12" y="26"/>
                  </a:lnTo>
                  <a:lnTo>
                    <a:pt x="23" y="14"/>
                  </a:lnTo>
                  <a:lnTo>
                    <a:pt x="40" y="5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6" name="Freeform 276">
              <a:extLst>
                <a:ext uri="{FF2B5EF4-FFF2-40B4-BE49-F238E27FC236}">
                  <a16:creationId xmlns:a16="http://schemas.microsoft.com/office/drawing/2014/main" id="{BF3231BE-0A98-4616-83D8-50464F5F1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463" y="3351213"/>
              <a:ext cx="38100" cy="39688"/>
            </a:xfrm>
            <a:custGeom>
              <a:avLst/>
              <a:gdLst>
                <a:gd name="T0" fmla="*/ 59 w 256"/>
                <a:gd name="T1" fmla="*/ 0 h 281"/>
                <a:gd name="T2" fmla="*/ 123 w 256"/>
                <a:gd name="T3" fmla="*/ 9 h 281"/>
                <a:gd name="T4" fmla="*/ 188 w 256"/>
                <a:gd name="T5" fmla="*/ 11 h 281"/>
                <a:gd name="T6" fmla="*/ 222 w 256"/>
                <a:gd name="T7" fmla="*/ 10 h 281"/>
                <a:gd name="T8" fmla="*/ 256 w 256"/>
                <a:gd name="T9" fmla="*/ 8 h 281"/>
                <a:gd name="T10" fmla="*/ 186 w 256"/>
                <a:gd name="T11" fmla="*/ 281 h 281"/>
                <a:gd name="T12" fmla="*/ 152 w 256"/>
                <a:gd name="T13" fmla="*/ 262 h 281"/>
                <a:gd name="T14" fmla="*/ 116 w 256"/>
                <a:gd name="T15" fmla="*/ 248 h 281"/>
                <a:gd name="T16" fmla="*/ 79 w 256"/>
                <a:gd name="T17" fmla="*/ 238 h 281"/>
                <a:gd name="T18" fmla="*/ 40 w 256"/>
                <a:gd name="T19" fmla="*/ 230 h 281"/>
                <a:gd name="T20" fmla="*/ 0 w 256"/>
                <a:gd name="T21" fmla="*/ 228 h 281"/>
                <a:gd name="T22" fmla="*/ 59 w 256"/>
                <a:gd name="T23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281">
                  <a:moveTo>
                    <a:pt x="59" y="0"/>
                  </a:moveTo>
                  <a:lnTo>
                    <a:pt x="123" y="9"/>
                  </a:lnTo>
                  <a:lnTo>
                    <a:pt x="188" y="11"/>
                  </a:lnTo>
                  <a:lnTo>
                    <a:pt x="222" y="10"/>
                  </a:lnTo>
                  <a:lnTo>
                    <a:pt x="256" y="8"/>
                  </a:lnTo>
                  <a:lnTo>
                    <a:pt x="186" y="281"/>
                  </a:lnTo>
                  <a:lnTo>
                    <a:pt x="152" y="262"/>
                  </a:lnTo>
                  <a:lnTo>
                    <a:pt x="116" y="248"/>
                  </a:lnTo>
                  <a:lnTo>
                    <a:pt x="79" y="238"/>
                  </a:lnTo>
                  <a:lnTo>
                    <a:pt x="40" y="230"/>
                  </a:lnTo>
                  <a:lnTo>
                    <a:pt x="0" y="228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7" name="Freeform 277">
              <a:extLst>
                <a:ext uri="{FF2B5EF4-FFF2-40B4-BE49-F238E27FC236}">
                  <a16:creationId xmlns:a16="http://schemas.microsoft.com/office/drawing/2014/main" id="{B08F5D85-F5BB-4073-969F-BAED8219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888" y="3406776"/>
              <a:ext cx="57150" cy="57150"/>
            </a:xfrm>
            <a:custGeom>
              <a:avLst/>
              <a:gdLst>
                <a:gd name="T0" fmla="*/ 201 w 402"/>
                <a:gd name="T1" fmla="*/ 0 h 401"/>
                <a:gd name="T2" fmla="*/ 237 w 402"/>
                <a:gd name="T3" fmla="*/ 4 h 401"/>
                <a:gd name="T4" fmla="*/ 271 w 402"/>
                <a:gd name="T5" fmla="*/ 13 h 401"/>
                <a:gd name="T6" fmla="*/ 303 w 402"/>
                <a:gd name="T7" fmla="*/ 28 h 401"/>
                <a:gd name="T8" fmla="*/ 331 w 402"/>
                <a:gd name="T9" fmla="*/ 48 h 401"/>
                <a:gd name="T10" fmla="*/ 355 w 402"/>
                <a:gd name="T11" fmla="*/ 71 h 401"/>
                <a:gd name="T12" fmla="*/ 374 w 402"/>
                <a:gd name="T13" fmla="*/ 99 h 401"/>
                <a:gd name="T14" fmla="*/ 390 w 402"/>
                <a:gd name="T15" fmla="*/ 130 h 401"/>
                <a:gd name="T16" fmla="*/ 399 w 402"/>
                <a:gd name="T17" fmla="*/ 165 h 401"/>
                <a:gd name="T18" fmla="*/ 402 w 402"/>
                <a:gd name="T19" fmla="*/ 201 h 401"/>
                <a:gd name="T20" fmla="*/ 399 w 402"/>
                <a:gd name="T21" fmla="*/ 236 h 401"/>
                <a:gd name="T22" fmla="*/ 390 w 402"/>
                <a:gd name="T23" fmla="*/ 270 h 401"/>
                <a:gd name="T24" fmla="*/ 374 w 402"/>
                <a:gd name="T25" fmla="*/ 301 h 401"/>
                <a:gd name="T26" fmla="*/ 355 w 402"/>
                <a:gd name="T27" fmla="*/ 329 h 401"/>
                <a:gd name="T28" fmla="*/ 331 w 402"/>
                <a:gd name="T29" fmla="*/ 354 h 401"/>
                <a:gd name="T30" fmla="*/ 303 w 402"/>
                <a:gd name="T31" fmla="*/ 374 h 401"/>
                <a:gd name="T32" fmla="*/ 271 w 402"/>
                <a:gd name="T33" fmla="*/ 388 h 401"/>
                <a:gd name="T34" fmla="*/ 237 w 402"/>
                <a:gd name="T35" fmla="*/ 398 h 401"/>
                <a:gd name="T36" fmla="*/ 201 w 402"/>
                <a:gd name="T37" fmla="*/ 401 h 401"/>
                <a:gd name="T38" fmla="*/ 165 w 402"/>
                <a:gd name="T39" fmla="*/ 398 h 401"/>
                <a:gd name="T40" fmla="*/ 131 w 402"/>
                <a:gd name="T41" fmla="*/ 388 h 401"/>
                <a:gd name="T42" fmla="*/ 100 w 402"/>
                <a:gd name="T43" fmla="*/ 374 h 401"/>
                <a:gd name="T44" fmla="*/ 72 w 402"/>
                <a:gd name="T45" fmla="*/ 354 h 401"/>
                <a:gd name="T46" fmla="*/ 48 w 402"/>
                <a:gd name="T47" fmla="*/ 329 h 401"/>
                <a:gd name="T48" fmla="*/ 28 w 402"/>
                <a:gd name="T49" fmla="*/ 301 h 401"/>
                <a:gd name="T50" fmla="*/ 12 w 402"/>
                <a:gd name="T51" fmla="*/ 270 h 401"/>
                <a:gd name="T52" fmla="*/ 3 w 402"/>
                <a:gd name="T53" fmla="*/ 236 h 401"/>
                <a:gd name="T54" fmla="*/ 0 w 402"/>
                <a:gd name="T55" fmla="*/ 201 h 401"/>
                <a:gd name="T56" fmla="*/ 3 w 402"/>
                <a:gd name="T57" fmla="*/ 165 h 401"/>
                <a:gd name="T58" fmla="*/ 12 w 402"/>
                <a:gd name="T59" fmla="*/ 130 h 401"/>
                <a:gd name="T60" fmla="*/ 28 w 402"/>
                <a:gd name="T61" fmla="*/ 99 h 401"/>
                <a:gd name="T62" fmla="*/ 48 w 402"/>
                <a:gd name="T63" fmla="*/ 71 h 401"/>
                <a:gd name="T64" fmla="*/ 72 w 402"/>
                <a:gd name="T65" fmla="*/ 48 h 401"/>
                <a:gd name="T66" fmla="*/ 100 w 402"/>
                <a:gd name="T67" fmla="*/ 28 h 401"/>
                <a:gd name="T68" fmla="*/ 131 w 402"/>
                <a:gd name="T69" fmla="*/ 13 h 401"/>
                <a:gd name="T70" fmla="*/ 165 w 402"/>
                <a:gd name="T71" fmla="*/ 4 h 401"/>
                <a:gd name="T72" fmla="*/ 201 w 402"/>
                <a:gd name="T73" fmla="*/ 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2" h="401">
                  <a:moveTo>
                    <a:pt x="201" y="0"/>
                  </a:moveTo>
                  <a:lnTo>
                    <a:pt x="237" y="4"/>
                  </a:lnTo>
                  <a:lnTo>
                    <a:pt x="271" y="13"/>
                  </a:lnTo>
                  <a:lnTo>
                    <a:pt x="303" y="28"/>
                  </a:lnTo>
                  <a:lnTo>
                    <a:pt x="331" y="48"/>
                  </a:lnTo>
                  <a:lnTo>
                    <a:pt x="355" y="71"/>
                  </a:lnTo>
                  <a:lnTo>
                    <a:pt x="374" y="99"/>
                  </a:lnTo>
                  <a:lnTo>
                    <a:pt x="390" y="130"/>
                  </a:lnTo>
                  <a:lnTo>
                    <a:pt x="399" y="165"/>
                  </a:lnTo>
                  <a:lnTo>
                    <a:pt x="402" y="201"/>
                  </a:lnTo>
                  <a:lnTo>
                    <a:pt x="399" y="236"/>
                  </a:lnTo>
                  <a:lnTo>
                    <a:pt x="390" y="270"/>
                  </a:lnTo>
                  <a:lnTo>
                    <a:pt x="374" y="301"/>
                  </a:lnTo>
                  <a:lnTo>
                    <a:pt x="355" y="329"/>
                  </a:lnTo>
                  <a:lnTo>
                    <a:pt x="331" y="354"/>
                  </a:lnTo>
                  <a:lnTo>
                    <a:pt x="303" y="374"/>
                  </a:lnTo>
                  <a:lnTo>
                    <a:pt x="271" y="388"/>
                  </a:lnTo>
                  <a:lnTo>
                    <a:pt x="237" y="398"/>
                  </a:lnTo>
                  <a:lnTo>
                    <a:pt x="201" y="401"/>
                  </a:lnTo>
                  <a:lnTo>
                    <a:pt x="165" y="398"/>
                  </a:lnTo>
                  <a:lnTo>
                    <a:pt x="131" y="388"/>
                  </a:lnTo>
                  <a:lnTo>
                    <a:pt x="100" y="374"/>
                  </a:lnTo>
                  <a:lnTo>
                    <a:pt x="72" y="354"/>
                  </a:lnTo>
                  <a:lnTo>
                    <a:pt x="48" y="329"/>
                  </a:lnTo>
                  <a:lnTo>
                    <a:pt x="28" y="301"/>
                  </a:lnTo>
                  <a:lnTo>
                    <a:pt x="12" y="270"/>
                  </a:lnTo>
                  <a:lnTo>
                    <a:pt x="3" y="236"/>
                  </a:lnTo>
                  <a:lnTo>
                    <a:pt x="0" y="201"/>
                  </a:lnTo>
                  <a:lnTo>
                    <a:pt x="3" y="165"/>
                  </a:lnTo>
                  <a:lnTo>
                    <a:pt x="12" y="130"/>
                  </a:lnTo>
                  <a:lnTo>
                    <a:pt x="28" y="99"/>
                  </a:lnTo>
                  <a:lnTo>
                    <a:pt x="48" y="71"/>
                  </a:lnTo>
                  <a:lnTo>
                    <a:pt x="72" y="48"/>
                  </a:lnTo>
                  <a:lnTo>
                    <a:pt x="100" y="28"/>
                  </a:lnTo>
                  <a:lnTo>
                    <a:pt x="131" y="13"/>
                  </a:lnTo>
                  <a:lnTo>
                    <a:pt x="165" y="4"/>
                  </a:lnTo>
                  <a:lnTo>
                    <a:pt x="2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8" name="Freeform 278">
              <a:extLst>
                <a:ext uri="{FF2B5EF4-FFF2-40B4-BE49-F238E27FC236}">
                  <a16:creationId xmlns:a16="http://schemas.microsoft.com/office/drawing/2014/main" id="{3F9EF3AE-AB00-418D-9D9A-2AE5D5C60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638" y="3508376"/>
              <a:ext cx="271463" cy="28575"/>
            </a:xfrm>
            <a:custGeom>
              <a:avLst/>
              <a:gdLst>
                <a:gd name="T0" fmla="*/ 97 w 1880"/>
                <a:gd name="T1" fmla="*/ 0 h 191"/>
                <a:gd name="T2" fmla="*/ 1784 w 1880"/>
                <a:gd name="T3" fmla="*/ 0 h 191"/>
                <a:gd name="T4" fmla="*/ 1805 w 1880"/>
                <a:gd name="T5" fmla="*/ 2 h 191"/>
                <a:gd name="T6" fmla="*/ 1826 w 1880"/>
                <a:gd name="T7" fmla="*/ 9 h 191"/>
                <a:gd name="T8" fmla="*/ 1844 w 1880"/>
                <a:gd name="T9" fmla="*/ 20 h 191"/>
                <a:gd name="T10" fmla="*/ 1860 w 1880"/>
                <a:gd name="T11" fmla="*/ 36 h 191"/>
                <a:gd name="T12" fmla="*/ 1870 w 1880"/>
                <a:gd name="T13" fmla="*/ 54 h 191"/>
                <a:gd name="T14" fmla="*/ 1877 w 1880"/>
                <a:gd name="T15" fmla="*/ 73 h 191"/>
                <a:gd name="T16" fmla="*/ 1880 w 1880"/>
                <a:gd name="T17" fmla="*/ 95 h 191"/>
                <a:gd name="T18" fmla="*/ 1877 w 1880"/>
                <a:gd name="T19" fmla="*/ 118 h 191"/>
                <a:gd name="T20" fmla="*/ 1870 w 1880"/>
                <a:gd name="T21" fmla="*/ 138 h 191"/>
                <a:gd name="T22" fmla="*/ 1860 w 1880"/>
                <a:gd name="T23" fmla="*/ 155 h 191"/>
                <a:gd name="T24" fmla="*/ 1844 w 1880"/>
                <a:gd name="T25" fmla="*/ 171 h 191"/>
                <a:gd name="T26" fmla="*/ 1826 w 1880"/>
                <a:gd name="T27" fmla="*/ 182 h 191"/>
                <a:gd name="T28" fmla="*/ 1805 w 1880"/>
                <a:gd name="T29" fmla="*/ 189 h 191"/>
                <a:gd name="T30" fmla="*/ 1784 w 1880"/>
                <a:gd name="T31" fmla="*/ 191 h 191"/>
                <a:gd name="T32" fmla="*/ 97 w 1880"/>
                <a:gd name="T33" fmla="*/ 191 h 191"/>
                <a:gd name="T34" fmla="*/ 74 w 1880"/>
                <a:gd name="T35" fmla="*/ 189 h 191"/>
                <a:gd name="T36" fmla="*/ 54 w 1880"/>
                <a:gd name="T37" fmla="*/ 182 h 191"/>
                <a:gd name="T38" fmla="*/ 36 w 1880"/>
                <a:gd name="T39" fmla="*/ 171 h 191"/>
                <a:gd name="T40" fmla="*/ 21 w 1880"/>
                <a:gd name="T41" fmla="*/ 155 h 191"/>
                <a:gd name="T42" fmla="*/ 9 w 1880"/>
                <a:gd name="T43" fmla="*/ 138 h 191"/>
                <a:gd name="T44" fmla="*/ 2 w 1880"/>
                <a:gd name="T45" fmla="*/ 118 h 191"/>
                <a:gd name="T46" fmla="*/ 0 w 1880"/>
                <a:gd name="T47" fmla="*/ 95 h 191"/>
                <a:gd name="T48" fmla="*/ 2 w 1880"/>
                <a:gd name="T49" fmla="*/ 73 h 191"/>
                <a:gd name="T50" fmla="*/ 9 w 1880"/>
                <a:gd name="T51" fmla="*/ 54 h 191"/>
                <a:gd name="T52" fmla="*/ 21 w 1880"/>
                <a:gd name="T53" fmla="*/ 36 h 191"/>
                <a:gd name="T54" fmla="*/ 36 w 1880"/>
                <a:gd name="T55" fmla="*/ 20 h 191"/>
                <a:gd name="T56" fmla="*/ 54 w 1880"/>
                <a:gd name="T57" fmla="*/ 9 h 191"/>
                <a:gd name="T58" fmla="*/ 74 w 1880"/>
                <a:gd name="T59" fmla="*/ 2 h 191"/>
                <a:gd name="T60" fmla="*/ 97 w 1880"/>
                <a:gd name="T61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80" h="191">
                  <a:moveTo>
                    <a:pt x="97" y="0"/>
                  </a:moveTo>
                  <a:lnTo>
                    <a:pt x="1784" y="0"/>
                  </a:lnTo>
                  <a:lnTo>
                    <a:pt x="1805" y="2"/>
                  </a:lnTo>
                  <a:lnTo>
                    <a:pt x="1826" y="9"/>
                  </a:lnTo>
                  <a:lnTo>
                    <a:pt x="1844" y="20"/>
                  </a:lnTo>
                  <a:lnTo>
                    <a:pt x="1860" y="36"/>
                  </a:lnTo>
                  <a:lnTo>
                    <a:pt x="1870" y="54"/>
                  </a:lnTo>
                  <a:lnTo>
                    <a:pt x="1877" y="73"/>
                  </a:lnTo>
                  <a:lnTo>
                    <a:pt x="1880" y="95"/>
                  </a:lnTo>
                  <a:lnTo>
                    <a:pt x="1877" y="118"/>
                  </a:lnTo>
                  <a:lnTo>
                    <a:pt x="1870" y="138"/>
                  </a:lnTo>
                  <a:lnTo>
                    <a:pt x="1860" y="155"/>
                  </a:lnTo>
                  <a:lnTo>
                    <a:pt x="1844" y="171"/>
                  </a:lnTo>
                  <a:lnTo>
                    <a:pt x="1826" y="182"/>
                  </a:lnTo>
                  <a:lnTo>
                    <a:pt x="1805" y="189"/>
                  </a:lnTo>
                  <a:lnTo>
                    <a:pt x="1784" y="191"/>
                  </a:lnTo>
                  <a:lnTo>
                    <a:pt x="97" y="191"/>
                  </a:lnTo>
                  <a:lnTo>
                    <a:pt x="74" y="189"/>
                  </a:lnTo>
                  <a:lnTo>
                    <a:pt x="54" y="182"/>
                  </a:lnTo>
                  <a:lnTo>
                    <a:pt x="36" y="171"/>
                  </a:lnTo>
                  <a:lnTo>
                    <a:pt x="21" y="155"/>
                  </a:lnTo>
                  <a:lnTo>
                    <a:pt x="9" y="138"/>
                  </a:lnTo>
                  <a:lnTo>
                    <a:pt x="2" y="118"/>
                  </a:lnTo>
                  <a:lnTo>
                    <a:pt x="0" y="95"/>
                  </a:lnTo>
                  <a:lnTo>
                    <a:pt x="2" y="73"/>
                  </a:lnTo>
                  <a:lnTo>
                    <a:pt x="9" y="54"/>
                  </a:lnTo>
                  <a:lnTo>
                    <a:pt x="21" y="36"/>
                  </a:lnTo>
                  <a:lnTo>
                    <a:pt x="36" y="20"/>
                  </a:lnTo>
                  <a:lnTo>
                    <a:pt x="54" y="9"/>
                  </a:lnTo>
                  <a:lnTo>
                    <a:pt x="74" y="2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9" name="Freeform 279">
              <a:extLst>
                <a:ext uri="{FF2B5EF4-FFF2-40B4-BE49-F238E27FC236}">
                  <a16:creationId xmlns:a16="http://schemas.microsoft.com/office/drawing/2014/main" id="{443B1282-7A9D-401F-A78D-2DE4796C1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2926" y="3132138"/>
              <a:ext cx="325438" cy="363538"/>
            </a:xfrm>
            <a:custGeom>
              <a:avLst/>
              <a:gdLst>
                <a:gd name="T0" fmla="*/ 954 w 2259"/>
                <a:gd name="T1" fmla="*/ 1712 h 2518"/>
                <a:gd name="T2" fmla="*/ 943 w 2259"/>
                <a:gd name="T3" fmla="*/ 1815 h 2518"/>
                <a:gd name="T4" fmla="*/ 1030 w 2259"/>
                <a:gd name="T5" fmla="*/ 1868 h 2518"/>
                <a:gd name="T6" fmla="*/ 1292 w 2259"/>
                <a:gd name="T7" fmla="*/ 1832 h 2518"/>
                <a:gd name="T8" fmla="*/ 1303 w 2259"/>
                <a:gd name="T9" fmla="*/ 1730 h 2518"/>
                <a:gd name="T10" fmla="*/ 1217 w 2259"/>
                <a:gd name="T11" fmla="*/ 1676 h 2518"/>
                <a:gd name="T12" fmla="*/ 409 w 2259"/>
                <a:gd name="T13" fmla="*/ 1698 h 2518"/>
                <a:gd name="T14" fmla="*/ 375 w 2259"/>
                <a:gd name="T15" fmla="*/ 1794 h 2518"/>
                <a:gd name="T16" fmla="*/ 447 w 2259"/>
                <a:gd name="T17" fmla="*/ 1866 h 2518"/>
                <a:gd name="T18" fmla="*/ 716 w 2259"/>
                <a:gd name="T19" fmla="*/ 1847 h 2518"/>
                <a:gd name="T20" fmla="*/ 750 w 2259"/>
                <a:gd name="T21" fmla="*/ 1751 h 2518"/>
                <a:gd name="T22" fmla="*/ 678 w 2259"/>
                <a:gd name="T23" fmla="*/ 1679 h 2518"/>
                <a:gd name="T24" fmla="*/ 988 w 2259"/>
                <a:gd name="T25" fmla="*/ 1313 h 2518"/>
                <a:gd name="T26" fmla="*/ 934 w 2259"/>
                <a:gd name="T27" fmla="*/ 1399 h 2518"/>
                <a:gd name="T28" fmla="*/ 988 w 2259"/>
                <a:gd name="T29" fmla="*/ 1486 h 2518"/>
                <a:gd name="T30" fmla="*/ 1259 w 2259"/>
                <a:gd name="T31" fmla="*/ 1486 h 2518"/>
                <a:gd name="T32" fmla="*/ 1313 w 2259"/>
                <a:gd name="T33" fmla="*/ 1399 h 2518"/>
                <a:gd name="T34" fmla="*/ 1259 w 2259"/>
                <a:gd name="T35" fmla="*/ 1313 h 2518"/>
                <a:gd name="T36" fmla="*/ 447 w 2259"/>
                <a:gd name="T37" fmla="*/ 1306 h 2518"/>
                <a:gd name="T38" fmla="*/ 375 w 2259"/>
                <a:gd name="T39" fmla="*/ 1377 h 2518"/>
                <a:gd name="T40" fmla="*/ 409 w 2259"/>
                <a:gd name="T41" fmla="*/ 1475 h 2518"/>
                <a:gd name="T42" fmla="*/ 678 w 2259"/>
                <a:gd name="T43" fmla="*/ 1494 h 2518"/>
                <a:gd name="T44" fmla="*/ 750 w 2259"/>
                <a:gd name="T45" fmla="*/ 1422 h 2518"/>
                <a:gd name="T46" fmla="*/ 716 w 2259"/>
                <a:gd name="T47" fmla="*/ 1325 h 2518"/>
                <a:gd name="T48" fmla="*/ 1030 w 2259"/>
                <a:gd name="T49" fmla="*/ 932 h 2518"/>
                <a:gd name="T50" fmla="*/ 943 w 2259"/>
                <a:gd name="T51" fmla="*/ 985 h 2518"/>
                <a:gd name="T52" fmla="*/ 954 w 2259"/>
                <a:gd name="T53" fmla="*/ 1087 h 2518"/>
                <a:gd name="T54" fmla="*/ 1217 w 2259"/>
                <a:gd name="T55" fmla="*/ 1124 h 2518"/>
                <a:gd name="T56" fmla="*/ 1303 w 2259"/>
                <a:gd name="T57" fmla="*/ 1070 h 2518"/>
                <a:gd name="T58" fmla="*/ 1292 w 2259"/>
                <a:gd name="T59" fmla="*/ 967 h 2518"/>
                <a:gd name="T60" fmla="*/ 1030 w 2259"/>
                <a:gd name="T61" fmla="*/ 932 h 2518"/>
                <a:gd name="T62" fmla="*/ 394 w 2259"/>
                <a:gd name="T63" fmla="*/ 967 h 2518"/>
                <a:gd name="T64" fmla="*/ 382 w 2259"/>
                <a:gd name="T65" fmla="*/ 1070 h 2518"/>
                <a:gd name="T66" fmla="*/ 470 w 2259"/>
                <a:gd name="T67" fmla="*/ 1124 h 2518"/>
                <a:gd name="T68" fmla="*/ 731 w 2259"/>
                <a:gd name="T69" fmla="*/ 1087 h 2518"/>
                <a:gd name="T70" fmla="*/ 742 w 2259"/>
                <a:gd name="T71" fmla="*/ 985 h 2518"/>
                <a:gd name="T72" fmla="*/ 656 w 2259"/>
                <a:gd name="T73" fmla="*/ 932 h 2518"/>
                <a:gd name="T74" fmla="*/ 970 w 2259"/>
                <a:gd name="T75" fmla="*/ 579 h 2518"/>
                <a:gd name="T76" fmla="*/ 937 w 2259"/>
                <a:gd name="T77" fmla="*/ 677 h 2518"/>
                <a:gd name="T78" fmla="*/ 1007 w 2259"/>
                <a:gd name="T79" fmla="*/ 748 h 2518"/>
                <a:gd name="T80" fmla="*/ 1277 w 2259"/>
                <a:gd name="T81" fmla="*/ 730 h 2518"/>
                <a:gd name="T82" fmla="*/ 1310 w 2259"/>
                <a:gd name="T83" fmla="*/ 632 h 2518"/>
                <a:gd name="T84" fmla="*/ 1239 w 2259"/>
                <a:gd name="T85" fmla="*/ 562 h 2518"/>
                <a:gd name="T86" fmla="*/ 427 w 2259"/>
                <a:gd name="T87" fmla="*/ 569 h 2518"/>
                <a:gd name="T88" fmla="*/ 373 w 2259"/>
                <a:gd name="T89" fmla="*/ 655 h 2518"/>
                <a:gd name="T90" fmla="*/ 427 w 2259"/>
                <a:gd name="T91" fmla="*/ 741 h 2518"/>
                <a:gd name="T92" fmla="*/ 699 w 2259"/>
                <a:gd name="T93" fmla="*/ 741 h 2518"/>
                <a:gd name="T94" fmla="*/ 753 w 2259"/>
                <a:gd name="T95" fmla="*/ 655 h 2518"/>
                <a:gd name="T96" fmla="*/ 699 w 2259"/>
                <a:gd name="T97" fmla="*/ 569 h 2518"/>
                <a:gd name="T98" fmla="*/ 1591 w 2259"/>
                <a:gd name="T99" fmla="*/ 0 h 2518"/>
                <a:gd name="T100" fmla="*/ 1677 w 2259"/>
                <a:gd name="T101" fmla="*/ 54 h 2518"/>
                <a:gd name="T102" fmla="*/ 1936 w 2259"/>
                <a:gd name="T103" fmla="*/ 750 h 2518"/>
                <a:gd name="T104" fmla="*/ 1687 w 2259"/>
                <a:gd name="T105" fmla="*/ 1080 h 2518"/>
                <a:gd name="T106" fmla="*/ 2194 w 2259"/>
                <a:gd name="T107" fmla="*/ 1953 h 2518"/>
                <a:gd name="T108" fmla="*/ 0 w 2259"/>
                <a:gd name="T109" fmla="*/ 2518 h 2518"/>
                <a:gd name="T110" fmla="*/ 35 w 2259"/>
                <a:gd name="T111" fmla="*/ 21 h 2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259" h="2518">
                  <a:moveTo>
                    <a:pt x="1030" y="1676"/>
                  </a:moveTo>
                  <a:lnTo>
                    <a:pt x="1007" y="1679"/>
                  </a:lnTo>
                  <a:lnTo>
                    <a:pt x="988" y="1686"/>
                  </a:lnTo>
                  <a:lnTo>
                    <a:pt x="970" y="1698"/>
                  </a:lnTo>
                  <a:lnTo>
                    <a:pt x="954" y="1712"/>
                  </a:lnTo>
                  <a:lnTo>
                    <a:pt x="943" y="1730"/>
                  </a:lnTo>
                  <a:lnTo>
                    <a:pt x="937" y="1751"/>
                  </a:lnTo>
                  <a:lnTo>
                    <a:pt x="934" y="1772"/>
                  </a:lnTo>
                  <a:lnTo>
                    <a:pt x="937" y="1794"/>
                  </a:lnTo>
                  <a:lnTo>
                    <a:pt x="943" y="1815"/>
                  </a:lnTo>
                  <a:lnTo>
                    <a:pt x="954" y="1832"/>
                  </a:lnTo>
                  <a:lnTo>
                    <a:pt x="970" y="1847"/>
                  </a:lnTo>
                  <a:lnTo>
                    <a:pt x="988" y="1858"/>
                  </a:lnTo>
                  <a:lnTo>
                    <a:pt x="1007" y="1866"/>
                  </a:lnTo>
                  <a:lnTo>
                    <a:pt x="1030" y="1868"/>
                  </a:lnTo>
                  <a:lnTo>
                    <a:pt x="1217" y="1868"/>
                  </a:lnTo>
                  <a:lnTo>
                    <a:pt x="1239" y="1866"/>
                  </a:lnTo>
                  <a:lnTo>
                    <a:pt x="1259" y="1858"/>
                  </a:lnTo>
                  <a:lnTo>
                    <a:pt x="1277" y="1847"/>
                  </a:lnTo>
                  <a:lnTo>
                    <a:pt x="1292" y="1832"/>
                  </a:lnTo>
                  <a:lnTo>
                    <a:pt x="1303" y="1815"/>
                  </a:lnTo>
                  <a:lnTo>
                    <a:pt x="1310" y="1794"/>
                  </a:lnTo>
                  <a:lnTo>
                    <a:pt x="1313" y="1772"/>
                  </a:lnTo>
                  <a:lnTo>
                    <a:pt x="1310" y="1751"/>
                  </a:lnTo>
                  <a:lnTo>
                    <a:pt x="1303" y="1730"/>
                  </a:lnTo>
                  <a:lnTo>
                    <a:pt x="1292" y="1712"/>
                  </a:lnTo>
                  <a:lnTo>
                    <a:pt x="1277" y="1698"/>
                  </a:lnTo>
                  <a:lnTo>
                    <a:pt x="1259" y="1686"/>
                  </a:lnTo>
                  <a:lnTo>
                    <a:pt x="1239" y="1679"/>
                  </a:lnTo>
                  <a:lnTo>
                    <a:pt x="1217" y="1676"/>
                  </a:lnTo>
                  <a:lnTo>
                    <a:pt x="1030" y="1676"/>
                  </a:lnTo>
                  <a:close/>
                  <a:moveTo>
                    <a:pt x="470" y="1676"/>
                  </a:moveTo>
                  <a:lnTo>
                    <a:pt x="447" y="1679"/>
                  </a:lnTo>
                  <a:lnTo>
                    <a:pt x="427" y="1686"/>
                  </a:lnTo>
                  <a:lnTo>
                    <a:pt x="409" y="1698"/>
                  </a:lnTo>
                  <a:lnTo>
                    <a:pt x="394" y="1712"/>
                  </a:lnTo>
                  <a:lnTo>
                    <a:pt x="382" y="1730"/>
                  </a:lnTo>
                  <a:lnTo>
                    <a:pt x="375" y="1751"/>
                  </a:lnTo>
                  <a:lnTo>
                    <a:pt x="373" y="1772"/>
                  </a:lnTo>
                  <a:lnTo>
                    <a:pt x="375" y="1794"/>
                  </a:lnTo>
                  <a:lnTo>
                    <a:pt x="382" y="1815"/>
                  </a:lnTo>
                  <a:lnTo>
                    <a:pt x="394" y="1832"/>
                  </a:lnTo>
                  <a:lnTo>
                    <a:pt x="409" y="1847"/>
                  </a:lnTo>
                  <a:lnTo>
                    <a:pt x="427" y="1858"/>
                  </a:lnTo>
                  <a:lnTo>
                    <a:pt x="447" y="1866"/>
                  </a:lnTo>
                  <a:lnTo>
                    <a:pt x="470" y="1868"/>
                  </a:lnTo>
                  <a:lnTo>
                    <a:pt x="656" y="1868"/>
                  </a:lnTo>
                  <a:lnTo>
                    <a:pt x="678" y="1866"/>
                  </a:lnTo>
                  <a:lnTo>
                    <a:pt x="699" y="1858"/>
                  </a:lnTo>
                  <a:lnTo>
                    <a:pt x="716" y="1847"/>
                  </a:lnTo>
                  <a:lnTo>
                    <a:pt x="731" y="1832"/>
                  </a:lnTo>
                  <a:lnTo>
                    <a:pt x="742" y="1815"/>
                  </a:lnTo>
                  <a:lnTo>
                    <a:pt x="750" y="1794"/>
                  </a:lnTo>
                  <a:lnTo>
                    <a:pt x="753" y="1772"/>
                  </a:lnTo>
                  <a:lnTo>
                    <a:pt x="750" y="1751"/>
                  </a:lnTo>
                  <a:lnTo>
                    <a:pt x="742" y="1730"/>
                  </a:lnTo>
                  <a:lnTo>
                    <a:pt x="731" y="1712"/>
                  </a:lnTo>
                  <a:lnTo>
                    <a:pt x="716" y="1698"/>
                  </a:lnTo>
                  <a:lnTo>
                    <a:pt x="699" y="1686"/>
                  </a:lnTo>
                  <a:lnTo>
                    <a:pt x="678" y="1679"/>
                  </a:lnTo>
                  <a:lnTo>
                    <a:pt x="656" y="1676"/>
                  </a:lnTo>
                  <a:lnTo>
                    <a:pt x="470" y="1676"/>
                  </a:lnTo>
                  <a:close/>
                  <a:moveTo>
                    <a:pt x="1030" y="1304"/>
                  </a:moveTo>
                  <a:lnTo>
                    <a:pt x="1007" y="1306"/>
                  </a:lnTo>
                  <a:lnTo>
                    <a:pt x="988" y="1313"/>
                  </a:lnTo>
                  <a:lnTo>
                    <a:pt x="970" y="1325"/>
                  </a:lnTo>
                  <a:lnTo>
                    <a:pt x="954" y="1340"/>
                  </a:lnTo>
                  <a:lnTo>
                    <a:pt x="943" y="1358"/>
                  </a:lnTo>
                  <a:lnTo>
                    <a:pt x="937" y="1377"/>
                  </a:lnTo>
                  <a:lnTo>
                    <a:pt x="934" y="1399"/>
                  </a:lnTo>
                  <a:lnTo>
                    <a:pt x="937" y="1422"/>
                  </a:lnTo>
                  <a:lnTo>
                    <a:pt x="943" y="1442"/>
                  </a:lnTo>
                  <a:lnTo>
                    <a:pt x="954" y="1459"/>
                  </a:lnTo>
                  <a:lnTo>
                    <a:pt x="970" y="1475"/>
                  </a:lnTo>
                  <a:lnTo>
                    <a:pt x="988" y="1486"/>
                  </a:lnTo>
                  <a:lnTo>
                    <a:pt x="1007" y="1494"/>
                  </a:lnTo>
                  <a:lnTo>
                    <a:pt x="1030" y="1496"/>
                  </a:lnTo>
                  <a:lnTo>
                    <a:pt x="1217" y="1496"/>
                  </a:lnTo>
                  <a:lnTo>
                    <a:pt x="1239" y="1494"/>
                  </a:lnTo>
                  <a:lnTo>
                    <a:pt x="1259" y="1486"/>
                  </a:lnTo>
                  <a:lnTo>
                    <a:pt x="1277" y="1475"/>
                  </a:lnTo>
                  <a:lnTo>
                    <a:pt x="1292" y="1459"/>
                  </a:lnTo>
                  <a:lnTo>
                    <a:pt x="1303" y="1442"/>
                  </a:lnTo>
                  <a:lnTo>
                    <a:pt x="1310" y="1422"/>
                  </a:lnTo>
                  <a:lnTo>
                    <a:pt x="1313" y="1399"/>
                  </a:lnTo>
                  <a:lnTo>
                    <a:pt x="1310" y="1377"/>
                  </a:lnTo>
                  <a:lnTo>
                    <a:pt x="1303" y="1358"/>
                  </a:lnTo>
                  <a:lnTo>
                    <a:pt x="1292" y="1340"/>
                  </a:lnTo>
                  <a:lnTo>
                    <a:pt x="1277" y="1325"/>
                  </a:lnTo>
                  <a:lnTo>
                    <a:pt x="1259" y="1313"/>
                  </a:lnTo>
                  <a:lnTo>
                    <a:pt x="1239" y="1306"/>
                  </a:lnTo>
                  <a:lnTo>
                    <a:pt x="1217" y="1304"/>
                  </a:lnTo>
                  <a:lnTo>
                    <a:pt x="1030" y="1304"/>
                  </a:lnTo>
                  <a:close/>
                  <a:moveTo>
                    <a:pt x="470" y="1304"/>
                  </a:moveTo>
                  <a:lnTo>
                    <a:pt x="447" y="1306"/>
                  </a:lnTo>
                  <a:lnTo>
                    <a:pt x="427" y="1313"/>
                  </a:lnTo>
                  <a:lnTo>
                    <a:pt x="409" y="1325"/>
                  </a:lnTo>
                  <a:lnTo>
                    <a:pt x="394" y="1340"/>
                  </a:lnTo>
                  <a:lnTo>
                    <a:pt x="382" y="1358"/>
                  </a:lnTo>
                  <a:lnTo>
                    <a:pt x="375" y="1377"/>
                  </a:lnTo>
                  <a:lnTo>
                    <a:pt x="373" y="1399"/>
                  </a:lnTo>
                  <a:lnTo>
                    <a:pt x="375" y="1422"/>
                  </a:lnTo>
                  <a:lnTo>
                    <a:pt x="382" y="1442"/>
                  </a:lnTo>
                  <a:lnTo>
                    <a:pt x="394" y="1459"/>
                  </a:lnTo>
                  <a:lnTo>
                    <a:pt x="409" y="1475"/>
                  </a:lnTo>
                  <a:lnTo>
                    <a:pt x="427" y="1486"/>
                  </a:lnTo>
                  <a:lnTo>
                    <a:pt x="447" y="1494"/>
                  </a:lnTo>
                  <a:lnTo>
                    <a:pt x="470" y="1496"/>
                  </a:lnTo>
                  <a:lnTo>
                    <a:pt x="656" y="1496"/>
                  </a:lnTo>
                  <a:lnTo>
                    <a:pt x="678" y="1494"/>
                  </a:lnTo>
                  <a:lnTo>
                    <a:pt x="699" y="1486"/>
                  </a:lnTo>
                  <a:lnTo>
                    <a:pt x="716" y="1475"/>
                  </a:lnTo>
                  <a:lnTo>
                    <a:pt x="731" y="1459"/>
                  </a:lnTo>
                  <a:lnTo>
                    <a:pt x="742" y="1442"/>
                  </a:lnTo>
                  <a:lnTo>
                    <a:pt x="750" y="1422"/>
                  </a:lnTo>
                  <a:lnTo>
                    <a:pt x="753" y="1399"/>
                  </a:lnTo>
                  <a:lnTo>
                    <a:pt x="750" y="1377"/>
                  </a:lnTo>
                  <a:lnTo>
                    <a:pt x="742" y="1358"/>
                  </a:lnTo>
                  <a:lnTo>
                    <a:pt x="731" y="1340"/>
                  </a:lnTo>
                  <a:lnTo>
                    <a:pt x="716" y="1325"/>
                  </a:lnTo>
                  <a:lnTo>
                    <a:pt x="699" y="1313"/>
                  </a:lnTo>
                  <a:lnTo>
                    <a:pt x="678" y="1306"/>
                  </a:lnTo>
                  <a:lnTo>
                    <a:pt x="656" y="1304"/>
                  </a:lnTo>
                  <a:lnTo>
                    <a:pt x="470" y="1304"/>
                  </a:lnTo>
                  <a:close/>
                  <a:moveTo>
                    <a:pt x="1030" y="932"/>
                  </a:moveTo>
                  <a:lnTo>
                    <a:pt x="1007" y="934"/>
                  </a:lnTo>
                  <a:lnTo>
                    <a:pt x="988" y="941"/>
                  </a:lnTo>
                  <a:lnTo>
                    <a:pt x="970" y="953"/>
                  </a:lnTo>
                  <a:lnTo>
                    <a:pt x="954" y="967"/>
                  </a:lnTo>
                  <a:lnTo>
                    <a:pt x="943" y="985"/>
                  </a:lnTo>
                  <a:lnTo>
                    <a:pt x="937" y="1005"/>
                  </a:lnTo>
                  <a:lnTo>
                    <a:pt x="934" y="1027"/>
                  </a:lnTo>
                  <a:lnTo>
                    <a:pt x="937" y="1049"/>
                  </a:lnTo>
                  <a:lnTo>
                    <a:pt x="943" y="1070"/>
                  </a:lnTo>
                  <a:lnTo>
                    <a:pt x="954" y="1087"/>
                  </a:lnTo>
                  <a:lnTo>
                    <a:pt x="970" y="1102"/>
                  </a:lnTo>
                  <a:lnTo>
                    <a:pt x="988" y="1113"/>
                  </a:lnTo>
                  <a:lnTo>
                    <a:pt x="1007" y="1120"/>
                  </a:lnTo>
                  <a:lnTo>
                    <a:pt x="1030" y="1124"/>
                  </a:lnTo>
                  <a:lnTo>
                    <a:pt x="1217" y="1124"/>
                  </a:lnTo>
                  <a:lnTo>
                    <a:pt x="1239" y="1120"/>
                  </a:lnTo>
                  <a:lnTo>
                    <a:pt x="1259" y="1113"/>
                  </a:lnTo>
                  <a:lnTo>
                    <a:pt x="1277" y="1102"/>
                  </a:lnTo>
                  <a:lnTo>
                    <a:pt x="1292" y="1087"/>
                  </a:lnTo>
                  <a:lnTo>
                    <a:pt x="1303" y="1070"/>
                  </a:lnTo>
                  <a:lnTo>
                    <a:pt x="1310" y="1049"/>
                  </a:lnTo>
                  <a:lnTo>
                    <a:pt x="1313" y="1027"/>
                  </a:lnTo>
                  <a:lnTo>
                    <a:pt x="1310" y="1005"/>
                  </a:lnTo>
                  <a:lnTo>
                    <a:pt x="1303" y="985"/>
                  </a:lnTo>
                  <a:lnTo>
                    <a:pt x="1292" y="967"/>
                  </a:lnTo>
                  <a:lnTo>
                    <a:pt x="1277" y="953"/>
                  </a:lnTo>
                  <a:lnTo>
                    <a:pt x="1259" y="941"/>
                  </a:lnTo>
                  <a:lnTo>
                    <a:pt x="1239" y="934"/>
                  </a:lnTo>
                  <a:lnTo>
                    <a:pt x="1217" y="932"/>
                  </a:lnTo>
                  <a:lnTo>
                    <a:pt x="1030" y="932"/>
                  </a:lnTo>
                  <a:close/>
                  <a:moveTo>
                    <a:pt x="470" y="932"/>
                  </a:moveTo>
                  <a:lnTo>
                    <a:pt x="447" y="934"/>
                  </a:lnTo>
                  <a:lnTo>
                    <a:pt x="427" y="941"/>
                  </a:lnTo>
                  <a:lnTo>
                    <a:pt x="409" y="953"/>
                  </a:lnTo>
                  <a:lnTo>
                    <a:pt x="394" y="967"/>
                  </a:lnTo>
                  <a:lnTo>
                    <a:pt x="382" y="985"/>
                  </a:lnTo>
                  <a:lnTo>
                    <a:pt x="375" y="1005"/>
                  </a:lnTo>
                  <a:lnTo>
                    <a:pt x="373" y="1027"/>
                  </a:lnTo>
                  <a:lnTo>
                    <a:pt x="375" y="1049"/>
                  </a:lnTo>
                  <a:lnTo>
                    <a:pt x="382" y="1070"/>
                  </a:lnTo>
                  <a:lnTo>
                    <a:pt x="394" y="1087"/>
                  </a:lnTo>
                  <a:lnTo>
                    <a:pt x="409" y="1102"/>
                  </a:lnTo>
                  <a:lnTo>
                    <a:pt x="427" y="1113"/>
                  </a:lnTo>
                  <a:lnTo>
                    <a:pt x="447" y="1120"/>
                  </a:lnTo>
                  <a:lnTo>
                    <a:pt x="470" y="1124"/>
                  </a:lnTo>
                  <a:lnTo>
                    <a:pt x="656" y="1124"/>
                  </a:lnTo>
                  <a:lnTo>
                    <a:pt x="678" y="1120"/>
                  </a:lnTo>
                  <a:lnTo>
                    <a:pt x="699" y="1113"/>
                  </a:lnTo>
                  <a:lnTo>
                    <a:pt x="716" y="1102"/>
                  </a:lnTo>
                  <a:lnTo>
                    <a:pt x="731" y="1087"/>
                  </a:lnTo>
                  <a:lnTo>
                    <a:pt x="742" y="1070"/>
                  </a:lnTo>
                  <a:lnTo>
                    <a:pt x="750" y="1049"/>
                  </a:lnTo>
                  <a:lnTo>
                    <a:pt x="753" y="1027"/>
                  </a:lnTo>
                  <a:lnTo>
                    <a:pt x="750" y="1005"/>
                  </a:lnTo>
                  <a:lnTo>
                    <a:pt x="742" y="985"/>
                  </a:lnTo>
                  <a:lnTo>
                    <a:pt x="731" y="967"/>
                  </a:lnTo>
                  <a:lnTo>
                    <a:pt x="716" y="953"/>
                  </a:lnTo>
                  <a:lnTo>
                    <a:pt x="699" y="941"/>
                  </a:lnTo>
                  <a:lnTo>
                    <a:pt x="678" y="934"/>
                  </a:lnTo>
                  <a:lnTo>
                    <a:pt x="656" y="932"/>
                  </a:lnTo>
                  <a:lnTo>
                    <a:pt x="470" y="932"/>
                  </a:lnTo>
                  <a:close/>
                  <a:moveTo>
                    <a:pt x="1030" y="559"/>
                  </a:moveTo>
                  <a:lnTo>
                    <a:pt x="1007" y="562"/>
                  </a:lnTo>
                  <a:lnTo>
                    <a:pt x="988" y="569"/>
                  </a:lnTo>
                  <a:lnTo>
                    <a:pt x="970" y="579"/>
                  </a:lnTo>
                  <a:lnTo>
                    <a:pt x="954" y="595"/>
                  </a:lnTo>
                  <a:lnTo>
                    <a:pt x="943" y="613"/>
                  </a:lnTo>
                  <a:lnTo>
                    <a:pt x="937" y="632"/>
                  </a:lnTo>
                  <a:lnTo>
                    <a:pt x="934" y="655"/>
                  </a:lnTo>
                  <a:lnTo>
                    <a:pt x="937" y="677"/>
                  </a:lnTo>
                  <a:lnTo>
                    <a:pt x="943" y="697"/>
                  </a:lnTo>
                  <a:lnTo>
                    <a:pt x="954" y="715"/>
                  </a:lnTo>
                  <a:lnTo>
                    <a:pt x="970" y="730"/>
                  </a:lnTo>
                  <a:lnTo>
                    <a:pt x="988" y="741"/>
                  </a:lnTo>
                  <a:lnTo>
                    <a:pt x="1007" y="748"/>
                  </a:lnTo>
                  <a:lnTo>
                    <a:pt x="1030" y="750"/>
                  </a:lnTo>
                  <a:lnTo>
                    <a:pt x="1217" y="750"/>
                  </a:lnTo>
                  <a:lnTo>
                    <a:pt x="1239" y="748"/>
                  </a:lnTo>
                  <a:lnTo>
                    <a:pt x="1259" y="741"/>
                  </a:lnTo>
                  <a:lnTo>
                    <a:pt x="1277" y="730"/>
                  </a:lnTo>
                  <a:lnTo>
                    <a:pt x="1292" y="715"/>
                  </a:lnTo>
                  <a:lnTo>
                    <a:pt x="1303" y="697"/>
                  </a:lnTo>
                  <a:lnTo>
                    <a:pt x="1310" y="677"/>
                  </a:lnTo>
                  <a:lnTo>
                    <a:pt x="1313" y="655"/>
                  </a:lnTo>
                  <a:lnTo>
                    <a:pt x="1310" y="632"/>
                  </a:lnTo>
                  <a:lnTo>
                    <a:pt x="1303" y="613"/>
                  </a:lnTo>
                  <a:lnTo>
                    <a:pt x="1292" y="595"/>
                  </a:lnTo>
                  <a:lnTo>
                    <a:pt x="1277" y="579"/>
                  </a:lnTo>
                  <a:lnTo>
                    <a:pt x="1259" y="569"/>
                  </a:lnTo>
                  <a:lnTo>
                    <a:pt x="1239" y="562"/>
                  </a:lnTo>
                  <a:lnTo>
                    <a:pt x="1217" y="559"/>
                  </a:lnTo>
                  <a:lnTo>
                    <a:pt x="1030" y="559"/>
                  </a:lnTo>
                  <a:close/>
                  <a:moveTo>
                    <a:pt x="470" y="559"/>
                  </a:moveTo>
                  <a:lnTo>
                    <a:pt x="447" y="562"/>
                  </a:lnTo>
                  <a:lnTo>
                    <a:pt x="427" y="569"/>
                  </a:lnTo>
                  <a:lnTo>
                    <a:pt x="409" y="579"/>
                  </a:lnTo>
                  <a:lnTo>
                    <a:pt x="394" y="595"/>
                  </a:lnTo>
                  <a:lnTo>
                    <a:pt x="382" y="613"/>
                  </a:lnTo>
                  <a:lnTo>
                    <a:pt x="375" y="632"/>
                  </a:lnTo>
                  <a:lnTo>
                    <a:pt x="373" y="655"/>
                  </a:lnTo>
                  <a:lnTo>
                    <a:pt x="375" y="677"/>
                  </a:lnTo>
                  <a:lnTo>
                    <a:pt x="382" y="697"/>
                  </a:lnTo>
                  <a:lnTo>
                    <a:pt x="394" y="715"/>
                  </a:lnTo>
                  <a:lnTo>
                    <a:pt x="409" y="730"/>
                  </a:lnTo>
                  <a:lnTo>
                    <a:pt x="427" y="741"/>
                  </a:lnTo>
                  <a:lnTo>
                    <a:pt x="447" y="748"/>
                  </a:lnTo>
                  <a:lnTo>
                    <a:pt x="470" y="750"/>
                  </a:lnTo>
                  <a:lnTo>
                    <a:pt x="656" y="750"/>
                  </a:lnTo>
                  <a:lnTo>
                    <a:pt x="678" y="748"/>
                  </a:lnTo>
                  <a:lnTo>
                    <a:pt x="699" y="741"/>
                  </a:lnTo>
                  <a:lnTo>
                    <a:pt x="716" y="730"/>
                  </a:lnTo>
                  <a:lnTo>
                    <a:pt x="731" y="715"/>
                  </a:lnTo>
                  <a:lnTo>
                    <a:pt x="742" y="697"/>
                  </a:lnTo>
                  <a:lnTo>
                    <a:pt x="750" y="677"/>
                  </a:lnTo>
                  <a:lnTo>
                    <a:pt x="753" y="655"/>
                  </a:lnTo>
                  <a:lnTo>
                    <a:pt x="750" y="632"/>
                  </a:lnTo>
                  <a:lnTo>
                    <a:pt x="742" y="613"/>
                  </a:lnTo>
                  <a:lnTo>
                    <a:pt x="731" y="595"/>
                  </a:lnTo>
                  <a:lnTo>
                    <a:pt x="716" y="579"/>
                  </a:lnTo>
                  <a:lnTo>
                    <a:pt x="699" y="569"/>
                  </a:lnTo>
                  <a:lnTo>
                    <a:pt x="678" y="562"/>
                  </a:lnTo>
                  <a:lnTo>
                    <a:pt x="656" y="559"/>
                  </a:lnTo>
                  <a:lnTo>
                    <a:pt x="470" y="559"/>
                  </a:lnTo>
                  <a:close/>
                  <a:moveTo>
                    <a:pt x="95" y="0"/>
                  </a:moveTo>
                  <a:lnTo>
                    <a:pt x="1591" y="0"/>
                  </a:lnTo>
                  <a:lnTo>
                    <a:pt x="1613" y="3"/>
                  </a:lnTo>
                  <a:lnTo>
                    <a:pt x="1633" y="9"/>
                  </a:lnTo>
                  <a:lnTo>
                    <a:pt x="1651" y="21"/>
                  </a:lnTo>
                  <a:lnTo>
                    <a:pt x="1666" y="36"/>
                  </a:lnTo>
                  <a:lnTo>
                    <a:pt x="1677" y="54"/>
                  </a:lnTo>
                  <a:lnTo>
                    <a:pt x="1685" y="74"/>
                  </a:lnTo>
                  <a:lnTo>
                    <a:pt x="1687" y="96"/>
                  </a:lnTo>
                  <a:lnTo>
                    <a:pt x="1687" y="851"/>
                  </a:lnTo>
                  <a:lnTo>
                    <a:pt x="1938" y="689"/>
                  </a:lnTo>
                  <a:lnTo>
                    <a:pt x="1936" y="750"/>
                  </a:lnTo>
                  <a:lnTo>
                    <a:pt x="1938" y="804"/>
                  </a:lnTo>
                  <a:lnTo>
                    <a:pt x="1943" y="857"/>
                  </a:lnTo>
                  <a:lnTo>
                    <a:pt x="1953" y="909"/>
                  </a:lnTo>
                  <a:lnTo>
                    <a:pt x="1687" y="1080"/>
                  </a:lnTo>
                  <a:lnTo>
                    <a:pt x="1687" y="1080"/>
                  </a:lnTo>
                  <a:lnTo>
                    <a:pt x="1687" y="1518"/>
                  </a:lnTo>
                  <a:lnTo>
                    <a:pt x="2259" y="1856"/>
                  </a:lnTo>
                  <a:lnTo>
                    <a:pt x="2234" y="1886"/>
                  </a:lnTo>
                  <a:lnTo>
                    <a:pt x="2212" y="1919"/>
                  </a:lnTo>
                  <a:lnTo>
                    <a:pt x="2194" y="1953"/>
                  </a:lnTo>
                  <a:lnTo>
                    <a:pt x="2181" y="1989"/>
                  </a:lnTo>
                  <a:lnTo>
                    <a:pt x="2170" y="2027"/>
                  </a:lnTo>
                  <a:lnTo>
                    <a:pt x="1687" y="1741"/>
                  </a:lnTo>
                  <a:lnTo>
                    <a:pt x="1687" y="2518"/>
                  </a:lnTo>
                  <a:lnTo>
                    <a:pt x="0" y="2518"/>
                  </a:lnTo>
                  <a:lnTo>
                    <a:pt x="0" y="96"/>
                  </a:lnTo>
                  <a:lnTo>
                    <a:pt x="2" y="74"/>
                  </a:lnTo>
                  <a:lnTo>
                    <a:pt x="9" y="54"/>
                  </a:lnTo>
                  <a:lnTo>
                    <a:pt x="21" y="36"/>
                  </a:lnTo>
                  <a:lnTo>
                    <a:pt x="35" y="21"/>
                  </a:lnTo>
                  <a:lnTo>
                    <a:pt x="53" y="9"/>
                  </a:lnTo>
                  <a:lnTo>
                    <a:pt x="74" y="3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B6F17007-3C3C-43F4-AA4F-A2FEDBA5B2EF}"/>
              </a:ext>
            </a:extLst>
          </p:cNvPr>
          <p:cNvGrpSpPr/>
          <p:nvPr/>
        </p:nvGrpSpPr>
        <p:grpSpPr>
          <a:xfrm>
            <a:off x="2007491" y="5859641"/>
            <a:ext cx="371544" cy="369147"/>
            <a:chOff x="2516188" y="3090863"/>
            <a:chExt cx="492125" cy="4889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61" name="Freeform 284">
              <a:extLst>
                <a:ext uri="{FF2B5EF4-FFF2-40B4-BE49-F238E27FC236}">
                  <a16:creationId xmlns:a16="http://schemas.microsoft.com/office/drawing/2014/main" id="{28F476E9-AD56-45C3-8D63-0281821DD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213" y="3090863"/>
              <a:ext cx="93662" cy="93663"/>
            </a:xfrm>
            <a:custGeom>
              <a:avLst/>
              <a:gdLst>
                <a:gd name="T0" fmla="*/ 323 w 645"/>
                <a:gd name="T1" fmla="*/ 0 h 649"/>
                <a:gd name="T2" fmla="*/ 366 w 645"/>
                <a:gd name="T3" fmla="*/ 3 h 649"/>
                <a:gd name="T4" fmla="*/ 409 w 645"/>
                <a:gd name="T5" fmla="*/ 12 h 649"/>
                <a:gd name="T6" fmla="*/ 448 w 645"/>
                <a:gd name="T7" fmla="*/ 25 h 649"/>
                <a:gd name="T8" fmla="*/ 485 w 645"/>
                <a:gd name="T9" fmla="*/ 44 h 649"/>
                <a:gd name="T10" fmla="*/ 520 w 645"/>
                <a:gd name="T11" fmla="*/ 68 h 649"/>
                <a:gd name="T12" fmla="*/ 551 w 645"/>
                <a:gd name="T13" fmla="*/ 95 h 649"/>
                <a:gd name="T14" fmla="*/ 578 w 645"/>
                <a:gd name="T15" fmla="*/ 126 h 649"/>
                <a:gd name="T16" fmla="*/ 601 w 645"/>
                <a:gd name="T17" fmla="*/ 161 h 649"/>
                <a:gd name="T18" fmla="*/ 620 w 645"/>
                <a:gd name="T19" fmla="*/ 198 h 649"/>
                <a:gd name="T20" fmla="*/ 634 w 645"/>
                <a:gd name="T21" fmla="*/ 238 h 649"/>
                <a:gd name="T22" fmla="*/ 642 w 645"/>
                <a:gd name="T23" fmla="*/ 281 h 649"/>
                <a:gd name="T24" fmla="*/ 645 w 645"/>
                <a:gd name="T25" fmla="*/ 324 h 649"/>
                <a:gd name="T26" fmla="*/ 642 w 645"/>
                <a:gd name="T27" fmla="*/ 368 h 649"/>
                <a:gd name="T28" fmla="*/ 634 w 645"/>
                <a:gd name="T29" fmla="*/ 410 h 649"/>
                <a:gd name="T30" fmla="*/ 620 w 645"/>
                <a:gd name="T31" fmla="*/ 451 h 649"/>
                <a:gd name="T32" fmla="*/ 601 w 645"/>
                <a:gd name="T33" fmla="*/ 488 h 649"/>
                <a:gd name="T34" fmla="*/ 578 w 645"/>
                <a:gd name="T35" fmla="*/ 522 h 649"/>
                <a:gd name="T36" fmla="*/ 551 w 645"/>
                <a:gd name="T37" fmla="*/ 554 h 649"/>
                <a:gd name="T38" fmla="*/ 520 w 645"/>
                <a:gd name="T39" fmla="*/ 581 h 649"/>
                <a:gd name="T40" fmla="*/ 485 w 645"/>
                <a:gd name="T41" fmla="*/ 604 h 649"/>
                <a:gd name="T42" fmla="*/ 448 w 645"/>
                <a:gd name="T43" fmla="*/ 623 h 649"/>
                <a:gd name="T44" fmla="*/ 409 w 645"/>
                <a:gd name="T45" fmla="*/ 637 h 649"/>
                <a:gd name="T46" fmla="*/ 366 w 645"/>
                <a:gd name="T47" fmla="*/ 645 h 649"/>
                <a:gd name="T48" fmla="*/ 323 w 645"/>
                <a:gd name="T49" fmla="*/ 649 h 649"/>
                <a:gd name="T50" fmla="*/ 279 w 645"/>
                <a:gd name="T51" fmla="*/ 645 h 649"/>
                <a:gd name="T52" fmla="*/ 236 w 645"/>
                <a:gd name="T53" fmla="*/ 637 h 649"/>
                <a:gd name="T54" fmla="*/ 197 w 645"/>
                <a:gd name="T55" fmla="*/ 623 h 649"/>
                <a:gd name="T56" fmla="*/ 160 w 645"/>
                <a:gd name="T57" fmla="*/ 604 h 649"/>
                <a:gd name="T58" fmla="*/ 126 w 645"/>
                <a:gd name="T59" fmla="*/ 581 h 649"/>
                <a:gd name="T60" fmla="*/ 94 w 645"/>
                <a:gd name="T61" fmla="*/ 554 h 649"/>
                <a:gd name="T62" fmla="*/ 68 w 645"/>
                <a:gd name="T63" fmla="*/ 522 h 649"/>
                <a:gd name="T64" fmla="*/ 45 w 645"/>
                <a:gd name="T65" fmla="*/ 488 h 649"/>
                <a:gd name="T66" fmla="*/ 25 w 645"/>
                <a:gd name="T67" fmla="*/ 451 h 649"/>
                <a:gd name="T68" fmla="*/ 12 w 645"/>
                <a:gd name="T69" fmla="*/ 410 h 649"/>
                <a:gd name="T70" fmla="*/ 3 w 645"/>
                <a:gd name="T71" fmla="*/ 368 h 649"/>
                <a:gd name="T72" fmla="*/ 0 w 645"/>
                <a:gd name="T73" fmla="*/ 324 h 649"/>
                <a:gd name="T74" fmla="*/ 3 w 645"/>
                <a:gd name="T75" fmla="*/ 281 h 649"/>
                <a:gd name="T76" fmla="*/ 12 w 645"/>
                <a:gd name="T77" fmla="*/ 238 h 649"/>
                <a:gd name="T78" fmla="*/ 25 w 645"/>
                <a:gd name="T79" fmla="*/ 198 h 649"/>
                <a:gd name="T80" fmla="*/ 45 w 645"/>
                <a:gd name="T81" fmla="*/ 161 h 649"/>
                <a:gd name="T82" fmla="*/ 68 w 645"/>
                <a:gd name="T83" fmla="*/ 126 h 649"/>
                <a:gd name="T84" fmla="*/ 94 w 645"/>
                <a:gd name="T85" fmla="*/ 95 h 649"/>
                <a:gd name="T86" fmla="*/ 126 w 645"/>
                <a:gd name="T87" fmla="*/ 68 h 649"/>
                <a:gd name="T88" fmla="*/ 160 w 645"/>
                <a:gd name="T89" fmla="*/ 44 h 649"/>
                <a:gd name="T90" fmla="*/ 197 w 645"/>
                <a:gd name="T91" fmla="*/ 25 h 649"/>
                <a:gd name="T92" fmla="*/ 236 w 645"/>
                <a:gd name="T93" fmla="*/ 12 h 649"/>
                <a:gd name="T94" fmla="*/ 279 w 645"/>
                <a:gd name="T95" fmla="*/ 3 h 649"/>
                <a:gd name="T96" fmla="*/ 323 w 645"/>
                <a:gd name="T97" fmla="*/ 0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45" h="649">
                  <a:moveTo>
                    <a:pt x="323" y="0"/>
                  </a:moveTo>
                  <a:lnTo>
                    <a:pt x="366" y="3"/>
                  </a:lnTo>
                  <a:lnTo>
                    <a:pt x="409" y="12"/>
                  </a:lnTo>
                  <a:lnTo>
                    <a:pt x="448" y="25"/>
                  </a:lnTo>
                  <a:lnTo>
                    <a:pt x="485" y="44"/>
                  </a:lnTo>
                  <a:lnTo>
                    <a:pt x="520" y="68"/>
                  </a:lnTo>
                  <a:lnTo>
                    <a:pt x="551" y="95"/>
                  </a:lnTo>
                  <a:lnTo>
                    <a:pt x="578" y="126"/>
                  </a:lnTo>
                  <a:lnTo>
                    <a:pt x="601" y="161"/>
                  </a:lnTo>
                  <a:lnTo>
                    <a:pt x="620" y="198"/>
                  </a:lnTo>
                  <a:lnTo>
                    <a:pt x="634" y="238"/>
                  </a:lnTo>
                  <a:lnTo>
                    <a:pt x="642" y="281"/>
                  </a:lnTo>
                  <a:lnTo>
                    <a:pt x="645" y="324"/>
                  </a:lnTo>
                  <a:lnTo>
                    <a:pt x="642" y="368"/>
                  </a:lnTo>
                  <a:lnTo>
                    <a:pt x="634" y="410"/>
                  </a:lnTo>
                  <a:lnTo>
                    <a:pt x="620" y="451"/>
                  </a:lnTo>
                  <a:lnTo>
                    <a:pt x="601" y="488"/>
                  </a:lnTo>
                  <a:lnTo>
                    <a:pt x="578" y="522"/>
                  </a:lnTo>
                  <a:lnTo>
                    <a:pt x="551" y="554"/>
                  </a:lnTo>
                  <a:lnTo>
                    <a:pt x="520" y="581"/>
                  </a:lnTo>
                  <a:lnTo>
                    <a:pt x="485" y="604"/>
                  </a:lnTo>
                  <a:lnTo>
                    <a:pt x="448" y="623"/>
                  </a:lnTo>
                  <a:lnTo>
                    <a:pt x="409" y="637"/>
                  </a:lnTo>
                  <a:lnTo>
                    <a:pt x="366" y="645"/>
                  </a:lnTo>
                  <a:lnTo>
                    <a:pt x="323" y="649"/>
                  </a:lnTo>
                  <a:lnTo>
                    <a:pt x="279" y="645"/>
                  </a:lnTo>
                  <a:lnTo>
                    <a:pt x="236" y="637"/>
                  </a:lnTo>
                  <a:lnTo>
                    <a:pt x="197" y="623"/>
                  </a:lnTo>
                  <a:lnTo>
                    <a:pt x="160" y="604"/>
                  </a:lnTo>
                  <a:lnTo>
                    <a:pt x="126" y="581"/>
                  </a:lnTo>
                  <a:lnTo>
                    <a:pt x="94" y="554"/>
                  </a:lnTo>
                  <a:lnTo>
                    <a:pt x="68" y="522"/>
                  </a:lnTo>
                  <a:lnTo>
                    <a:pt x="45" y="488"/>
                  </a:lnTo>
                  <a:lnTo>
                    <a:pt x="25" y="451"/>
                  </a:lnTo>
                  <a:lnTo>
                    <a:pt x="12" y="410"/>
                  </a:lnTo>
                  <a:lnTo>
                    <a:pt x="3" y="368"/>
                  </a:lnTo>
                  <a:lnTo>
                    <a:pt x="0" y="324"/>
                  </a:lnTo>
                  <a:lnTo>
                    <a:pt x="3" y="281"/>
                  </a:lnTo>
                  <a:lnTo>
                    <a:pt x="12" y="238"/>
                  </a:lnTo>
                  <a:lnTo>
                    <a:pt x="25" y="198"/>
                  </a:lnTo>
                  <a:lnTo>
                    <a:pt x="45" y="161"/>
                  </a:lnTo>
                  <a:lnTo>
                    <a:pt x="68" y="126"/>
                  </a:lnTo>
                  <a:lnTo>
                    <a:pt x="94" y="95"/>
                  </a:lnTo>
                  <a:lnTo>
                    <a:pt x="126" y="68"/>
                  </a:lnTo>
                  <a:lnTo>
                    <a:pt x="160" y="44"/>
                  </a:lnTo>
                  <a:lnTo>
                    <a:pt x="197" y="25"/>
                  </a:lnTo>
                  <a:lnTo>
                    <a:pt x="236" y="12"/>
                  </a:lnTo>
                  <a:lnTo>
                    <a:pt x="279" y="3"/>
                  </a:lnTo>
                  <a:lnTo>
                    <a:pt x="3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2" name="Freeform 285">
              <a:extLst>
                <a:ext uri="{FF2B5EF4-FFF2-40B4-BE49-F238E27FC236}">
                  <a16:creationId xmlns:a16="http://schemas.microsoft.com/office/drawing/2014/main" id="{9DF7025A-0199-4005-936F-5A69C94D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763" y="3201988"/>
              <a:ext cx="182562" cy="125413"/>
            </a:xfrm>
            <a:custGeom>
              <a:avLst/>
              <a:gdLst>
                <a:gd name="T0" fmla="*/ 387 w 1257"/>
                <a:gd name="T1" fmla="*/ 2 h 867"/>
                <a:gd name="T2" fmla="*/ 403 w 1257"/>
                <a:gd name="T3" fmla="*/ 18 h 867"/>
                <a:gd name="T4" fmla="*/ 603 w 1257"/>
                <a:gd name="T5" fmla="*/ 564 h 867"/>
                <a:gd name="T6" fmla="*/ 623 w 1257"/>
                <a:gd name="T7" fmla="*/ 575 h 867"/>
                <a:gd name="T8" fmla="*/ 645 w 1257"/>
                <a:gd name="T9" fmla="*/ 572 h 867"/>
                <a:gd name="T10" fmla="*/ 662 w 1257"/>
                <a:gd name="T11" fmla="*/ 553 h 867"/>
                <a:gd name="T12" fmla="*/ 861 w 1257"/>
                <a:gd name="T13" fmla="*/ 9 h 867"/>
                <a:gd name="T14" fmla="*/ 879 w 1257"/>
                <a:gd name="T15" fmla="*/ 0 h 867"/>
                <a:gd name="T16" fmla="*/ 1061 w 1257"/>
                <a:gd name="T17" fmla="*/ 29 h 867"/>
                <a:gd name="T18" fmla="*/ 1099 w 1257"/>
                <a:gd name="T19" fmla="*/ 45 h 867"/>
                <a:gd name="T20" fmla="*/ 1163 w 1257"/>
                <a:gd name="T21" fmla="*/ 89 h 867"/>
                <a:gd name="T22" fmla="*/ 1214 w 1257"/>
                <a:gd name="T23" fmla="*/ 150 h 867"/>
                <a:gd name="T24" fmla="*/ 1245 w 1257"/>
                <a:gd name="T25" fmla="*/ 222 h 867"/>
                <a:gd name="T26" fmla="*/ 1257 w 1257"/>
                <a:gd name="T27" fmla="*/ 301 h 867"/>
                <a:gd name="T28" fmla="*/ 1254 w 1257"/>
                <a:gd name="T29" fmla="*/ 774 h 867"/>
                <a:gd name="T30" fmla="*/ 1231 w 1257"/>
                <a:gd name="T31" fmla="*/ 822 h 867"/>
                <a:gd name="T32" fmla="*/ 1189 w 1257"/>
                <a:gd name="T33" fmla="*/ 855 h 867"/>
                <a:gd name="T34" fmla="*/ 1137 w 1257"/>
                <a:gd name="T35" fmla="*/ 867 h 867"/>
                <a:gd name="T36" fmla="*/ 93 w 1257"/>
                <a:gd name="T37" fmla="*/ 864 h 867"/>
                <a:gd name="T38" fmla="*/ 45 w 1257"/>
                <a:gd name="T39" fmla="*/ 841 h 867"/>
                <a:gd name="T40" fmla="*/ 13 w 1257"/>
                <a:gd name="T41" fmla="*/ 799 h 867"/>
                <a:gd name="T42" fmla="*/ 0 w 1257"/>
                <a:gd name="T43" fmla="*/ 747 h 867"/>
                <a:gd name="T44" fmla="*/ 3 w 1257"/>
                <a:gd name="T45" fmla="*/ 261 h 867"/>
                <a:gd name="T46" fmla="*/ 25 w 1257"/>
                <a:gd name="T47" fmla="*/ 185 h 867"/>
                <a:gd name="T48" fmla="*/ 67 w 1257"/>
                <a:gd name="T49" fmla="*/ 119 h 867"/>
                <a:gd name="T50" fmla="*/ 125 w 1257"/>
                <a:gd name="T51" fmla="*/ 65 h 867"/>
                <a:gd name="T52" fmla="*/ 196 w 1257"/>
                <a:gd name="T53" fmla="*/ 29 h 867"/>
                <a:gd name="T54" fmla="*/ 208 w 1257"/>
                <a:gd name="T55" fmla="*/ 28 h 867"/>
                <a:gd name="T56" fmla="*/ 237 w 1257"/>
                <a:gd name="T57" fmla="*/ 23 h 867"/>
                <a:gd name="T58" fmla="*/ 275 w 1257"/>
                <a:gd name="T59" fmla="*/ 16 h 867"/>
                <a:gd name="T60" fmla="*/ 315 w 1257"/>
                <a:gd name="T61" fmla="*/ 9 h 867"/>
                <a:gd name="T62" fmla="*/ 350 w 1257"/>
                <a:gd name="T63" fmla="*/ 4 h 867"/>
                <a:gd name="T64" fmla="*/ 371 w 1257"/>
                <a:gd name="T65" fmla="*/ 1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57" h="867">
                  <a:moveTo>
                    <a:pt x="376" y="0"/>
                  </a:moveTo>
                  <a:lnTo>
                    <a:pt x="387" y="2"/>
                  </a:lnTo>
                  <a:lnTo>
                    <a:pt x="396" y="9"/>
                  </a:lnTo>
                  <a:lnTo>
                    <a:pt x="403" y="18"/>
                  </a:lnTo>
                  <a:lnTo>
                    <a:pt x="595" y="553"/>
                  </a:lnTo>
                  <a:lnTo>
                    <a:pt x="603" y="564"/>
                  </a:lnTo>
                  <a:lnTo>
                    <a:pt x="612" y="572"/>
                  </a:lnTo>
                  <a:lnTo>
                    <a:pt x="623" y="575"/>
                  </a:lnTo>
                  <a:lnTo>
                    <a:pt x="635" y="575"/>
                  </a:lnTo>
                  <a:lnTo>
                    <a:pt x="645" y="572"/>
                  </a:lnTo>
                  <a:lnTo>
                    <a:pt x="654" y="564"/>
                  </a:lnTo>
                  <a:lnTo>
                    <a:pt x="662" y="553"/>
                  </a:lnTo>
                  <a:lnTo>
                    <a:pt x="855" y="18"/>
                  </a:lnTo>
                  <a:lnTo>
                    <a:pt x="861" y="9"/>
                  </a:lnTo>
                  <a:lnTo>
                    <a:pt x="869" y="3"/>
                  </a:lnTo>
                  <a:lnTo>
                    <a:pt x="879" y="0"/>
                  </a:lnTo>
                  <a:lnTo>
                    <a:pt x="890" y="1"/>
                  </a:lnTo>
                  <a:lnTo>
                    <a:pt x="1061" y="29"/>
                  </a:lnTo>
                  <a:lnTo>
                    <a:pt x="1062" y="30"/>
                  </a:lnTo>
                  <a:lnTo>
                    <a:pt x="1099" y="45"/>
                  </a:lnTo>
                  <a:lnTo>
                    <a:pt x="1133" y="65"/>
                  </a:lnTo>
                  <a:lnTo>
                    <a:pt x="1163" y="89"/>
                  </a:lnTo>
                  <a:lnTo>
                    <a:pt x="1191" y="117"/>
                  </a:lnTo>
                  <a:lnTo>
                    <a:pt x="1214" y="150"/>
                  </a:lnTo>
                  <a:lnTo>
                    <a:pt x="1232" y="184"/>
                  </a:lnTo>
                  <a:lnTo>
                    <a:pt x="1245" y="222"/>
                  </a:lnTo>
                  <a:lnTo>
                    <a:pt x="1254" y="260"/>
                  </a:lnTo>
                  <a:lnTo>
                    <a:pt x="1257" y="301"/>
                  </a:lnTo>
                  <a:lnTo>
                    <a:pt x="1257" y="747"/>
                  </a:lnTo>
                  <a:lnTo>
                    <a:pt x="1254" y="774"/>
                  </a:lnTo>
                  <a:lnTo>
                    <a:pt x="1244" y="799"/>
                  </a:lnTo>
                  <a:lnTo>
                    <a:pt x="1231" y="822"/>
                  </a:lnTo>
                  <a:lnTo>
                    <a:pt x="1212" y="841"/>
                  </a:lnTo>
                  <a:lnTo>
                    <a:pt x="1189" y="855"/>
                  </a:lnTo>
                  <a:lnTo>
                    <a:pt x="1164" y="864"/>
                  </a:lnTo>
                  <a:lnTo>
                    <a:pt x="1137" y="867"/>
                  </a:lnTo>
                  <a:lnTo>
                    <a:pt x="121" y="867"/>
                  </a:lnTo>
                  <a:lnTo>
                    <a:pt x="93" y="864"/>
                  </a:lnTo>
                  <a:lnTo>
                    <a:pt x="68" y="855"/>
                  </a:lnTo>
                  <a:lnTo>
                    <a:pt x="45" y="841"/>
                  </a:lnTo>
                  <a:lnTo>
                    <a:pt x="26" y="822"/>
                  </a:lnTo>
                  <a:lnTo>
                    <a:pt x="13" y="799"/>
                  </a:lnTo>
                  <a:lnTo>
                    <a:pt x="3" y="774"/>
                  </a:lnTo>
                  <a:lnTo>
                    <a:pt x="0" y="747"/>
                  </a:lnTo>
                  <a:lnTo>
                    <a:pt x="0" y="302"/>
                  </a:lnTo>
                  <a:lnTo>
                    <a:pt x="3" y="261"/>
                  </a:lnTo>
                  <a:lnTo>
                    <a:pt x="12" y="223"/>
                  </a:lnTo>
                  <a:lnTo>
                    <a:pt x="25" y="185"/>
                  </a:lnTo>
                  <a:lnTo>
                    <a:pt x="44" y="151"/>
                  </a:lnTo>
                  <a:lnTo>
                    <a:pt x="67" y="119"/>
                  </a:lnTo>
                  <a:lnTo>
                    <a:pt x="94" y="90"/>
                  </a:lnTo>
                  <a:lnTo>
                    <a:pt x="125" y="65"/>
                  </a:lnTo>
                  <a:lnTo>
                    <a:pt x="159" y="46"/>
                  </a:lnTo>
                  <a:lnTo>
                    <a:pt x="196" y="29"/>
                  </a:lnTo>
                  <a:lnTo>
                    <a:pt x="199" y="29"/>
                  </a:lnTo>
                  <a:lnTo>
                    <a:pt x="208" y="28"/>
                  </a:lnTo>
                  <a:lnTo>
                    <a:pt x="220" y="26"/>
                  </a:lnTo>
                  <a:lnTo>
                    <a:pt x="237" y="23"/>
                  </a:lnTo>
                  <a:lnTo>
                    <a:pt x="254" y="20"/>
                  </a:lnTo>
                  <a:lnTo>
                    <a:pt x="275" y="16"/>
                  </a:lnTo>
                  <a:lnTo>
                    <a:pt x="295" y="13"/>
                  </a:lnTo>
                  <a:lnTo>
                    <a:pt x="315" y="9"/>
                  </a:lnTo>
                  <a:lnTo>
                    <a:pt x="334" y="6"/>
                  </a:lnTo>
                  <a:lnTo>
                    <a:pt x="350" y="4"/>
                  </a:lnTo>
                  <a:lnTo>
                    <a:pt x="363" y="2"/>
                  </a:lnTo>
                  <a:lnTo>
                    <a:pt x="371" y="1"/>
                  </a:lnTo>
                  <a:lnTo>
                    <a:pt x="3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3" name="Freeform 286">
              <a:extLst>
                <a:ext uri="{FF2B5EF4-FFF2-40B4-BE49-F238E27FC236}">
                  <a16:creationId xmlns:a16="http://schemas.microsoft.com/office/drawing/2014/main" id="{F074619E-3721-4662-B417-4DC58728F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3441700"/>
              <a:ext cx="174625" cy="138113"/>
            </a:xfrm>
            <a:custGeom>
              <a:avLst/>
              <a:gdLst>
                <a:gd name="T0" fmla="*/ 348 w 1211"/>
                <a:gd name="T1" fmla="*/ 0 h 954"/>
                <a:gd name="T2" fmla="*/ 369 w 1211"/>
                <a:gd name="T3" fmla="*/ 2 h 954"/>
                <a:gd name="T4" fmla="*/ 389 w 1211"/>
                <a:gd name="T5" fmla="*/ 9 h 954"/>
                <a:gd name="T6" fmla="*/ 406 w 1211"/>
                <a:gd name="T7" fmla="*/ 22 h 954"/>
                <a:gd name="T8" fmla="*/ 605 w 1211"/>
                <a:gd name="T9" fmla="*/ 202 h 954"/>
                <a:gd name="T10" fmla="*/ 804 w 1211"/>
                <a:gd name="T11" fmla="*/ 22 h 954"/>
                <a:gd name="T12" fmla="*/ 822 w 1211"/>
                <a:gd name="T13" fmla="*/ 9 h 954"/>
                <a:gd name="T14" fmla="*/ 842 w 1211"/>
                <a:gd name="T15" fmla="*/ 2 h 954"/>
                <a:gd name="T16" fmla="*/ 862 w 1211"/>
                <a:gd name="T17" fmla="*/ 0 h 954"/>
                <a:gd name="T18" fmla="*/ 884 w 1211"/>
                <a:gd name="T19" fmla="*/ 4 h 954"/>
                <a:gd name="T20" fmla="*/ 976 w 1211"/>
                <a:gd name="T21" fmla="*/ 32 h 954"/>
                <a:gd name="T22" fmla="*/ 979 w 1211"/>
                <a:gd name="T23" fmla="*/ 33 h 954"/>
                <a:gd name="T24" fmla="*/ 1019 w 1211"/>
                <a:gd name="T25" fmla="*/ 49 h 954"/>
                <a:gd name="T26" fmla="*/ 1056 w 1211"/>
                <a:gd name="T27" fmla="*/ 71 h 954"/>
                <a:gd name="T28" fmla="*/ 1091 w 1211"/>
                <a:gd name="T29" fmla="*/ 96 h 954"/>
                <a:gd name="T30" fmla="*/ 1121 w 1211"/>
                <a:gd name="T31" fmla="*/ 125 h 954"/>
                <a:gd name="T32" fmla="*/ 1147 w 1211"/>
                <a:gd name="T33" fmla="*/ 157 h 954"/>
                <a:gd name="T34" fmla="*/ 1169 w 1211"/>
                <a:gd name="T35" fmla="*/ 193 h 954"/>
                <a:gd name="T36" fmla="*/ 1187 w 1211"/>
                <a:gd name="T37" fmla="*/ 231 h 954"/>
                <a:gd name="T38" fmla="*/ 1200 w 1211"/>
                <a:gd name="T39" fmla="*/ 272 h 954"/>
                <a:gd name="T40" fmla="*/ 1209 w 1211"/>
                <a:gd name="T41" fmla="*/ 313 h 954"/>
                <a:gd name="T42" fmla="*/ 1211 w 1211"/>
                <a:gd name="T43" fmla="*/ 357 h 954"/>
                <a:gd name="T44" fmla="*/ 1211 w 1211"/>
                <a:gd name="T45" fmla="*/ 872 h 954"/>
                <a:gd name="T46" fmla="*/ 1209 w 1211"/>
                <a:gd name="T47" fmla="*/ 894 h 954"/>
                <a:gd name="T48" fmla="*/ 1200 w 1211"/>
                <a:gd name="T49" fmla="*/ 914 h 954"/>
                <a:gd name="T50" fmla="*/ 1187 w 1211"/>
                <a:gd name="T51" fmla="*/ 930 h 954"/>
                <a:gd name="T52" fmla="*/ 1170 w 1211"/>
                <a:gd name="T53" fmla="*/ 943 h 954"/>
                <a:gd name="T54" fmla="*/ 1151 w 1211"/>
                <a:gd name="T55" fmla="*/ 951 h 954"/>
                <a:gd name="T56" fmla="*/ 1129 w 1211"/>
                <a:gd name="T57" fmla="*/ 954 h 954"/>
                <a:gd name="T58" fmla="*/ 82 w 1211"/>
                <a:gd name="T59" fmla="*/ 954 h 954"/>
                <a:gd name="T60" fmla="*/ 60 w 1211"/>
                <a:gd name="T61" fmla="*/ 951 h 954"/>
                <a:gd name="T62" fmla="*/ 40 w 1211"/>
                <a:gd name="T63" fmla="*/ 943 h 954"/>
                <a:gd name="T64" fmla="*/ 24 w 1211"/>
                <a:gd name="T65" fmla="*/ 930 h 954"/>
                <a:gd name="T66" fmla="*/ 11 w 1211"/>
                <a:gd name="T67" fmla="*/ 914 h 954"/>
                <a:gd name="T68" fmla="*/ 3 w 1211"/>
                <a:gd name="T69" fmla="*/ 894 h 954"/>
                <a:gd name="T70" fmla="*/ 0 w 1211"/>
                <a:gd name="T71" fmla="*/ 872 h 954"/>
                <a:gd name="T72" fmla="*/ 0 w 1211"/>
                <a:gd name="T73" fmla="*/ 357 h 954"/>
                <a:gd name="T74" fmla="*/ 3 w 1211"/>
                <a:gd name="T75" fmla="*/ 313 h 954"/>
                <a:gd name="T76" fmla="*/ 10 w 1211"/>
                <a:gd name="T77" fmla="*/ 272 h 954"/>
                <a:gd name="T78" fmla="*/ 24 w 1211"/>
                <a:gd name="T79" fmla="*/ 231 h 954"/>
                <a:gd name="T80" fmla="*/ 41 w 1211"/>
                <a:gd name="T81" fmla="*/ 193 h 954"/>
                <a:gd name="T82" fmla="*/ 64 w 1211"/>
                <a:gd name="T83" fmla="*/ 157 h 954"/>
                <a:gd name="T84" fmla="*/ 91 w 1211"/>
                <a:gd name="T85" fmla="*/ 125 h 954"/>
                <a:gd name="T86" fmla="*/ 121 w 1211"/>
                <a:gd name="T87" fmla="*/ 96 h 954"/>
                <a:gd name="T88" fmla="*/ 155 w 1211"/>
                <a:gd name="T89" fmla="*/ 71 h 954"/>
                <a:gd name="T90" fmla="*/ 193 w 1211"/>
                <a:gd name="T91" fmla="*/ 49 h 954"/>
                <a:gd name="T92" fmla="*/ 233 w 1211"/>
                <a:gd name="T93" fmla="*/ 33 h 954"/>
                <a:gd name="T94" fmla="*/ 235 w 1211"/>
                <a:gd name="T95" fmla="*/ 32 h 954"/>
                <a:gd name="T96" fmla="*/ 328 w 1211"/>
                <a:gd name="T97" fmla="*/ 4 h 954"/>
                <a:gd name="T98" fmla="*/ 348 w 1211"/>
                <a:gd name="T99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11" h="954">
                  <a:moveTo>
                    <a:pt x="348" y="0"/>
                  </a:moveTo>
                  <a:lnTo>
                    <a:pt x="369" y="2"/>
                  </a:lnTo>
                  <a:lnTo>
                    <a:pt x="389" y="9"/>
                  </a:lnTo>
                  <a:lnTo>
                    <a:pt x="406" y="22"/>
                  </a:lnTo>
                  <a:lnTo>
                    <a:pt x="605" y="202"/>
                  </a:lnTo>
                  <a:lnTo>
                    <a:pt x="804" y="22"/>
                  </a:lnTo>
                  <a:lnTo>
                    <a:pt x="822" y="9"/>
                  </a:lnTo>
                  <a:lnTo>
                    <a:pt x="842" y="2"/>
                  </a:lnTo>
                  <a:lnTo>
                    <a:pt x="862" y="0"/>
                  </a:lnTo>
                  <a:lnTo>
                    <a:pt x="884" y="4"/>
                  </a:lnTo>
                  <a:lnTo>
                    <a:pt x="976" y="32"/>
                  </a:lnTo>
                  <a:lnTo>
                    <a:pt x="979" y="33"/>
                  </a:lnTo>
                  <a:lnTo>
                    <a:pt x="1019" y="49"/>
                  </a:lnTo>
                  <a:lnTo>
                    <a:pt x="1056" y="71"/>
                  </a:lnTo>
                  <a:lnTo>
                    <a:pt x="1091" y="96"/>
                  </a:lnTo>
                  <a:lnTo>
                    <a:pt x="1121" y="125"/>
                  </a:lnTo>
                  <a:lnTo>
                    <a:pt x="1147" y="157"/>
                  </a:lnTo>
                  <a:lnTo>
                    <a:pt x="1169" y="193"/>
                  </a:lnTo>
                  <a:lnTo>
                    <a:pt x="1187" y="231"/>
                  </a:lnTo>
                  <a:lnTo>
                    <a:pt x="1200" y="272"/>
                  </a:lnTo>
                  <a:lnTo>
                    <a:pt x="1209" y="313"/>
                  </a:lnTo>
                  <a:lnTo>
                    <a:pt x="1211" y="357"/>
                  </a:lnTo>
                  <a:lnTo>
                    <a:pt x="1211" y="872"/>
                  </a:lnTo>
                  <a:lnTo>
                    <a:pt x="1209" y="894"/>
                  </a:lnTo>
                  <a:lnTo>
                    <a:pt x="1200" y="914"/>
                  </a:lnTo>
                  <a:lnTo>
                    <a:pt x="1187" y="930"/>
                  </a:lnTo>
                  <a:lnTo>
                    <a:pt x="1170" y="943"/>
                  </a:lnTo>
                  <a:lnTo>
                    <a:pt x="1151" y="951"/>
                  </a:lnTo>
                  <a:lnTo>
                    <a:pt x="1129" y="954"/>
                  </a:lnTo>
                  <a:lnTo>
                    <a:pt x="82" y="954"/>
                  </a:lnTo>
                  <a:lnTo>
                    <a:pt x="60" y="951"/>
                  </a:lnTo>
                  <a:lnTo>
                    <a:pt x="40" y="943"/>
                  </a:lnTo>
                  <a:lnTo>
                    <a:pt x="24" y="930"/>
                  </a:lnTo>
                  <a:lnTo>
                    <a:pt x="11" y="914"/>
                  </a:lnTo>
                  <a:lnTo>
                    <a:pt x="3" y="894"/>
                  </a:lnTo>
                  <a:lnTo>
                    <a:pt x="0" y="872"/>
                  </a:lnTo>
                  <a:lnTo>
                    <a:pt x="0" y="357"/>
                  </a:lnTo>
                  <a:lnTo>
                    <a:pt x="3" y="313"/>
                  </a:lnTo>
                  <a:lnTo>
                    <a:pt x="10" y="272"/>
                  </a:lnTo>
                  <a:lnTo>
                    <a:pt x="24" y="231"/>
                  </a:lnTo>
                  <a:lnTo>
                    <a:pt x="41" y="193"/>
                  </a:lnTo>
                  <a:lnTo>
                    <a:pt x="64" y="157"/>
                  </a:lnTo>
                  <a:lnTo>
                    <a:pt x="91" y="125"/>
                  </a:lnTo>
                  <a:lnTo>
                    <a:pt x="121" y="96"/>
                  </a:lnTo>
                  <a:lnTo>
                    <a:pt x="155" y="71"/>
                  </a:lnTo>
                  <a:lnTo>
                    <a:pt x="193" y="49"/>
                  </a:lnTo>
                  <a:lnTo>
                    <a:pt x="233" y="33"/>
                  </a:lnTo>
                  <a:lnTo>
                    <a:pt x="235" y="32"/>
                  </a:lnTo>
                  <a:lnTo>
                    <a:pt x="328" y="4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4" name="Freeform 287">
              <a:extLst>
                <a:ext uri="{FF2B5EF4-FFF2-40B4-BE49-F238E27FC236}">
                  <a16:creationId xmlns:a16="http://schemas.microsoft.com/office/drawing/2014/main" id="{B2E44697-DFBF-483E-B8AA-1B4BA7036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788" y="3333750"/>
              <a:ext cx="100012" cy="100013"/>
            </a:xfrm>
            <a:custGeom>
              <a:avLst/>
              <a:gdLst>
                <a:gd name="T0" fmla="*/ 344 w 689"/>
                <a:gd name="T1" fmla="*/ 0 h 692"/>
                <a:gd name="T2" fmla="*/ 391 w 689"/>
                <a:gd name="T3" fmla="*/ 3 h 692"/>
                <a:gd name="T4" fmla="*/ 436 w 689"/>
                <a:gd name="T5" fmla="*/ 12 h 692"/>
                <a:gd name="T6" fmla="*/ 478 w 689"/>
                <a:gd name="T7" fmla="*/ 27 h 692"/>
                <a:gd name="T8" fmla="*/ 519 w 689"/>
                <a:gd name="T9" fmla="*/ 48 h 692"/>
                <a:gd name="T10" fmla="*/ 555 w 689"/>
                <a:gd name="T11" fmla="*/ 72 h 692"/>
                <a:gd name="T12" fmla="*/ 588 w 689"/>
                <a:gd name="T13" fmla="*/ 101 h 692"/>
                <a:gd name="T14" fmla="*/ 617 w 689"/>
                <a:gd name="T15" fmla="*/ 134 h 692"/>
                <a:gd name="T16" fmla="*/ 642 w 689"/>
                <a:gd name="T17" fmla="*/ 172 h 692"/>
                <a:gd name="T18" fmla="*/ 662 w 689"/>
                <a:gd name="T19" fmla="*/ 211 h 692"/>
                <a:gd name="T20" fmla="*/ 676 w 689"/>
                <a:gd name="T21" fmla="*/ 254 h 692"/>
                <a:gd name="T22" fmla="*/ 685 w 689"/>
                <a:gd name="T23" fmla="*/ 299 h 692"/>
                <a:gd name="T24" fmla="*/ 689 w 689"/>
                <a:gd name="T25" fmla="*/ 346 h 692"/>
                <a:gd name="T26" fmla="*/ 685 w 689"/>
                <a:gd name="T27" fmla="*/ 393 h 692"/>
                <a:gd name="T28" fmla="*/ 676 w 689"/>
                <a:gd name="T29" fmla="*/ 437 h 692"/>
                <a:gd name="T30" fmla="*/ 662 w 689"/>
                <a:gd name="T31" fmla="*/ 480 h 692"/>
                <a:gd name="T32" fmla="*/ 642 w 689"/>
                <a:gd name="T33" fmla="*/ 520 h 692"/>
                <a:gd name="T34" fmla="*/ 617 w 689"/>
                <a:gd name="T35" fmla="*/ 557 h 692"/>
                <a:gd name="T36" fmla="*/ 588 w 689"/>
                <a:gd name="T37" fmla="*/ 591 h 692"/>
                <a:gd name="T38" fmla="*/ 555 w 689"/>
                <a:gd name="T39" fmla="*/ 620 h 692"/>
                <a:gd name="T40" fmla="*/ 519 w 689"/>
                <a:gd name="T41" fmla="*/ 644 h 692"/>
                <a:gd name="T42" fmla="*/ 478 w 689"/>
                <a:gd name="T43" fmla="*/ 665 h 692"/>
                <a:gd name="T44" fmla="*/ 436 w 689"/>
                <a:gd name="T45" fmla="*/ 679 h 692"/>
                <a:gd name="T46" fmla="*/ 391 w 689"/>
                <a:gd name="T47" fmla="*/ 688 h 692"/>
                <a:gd name="T48" fmla="*/ 344 w 689"/>
                <a:gd name="T49" fmla="*/ 692 h 692"/>
                <a:gd name="T50" fmla="*/ 298 w 689"/>
                <a:gd name="T51" fmla="*/ 688 h 692"/>
                <a:gd name="T52" fmla="*/ 253 w 689"/>
                <a:gd name="T53" fmla="*/ 679 h 692"/>
                <a:gd name="T54" fmla="*/ 211 w 689"/>
                <a:gd name="T55" fmla="*/ 665 h 692"/>
                <a:gd name="T56" fmla="*/ 171 w 689"/>
                <a:gd name="T57" fmla="*/ 644 h 692"/>
                <a:gd name="T58" fmla="*/ 135 w 689"/>
                <a:gd name="T59" fmla="*/ 620 h 692"/>
                <a:gd name="T60" fmla="*/ 102 w 689"/>
                <a:gd name="T61" fmla="*/ 591 h 692"/>
                <a:gd name="T62" fmla="*/ 73 w 689"/>
                <a:gd name="T63" fmla="*/ 557 h 692"/>
                <a:gd name="T64" fmla="*/ 48 w 689"/>
                <a:gd name="T65" fmla="*/ 520 h 692"/>
                <a:gd name="T66" fmla="*/ 27 w 689"/>
                <a:gd name="T67" fmla="*/ 480 h 692"/>
                <a:gd name="T68" fmla="*/ 13 w 689"/>
                <a:gd name="T69" fmla="*/ 437 h 692"/>
                <a:gd name="T70" fmla="*/ 3 w 689"/>
                <a:gd name="T71" fmla="*/ 393 h 692"/>
                <a:gd name="T72" fmla="*/ 0 w 689"/>
                <a:gd name="T73" fmla="*/ 346 h 692"/>
                <a:gd name="T74" fmla="*/ 3 w 689"/>
                <a:gd name="T75" fmla="*/ 299 h 692"/>
                <a:gd name="T76" fmla="*/ 13 w 689"/>
                <a:gd name="T77" fmla="*/ 254 h 692"/>
                <a:gd name="T78" fmla="*/ 27 w 689"/>
                <a:gd name="T79" fmla="*/ 211 h 692"/>
                <a:gd name="T80" fmla="*/ 48 w 689"/>
                <a:gd name="T81" fmla="*/ 172 h 692"/>
                <a:gd name="T82" fmla="*/ 73 w 689"/>
                <a:gd name="T83" fmla="*/ 134 h 692"/>
                <a:gd name="T84" fmla="*/ 102 w 689"/>
                <a:gd name="T85" fmla="*/ 101 h 692"/>
                <a:gd name="T86" fmla="*/ 135 w 689"/>
                <a:gd name="T87" fmla="*/ 72 h 692"/>
                <a:gd name="T88" fmla="*/ 171 w 689"/>
                <a:gd name="T89" fmla="*/ 48 h 692"/>
                <a:gd name="T90" fmla="*/ 211 w 689"/>
                <a:gd name="T91" fmla="*/ 27 h 692"/>
                <a:gd name="T92" fmla="*/ 253 w 689"/>
                <a:gd name="T93" fmla="*/ 12 h 692"/>
                <a:gd name="T94" fmla="*/ 298 w 689"/>
                <a:gd name="T95" fmla="*/ 3 h 692"/>
                <a:gd name="T96" fmla="*/ 344 w 689"/>
                <a:gd name="T9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9" h="692">
                  <a:moveTo>
                    <a:pt x="344" y="0"/>
                  </a:moveTo>
                  <a:lnTo>
                    <a:pt x="391" y="3"/>
                  </a:lnTo>
                  <a:lnTo>
                    <a:pt x="436" y="12"/>
                  </a:lnTo>
                  <a:lnTo>
                    <a:pt x="478" y="27"/>
                  </a:lnTo>
                  <a:lnTo>
                    <a:pt x="519" y="48"/>
                  </a:lnTo>
                  <a:lnTo>
                    <a:pt x="555" y="72"/>
                  </a:lnTo>
                  <a:lnTo>
                    <a:pt x="588" y="101"/>
                  </a:lnTo>
                  <a:lnTo>
                    <a:pt x="617" y="134"/>
                  </a:lnTo>
                  <a:lnTo>
                    <a:pt x="642" y="172"/>
                  </a:lnTo>
                  <a:lnTo>
                    <a:pt x="662" y="211"/>
                  </a:lnTo>
                  <a:lnTo>
                    <a:pt x="676" y="254"/>
                  </a:lnTo>
                  <a:lnTo>
                    <a:pt x="685" y="299"/>
                  </a:lnTo>
                  <a:lnTo>
                    <a:pt x="689" y="346"/>
                  </a:lnTo>
                  <a:lnTo>
                    <a:pt x="685" y="393"/>
                  </a:lnTo>
                  <a:lnTo>
                    <a:pt x="676" y="437"/>
                  </a:lnTo>
                  <a:lnTo>
                    <a:pt x="662" y="480"/>
                  </a:lnTo>
                  <a:lnTo>
                    <a:pt x="642" y="520"/>
                  </a:lnTo>
                  <a:lnTo>
                    <a:pt x="617" y="557"/>
                  </a:lnTo>
                  <a:lnTo>
                    <a:pt x="588" y="591"/>
                  </a:lnTo>
                  <a:lnTo>
                    <a:pt x="555" y="620"/>
                  </a:lnTo>
                  <a:lnTo>
                    <a:pt x="519" y="644"/>
                  </a:lnTo>
                  <a:lnTo>
                    <a:pt x="478" y="665"/>
                  </a:lnTo>
                  <a:lnTo>
                    <a:pt x="436" y="679"/>
                  </a:lnTo>
                  <a:lnTo>
                    <a:pt x="391" y="688"/>
                  </a:lnTo>
                  <a:lnTo>
                    <a:pt x="344" y="692"/>
                  </a:lnTo>
                  <a:lnTo>
                    <a:pt x="298" y="688"/>
                  </a:lnTo>
                  <a:lnTo>
                    <a:pt x="253" y="679"/>
                  </a:lnTo>
                  <a:lnTo>
                    <a:pt x="211" y="665"/>
                  </a:lnTo>
                  <a:lnTo>
                    <a:pt x="171" y="644"/>
                  </a:lnTo>
                  <a:lnTo>
                    <a:pt x="135" y="620"/>
                  </a:lnTo>
                  <a:lnTo>
                    <a:pt x="102" y="591"/>
                  </a:lnTo>
                  <a:lnTo>
                    <a:pt x="73" y="557"/>
                  </a:lnTo>
                  <a:lnTo>
                    <a:pt x="48" y="520"/>
                  </a:lnTo>
                  <a:lnTo>
                    <a:pt x="27" y="480"/>
                  </a:lnTo>
                  <a:lnTo>
                    <a:pt x="13" y="437"/>
                  </a:lnTo>
                  <a:lnTo>
                    <a:pt x="3" y="393"/>
                  </a:lnTo>
                  <a:lnTo>
                    <a:pt x="0" y="346"/>
                  </a:lnTo>
                  <a:lnTo>
                    <a:pt x="3" y="299"/>
                  </a:lnTo>
                  <a:lnTo>
                    <a:pt x="13" y="254"/>
                  </a:lnTo>
                  <a:lnTo>
                    <a:pt x="27" y="211"/>
                  </a:lnTo>
                  <a:lnTo>
                    <a:pt x="48" y="172"/>
                  </a:lnTo>
                  <a:lnTo>
                    <a:pt x="73" y="134"/>
                  </a:lnTo>
                  <a:lnTo>
                    <a:pt x="102" y="101"/>
                  </a:lnTo>
                  <a:lnTo>
                    <a:pt x="135" y="72"/>
                  </a:lnTo>
                  <a:lnTo>
                    <a:pt x="171" y="48"/>
                  </a:lnTo>
                  <a:lnTo>
                    <a:pt x="211" y="27"/>
                  </a:lnTo>
                  <a:lnTo>
                    <a:pt x="253" y="12"/>
                  </a:lnTo>
                  <a:lnTo>
                    <a:pt x="298" y="3"/>
                  </a:lnTo>
                  <a:lnTo>
                    <a:pt x="3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5" name="Freeform 288">
              <a:extLst>
                <a:ext uri="{FF2B5EF4-FFF2-40B4-BE49-F238E27FC236}">
                  <a16:creationId xmlns:a16="http://schemas.microsoft.com/office/drawing/2014/main" id="{86117950-9BDD-484F-96D4-B37BC32A4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188" y="3441700"/>
              <a:ext cx="174625" cy="138113"/>
            </a:xfrm>
            <a:custGeom>
              <a:avLst/>
              <a:gdLst>
                <a:gd name="T0" fmla="*/ 348 w 1211"/>
                <a:gd name="T1" fmla="*/ 0 h 954"/>
                <a:gd name="T2" fmla="*/ 369 w 1211"/>
                <a:gd name="T3" fmla="*/ 2 h 954"/>
                <a:gd name="T4" fmla="*/ 389 w 1211"/>
                <a:gd name="T5" fmla="*/ 9 h 954"/>
                <a:gd name="T6" fmla="*/ 406 w 1211"/>
                <a:gd name="T7" fmla="*/ 22 h 954"/>
                <a:gd name="T8" fmla="*/ 605 w 1211"/>
                <a:gd name="T9" fmla="*/ 202 h 954"/>
                <a:gd name="T10" fmla="*/ 804 w 1211"/>
                <a:gd name="T11" fmla="*/ 22 h 954"/>
                <a:gd name="T12" fmla="*/ 822 w 1211"/>
                <a:gd name="T13" fmla="*/ 9 h 954"/>
                <a:gd name="T14" fmla="*/ 842 w 1211"/>
                <a:gd name="T15" fmla="*/ 2 h 954"/>
                <a:gd name="T16" fmla="*/ 863 w 1211"/>
                <a:gd name="T17" fmla="*/ 0 h 954"/>
                <a:gd name="T18" fmla="*/ 884 w 1211"/>
                <a:gd name="T19" fmla="*/ 4 h 954"/>
                <a:gd name="T20" fmla="*/ 977 w 1211"/>
                <a:gd name="T21" fmla="*/ 32 h 954"/>
                <a:gd name="T22" fmla="*/ 979 w 1211"/>
                <a:gd name="T23" fmla="*/ 33 h 954"/>
                <a:gd name="T24" fmla="*/ 1019 w 1211"/>
                <a:gd name="T25" fmla="*/ 49 h 954"/>
                <a:gd name="T26" fmla="*/ 1056 w 1211"/>
                <a:gd name="T27" fmla="*/ 71 h 954"/>
                <a:gd name="T28" fmla="*/ 1091 w 1211"/>
                <a:gd name="T29" fmla="*/ 96 h 954"/>
                <a:gd name="T30" fmla="*/ 1121 w 1211"/>
                <a:gd name="T31" fmla="*/ 125 h 954"/>
                <a:gd name="T32" fmla="*/ 1147 w 1211"/>
                <a:gd name="T33" fmla="*/ 157 h 954"/>
                <a:gd name="T34" fmla="*/ 1169 w 1211"/>
                <a:gd name="T35" fmla="*/ 193 h 954"/>
                <a:gd name="T36" fmla="*/ 1187 w 1211"/>
                <a:gd name="T37" fmla="*/ 231 h 954"/>
                <a:gd name="T38" fmla="*/ 1200 w 1211"/>
                <a:gd name="T39" fmla="*/ 272 h 954"/>
                <a:gd name="T40" fmla="*/ 1209 w 1211"/>
                <a:gd name="T41" fmla="*/ 313 h 954"/>
                <a:gd name="T42" fmla="*/ 1211 w 1211"/>
                <a:gd name="T43" fmla="*/ 357 h 954"/>
                <a:gd name="T44" fmla="*/ 1211 w 1211"/>
                <a:gd name="T45" fmla="*/ 872 h 954"/>
                <a:gd name="T46" fmla="*/ 1209 w 1211"/>
                <a:gd name="T47" fmla="*/ 894 h 954"/>
                <a:gd name="T48" fmla="*/ 1200 w 1211"/>
                <a:gd name="T49" fmla="*/ 914 h 954"/>
                <a:gd name="T50" fmla="*/ 1187 w 1211"/>
                <a:gd name="T51" fmla="*/ 930 h 954"/>
                <a:gd name="T52" fmla="*/ 1170 w 1211"/>
                <a:gd name="T53" fmla="*/ 943 h 954"/>
                <a:gd name="T54" fmla="*/ 1151 w 1211"/>
                <a:gd name="T55" fmla="*/ 951 h 954"/>
                <a:gd name="T56" fmla="*/ 1129 w 1211"/>
                <a:gd name="T57" fmla="*/ 954 h 954"/>
                <a:gd name="T58" fmla="*/ 83 w 1211"/>
                <a:gd name="T59" fmla="*/ 954 h 954"/>
                <a:gd name="T60" fmla="*/ 60 w 1211"/>
                <a:gd name="T61" fmla="*/ 951 h 954"/>
                <a:gd name="T62" fmla="*/ 40 w 1211"/>
                <a:gd name="T63" fmla="*/ 943 h 954"/>
                <a:gd name="T64" fmla="*/ 24 w 1211"/>
                <a:gd name="T65" fmla="*/ 930 h 954"/>
                <a:gd name="T66" fmla="*/ 11 w 1211"/>
                <a:gd name="T67" fmla="*/ 914 h 954"/>
                <a:gd name="T68" fmla="*/ 3 w 1211"/>
                <a:gd name="T69" fmla="*/ 894 h 954"/>
                <a:gd name="T70" fmla="*/ 0 w 1211"/>
                <a:gd name="T71" fmla="*/ 872 h 954"/>
                <a:gd name="T72" fmla="*/ 0 w 1211"/>
                <a:gd name="T73" fmla="*/ 357 h 954"/>
                <a:gd name="T74" fmla="*/ 3 w 1211"/>
                <a:gd name="T75" fmla="*/ 313 h 954"/>
                <a:gd name="T76" fmla="*/ 10 w 1211"/>
                <a:gd name="T77" fmla="*/ 272 h 954"/>
                <a:gd name="T78" fmla="*/ 24 w 1211"/>
                <a:gd name="T79" fmla="*/ 231 h 954"/>
                <a:gd name="T80" fmla="*/ 41 w 1211"/>
                <a:gd name="T81" fmla="*/ 193 h 954"/>
                <a:gd name="T82" fmla="*/ 64 w 1211"/>
                <a:gd name="T83" fmla="*/ 157 h 954"/>
                <a:gd name="T84" fmla="*/ 91 w 1211"/>
                <a:gd name="T85" fmla="*/ 125 h 954"/>
                <a:gd name="T86" fmla="*/ 121 w 1211"/>
                <a:gd name="T87" fmla="*/ 96 h 954"/>
                <a:gd name="T88" fmla="*/ 156 w 1211"/>
                <a:gd name="T89" fmla="*/ 71 h 954"/>
                <a:gd name="T90" fmla="*/ 193 w 1211"/>
                <a:gd name="T91" fmla="*/ 49 h 954"/>
                <a:gd name="T92" fmla="*/ 233 w 1211"/>
                <a:gd name="T93" fmla="*/ 33 h 954"/>
                <a:gd name="T94" fmla="*/ 235 w 1211"/>
                <a:gd name="T95" fmla="*/ 32 h 954"/>
                <a:gd name="T96" fmla="*/ 243 w 1211"/>
                <a:gd name="T97" fmla="*/ 30 h 954"/>
                <a:gd name="T98" fmla="*/ 254 w 1211"/>
                <a:gd name="T99" fmla="*/ 26 h 954"/>
                <a:gd name="T100" fmla="*/ 266 w 1211"/>
                <a:gd name="T101" fmla="*/ 23 h 954"/>
                <a:gd name="T102" fmla="*/ 280 w 1211"/>
                <a:gd name="T103" fmla="*/ 19 h 954"/>
                <a:gd name="T104" fmla="*/ 294 w 1211"/>
                <a:gd name="T105" fmla="*/ 13 h 954"/>
                <a:gd name="T106" fmla="*/ 307 w 1211"/>
                <a:gd name="T107" fmla="*/ 10 h 954"/>
                <a:gd name="T108" fmla="*/ 317 w 1211"/>
                <a:gd name="T109" fmla="*/ 7 h 954"/>
                <a:gd name="T110" fmla="*/ 324 w 1211"/>
                <a:gd name="T111" fmla="*/ 4 h 954"/>
                <a:gd name="T112" fmla="*/ 328 w 1211"/>
                <a:gd name="T113" fmla="*/ 4 h 954"/>
                <a:gd name="T114" fmla="*/ 348 w 1211"/>
                <a:gd name="T115" fmla="*/ 0 h 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11" h="954">
                  <a:moveTo>
                    <a:pt x="348" y="0"/>
                  </a:moveTo>
                  <a:lnTo>
                    <a:pt x="369" y="2"/>
                  </a:lnTo>
                  <a:lnTo>
                    <a:pt x="389" y="9"/>
                  </a:lnTo>
                  <a:lnTo>
                    <a:pt x="406" y="22"/>
                  </a:lnTo>
                  <a:lnTo>
                    <a:pt x="605" y="202"/>
                  </a:lnTo>
                  <a:lnTo>
                    <a:pt x="804" y="22"/>
                  </a:lnTo>
                  <a:lnTo>
                    <a:pt x="822" y="9"/>
                  </a:lnTo>
                  <a:lnTo>
                    <a:pt x="842" y="2"/>
                  </a:lnTo>
                  <a:lnTo>
                    <a:pt x="863" y="0"/>
                  </a:lnTo>
                  <a:lnTo>
                    <a:pt x="884" y="4"/>
                  </a:lnTo>
                  <a:lnTo>
                    <a:pt x="977" y="32"/>
                  </a:lnTo>
                  <a:lnTo>
                    <a:pt x="979" y="33"/>
                  </a:lnTo>
                  <a:lnTo>
                    <a:pt x="1019" y="49"/>
                  </a:lnTo>
                  <a:lnTo>
                    <a:pt x="1056" y="71"/>
                  </a:lnTo>
                  <a:lnTo>
                    <a:pt x="1091" y="96"/>
                  </a:lnTo>
                  <a:lnTo>
                    <a:pt x="1121" y="125"/>
                  </a:lnTo>
                  <a:lnTo>
                    <a:pt x="1147" y="157"/>
                  </a:lnTo>
                  <a:lnTo>
                    <a:pt x="1169" y="193"/>
                  </a:lnTo>
                  <a:lnTo>
                    <a:pt x="1187" y="231"/>
                  </a:lnTo>
                  <a:lnTo>
                    <a:pt x="1200" y="272"/>
                  </a:lnTo>
                  <a:lnTo>
                    <a:pt x="1209" y="313"/>
                  </a:lnTo>
                  <a:lnTo>
                    <a:pt x="1211" y="357"/>
                  </a:lnTo>
                  <a:lnTo>
                    <a:pt x="1211" y="872"/>
                  </a:lnTo>
                  <a:lnTo>
                    <a:pt x="1209" y="894"/>
                  </a:lnTo>
                  <a:lnTo>
                    <a:pt x="1200" y="914"/>
                  </a:lnTo>
                  <a:lnTo>
                    <a:pt x="1187" y="930"/>
                  </a:lnTo>
                  <a:lnTo>
                    <a:pt x="1170" y="943"/>
                  </a:lnTo>
                  <a:lnTo>
                    <a:pt x="1151" y="951"/>
                  </a:lnTo>
                  <a:lnTo>
                    <a:pt x="1129" y="954"/>
                  </a:lnTo>
                  <a:lnTo>
                    <a:pt x="83" y="954"/>
                  </a:lnTo>
                  <a:lnTo>
                    <a:pt x="60" y="951"/>
                  </a:lnTo>
                  <a:lnTo>
                    <a:pt x="40" y="943"/>
                  </a:lnTo>
                  <a:lnTo>
                    <a:pt x="24" y="930"/>
                  </a:lnTo>
                  <a:lnTo>
                    <a:pt x="11" y="914"/>
                  </a:lnTo>
                  <a:lnTo>
                    <a:pt x="3" y="894"/>
                  </a:lnTo>
                  <a:lnTo>
                    <a:pt x="0" y="872"/>
                  </a:lnTo>
                  <a:lnTo>
                    <a:pt x="0" y="357"/>
                  </a:lnTo>
                  <a:lnTo>
                    <a:pt x="3" y="313"/>
                  </a:lnTo>
                  <a:lnTo>
                    <a:pt x="10" y="272"/>
                  </a:lnTo>
                  <a:lnTo>
                    <a:pt x="24" y="231"/>
                  </a:lnTo>
                  <a:lnTo>
                    <a:pt x="41" y="193"/>
                  </a:lnTo>
                  <a:lnTo>
                    <a:pt x="64" y="157"/>
                  </a:lnTo>
                  <a:lnTo>
                    <a:pt x="91" y="125"/>
                  </a:lnTo>
                  <a:lnTo>
                    <a:pt x="121" y="96"/>
                  </a:lnTo>
                  <a:lnTo>
                    <a:pt x="156" y="71"/>
                  </a:lnTo>
                  <a:lnTo>
                    <a:pt x="193" y="49"/>
                  </a:lnTo>
                  <a:lnTo>
                    <a:pt x="233" y="33"/>
                  </a:lnTo>
                  <a:lnTo>
                    <a:pt x="235" y="32"/>
                  </a:lnTo>
                  <a:lnTo>
                    <a:pt x="243" y="30"/>
                  </a:lnTo>
                  <a:lnTo>
                    <a:pt x="254" y="26"/>
                  </a:lnTo>
                  <a:lnTo>
                    <a:pt x="266" y="23"/>
                  </a:lnTo>
                  <a:lnTo>
                    <a:pt x="280" y="19"/>
                  </a:lnTo>
                  <a:lnTo>
                    <a:pt x="294" y="13"/>
                  </a:lnTo>
                  <a:lnTo>
                    <a:pt x="307" y="10"/>
                  </a:lnTo>
                  <a:lnTo>
                    <a:pt x="317" y="7"/>
                  </a:lnTo>
                  <a:lnTo>
                    <a:pt x="324" y="4"/>
                  </a:lnTo>
                  <a:lnTo>
                    <a:pt x="328" y="4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6" name="Freeform 289">
              <a:extLst>
                <a:ext uri="{FF2B5EF4-FFF2-40B4-BE49-F238E27FC236}">
                  <a16:creationId xmlns:a16="http://schemas.microsoft.com/office/drawing/2014/main" id="{7498A724-6E9E-4D7A-B614-BCDFEDB57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3333750"/>
              <a:ext cx="98425" cy="100013"/>
            </a:xfrm>
            <a:custGeom>
              <a:avLst/>
              <a:gdLst>
                <a:gd name="T0" fmla="*/ 344 w 689"/>
                <a:gd name="T1" fmla="*/ 0 h 692"/>
                <a:gd name="T2" fmla="*/ 391 w 689"/>
                <a:gd name="T3" fmla="*/ 3 h 692"/>
                <a:gd name="T4" fmla="*/ 436 w 689"/>
                <a:gd name="T5" fmla="*/ 12 h 692"/>
                <a:gd name="T6" fmla="*/ 478 w 689"/>
                <a:gd name="T7" fmla="*/ 27 h 692"/>
                <a:gd name="T8" fmla="*/ 519 w 689"/>
                <a:gd name="T9" fmla="*/ 48 h 692"/>
                <a:gd name="T10" fmla="*/ 555 w 689"/>
                <a:gd name="T11" fmla="*/ 72 h 692"/>
                <a:gd name="T12" fmla="*/ 588 w 689"/>
                <a:gd name="T13" fmla="*/ 101 h 692"/>
                <a:gd name="T14" fmla="*/ 617 w 689"/>
                <a:gd name="T15" fmla="*/ 134 h 692"/>
                <a:gd name="T16" fmla="*/ 642 w 689"/>
                <a:gd name="T17" fmla="*/ 172 h 692"/>
                <a:gd name="T18" fmla="*/ 662 w 689"/>
                <a:gd name="T19" fmla="*/ 211 h 692"/>
                <a:gd name="T20" fmla="*/ 676 w 689"/>
                <a:gd name="T21" fmla="*/ 254 h 692"/>
                <a:gd name="T22" fmla="*/ 685 w 689"/>
                <a:gd name="T23" fmla="*/ 299 h 692"/>
                <a:gd name="T24" fmla="*/ 689 w 689"/>
                <a:gd name="T25" fmla="*/ 346 h 692"/>
                <a:gd name="T26" fmla="*/ 685 w 689"/>
                <a:gd name="T27" fmla="*/ 393 h 692"/>
                <a:gd name="T28" fmla="*/ 676 w 689"/>
                <a:gd name="T29" fmla="*/ 437 h 692"/>
                <a:gd name="T30" fmla="*/ 662 w 689"/>
                <a:gd name="T31" fmla="*/ 480 h 692"/>
                <a:gd name="T32" fmla="*/ 642 w 689"/>
                <a:gd name="T33" fmla="*/ 520 h 692"/>
                <a:gd name="T34" fmla="*/ 617 w 689"/>
                <a:gd name="T35" fmla="*/ 557 h 692"/>
                <a:gd name="T36" fmla="*/ 588 w 689"/>
                <a:gd name="T37" fmla="*/ 591 h 692"/>
                <a:gd name="T38" fmla="*/ 555 w 689"/>
                <a:gd name="T39" fmla="*/ 620 h 692"/>
                <a:gd name="T40" fmla="*/ 519 w 689"/>
                <a:gd name="T41" fmla="*/ 644 h 692"/>
                <a:gd name="T42" fmla="*/ 478 w 689"/>
                <a:gd name="T43" fmla="*/ 665 h 692"/>
                <a:gd name="T44" fmla="*/ 436 w 689"/>
                <a:gd name="T45" fmla="*/ 679 h 692"/>
                <a:gd name="T46" fmla="*/ 391 w 689"/>
                <a:gd name="T47" fmla="*/ 688 h 692"/>
                <a:gd name="T48" fmla="*/ 344 w 689"/>
                <a:gd name="T49" fmla="*/ 692 h 692"/>
                <a:gd name="T50" fmla="*/ 298 w 689"/>
                <a:gd name="T51" fmla="*/ 688 h 692"/>
                <a:gd name="T52" fmla="*/ 253 w 689"/>
                <a:gd name="T53" fmla="*/ 679 h 692"/>
                <a:gd name="T54" fmla="*/ 211 w 689"/>
                <a:gd name="T55" fmla="*/ 665 h 692"/>
                <a:gd name="T56" fmla="*/ 171 w 689"/>
                <a:gd name="T57" fmla="*/ 644 h 692"/>
                <a:gd name="T58" fmla="*/ 135 w 689"/>
                <a:gd name="T59" fmla="*/ 620 h 692"/>
                <a:gd name="T60" fmla="*/ 102 w 689"/>
                <a:gd name="T61" fmla="*/ 591 h 692"/>
                <a:gd name="T62" fmla="*/ 73 w 689"/>
                <a:gd name="T63" fmla="*/ 557 h 692"/>
                <a:gd name="T64" fmla="*/ 48 w 689"/>
                <a:gd name="T65" fmla="*/ 520 h 692"/>
                <a:gd name="T66" fmla="*/ 27 w 689"/>
                <a:gd name="T67" fmla="*/ 480 h 692"/>
                <a:gd name="T68" fmla="*/ 13 w 689"/>
                <a:gd name="T69" fmla="*/ 437 h 692"/>
                <a:gd name="T70" fmla="*/ 3 w 689"/>
                <a:gd name="T71" fmla="*/ 393 h 692"/>
                <a:gd name="T72" fmla="*/ 0 w 689"/>
                <a:gd name="T73" fmla="*/ 346 h 692"/>
                <a:gd name="T74" fmla="*/ 3 w 689"/>
                <a:gd name="T75" fmla="*/ 299 h 692"/>
                <a:gd name="T76" fmla="*/ 13 w 689"/>
                <a:gd name="T77" fmla="*/ 254 h 692"/>
                <a:gd name="T78" fmla="*/ 27 w 689"/>
                <a:gd name="T79" fmla="*/ 211 h 692"/>
                <a:gd name="T80" fmla="*/ 48 w 689"/>
                <a:gd name="T81" fmla="*/ 172 h 692"/>
                <a:gd name="T82" fmla="*/ 73 w 689"/>
                <a:gd name="T83" fmla="*/ 134 h 692"/>
                <a:gd name="T84" fmla="*/ 102 w 689"/>
                <a:gd name="T85" fmla="*/ 101 h 692"/>
                <a:gd name="T86" fmla="*/ 135 w 689"/>
                <a:gd name="T87" fmla="*/ 72 h 692"/>
                <a:gd name="T88" fmla="*/ 171 w 689"/>
                <a:gd name="T89" fmla="*/ 48 h 692"/>
                <a:gd name="T90" fmla="*/ 211 w 689"/>
                <a:gd name="T91" fmla="*/ 27 h 692"/>
                <a:gd name="T92" fmla="*/ 253 w 689"/>
                <a:gd name="T93" fmla="*/ 12 h 692"/>
                <a:gd name="T94" fmla="*/ 298 w 689"/>
                <a:gd name="T95" fmla="*/ 3 h 692"/>
                <a:gd name="T96" fmla="*/ 344 w 689"/>
                <a:gd name="T9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9" h="692">
                  <a:moveTo>
                    <a:pt x="344" y="0"/>
                  </a:moveTo>
                  <a:lnTo>
                    <a:pt x="391" y="3"/>
                  </a:lnTo>
                  <a:lnTo>
                    <a:pt x="436" y="12"/>
                  </a:lnTo>
                  <a:lnTo>
                    <a:pt x="478" y="27"/>
                  </a:lnTo>
                  <a:lnTo>
                    <a:pt x="519" y="48"/>
                  </a:lnTo>
                  <a:lnTo>
                    <a:pt x="555" y="72"/>
                  </a:lnTo>
                  <a:lnTo>
                    <a:pt x="588" y="101"/>
                  </a:lnTo>
                  <a:lnTo>
                    <a:pt x="617" y="134"/>
                  </a:lnTo>
                  <a:lnTo>
                    <a:pt x="642" y="172"/>
                  </a:lnTo>
                  <a:lnTo>
                    <a:pt x="662" y="211"/>
                  </a:lnTo>
                  <a:lnTo>
                    <a:pt x="676" y="254"/>
                  </a:lnTo>
                  <a:lnTo>
                    <a:pt x="685" y="299"/>
                  </a:lnTo>
                  <a:lnTo>
                    <a:pt x="689" y="346"/>
                  </a:lnTo>
                  <a:lnTo>
                    <a:pt x="685" y="393"/>
                  </a:lnTo>
                  <a:lnTo>
                    <a:pt x="676" y="437"/>
                  </a:lnTo>
                  <a:lnTo>
                    <a:pt x="662" y="480"/>
                  </a:lnTo>
                  <a:lnTo>
                    <a:pt x="642" y="520"/>
                  </a:lnTo>
                  <a:lnTo>
                    <a:pt x="617" y="557"/>
                  </a:lnTo>
                  <a:lnTo>
                    <a:pt x="588" y="591"/>
                  </a:lnTo>
                  <a:lnTo>
                    <a:pt x="555" y="620"/>
                  </a:lnTo>
                  <a:lnTo>
                    <a:pt x="519" y="644"/>
                  </a:lnTo>
                  <a:lnTo>
                    <a:pt x="478" y="665"/>
                  </a:lnTo>
                  <a:lnTo>
                    <a:pt x="436" y="679"/>
                  </a:lnTo>
                  <a:lnTo>
                    <a:pt x="391" y="688"/>
                  </a:lnTo>
                  <a:lnTo>
                    <a:pt x="344" y="692"/>
                  </a:lnTo>
                  <a:lnTo>
                    <a:pt x="298" y="688"/>
                  </a:lnTo>
                  <a:lnTo>
                    <a:pt x="253" y="679"/>
                  </a:lnTo>
                  <a:lnTo>
                    <a:pt x="211" y="665"/>
                  </a:lnTo>
                  <a:lnTo>
                    <a:pt x="171" y="644"/>
                  </a:lnTo>
                  <a:lnTo>
                    <a:pt x="135" y="620"/>
                  </a:lnTo>
                  <a:lnTo>
                    <a:pt x="102" y="591"/>
                  </a:lnTo>
                  <a:lnTo>
                    <a:pt x="73" y="557"/>
                  </a:lnTo>
                  <a:lnTo>
                    <a:pt x="48" y="520"/>
                  </a:lnTo>
                  <a:lnTo>
                    <a:pt x="27" y="480"/>
                  </a:lnTo>
                  <a:lnTo>
                    <a:pt x="13" y="437"/>
                  </a:lnTo>
                  <a:lnTo>
                    <a:pt x="3" y="393"/>
                  </a:lnTo>
                  <a:lnTo>
                    <a:pt x="0" y="346"/>
                  </a:lnTo>
                  <a:lnTo>
                    <a:pt x="3" y="299"/>
                  </a:lnTo>
                  <a:lnTo>
                    <a:pt x="13" y="254"/>
                  </a:lnTo>
                  <a:lnTo>
                    <a:pt x="27" y="211"/>
                  </a:lnTo>
                  <a:lnTo>
                    <a:pt x="48" y="172"/>
                  </a:lnTo>
                  <a:lnTo>
                    <a:pt x="73" y="134"/>
                  </a:lnTo>
                  <a:lnTo>
                    <a:pt x="102" y="101"/>
                  </a:lnTo>
                  <a:lnTo>
                    <a:pt x="135" y="72"/>
                  </a:lnTo>
                  <a:lnTo>
                    <a:pt x="171" y="48"/>
                  </a:lnTo>
                  <a:lnTo>
                    <a:pt x="211" y="27"/>
                  </a:lnTo>
                  <a:lnTo>
                    <a:pt x="253" y="12"/>
                  </a:lnTo>
                  <a:lnTo>
                    <a:pt x="298" y="3"/>
                  </a:lnTo>
                  <a:lnTo>
                    <a:pt x="3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7" name="Freeform 290">
              <a:extLst>
                <a:ext uri="{FF2B5EF4-FFF2-40B4-BE49-F238E27FC236}">
                  <a16:creationId xmlns:a16="http://schemas.microsoft.com/office/drawing/2014/main" id="{F5277E7F-6FE5-43C0-A1EC-7B6B0A8FC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713" y="3173413"/>
              <a:ext cx="73025" cy="123825"/>
            </a:xfrm>
            <a:custGeom>
              <a:avLst/>
              <a:gdLst>
                <a:gd name="T0" fmla="*/ 104 w 497"/>
                <a:gd name="T1" fmla="*/ 2 h 855"/>
                <a:gd name="T2" fmla="*/ 139 w 497"/>
                <a:gd name="T3" fmla="*/ 16 h 855"/>
                <a:gd name="T4" fmla="*/ 194 w 497"/>
                <a:gd name="T5" fmla="*/ 79 h 855"/>
                <a:gd name="T6" fmla="*/ 262 w 497"/>
                <a:gd name="T7" fmla="*/ 185 h 855"/>
                <a:gd name="T8" fmla="*/ 315 w 497"/>
                <a:gd name="T9" fmla="*/ 300 h 855"/>
                <a:gd name="T10" fmla="*/ 351 w 497"/>
                <a:gd name="T11" fmla="*/ 421 h 855"/>
                <a:gd name="T12" fmla="*/ 372 w 497"/>
                <a:gd name="T13" fmla="*/ 548 h 855"/>
                <a:gd name="T14" fmla="*/ 411 w 497"/>
                <a:gd name="T15" fmla="*/ 540 h 855"/>
                <a:gd name="T16" fmla="*/ 451 w 497"/>
                <a:gd name="T17" fmla="*/ 550 h 855"/>
                <a:gd name="T18" fmla="*/ 482 w 497"/>
                <a:gd name="T19" fmla="*/ 577 h 855"/>
                <a:gd name="T20" fmla="*/ 496 w 497"/>
                <a:gd name="T21" fmla="*/ 614 h 855"/>
                <a:gd name="T22" fmla="*/ 494 w 497"/>
                <a:gd name="T23" fmla="*/ 652 h 855"/>
                <a:gd name="T24" fmla="*/ 476 w 497"/>
                <a:gd name="T25" fmla="*/ 688 h 855"/>
                <a:gd name="T26" fmla="*/ 341 w 497"/>
                <a:gd name="T27" fmla="*/ 838 h 855"/>
                <a:gd name="T28" fmla="*/ 308 w 497"/>
                <a:gd name="T29" fmla="*/ 853 h 855"/>
                <a:gd name="T30" fmla="*/ 270 w 497"/>
                <a:gd name="T31" fmla="*/ 853 h 855"/>
                <a:gd name="T32" fmla="*/ 236 w 497"/>
                <a:gd name="T33" fmla="*/ 838 h 855"/>
                <a:gd name="T34" fmla="*/ 101 w 497"/>
                <a:gd name="T35" fmla="*/ 688 h 855"/>
                <a:gd name="T36" fmla="*/ 83 w 497"/>
                <a:gd name="T37" fmla="*/ 652 h 855"/>
                <a:gd name="T38" fmla="*/ 82 w 497"/>
                <a:gd name="T39" fmla="*/ 614 h 855"/>
                <a:gd name="T40" fmla="*/ 96 w 497"/>
                <a:gd name="T41" fmla="*/ 577 h 855"/>
                <a:gd name="T42" fmla="*/ 125 w 497"/>
                <a:gd name="T43" fmla="*/ 551 h 855"/>
                <a:gd name="T44" fmla="*/ 158 w 497"/>
                <a:gd name="T45" fmla="*/ 541 h 855"/>
                <a:gd name="T46" fmla="*/ 194 w 497"/>
                <a:gd name="T47" fmla="*/ 544 h 855"/>
                <a:gd name="T48" fmla="*/ 169 w 497"/>
                <a:gd name="T49" fmla="*/ 419 h 855"/>
                <a:gd name="T50" fmla="*/ 123 w 497"/>
                <a:gd name="T51" fmla="*/ 302 h 855"/>
                <a:gd name="T52" fmla="*/ 60 w 497"/>
                <a:gd name="T53" fmla="*/ 196 h 855"/>
                <a:gd name="T54" fmla="*/ 10 w 497"/>
                <a:gd name="T55" fmla="*/ 131 h 855"/>
                <a:gd name="T56" fmla="*/ 0 w 497"/>
                <a:gd name="T57" fmla="*/ 92 h 855"/>
                <a:gd name="T58" fmla="*/ 6 w 497"/>
                <a:gd name="T59" fmla="*/ 55 h 855"/>
                <a:gd name="T60" fmla="*/ 30 w 497"/>
                <a:gd name="T61" fmla="*/ 22 h 855"/>
                <a:gd name="T62" fmla="*/ 64 w 497"/>
                <a:gd name="T63" fmla="*/ 3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7" h="855">
                  <a:moveTo>
                    <a:pt x="84" y="0"/>
                  </a:moveTo>
                  <a:lnTo>
                    <a:pt x="104" y="2"/>
                  </a:lnTo>
                  <a:lnTo>
                    <a:pt x="122" y="7"/>
                  </a:lnTo>
                  <a:lnTo>
                    <a:pt x="139" y="16"/>
                  </a:lnTo>
                  <a:lnTo>
                    <a:pt x="154" y="30"/>
                  </a:lnTo>
                  <a:lnTo>
                    <a:pt x="194" y="79"/>
                  </a:lnTo>
                  <a:lnTo>
                    <a:pt x="230" y="131"/>
                  </a:lnTo>
                  <a:lnTo>
                    <a:pt x="262" y="185"/>
                  </a:lnTo>
                  <a:lnTo>
                    <a:pt x="290" y="241"/>
                  </a:lnTo>
                  <a:lnTo>
                    <a:pt x="315" y="300"/>
                  </a:lnTo>
                  <a:lnTo>
                    <a:pt x="335" y="359"/>
                  </a:lnTo>
                  <a:lnTo>
                    <a:pt x="351" y="421"/>
                  </a:lnTo>
                  <a:lnTo>
                    <a:pt x="364" y="484"/>
                  </a:lnTo>
                  <a:lnTo>
                    <a:pt x="372" y="548"/>
                  </a:lnTo>
                  <a:lnTo>
                    <a:pt x="391" y="542"/>
                  </a:lnTo>
                  <a:lnTo>
                    <a:pt x="411" y="540"/>
                  </a:lnTo>
                  <a:lnTo>
                    <a:pt x="431" y="543"/>
                  </a:lnTo>
                  <a:lnTo>
                    <a:pt x="451" y="550"/>
                  </a:lnTo>
                  <a:lnTo>
                    <a:pt x="467" y="561"/>
                  </a:lnTo>
                  <a:lnTo>
                    <a:pt x="482" y="577"/>
                  </a:lnTo>
                  <a:lnTo>
                    <a:pt x="491" y="595"/>
                  </a:lnTo>
                  <a:lnTo>
                    <a:pt x="496" y="614"/>
                  </a:lnTo>
                  <a:lnTo>
                    <a:pt x="497" y="632"/>
                  </a:lnTo>
                  <a:lnTo>
                    <a:pt x="494" y="652"/>
                  </a:lnTo>
                  <a:lnTo>
                    <a:pt x="487" y="670"/>
                  </a:lnTo>
                  <a:lnTo>
                    <a:pt x="476" y="688"/>
                  </a:lnTo>
                  <a:lnTo>
                    <a:pt x="355" y="825"/>
                  </a:lnTo>
                  <a:lnTo>
                    <a:pt x="341" y="838"/>
                  </a:lnTo>
                  <a:lnTo>
                    <a:pt x="325" y="847"/>
                  </a:lnTo>
                  <a:lnTo>
                    <a:pt x="308" y="853"/>
                  </a:lnTo>
                  <a:lnTo>
                    <a:pt x="289" y="855"/>
                  </a:lnTo>
                  <a:lnTo>
                    <a:pt x="270" y="853"/>
                  </a:lnTo>
                  <a:lnTo>
                    <a:pt x="253" y="847"/>
                  </a:lnTo>
                  <a:lnTo>
                    <a:pt x="236" y="838"/>
                  </a:lnTo>
                  <a:lnTo>
                    <a:pt x="223" y="825"/>
                  </a:lnTo>
                  <a:lnTo>
                    <a:pt x="101" y="688"/>
                  </a:lnTo>
                  <a:lnTo>
                    <a:pt x="90" y="670"/>
                  </a:lnTo>
                  <a:lnTo>
                    <a:pt x="83" y="652"/>
                  </a:lnTo>
                  <a:lnTo>
                    <a:pt x="80" y="632"/>
                  </a:lnTo>
                  <a:lnTo>
                    <a:pt x="82" y="614"/>
                  </a:lnTo>
                  <a:lnTo>
                    <a:pt x="87" y="595"/>
                  </a:lnTo>
                  <a:lnTo>
                    <a:pt x="96" y="577"/>
                  </a:lnTo>
                  <a:lnTo>
                    <a:pt x="110" y="561"/>
                  </a:lnTo>
                  <a:lnTo>
                    <a:pt x="125" y="551"/>
                  </a:lnTo>
                  <a:lnTo>
                    <a:pt x="142" y="544"/>
                  </a:lnTo>
                  <a:lnTo>
                    <a:pt x="158" y="541"/>
                  </a:lnTo>
                  <a:lnTo>
                    <a:pt x="176" y="541"/>
                  </a:lnTo>
                  <a:lnTo>
                    <a:pt x="194" y="544"/>
                  </a:lnTo>
                  <a:lnTo>
                    <a:pt x="183" y="480"/>
                  </a:lnTo>
                  <a:lnTo>
                    <a:pt x="169" y="419"/>
                  </a:lnTo>
                  <a:lnTo>
                    <a:pt x="148" y="359"/>
                  </a:lnTo>
                  <a:lnTo>
                    <a:pt x="123" y="302"/>
                  </a:lnTo>
                  <a:lnTo>
                    <a:pt x="94" y="248"/>
                  </a:lnTo>
                  <a:lnTo>
                    <a:pt x="60" y="196"/>
                  </a:lnTo>
                  <a:lnTo>
                    <a:pt x="22" y="148"/>
                  </a:lnTo>
                  <a:lnTo>
                    <a:pt x="10" y="131"/>
                  </a:lnTo>
                  <a:lnTo>
                    <a:pt x="3" y="112"/>
                  </a:lnTo>
                  <a:lnTo>
                    <a:pt x="0" y="92"/>
                  </a:lnTo>
                  <a:lnTo>
                    <a:pt x="1" y="74"/>
                  </a:lnTo>
                  <a:lnTo>
                    <a:pt x="6" y="55"/>
                  </a:lnTo>
                  <a:lnTo>
                    <a:pt x="15" y="37"/>
                  </a:lnTo>
                  <a:lnTo>
                    <a:pt x="30" y="22"/>
                  </a:lnTo>
                  <a:lnTo>
                    <a:pt x="46" y="10"/>
                  </a:lnTo>
                  <a:lnTo>
                    <a:pt x="64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8" name="Freeform 291">
              <a:extLst>
                <a:ext uri="{FF2B5EF4-FFF2-40B4-BE49-F238E27FC236}">
                  <a16:creationId xmlns:a16="http://schemas.microsoft.com/office/drawing/2014/main" id="{294A1D6E-838D-4694-B7EC-17FEA3673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938" y="3173413"/>
              <a:ext cx="71437" cy="123825"/>
            </a:xfrm>
            <a:custGeom>
              <a:avLst/>
              <a:gdLst>
                <a:gd name="T0" fmla="*/ 433 w 497"/>
                <a:gd name="T1" fmla="*/ 3 h 855"/>
                <a:gd name="T2" fmla="*/ 468 w 497"/>
                <a:gd name="T3" fmla="*/ 22 h 855"/>
                <a:gd name="T4" fmla="*/ 491 w 497"/>
                <a:gd name="T5" fmla="*/ 55 h 855"/>
                <a:gd name="T6" fmla="*/ 497 w 497"/>
                <a:gd name="T7" fmla="*/ 92 h 855"/>
                <a:gd name="T8" fmla="*/ 487 w 497"/>
                <a:gd name="T9" fmla="*/ 131 h 855"/>
                <a:gd name="T10" fmla="*/ 437 w 497"/>
                <a:gd name="T11" fmla="*/ 196 h 855"/>
                <a:gd name="T12" fmla="*/ 374 w 497"/>
                <a:gd name="T13" fmla="*/ 302 h 855"/>
                <a:gd name="T14" fmla="*/ 329 w 497"/>
                <a:gd name="T15" fmla="*/ 419 h 855"/>
                <a:gd name="T16" fmla="*/ 303 w 497"/>
                <a:gd name="T17" fmla="*/ 544 h 855"/>
                <a:gd name="T18" fmla="*/ 339 w 497"/>
                <a:gd name="T19" fmla="*/ 541 h 855"/>
                <a:gd name="T20" fmla="*/ 372 w 497"/>
                <a:gd name="T21" fmla="*/ 551 h 855"/>
                <a:gd name="T22" fmla="*/ 401 w 497"/>
                <a:gd name="T23" fmla="*/ 577 h 855"/>
                <a:gd name="T24" fmla="*/ 416 w 497"/>
                <a:gd name="T25" fmla="*/ 614 h 855"/>
                <a:gd name="T26" fmla="*/ 414 w 497"/>
                <a:gd name="T27" fmla="*/ 652 h 855"/>
                <a:gd name="T28" fmla="*/ 396 w 497"/>
                <a:gd name="T29" fmla="*/ 688 h 855"/>
                <a:gd name="T30" fmla="*/ 261 w 497"/>
                <a:gd name="T31" fmla="*/ 838 h 855"/>
                <a:gd name="T32" fmla="*/ 227 w 497"/>
                <a:gd name="T33" fmla="*/ 853 h 855"/>
                <a:gd name="T34" fmla="*/ 189 w 497"/>
                <a:gd name="T35" fmla="*/ 853 h 855"/>
                <a:gd name="T36" fmla="*/ 156 w 497"/>
                <a:gd name="T37" fmla="*/ 838 h 855"/>
                <a:gd name="T38" fmla="*/ 21 w 497"/>
                <a:gd name="T39" fmla="*/ 688 h 855"/>
                <a:gd name="T40" fmla="*/ 3 w 497"/>
                <a:gd name="T41" fmla="*/ 652 h 855"/>
                <a:gd name="T42" fmla="*/ 1 w 497"/>
                <a:gd name="T43" fmla="*/ 614 h 855"/>
                <a:gd name="T44" fmla="*/ 15 w 497"/>
                <a:gd name="T45" fmla="*/ 577 h 855"/>
                <a:gd name="T46" fmla="*/ 47 w 497"/>
                <a:gd name="T47" fmla="*/ 550 h 855"/>
                <a:gd name="T48" fmla="*/ 86 w 497"/>
                <a:gd name="T49" fmla="*/ 540 h 855"/>
                <a:gd name="T50" fmla="*/ 125 w 497"/>
                <a:gd name="T51" fmla="*/ 548 h 855"/>
                <a:gd name="T52" fmla="*/ 146 w 497"/>
                <a:gd name="T53" fmla="*/ 421 h 855"/>
                <a:gd name="T54" fmla="*/ 183 w 497"/>
                <a:gd name="T55" fmla="*/ 300 h 855"/>
                <a:gd name="T56" fmla="*/ 235 w 497"/>
                <a:gd name="T57" fmla="*/ 185 h 855"/>
                <a:gd name="T58" fmla="*/ 303 w 497"/>
                <a:gd name="T59" fmla="*/ 79 h 855"/>
                <a:gd name="T60" fmla="*/ 358 w 497"/>
                <a:gd name="T61" fmla="*/ 16 h 855"/>
                <a:gd name="T62" fmla="*/ 395 w 497"/>
                <a:gd name="T63" fmla="*/ 2 h 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7" h="855">
                  <a:moveTo>
                    <a:pt x="413" y="0"/>
                  </a:moveTo>
                  <a:lnTo>
                    <a:pt x="433" y="3"/>
                  </a:lnTo>
                  <a:lnTo>
                    <a:pt x="451" y="10"/>
                  </a:lnTo>
                  <a:lnTo>
                    <a:pt x="468" y="22"/>
                  </a:lnTo>
                  <a:lnTo>
                    <a:pt x="482" y="37"/>
                  </a:lnTo>
                  <a:lnTo>
                    <a:pt x="491" y="55"/>
                  </a:lnTo>
                  <a:lnTo>
                    <a:pt x="496" y="74"/>
                  </a:lnTo>
                  <a:lnTo>
                    <a:pt x="497" y="92"/>
                  </a:lnTo>
                  <a:lnTo>
                    <a:pt x="494" y="112"/>
                  </a:lnTo>
                  <a:lnTo>
                    <a:pt x="487" y="131"/>
                  </a:lnTo>
                  <a:lnTo>
                    <a:pt x="475" y="148"/>
                  </a:lnTo>
                  <a:lnTo>
                    <a:pt x="437" y="196"/>
                  </a:lnTo>
                  <a:lnTo>
                    <a:pt x="403" y="248"/>
                  </a:lnTo>
                  <a:lnTo>
                    <a:pt x="374" y="302"/>
                  </a:lnTo>
                  <a:lnTo>
                    <a:pt x="349" y="359"/>
                  </a:lnTo>
                  <a:lnTo>
                    <a:pt x="329" y="419"/>
                  </a:lnTo>
                  <a:lnTo>
                    <a:pt x="314" y="480"/>
                  </a:lnTo>
                  <a:lnTo>
                    <a:pt x="303" y="544"/>
                  </a:lnTo>
                  <a:lnTo>
                    <a:pt x="321" y="541"/>
                  </a:lnTo>
                  <a:lnTo>
                    <a:pt x="339" y="541"/>
                  </a:lnTo>
                  <a:lnTo>
                    <a:pt x="355" y="544"/>
                  </a:lnTo>
                  <a:lnTo>
                    <a:pt x="372" y="551"/>
                  </a:lnTo>
                  <a:lnTo>
                    <a:pt x="387" y="561"/>
                  </a:lnTo>
                  <a:lnTo>
                    <a:pt x="401" y="577"/>
                  </a:lnTo>
                  <a:lnTo>
                    <a:pt x="410" y="595"/>
                  </a:lnTo>
                  <a:lnTo>
                    <a:pt x="416" y="614"/>
                  </a:lnTo>
                  <a:lnTo>
                    <a:pt x="417" y="632"/>
                  </a:lnTo>
                  <a:lnTo>
                    <a:pt x="414" y="652"/>
                  </a:lnTo>
                  <a:lnTo>
                    <a:pt x="407" y="670"/>
                  </a:lnTo>
                  <a:lnTo>
                    <a:pt x="396" y="688"/>
                  </a:lnTo>
                  <a:lnTo>
                    <a:pt x="274" y="825"/>
                  </a:lnTo>
                  <a:lnTo>
                    <a:pt x="261" y="838"/>
                  </a:lnTo>
                  <a:lnTo>
                    <a:pt x="244" y="847"/>
                  </a:lnTo>
                  <a:lnTo>
                    <a:pt x="227" y="853"/>
                  </a:lnTo>
                  <a:lnTo>
                    <a:pt x="208" y="855"/>
                  </a:lnTo>
                  <a:lnTo>
                    <a:pt x="189" y="853"/>
                  </a:lnTo>
                  <a:lnTo>
                    <a:pt x="172" y="847"/>
                  </a:lnTo>
                  <a:lnTo>
                    <a:pt x="156" y="838"/>
                  </a:lnTo>
                  <a:lnTo>
                    <a:pt x="142" y="825"/>
                  </a:lnTo>
                  <a:lnTo>
                    <a:pt x="21" y="688"/>
                  </a:lnTo>
                  <a:lnTo>
                    <a:pt x="10" y="670"/>
                  </a:lnTo>
                  <a:lnTo>
                    <a:pt x="3" y="652"/>
                  </a:lnTo>
                  <a:lnTo>
                    <a:pt x="0" y="632"/>
                  </a:lnTo>
                  <a:lnTo>
                    <a:pt x="1" y="614"/>
                  </a:lnTo>
                  <a:lnTo>
                    <a:pt x="6" y="595"/>
                  </a:lnTo>
                  <a:lnTo>
                    <a:pt x="15" y="577"/>
                  </a:lnTo>
                  <a:lnTo>
                    <a:pt x="30" y="561"/>
                  </a:lnTo>
                  <a:lnTo>
                    <a:pt x="47" y="550"/>
                  </a:lnTo>
                  <a:lnTo>
                    <a:pt x="66" y="543"/>
                  </a:lnTo>
                  <a:lnTo>
                    <a:pt x="86" y="540"/>
                  </a:lnTo>
                  <a:lnTo>
                    <a:pt x="106" y="542"/>
                  </a:lnTo>
                  <a:lnTo>
                    <a:pt x="125" y="548"/>
                  </a:lnTo>
                  <a:lnTo>
                    <a:pt x="133" y="484"/>
                  </a:lnTo>
                  <a:lnTo>
                    <a:pt x="146" y="421"/>
                  </a:lnTo>
                  <a:lnTo>
                    <a:pt x="162" y="359"/>
                  </a:lnTo>
                  <a:lnTo>
                    <a:pt x="183" y="300"/>
                  </a:lnTo>
                  <a:lnTo>
                    <a:pt x="207" y="241"/>
                  </a:lnTo>
                  <a:lnTo>
                    <a:pt x="235" y="185"/>
                  </a:lnTo>
                  <a:lnTo>
                    <a:pt x="267" y="131"/>
                  </a:lnTo>
                  <a:lnTo>
                    <a:pt x="303" y="79"/>
                  </a:lnTo>
                  <a:lnTo>
                    <a:pt x="343" y="30"/>
                  </a:lnTo>
                  <a:lnTo>
                    <a:pt x="358" y="16"/>
                  </a:lnTo>
                  <a:lnTo>
                    <a:pt x="376" y="7"/>
                  </a:lnTo>
                  <a:lnTo>
                    <a:pt x="395" y="2"/>
                  </a:lnTo>
                  <a:lnTo>
                    <a:pt x="4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9" name="Freeform 292">
              <a:extLst>
                <a:ext uri="{FF2B5EF4-FFF2-40B4-BE49-F238E27FC236}">
                  <a16:creationId xmlns:a16="http://schemas.microsoft.com/office/drawing/2014/main" id="{B89D25CB-1B71-47BC-8ED0-8D98FFCAD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138" y="3201988"/>
              <a:ext cx="23812" cy="58738"/>
            </a:xfrm>
            <a:custGeom>
              <a:avLst/>
              <a:gdLst>
                <a:gd name="T0" fmla="*/ 39 w 160"/>
                <a:gd name="T1" fmla="*/ 0 h 415"/>
                <a:gd name="T2" fmla="*/ 121 w 160"/>
                <a:gd name="T3" fmla="*/ 0 h 415"/>
                <a:gd name="T4" fmla="*/ 131 w 160"/>
                <a:gd name="T5" fmla="*/ 3 h 415"/>
                <a:gd name="T6" fmla="*/ 142 w 160"/>
                <a:gd name="T7" fmla="*/ 7 h 415"/>
                <a:gd name="T8" fmla="*/ 150 w 160"/>
                <a:gd name="T9" fmla="*/ 13 h 415"/>
                <a:gd name="T10" fmla="*/ 157 w 160"/>
                <a:gd name="T11" fmla="*/ 23 h 415"/>
                <a:gd name="T12" fmla="*/ 160 w 160"/>
                <a:gd name="T13" fmla="*/ 35 h 415"/>
                <a:gd name="T14" fmla="*/ 159 w 160"/>
                <a:gd name="T15" fmla="*/ 47 h 415"/>
                <a:gd name="T16" fmla="*/ 155 w 160"/>
                <a:gd name="T17" fmla="*/ 58 h 415"/>
                <a:gd name="T18" fmla="*/ 112 w 160"/>
                <a:gd name="T19" fmla="*/ 124 h 415"/>
                <a:gd name="T20" fmla="*/ 131 w 160"/>
                <a:gd name="T21" fmla="*/ 299 h 415"/>
                <a:gd name="T22" fmla="*/ 91 w 160"/>
                <a:gd name="T23" fmla="*/ 407 h 415"/>
                <a:gd name="T24" fmla="*/ 88 w 160"/>
                <a:gd name="T25" fmla="*/ 412 h 415"/>
                <a:gd name="T26" fmla="*/ 81 w 160"/>
                <a:gd name="T27" fmla="*/ 415 h 415"/>
                <a:gd name="T28" fmla="*/ 76 w 160"/>
                <a:gd name="T29" fmla="*/ 415 h 415"/>
                <a:gd name="T30" fmla="*/ 71 w 160"/>
                <a:gd name="T31" fmla="*/ 412 h 415"/>
                <a:gd name="T32" fmla="*/ 68 w 160"/>
                <a:gd name="T33" fmla="*/ 407 h 415"/>
                <a:gd name="T34" fmla="*/ 28 w 160"/>
                <a:gd name="T35" fmla="*/ 299 h 415"/>
                <a:gd name="T36" fmla="*/ 48 w 160"/>
                <a:gd name="T37" fmla="*/ 124 h 415"/>
                <a:gd name="T38" fmla="*/ 5 w 160"/>
                <a:gd name="T39" fmla="*/ 58 h 415"/>
                <a:gd name="T40" fmla="*/ 0 w 160"/>
                <a:gd name="T41" fmla="*/ 47 h 415"/>
                <a:gd name="T42" fmla="*/ 0 w 160"/>
                <a:gd name="T43" fmla="*/ 35 h 415"/>
                <a:gd name="T44" fmla="*/ 3 w 160"/>
                <a:gd name="T45" fmla="*/ 23 h 415"/>
                <a:gd name="T46" fmla="*/ 9 w 160"/>
                <a:gd name="T47" fmla="*/ 13 h 415"/>
                <a:gd name="T48" fmla="*/ 18 w 160"/>
                <a:gd name="T49" fmla="*/ 7 h 415"/>
                <a:gd name="T50" fmla="*/ 28 w 160"/>
                <a:gd name="T51" fmla="*/ 3 h 415"/>
                <a:gd name="T52" fmla="*/ 39 w 160"/>
                <a:gd name="T53" fmla="*/ 0 h 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0" h="415">
                  <a:moveTo>
                    <a:pt x="39" y="0"/>
                  </a:moveTo>
                  <a:lnTo>
                    <a:pt x="121" y="0"/>
                  </a:lnTo>
                  <a:lnTo>
                    <a:pt x="131" y="3"/>
                  </a:lnTo>
                  <a:lnTo>
                    <a:pt x="142" y="7"/>
                  </a:lnTo>
                  <a:lnTo>
                    <a:pt x="150" y="13"/>
                  </a:lnTo>
                  <a:lnTo>
                    <a:pt x="157" y="23"/>
                  </a:lnTo>
                  <a:lnTo>
                    <a:pt x="160" y="35"/>
                  </a:lnTo>
                  <a:lnTo>
                    <a:pt x="159" y="47"/>
                  </a:lnTo>
                  <a:lnTo>
                    <a:pt x="155" y="58"/>
                  </a:lnTo>
                  <a:lnTo>
                    <a:pt x="112" y="124"/>
                  </a:lnTo>
                  <a:lnTo>
                    <a:pt x="131" y="299"/>
                  </a:lnTo>
                  <a:lnTo>
                    <a:pt x="91" y="407"/>
                  </a:lnTo>
                  <a:lnTo>
                    <a:pt x="88" y="412"/>
                  </a:lnTo>
                  <a:lnTo>
                    <a:pt x="81" y="415"/>
                  </a:lnTo>
                  <a:lnTo>
                    <a:pt x="76" y="415"/>
                  </a:lnTo>
                  <a:lnTo>
                    <a:pt x="71" y="412"/>
                  </a:lnTo>
                  <a:lnTo>
                    <a:pt x="68" y="407"/>
                  </a:lnTo>
                  <a:lnTo>
                    <a:pt x="28" y="299"/>
                  </a:lnTo>
                  <a:lnTo>
                    <a:pt x="48" y="124"/>
                  </a:lnTo>
                  <a:lnTo>
                    <a:pt x="5" y="58"/>
                  </a:lnTo>
                  <a:lnTo>
                    <a:pt x="0" y="47"/>
                  </a:lnTo>
                  <a:lnTo>
                    <a:pt x="0" y="35"/>
                  </a:lnTo>
                  <a:lnTo>
                    <a:pt x="3" y="23"/>
                  </a:lnTo>
                  <a:lnTo>
                    <a:pt x="9" y="13"/>
                  </a:lnTo>
                  <a:lnTo>
                    <a:pt x="18" y="7"/>
                  </a:lnTo>
                  <a:lnTo>
                    <a:pt x="28" y="3"/>
                  </a:lnTo>
                  <a:lnTo>
                    <a:pt x="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0E901C5D-E8A4-477F-B21F-2CACAA454863}"/>
              </a:ext>
            </a:extLst>
          </p:cNvPr>
          <p:cNvGrpSpPr/>
          <p:nvPr/>
        </p:nvGrpSpPr>
        <p:grpSpPr>
          <a:xfrm>
            <a:off x="486253" y="5868632"/>
            <a:ext cx="371545" cy="351169"/>
            <a:chOff x="3232150" y="3140075"/>
            <a:chExt cx="492126" cy="4651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71" name="Freeform 297">
              <a:extLst>
                <a:ext uri="{FF2B5EF4-FFF2-40B4-BE49-F238E27FC236}">
                  <a16:creationId xmlns:a16="http://schemas.microsoft.com/office/drawing/2014/main" id="{E3A6A054-9CC5-4C04-9FA5-E9490E59E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5" y="3140075"/>
              <a:ext cx="152400" cy="153987"/>
            </a:xfrm>
            <a:custGeom>
              <a:avLst/>
              <a:gdLst>
                <a:gd name="T0" fmla="*/ 529 w 1059"/>
                <a:gd name="T1" fmla="*/ 0 h 1064"/>
                <a:gd name="T2" fmla="*/ 588 w 1059"/>
                <a:gd name="T3" fmla="*/ 4 h 1064"/>
                <a:gd name="T4" fmla="*/ 644 w 1059"/>
                <a:gd name="T5" fmla="*/ 13 h 1064"/>
                <a:gd name="T6" fmla="*/ 697 w 1059"/>
                <a:gd name="T7" fmla="*/ 29 h 1064"/>
                <a:gd name="T8" fmla="*/ 748 w 1059"/>
                <a:gd name="T9" fmla="*/ 48 h 1064"/>
                <a:gd name="T10" fmla="*/ 797 w 1059"/>
                <a:gd name="T11" fmla="*/ 73 h 1064"/>
                <a:gd name="T12" fmla="*/ 843 w 1059"/>
                <a:gd name="T13" fmla="*/ 103 h 1064"/>
                <a:gd name="T14" fmla="*/ 884 w 1059"/>
                <a:gd name="T15" fmla="*/ 138 h 1064"/>
                <a:gd name="T16" fmla="*/ 922 w 1059"/>
                <a:gd name="T17" fmla="*/ 176 h 1064"/>
                <a:gd name="T18" fmla="*/ 957 w 1059"/>
                <a:gd name="T19" fmla="*/ 219 h 1064"/>
                <a:gd name="T20" fmla="*/ 987 w 1059"/>
                <a:gd name="T21" fmla="*/ 265 h 1064"/>
                <a:gd name="T22" fmla="*/ 1013 w 1059"/>
                <a:gd name="T23" fmla="*/ 313 h 1064"/>
                <a:gd name="T24" fmla="*/ 1032 w 1059"/>
                <a:gd name="T25" fmla="*/ 365 h 1064"/>
                <a:gd name="T26" fmla="*/ 1047 w 1059"/>
                <a:gd name="T27" fmla="*/ 419 h 1064"/>
                <a:gd name="T28" fmla="*/ 1056 w 1059"/>
                <a:gd name="T29" fmla="*/ 475 h 1064"/>
                <a:gd name="T30" fmla="*/ 1059 w 1059"/>
                <a:gd name="T31" fmla="*/ 532 h 1064"/>
                <a:gd name="T32" fmla="*/ 1056 w 1059"/>
                <a:gd name="T33" fmla="*/ 590 h 1064"/>
                <a:gd name="T34" fmla="*/ 1047 w 1059"/>
                <a:gd name="T35" fmla="*/ 647 h 1064"/>
                <a:gd name="T36" fmla="*/ 1032 w 1059"/>
                <a:gd name="T37" fmla="*/ 701 h 1064"/>
                <a:gd name="T38" fmla="*/ 1013 w 1059"/>
                <a:gd name="T39" fmla="*/ 752 h 1064"/>
                <a:gd name="T40" fmla="*/ 987 w 1059"/>
                <a:gd name="T41" fmla="*/ 801 h 1064"/>
                <a:gd name="T42" fmla="*/ 957 w 1059"/>
                <a:gd name="T43" fmla="*/ 846 h 1064"/>
                <a:gd name="T44" fmla="*/ 922 w 1059"/>
                <a:gd name="T45" fmla="*/ 888 h 1064"/>
                <a:gd name="T46" fmla="*/ 884 w 1059"/>
                <a:gd name="T47" fmla="*/ 926 h 1064"/>
                <a:gd name="T48" fmla="*/ 843 w 1059"/>
                <a:gd name="T49" fmla="*/ 961 h 1064"/>
                <a:gd name="T50" fmla="*/ 797 w 1059"/>
                <a:gd name="T51" fmla="*/ 991 h 1064"/>
                <a:gd name="T52" fmla="*/ 748 w 1059"/>
                <a:gd name="T53" fmla="*/ 1017 h 1064"/>
                <a:gd name="T54" fmla="*/ 697 w 1059"/>
                <a:gd name="T55" fmla="*/ 1037 h 1064"/>
                <a:gd name="T56" fmla="*/ 644 w 1059"/>
                <a:gd name="T57" fmla="*/ 1051 h 1064"/>
                <a:gd name="T58" fmla="*/ 588 w 1059"/>
                <a:gd name="T59" fmla="*/ 1061 h 1064"/>
                <a:gd name="T60" fmla="*/ 529 w 1059"/>
                <a:gd name="T61" fmla="*/ 1064 h 1064"/>
                <a:gd name="T62" fmla="*/ 472 w 1059"/>
                <a:gd name="T63" fmla="*/ 1061 h 1064"/>
                <a:gd name="T64" fmla="*/ 416 w 1059"/>
                <a:gd name="T65" fmla="*/ 1051 h 1064"/>
                <a:gd name="T66" fmla="*/ 363 w 1059"/>
                <a:gd name="T67" fmla="*/ 1037 h 1064"/>
                <a:gd name="T68" fmla="*/ 312 w 1059"/>
                <a:gd name="T69" fmla="*/ 1017 h 1064"/>
                <a:gd name="T70" fmla="*/ 263 w 1059"/>
                <a:gd name="T71" fmla="*/ 991 h 1064"/>
                <a:gd name="T72" fmla="*/ 217 w 1059"/>
                <a:gd name="T73" fmla="*/ 961 h 1064"/>
                <a:gd name="T74" fmla="*/ 175 w 1059"/>
                <a:gd name="T75" fmla="*/ 926 h 1064"/>
                <a:gd name="T76" fmla="*/ 137 w 1059"/>
                <a:gd name="T77" fmla="*/ 888 h 1064"/>
                <a:gd name="T78" fmla="*/ 102 w 1059"/>
                <a:gd name="T79" fmla="*/ 846 h 1064"/>
                <a:gd name="T80" fmla="*/ 72 w 1059"/>
                <a:gd name="T81" fmla="*/ 801 h 1064"/>
                <a:gd name="T82" fmla="*/ 47 w 1059"/>
                <a:gd name="T83" fmla="*/ 752 h 1064"/>
                <a:gd name="T84" fmla="*/ 28 w 1059"/>
                <a:gd name="T85" fmla="*/ 701 h 1064"/>
                <a:gd name="T86" fmla="*/ 12 w 1059"/>
                <a:gd name="T87" fmla="*/ 647 h 1064"/>
                <a:gd name="T88" fmla="*/ 3 w 1059"/>
                <a:gd name="T89" fmla="*/ 590 h 1064"/>
                <a:gd name="T90" fmla="*/ 0 w 1059"/>
                <a:gd name="T91" fmla="*/ 532 h 1064"/>
                <a:gd name="T92" fmla="*/ 3 w 1059"/>
                <a:gd name="T93" fmla="*/ 475 h 1064"/>
                <a:gd name="T94" fmla="*/ 12 w 1059"/>
                <a:gd name="T95" fmla="*/ 419 h 1064"/>
                <a:gd name="T96" fmla="*/ 28 w 1059"/>
                <a:gd name="T97" fmla="*/ 365 h 1064"/>
                <a:gd name="T98" fmla="*/ 47 w 1059"/>
                <a:gd name="T99" fmla="*/ 313 h 1064"/>
                <a:gd name="T100" fmla="*/ 72 w 1059"/>
                <a:gd name="T101" fmla="*/ 265 h 1064"/>
                <a:gd name="T102" fmla="*/ 102 w 1059"/>
                <a:gd name="T103" fmla="*/ 219 h 1064"/>
                <a:gd name="T104" fmla="*/ 137 w 1059"/>
                <a:gd name="T105" fmla="*/ 176 h 1064"/>
                <a:gd name="T106" fmla="*/ 175 w 1059"/>
                <a:gd name="T107" fmla="*/ 138 h 1064"/>
                <a:gd name="T108" fmla="*/ 217 w 1059"/>
                <a:gd name="T109" fmla="*/ 103 h 1064"/>
                <a:gd name="T110" fmla="*/ 263 w 1059"/>
                <a:gd name="T111" fmla="*/ 73 h 1064"/>
                <a:gd name="T112" fmla="*/ 312 w 1059"/>
                <a:gd name="T113" fmla="*/ 48 h 1064"/>
                <a:gd name="T114" fmla="*/ 363 w 1059"/>
                <a:gd name="T115" fmla="*/ 29 h 1064"/>
                <a:gd name="T116" fmla="*/ 416 w 1059"/>
                <a:gd name="T117" fmla="*/ 13 h 1064"/>
                <a:gd name="T118" fmla="*/ 472 w 1059"/>
                <a:gd name="T119" fmla="*/ 4 h 1064"/>
                <a:gd name="T120" fmla="*/ 529 w 1059"/>
                <a:gd name="T121" fmla="*/ 0 h 1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59" h="1064">
                  <a:moveTo>
                    <a:pt x="529" y="0"/>
                  </a:moveTo>
                  <a:lnTo>
                    <a:pt x="588" y="4"/>
                  </a:lnTo>
                  <a:lnTo>
                    <a:pt x="644" y="13"/>
                  </a:lnTo>
                  <a:lnTo>
                    <a:pt x="697" y="29"/>
                  </a:lnTo>
                  <a:lnTo>
                    <a:pt x="748" y="48"/>
                  </a:lnTo>
                  <a:lnTo>
                    <a:pt x="797" y="73"/>
                  </a:lnTo>
                  <a:lnTo>
                    <a:pt x="843" y="103"/>
                  </a:lnTo>
                  <a:lnTo>
                    <a:pt x="884" y="138"/>
                  </a:lnTo>
                  <a:lnTo>
                    <a:pt x="922" y="176"/>
                  </a:lnTo>
                  <a:lnTo>
                    <a:pt x="957" y="219"/>
                  </a:lnTo>
                  <a:lnTo>
                    <a:pt x="987" y="265"/>
                  </a:lnTo>
                  <a:lnTo>
                    <a:pt x="1013" y="313"/>
                  </a:lnTo>
                  <a:lnTo>
                    <a:pt x="1032" y="365"/>
                  </a:lnTo>
                  <a:lnTo>
                    <a:pt x="1047" y="419"/>
                  </a:lnTo>
                  <a:lnTo>
                    <a:pt x="1056" y="475"/>
                  </a:lnTo>
                  <a:lnTo>
                    <a:pt x="1059" y="532"/>
                  </a:lnTo>
                  <a:lnTo>
                    <a:pt x="1056" y="590"/>
                  </a:lnTo>
                  <a:lnTo>
                    <a:pt x="1047" y="647"/>
                  </a:lnTo>
                  <a:lnTo>
                    <a:pt x="1032" y="701"/>
                  </a:lnTo>
                  <a:lnTo>
                    <a:pt x="1013" y="752"/>
                  </a:lnTo>
                  <a:lnTo>
                    <a:pt x="987" y="801"/>
                  </a:lnTo>
                  <a:lnTo>
                    <a:pt x="957" y="846"/>
                  </a:lnTo>
                  <a:lnTo>
                    <a:pt x="922" y="888"/>
                  </a:lnTo>
                  <a:lnTo>
                    <a:pt x="884" y="926"/>
                  </a:lnTo>
                  <a:lnTo>
                    <a:pt x="843" y="961"/>
                  </a:lnTo>
                  <a:lnTo>
                    <a:pt x="797" y="991"/>
                  </a:lnTo>
                  <a:lnTo>
                    <a:pt x="748" y="1017"/>
                  </a:lnTo>
                  <a:lnTo>
                    <a:pt x="697" y="1037"/>
                  </a:lnTo>
                  <a:lnTo>
                    <a:pt x="644" y="1051"/>
                  </a:lnTo>
                  <a:lnTo>
                    <a:pt x="588" y="1061"/>
                  </a:lnTo>
                  <a:lnTo>
                    <a:pt x="529" y="1064"/>
                  </a:lnTo>
                  <a:lnTo>
                    <a:pt x="472" y="1061"/>
                  </a:lnTo>
                  <a:lnTo>
                    <a:pt x="416" y="1051"/>
                  </a:lnTo>
                  <a:lnTo>
                    <a:pt x="363" y="1037"/>
                  </a:lnTo>
                  <a:lnTo>
                    <a:pt x="312" y="1017"/>
                  </a:lnTo>
                  <a:lnTo>
                    <a:pt x="263" y="991"/>
                  </a:lnTo>
                  <a:lnTo>
                    <a:pt x="217" y="961"/>
                  </a:lnTo>
                  <a:lnTo>
                    <a:pt x="175" y="926"/>
                  </a:lnTo>
                  <a:lnTo>
                    <a:pt x="137" y="888"/>
                  </a:lnTo>
                  <a:lnTo>
                    <a:pt x="102" y="846"/>
                  </a:lnTo>
                  <a:lnTo>
                    <a:pt x="72" y="801"/>
                  </a:lnTo>
                  <a:lnTo>
                    <a:pt x="47" y="752"/>
                  </a:lnTo>
                  <a:lnTo>
                    <a:pt x="28" y="701"/>
                  </a:lnTo>
                  <a:lnTo>
                    <a:pt x="12" y="647"/>
                  </a:lnTo>
                  <a:lnTo>
                    <a:pt x="3" y="590"/>
                  </a:lnTo>
                  <a:lnTo>
                    <a:pt x="0" y="532"/>
                  </a:lnTo>
                  <a:lnTo>
                    <a:pt x="3" y="475"/>
                  </a:lnTo>
                  <a:lnTo>
                    <a:pt x="12" y="419"/>
                  </a:lnTo>
                  <a:lnTo>
                    <a:pt x="28" y="365"/>
                  </a:lnTo>
                  <a:lnTo>
                    <a:pt x="47" y="313"/>
                  </a:lnTo>
                  <a:lnTo>
                    <a:pt x="72" y="265"/>
                  </a:lnTo>
                  <a:lnTo>
                    <a:pt x="102" y="219"/>
                  </a:lnTo>
                  <a:lnTo>
                    <a:pt x="137" y="176"/>
                  </a:lnTo>
                  <a:lnTo>
                    <a:pt x="175" y="138"/>
                  </a:lnTo>
                  <a:lnTo>
                    <a:pt x="217" y="103"/>
                  </a:lnTo>
                  <a:lnTo>
                    <a:pt x="263" y="73"/>
                  </a:lnTo>
                  <a:lnTo>
                    <a:pt x="312" y="48"/>
                  </a:lnTo>
                  <a:lnTo>
                    <a:pt x="363" y="29"/>
                  </a:lnTo>
                  <a:lnTo>
                    <a:pt x="416" y="13"/>
                  </a:lnTo>
                  <a:lnTo>
                    <a:pt x="472" y="4"/>
                  </a:lnTo>
                  <a:lnTo>
                    <a:pt x="5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2" name="Freeform 298">
              <a:extLst>
                <a:ext uri="{FF2B5EF4-FFF2-40B4-BE49-F238E27FC236}">
                  <a16:creationId xmlns:a16="http://schemas.microsoft.com/office/drawing/2014/main" id="{44438628-665C-4CFC-83D1-1A23E8F1F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313" y="3405188"/>
              <a:ext cx="207963" cy="200025"/>
            </a:xfrm>
            <a:custGeom>
              <a:avLst/>
              <a:gdLst>
                <a:gd name="T0" fmla="*/ 728 w 1442"/>
                <a:gd name="T1" fmla="*/ 0 h 1381"/>
                <a:gd name="T2" fmla="*/ 746 w 1442"/>
                <a:gd name="T3" fmla="*/ 7 h 1381"/>
                <a:gd name="T4" fmla="*/ 763 w 1442"/>
                <a:gd name="T5" fmla="*/ 27 h 1381"/>
                <a:gd name="T6" fmla="*/ 900 w 1442"/>
                <a:gd name="T7" fmla="*/ 320 h 1381"/>
                <a:gd name="T8" fmla="*/ 936 w 1442"/>
                <a:gd name="T9" fmla="*/ 376 h 1381"/>
                <a:gd name="T10" fmla="*/ 987 w 1442"/>
                <a:gd name="T11" fmla="*/ 419 h 1381"/>
                <a:gd name="T12" fmla="*/ 1047 w 1442"/>
                <a:gd name="T13" fmla="*/ 446 h 1381"/>
                <a:gd name="T14" fmla="*/ 1401 w 1442"/>
                <a:gd name="T15" fmla="*/ 492 h 1381"/>
                <a:gd name="T16" fmla="*/ 1425 w 1442"/>
                <a:gd name="T17" fmla="*/ 502 h 1381"/>
                <a:gd name="T18" fmla="*/ 1438 w 1442"/>
                <a:gd name="T19" fmla="*/ 518 h 1381"/>
                <a:gd name="T20" fmla="*/ 1442 w 1442"/>
                <a:gd name="T21" fmla="*/ 530 h 1381"/>
                <a:gd name="T22" fmla="*/ 1441 w 1442"/>
                <a:gd name="T23" fmla="*/ 550 h 1381"/>
                <a:gd name="T24" fmla="*/ 1427 w 1442"/>
                <a:gd name="T25" fmla="*/ 573 h 1381"/>
                <a:gd name="T26" fmla="*/ 1168 w 1442"/>
                <a:gd name="T27" fmla="*/ 819 h 1381"/>
                <a:gd name="T28" fmla="*/ 1134 w 1442"/>
                <a:gd name="T29" fmla="*/ 876 h 1381"/>
                <a:gd name="T30" fmla="*/ 1118 w 1442"/>
                <a:gd name="T31" fmla="*/ 940 h 1381"/>
                <a:gd name="T32" fmla="*/ 1121 w 1442"/>
                <a:gd name="T33" fmla="*/ 1007 h 1381"/>
                <a:gd name="T34" fmla="*/ 1185 w 1442"/>
                <a:gd name="T35" fmla="*/ 1340 h 1381"/>
                <a:gd name="T36" fmla="*/ 1176 w 1442"/>
                <a:gd name="T37" fmla="*/ 1361 h 1381"/>
                <a:gd name="T38" fmla="*/ 1165 w 1442"/>
                <a:gd name="T39" fmla="*/ 1372 h 1381"/>
                <a:gd name="T40" fmla="*/ 1152 w 1442"/>
                <a:gd name="T41" fmla="*/ 1379 h 1381"/>
                <a:gd name="T42" fmla="*/ 1129 w 1442"/>
                <a:gd name="T43" fmla="*/ 1380 h 1381"/>
                <a:gd name="T44" fmla="*/ 832 w 1442"/>
                <a:gd name="T45" fmla="*/ 1218 h 1381"/>
                <a:gd name="T46" fmla="*/ 778 w 1442"/>
                <a:gd name="T47" fmla="*/ 1196 h 1381"/>
                <a:gd name="T48" fmla="*/ 721 w 1442"/>
                <a:gd name="T49" fmla="*/ 1189 h 1381"/>
                <a:gd name="T50" fmla="*/ 663 w 1442"/>
                <a:gd name="T51" fmla="*/ 1196 h 1381"/>
                <a:gd name="T52" fmla="*/ 609 w 1442"/>
                <a:gd name="T53" fmla="*/ 1218 h 1381"/>
                <a:gd name="T54" fmla="*/ 313 w 1442"/>
                <a:gd name="T55" fmla="*/ 1380 h 1381"/>
                <a:gd name="T56" fmla="*/ 290 w 1442"/>
                <a:gd name="T57" fmla="*/ 1379 h 1381"/>
                <a:gd name="T58" fmla="*/ 277 w 1442"/>
                <a:gd name="T59" fmla="*/ 1372 h 1381"/>
                <a:gd name="T60" fmla="*/ 265 w 1442"/>
                <a:gd name="T61" fmla="*/ 1361 h 1381"/>
                <a:gd name="T62" fmla="*/ 257 w 1442"/>
                <a:gd name="T63" fmla="*/ 1340 h 1381"/>
                <a:gd name="T64" fmla="*/ 320 w 1442"/>
                <a:gd name="T65" fmla="*/ 1007 h 1381"/>
                <a:gd name="T66" fmla="*/ 323 w 1442"/>
                <a:gd name="T67" fmla="*/ 940 h 1381"/>
                <a:gd name="T68" fmla="*/ 308 w 1442"/>
                <a:gd name="T69" fmla="*/ 876 h 1381"/>
                <a:gd name="T70" fmla="*/ 273 w 1442"/>
                <a:gd name="T71" fmla="*/ 819 h 1381"/>
                <a:gd name="T72" fmla="*/ 14 w 1442"/>
                <a:gd name="T73" fmla="*/ 573 h 1381"/>
                <a:gd name="T74" fmla="*/ 1 w 1442"/>
                <a:gd name="T75" fmla="*/ 550 h 1381"/>
                <a:gd name="T76" fmla="*/ 0 w 1442"/>
                <a:gd name="T77" fmla="*/ 530 h 1381"/>
                <a:gd name="T78" fmla="*/ 4 w 1442"/>
                <a:gd name="T79" fmla="*/ 518 h 1381"/>
                <a:gd name="T80" fmla="*/ 16 w 1442"/>
                <a:gd name="T81" fmla="*/ 502 h 1381"/>
                <a:gd name="T82" fmla="*/ 40 w 1442"/>
                <a:gd name="T83" fmla="*/ 492 h 1381"/>
                <a:gd name="T84" fmla="*/ 395 w 1442"/>
                <a:gd name="T85" fmla="*/ 446 h 1381"/>
                <a:gd name="T86" fmla="*/ 455 w 1442"/>
                <a:gd name="T87" fmla="*/ 419 h 1381"/>
                <a:gd name="T88" fmla="*/ 506 w 1442"/>
                <a:gd name="T89" fmla="*/ 376 h 1381"/>
                <a:gd name="T90" fmla="*/ 542 w 1442"/>
                <a:gd name="T91" fmla="*/ 320 h 1381"/>
                <a:gd name="T92" fmla="*/ 686 w 1442"/>
                <a:gd name="T93" fmla="*/ 14 h 1381"/>
                <a:gd name="T94" fmla="*/ 706 w 1442"/>
                <a:gd name="T95" fmla="*/ 2 h 1381"/>
                <a:gd name="T96" fmla="*/ 721 w 1442"/>
                <a:gd name="T97" fmla="*/ 0 h 1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442" h="1381">
                  <a:moveTo>
                    <a:pt x="721" y="0"/>
                  </a:moveTo>
                  <a:lnTo>
                    <a:pt x="728" y="0"/>
                  </a:lnTo>
                  <a:lnTo>
                    <a:pt x="737" y="2"/>
                  </a:lnTo>
                  <a:lnTo>
                    <a:pt x="746" y="7"/>
                  </a:lnTo>
                  <a:lnTo>
                    <a:pt x="756" y="14"/>
                  </a:lnTo>
                  <a:lnTo>
                    <a:pt x="763" y="27"/>
                  </a:lnTo>
                  <a:lnTo>
                    <a:pt x="763" y="27"/>
                  </a:lnTo>
                  <a:lnTo>
                    <a:pt x="900" y="320"/>
                  </a:lnTo>
                  <a:lnTo>
                    <a:pt x="916" y="350"/>
                  </a:lnTo>
                  <a:lnTo>
                    <a:pt x="936" y="376"/>
                  </a:lnTo>
                  <a:lnTo>
                    <a:pt x="960" y="400"/>
                  </a:lnTo>
                  <a:lnTo>
                    <a:pt x="987" y="419"/>
                  </a:lnTo>
                  <a:lnTo>
                    <a:pt x="1016" y="435"/>
                  </a:lnTo>
                  <a:lnTo>
                    <a:pt x="1047" y="446"/>
                  </a:lnTo>
                  <a:lnTo>
                    <a:pt x="1080" y="452"/>
                  </a:lnTo>
                  <a:lnTo>
                    <a:pt x="1401" y="492"/>
                  </a:lnTo>
                  <a:lnTo>
                    <a:pt x="1415" y="496"/>
                  </a:lnTo>
                  <a:lnTo>
                    <a:pt x="1425" y="502"/>
                  </a:lnTo>
                  <a:lnTo>
                    <a:pt x="1432" y="510"/>
                  </a:lnTo>
                  <a:lnTo>
                    <a:pt x="1438" y="518"/>
                  </a:lnTo>
                  <a:lnTo>
                    <a:pt x="1440" y="524"/>
                  </a:lnTo>
                  <a:lnTo>
                    <a:pt x="1442" y="530"/>
                  </a:lnTo>
                  <a:lnTo>
                    <a:pt x="1442" y="540"/>
                  </a:lnTo>
                  <a:lnTo>
                    <a:pt x="1441" y="550"/>
                  </a:lnTo>
                  <a:lnTo>
                    <a:pt x="1437" y="562"/>
                  </a:lnTo>
                  <a:lnTo>
                    <a:pt x="1427" y="573"/>
                  </a:lnTo>
                  <a:lnTo>
                    <a:pt x="1191" y="794"/>
                  </a:lnTo>
                  <a:lnTo>
                    <a:pt x="1168" y="819"/>
                  </a:lnTo>
                  <a:lnTo>
                    <a:pt x="1148" y="846"/>
                  </a:lnTo>
                  <a:lnTo>
                    <a:pt x="1134" y="876"/>
                  </a:lnTo>
                  <a:lnTo>
                    <a:pt x="1125" y="907"/>
                  </a:lnTo>
                  <a:lnTo>
                    <a:pt x="1118" y="940"/>
                  </a:lnTo>
                  <a:lnTo>
                    <a:pt x="1117" y="974"/>
                  </a:lnTo>
                  <a:lnTo>
                    <a:pt x="1121" y="1007"/>
                  </a:lnTo>
                  <a:lnTo>
                    <a:pt x="1184" y="1325"/>
                  </a:lnTo>
                  <a:lnTo>
                    <a:pt x="1185" y="1340"/>
                  </a:lnTo>
                  <a:lnTo>
                    <a:pt x="1182" y="1351"/>
                  </a:lnTo>
                  <a:lnTo>
                    <a:pt x="1176" y="1361"/>
                  </a:lnTo>
                  <a:lnTo>
                    <a:pt x="1170" y="1368"/>
                  </a:lnTo>
                  <a:lnTo>
                    <a:pt x="1165" y="1372"/>
                  </a:lnTo>
                  <a:lnTo>
                    <a:pt x="1160" y="1376"/>
                  </a:lnTo>
                  <a:lnTo>
                    <a:pt x="1152" y="1379"/>
                  </a:lnTo>
                  <a:lnTo>
                    <a:pt x="1141" y="1381"/>
                  </a:lnTo>
                  <a:lnTo>
                    <a:pt x="1129" y="1380"/>
                  </a:lnTo>
                  <a:lnTo>
                    <a:pt x="1115" y="1375"/>
                  </a:lnTo>
                  <a:lnTo>
                    <a:pt x="832" y="1218"/>
                  </a:lnTo>
                  <a:lnTo>
                    <a:pt x="805" y="1205"/>
                  </a:lnTo>
                  <a:lnTo>
                    <a:pt x="778" y="1196"/>
                  </a:lnTo>
                  <a:lnTo>
                    <a:pt x="749" y="1190"/>
                  </a:lnTo>
                  <a:lnTo>
                    <a:pt x="721" y="1189"/>
                  </a:lnTo>
                  <a:lnTo>
                    <a:pt x="692" y="1190"/>
                  </a:lnTo>
                  <a:lnTo>
                    <a:pt x="663" y="1196"/>
                  </a:lnTo>
                  <a:lnTo>
                    <a:pt x="636" y="1205"/>
                  </a:lnTo>
                  <a:lnTo>
                    <a:pt x="609" y="1218"/>
                  </a:lnTo>
                  <a:lnTo>
                    <a:pt x="326" y="1375"/>
                  </a:lnTo>
                  <a:lnTo>
                    <a:pt x="313" y="1380"/>
                  </a:lnTo>
                  <a:lnTo>
                    <a:pt x="300" y="1381"/>
                  </a:lnTo>
                  <a:lnTo>
                    <a:pt x="290" y="1379"/>
                  </a:lnTo>
                  <a:lnTo>
                    <a:pt x="282" y="1376"/>
                  </a:lnTo>
                  <a:lnTo>
                    <a:pt x="277" y="1372"/>
                  </a:lnTo>
                  <a:lnTo>
                    <a:pt x="271" y="1368"/>
                  </a:lnTo>
                  <a:lnTo>
                    <a:pt x="265" y="1361"/>
                  </a:lnTo>
                  <a:lnTo>
                    <a:pt x="260" y="1351"/>
                  </a:lnTo>
                  <a:lnTo>
                    <a:pt x="257" y="1340"/>
                  </a:lnTo>
                  <a:lnTo>
                    <a:pt x="258" y="1325"/>
                  </a:lnTo>
                  <a:lnTo>
                    <a:pt x="320" y="1007"/>
                  </a:lnTo>
                  <a:lnTo>
                    <a:pt x="324" y="974"/>
                  </a:lnTo>
                  <a:lnTo>
                    <a:pt x="323" y="940"/>
                  </a:lnTo>
                  <a:lnTo>
                    <a:pt x="318" y="907"/>
                  </a:lnTo>
                  <a:lnTo>
                    <a:pt x="308" y="876"/>
                  </a:lnTo>
                  <a:lnTo>
                    <a:pt x="293" y="846"/>
                  </a:lnTo>
                  <a:lnTo>
                    <a:pt x="273" y="819"/>
                  </a:lnTo>
                  <a:lnTo>
                    <a:pt x="251" y="794"/>
                  </a:lnTo>
                  <a:lnTo>
                    <a:pt x="14" y="573"/>
                  </a:lnTo>
                  <a:lnTo>
                    <a:pt x="5" y="562"/>
                  </a:lnTo>
                  <a:lnTo>
                    <a:pt x="1" y="550"/>
                  </a:lnTo>
                  <a:lnTo>
                    <a:pt x="0" y="540"/>
                  </a:lnTo>
                  <a:lnTo>
                    <a:pt x="0" y="530"/>
                  </a:lnTo>
                  <a:lnTo>
                    <a:pt x="2" y="524"/>
                  </a:lnTo>
                  <a:lnTo>
                    <a:pt x="4" y="518"/>
                  </a:lnTo>
                  <a:lnTo>
                    <a:pt x="9" y="510"/>
                  </a:lnTo>
                  <a:lnTo>
                    <a:pt x="16" y="502"/>
                  </a:lnTo>
                  <a:lnTo>
                    <a:pt x="27" y="496"/>
                  </a:lnTo>
                  <a:lnTo>
                    <a:pt x="40" y="492"/>
                  </a:lnTo>
                  <a:lnTo>
                    <a:pt x="362" y="452"/>
                  </a:lnTo>
                  <a:lnTo>
                    <a:pt x="395" y="446"/>
                  </a:lnTo>
                  <a:lnTo>
                    <a:pt x="426" y="435"/>
                  </a:lnTo>
                  <a:lnTo>
                    <a:pt x="455" y="419"/>
                  </a:lnTo>
                  <a:lnTo>
                    <a:pt x="482" y="400"/>
                  </a:lnTo>
                  <a:lnTo>
                    <a:pt x="506" y="376"/>
                  </a:lnTo>
                  <a:lnTo>
                    <a:pt x="525" y="350"/>
                  </a:lnTo>
                  <a:lnTo>
                    <a:pt x="542" y="320"/>
                  </a:lnTo>
                  <a:lnTo>
                    <a:pt x="679" y="27"/>
                  </a:lnTo>
                  <a:lnTo>
                    <a:pt x="686" y="14"/>
                  </a:lnTo>
                  <a:lnTo>
                    <a:pt x="695" y="7"/>
                  </a:lnTo>
                  <a:lnTo>
                    <a:pt x="706" y="2"/>
                  </a:lnTo>
                  <a:lnTo>
                    <a:pt x="714" y="0"/>
                  </a:lnTo>
                  <a:lnTo>
                    <a:pt x="7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3" name="Freeform 299">
              <a:extLst>
                <a:ext uri="{FF2B5EF4-FFF2-40B4-BE49-F238E27FC236}">
                  <a16:creationId xmlns:a16="http://schemas.microsoft.com/office/drawing/2014/main" id="{CDCD88EC-4803-429F-99F2-89F0BE539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150" y="3324225"/>
              <a:ext cx="298450" cy="204787"/>
            </a:xfrm>
            <a:custGeom>
              <a:avLst/>
              <a:gdLst>
                <a:gd name="T0" fmla="*/ 1462 w 2063"/>
                <a:gd name="T1" fmla="*/ 2 h 1421"/>
                <a:gd name="T2" fmla="*/ 1743 w 2063"/>
                <a:gd name="T3" fmla="*/ 49 h 1421"/>
                <a:gd name="T4" fmla="*/ 1833 w 2063"/>
                <a:gd name="T5" fmla="*/ 89 h 1421"/>
                <a:gd name="T6" fmla="*/ 1911 w 2063"/>
                <a:gd name="T7" fmla="*/ 147 h 1421"/>
                <a:gd name="T8" fmla="*/ 1975 w 2063"/>
                <a:gd name="T9" fmla="*/ 218 h 1421"/>
                <a:gd name="T10" fmla="*/ 2023 w 2063"/>
                <a:gd name="T11" fmla="*/ 302 h 1421"/>
                <a:gd name="T12" fmla="*/ 2053 w 2063"/>
                <a:gd name="T13" fmla="*/ 394 h 1421"/>
                <a:gd name="T14" fmla="*/ 2063 w 2063"/>
                <a:gd name="T15" fmla="*/ 493 h 1421"/>
                <a:gd name="T16" fmla="*/ 1991 w 2063"/>
                <a:gd name="T17" fmla="*/ 874 h 1421"/>
                <a:gd name="T18" fmla="*/ 1927 w 2063"/>
                <a:gd name="T19" fmla="*/ 891 h 1421"/>
                <a:gd name="T20" fmla="*/ 1872 w 2063"/>
                <a:gd name="T21" fmla="*/ 925 h 1421"/>
                <a:gd name="T22" fmla="*/ 1830 w 2063"/>
                <a:gd name="T23" fmla="*/ 973 h 1421"/>
                <a:gd name="T24" fmla="*/ 1801 w 2063"/>
                <a:gd name="T25" fmla="*/ 1032 h 1421"/>
                <a:gd name="T26" fmla="*/ 1789 w 2063"/>
                <a:gd name="T27" fmla="*/ 1097 h 1421"/>
                <a:gd name="T28" fmla="*/ 1797 w 2063"/>
                <a:gd name="T29" fmla="*/ 1161 h 1421"/>
                <a:gd name="T30" fmla="*/ 1820 w 2063"/>
                <a:gd name="T31" fmla="*/ 1221 h 1421"/>
                <a:gd name="T32" fmla="*/ 1863 w 2063"/>
                <a:gd name="T33" fmla="*/ 1272 h 1421"/>
                <a:gd name="T34" fmla="*/ 1956 w 2063"/>
                <a:gd name="T35" fmla="*/ 1399 h 1421"/>
                <a:gd name="T36" fmla="*/ 1898 w 2063"/>
                <a:gd name="T37" fmla="*/ 1419 h 1421"/>
                <a:gd name="T38" fmla="*/ 197 w 2063"/>
                <a:gd name="T39" fmla="*/ 1421 h 1421"/>
                <a:gd name="T40" fmla="*/ 129 w 2063"/>
                <a:gd name="T41" fmla="*/ 1409 h 1421"/>
                <a:gd name="T42" fmla="*/ 70 w 2063"/>
                <a:gd name="T43" fmla="*/ 1375 h 1421"/>
                <a:gd name="T44" fmla="*/ 27 w 2063"/>
                <a:gd name="T45" fmla="*/ 1323 h 1421"/>
                <a:gd name="T46" fmla="*/ 3 w 2063"/>
                <a:gd name="T47" fmla="*/ 1259 h 1421"/>
                <a:gd name="T48" fmla="*/ 0 w 2063"/>
                <a:gd name="T49" fmla="*/ 495 h 1421"/>
                <a:gd name="T50" fmla="*/ 10 w 2063"/>
                <a:gd name="T51" fmla="*/ 396 h 1421"/>
                <a:gd name="T52" fmla="*/ 40 w 2063"/>
                <a:gd name="T53" fmla="*/ 304 h 1421"/>
                <a:gd name="T54" fmla="*/ 89 w 2063"/>
                <a:gd name="T55" fmla="*/ 219 h 1421"/>
                <a:gd name="T56" fmla="*/ 152 w 2063"/>
                <a:gd name="T57" fmla="*/ 148 h 1421"/>
                <a:gd name="T58" fmla="*/ 231 w 2063"/>
                <a:gd name="T59" fmla="*/ 89 h 1421"/>
                <a:gd name="T60" fmla="*/ 322 w 2063"/>
                <a:gd name="T61" fmla="*/ 48 h 1421"/>
                <a:gd name="T62" fmla="*/ 335 w 2063"/>
                <a:gd name="T63" fmla="*/ 46 h 1421"/>
                <a:gd name="T64" fmla="*/ 367 w 2063"/>
                <a:gd name="T65" fmla="*/ 40 h 1421"/>
                <a:gd name="T66" fmla="*/ 414 w 2063"/>
                <a:gd name="T67" fmla="*/ 33 h 1421"/>
                <a:gd name="T68" fmla="*/ 468 w 2063"/>
                <a:gd name="T69" fmla="*/ 24 h 1421"/>
                <a:gd name="T70" fmla="*/ 521 w 2063"/>
                <a:gd name="T71" fmla="*/ 14 h 1421"/>
                <a:gd name="T72" fmla="*/ 568 w 2063"/>
                <a:gd name="T73" fmla="*/ 7 h 1421"/>
                <a:gd name="T74" fmla="*/ 602 w 2063"/>
                <a:gd name="T75" fmla="*/ 2 h 1421"/>
                <a:gd name="T76" fmla="*/ 616 w 2063"/>
                <a:gd name="T77" fmla="*/ 0 h 1421"/>
                <a:gd name="T78" fmla="*/ 643 w 2063"/>
                <a:gd name="T79" fmla="*/ 8 h 1421"/>
                <a:gd name="T80" fmla="*/ 660 w 2063"/>
                <a:gd name="T81" fmla="*/ 30 h 1421"/>
                <a:gd name="T82" fmla="*/ 986 w 2063"/>
                <a:gd name="T83" fmla="*/ 921 h 1421"/>
                <a:gd name="T84" fmla="*/ 1010 w 2063"/>
                <a:gd name="T85" fmla="*/ 939 h 1421"/>
                <a:gd name="T86" fmla="*/ 1039 w 2063"/>
                <a:gd name="T87" fmla="*/ 943 h 1421"/>
                <a:gd name="T88" fmla="*/ 1067 w 2063"/>
                <a:gd name="T89" fmla="*/ 932 h 1421"/>
                <a:gd name="T90" fmla="*/ 1085 w 2063"/>
                <a:gd name="T91" fmla="*/ 906 h 1421"/>
                <a:gd name="T92" fmla="*/ 1411 w 2063"/>
                <a:gd name="T93" fmla="*/ 18 h 1421"/>
                <a:gd name="T94" fmla="*/ 1434 w 2063"/>
                <a:gd name="T95" fmla="*/ 2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063" h="1421">
                  <a:moveTo>
                    <a:pt x="1447" y="0"/>
                  </a:moveTo>
                  <a:lnTo>
                    <a:pt x="1462" y="2"/>
                  </a:lnTo>
                  <a:lnTo>
                    <a:pt x="1742" y="48"/>
                  </a:lnTo>
                  <a:lnTo>
                    <a:pt x="1743" y="49"/>
                  </a:lnTo>
                  <a:lnTo>
                    <a:pt x="1789" y="66"/>
                  </a:lnTo>
                  <a:lnTo>
                    <a:pt x="1833" y="89"/>
                  </a:lnTo>
                  <a:lnTo>
                    <a:pt x="1873" y="116"/>
                  </a:lnTo>
                  <a:lnTo>
                    <a:pt x="1911" y="147"/>
                  </a:lnTo>
                  <a:lnTo>
                    <a:pt x="1945" y="181"/>
                  </a:lnTo>
                  <a:lnTo>
                    <a:pt x="1975" y="218"/>
                  </a:lnTo>
                  <a:lnTo>
                    <a:pt x="2001" y="259"/>
                  </a:lnTo>
                  <a:lnTo>
                    <a:pt x="2023" y="302"/>
                  </a:lnTo>
                  <a:lnTo>
                    <a:pt x="2040" y="347"/>
                  </a:lnTo>
                  <a:lnTo>
                    <a:pt x="2053" y="394"/>
                  </a:lnTo>
                  <a:lnTo>
                    <a:pt x="2061" y="443"/>
                  </a:lnTo>
                  <a:lnTo>
                    <a:pt x="2063" y="493"/>
                  </a:lnTo>
                  <a:lnTo>
                    <a:pt x="2063" y="865"/>
                  </a:lnTo>
                  <a:lnTo>
                    <a:pt x="1991" y="874"/>
                  </a:lnTo>
                  <a:lnTo>
                    <a:pt x="1958" y="880"/>
                  </a:lnTo>
                  <a:lnTo>
                    <a:pt x="1927" y="891"/>
                  </a:lnTo>
                  <a:lnTo>
                    <a:pt x="1899" y="906"/>
                  </a:lnTo>
                  <a:lnTo>
                    <a:pt x="1872" y="925"/>
                  </a:lnTo>
                  <a:lnTo>
                    <a:pt x="1849" y="947"/>
                  </a:lnTo>
                  <a:lnTo>
                    <a:pt x="1830" y="973"/>
                  </a:lnTo>
                  <a:lnTo>
                    <a:pt x="1813" y="1001"/>
                  </a:lnTo>
                  <a:lnTo>
                    <a:pt x="1801" y="1032"/>
                  </a:lnTo>
                  <a:lnTo>
                    <a:pt x="1792" y="1064"/>
                  </a:lnTo>
                  <a:lnTo>
                    <a:pt x="1789" y="1097"/>
                  </a:lnTo>
                  <a:lnTo>
                    <a:pt x="1790" y="1130"/>
                  </a:lnTo>
                  <a:lnTo>
                    <a:pt x="1797" y="1161"/>
                  </a:lnTo>
                  <a:lnTo>
                    <a:pt x="1806" y="1192"/>
                  </a:lnTo>
                  <a:lnTo>
                    <a:pt x="1820" y="1221"/>
                  </a:lnTo>
                  <a:lnTo>
                    <a:pt x="1840" y="1248"/>
                  </a:lnTo>
                  <a:lnTo>
                    <a:pt x="1863" y="1272"/>
                  </a:lnTo>
                  <a:lnTo>
                    <a:pt x="1981" y="1384"/>
                  </a:lnTo>
                  <a:lnTo>
                    <a:pt x="1956" y="1399"/>
                  </a:lnTo>
                  <a:lnTo>
                    <a:pt x="1928" y="1412"/>
                  </a:lnTo>
                  <a:lnTo>
                    <a:pt x="1898" y="1419"/>
                  </a:lnTo>
                  <a:lnTo>
                    <a:pt x="1867" y="1421"/>
                  </a:lnTo>
                  <a:lnTo>
                    <a:pt x="197" y="1421"/>
                  </a:lnTo>
                  <a:lnTo>
                    <a:pt x="162" y="1418"/>
                  </a:lnTo>
                  <a:lnTo>
                    <a:pt x="129" y="1409"/>
                  </a:lnTo>
                  <a:lnTo>
                    <a:pt x="97" y="1394"/>
                  </a:lnTo>
                  <a:lnTo>
                    <a:pt x="70" y="1375"/>
                  </a:lnTo>
                  <a:lnTo>
                    <a:pt x="47" y="1351"/>
                  </a:lnTo>
                  <a:lnTo>
                    <a:pt x="27" y="1323"/>
                  </a:lnTo>
                  <a:lnTo>
                    <a:pt x="12" y="1293"/>
                  </a:lnTo>
                  <a:lnTo>
                    <a:pt x="3" y="1259"/>
                  </a:lnTo>
                  <a:lnTo>
                    <a:pt x="0" y="1223"/>
                  </a:lnTo>
                  <a:lnTo>
                    <a:pt x="0" y="495"/>
                  </a:lnTo>
                  <a:lnTo>
                    <a:pt x="3" y="445"/>
                  </a:lnTo>
                  <a:lnTo>
                    <a:pt x="10" y="396"/>
                  </a:lnTo>
                  <a:lnTo>
                    <a:pt x="23" y="348"/>
                  </a:lnTo>
                  <a:lnTo>
                    <a:pt x="40" y="304"/>
                  </a:lnTo>
                  <a:lnTo>
                    <a:pt x="62" y="260"/>
                  </a:lnTo>
                  <a:lnTo>
                    <a:pt x="89" y="219"/>
                  </a:lnTo>
                  <a:lnTo>
                    <a:pt x="119" y="182"/>
                  </a:lnTo>
                  <a:lnTo>
                    <a:pt x="152" y="148"/>
                  </a:lnTo>
                  <a:lnTo>
                    <a:pt x="191" y="116"/>
                  </a:lnTo>
                  <a:lnTo>
                    <a:pt x="231" y="89"/>
                  </a:lnTo>
                  <a:lnTo>
                    <a:pt x="275" y="66"/>
                  </a:lnTo>
                  <a:lnTo>
                    <a:pt x="322" y="48"/>
                  </a:lnTo>
                  <a:lnTo>
                    <a:pt x="326" y="48"/>
                  </a:lnTo>
                  <a:lnTo>
                    <a:pt x="335" y="46"/>
                  </a:lnTo>
                  <a:lnTo>
                    <a:pt x="348" y="44"/>
                  </a:lnTo>
                  <a:lnTo>
                    <a:pt x="367" y="40"/>
                  </a:lnTo>
                  <a:lnTo>
                    <a:pt x="390" y="37"/>
                  </a:lnTo>
                  <a:lnTo>
                    <a:pt x="414" y="33"/>
                  </a:lnTo>
                  <a:lnTo>
                    <a:pt x="441" y="28"/>
                  </a:lnTo>
                  <a:lnTo>
                    <a:pt x="468" y="24"/>
                  </a:lnTo>
                  <a:lnTo>
                    <a:pt x="494" y="20"/>
                  </a:lnTo>
                  <a:lnTo>
                    <a:pt x="521" y="14"/>
                  </a:lnTo>
                  <a:lnTo>
                    <a:pt x="546" y="10"/>
                  </a:lnTo>
                  <a:lnTo>
                    <a:pt x="568" y="7"/>
                  </a:lnTo>
                  <a:lnTo>
                    <a:pt x="587" y="4"/>
                  </a:lnTo>
                  <a:lnTo>
                    <a:pt x="602" y="2"/>
                  </a:lnTo>
                  <a:lnTo>
                    <a:pt x="612" y="0"/>
                  </a:lnTo>
                  <a:lnTo>
                    <a:pt x="616" y="0"/>
                  </a:lnTo>
                  <a:lnTo>
                    <a:pt x="630" y="2"/>
                  </a:lnTo>
                  <a:lnTo>
                    <a:pt x="643" y="8"/>
                  </a:lnTo>
                  <a:lnTo>
                    <a:pt x="653" y="18"/>
                  </a:lnTo>
                  <a:lnTo>
                    <a:pt x="660" y="30"/>
                  </a:lnTo>
                  <a:lnTo>
                    <a:pt x="978" y="906"/>
                  </a:lnTo>
                  <a:lnTo>
                    <a:pt x="986" y="921"/>
                  </a:lnTo>
                  <a:lnTo>
                    <a:pt x="997" y="932"/>
                  </a:lnTo>
                  <a:lnTo>
                    <a:pt x="1010" y="939"/>
                  </a:lnTo>
                  <a:lnTo>
                    <a:pt x="1024" y="943"/>
                  </a:lnTo>
                  <a:lnTo>
                    <a:pt x="1039" y="943"/>
                  </a:lnTo>
                  <a:lnTo>
                    <a:pt x="1053" y="939"/>
                  </a:lnTo>
                  <a:lnTo>
                    <a:pt x="1067" y="932"/>
                  </a:lnTo>
                  <a:lnTo>
                    <a:pt x="1078" y="921"/>
                  </a:lnTo>
                  <a:lnTo>
                    <a:pt x="1085" y="906"/>
                  </a:lnTo>
                  <a:lnTo>
                    <a:pt x="1404" y="30"/>
                  </a:lnTo>
                  <a:lnTo>
                    <a:pt x="1411" y="18"/>
                  </a:lnTo>
                  <a:lnTo>
                    <a:pt x="1421" y="8"/>
                  </a:lnTo>
                  <a:lnTo>
                    <a:pt x="1434" y="2"/>
                  </a:lnTo>
                  <a:lnTo>
                    <a:pt x="14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4" name="Freeform 300">
              <a:extLst>
                <a:ext uri="{FF2B5EF4-FFF2-40B4-BE49-F238E27FC236}">
                  <a16:creationId xmlns:a16="http://schemas.microsoft.com/office/drawing/2014/main" id="{6DDF405E-8713-49B6-AFB1-996618FE1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5" y="3317875"/>
              <a:ext cx="38100" cy="98425"/>
            </a:xfrm>
            <a:custGeom>
              <a:avLst/>
              <a:gdLst>
                <a:gd name="T0" fmla="*/ 64 w 262"/>
                <a:gd name="T1" fmla="*/ 0 h 676"/>
                <a:gd name="T2" fmla="*/ 198 w 262"/>
                <a:gd name="T3" fmla="*/ 0 h 676"/>
                <a:gd name="T4" fmla="*/ 215 w 262"/>
                <a:gd name="T5" fmla="*/ 2 h 676"/>
                <a:gd name="T6" fmla="*/ 232 w 262"/>
                <a:gd name="T7" fmla="*/ 9 h 676"/>
                <a:gd name="T8" fmla="*/ 246 w 262"/>
                <a:gd name="T9" fmla="*/ 20 h 676"/>
                <a:gd name="T10" fmla="*/ 255 w 262"/>
                <a:gd name="T11" fmla="*/ 34 h 676"/>
                <a:gd name="T12" fmla="*/ 260 w 262"/>
                <a:gd name="T13" fmla="*/ 48 h 676"/>
                <a:gd name="T14" fmla="*/ 262 w 262"/>
                <a:gd name="T15" fmla="*/ 64 h 676"/>
                <a:gd name="T16" fmla="*/ 260 w 262"/>
                <a:gd name="T17" fmla="*/ 79 h 676"/>
                <a:gd name="T18" fmla="*/ 254 w 262"/>
                <a:gd name="T19" fmla="*/ 94 h 676"/>
                <a:gd name="T20" fmla="*/ 182 w 262"/>
                <a:gd name="T21" fmla="*/ 202 h 676"/>
                <a:gd name="T22" fmla="*/ 215 w 262"/>
                <a:gd name="T23" fmla="*/ 486 h 676"/>
                <a:gd name="T24" fmla="*/ 150 w 262"/>
                <a:gd name="T25" fmla="*/ 662 h 676"/>
                <a:gd name="T26" fmla="*/ 145 w 262"/>
                <a:gd name="T27" fmla="*/ 669 h 676"/>
                <a:gd name="T28" fmla="*/ 139 w 262"/>
                <a:gd name="T29" fmla="*/ 674 h 676"/>
                <a:gd name="T30" fmla="*/ 130 w 262"/>
                <a:gd name="T31" fmla="*/ 676 h 676"/>
                <a:gd name="T32" fmla="*/ 123 w 262"/>
                <a:gd name="T33" fmla="*/ 674 h 676"/>
                <a:gd name="T34" fmla="*/ 116 w 262"/>
                <a:gd name="T35" fmla="*/ 669 h 676"/>
                <a:gd name="T36" fmla="*/ 112 w 262"/>
                <a:gd name="T37" fmla="*/ 662 h 676"/>
                <a:gd name="T38" fmla="*/ 45 w 262"/>
                <a:gd name="T39" fmla="*/ 486 h 676"/>
                <a:gd name="T40" fmla="*/ 80 w 262"/>
                <a:gd name="T41" fmla="*/ 202 h 676"/>
                <a:gd name="T42" fmla="*/ 8 w 262"/>
                <a:gd name="T43" fmla="*/ 94 h 676"/>
                <a:gd name="T44" fmla="*/ 2 w 262"/>
                <a:gd name="T45" fmla="*/ 79 h 676"/>
                <a:gd name="T46" fmla="*/ 0 w 262"/>
                <a:gd name="T47" fmla="*/ 64 h 676"/>
                <a:gd name="T48" fmla="*/ 1 w 262"/>
                <a:gd name="T49" fmla="*/ 48 h 676"/>
                <a:gd name="T50" fmla="*/ 6 w 262"/>
                <a:gd name="T51" fmla="*/ 34 h 676"/>
                <a:gd name="T52" fmla="*/ 16 w 262"/>
                <a:gd name="T53" fmla="*/ 20 h 676"/>
                <a:gd name="T54" fmla="*/ 30 w 262"/>
                <a:gd name="T55" fmla="*/ 9 h 676"/>
                <a:gd name="T56" fmla="*/ 47 w 262"/>
                <a:gd name="T57" fmla="*/ 2 h 676"/>
                <a:gd name="T58" fmla="*/ 64 w 262"/>
                <a:gd name="T59" fmla="*/ 0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62" h="676">
                  <a:moveTo>
                    <a:pt x="64" y="0"/>
                  </a:moveTo>
                  <a:lnTo>
                    <a:pt x="198" y="0"/>
                  </a:lnTo>
                  <a:lnTo>
                    <a:pt x="215" y="2"/>
                  </a:lnTo>
                  <a:lnTo>
                    <a:pt x="232" y="9"/>
                  </a:lnTo>
                  <a:lnTo>
                    <a:pt x="246" y="20"/>
                  </a:lnTo>
                  <a:lnTo>
                    <a:pt x="255" y="34"/>
                  </a:lnTo>
                  <a:lnTo>
                    <a:pt x="260" y="48"/>
                  </a:lnTo>
                  <a:lnTo>
                    <a:pt x="262" y="64"/>
                  </a:lnTo>
                  <a:lnTo>
                    <a:pt x="260" y="79"/>
                  </a:lnTo>
                  <a:lnTo>
                    <a:pt x="254" y="94"/>
                  </a:lnTo>
                  <a:lnTo>
                    <a:pt x="182" y="202"/>
                  </a:lnTo>
                  <a:lnTo>
                    <a:pt x="215" y="486"/>
                  </a:lnTo>
                  <a:lnTo>
                    <a:pt x="150" y="662"/>
                  </a:lnTo>
                  <a:lnTo>
                    <a:pt x="145" y="669"/>
                  </a:lnTo>
                  <a:lnTo>
                    <a:pt x="139" y="674"/>
                  </a:lnTo>
                  <a:lnTo>
                    <a:pt x="130" y="676"/>
                  </a:lnTo>
                  <a:lnTo>
                    <a:pt x="123" y="674"/>
                  </a:lnTo>
                  <a:lnTo>
                    <a:pt x="116" y="669"/>
                  </a:lnTo>
                  <a:lnTo>
                    <a:pt x="112" y="662"/>
                  </a:lnTo>
                  <a:lnTo>
                    <a:pt x="45" y="486"/>
                  </a:lnTo>
                  <a:lnTo>
                    <a:pt x="80" y="202"/>
                  </a:lnTo>
                  <a:lnTo>
                    <a:pt x="8" y="94"/>
                  </a:lnTo>
                  <a:lnTo>
                    <a:pt x="2" y="79"/>
                  </a:lnTo>
                  <a:lnTo>
                    <a:pt x="0" y="64"/>
                  </a:lnTo>
                  <a:lnTo>
                    <a:pt x="1" y="48"/>
                  </a:lnTo>
                  <a:lnTo>
                    <a:pt x="6" y="34"/>
                  </a:lnTo>
                  <a:lnTo>
                    <a:pt x="16" y="20"/>
                  </a:lnTo>
                  <a:lnTo>
                    <a:pt x="30" y="9"/>
                  </a:lnTo>
                  <a:lnTo>
                    <a:pt x="47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BA82B13E-F1F0-4003-BAAF-E9ED824D4F71}"/>
              </a:ext>
            </a:extLst>
          </p:cNvPr>
          <p:cNvGrpSpPr/>
          <p:nvPr/>
        </p:nvGrpSpPr>
        <p:grpSpPr>
          <a:xfrm>
            <a:off x="10076476" y="5856645"/>
            <a:ext cx="296037" cy="375140"/>
            <a:chOff x="4003675" y="3067050"/>
            <a:chExt cx="392113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76" name="Freeform 305">
              <a:extLst>
                <a:ext uri="{FF2B5EF4-FFF2-40B4-BE49-F238E27FC236}">
                  <a16:creationId xmlns:a16="http://schemas.microsoft.com/office/drawing/2014/main" id="{0E9FE595-2B49-46AE-9722-CAC5FA790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075" y="3190875"/>
              <a:ext cx="87313" cy="87313"/>
            </a:xfrm>
            <a:custGeom>
              <a:avLst/>
              <a:gdLst>
                <a:gd name="T0" fmla="*/ 301 w 602"/>
                <a:gd name="T1" fmla="*/ 0 h 602"/>
                <a:gd name="T2" fmla="*/ 346 w 602"/>
                <a:gd name="T3" fmla="*/ 4 h 602"/>
                <a:gd name="T4" fmla="*/ 388 w 602"/>
                <a:gd name="T5" fmla="*/ 13 h 602"/>
                <a:gd name="T6" fmla="*/ 428 w 602"/>
                <a:gd name="T7" fmla="*/ 29 h 602"/>
                <a:gd name="T8" fmla="*/ 465 w 602"/>
                <a:gd name="T9" fmla="*/ 50 h 602"/>
                <a:gd name="T10" fmla="*/ 499 w 602"/>
                <a:gd name="T11" fmla="*/ 75 h 602"/>
                <a:gd name="T12" fmla="*/ 528 w 602"/>
                <a:gd name="T13" fmla="*/ 104 h 602"/>
                <a:gd name="T14" fmla="*/ 553 w 602"/>
                <a:gd name="T15" fmla="*/ 138 h 602"/>
                <a:gd name="T16" fmla="*/ 574 w 602"/>
                <a:gd name="T17" fmla="*/ 174 h 602"/>
                <a:gd name="T18" fmla="*/ 589 w 602"/>
                <a:gd name="T19" fmla="*/ 215 h 602"/>
                <a:gd name="T20" fmla="*/ 599 w 602"/>
                <a:gd name="T21" fmla="*/ 257 h 602"/>
                <a:gd name="T22" fmla="*/ 602 w 602"/>
                <a:gd name="T23" fmla="*/ 301 h 602"/>
                <a:gd name="T24" fmla="*/ 599 w 602"/>
                <a:gd name="T25" fmla="*/ 346 h 602"/>
                <a:gd name="T26" fmla="*/ 589 w 602"/>
                <a:gd name="T27" fmla="*/ 388 h 602"/>
                <a:gd name="T28" fmla="*/ 574 w 602"/>
                <a:gd name="T29" fmla="*/ 427 h 602"/>
                <a:gd name="T30" fmla="*/ 553 w 602"/>
                <a:gd name="T31" fmla="*/ 465 h 602"/>
                <a:gd name="T32" fmla="*/ 528 w 602"/>
                <a:gd name="T33" fmla="*/ 499 h 602"/>
                <a:gd name="T34" fmla="*/ 499 w 602"/>
                <a:gd name="T35" fmla="*/ 528 h 602"/>
                <a:gd name="T36" fmla="*/ 465 w 602"/>
                <a:gd name="T37" fmla="*/ 553 h 602"/>
                <a:gd name="T38" fmla="*/ 428 w 602"/>
                <a:gd name="T39" fmla="*/ 574 h 602"/>
                <a:gd name="T40" fmla="*/ 388 w 602"/>
                <a:gd name="T41" fmla="*/ 589 h 602"/>
                <a:gd name="T42" fmla="*/ 346 w 602"/>
                <a:gd name="T43" fmla="*/ 599 h 602"/>
                <a:gd name="T44" fmla="*/ 301 w 602"/>
                <a:gd name="T45" fmla="*/ 602 h 602"/>
                <a:gd name="T46" fmla="*/ 257 w 602"/>
                <a:gd name="T47" fmla="*/ 599 h 602"/>
                <a:gd name="T48" fmla="*/ 215 w 602"/>
                <a:gd name="T49" fmla="*/ 589 h 602"/>
                <a:gd name="T50" fmla="*/ 175 w 602"/>
                <a:gd name="T51" fmla="*/ 574 h 602"/>
                <a:gd name="T52" fmla="*/ 138 w 602"/>
                <a:gd name="T53" fmla="*/ 553 h 602"/>
                <a:gd name="T54" fmla="*/ 104 w 602"/>
                <a:gd name="T55" fmla="*/ 528 h 602"/>
                <a:gd name="T56" fmla="*/ 75 w 602"/>
                <a:gd name="T57" fmla="*/ 499 h 602"/>
                <a:gd name="T58" fmla="*/ 50 w 602"/>
                <a:gd name="T59" fmla="*/ 465 h 602"/>
                <a:gd name="T60" fmla="*/ 29 w 602"/>
                <a:gd name="T61" fmla="*/ 427 h 602"/>
                <a:gd name="T62" fmla="*/ 13 w 602"/>
                <a:gd name="T63" fmla="*/ 388 h 602"/>
                <a:gd name="T64" fmla="*/ 4 w 602"/>
                <a:gd name="T65" fmla="*/ 346 h 602"/>
                <a:gd name="T66" fmla="*/ 0 w 602"/>
                <a:gd name="T67" fmla="*/ 301 h 602"/>
                <a:gd name="T68" fmla="*/ 4 w 602"/>
                <a:gd name="T69" fmla="*/ 257 h 602"/>
                <a:gd name="T70" fmla="*/ 13 w 602"/>
                <a:gd name="T71" fmla="*/ 215 h 602"/>
                <a:gd name="T72" fmla="*/ 29 w 602"/>
                <a:gd name="T73" fmla="*/ 174 h 602"/>
                <a:gd name="T74" fmla="*/ 50 w 602"/>
                <a:gd name="T75" fmla="*/ 138 h 602"/>
                <a:gd name="T76" fmla="*/ 75 w 602"/>
                <a:gd name="T77" fmla="*/ 104 h 602"/>
                <a:gd name="T78" fmla="*/ 104 w 602"/>
                <a:gd name="T79" fmla="*/ 75 h 602"/>
                <a:gd name="T80" fmla="*/ 138 w 602"/>
                <a:gd name="T81" fmla="*/ 50 h 602"/>
                <a:gd name="T82" fmla="*/ 175 w 602"/>
                <a:gd name="T83" fmla="*/ 29 h 602"/>
                <a:gd name="T84" fmla="*/ 215 w 602"/>
                <a:gd name="T85" fmla="*/ 13 h 602"/>
                <a:gd name="T86" fmla="*/ 257 w 602"/>
                <a:gd name="T87" fmla="*/ 4 h 602"/>
                <a:gd name="T88" fmla="*/ 301 w 602"/>
                <a:gd name="T89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02" h="602">
                  <a:moveTo>
                    <a:pt x="301" y="0"/>
                  </a:moveTo>
                  <a:lnTo>
                    <a:pt x="346" y="4"/>
                  </a:lnTo>
                  <a:lnTo>
                    <a:pt x="388" y="13"/>
                  </a:lnTo>
                  <a:lnTo>
                    <a:pt x="428" y="29"/>
                  </a:lnTo>
                  <a:lnTo>
                    <a:pt x="465" y="50"/>
                  </a:lnTo>
                  <a:lnTo>
                    <a:pt x="499" y="75"/>
                  </a:lnTo>
                  <a:lnTo>
                    <a:pt x="528" y="104"/>
                  </a:lnTo>
                  <a:lnTo>
                    <a:pt x="553" y="138"/>
                  </a:lnTo>
                  <a:lnTo>
                    <a:pt x="574" y="174"/>
                  </a:lnTo>
                  <a:lnTo>
                    <a:pt x="589" y="215"/>
                  </a:lnTo>
                  <a:lnTo>
                    <a:pt x="599" y="257"/>
                  </a:lnTo>
                  <a:lnTo>
                    <a:pt x="602" y="301"/>
                  </a:lnTo>
                  <a:lnTo>
                    <a:pt x="599" y="346"/>
                  </a:lnTo>
                  <a:lnTo>
                    <a:pt x="589" y="388"/>
                  </a:lnTo>
                  <a:lnTo>
                    <a:pt x="574" y="427"/>
                  </a:lnTo>
                  <a:lnTo>
                    <a:pt x="553" y="465"/>
                  </a:lnTo>
                  <a:lnTo>
                    <a:pt x="528" y="499"/>
                  </a:lnTo>
                  <a:lnTo>
                    <a:pt x="499" y="528"/>
                  </a:lnTo>
                  <a:lnTo>
                    <a:pt x="465" y="553"/>
                  </a:lnTo>
                  <a:lnTo>
                    <a:pt x="428" y="574"/>
                  </a:lnTo>
                  <a:lnTo>
                    <a:pt x="388" y="589"/>
                  </a:lnTo>
                  <a:lnTo>
                    <a:pt x="346" y="599"/>
                  </a:lnTo>
                  <a:lnTo>
                    <a:pt x="301" y="602"/>
                  </a:lnTo>
                  <a:lnTo>
                    <a:pt x="257" y="599"/>
                  </a:lnTo>
                  <a:lnTo>
                    <a:pt x="215" y="589"/>
                  </a:lnTo>
                  <a:lnTo>
                    <a:pt x="175" y="574"/>
                  </a:lnTo>
                  <a:lnTo>
                    <a:pt x="138" y="553"/>
                  </a:lnTo>
                  <a:lnTo>
                    <a:pt x="104" y="528"/>
                  </a:lnTo>
                  <a:lnTo>
                    <a:pt x="75" y="499"/>
                  </a:lnTo>
                  <a:lnTo>
                    <a:pt x="50" y="465"/>
                  </a:lnTo>
                  <a:lnTo>
                    <a:pt x="29" y="427"/>
                  </a:lnTo>
                  <a:lnTo>
                    <a:pt x="13" y="388"/>
                  </a:lnTo>
                  <a:lnTo>
                    <a:pt x="4" y="346"/>
                  </a:lnTo>
                  <a:lnTo>
                    <a:pt x="0" y="301"/>
                  </a:lnTo>
                  <a:lnTo>
                    <a:pt x="4" y="257"/>
                  </a:lnTo>
                  <a:lnTo>
                    <a:pt x="13" y="215"/>
                  </a:lnTo>
                  <a:lnTo>
                    <a:pt x="29" y="174"/>
                  </a:lnTo>
                  <a:lnTo>
                    <a:pt x="50" y="138"/>
                  </a:lnTo>
                  <a:lnTo>
                    <a:pt x="75" y="104"/>
                  </a:lnTo>
                  <a:lnTo>
                    <a:pt x="104" y="75"/>
                  </a:lnTo>
                  <a:lnTo>
                    <a:pt x="138" y="50"/>
                  </a:lnTo>
                  <a:lnTo>
                    <a:pt x="175" y="29"/>
                  </a:lnTo>
                  <a:lnTo>
                    <a:pt x="215" y="13"/>
                  </a:lnTo>
                  <a:lnTo>
                    <a:pt x="257" y="4"/>
                  </a:lnTo>
                  <a:lnTo>
                    <a:pt x="3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7" name="Freeform 306">
              <a:extLst>
                <a:ext uri="{FF2B5EF4-FFF2-40B4-BE49-F238E27FC236}">
                  <a16:creationId xmlns:a16="http://schemas.microsoft.com/office/drawing/2014/main" id="{24308846-F068-41C4-91BB-0661EA559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675" y="3067050"/>
              <a:ext cx="392113" cy="365125"/>
            </a:xfrm>
            <a:custGeom>
              <a:avLst/>
              <a:gdLst>
                <a:gd name="T0" fmla="*/ 1652 w 2715"/>
                <a:gd name="T1" fmla="*/ 10 h 2522"/>
                <a:gd name="T2" fmla="*/ 1704 w 2715"/>
                <a:gd name="T3" fmla="*/ 75 h 2522"/>
                <a:gd name="T4" fmla="*/ 1852 w 2715"/>
                <a:gd name="T5" fmla="*/ 368 h 2522"/>
                <a:gd name="T6" fmla="*/ 2059 w 2715"/>
                <a:gd name="T7" fmla="*/ 191 h 2522"/>
                <a:gd name="T8" fmla="*/ 2139 w 2715"/>
                <a:gd name="T9" fmla="*/ 219 h 2522"/>
                <a:gd name="T10" fmla="*/ 2523 w 2715"/>
                <a:gd name="T11" fmla="*/ 633 h 2522"/>
                <a:gd name="T12" fmla="*/ 2495 w 2715"/>
                <a:gd name="T13" fmla="*/ 713 h 2522"/>
                <a:gd name="T14" fmla="*/ 2616 w 2715"/>
                <a:gd name="T15" fmla="*/ 1007 h 2522"/>
                <a:gd name="T16" fmla="*/ 2693 w 2715"/>
                <a:gd name="T17" fmla="*/ 1044 h 2522"/>
                <a:gd name="T18" fmla="*/ 2715 w 2715"/>
                <a:gd name="T19" fmla="*/ 1608 h 2522"/>
                <a:gd name="T20" fmla="*/ 2678 w 2715"/>
                <a:gd name="T21" fmla="*/ 1684 h 2522"/>
                <a:gd name="T22" fmla="*/ 2406 w 2715"/>
                <a:gd name="T23" fmla="*/ 1706 h 2522"/>
                <a:gd name="T24" fmla="*/ 2508 w 2715"/>
                <a:gd name="T25" fmla="*/ 2015 h 2522"/>
                <a:gd name="T26" fmla="*/ 2522 w 2715"/>
                <a:gd name="T27" fmla="*/ 2088 h 2522"/>
                <a:gd name="T28" fmla="*/ 2139 w 2715"/>
                <a:gd name="T29" fmla="*/ 2494 h 2522"/>
                <a:gd name="T30" fmla="*/ 2059 w 2715"/>
                <a:gd name="T31" fmla="*/ 2522 h 2522"/>
                <a:gd name="T32" fmla="*/ 1988 w 2715"/>
                <a:gd name="T33" fmla="*/ 2482 h 2522"/>
                <a:gd name="T34" fmla="*/ 2018 w 2715"/>
                <a:gd name="T35" fmla="*/ 2407 h 2522"/>
                <a:gd name="T36" fmla="*/ 2010 w 2715"/>
                <a:gd name="T37" fmla="*/ 1770 h 2522"/>
                <a:gd name="T38" fmla="*/ 1943 w 2715"/>
                <a:gd name="T39" fmla="*/ 1616 h 2522"/>
                <a:gd name="T40" fmla="*/ 1997 w 2715"/>
                <a:gd name="T41" fmla="*/ 1411 h 2522"/>
                <a:gd name="T42" fmla="*/ 1969 w 2715"/>
                <a:gd name="T43" fmla="*/ 1166 h 2522"/>
                <a:gd name="T44" fmla="*/ 1852 w 2715"/>
                <a:gd name="T45" fmla="*/ 950 h 2522"/>
                <a:gd name="T46" fmla="*/ 1663 w 2715"/>
                <a:gd name="T47" fmla="*/ 793 h 2522"/>
                <a:gd name="T48" fmla="*/ 1423 w 2715"/>
                <a:gd name="T49" fmla="*/ 719 h 2522"/>
                <a:gd name="T50" fmla="*/ 1167 w 2715"/>
                <a:gd name="T51" fmla="*/ 744 h 2522"/>
                <a:gd name="T52" fmla="*/ 950 w 2715"/>
                <a:gd name="T53" fmla="*/ 862 h 2522"/>
                <a:gd name="T54" fmla="*/ 794 w 2715"/>
                <a:gd name="T55" fmla="*/ 1051 h 2522"/>
                <a:gd name="T56" fmla="*/ 719 w 2715"/>
                <a:gd name="T57" fmla="*/ 1291 h 2522"/>
                <a:gd name="T58" fmla="*/ 737 w 2715"/>
                <a:gd name="T59" fmla="*/ 1518 h 2522"/>
                <a:gd name="T60" fmla="*/ 731 w 2715"/>
                <a:gd name="T61" fmla="*/ 1691 h 2522"/>
                <a:gd name="T62" fmla="*/ 695 w 2715"/>
                <a:gd name="T63" fmla="*/ 1857 h 2522"/>
                <a:gd name="T64" fmla="*/ 712 w 2715"/>
                <a:gd name="T65" fmla="*/ 2456 h 2522"/>
                <a:gd name="T66" fmla="*/ 696 w 2715"/>
                <a:gd name="T67" fmla="*/ 2508 h 2522"/>
                <a:gd name="T68" fmla="*/ 614 w 2715"/>
                <a:gd name="T69" fmla="*/ 2517 h 2522"/>
                <a:gd name="T70" fmla="*/ 207 w 2715"/>
                <a:gd name="T71" fmla="*/ 2123 h 2522"/>
                <a:gd name="T72" fmla="*/ 193 w 2715"/>
                <a:gd name="T73" fmla="*/ 2050 h 2522"/>
                <a:gd name="T74" fmla="*/ 369 w 2715"/>
                <a:gd name="T75" fmla="*/ 1851 h 2522"/>
                <a:gd name="T76" fmla="*/ 75 w 2715"/>
                <a:gd name="T77" fmla="*/ 1703 h 2522"/>
                <a:gd name="T78" fmla="*/ 10 w 2715"/>
                <a:gd name="T79" fmla="*/ 1652 h 2522"/>
                <a:gd name="T80" fmla="*/ 3 w 2715"/>
                <a:gd name="T81" fmla="*/ 1082 h 2522"/>
                <a:gd name="T82" fmla="*/ 54 w 2715"/>
                <a:gd name="T83" fmla="*/ 1017 h 2522"/>
                <a:gd name="T84" fmla="*/ 336 w 2715"/>
                <a:gd name="T85" fmla="*/ 934 h 2522"/>
                <a:gd name="T86" fmla="*/ 198 w 2715"/>
                <a:gd name="T87" fmla="*/ 682 h 2522"/>
                <a:gd name="T88" fmla="*/ 198 w 2715"/>
                <a:gd name="T89" fmla="*/ 607 h 2522"/>
                <a:gd name="T90" fmla="*/ 594 w 2715"/>
                <a:gd name="T91" fmla="*/ 205 h 2522"/>
                <a:gd name="T92" fmla="*/ 676 w 2715"/>
                <a:gd name="T93" fmla="*/ 196 h 2522"/>
                <a:gd name="T94" fmla="*/ 934 w 2715"/>
                <a:gd name="T95" fmla="*/ 335 h 2522"/>
                <a:gd name="T96" fmla="*/ 1018 w 2715"/>
                <a:gd name="T97" fmla="*/ 55 h 2522"/>
                <a:gd name="T98" fmla="*/ 1083 w 2715"/>
                <a:gd name="T99" fmla="*/ 2 h 2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715" h="2522">
                  <a:moveTo>
                    <a:pt x="1106" y="0"/>
                  </a:moveTo>
                  <a:lnTo>
                    <a:pt x="1609" y="0"/>
                  </a:lnTo>
                  <a:lnTo>
                    <a:pt x="1632" y="2"/>
                  </a:lnTo>
                  <a:lnTo>
                    <a:pt x="1652" y="10"/>
                  </a:lnTo>
                  <a:lnTo>
                    <a:pt x="1670" y="21"/>
                  </a:lnTo>
                  <a:lnTo>
                    <a:pt x="1686" y="36"/>
                  </a:lnTo>
                  <a:lnTo>
                    <a:pt x="1697" y="55"/>
                  </a:lnTo>
                  <a:lnTo>
                    <a:pt x="1704" y="75"/>
                  </a:lnTo>
                  <a:lnTo>
                    <a:pt x="1707" y="98"/>
                  </a:lnTo>
                  <a:lnTo>
                    <a:pt x="1707" y="308"/>
                  </a:lnTo>
                  <a:lnTo>
                    <a:pt x="1781" y="335"/>
                  </a:lnTo>
                  <a:lnTo>
                    <a:pt x="1852" y="368"/>
                  </a:lnTo>
                  <a:lnTo>
                    <a:pt x="2001" y="219"/>
                  </a:lnTo>
                  <a:lnTo>
                    <a:pt x="2019" y="205"/>
                  </a:lnTo>
                  <a:lnTo>
                    <a:pt x="2038" y="196"/>
                  </a:lnTo>
                  <a:lnTo>
                    <a:pt x="2059" y="191"/>
                  </a:lnTo>
                  <a:lnTo>
                    <a:pt x="2080" y="191"/>
                  </a:lnTo>
                  <a:lnTo>
                    <a:pt x="2101" y="196"/>
                  </a:lnTo>
                  <a:lnTo>
                    <a:pt x="2121" y="205"/>
                  </a:lnTo>
                  <a:lnTo>
                    <a:pt x="2139" y="219"/>
                  </a:lnTo>
                  <a:lnTo>
                    <a:pt x="2495" y="575"/>
                  </a:lnTo>
                  <a:lnTo>
                    <a:pt x="2510" y="593"/>
                  </a:lnTo>
                  <a:lnTo>
                    <a:pt x="2519" y="613"/>
                  </a:lnTo>
                  <a:lnTo>
                    <a:pt x="2523" y="633"/>
                  </a:lnTo>
                  <a:lnTo>
                    <a:pt x="2523" y="655"/>
                  </a:lnTo>
                  <a:lnTo>
                    <a:pt x="2519" y="676"/>
                  </a:lnTo>
                  <a:lnTo>
                    <a:pt x="2510" y="696"/>
                  </a:lnTo>
                  <a:lnTo>
                    <a:pt x="2495" y="713"/>
                  </a:lnTo>
                  <a:lnTo>
                    <a:pt x="2346" y="863"/>
                  </a:lnTo>
                  <a:lnTo>
                    <a:pt x="2379" y="934"/>
                  </a:lnTo>
                  <a:lnTo>
                    <a:pt x="2406" y="1007"/>
                  </a:lnTo>
                  <a:lnTo>
                    <a:pt x="2616" y="1007"/>
                  </a:lnTo>
                  <a:lnTo>
                    <a:pt x="2639" y="1009"/>
                  </a:lnTo>
                  <a:lnTo>
                    <a:pt x="2660" y="1017"/>
                  </a:lnTo>
                  <a:lnTo>
                    <a:pt x="2678" y="1028"/>
                  </a:lnTo>
                  <a:lnTo>
                    <a:pt x="2693" y="1044"/>
                  </a:lnTo>
                  <a:lnTo>
                    <a:pt x="2704" y="1062"/>
                  </a:lnTo>
                  <a:lnTo>
                    <a:pt x="2712" y="1082"/>
                  </a:lnTo>
                  <a:lnTo>
                    <a:pt x="2715" y="1104"/>
                  </a:lnTo>
                  <a:lnTo>
                    <a:pt x="2715" y="1608"/>
                  </a:lnTo>
                  <a:lnTo>
                    <a:pt x="2712" y="1631"/>
                  </a:lnTo>
                  <a:lnTo>
                    <a:pt x="2704" y="1652"/>
                  </a:lnTo>
                  <a:lnTo>
                    <a:pt x="2693" y="1670"/>
                  </a:lnTo>
                  <a:lnTo>
                    <a:pt x="2678" y="1684"/>
                  </a:lnTo>
                  <a:lnTo>
                    <a:pt x="2660" y="1696"/>
                  </a:lnTo>
                  <a:lnTo>
                    <a:pt x="2639" y="1703"/>
                  </a:lnTo>
                  <a:lnTo>
                    <a:pt x="2616" y="1706"/>
                  </a:lnTo>
                  <a:lnTo>
                    <a:pt x="2406" y="1706"/>
                  </a:lnTo>
                  <a:lnTo>
                    <a:pt x="2379" y="1780"/>
                  </a:lnTo>
                  <a:lnTo>
                    <a:pt x="2346" y="1851"/>
                  </a:lnTo>
                  <a:lnTo>
                    <a:pt x="2495" y="1999"/>
                  </a:lnTo>
                  <a:lnTo>
                    <a:pt x="2508" y="2015"/>
                  </a:lnTo>
                  <a:lnTo>
                    <a:pt x="2517" y="2032"/>
                  </a:lnTo>
                  <a:lnTo>
                    <a:pt x="2522" y="2050"/>
                  </a:lnTo>
                  <a:lnTo>
                    <a:pt x="2524" y="2068"/>
                  </a:lnTo>
                  <a:lnTo>
                    <a:pt x="2522" y="2088"/>
                  </a:lnTo>
                  <a:lnTo>
                    <a:pt x="2517" y="2106"/>
                  </a:lnTo>
                  <a:lnTo>
                    <a:pt x="2508" y="2123"/>
                  </a:lnTo>
                  <a:lnTo>
                    <a:pt x="2495" y="2138"/>
                  </a:lnTo>
                  <a:lnTo>
                    <a:pt x="2139" y="2494"/>
                  </a:lnTo>
                  <a:lnTo>
                    <a:pt x="2121" y="2508"/>
                  </a:lnTo>
                  <a:lnTo>
                    <a:pt x="2101" y="2517"/>
                  </a:lnTo>
                  <a:lnTo>
                    <a:pt x="2080" y="2522"/>
                  </a:lnTo>
                  <a:lnTo>
                    <a:pt x="2059" y="2522"/>
                  </a:lnTo>
                  <a:lnTo>
                    <a:pt x="2038" y="2517"/>
                  </a:lnTo>
                  <a:lnTo>
                    <a:pt x="2019" y="2508"/>
                  </a:lnTo>
                  <a:lnTo>
                    <a:pt x="2001" y="2494"/>
                  </a:lnTo>
                  <a:lnTo>
                    <a:pt x="1988" y="2482"/>
                  </a:lnTo>
                  <a:lnTo>
                    <a:pt x="1990" y="2478"/>
                  </a:lnTo>
                  <a:lnTo>
                    <a:pt x="2003" y="2456"/>
                  </a:lnTo>
                  <a:lnTo>
                    <a:pt x="2012" y="2432"/>
                  </a:lnTo>
                  <a:lnTo>
                    <a:pt x="2018" y="2407"/>
                  </a:lnTo>
                  <a:lnTo>
                    <a:pt x="2020" y="2381"/>
                  </a:lnTo>
                  <a:lnTo>
                    <a:pt x="2020" y="1856"/>
                  </a:lnTo>
                  <a:lnTo>
                    <a:pt x="2018" y="1812"/>
                  </a:lnTo>
                  <a:lnTo>
                    <a:pt x="2010" y="1770"/>
                  </a:lnTo>
                  <a:lnTo>
                    <a:pt x="2000" y="1729"/>
                  </a:lnTo>
                  <a:lnTo>
                    <a:pt x="1984" y="1690"/>
                  </a:lnTo>
                  <a:lnTo>
                    <a:pt x="1966" y="1652"/>
                  </a:lnTo>
                  <a:lnTo>
                    <a:pt x="1943" y="1616"/>
                  </a:lnTo>
                  <a:lnTo>
                    <a:pt x="1963" y="1568"/>
                  </a:lnTo>
                  <a:lnTo>
                    <a:pt x="1978" y="1517"/>
                  </a:lnTo>
                  <a:lnTo>
                    <a:pt x="1989" y="1466"/>
                  </a:lnTo>
                  <a:lnTo>
                    <a:pt x="1997" y="1411"/>
                  </a:lnTo>
                  <a:lnTo>
                    <a:pt x="1999" y="1357"/>
                  </a:lnTo>
                  <a:lnTo>
                    <a:pt x="1996" y="1291"/>
                  </a:lnTo>
                  <a:lnTo>
                    <a:pt x="1985" y="1228"/>
                  </a:lnTo>
                  <a:lnTo>
                    <a:pt x="1969" y="1166"/>
                  </a:lnTo>
                  <a:lnTo>
                    <a:pt x="1948" y="1108"/>
                  </a:lnTo>
                  <a:lnTo>
                    <a:pt x="1921" y="1051"/>
                  </a:lnTo>
                  <a:lnTo>
                    <a:pt x="1889" y="999"/>
                  </a:lnTo>
                  <a:lnTo>
                    <a:pt x="1852" y="950"/>
                  </a:lnTo>
                  <a:lnTo>
                    <a:pt x="1810" y="904"/>
                  </a:lnTo>
                  <a:lnTo>
                    <a:pt x="1765" y="862"/>
                  </a:lnTo>
                  <a:lnTo>
                    <a:pt x="1716" y="825"/>
                  </a:lnTo>
                  <a:lnTo>
                    <a:pt x="1663" y="793"/>
                  </a:lnTo>
                  <a:lnTo>
                    <a:pt x="1607" y="766"/>
                  </a:lnTo>
                  <a:lnTo>
                    <a:pt x="1547" y="744"/>
                  </a:lnTo>
                  <a:lnTo>
                    <a:pt x="1487" y="729"/>
                  </a:lnTo>
                  <a:lnTo>
                    <a:pt x="1423" y="719"/>
                  </a:lnTo>
                  <a:lnTo>
                    <a:pt x="1357" y="715"/>
                  </a:lnTo>
                  <a:lnTo>
                    <a:pt x="1292" y="719"/>
                  </a:lnTo>
                  <a:lnTo>
                    <a:pt x="1228" y="729"/>
                  </a:lnTo>
                  <a:lnTo>
                    <a:pt x="1167" y="744"/>
                  </a:lnTo>
                  <a:lnTo>
                    <a:pt x="1108" y="766"/>
                  </a:lnTo>
                  <a:lnTo>
                    <a:pt x="1052" y="793"/>
                  </a:lnTo>
                  <a:lnTo>
                    <a:pt x="999" y="825"/>
                  </a:lnTo>
                  <a:lnTo>
                    <a:pt x="950" y="862"/>
                  </a:lnTo>
                  <a:lnTo>
                    <a:pt x="905" y="904"/>
                  </a:lnTo>
                  <a:lnTo>
                    <a:pt x="863" y="950"/>
                  </a:lnTo>
                  <a:lnTo>
                    <a:pt x="826" y="999"/>
                  </a:lnTo>
                  <a:lnTo>
                    <a:pt x="794" y="1051"/>
                  </a:lnTo>
                  <a:lnTo>
                    <a:pt x="766" y="1108"/>
                  </a:lnTo>
                  <a:lnTo>
                    <a:pt x="745" y="1166"/>
                  </a:lnTo>
                  <a:lnTo>
                    <a:pt x="729" y="1228"/>
                  </a:lnTo>
                  <a:lnTo>
                    <a:pt x="719" y="1291"/>
                  </a:lnTo>
                  <a:lnTo>
                    <a:pt x="716" y="1357"/>
                  </a:lnTo>
                  <a:lnTo>
                    <a:pt x="718" y="1411"/>
                  </a:lnTo>
                  <a:lnTo>
                    <a:pt x="726" y="1466"/>
                  </a:lnTo>
                  <a:lnTo>
                    <a:pt x="737" y="1518"/>
                  </a:lnTo>
                  <a:lnTo>
                    <a:pt x="753" y="1568"/>
                  </a:lnTo>
                  <a:lnTo>
                    <a:pt x="772" y="1617"/>
                  </a:lnTo>
                  <a:lnTo>
                    <a:pt x="750" y="1653"/>
                  </a:lnTo>
                  <a:lnTo>
                    <a:pt x="731" y="1691"/>
                  </a:lnTo>
                  <a:lnTo>
                    <a:pt x="715" y="1730"/>
                  </a:lnTo>
                  <a:lnTo>
                    <a:pt x="705" y="1771"/>
                  </a:lnTo>
                  <a:lnTo>
                    <a:pt x="697" y="1814"/>
                  </a:lnTo>
                  <a:lnTo>
                    <a:pt x="695" y="1857"/>
                  </a:lnTo>
                  <a:lnTo>
                    <a:pt x="695" y="2381"/>
                  </a:lnTo>
                  <a:lnTo>
                    <a:pt x="697" y="2407"/>
                  </a:lnTo>
                  <a:lnTo>
                    <a:pt x="702" y="2432"/>
                  </a:lnTo>
                  <a:lnTo>
                    <a:pt x="712" y="2456"/>
                  </a:lnTo>
                  <a:lnTo>
                    <a:pt x="724" y="2478"/>
                  </a:lnTo>
                  <a:lnTo>
                    <a:pt x="727" y="2482"/>
                  </a:lnTo>
                  <a:lnTo>
                    <a:pt x="714" y="2494"/>
                  </a:lnTo>
                  <a:lnTo>
                    <a:pt x="696" y="2508"/>
                  </a:lnTo>
                  <a:lnTo>
                    <a:pt x="676" y="2517"/>
                  </a:lnTo>
                  <a:lnTo>
                    <a:pt x="655" y="2522"/>
                  </a:lnTo>
                  <a:lnTo>
                    <a:pt x="634" y="2522"/>
                  </a:lnTo>
                  <a:lnTo>
                    <a:pt x="614" y="2517"/>
                  </a:lnTo>
                  <a:lnTo>
                    <a:pt x="594" y="2508"/>
                  </a:lnTo>
                  <a:lnTo>
                    <a:pt x="576" y="2494"/>
                  </a:lnTo>
                  <a:lnTo>
                    <a:pt x="220" y="2138"/>
                  </a:lnTo>
                  <a:lnTo>
                    <a:pt x="207" y="2123"/>
                  </a:lnTo>
                  <a:lnTo>
                    <a:pt x="198" y="2106"/>
                  </a:lnTo>
                  <a:lnTo>
                    <a:pt x="193" y="2088"/>
                  </a:lnTo>
                  <a:lnTo>
                    <a:pt x="191" y="2068"/>
                  </a:lnTo>
                  <a:lnTo>
                    <a:pt x="193" y="2050"/>
                  </a:lnTo>
                  <a:lnTo>
                    <a:pt x="198" y="2032"/>
                  </a:lnTo>
                  <a:lnTo>
                    <a:pt x="207" y="2015"/>
                  </a:lnTo>
                  <a:lnTo>
                    <a:pt x="220" y="1999"/>
                  </a:lnTo>
                  <a:lnTo>
                    <a:pt x="369" y="1851"/>
                  </a:lnTo>
                  <a:lnTo>
                    <a:pt x="336" y="1780"/>
                  </a:lnTo>
                  <a:lnTo>
                    <a:pt x="309" y="1706"/>
                  </a:lnTo>
                  <a:lnTo>
                    <a:pt x="97" y="1706"/>
                  </a:lnTo>
                  <a:lnTo>
                    <a:pt x="75" y="1703"/>
                  </a:lnTo>
                  <a:lnTo>
                    <a:pt x="54" y="1696"/>
                  </a:lnTo>
                  <a:lnTo>
                    <a:pt x="37" y="1684"/>
                  </a:lnTo>
                  <a:lnTo>
                    <a:pt x="22" y="1670"/>
                  </a:lnTo>
                  <a:lnTo>
                    <a:pt x="10" y="1652"/>
                  </a:lnTo>
                  <a:lnTo>
                    <a:pt x="3" y="1631"/>
                  </a:lnTo>
                  <a:lnTo>
                    <a:pt x="0" y="1608"/>
                  </a:lnTo>
                  <a:lnTo>
                    <a:pt x="0" y="1104"/>
                  </a:lnTo>
                  <a:lnTo>
                    <a:pt x="3" y="1082"/>
                  </a:lnTo>
                  <a:lnTo>
                    <a:pt x="10" y="1062"/>
                  </a:lnTo>
                  <a:lnTo>
                    <a:pt x="22" y="1044"/>
                  </a:lnTo>
                  <a:lnTo>
                    <a:pt x="37" y="1028"/>
                  </a:lnTo>
                  <a:lnTo>
                    <a:pt x="54" y="1017"/>
                  </a:lnTo>
                  <a:lnTo>
                    <a:pt x="75" y="1009"/>
                  </a:lnTo>
                  <a:lnTo>
                    <a:pt x="97" y="1007"/>
                  </a:lnTo>
                  <a:lnTo>
                    <a:pt x="309" y="1007"/>
                  </a:lnTo>
                  <a:lnTo>
                    <a:pt x="336" y="934"/>
                  </a:lnTo>
                  <a:lnTo>
                    <a:pt x="369" y="863"/>
                  </a:lnTo>
                  <a:lnTo>
                    <a:pt x="220" y="713"/>
                  </a:lnTo>
                  <a:lnTo>
                    <a:pt x="207" y="698"/>
                  </a:lnTo>
                  <a:lnTo>
                    <a:pt x="198" y="682"/>
                  </a:lnTo>
                  <a:lnTo>
                    <a:pt x="193" y="664"/>
                  </a:lnTo>
                  <a:lnTo>
                    <a:pt x="191" y="644"/>
                  </a:lnTo>
                  <a:lnTo>
                    <a:pt x="193" y="625"/>
                  </a:lnTo>
                  <a:lnTo>
                    <a:pt x="198" y="607"/>
                  </a:lnTo>
                  <a:lnTo>
                    <a:pt x="207" y="591"/>
                  </a:lnTo>
                  <a:lnTo>
                    <a:pt x="220" y="575"/>
                  </a:lnTo>
                  <a:lnTo>
                    <a:pt x="576" y="219"/>
                  </a:lnTo>
                  <a:lnTo>
                    <a:pt x="594" y="205"/>
                  </a:lnTo>
                  <a:lnTo>
                    <a:pt x="614" y="196"/>
                  </a:lnTo>
                  <a:lnTo>
                    <a:pt x="634" y="191"/>
                  </a:lnTo>
                  <a:lnTo>
                    <a:pt x="655" y="191"/>
                  </a:lnTo>
                  <a:lnTo>
                    <a:pt x="676" y="196"/>
                  </a:lnTo>
                  <a:lnTo>
                    <a:pt x="696" y="205"/>
                  </a:lnTo>
                  <a:lnTo>
                    <a:pt x="714" y="219"/>
                  </a:lnTo>
                  <a:lnTo>
                    <a:pt x="863" y="368"/>
                  </a:lnTo>
                  <a:lnTo>
                    <a:pt x="934" y="335"/>
                  </a:lnTo>
                  <a:lnTo>
                    <a:pt x="1007" y="308"/>
                  </a:lnTo>
                  <a:lnTo>
                    <a:pt x="1007" y="98"/>
                  </a:lnTo>
                  <a:lnTo>
                    <a:pt x="1010" y="75"/>
                  </a:lnTo>
                  <a:lnTo>
                    <a:pt x="1018" y="55"/>
                  </a:lnTo>
                  <a:lnTo>
                    <a:pt x="1029" y="36"/>
                  </a:lnTo>
                  <a:lnTo>
                    <a:pt x="1044" y="21"/>
                  </a:lnTo>
                  <a:lnTo>
                    <a:pt x="1063" y="10"/>
                  </a:lnTo>
                  <a:lnTo>
                    <a:pt x="1083" y="2"/>
                  </a:lnTo>
                  <a:lnTo>
                    <a:pt x="1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8" name="Freeform 307">
              <a:extLst>
                <a:ext uri="{FF2B5EF4-FFF2-40B4-BE49-F238E27FC236}">
                  <a16:creationId xmlns:a16="http://schemas.microsoft.com/office/drawing/2014/main" id="{57857D0C-3682-4A73-9E36-B9820E3B0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913" y="3295650"/>
              <a:ext cx="147638" cy="268288"/>
            </a:xfrm>
            <a:custGeom>
              <a:avLst/>
              <a:gdLst>
                <a:gd name="T0" fmla="*/ 287 w 1025"/>
                <a:gd name="T1" fmla="*/ 3 h 1856"/>
                <a:gd name="T2" fmla="*/ 301 w 1025"/>
                <a:gd name="T3" fmla="*/ 17 h 1856"/>
                <a:gd name="T4" fmla="*/ 330 w 1025"/>
                <a:gd name="T5" fmla="*/ 70 h 1856"/>
                <a:gd name="T6" fmla="*/ 366 w 1025"/>
                <a:gd name="T7" fmla="*/ 132 h 1856"/>
                <a:gd name="T8" fmla="*/ 406 w 1025"/>
                <a:gd name="T9" fmla="*/ 197 h 1856"/>
                <a:gd name="T10" fmla="*/ 447 w 1025"/>
                <a:gd name="T11" fmla="*/ 258 h 1856"/>
                <a:gd name="T12" fmla="*/ 482 w 1025"/>
                <a:gd name="T13" fmla="*/ 309 h 1856"/>
                <a:gd name="T14" fmla="*/ 506 w 1025"/>
                <a:gd name="T15" fmla="*/ 327 h 1856"/>
                <a:gd name="T16" fmla="*/ 532 w 1025"/>
                <a:gd name="T17" fmla="*/ 321 h 1856"/>
                <a:gd name="T18" fmla="*/ 560 w 1025"/>
                <a:gd name="T19" fmla="*/ 285 h 1856"/>
                <a:gd name="T20" fmla="*/ 598 w 1025"/>
                <a:gd name="T21" fmla="*/ 229 h 1856"/>
                <a:gd name="T22" fmla="*/ 639 w 1025"/>
                <a:gd name="T23" fmla="*/ 165 h 1856"/>
                <a:gd name="T24" fmla="*/ 677 w 1025"/>
                <a:gd name="T25" fmla="*/ 100 h 1856"/>
                <a:gd name="T26" fmla="*/ 711 w 1025"/>
                <a:gd name="T27" fmla="*/ 42 h 1856"/>
                <a:gd name="T28" fmla="*/ 732 w 1025"/>
                <a:gd name="T29" fmla="*/ 7 h 1856"/>
                <a:gd name="T30" fmla="*/ 756 w 1025"/>
                <a:gd name="T31" fmla="*/ 1 h 1856"/>
                <a:gd name="T32" fmla="*/ 843 w 1025"/>
                <a:gd name="T33" fmla="*/ 28 h 1856"/>
                <a:gd name="T34" fmla="*/ 910 w 1025"/>
                <a:gd name="T35" fmla="*/ 60 h 1856"/>
                <a:gd name="T36" fmla="*/ 963 w 1025"/>
                <a:gd name="T37" fmla="*/ 109 h 1856"/>
                <a:gd name="T38" fmla="*/ 1002 w 1025"/>
                <a:gd name="T39" fmla="*/ 171 h 1856"/>
                <a:gd name="T40" fmla="*/ 1022 w 1025"/>
                <a:gd name="T41" fmla="*/ 241 h 1856"/>
                <a:gd name="T42" fmla="*/ 1025 w 1025"/>
                <a:gd name="T43" fmla="*/ 804 h 1856"/>
                <a:gd name="T44" fmla="*/ 1023 w 1025"/>
                <a:gd name="T45" fmla="*/ 814 h 1856"/>
                <a:gd name="T46" fmla="*/ 832 w 1025"/>
                <a:gd name="T47" fmla="*/ 1105 h 1856"/>
                <a:gd name="T48" fmla="*/ 830 w 1025"/>
                <a:gd name="T49" fmla="*/ 1841 h 1856"/>
                <a:gd name="T50" fmla="*/ 816 w 1025"/>
                <a:gd name="T51" fmla="*/ 1854 h 1856"/>
                <a:gd name="T52" fmla="*/ 219 w 1025"/>
                <a:gd name="T53" fmla="*/ 1856 h 1856"/>
                <a:gd name="T54" fmla="*/ 200 w 1025"/>
                <a:gd name="T55" fmla="*/ 1849 h 1856"/>
                <a:gd name="T56" fmla="*/ 193 w 1025"/>
                <a:gd name="T57" fmla="*/ 1830 h 1856"/>
                <a:gd name="T58" fmla="*/ 4 w 1025"/>
                <a:gd name="T59" fmla="*/ 819 h 1856"/>
                <a:gd name="T60" fmla="*/ 0 w 1025"/>
                <a:gd name="T61" fmla="*/ 810 h 1856"/>
                <a:gd name="T62" fmla="*/ 0 w 1025"/>
                <a:gd name="T63" fmla="*/ 280 h 1856"/>
                <a:gd name="T64" fmla="*/ 10 w 1025"/>
                <a:gd name="T65" fmla="*/ 207 h 1856"/>
                <a:gd name="T66" fmla="*/ 40 w 1025"/>
                <a:gd name="T67" fmla="*/ 140 h 1856"/>
                <a:gd name="T68" fmla="*/ 87 w 1025"/>
                <a:gd name="T69" fmla="*/ 83 h 1856"/>
                <a:gd name="T70" fmla="*/ 148 w 1025"/>
                <a:gd name="T71" fmla="*/ 41 h 1856"/>
                <a:gd name="T72" fmla="*/ 185 w 1025"/>
                <a:gd name="T73" fmla="*/ 27 h 1856"/>
                <a:gd name="T74" fmla="*/ 202 w 1025"/>
                <a:gd name="T75" fmla="*/ 21 h 1856"/>
                <a:gd name="T76" fmla="*/ 228 w 1025"/>
                <a:gd name="T77" fmla="*/ 13 h 1856"/>
                <a:gd name="T78" fmla="*/ 255 w 1025"/>
                <a:gd name="T79" fmla="*/ 6 h 1856"/>
                <a:gd name="T80" fmla="*/ 273 w 1025"/>
                <a:gd name="T81" fmla="*/ 1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25" h="1856">
                  <a:moveTo>
                    <a:pt x="276" y="0"/>
                  </a:moveTo>
                  <a:lnTo>
                    <a:pt x="287" y="3"/>
                  </a:lnTo>
                  <a:lnTo>
                    <a:pt x="295" y="8"/>
                  </a:lnTo>
                  <a:lnTo>
                    <a:pt x="301" y="17"/>
                  </a:lnTo>
                  <a:lnTo>
                    <a:pt x="314" y="42"/>
                  </a:lnTo>
                  <a:lnTo>
                    <a:pt x="330" y="70"/>
                  </a:lnTo>
                  <a:lnTo>
                    <a:pt x="348" y="100"/>
                  </a:lnTo>
                  <a:lnTo>
                    <a:pt x="366" y="132"/>
                  </a:lnTo>
                  <a:lnTo>
                    <a:pt x="386" y="165"/>
                  </a:lnTo>
                  <a:lnTo>
                    <a:pt x="406" y="197"/>
                  </a:lnTo>
                  <a:lnTo>
                    <a:pt x="427" y="229"/>
                  </a:lnTo>
                  <a:lnTo>
                    <a:pt x="447" y="258"/>
                  </a:lnTo>
                  <a:lnTo>
                    <a:pt x="465" y="285"/>
                  </a:lnTo>
                  <a:lnTo>
                    <a:pt x="482" y="309"/>
                  </a:lnTo>
                  <a:lnTo>
                    <a:pt x="493" y="321"/>
                  </a:lnTo>
                  <a:lnTo>
                    <a:pt x="506" y="327"/>
                  </a:lnTo>
                  <a:lnTo>
                    <a:pt x="519" y="327"/>
                  </a:lnTo>
                  <a:lnTo>
                    <a:pt x="532" y="321"/>
                  </a:lnTo>
                  <a:lnTo>
                    <a:pt x="543" y="309"/>
                  </a:lnTo>
                  <a:lnTo>
                    <a:pt x="560" y="285"/>
                  </a:lnTo>
                  <a:lnTo>
                    <a:pt x="578" y="258"/>
                  </a:lnTo>
                  <a:lnTo>
                    <a:pt x="598" y="229"/>
                  </a:lnTo>
                  <a:lnTo>
                    <a:pt x="618" y="197"/>
                  </a:lnTo>
                  <a:lnTo>
                    <a:pt x="639" y="165"/>
                  </a:lnTo>
                  <a:lnTo>
                    <a:pt x="658" y="132"/>
                  </a:lnTo>
                  <a:lnTo>
                    <a:pt x="677" y="100"/>
                  </a:lnTo>
                  <a:lnTo>
                    <a:pt x="695" y="70"/>
                  </a:lnTo>
                  <a:lnTo>
                    <a:pt x="711" y="42"/>
                  </a:lnTo>
                  <a:lnTo>
                    <a:pt x="723" y="17"/>
                  </a:lnTo>
                  <a:lnTo>
                    <a:pt x="732" y="7"/>
                  </a:lnTo>
                  <a:lnTo>
                    <a:pt x="743" y="1"/>
                  </a:lnTo>
                  <a:lnTo>
                    <a:pt x="756" y="1"/>
                  </a:lnTo>
                  <a:lnTo>
                    <a:pt x="842" y="28"/>
                  </a:lnTo>
                  <a:lnTo>
                    <a:pt x="843" y="28"/>
                  </a:lnTo>
                  <a:lnTo>
                    <a:pt x="877" y="41"/>
                  </a:lnTo>
                  <a:lnTo>
                    <a:pt x="910" y="60"/>
                  </a:lnTo>
                  <a:lnTo>
                    <a:pt x="938" y="83"/>
                  </a:lnTo>
                  <a:lnTo>
                    <a:pt x="963" y="109"/>
                  </a:lnTo>
                  <a:lnTo>
                    <a:pt x="985" y="139"/>
                  </a:lnTo>
                  <a:lnTo>
                    <a:pt x="1002" y="171"/>
                  </a:lnTo>
                  <a:lnTo>
                    <a:pt x="1014" y="206"/>
                  </a:lnTo>
                  <a:lnTo>
                    <a:pt x="1022" y="241"/>
                  </a:lnTo>
                  <a:lnTo>
                    <a:pt x="1025" y="279"/>
                  </a:lnTo>
                  <a:lnTo>
                    <a:pt x="1025" y="804"/>
                  </a:lnTo>
                  <a:lnTo>
                    <a:pt x="1024" y="810"/>
                  </a:lnTo>
                  <a:lnTo>
                    <a:pt x="1023" y="814"/>
                  </a:lnTo>
                  <a:lnTo>
                    <a:pt x="1021" y="819"/>
                  </a:lnTo>
                  <a:lnTo>
                    <a:pt x="832" y="1105"/>
                  </a:lnTo>
                  <a:lnTo>
                    <a:pt x="832" y="1830"/>
                  </a:lnTo>
                  <a:lnTo>
                    <a:pt x="830" y="1841"/>
                  </a:lnTo>
                  <a:lnTo>
                    <a:pt x="825" y="1849"/>
                  </a:lnTo>
                  <a:lnTo>
                    <a:pt x="816" y="1854"/>
                  </a:lnTo>
                  <a:lnTo>
                    <a:pt x="806" y="1856"/>
                  </a:lnTo>
                  <a:lnTo>
                    <a:pt x="219" y="1856"/>
                  </a:lnTo>
                  <a:lnTo>
                    <a:pt x="209" y="1854"/>
                  </a:lnTo>
                  <a:lnTo>
                    <a:pt x="200" y="1849"/>
                  </a:lnTo>
                  <a:lnTo>
                    <a:pt x="195" y="1841"/>
                  </a:lnTo>
                  <a:lnTo>
                    <a:pt x="193" y="1830"/>
                  </a:lnTo>
                  <a:lnTo>
                    <a:pt x="193" y="1105"/>
                  </a:lnTo>
                  <a:lnTo>
                    <a:pt x="4" y="819"/>
                  </a:lnTo>
                  <a:lnTo>
                    <a:pt x="2" y="814"/>
                  </a:lnTo>
                  <a:lnTo>
                    <a:pt x="0" y="810"/>
                  </a:lnTo>
                  <a:lnTo>
                    <a:pt x="0" y="804"/>
                  </a:lnTo>
                  <a:lnTo>
                    <a:pt x="0" y="280"/>
                  </a:lnTo>
                  <a:lnTo>
                    <a:pt x="3" y="242"/>
                  </a:lnTo>
                  <a:lnTo>
                    <a:pt x="10" y="207"/>
                  </a:lnTo>
                  <a:lnTo>
                    <a:pt x="23" y="172"/>
                  </a:lnTo>
                  <a:lnTo>
                    <a:pt x="40" y="140"/>
                  </a:lnTo>
                  <a:lnTo>
                    <a:pt x="62" y="110"/>
                  </a:lnTo>
                  <a:lnTo>
                    <a:pt x="87" y="83"/>
                  </a:lnTo>
                  <a:lnTo>
                    <a:pt x="115" y="61"/>
                  </a:lnTo>
                  <a:lnTo>
                    <a:pt x="148" y="41"/>
                  </a:lnTo>
                  <a:lnTo>
                    <a:pt x="183" y="28"/>
                  </a:lnTo>
                  <a:lnTo>
                    <a:pt x="185" y="27"/>
                  </a:lnTo>
                  <a:lnTo>
                    <a:pt x="193" y="25"/>
                  </a:lnTo>
                  <a:lnTo>
                    <a:pt x="202" y="21"/>
                  </a:lnTo>
                  <a:lnTo>
                    <a:pt x="215" y="17"/>
                  </a:lnTo>
                  <a:lnTo>
                    <a:pt x="228" y="13"/>
                  </a:lnTo>
                  <a:lnTo>
                    <a:pt x="242" y="10"/>
                  </a:lnTo>
                  <a:lnTo>
                    <a:pt x="255" y="6"/>
                  </a:lnTo>
                  <a:lnTo>
                    <a:pt x="266" y="3"/>
                  </a:lnTo>
                  <a:lnTo>
                    <a:pt x="273" y="1"/>
                  </a:lnTo>
                  <a:lnTo>
                    <a:pt x="2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20DBD7B-BAA3-4A2E-B313-1053FEED5083}"/>
              </a:ext>
            </a:extLst>
          </p:cNvPr>
          <p:cNvGrpSpPr/>
          <p:nvPr/>
        </p:nvGrpSpPr>
        <p:grpSpPr>
          <a:xfrm>
            <a:off x="3528729" y="5856645"/>
            <a:ext cx="337987" cy="375140"/>
            <a:chOff x="5405438" y="3124200"/>
            <a:chExt cx="447675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80" name="Freeform 321">
              <a:extLst>
                <a:ext uri="{FF2B5EF4-FFF2-40B4-BE49-F238E27FC236}">
                  <a16:creationId xmlns:a16="http://schemas.microsoft.com/office/drawing/2014/main" id="{ABCC81DB-CA70-4B16-A2F9-9A9AEE351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3226" y="3124200"/>
              <a:ext cx="165100" cy="165100"/>
            </a:xfrm>
            <a:custGeom>
              <a:avLst/>
              <a:gdLst>
                <a:gd name="T0" fmla="*/ 628 w 1141"/>
                <a:gd name="T1" fmla="*/ 2 h 1142"/>
                <a:gd name="T2" fmla="*/ 740 w 1141"/>
                <a:gd name="T3" fmla="*/ 25 h 1142"/>
                <a:gd name="T4" fmla="*/ 842 w 1141"/>
                <a:gd name="T5" fmla="*/ 68 h 1142"/>
                <a:gd name="T6" fmla="*/ 933 w 1141"/>
                <a:gd name="T7" fmla="*/ 130 h 1142"/>
                <a:gd name="T8" fmla="*/ 1010 w 1141"/>
                <a:gd name="T9" fmla="*/ 207 h 1142"/>
                <a:gd name="T10" fmla="*/ 1072 w 1141"/>
                <a:gd name="T11" fmla="*/ 299 h 1142"/>
                <a:gd name="T12" fmla="*/ 1114 w 1141"/>
                <a:gd name="T13" fmla="*/ 401 h 1142"/>
                <a:gd name="T14" fmla="*/ 1137 w 1141"/>
                <a:gd name="T15" fmla="*/ 512 h 1142"/>
                <a:gd name="T16" fmla="*/ 1137 w 1141"/>
                <a:gd name="T17" fmla="*/ 629 h 1142"/>
                <a:gd name="T18" fmla="*/ 1114 w 1141"/>
                <a:gd name="T19" fmla="*/ 740 h 1142"/>
                <a:gd name="T20" fmla="*/ 1072 w 1141"/>
                <a:gd name="T21" fmla="*/ 843 h 1142"/>
                <a:gd name="T22" fmla="*/ 1010 w 1141"/>
                <a:gd name="T23" fmla="*/ 934 h 1142"/>
                <a:gd name="T24" fmla="*/ 933 w 1141"/>
                <a:gd name="T25" fmla="*/ 1011 h 1142"/>
                <a:gd name="T26" fmla="*/ 842 w 1141"/>
                <a:gd name="T27" fmla="*/ 1073 h 1142"/>
                <a:gd name="T28" fmla="*/ 740 w 1141"/>
                <a:gd name="T29" fmla="*/ 1116 h 1142"/>
                <a:gd name="T30" fmla="*/ 628 w 1141"/>
                <a:gd name="T31" fmla="*/ 1139 h 1142"/>
                <a:gd name="T32" fmla="*/ 512 w 1141"/>
                <a:gd name="T33" fmla="*/ 1139 h 1142"/>
                <a:gd name="T34" fmla="*/ 402 w 1141"/>
                <a:gd name="T35" fmla="*/ 1116 h 1142"/>
                <a:gd name="T36" fmla="*/ 299 w 1141"/>
                <a:gd name="T37" fmla="*/ 1073 h 1142"/>
                <a:gd name="T38" fmla="*/ 208 w 1141"/>
                <a:gd name="T39" fmla="*/ 1011 h 1142"/>
                <a:gd name="T40" fmla="*/ 131 w 1141"/>
                <a:gd name="T41" fmla="*/ 934 h 1142"/>
                <a:gd name="T42" fmla="*/ 69 w 1141"/>
                <a:gd name="T43" fmla="*/ 843 h 1142"/>
                <a:gd name="T44" fmla="*/ 26 w 1141"/>
                <a:gd name="T45" fmla="*/ 740 h 1142"/>
                <a:gd name="T46" fmla="*/ 3 w 1141"/>
                <a:gd name="T47" fmla="*/ 629 h 1142"/>
                <a:gd name="T48" fmla="*/ 3 w 1141"/>
                <a:gd name="T49" fmla="*/ 512 h 1142"/>
                <a:gd name="T50" fmla="*/ 26 w 1141"/>
                <a:gd name="T51" fmla="*/ 401 h 1142"/>
                <a:gd name="T52" fmla="*/ 69 w 1141"/>
                <a:gd name="T53" fmla="*/ 299 h 1142"/>
                <a:gd name="T54" fmla="*/ 131 w 1141"/>
                <a:gd name="T55" fmla="*/ 207 h 1142"/>
                <a:gd name="T56" fmla="*/ 208 w 1141"/>
                <a:gd name="T57" fmla="*/ 130 h 1142"/>
                <a:gd name="T58" fmla="*/ 299 w 1141"/>
                <a:gd name="T59" fmla="*/ 68 h 1142"/>
                <a:gd name="T60" fmla="*/ 402 w 1141"/>
                <a:gd name="T61" fmla="*/ 25 h 1142"/>
                <a:gd name="T62" fmla="*/ 512 w 1141"/>
                <a:gd name="T63" fmla="*/ 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41" h="1142">
                  <a:moveTo>
                    <a:pt x="571" y="0"/>
                  </a:moveTo>
                  <a:lnTo>
                    <a:pt x="628" y="2"/>
                  </a:lnTo>
                  <a:lnTo>
                    <a:pt x="685" y="12"/>
                  </a:lnTo>
                  <a:lnTo>
                    <a:pt x="740" y="25"/>
                  </a:lnTo>
                  <a:lnTo>
                    <a:pt x="793" y="44"/>
                  </a:lnTo>
                  <a:lnTo>
                    <a:pt x="842" y="68"/>
                  </a:lnTo>
                  <a:lnTo>
                    <a:pt x="889" y="98"/>
                  </a:lnTo>
                  <a:lnTo>
                    <a:pt x="933" y="130"/>
                  </a:lnTo>
                  <a:lnTo>
                    <a:pt x="973" y="167"/>
                  </a:lnTo>
                  <a:lnTo>
                    <a:pt x="1010" y="207"/>
                  </a:lnTo>
                  <a:lnTo>
                    <a:pt x="1043" y="251"/>
                  </a:lnTo>
                  <a:lnTo>
                    <a:pt x="1072" y="299"/>
                  </a:lnTo>
                  <a:lnTo>
                    <a:pt x="1096" y="349"/>
                  </a:lnTo>
                  <a:lnTo>
                    <a:pt x="1114" y="401"/>
                  </a:lnTo>
                  <a:lnTo>
                    <a:pt x="1129" y="456"/>
                  </a:lnTo>
                  <a:lnTo>
                    <a:pt x="1137" y="512"/>
                  </a:lnTo>
                  <a:lnTo>
                    <a:pt x="1141" y="571"/>
                  </a:lnTo>
                  <a:lnTo>
                    <a:pt x="1137" y="629"/>
                  </a:lnTo>
                  <a:lnTo>
                    <a:pt x="1129" y="686"/>
                  </a:lnTo>
                  <a:lnTo>
                    <a:pt x="1114" y="740"/>
                  </a:lnTo>
                  <a:lnTo>
                    <a:pt x="1096" y="793"/>
                  </a:lnTo>
                  <a:lnTo>
                    <a:pt x="1072" y="843"/>
                  </a:lnTo>
                  <a:lnTo>
                    <a:pt x="1043" y="890"/>
                  </a:lnTo>
                  <a:lnTo>
                    <a:pt x="1010" y="934"/>
                  </a:lnTo>
                  <a:lnTo>
                    <a:pt x="973" y="975"/>
                  </a:lnTo>
                  <a:lnTo>
                    <a:pt x="933" y="1011"/>
                  </a:lnTo>
                  <a:lnTo>
                    <a:pt x="889" y="1044"/>
                  </a:lnTo>
                  <a:lnTo>
                    <a:pt x="842" y="1073"/>
                  </a:lnTo>
                  <a:lnTo>
                    <a:pt x="793" y="1097"/>
                  </a:lnTo>
                  <a:lnTo>
                    <a:pt x="740" y="1116"/>
                  </a:lnTo>
                  <a:lnTo>
                    <a:pt x="685" y="1130"/>
                  </a:lnTo>
                  <a:lnTo>
                    <a:pt x="628" y="1139"/>
                  </a:lnTo>
                  <a:lnTo>
                    <a:pt x="571" y="1142"/>
                  </a:lnTo>
                  <a:lnTo>
                    <a:pt x="512" y="1139"/>
                  </a:lnTo>
                  <a:lnTo>
                    <a:pt x="456" y="1130"/>
                  </a:lnTo>
                  <a:lnTo>
                    <a:pt x="402" y="1116"/>
                  </a:lnTo>
                  <a:lnTo>
                    <a:pt x="348" y="1097"/>
                  </a:lnTo>
                  <a:lnTo>
                    <a:pt x="299" y="1073"/>
                  </a:lnTo>
                  <a:lnTo>
                    <a:pt x="252" y="1044"/>
                  </a:lnTo>
                  <a:lnTo>
                    <a:pt x="208" y="1011"/>
                  </a:lnTo>
                  <a:lnTo>
                    <a:pt x="168" y="975"/>
                  </a:lnTo>
                  <a:lnTo>
                    <a:pt x="131" y="934"/>
                  </a:lnTo>
                  <a:lnTo>
                    <a:pt x="98" y="890"/>
                  </a:lnTo>
                  <a:lnTo>
                    <a:pt x="69" y="843"/>
                  </a:lnTo>
                  <a:lnTo>
                    <a:pt x="45" y="793"/>
                  </a:lnTo>
                  <a:lnTo>
                    <a:pt x="26" y="740"/>
                  </a:lnTo>
                  <a:lnTo>
                    <a:pt x="12" y="686"/>
                  </a:lnTo>
                  <a:lnTo>
                    <a:pt x="3" y="629"/>
                  </a:lnTo>
                  <a:lnTo>
                    <a:pt x="0" y="571"/>
                  </a:lnTo>
                  <a:lnTo>
                    <a:pt x="3" y="512"/>
                  </a:lnTo>
                  <a:lnTo>
                    <a:pt x="12" y="456"/>
                  </a:lnTo>
                  <a:lnTo>
                    <a:pt x="26" y="401"/>
                  </a:lnTo>
                  <a:lnTo>
                    <a:pt x="45" y="349"/>
                  </a:lnTo>
                  <a:lnTo>
                    <a:pt x="69" y="299"/>
                  </a:lnTo>
                  <a:lnTo>
                    <a:pt x="98" y="251"/>
                  </a:lnTo>
                  <a:lnTo>
                    <a:pt x="131" y="207"/>
                  </a:lnTo>
                  <a:lnTo>
                    <a:pt x="168" y="167"/>
                  </a:lnTo>
                  <a:lnTo>
                    <a:pt x="208" y="130"/>
                  </a:lnTo>
                  <a:lnTo>
                    <a:pt x="252" y="98"/>
                  </a:lnTo>
                  <a:lnTo>
                    <a:pt x="299" y="68"/>
                  </a:lnTo>
                  <a:lnTo>
                    <a:pt x="348" y="44"/>
                  </a:lnTo>
                  <a:lnTo>
                    <a:pt x="402" y="25"/>
                  </a:lnTo>
                  <a:lnTo>
                    <a:pt x="456" y="12"/>
                  </a:lnTo>
                  <a:lnTo>
                    <a:pt x="512" y="2"/>
                  </a:lnTo>
                  <a:lnTo>
                    <a:pt x="5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1" name="Freeform 322">
              <a:extLst>
                <a:ext uri="{FF2B5EF4-FFF2-40B4-BE49-F238E27FC236}">
                  <a16:creationId xmlns:a16="http://schemas.microsoft.com/office/drawing/2014/main" id="{E75304B4-100A-490B-9A3A-C2D574E432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65788" y="3433763"/>
              <a:ext cx="187325" cy="187325"/>
            </a:xfrm>
            <a:custGeom>
              <a:avLst/>
              <a:gdLst>
                <a:gd name="T0" fmla="*/ 940 w 1290"/>
                <a:gd name="T1" fmla="*/ 328 h 1291"/>
                <a:gd name="T2" fmla="*/ 901 w 1290"/>
                <a:gd name="T3" fmla="*/ 344 h 1291"/>
                <a:gd name="T4" fmla="*/ 539 w 1290"/>
                <a:gd name="T5" fmla="*/ 703 h 1291"/>
                <a:gd name="T6" fmla="*/ 389 w 1290"/>
                <a:gd name="T7" fmla="*/ 555 h 1291"/>
                <a:gd name="T8" fmla="*/ 349 w 1290"/>
                <a:gd name="T9" fmla="*/ 539 h 1291"/>
                <a:gd name="T10" fmla="*/ 308 w 1290"/>
                <a:gd name="T11" fmla="*/ 539 h 1291"/>
                <a:gd name="T12" fmla="*/ 269 w 1290"/>
                <a:gd name="T13" fmla="*/ 555 h 1291"/>
                <a:gd name="T14" fmla="*/ 238 w 1290"/>
                <a:gd name="T15" fmla="*/ 586 h 1291"/>
                <a:gd name="T16" fmla="*/ 223 w 1290"/>
                <a:gd name="T17" fmla="*/ 626 h 1291"/>
                <a:gd name="T18" fmla="*/ 223 w 1290"/>
                <a:gd name="T19" fmla="*/ 666 h 1291"/>
                <a:gd name="T20" fmla="*/ 238 w 1290"/>
                <a:gd name="T21" fmla="*/ 705 h 1291"/>
                <a:gd name="T22" fmla="*/ 463 w 1290"/>
                <a:gd name="T23" fmla="*/ 933 h 1291"/>
                <a:gd name="T24" fmla="*/ 499 w 1290"/>
                <a:gd name="T25" fmla="*/ 957 h 1291"/>
                <a:gd name="T26" fmla="*/ 539 w 1290"/>
                <a:gd name="T27" fmla="*/ 966 h 1291"/>
                <a:gd name="T28" fmla="*/ 580 w 1290"/>
                <a:gd name="T29" fmla="*/ 957 h 1291"/>
                <a:gd name="T30" fmla="*/ 617 w 1290"/>
                <a:gd name="T31" fmla="*/ 933 h 1291"/>
                <a:gd name="T32" fmla="*/ 1052 w 1290"/>
                <a:gd name="T33" fmla="*/ 495 h 1291"/>
                <a:gd name="T34" fmla="*/ 1067 w 1290"/>
                <a:gd name="T35" fmla="*/ 456 h 1291"/>
                <a:gd name="T36" fmla="*/ 1067 w 1290"/>
                <a:gd name="T37" fmla="*/ 414 h 1291"/>
                <a:gd name="T38" fmla="*/ 1052 w 1290"/>
                <a:gd name="T39" fmla="*/ 375 h 1291"/>
                <a:gd name="T40" fmla="*/ 1020 w 1290"/>
                <a:gd name="T41" fmla="*/ 344 h 1291"/>
                <a:gd name="T42" fmla="*/ 982 w 1290"/>
                <a:gd name="T43" fmla="*/ 328 h 1291"/>
                <a:gd name="T44" fmla="*/ 645 w 1290"/>
                <a:gd name="T45" fmla="*/ 0 h 1291"/>
                <a:gd name="T46" fmla="*/ 775 w 1290"/>
                <a:gd name="T47" fmla="*/ 13 h 1291"/>
                <a:gd name="T48" fmla="*/ 896 w 1290"/>
                <a:gd name="T49" fmla="*/ 51 h 1291"/>
                <a:gd name="T50" fmla="*/ 1006 w 1290"/>
                <a:gd name="T51" fmla="*/ 111 h 1291"/>
                <a:gd name="T52" fmla="*/ 1101 w 1290"/>
                <a:gd name="T53" fmla="*/ 189 h 1291"/>
                <a:gd name="T54" fmla="*/ 1179 w 1290"/>
                <a:gd name="T55" fmla="*/ 285 h 1291"/>
                <a:gd name="T56" fmla="*/ 1239 w 1290"/>
                <a:gd name="T57" fmla="*/ 394 h 1291"/>
                <a:gd name="T58" fmla="*/ 1276 w 1290"/>
                <a:gd name="T59" fmla="*/ 516 h 1291"/>
                <a:gd name="T60" fmla="*/ 1290 w 1290"/>
                <a:gd name="T61" fmla="*/ 646 h 1291"/>
                <a:gd name="T62" fmla="*/ 1276 w 1290"/>
                <a:gd name="T63" fmla="*/ 775 h 1291"/>
                <a:gd name="T64" fmla="*/ 1239 w 1290"/>
                <a:gd name="T65" fmla="*/ 897 h 1291"/>
                <a:gd name="T66" fmla="*/ 1179 w 1290"/>
                <a:gd name="T67" fmla="*/ 1007 h 1291"/>
                <a:gd name="T68" fmla="*/ 1101 w 1290"/>
                <a:gd name="T69" fmla="*/ 1102 h 1291"/>
                <a:gd name="T70" fmla="*/ 1006 w 1290"/>
                <a:gd name="T71" fmla="*/ 1181 h 1291"/>
                <a:gd name="T72" fmla="*/ 896 w 1290"/>
                <a:gd name="T73" fmla="*/ 1241 h 1291"/>
                <a:gd name="T74" fmla="*/ 775 w 1290"/>
                <a:gd name="T75" fmla="*/ 1279 h 1291"/>
                <a:gd name="T76" fmla="*/ 645 w 1290"/>
                <a:gd name="T77" fmla="*/ 1291 h 1291"/>
                <a:gd name="T78" fmla="*/ 515 w 1290"/>
                <a:gd name="T79" fmla="*/ 1279 h 1291"/>
                <a:gd name="T80" fmla="*/ 394 w 1290"/>
                <a:gd name="T81" fmla="*/ 1241 h 1291"/>
                <a:gd name="T82" fmla="*/ 284 w 1290"/>
                <a:gd name="T83" fmla="*/ 1181 h 1291"/>
                <a:gd name="T84" fmla="*/ 189 w 1290"/>
                <a:gd name="T85" fmla="*/ 1102 h 1291"/>
                <a:gd name="T86" fmla="*/ 110 w 1290"/>
                <a:gd name="T87" fmla="*/ 1007 h 1291"/>
                <a:gd name="T88" fmla="*/ 51 w 1290"/>
                <a:gd name="T89" fmla="*/ 897 h 1291"/>
                <a:gd name="T90" fmla="*/ 14 w 1290"/>
                <a:gd name="T91" fmla="*/ 775 h 1291"/>
                <a:gd name="T92" fmla="*/ 0 w 1290"/>
                <a:gd name="T93" fmla="*/ 646 h 1291"/>
                <a:gd name="T94" fmla="*/ 14 w 1290"/>
                <a:gd name="T95" fmla="*/ 516 h 1291"/>
                <a:gd name="T96" fmla="*/ 51 w 1290"/>
                <a:gd name="T97" fmla="*/ 394 h 1291"/>
                <a:gd name="T98" fmla="*/ 110 w 1290"/>
                <a:gd name="T99" fmla="*/ 285 h 1291"/>
                <a:gd name="T100" fmla="*/ 189 w 1290"/>
                <a:gd name="T101" fmla="*/ 189 h 1291"/>
                <a:gd name="T102" fmla="*/ 284 w 1290"/>
                <a:gd name="T103" fmla="*/ 111 h 1291"/>
                <a:gd name="T104" fmla="*/ 394 w 1290"/>
                <a:gd name="T105" fmla="*/ 51 h 1291"/>
                <a:gd name="T106" fmla="*/ 515 w 1290"/>
                <a:gd name="T107" fmla="*/ 13 h 1291"/>
                <a:gd name="T108" fmla="*/ 645 w 1290"/>
                <a:gd name="T109" fmla="*/ 0 h 1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90" h="1291">
                  <a:moveTo>
                    <a:pt x="961" y="326"/>
                  </a:moveTo>
                  <a:lnTo>
                    <a:pt x="940" y="328"/>
                  </a:lnTo>
                  <a:lnTo>
                    <a:pt x="920" y="335"/>
                  </a:lnTo>
                  <a:lnTo>
                    <a:pt x="901" y="344"/>
                  </a:lnTo>
                  <a:lnTo>
                    <a:pt x="884" y="358"/>
                  </a:lnTo>
                  <a:lnTo>
                    <a:pt x="539" y="703"/>
                  </a:lnTo>
                  <a:lnTo>
                    <a:pt x="406" y="569"/>
                  </a:lnTo>
                  <a:lnTo>
                    <a:pt x="389" y="555"/>
                  </a:lnTo>
                  <a:lnTo>
                    <a:pt x="370" y="545"/>
                  </a:lnTo>
                  <a:lnTo>
                    <a:pt x="349" y="539"/>
                  </a:lnTo>
                  <a:lnTo>
                    <a:pt x="329" y="537"/>
                  </a:lnTo>
                  <a:lnTo>
                    <a:pt x="308" y="539"/>
                  </a:lnTo>
                  <a:lnTo>
                    <a:pt x="288" y="545"/>
                  </a:lnTo>
                  <a:lnTo>
                    <a:pt x="269" y="555"/>
                  </a:lnTo>
                  <a:lnTo>
                    <a:pt x="252" y="569"/>
                  </a:lnTo>
                  <a:lnTo>
                    <a:pt x="238" y="586"/>
                  </a:lnTo>
                  <a:lnTo>
                    <a:pt x="228" y="605"/>
                  </a:lnTo>
                  <a:lnTo>
                    <a:pt x="223" y="626"/>
                  </a:lnTo>
                  <a:lnTo>
                    <a:pt x="221" y="646"/>
                  </a:lnTo>
                  <a:lnTo>
                    <a:pt x="223" y="666"/>
                  </a:lnTo>
                  <a:lnTo>
                    <a:pt x="228" y="686"/>
                  </a:lnTo>
                  <a:lnTo>
                    <a:pt x="238" y="705"/>
                  </a:lnTo>
                  <a:lnTo>
                    <a:pt x="252" y="723"/>
                  </a:lnTo>
                  <a:lnTo>
                    <a:pt x="463" y="933"/>
                  </a:lnTo>
                  <a:lnTo>
                    <a:pt x="480" y="948"/>
                  </a:lnTo>
                  <a:lnTo>
                    <a:pt x="499" y="957"/>
                  </a:lnTo>
                  <a:lnTo>
                    <a:pt x="519" y="964"/>
                  </a:lnTo>
                  <a:lnTo>
                    <a:pt x="539" y="966"/>
                  </a:lnTo>
                  <a:lnTo>
                    <a:pt x="560" y="964"/>
                  </a:lnTo>
                  <a:lnTo>
                    <a:pt x="580" y="957"/>
                  </a:lnTo>
                  <a:lnTo>
                    <a:pt x="599" y="948"/>
                  </a:lnTo>
                  <a:lnTo>
                    <a:pt x="617" y="933"/>
                  </a:lnTo>
                  <a:lnTo>
                    <a:pt x="1038" y="512"/>
                  </a:lnTo>
                  <a:lnTo>
                    <a:pt x="1052" y="495"/>
                  </a:lnTo>
                  <a:lnTo>
                    <a:pt x="1061" y="476"/>
                  </a:lnTo>
                  <a:lnTo>
                    <a:pt x="1067" y="456"/>
                  </a:lnTo>
                  <a:lnTo>
                    <a:pt x="1069" y="435"/>
                  </a:lnTo>
                  <a:lnTo>
                    <a:pt x="1067" y="414"/>
                  </a:lnTo>
                  <a:lnTo>
                    <a:pt x="1061" y="394"/>
                  </a:lnTo>
                  <a:lnTo>
                    <a:pt x="1052" y="375"/>
                  </a:lnTo>
                  <a:lnTo>
                    <a:pt x="1038" y="358"/>
                  </a:lnTo>
                  <a:lnTo>
                    <a:pt x="1020" y="344"/>
                  </a:lnTo>
                  <a:lnTo>
                    <a:pt x="1001" y="335"/>
                  </a:lnTo>
                  <a:lnTo>
                    <a:pt x="982" y="328"/>
                  </a:lnTo>
                  <a:lnTo>
                    <a:pt x="961" y="326"/>
                  </a:lnTo>
                  <a:close/>
                  <a:moveTo>
                    <a:pt x="645" y="0"/>
                  </a:moveTo>
                  <a:lnTo>
                    <a:pt x="711" y="4"/>
                  </a:lnTo>
                  <a:lnTo>
                    <a:pt x="775" y="13"/>
                  </a:lnTo>
                  <a:lnTo>
                    <a:pt x="836" y="29"/>
                  </a:lnTo>
                  <a:lnTo>
                    <a:pt x="896" y="51"/>
                  </a:lnTo>
                  <a:lnTo>
                    <a:pt x="952" y="78"/>
                  </a:lnTo>
                  <a:lnTo>
                    <a:pt x="1006" y="111"/>
                  </a:lnTo>
                  <a:lnTo>
                    <a:pt x="1055" y="147"/>
                  </a:lnTo>
                  <a:lnTo>
                    <a:pt x="1101" y="189"/>
                  </a:lnTo>
                  <a:lnTo>
                    <a:pt x="1142" y="235"/>
                  </a:lnTo>
                  <a:lnTo>
                    <a:pt x="1179" y="285"/>
                  </a:lnTo>
                  <a:lnTo>
                    <a:pt x="1211" y="339"/>
                  </a:lnTo>
                  <a:lnTo>
                    <a:pt x="1239" y="394"/>
                  </a:lnTo>
                  <a:lnTo>
                    <a:pt x="1261" y="454"/>
                  </a:lnTo>
                  <a:lnTo>
                    <a:pt x="1276" y="516"/>
                  </a:lnTo>
                  <a:lnTo>
                    <a:pt x="1287" y="580"/>
                  </a:lnTo>
                  <a:lnTo>
                    <a:pt x="1290" y="646"/>
                  </a:lnTo>
                  <a:lnTo>
                    <a:pt x="1287" y="711"/>
                  </a:lnTo>
                  <a:lnTo>
                    <a:pt x="1276" y="775"/>
                  </a:lnTo>
                  <a:lnTo>
                    <a:pt x="1261" y="838"/>
                  </a:lnTo>
                  <a:lnTo>
                    <a:pt x="1239" y="897"/>
                  </a:lnTo>
                  <a:lnTo>
                    <a:pt x="1211" y="953"/>
                  </a:lnTo>
                  <a:lnTo>
                    <a:pt x="1179" y="1007"/>
                  </a:lnTo>
                  <a:lnTo>
                    <a:pt x="1142" y="1056"/>
                  </a:lnTo>
                  <a:lnTo>
                    <a:pt x="1101" y="1102"/>
                  </a:lnTo>
                  <a:lnTo>
                    <a:pt x="1055" y="1144"/>
                  </a:lnTo>
                  <a:lnTo>
                    <a:pt x="1006" y="1181"/>
                  </a:lnTo>
                  <a:lnTo>
                    <a:pt x="952" y="1214"/>
                  </a:lnTo>
                  <a:lnTo>
                    <a:pt x="896" y="1241"/>
                  </a:lnTo>
                  <a:lnTo>
                    <a:pt x="836" y="1262"/>
                  </a:lnTo>
                  <a:lnTo>
                    <a:pt x="775" y="1279"/>
                  </a:lnTo>
                  <a:lnTo>
                    <a:pt x="711" y="1288"/>
                  </a:lnTo>
                  <a:lnTo>
                    <a:pt x="645" y="1291"/>
                  </a:lnTo>
                  <a:lnTo>
                    <a:pt x="579" y="1288"/>
                  </a:lnTo>
                  <a:lnTo>
                    <a:pt x="515" y="1279"/>
                  </a:lnTo>
                  <a:lnTo>
                    <a:pt x="454" y="1262"/>
                  </a:lnTo>
                  <a:lnTo>
                    <a:pt x="394" y="1241"/>
                  </a:lnTo>
                  <a:lnTo>
                    <a:pt x="338" y="1214"/>
                  </a:lnTo>
                  <a:lnTo>
                    <a:pt x="284" y="1181"/>
                  </a:lnTo>
                  <a:lnTo>
                    <a:pt x="235" y="1144"/>
                  </a:lnTo>
                  <a:lnTo>
                    <a:pt x="189" y="1102"/>
                  </a:lnTo>
                  <a:lnTo>
                    <a:pt x="147" y="1056"/>
                  </a:lnTo>
                  <a:lnTo>
                    <a:pt x="110" y="1007"/>
                  </a:lnTo>
                  <a:lnTo>
                    <a:pt x="78" y="953"/>
                  </a:lnTo>
                  <a:lnTo>
                    <a:pt x="51" y="897"/>
                  </a:lnTo>
                  <a:lnTo>
                    <a:pt x="29" y="838"/>
                  </a:lnTo>
                  <a:lnTo>
                    <a:pt x="14" y="775"/>
                  </a:lnTo>
                  <a:lnTo>
                    <a:pt x="3" y="711"/>
                  </a:lnTo>
                  <a:lnTo>
                    <a:pt x="0" y="646"/>
                  </a:lnTo>
                  <a:lnTo>
                    <a:pt x="3" y="580"/>
                  </a:lnTo>
                  <a:lnTo>
                    <a:pt x="14" y="516"/>
                  </a:lnTo>
                  <a:lnTo>
                    <a:pt x="29" y="454"/>
                  </a:lnTo>
                  <a:lnTo>
                    <a:pt x="51" y="394"/>
                  </a:lnTo>
                  <a:lnTo>
                    <a:pt x="78" y="339"/>
                  </a:lnTo>
                  <a:lnTo>
                    <a:pt x="110" y="285"/>
                  </a:lnTo>
                  <a:lnTo>
                    <a:pt x="147" y="235"/>
                  </a:lnTo>
                  <a:lnTo>
                    <a:pt x="189" y="189"/>
                  </a:lnTo>
                  <a:lnTo>
                    <a:pt x="235" y="147"/>
                  </a:lnTo>
                  <a:lnTo>
                    <a:pt x="284" y="111"/>
                  </a:lnTo>
                  <a:lnTo>
                    <a:pt x="338" y="78"/>
                  </a:lnTo>
                  <a:lnTo>
                    <a:pt x="394" y="51"/>
                  </a:lnTo>
                  <a:lnTo>
                    <a:pt x="454" y="29"/>
                  </a:lnTo>
                  <a:lnTo>
                    <a:pt x="515" y="13"/>
                  </a:lnTo>
                  <a:lnTo>
                    <a:pt x="579" y="4"/>
                  </a:lnTo>
                  <a:lnTo>
                    <a:pt x="6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2" name="Freeform 323">
              <a:extLst>
                <a:ext uri="{FF2B5EF4-FFF2-40B4-BE49-F238E27FC236}">
                  <a16:creationId xmlns:a16="http://schemas.microsoft.com/office/drawing/2014/main" id="{FB927A42-0FA0-4A48-8D74-273BF3881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5438" y="3322638"/>
              <a:ext cx="320675" cy="219075"/>
            </a:xfrm>
            <a:custGeom>
              <a:avLst/>
              <a:gdLst>
                <a:gd name="T0" fmla="*/ 678 w 2221"/>
                <a:gd name="T1" fmla="*/ 2 h 1527"/>
                <a:gd name="T2" fmla="*/ 702 w 2221"/>
                <a:gd name="T3" fmla="*/ 19 h 1527"/>
                <a:gd name="T4" fmla="*/ 1052 w 2221"/>
                <a:gd name="T5" fmla="*/ 974 h 1527"/>
                <a:gd name="T6" fmla="*/ 1072 w 2221"/>
                <a:gd name="T7" fmla="*/ 1002 h 1527"/>
                <a:gd name="T8" fmla="*/ 1103 w 2221"/>
                <a:gd name="T9" fmla="*/ 1013 h 1527"/>
                <a:gd name="T10" fmla="*/ 1134 w 2221"/>
                <a:gd name="T11" fmla="*/ 1009 h 1527"/>
                <a:gd name="T12" fmla="*/ 1160 w 2221"/>
                <a:gd name="T13" fmla="*/ 989 h 1527"/>
                <a:gd name="T14" fmla="*/ 1510 w 2221"/>
                <a:gd name="T15" fmla="*/ 33 h 1527"/>
                <a:gd name="T16" fmla="*/ 1529 w 2221"/>
                <a:gd name="T17" fmla="*/ 9 h 1527"/>
                <a:gd name="T18" fmla="*/ 1557 w 2221"/>
                <a:gd name="T19" fmla="*/ 0 h 1527"/>
                <a:gd name="T20" fmla="*/ 1875 w 2221"/>
                <a:gd name="T21" fmla="*/ 52 h 1527"/>
                <a:gd name="T22" fmla="*/ 1925 w 2221"/>
                <a:gd name="T23" fmla="*/ 71 h 1527"/>
                <a:gd name="T24" fmla="*/ 2016 w 2221"/>
                <a:gd name="T25" fmla="*/ 125 h 1527"/>
                <a:gd name="T26" fmla="*/ 2093 w 2221"/>
                <a:gd name="T27" fmla="*/ 195 h 1527"/>
                <a:gd name="T28" fmla="*/ 2154 w 2221"/>
                <a:gd name="T29" fmla="*/ 279 h 1527"/>
                <a:gd name="T30" fmla="*/ 2196 w 2221"/>
                <a:gd name="T31" fmla="*/ 373 h 1527"/>
                <a:gd name="T32" fmla="*/ 2218 w 2221"/>
                <a:gd name="T33" fmla="*/ 476 h 1527"/>
                <a:gd name="T34" fmla="*/ 2221 w 2221"/>
                <a:gd name="T35" fmla="*/ 630 h 1527"/>
                <a:gd name="T36" fmla="*/ 2089 w 2221"/>
                <a:gd name="T37" fmla="*/ 682 h 1527"/>
                <a:gd name="T38" fmla="*/ 1970 w 2221"/>
                <a:gd name="T39" fmla="*/ 754 h 1527"/>
                <a:gd name="T40" fmla="*/ 1866 w 2221"/>
                <a:gd name="T41" fmla="*/ 845 h 1527"/>
                <a:gd name="T42" fmla="*/ 1777 w 2221"/>
                <a:gd name="T43" fmla="*/ 952 h 1527"/>
                <a:gd name="T44" fmla="*/ 1707 w 2221"/>
                <a:gd name="T45" fmla="*/ 1073 h 1527"/>
                <a:gd name="T46" fmla="*/ 1659 w 2221"/>
                <a:gd name="T47" fmla="*/ 1206 h 1527"/>
                <a:gd name="T48" fmla="*/ 1633 w 2221"/>
                <a:gd name="T49" fmla="*/ 1348 h 1527"/>
                <a:gd name="T50" fmla="*/ 1631 w 2221"/>
                <a:gd name="T51" fmla="*/ 1475 h 1527"/>
                <a:gd name="T52" fmla="*/ 211 w 2221"/>
                <a:gd name="T53" fmla="*/ 1527 h 1527"/>
                <a:gd name="T54" fmla="*/ 144 w 2221"/>
                <a:gd name="T55" fmla="*/ 1517 h 1527"/>
                <a:gd name="T56" fmla="*/ 87 w 2221"/>
                <a:gd name="T57" fmla="*/ 1486 h 1527"/>
                <a:gd name="T58" fmla="*/ 41 w 2221"/>
                <a:gd name="T59" fmla="*/ 1440 h 1527"/>
                <a:gd name="T60" fmla="*/ 10 w 2221"/>
                <a:gd name="T61" fmla="*/ 1382 h 1527"/>
                <a:gd name="T62" fmla="*/ 0 w 2221"/>
                <a:gd name="T63" fmla="*/ 1315 h 1527"/>
                <a:gd name="T64" fmla="*/ 2 w 2221"/>
                <a:gd name="T65" fmla="*/ 478 h 1527"/>
                <a:gd name="T66" fmla="*/ 25 w 2221"/>
                <a:gd name="T67" fmla="*/ 375 h 1527"/>
                <a:gd name="T68" fmla="*/ 67 w 2221"/>
                <a:gd name="T69" fmla="*/ 280 h 1527"/>
                <a:gd name="T70" fmla="*/ 128 w 2221"/>
                <a:gd name="T71" fmla="*/ 196 h 1527"/>
                <a:gd name="T72" fmla="*/ 205 w 2221"/>
                <a:gd name="T73" fmla="*/ 126 h 1527"/>
                <a:gd name="T74" fmla="*/ 296 w 2221"/>
                <a:gd name="T75" fmla="*/ 71 h 1527"/>
                <a:gd name="T76" fmla="*/ 349 w 2221"/>
                <a:gd name="T77" fmla="*/ 51 h 1527"/>
                <a:gd name="T78" fmla="*/ 372 w 2221"/>
                <a:gd name="T79" fmla="*/ 47 h 1527"/>
                <a:gd name="T80" fmla="*/ 412 w 2221"/>
                <a:gd name="T81" fmla="*/ 41 h 1527"/>
                <a:gd name="T82" fmla="*/ 462 w 2221"/>
                <a:gd name="T83" fmla="*/ 33 h 1527"/>
                <a:gd name="T84" fmla="*/ 516 w 2221"/>
                <a:gd name="T85" fmla="*/ 23 h 1527"/>
                <a:gd name="T86" fmla="*/ 571 w 2221"/>
                <a:gd name="T87" fmla="*/ 15 h 1527"/>
                <a:gd name="T88" fmla="*/ 617 w 2221"/>
                <a:gd name="T89" fmla="*/ 7 h 1527"/>
                <a:gd name="T90" fmla="*/ 649 w 2221"/>
                <a:gd name="T91" fmla="*/ 2 h 1527"/>
                <a:gd name="T92" fmla="*/ 663 w 2221"/>
                <a:gd name="T93" fmla="*/ 0 h 1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21" h="1527">
                  <a:moveTo>
                    <a:pt x="663" y="0"/>
                  </a:moveTo>
                  <a:lnTo>
                    <a:pt x="678" y="2"/>
                  </a:lnTo>
                  <a:lnTo>
                    <a:pt x="692" y="9"/>
                  </a:lnTo>
                  <a:lnTo>
                    <a:pt x="702" y="19"/>
                  </a:lnTo>
                  <a:lnTo>
                    <a:pt x="711" y="33"/>
                  </a:lnTo>
                  <a:lnTo>
                    <a:pt x="1052" y="974"/>
                  </a:lnTo>
                  <a:lnTo>
                    <a:pt x="1061" y="989"/>
                  </a:lnTo>
                  <a:lnTo>
                    <a:pt x="1072" y="1002"/>
                  </a:lnTo>
                  <a:lnTo>
                    <a:pt x="1087" y="1009"/>
                  </a:lnTo>
                  <a:lnTo>
                    <a:pt x="1103" y="1013"/>
                  </a:lnTo>
                  <a:lnTo>
                    <a:pt x="1118" y="1013"/>
                  </a:lnTo>
                  <a:lnTo>
                    <a:pt x="1134" y="1009"/>
                  </a:lnTo>
                  <a:lnTo>
                    <a:pt x="1149" y="1002"/>
                  </a:lnTo>
                  <a:lnTo>
                    <a:pt x="1160" y="989"/>
                  </a:lnTo>
                  <a:lnTo>
                    <a:pt x="1168" y="974"/>
                  </a:lnTo>
                  <a:lnTo>
                    <a:pt x="1510" y="33"/>
                  </a:lnTo>
                  <a:lnTo>
                    <a:pt x="1519" y="19"/>
                  </a:lnTo>
                  <a:lnTo>
                    <a:pt x="1529" y="9"/>
                  </a:lnTo>
                  <a:lnTo>
                    <a:pt x="1543" y="2"/>
                  </a:lnTo>
                  <a:lnTo>
                    <a:pt x="1557" y="0"/>
                  </a:lnTo>
                  <a:lnTo>
                    <a:pt x="1573" y="2"/>
                  </a:lnTo>
                  <a:lnTo>
                    <a:pt x="1875" y="52"/>
                  </a:lnTo>
                  <a:lnTo>
                    <a:pt x="1876" y="52"/>
                  </a:lnTo>
                  <a:lnTo>
                    <a:pt x="1925" y="71"/>
                  </a:lnTo>
                  <a:lnTo>
                    <a:pt x="1972" y="96"/>
                  </a:lnTo>
                  <a:lnTo>
                    <a:pt x="2016" y="125"/>
                  </a:lnTo>
                  <a:lnTo>
                    <a:pt x="2057" y="158"/>
                  </a:lnTo>
                  <a:lnTo>
                    <a:pt x="2093" y="195"/>
                  </a:lnTo>
                  <a:lnTo>
                    <a:pt x="2126" y="235"/>
                  </a:lnTo>
                  <a:lnTo>
                    <a:pt x="2154" y="279"/>
                  </a:lnTo>
                  <a:lnTo>
                    <a:pt x="2177" y="325"/>
                  </a:lnTo>
                  <a:lnTo>
                    <a:pt x="2196" y="373"/>
                  </a:lnTo>
                  <a:lnTo>
                    <a:pt x="2209" y="424"/>
                  </a:lnTo>
                  <a:lnTo>
                    <a:pt x="2218" y="476"/>
                  </a:lnTo>
                  <a:lnTo>
                    <a:pt x="2221" y="530"/>
                  </a:lnTo>
                  <a:lnTo>
                    <a:pt x="2221" y="630"/>
                  </a:lnTo>
                  <a:lnTo>
                    <a:pt x="2154" y="653"/>
                  </a:lnTo>
                  <a:lnTo>
                    <a:pt x="2089" y="682"/>
                  </a:lnTo>
                  <a:lnTo>
                    <a:pt x="2029" y="716"/>
                  </a:lnTo>
                  <a:lnTo>
                    <a:pt x="1970" y="754"/>
                  </a:lnTo>
                  <a:lnTo>
                    <a:pt x="1916" y="798"/>
                  </a:lnTo>
                  <a:lnTo>
                    <a:pt x="1866" y="845"/>
                  </a:lnTo>
                  <a:lnTo>
                    <a:pt x="1819" y="896"/>
                  </a:lnTo>
                  <a:lnTo>
                    <a:pt x="1777" y="952"/>
                  </a:lnTo>
                  <a:lnTo>
                    <a:pt x="1739" y="1010"/>
                  </a:lnTo>
                  <a:lnTo>
                    <a:pt x="1707" y="1073"/>
                  </a:lnTo>
                  <a:lnTo>
                    <a:pt x="1680" y="1138"/>
                  </a:lnTo>
                  <a:lnTo>
                    <a:pt x="1659" y="1206"/>
                  </a:lnTo>
                  <a:lnTo>
                    <a:pt x="1642" y="1276"/>
                  </a:lnTo>
                  <a:lnTo>
                    <a:pt x="1633" y="1348"/>
                  </a:lnTo>
                  <a:lnTo>
                    <a:pt x="1629" y="1422"/>
                  </a:lnTo>
                  <a:lnTo>
                    <a:pt x="1631" y="1475"/>
                  </a:lnTo>
                  <a:lnTo>
                    <a:pt x="1637" y="1527"/>
                  </a:lnTo>
                  <a:lnTo>
                    <a:pt x="211" y="1527"/>
                  </a:lnTo>
                  <a:lnTo>
                    <a:pt x="178" y="1524"/>
                  </a:lnTo>
                  <a:lnTo>
                    <a:pt x="144" y="1517"/>
                  </a:lnTo>
                  <a:lnTo>
                    <a:pt x="114" y="1503"/>
                  </a:lnTo>
                  <a:lnTo>
                    <a:pt x="87" y="1486"/>
                  </a:lnTo>
                  <a:lnTo>
                    <a:pt x="62" y="1464"/>
                  </a:lnTo>
                  <a:lnTo>
                    <a:pt x="41" y="1440"/>
                  </a:lnTo>
                  <a:lnTo>
                    <a:pt x="23" y="1412"/>
                  </a:lnTo>
                  <a:lnTo>
                    <a:pt x="10" y="1382"/>
                  </a:lnTo>
                  <a:lnTo>
                    <a:pt x="2" y="1349"/>
                  </a:lnTo>
                  <a:lnTo>
                    <a:pt x="0" y="1315"/>
                  </a:lnTo>
                  <a:lnTo>
                    <a:pt x="0" y="533"/>
                  </a:lnTo>
                  <a:lnTo>
                    <a:pt x="2" y="478"/>
                  </a:lnTo>
                  <a:lnTo>
                    <a:pt x="10" y="426"/>
                  </a:lnTo>
                  <a:lnTo>
                    <a:pt x="25" y="375"/>
                  </a:lnTo>
                  <a:lnTo>
                    <a:pt x="44" y="327"/>
                  </a:lnTo>
                  <a:lnTo>
                    <a:pt x="67" y="280"/>
                  </a:lnTo>
                  <a:lnTo>
                    <a:pt x="95" y="237"/>
                  </a:lnTo>
                  <a:lnTo>
                    <a:pt x="128" y="196"/>
                  </a:lnTo>
                  <a:lnTo>
                    <a:pt x="164" y="159"/>
                  </a:lnTo>
                  <a:lnTo>
                    <a:pt x="205" y="126"/>
                  </a:lnTo>
                  <a:lnTo>
                    <a:pt x="249" y="96"/>
                  </a:lnTo>
                  <a:lnTo>
                    <a:pt x="296" y="71"/>
                  </a:lnTo>
                  <a:lnTo>
                    <a:pt x="346" y="52"/>
                  </a:lnTo>
                  <a:lnTo>
                    <a:pt x="349" y="51"/>
                  </a:lnTo>
                  <a:lnTo>
                    <a:pt x="358" y="50"/>
                  </a:lnTo>
                  <a:lnTo>
                    <a:pt x="372" y="47"/>
                  </a:lnTo>
                  <a:lnTo>
                    <a:pt x="390" y="45"/>
                  </a:lnTo>
                  <a:lnTo>
                    <a:pt x="412" y="41"/>
                  </a:lnTo>
                  <a:lnTo>
                    <a:pt x="436" y="37"/>
                  </a:lnTo>
                  <a:lnTo>
                    <a:pt x="462" y="33"/>
                  </a:lnTo>
                  <a:lnTo>
                    <a:pt x="489" y="28"/>
                  </a:lnTo>
                  <a:lnTo>
                    <a:pt x="516" y="23"/>
                  </a:lnTo>
                  <a:lnTo>
                    <a:pt x="543" y="19"/>
                  </a:lnTo>
                  <a:lnTo>
                    <a:pt x="571" y="15"/>
                  </a:lnTo>
                  <a:lnTo>
                    <a:pt x="595" y="11"/>
                  </a:lnTo>
                  <a:lnTo>
                    <a:pt x="617" y="7"/>
                  </a:lnTo>
                  <a:lnTo>
                    <a:pt x="635" y="4"/>
                  </a:lnTo>
                  <a:lnTo>
                    <a:pt x="649" y="2"/>
                  </a:lnTo>
                  <a:lnTo>
                    <a:pt x="658" y="0"/>
                  </a:lnTo>
                  <a:lnTo>
                    <a:pt x="6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3" name="Freeform 324">
              <a:extLst>
                <a:ext uri="{FF2B5EF4-FFF2-40B4-BE49-F238E27FC236}">
                  <a16:creationId xmlns:a16="http://schemas.microsoft.com/office/drawing/2014/main" id="{76B29826-E1AC-4C9A-A401-5D7A717C1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5138" y="3311525"/>
              <a:ext cx="41275" cy="106363"/>
            </a:xfrm>
            <a:custGeom>
              <a:avLst/>
              <a:gdLst>
                <a:gd name="T0" fmla="*/ 71 w 289"/>
                <a:gd name="T1" fmla="*/ 0 h 741"/>
                <a:gd name="T2" fmla="*/ 218 w 289"/>
                <a:gd name="T3" fmla="*/ 0 h 741"/>
                <a:gd name="T4" fmla="*/ 233 w 289"/>
                <a:gd name="T5" fmla="*/ 1 h 741"/>
                <a:gd name="T6" fmla="*/ 246 w 289"/>
                <a:gd name="T7" fmla="*/ 5 h 741"/>
                <a:gd name="T8" fmla="*/ 260 w 289"/>
                <a:gd name="T9" fmla="*/ 12 h 741"/>
                <a:gd name="T10" fmla="*/ 270 w 289"/>
                <a:gd name="T11" fmla="*/ 22 h 741"/>
                <a:gd name="T12" fmla="*/ 281 w 289"/>
                <a:gd name="T13" fmla="*/ 36 h 741"/>
                <a:gd name="T14" fmla="*/ 287 w 289"/>
                <a:gd name="T15" fmla="*/ 53 h 741"/>
                <a:gd name="T16" fmla="*/ 289 w 289"/>
                <a:gd name="T17" fmla="*/ 70 h 741"/>
                <a:gd name="T18" fmla="*/ 286 w 289"/>
                <a:gd name="T19" fmla="*/ 87 h 741"/>
                <a:gd name="T20" fmla="*/ 280 w 289"/>
                <a:gd name="T21" fmla="*/ 102 h 741"/>
                <a:gd name="T22" fmla="*/ 201 w 289"/>
                <a:gd name="T23" fmla="*/ 222 h 741"/>
                <a:gd name="T24" fmla="*/ 238 w 289"/>
                <a:gd name="T25" fmla="*/ 532 h 741"/>
                <a:gd name="T26" fmla="*/ 165 w 289"/>
                <a:gd name="T27" fmla="*/ 726 h 741"/>
                <a:gd name="T28" fmla="*/ 161 w 289"/>
                <a:gd name="T29" fmla="*/ 734 h 741"/>
                <a:gd name="T30" fmla="*/ 153 w 289"/>
                <a:gd name="T31" fmla="*/ 739 h 741"/>
                <a:gd name="T32" fmla="*/ 145 w 289"/>
                <a:gd name="T33" fmla="*/ 741 h 741"/>
                <a:gd name="T34" fmla="*/ 136 w 289"/>
                <a:gd name="T35" fmla="*/ 739 h 741"/>
                <a:gd name="T36" fmla="*/ 128 w 289"/>
                <a:gd name="T37" fmla="*/ 734 h 741"/>
                <a:gd name="T38" fmla="*/ 124 w 289"/>
                <a:gd name="T39" fmla="*/ 726 h 741"/>
                <a:gd name="T40" fmla="*/ 51 w 289"/>
                <a:gd name="T41" fmla="*/ 532 h 741"/>
                <a:gd name="T42" fmla="*/ 88 w 289"/>
                <a:gd name="T43" fmla="*/ 222 h 741"/>
                <a:gd name="T44" fmla="*/ 9 w 289"/>
                <a:gd name="T45" fmla="*/ 102 h 741"/>
                <a:gd name="T46" fmla="*/ 3 w 289"/>
                <a:gd name="T47" fmla="*/ 87 h 741"/>
                <a:gd name="T48" fmla="*/ 0 w 289"/>
                <a:gd name="T49" fmla="*/ 70 h 741"/>
                <a:gd name="T50" fmla="*/ 2 w 289"/>
                <a:gd name="T51" fmla="*/ 53 h 741"/>
                <a:gd name="T52" fmla="*/ 8 w 289"/>
                <a:gd name="T53" fmla="*/ 36 h 741"/>
                <a:gd name="T54" fmla="*/ 19 w 289"/>
                <a:gd name="T55" fmla="*/ 22 h 741"/>
                <a:gd name="T56" fmla="*/ 29 w 289"/>
                <a:gd name="T57" fmla="*/ 12 h 741"/>
                <a:gd name="T58" fmla="*/ 43 w 289"/>
                <a:gd name="T59" fmla="*/ 5 h 741"/>
                <a:gd name="T60" fmla="*/ 56 w 289"/>
                <a:gd name="T61" fmla="*/ 1 h 741"/>
                <a:gd name="T62" fmla="*/ 71 w 289"/>
                <a:gd name="T63" fmla="*/ 0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9" h="741">
                  <a:moveTo>
                    <a:pt x="71" y="0"/>
                  </a:moveTo>
                  <a:lnTo>
                    <a:pt x="218" y="0"/>
                  </a:lnTo>
                  <a:lnTo>
                    <a:pt x="233" y="1"/>
                  </a:lnTo>
                  <a:lnTo>
                    <a:pt x="246" y="5"/>
                  </a:lnTo>
                  <a:lnTo>
                    <a:pt x="260" y="12"/>
                  </a:lnTo>
                  <a:lnTo>
                    <a:pt x="270" y="22"/>
                  </a:lnTo>
                  <a:lnTo>
                    <a:pt x="281" y="36"/>
                  </a:lnTo>
                  <a:lnTo>
                    <a:pt x="287" y="53"/>
                  </a:lnTo>
                  <a:lnTo>
                    <a:pt x="289" y="70"/>
                  </a:lnTo>
                  <a:lnTo>
                    <a:pt x="286" y="87"/>
                  </a:lnTo>
                  <a:lnTo>
                    <a:pt x="280" y="102"/>
                  </a:lnTo>
                  <a:lnTo>
                    <a:pt x="201" y="222"/>
                  </a:lnTo>
                  <a:lnTo>
                    <a:pt x="238" y="532"/>
                  </a:lnTo>
                  <a:lnTo>
                    <a:pt x="165" y="726"/>
                  </a:lnTo>
                  <a:lnTo>
                    <a:pt x="161" y="734"/>
                  </a:lnTo>
                  <a:lnTo>
                    <a:pt x="153" y="739"/>
                  </a:lnTo>
                  <a:lnTo>
                    <a:pt x="145" y="741"/>
                  </a:lnTo>
                  <a:lnTo>
                    <a:pt x="136" y="739"/>
                  </a:lnTo>
                  <a:lnTo>
                    <a:pt x="128" y="734"/>
                  </a:lnTo>
                  <a:lnTo>
                    <a:pt x="124" y="726"/>
                  </a:lnTo>
                  <a:lnTo>
                    <a:pt x="51" y="532"/>
                  </a:lnTo>
                  <a:lnTo>
                    <a:pt x="88" y="222"/>
                  </a:lnTo>
                  <a:lnTo>
                    <a:pt x="9" y="102"/>
                  </a:lnTo>
                  <a:lnTo>
                    <a:pt x="3" y="87"/>
                  </a:lnTo>
                  <a:lnTo>
                    <a:pt x="0" y="70"/>
                  </a:lnTo>
                  <a:lnTo>
                    <a:pt x="2" y="53"/>
                  </a:lnTo>
                  <a:lnTo>
                    <a:pt x="8" y="36"/>
                  </a:lnTo>
                  <a:lnTo>
                    <a:pt x="19" y="22"/>
                  </a:lnTo>
                  <a:lnTo>
                    <a:pt x="29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8D8317E3-48C6-4415-8235-C2193609526C}"/>
              </a:ext>
            </a:extLst>
          </p:cNvPr>
          <p:cNvGrpSpPr/>
          <p:nvPr/>
        </p:nvGrpSpPr>
        <p:grpSpPr>
          <a:xfrm>
            <a:off x="4255192" y="5856645"/>
            <a:ext cx="348773" cy="375140"/>
            <a:chOff x="6061075" y="3108325"/>
            <a:chExt cx="461963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85" name="Freeform 329">
              <a:extLst>
                <a:ext uri="{FF2B5EF4-FFF2-40B4-BE49-F238E27FC236}">
                  <a16:creationId xmlns:a16="http://schemas.microsoft.com/office/drawing/2014/main" id="{2817A7A6-5472-4362-9774-77DF8CC886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1075" y="3332163"/>
              <a:ext cx="187325" cy="188913"/>
            </a:xfrm>
            <a:custGeom>
              <a:avLst/>
              <a:gdLst>
                <a:gd name="T0" fmla="*/ 580 w 1301"/>
                <a:gd name="T1" fmla="*/ 467 h 1310"/>
                <a:gd name="T2" fmla="*/ 498 w 1301"/>
                <a:gd name="T3" fmla="*/ 525 h 1310"/>
                <a:gd name="T4" fmla="*/ 454 w 1301"/>
                <a:gd name="T5" fmla="*/ 619 h 1310"/>
                <a:gd name="T6" fmla="*/ 462 w 1301"/>
                <a:gd name="T7" fmla="*/ 725 h 1310"/>
                <a:gd name="T8" fmla="*/ 522 w 1301"/>
                <a:gd name="T9" fmla="*/ 809 h 1310"/>
                <a:gd name="T10" fmla="*/ 614 w 1301"/>
                <a:gd name="T11" fmla="*/ 853 h 1310"/>
                <a:gd name="T12" fmla="*/ 721 w 1301"/>
                <a:gd name="T13" fmla="*/ 844 h 1310"/>
                <a:gd name="T14" fmla="*/ 804 w 1301"/>
                <a:gd name="T15" fmla="*/ 785 h 1310"/>
                <a:gd name="T16" fmla="*/ 848 w 1301"/>
                <a:gd name="T17" fmla="*/ 691 h 1310"/>
                <a:gd name="T18" fmla="*/ 839 w 1301"/>
                <a:gd name="T19" fmla="*/ 585 h 1310"/>
                <a:gd name="T20" fmla="*/ 779 w 1301"/>
                <a:gd name="T21" fmla="*/ 501 h 1310"/>
                <a:gd name="T22" fmla="*/ 686 w 1301"/>
                <a:gd name="T23" fmla="*/ 457 h 1310"/>
                <a:gd name="T24" fmla="*/ 801 w 1301"/>
                <a:gd name="T25" fmla="*/ 0 h 1310"/>
                <a:gd name="T26" fmla="*/ 848 w 1301"/>
                <a:gd name="T27" fmla="*/ 20 h 1310"/>
                <a:gd name="T28" fmla="*/ 868 w 1301"/>
                <a:gd name="T29" fmla="*/ 67 h 1310"/>
                <a:gd name="T30" fmla="*/ 878 w 1301"/>
                <a:gd name="T31" fmla="*/ 195 h 1310"/>
                <a:gd name="T32" fmla="*/ 919 w 1301"/>
                <a:gd name="T33" fmla="*/ 225 h 1310"/>
                <a:gd name="T34" fmla="*/ 969 w 1301"/>
                <a:gd name="T35" fmla="*/ 218 h 1310"/>
                <a:gd name="T36" fmla="*/ 1083 w 1301"/>
                <a:gd name="T37" fmla="*/ 163 h 1310"/>
                <a:gd name="T38" fmla="*/ 1130 w 1301"/>
                <a:gd name="T39" fmla="*/ 182 h 1310"/>
                <a:gd name="T40" fmla="*/ 1299 w 1301"/>
                <a:gd name="T41" fmla="*/ 475 h 1310"/>
                <a:gd name="T42" fmla="*/ 1291 w 1301"/>
                <a:gd name="T43" fmla="*/ 525 h 1310"/>
                <a:gd name="T44" fmla="*/ 1187 w 1301"/>
                <a:gd name="T45" fmla="*/ 597 h 1310"/>
                <a:gd name="T46" fmla="*/ 1156 w 1301"/>
                <a:gd name="T47" fmla="*/ 638 h 1310"/>
                <a:gd name="T48" fmla="*/ 1162 w 1301"/>
                <a:gd name="T49" fmla="*/ 688 h 1310"/>
                <a:gd name="T50" fmla="*/ 1266 w 1301"/>
                <a:gd name="T51" fmla="*/ 760 h 1310"/>
                <a:gd name="T52" fmla="*/ 1298 w 1301"/>
                <a:gd name="T53" fmla="*/ 801 h 1310"/>
                <a:gd name="T54" fmla="*/ 1291 w 1301"/>
                <a:gd name="T55" fmla="*/ 852 h 1310"/>
                <a:gd name="T56" fmla="*/ 1116 w 1301"/>
                <a:gd name="T57" fmla="*/ 1139 h 1310"/>
                <a:gd name="T58" fmla="*/ 1065 w 1301"/>
                <a:gd name="T59" fmla="*/ 1145 h 1310"/>
                <a:gd name="T60" fmla="*/ 952 w 1301"/>
                <a:gd name="T61" fmla="*/ 1085 h 1310"/>
                <a:gd name="T62" fmla="*/ 902 w 1301"/>
                <a:gd name="T63" fmla="*/ 1092 h 1310"/>
                <a:gd name="T64" fmla="*/ 871 w 1301"/>
                <a:gd name="T65" fmla="*/ 1133 h 1310"/>
                <a:gd name="T66" fmla="*/ 866 w 1301"/>
                <a:gd name="T67" fmla="*/ 1261 h 1310"/>
                <a:gd name="T68" fmla="*/ 835 w 1301"/>
                <a:gd name="T69" fmla="*/ 1301 h 1310"/>
                <a:gd name="T70" fmla="*/ 501 w 1301"/>
                <a:gd name="T71" fmla="*/ 1310 h 1310"/>
                <a:gd name="T72" fmla="*/ 453 w 1301"/>
                <a:gd name="T73" fmla="*/ 1291 h 1310"/>
                <a:gd name="T74" fmla="*/ 433 w 1301"/>
                <a:gd name="T75" fmla="*/ 1242 h 1310"/>
                <a:gd name="T76" fmla="*/ 422 w 1301"/>
                <a:gd name="T77" fmla="*/ 1116 h 1310"/>
                <a:gd name="T78" fmla="*/ 382 w 1301"/>
                <a:gd name="T79" fmla="*/ 1085 h 1310"/>
                <a:gd name="T80" fmla="*/ 332 w 1301"/>
                <a:gd name="T81" fmla="*/ 1093 h 1310"/>
                <a:gd name="T82" fmla="*/ 218 w 1301"/>
                <a:gd name="T83" fmla="*/ 1147 h 1310"/>
                <a:gd name="T84" fmla="*/ 171 w 1301"/>
                <a:gd name="T85" fmla="*/ 1128 h 1310"/>
                <a:gd name="T86" fmla="*/ 3 w 1301"/>
                <a:gd name="T87" fmla="*/ 835 h 1310"/>
                <a:gd name="T88" fmla="*/ 9 w 1301"/>
                <a:gd name="T89" fmla="*/ 785 h 1310"/>
                <a:gd name="T90" fmla="*/ 114 w 1301"/>
                <a:gd name="T91" fmla="*/ 714 h 1310"/>
                <a:gd name="T92" fmla="*/ 145 w 1301"/>
                <a:gd name="T93" fmla="*/ 672 h 1310"/>
                <a:gd name="T94" fmla="*/ 139 w 1301"/>
                <a:gd name="T95" fmla="*/ 622 h 1310"/>
                <a:gd name="T96" fmla="*/ 34 w 1301"/>
                <a:gd name="T97" fmla="*/ 551 h 1310"/>
                <a:gd name="T98" fmla="*/ 3 w 1301"/>
                <a:gd name="T99" fmla="*/ 510 h 1310"/>
                <a:gd name="T100" fmla="*/ 9 w 1301"/>
                <a:gd name="T101" fmla="*/ 457 h 1310"/>
                <a:gd name="T102" fmla="*/ 185 w 1301"/>
                <a:gd name="T103" fmla="*/ 172 h 1310"/>
                <a:gd name="T104" fmla="*/ 236 w 1301"/>
                <a:gd name="T105" fmla="*/ 165 h 1310"/>
                <a:gd name="T106" fmla="*/ 348 w 1301"/>
                <a:gd name="T107" fmla="*/ 225 h 1310"/>
                <a:gd name="T108" fmla="*/ 398 w 1301"/>
                <a:gd name="T109" fmla="*/ 219 h 1310"/>
                <a:gd name="T110" fmla="*/ 430 w 1301"/>
                <a:gd name="T111" fmla="*/ 178 h 1310"/>
                <a:gd name="T112" fmla="*/ 435 w 1301"/>
                <a:gd name="T113" fmla="*/ 49 h 1310"/>
                <a:gd name="T114" fmla="*/ 466 w 1301"/>
                <a:gd name="T115" fmla="*/ 8 h 1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301" h="1310">
                  <a:moveTo>
                    <a:pt x="651" y="454"/>
                  </a:moveTo>
                  <a:lnTo>
                    <a:pt x="614" y="457"/>
                  </a:lnTo>
                  <a:lnTo>
                    <a:pt x="580" y="467"/>
                  </a:lnTo>
                  <a:lnTo>
                    <a:pt x="550" y="481"/>
                  </a:lnTo>
                  <a:lnTo>
                    <a:pt x="522" y="501"/>
                  </a:lnTo>
                  <a:lnTo>
                    <a:pt x="498" y="525"/>
                  </a:lnTo>
                  <a:lnTo>
                    <a:pt x="478" y="554"/>
                  </a:lnTo>
                  <a:lnTo>
                    <a:pt x="462" y="585"/>
                  </a:lnTo>
                  <a:lnTo>
                    <a:pt x="454" y="619"/>
                  </a:lnTo>
                  <a:lnTo>
                    <a:pt x="450" y="655"/>
                  </a:lnTo>
                  <a:lnTo>
                    <a:pt x="454" y="691"/>
                  </a:lnTo>
                  <a:lnTo>
                    <a:pt x="462" y="725"/>
                  </a:lnTo>
                  <a:lnTo>
                    <a:pt x="478" y="757"/>
                  </a:lnTo>
                  <a:lnTo>
                    <a:pt x="498" y="785"/>
                  </a:lnTo>
                  <a:lnTo>
                    <a:pt x="522" y="809"/>
                  </a:lnTo>
                  <a:lnTo>
                    <a:pt x="550" y="829"/>
                  </a:lnTo>
                  <a:lnTo>
                    <a:pt x="580" y="844"/>
                  </a:lnTo>
                  <a:lnTo>
                    <a:pt x="614" y="853"/>
                  </a:lnTo>
                  <a:lnTo>
                    <a:pt x="651" y="856"/>
                  </a:lnTo>
                  <a:lnTo>
                    <a:pt x="686" y="853"/>
                  </a:lnTo>
                  <a:lnTo>
                    <a:pt x="721" y="844"/>
                  </a:lnTo>
                  <a:lnTo>
                    <a:pt x="752" y="829"/>
                  </a:lnTo>
                  <a:lnTo>
                    <a:pt x="779" y="809"/>
                  </a:lnTo>
                  <a:lnTo>
                    <a:pt x="804" y="785"/>
                  </a:lnTo>
                  <a:lnTo>
                    <a:pt x="823" y="757"/>
                  </a:lnTo>
                  <a:lnTo>
                    <a:pt x="839" y="725"/>
                  </a:lnTo>
                  <a:lnTo>
                    <a:pt x="848" y="691"/>
                  </a:lnTo>
                  <a:lnTo>
                    <a:pt x="851" y="655"/>
                  </a:lnTo>
                  <a:lnTo>
                    <a:pt x="848" y="619"/>
                  </a:lnTo>
                  <a:lnTo>
                    <a:pt x="839" y="585"/>
                  </a:lnTo>
                  <a:lnTo>
                    <a:pt x="823" y="554"/>
                  </a:lnTo>
                  <a:lnTo>
                    <a:pt x="804" y="525"/>
                  </a:lnTo>
                  <a:lnTo>
                    <a:pt x="779" y="501"/>
                  </a:lnTo>
                  <a:lnTo>
                    <a:pt x="752" y="481"/>
                  </a:lnTo>
                  <a:lnTo>
                    <a:pt x="721" y="467"/>
                  </a:lnTo>
                  <a:lnTo>
                    <a:pt x="686" y="457"/>
                  </a:lnTo>
                  <a:lnTo>
                    <a:pt x="651" y="454"/>
                  </a:lnTo>
                  <a:close/>
                  <a:moveTo>
                    <a:pt x="501" y="0"/>
                  </a:moveTo>
                  <a:lnTo>
                    <a:pt x="801" y="0"/>
                  </a:lnTo>
                  <a:lnTo>
                    <a:pt x="819" y="2"/>
                  </a:lnTo>
                  <a:lnTo>
                    <a:pt x="835" y="8"/>
                  </a:lnTo>
                  <a:lnTo>
                    <a:pt x="848" y="20"/>
                  </a:lnTo>
                  <a:lnTo>
                    <a:pt x="859" y="34"/>
                  </a:lnTo>
                  <a:lnTo>
                    <a:pt x="866" y="49"/>
                  </a:lnTo>
                  <a:lnTo>
                    <a:pt x="868" y="67"/>
                  </a:lnTo>
                  <a:lnTo>
                    <a:pt x="868" y="159"/>
                  </a:lnTo>
                  <a:lnTo>
                    <a:pt x="871" y="178"/>
                  </a:lnTo>
                  <a:lnTo>
                    <a:pt x="878" y="195"/>
                  </a:lnTo>
                  <a:lnTo>
                    <a:pt x="889" y="208"/>
                  </a:lnTo>
                  <a:lnTo>
                    <a:pt x="902" y="219"/>
                  </a:lnTo>
                  <a:lnTo>
                    <a:pt x="919" y="225"/>
                  </a:lnTo>
                  <a:lnTo>
                    <a:pt x="936" y="227"/>
                  </a:lnTo>
                  <a:lnTo>
                    <a:pt x="952" y="225"/>
                  </a:lnTo>
                  <a:lnTo>
                    <a:pt x="969" y="218"/>
                  </a:lnTo>
                  <a:lnTo>
                    <a:pt x="1048" y="172"/>
                  </a:lnTo>
                  <a:lnTo>
                    <a:pt x="1065" y="165"/>
                  </a:lnTo>
                  <a:lnTo>
                    <a:pt x="1083" y="163"/>
                  </a:lnTo>
                  <a:lnTo>
                    <a:pt x="1099" y="165"/>
                  </a:lnTo>
                  <a:lnTo>
                    <a:pt x="1116" y="172"/>
                  </a:lnTo>
                  <a:lnTo>
                    <a:pt x="1130" y="182"/>
                  </a:lnTo>
                  <a:lnTo>
                    <a:pt x="1141" y="197"/>
                  </a:lnTo>
                  <a:lnTo>
                    <a:pt x="1291" y="457"/>
                  </a:lnTo>
                  <a:lnTo>
                    <a:pt x="1299" y="475"/>
                  </a:lnTo>
                  <a:lnTo>
                    <a:pt x="1301" y="492"/>
                  </a:lnTo>
                  <a:lnTo>
                    <a:pt x="1298" y="510"/>
                  </a:lnTo>
                  <a:lnTo>
                    <a:pt x="1291" y="525"/>
                  </a:lnTo>
                  <a:lnTo>
                    <a:pt x="1281" y="539"/>
                  </a:lnTo>
                  <a:lnTo>
                    <a:pt x="1266" y="551"/>
                  </a:lnTo>
                  <a:lnTo>
                    <a:pt x="1187" y="597"/>
                  </a:lnTo>
                  <a:lnTo>
                    <a:pt x="1173" y="608"/>
                  </a:lnTo>
                  <a:lnTo>
                    <a:pt x="1162" y="622"/>
                  </a:lnTo>
                  <a:lnTo>
                    <a:pt x="1156" y="638"/>
                  </a:lnTo>
                  <a:lnTo>
                    <a:pt x="1154" y="655"/>
                  </a:lnTo>
                  <a:lnTo>
                    <a:pt x="1156" y="672"/>
                  </a:lnTo>
                  <a:lnTo>
                    <a:pt x="1162" y="688"/>
                  </a:lnTo>
                  <a:lnTo>
                    <a:pt x="1173" y="702"/>
                  </a:lnTo>
                  <a:lnTo>
                    <a:pt x="1187" y="714"/>
                  </a:lnTo>
                  <a:lnTo>
                    <a:pt x="1266" y="760"/>
                  </a:lnTo>
                  <a:lnTo>
                    <a:pt x="1281" y="771"/>
                  </a:lnTo>
                  <a:lnTo>
                    <a:pt x="1291" y="785"/>
                  </a:lnTo>
                  <a:lnTo>
                    <a:pt x="1298" y="801"/>
                  </a:lnTo>
                  <a:lnTo>
                    <a:pt x="1301" y="819"/>
                  </a:lnTo>
                  <a:lnTo>
                    <a:pt x="1299" y="835"/>
                  </a:lnTo>
                  <a:lnTo>
                    <a:pt x="1291" y="852"/>
                  </a:lnTo>
                  <a:lnTo>
                    <a:pt x="1141" y="1114"/>
                  </a:lnTo>
                  <a:lnTo>
                    <a:pt x="1130" y="1128"/>
                  </a:lnTo>
                  <a:lnTo>
                    <a:pt x="1116" y="1139"/>
                  </a:lnTo>
                  <a:lnTo>
                    <a:pt x="1099" y="1145"/>
                  </a:lnTo>
                  <a:lnTo>
                    <a:pt x="1083" y="1147"/>
                  </a:lnTo>
                  <a:lnTo>
                    <a:pt x="1065" y="1145"/>
                  </a:lnTo>
                  <a:lnTo>
                    <a:pt x="1048" y="1139"/>
                  </a:lnTo>
                  <a:lnTo>
                    <a:pt x="969" y="1093"/>
                  </a:lnTo>
                  <a:lnTo>
                    <a:pt x="952" y="1085"/>
                  </a:lnTo>
                  <a:lnTo>
                    <a:pt x="936" y="1083"/>
                  </a:lnTo>
                  <a:lnTo>
                    <a:pt x="919" y="1085"/>
                  </a:lnTo>
                  <a:lnTo>
                    <a:pt x="902" y="1092"/>
                  </a:lnTo>
                  <a:lnTo>
                    <a:pt x="889" y="1102"/>
                  </a:lnTo>
                  <a:lnTo>
                    <a:pt x="878" y="1116"/>
                  </a:lnTo>
                  <a:lnTo>
                    <a:pt x="871" y="1133"/>
                  </a:lnTo>
                  <a:lnTo>
                    <a:pt x="868" y="1151"/>
                  </a:lnTo>
                  <a:lnTo>
                    <a:pt x="868" y="1242"/>
                  </a:lnTo>
                  <a:lnTo>
                    <a:pt x="866" y="1261"/>
                  </a:lnTo>
                  <a:lnTo>
                    <a:pt x="859" y="1277"/>
                  </a:lnTo>
                  <a:lnTo>
                    <a:pt x="848" y="1291"/>
                  </a:lnTo>
                  <a:lnTo>
                    <a:pt x="835" y="1301"/>
                  </a:lnTo>
                  <a:lnTo>
                    <a:pt x="819" y="1308"/>
                  </a:lnTo>
                  <a:lnTo>
                    <a:pt x="801" y="1310"/>
                  </a:lnTo>
                  <a:lnTo>
                    <a:pt x="501" y="1310"/>
                  </a:lnTo>
                  <a:lnTo>
                    <a:pt x="482" y="1308"/>
                  </a:lnTo>
                  <a:lnTo>
                    <a:pt x="466" y="1301"/>
                  </a:lnTo>
                  <a:lnTo>
                    <a:pt x="453" y="1291"/>
                  </a:lnTo>
                  <a:lnTo>
                    <a:pt x="442" y="1277"/>
                  </a:lnTo>
                  <a:lnTo>
                    <a:pt x="435" y="1261"/>
                  </a:lnTo>
                  <a:lnTo>
                    <a:pt x="433" y="1242"/>
                  </a:lnTo>
                  <a:lnTo>
                    <a:pt x="433" y="1151"/>
                  </a:lnTo>
                  <a:lnTo>
                    <a:pt x="430" y="1133"/>
                  </a:lnTo>
                  <a:lnTo>
                    <a:pt x="422" y="1116"/>
                  </a:lnTo>
                  <a:lnTo>
                    <a:pt x="412" y="1102"/>
                  </a:lnTo>
                  <a:lnTo>
                    <a:pt x="398" y="1092"/>
                  </a:lnTo>
                  <a:lnTo>
                    <a:pt x="382" y="1085"/>
                  </a:lnTo>
                  <a:lnTo>
                    <a:pt x="365" y="1083"/>
                  </a:lnTo>
                  <a:lnTo>
                    <a:pt x="348" y="1085"/>
                  </a:lnTo>
                  <a:lnTo>
                    <a:pt x="332" y="1093"/>
                  </a:lnTo>
                  <a:lnTo>
                    <a:pt x="252" y="1139"/>
                  </a:lnTo>
                  <a:lnTo>
                    <a:pt x="236" y="1145"/>
                  </a:lnTo>
                  <a:lnTo>
                    <a:pt x="218" y="1147"/>
                  </a:lnTo>
                  <a:lnTo>
                    <a:pt x="201" y="1145"/>
                  </a:lnTo>
                  <a:lnTo>
                    <a:pt x="185" y="1139"/>
                  </a:lnTo>
                  <a:lnTo>
                    <a:pt x="171" y="1128"/>
                  </a:lnTo>
                  <a:lnTo>
                    <a:pt x="160" y="1114"/>
                  </a:lnTo>
                  <a:lnTo>
                    <a:pt x="9" y="852"/>
                  </a:lnTo>
                  <a:lnTo>
                    <a:pt x="3" y="835"/>
                  </a:lnTo>
                  <a:lnTo>
                    <a:pt x="0" y="819"/>
                  </a:lnTo>
                  <a:lnTo>
                    <a:pt x="3" y="801"/>
                  </a:lnTo>
                  <a:lnTo>
                    <a:pt x="9" y="785"/>
                  </a:lnTo>
                  <a:lnTo>
                    <a:pt x="20" y="771"/>
                  </a:lnTo>
                  <a:lnTo>
                    <a:pt x="34" y="760"/>
                  </a:lnTo>
                  <a:lnTo>
                    <a:pt x="114" y="714"/>
                  </a:lnTo>
                  <a:lnTo>
                    <a:pt x="128" y="702"/>
                  </a:lnTo>
                  <a:lnTo>
                    <a:pt x="139" y="688"/>
                  </a:lnTo>
                  <a:lnTo>
                    <a:pt x="145" y="672"/>
                  </a:lnTo>
                  <a:lnTo>
                    <a:pt x="147" y="655"/>
                  </a:lnTo>
                  <a:lnTo>
                    <a:pt x="145" y="638"/>
                  </a:lnTo>
                  <a:lnTo>
                    <a:pt x="139" y="622"/>
                  </a:lnTo>
                  <a:lnTo>
                    <a:pt x="128" y="608"/>
                  </a:lnTo>
                  <a:lnTo>
                    <a:pt x="114" y="597"/>
                  </a:lnTo>
                  <a:lnTo>
                    <a:pt x="34" y="551"/>
                  </a:lnTo>
                  <a:lnTo>
                    <a:pt x="20" y="539"/>
                  </a:lnTo>
                  <a:lnTo>
                    <a:pt x="9" y="525"/>
                  </a:lnTo>
                  <a:lnTo>
                    <a:pt x="3" y="510"/>
                  </a:lnTo>
                  <a:lnTo>
                    <a:pt x="0" y="492"/>
                  </a:lnTo>
                  <a:lnTo>
                    <a:pt x="3" y="475"/>
                  </a:lnTo>
                  <a:lnTo>
                    <a:pt x="9" y="457"/>
                  </a:lnTo>
                  <a:lnTo>
                    <a:pt x="160" y="197"/>
                  </a:lnTo>
                  <a:lnTo>
                    <a:pt x="171" y="182"/>
                  </a:lnTo>
                  <a:lnTo>
                    <a:pt x="185" y="172"/>
                  </a:lnTo>
                  <a:lnTo>
                    <a:pt x="201" y="165"/>
                  </a:lnTo>
                  <a:lnTo>
                    <a:pt x="218" y="163"/>
                  </a:lnTo>
                  <a:lnTo>
                    <a:pt x="236" y="165"/>
                  </a:lnTo>
                  <a:lnTo>
                    <a:pt x="252" y="172"/>
                  </a:lnTo>
                  <a:lnTo>
                    <a:pt x="332" y="218"/>
                  </a:lnTo>
                  <a:lnTo>
                    <a:pt x="348" y="225"/>
                  </a:lnTo>
                  <a:lnTo>
                    <a:pt x="365" y="227"/>
                  </a:lnTo>
                  <a:lnTo>
                    <a:pt x="382" y="225"/>
                  </a:lnTo>
                  <a:lnTo>
                    <a:pt x="398" y="219"/>
                  </a:lnTo>
                  <a:lnTo>
                    <a:pt x="412" y="208"/>
                  </a:lnTo>
                  <a:lnTo>
                    <a:pt x="422" y="195"/>
                  </a:lnTo>
                  <a:lnTo>
                    <a:pt x="430" y="178"/>
                  </a:lnTo>
                  <a:lnTo>
                    <a:pt x="433" y="159"/>
                  </a:lnTo>
                  <a:lnTo>
                    <a:pt x="433" y="67"/>
                  </a:lnTo>
                  <a:lnTo>
                    <a:pt x="435" y="49"/>
                  </a:lnTo>
                  <a:lnTo>
                    <a:pt x="442" y="34"/>
                  </a:lnTo>
                  <a:lnTo>
                    <a:pt x="453" y="20"/>
                  </a:lnTo>
                  <a:lnTo>
                    <a:pt x="466" y="8"/>
                  </a:lnTo>
                  <a:lnTo>
                    <a:pt x="482" y="2"/>
                  </a:lnTo>
                  <a:lnTo>
                    <a:pt x="5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6" name="Freeform 330">
              <a:extLst>
                <a:ext uri="{FF2B5EF4-FFF2-40B4-BE49-F238E27FC236}">
                  <a16:creationId xmlns:a16="http://schemas.microsoft.com/office/drawing/2014/main" id="{3595CD2E-6161-4B3E-8A0E-755172CAB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63" y="3144838"/>
              <a:ext cx="212725" cy="207963"/>
            </a:xfrm>
            <a:custGeom>
              <a:avLst/>
              <a:gdLst>
                <a:gd name="T0" fmla="*/ 1066 w 1471"/>
                <a:gd name="T1" fmla="*/ 0 h 1441"/>
                <a:gd name="T2" fmla="*/ 1104 w 1471"/>
                <a:gd name="T3" fmla="*/ 14 h 1441"/>
                <a:gd name="T4" fmla="*/ 1444 w 1471"/>
                <a:gd name="T5" fmla="*/ 351 h 1441"/>
                <a:gd name="T6" fmla="*/ 1464 w 1471"/>
                <a:gd name="T7" fmla="*/ 381 h 1441"/>
                <a:gd name="T8" fmla="*/ 1471 w 1471"/>
                <a:gd name="T9" fmla="*/ 417 h 1441"/>
                <a:gd name="T10" fmla="*/ 1464 w 1471"/>
                <a:gd name="T11" fmla="*/ 452 h 1441"/>
                <a:gd name="T12" fmla="*/ 1444 w 1471"/>
                <a:gd name="T13" fmla="*/ 483 h 1441"/>
                <a:gd name="T14" fmla="*/ 1106 w 1471"/>
                <a:gd name="T15" fmla="*/ 819 h 1441"/>
                <a:gd name="T16" fmla="*/ 1073 w 1471"/>
                <a:gd name="T17" fmla="*/ 832 h 1441"/>
                <a:gd name="T18" fmla="*/ 1037 w 1471"/>
                <a:gd name="T19" fmla="*/ 832 h 1441"/>
                <a:gd name="T20" fmla="*/ 1004 w 1471"/>
                <a:gd name="T21" fmla="*/ 819 h 1441"/>
                <a:gd name="T22" fmla="*/ 977 w 1471"/>
                <a:gd name="T23" fmla="*/ 789 h 1441"/>
                <a:gd name="T24" fmla="*/ 963 w 1471"/>
                <a:gd name="T25" fmla="*/ 751 h 1441"/>
                <a:gd name="T26" fmla="*/ 968 w 1471"/>
                <a:gd name="T27" fmla="*/ 711 h 1441"/>
                <a:gd name="T28" fmla="*/ 990 w 1471"/>
                <a:gd name="T29" fmla="*/ 675 h 1441"/>
                <a:gd name="T30" fmla="*/ 1072 w 1471"/>
                <a:gd name="T31" fmla="*/ 520 h 1441"/>
                <a:gd name="T32" fmla="*/ 918 w 1471"/>
                <a:gd name="T33" fmla="*/ 555 h 1441"/>
                <a:gd name="T34" fmla="*/ 773 w 1471"/>
                <a:gd name="T35" fmla="*/ 610 h 1441"/>
                <a:gd name="T36" fmla="*/ 639 w 1471"/>
                <a:gd name="T37" fmla="*/ 687 h 1441"/>
                <a:gd name="T38" fmla="*/ 519 w 1471"/>
                <a:gd name="T39" fmla="*/ 782 h 1441"/>
                <a:gd name="T40" fmla="*/ 414 w 1471"/>
                <a:gd name="T41" fmla="*/ 893 h 1441"/>
                <a:gd name="T42" fmla="*/ 326 w 1471"/>
                <a:gd name="T43" fmla="*/ 1020 h 1441"/>
                <a:gd name="T44" fmla="*/ 257 w 1471"/>
                <a:gd name="T45" fmla="*/ 1158 h 1441"/>
                <a:gd name="T46" fmla="*/ 209 w 1471"/>
                <a:gd name="T47" fmla="*/ 1306 h 1441"/>
                <a:gd name="T48" fmla="*/ 171 w 1471"/>
                <a:gd name="T49" fmla="*/ 1310 h 1441"/>
                <a:gd name="T50" fmla="*/ 108 w 1471"/>
                <a:gd name="T51" fmla="*/ 1328 h 1441"/>
                <a:gd name="T52" fmla="*/ 55 w 1471"/>
                <a:gd name="T53" fmla="*/ 1365 h 1441"/>
                <a:gd name="T54" fmla="*/ 13 w 1471"/>
                <a:gd name="T55" fmla="*/ 1417 h 1441"/>
                <a:gd name="T56" fmla="*/ 10 w 1471"/>
                <a:gd name="T57" fmla="*/ 1356 h 1441"/>
                <a:gd name="T58" fmla="*/ 49 w 1471"/>
                <a:gd name="T59" fmla="*/ 1190 h 1441"/>
                <a:gd name="T60" fmla="*/ 108 w 1471"/>
                <a:gd name="T61" fmla="*/ 1034 h 1441"/>
                <a:gd name="T62" fmla="*/ 187 w 1471"/>
                <a:gd name="T63" fmla="*/ 890 h 1441"/>
                <a:gd name="T64" fmla="*/ 285 w 1471"/>
                <a:gd name="T65" fmla="*/ 757 h 1441"/>
                <a:gd name="T66" fmla="*/ 399 w 1471"/>
                <a:gd name="T67" fmla="*/ 640 h 1441"/>
                <a:gd name="T68" fmla="*/ 527 w 1471"/>
                <a:gd name="T69" fmla="*/ 538 h 1441"/>
                <a:gd name="T70" fmla="*/ 669 w 1471"/>
                <a:gd name="T71" fmla="*/ 453 h 1441"/>
                <a:gd name="T72" fmla="*/ 823 w 1471"/>
                <a:gd name="T73" fmla="*/ 390 h 1441"/>
                <a:gd name="T74" fmla="*/ 985 w 1471"/>
                <a:gd name="T75" fmla="*/ 346 h 1441"/>
                <a:gd name="T76" fmla="*/ 1155 w 1471"/>
                <a:gd name="T77" fmla="*/ 326 h 1441"/>
                <a:gd name="T78" fmla="*/ 977 w 1471"/>
                <a:gd name="T79" fmla="*/ 143 h 1441"/>
                <a:gd name="T80" fmla="*/ 963 w 1471"/>
                <a:gd name="T81" fmla="*/ 104 h 1441"/>
                <a:gd name="T82" fmla="*/ 968 w 1471"/>
                <a:gd name="T83" fmla="*/ 63 h 1441"/>
                <a:gd name="T84" fmla="*/ 990 w 1471"/>
                <a:gd name="T85" fmla="*/ 27 h 1441"/>
                <a:gd name="T86" fmla="*/ 1026 w 1471"/>
                <a:gd name="T87" fmla="*/ 5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71" h="1441">
                  <a:moveTo>
                    <a:pt x="1046" y="0"/>
                  </a:moveTo>
                  <a:lnTo>
                    <a:pt x="1066" y="0"/>
                  </a:lnTo>
                  <a:lnTo>
                    <a:pt x="1085" y="5"/>
                  </a:lnTo>
                  <a:lnTo>
                    <a:pt x="1104" y="14"/>
                  </a:lnTo>
                  <a:lnTo>
                    <a:pt x="1121" y="27"/>
                  </a:lnTo>
                  <a:lnTo>
                    <a:pt x="1444" y="351"/>
                  </a:lnTo>
                  <a:lnTo>
                    <a:pt x="1456" y="365"/>
                  </a:lnTo>
                  <a:lnTo>
                    <a:pt x="1464" y="381"/>
                  </a:lnTo>
                  <a:lnTo>
                    <a:pt x="1469" y="399"/>
                  </a:lnTo>
                  <a:lnTo>
                    <a:pt x="1471" y="417"/>
                  </a:lnTo>
                  <a:lnTo>
                    <a:pt x="1469" y="436"/>
                  </a:lnTo>
                  <a:lnTo>
                    <a:pt x="1464" y="452"/>
                  </a:lnTo>
                  <a:lnTo>
                    <a:pt x="1456" y="468"/>
                  </a:lnTo>
                  <a:lnTo>
                    <a:pt x="1444" y="483"/>
                  </a:lnTo>
                  <a:lnTo>
                    <a:pt x="1121" y="806"/>
                  </a:lnTo>
                  <a:lnTo>
                    <a:pt x="1106" y="819"/>
                  </a:lnTo>
                  <a:lnTo>
                    <a:pt x="1091" y="827"/>
                  </a:lnTo>
                  <a:lnTo>
                    <a:pt x="1073" y="832"/>
                  </a:lnTo>
                  <a:lnTo>
                    <a:pt x="1055" y="833"/>
                  </a:lnTo>
                  <a:lnTo>
                    <a:pt x="1037" y="832"/>
                  </a:lnTo>
                  <a:lnTo>
                    <a:pt x="1021" y="827"/>
                  </a:lnTo>
                  <a:lnTo>
                    <a:pt x="1004" y="819"/>
                  </a:lnTo>
                  <a:lnTo>
                    <a:pt x="990" y="806"/>
                  </a:lnTo>
                  <a:lnTo>
                    <a:pt x="977" y="789"/>
                  </a:lnTo>
                  <a:lnTo>
                    <a:pt x="968" y="771"/>
                  </a:lnTo>
                  <a:lnTo>
                    <a:pt x="963" y="751"/>
                  </a:lnTo>
                  <a:lnTo>
                    <a:pt x="963" y="731"/>
                  </a:lnTo>
                  <a:lnTo>
                    <a:pt x="968" y="711"/>
                  </a:lnTo>
                  <a:lnTo>
                    <a:pt x="977" y="692"/>
                  </a:lnTo>
                  <a:lnTo>
                    <a:pt x="990" y="675"/>
                  </a:lnTo>
                  <a:lnTo>
                    <a:pt x="1152" y="512"/>
                  </a:lnTo>
                  <a:lnTo>
                    <a:pt x="1072" y="520"/>
                  </a:lnTo>
                  <a:lnTo>
                    <a:pt x="994" y="534"/>
                  </a:lnTo>
                  <a:lnTo>
                    <a:pt x="918" y="555"/>
                  </a:lnTo>
                  <a:lnTo>
                    <a:pt x="843" y="580"/>
                  </a:lnTo>
                  <a:lnTo>
                    <a:pt x="773" y="610"/>
                  </a:lnTo>
                  <a:lnTo>
                    <a:pt x="705" y="647"/>
                  </a:lnTo>
                  <a:lnTo>
                    <a:pt x="639" y="687"/>
                  </a:lnTo>
                  <a:lnTo>
                    <a:pt x="577" y="733"/>
                  </a:lnTo>
                  <a:lnTo>
                    <a:pt x="519" y="782"/>
                  </a:lnTo>
                  <a:lnTo>
                    <a:pt x="465" y="835"/>
                  </a:lnTo>
                  <a:lnTo>
                    <a:pt x="414" y="893"/>
                  </a:lnTo>
                  <a:lnTo>
                    <a:pt x="368" y="955"/>
                  </a:lnTo>
                  <a:lnTo>
                    <a:pt x="326" y="1020"/>
                  </a:lnTo>
                  <a:lnTo>
                    <a:pt x="290" y="1087"/>
                  </a:lnTo>
                  <a:lnTo>
                    <a:pt x="257" y="1158"/>
                  </a:lnTo>
                  <a:lnTo>
                    <a:pt x="230" y="1231"/>
                  </a:lnTo>
                  <a:lnTo>
                    <a:pt x="209" y="1306"/>
                  </a:lnTo>
                  <a:lnTo>
                    <a:pt x="204" y="1306"/>
                  </a:lnTo>
                  <a:lnTo>
                    <a:pt x="171" y="1310"/>
                  </a:lnTo>
                  <a:lnTo>
                    <a:pt x="139" y="1317"/>
                  </a:lnTo>
                  <a:lnTo>
                    <a:pt x="108" y="1328"/>
                  </a:lnTo>
                  <a:lnTo>
                    <a:pt x="80" y="1345"/>
                  </a:lnTo>
                  <a:lnTo>
                    <a:pt x="55" y="1365"/>
                  </a:lnTo>
                  <a:lnTo>
                    <a:pt x="32" y="1389"/>
                  </a:lnTo>
                  <a:lnTo>
                    <a:pt x="13" y="1417"/>
                  </a:lnTo>
                  <a:lnTo>
                    <a:pt x="0" y="1441"/>
                  </a:lnTo>
                  <a:lnTo>
                    <a:pt x="10" y="1356"/>
                  </a:lnTo>
                  <a:lnTo>
                    <a:pt x="27" y="1272"/>
                  </a:lnTo>
                  <a:lnTo>
                    <a:pt x="49" y="1190"/>
                  </a:lnTo>
                  <a:lnTo>
                    <a:pt x="76" y="1111"/>
                  </a:lnTo>
                  <a:lnTo>
                    <a:pt x="108" y="1034"/>
                  </a:lnTo>
                  <a:lnTo>
                    <a:pt x="146" y="960"/>
                  </a:lnTo>
                  <a:lnTo>
                    <a:pt x="187" y="890"/>
                  </a:lnTo>
                  <a:lnTo>
                    <a:pt x="234" y="822"/>
                  </a:lnTo>
                  <a:lnTo>
                    <a:pt x="285" y="757"/>
                  </a:lnTo>
                  <a:lnTo>
                    <a:pt x="341" y="696"/>
                  </a:lnTo>
                  <a:lnTo>
                    <a:pt x="399" y="640"/>
                  </a:lnTo>
                  <a:lnTo>
                    <a:pt x="462" y="586"/>
                  </a:lnTo>
                  <a:lnTo>
                    <a:pt x="527" y="538"/>
                  </a:lnTo>
                  <a:lnTo>
                    <a:pt x="597" y="493"/>
                  </a:lnTo>
                  <a:lnTo>
                    <a:pt x="669" y="453"/>
                  </a:lnTo>
                  <a:lnTo>
                    <a:pt x="744" y="419"/>
                  </a:lnTo>
                  <a:lnTo>
                    <a:pt x="823" y="390"/>
                  </a:lnTo>
                  <a:lnTo>
                    <a:pt x="903" y="364"/>
                  </a:lnTo>
                  <a:lnTo>
                    <a:pt x="985" y="346"/>
                  </a:lnTo>
                  <a:lnTo>
                    <a:pt x="1070" y="333"/>
                  </a:lnTo>
                  <a:lnTo>
                    <a:pt x="1155" y="326"/>
                  </a:lnTo>
                  <a:lnTo>
                    <a:pt x="990" y="159"/>
                  </a:lnTo>
                  <a:lnTo>
                    <a:pt x="977" y="143"/>
                  </a:lnTo>
                  <a:lnTo>
                    <a:pt x="968" y="124"/>
                  </a:lnTo>
                  <a:lnTo>
                    <a:pt x="963" y="104"/>
                  </a:lnTo>
                  <a:lnTo>
                    <a:pt x="963" y="83"/>
                  </a:lnTo>
                  <a:lnTo>
                    <a:pt x="968" y="63"/>
                  </a:lnTo>
                  <a:lnTo>
                    <a:pt x="977" y="44"/>
                  </a:lnTo>
                  <a:lnTo>
                    <a:pt x="990" y="27"/>
                  </a:lnTo>
                  <a:lnTo>
                    <a:pt x="1007" y="14"/>
                  </a:lnTo>
                  <a:lnTo>
                    <a:pt x="1026" y="5"/>
                  </a:lnTo>
                  <a:lnTo>
                    <a:pt x="10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7" name="Freeform 331">
              <a:extLst>
                <a:ext uri="{FF2B5EF4-FFF2-40B4-BE49-F238E27FC236}">
                  <a16:creationId xmlns:a16="http://schemas.microsoft.com/office/drawing/2014/main" id="{0EA38236-8E83-49BC-9613-7C9E1A5D3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475" y="3108325"/>
              <a:ext cx="107950" cy="109538"/>
            </a:xfrm>
            <a:custGeom>
              <a:avLst/>
              <a:gdLst>
                <a:gd name="T0" fmla="*/ 374 w 747"/>
                <a:gd name="T1" fmla="*/ 0 h 750"/>
                <a:gd name="T2" fmla="*/ 420 w 747"/>
                <a:gd name="T3" fmla="*/ 2 h 750"/>
                <a:gd name="T4" fmla="*/ 465 w 747"/>
                <a:gd name="T5" fmla="*/ 11 h 750"/>
                <a:gd name="T6" fmla="*/ 509 w 747"/>
                <a:gd name="T7" fmla="*/ 25 h 750"/>
                <a:gd name="T8" fmla="*/ 550 w 747"/>
                <a:gd name="T9" fmla="*/ 44 h 750"/>
                <a:gd name="T10" fmla="*/ 587 w 747"/>
                <a:gd name="T11" fmla="*/ 67 h 750"/>
                <a:gd name="T12" fmla="*/ 622 w 747"/>
                <a:gd name="T13" fmla="*/ 94 h 750"/>
                <a:gd name="T14" fmla="*/ 653 w 747"/>
                <a:gd name="T15" fmla="*/ 126 h 750"/>
                <a:gd name="T16" fmla="*/ 680 w 747"/>
                <a:gd name="T17" fmla="*/ 160 h 750"/>
                <a:gd name="T18" fmla="*/ 703 w 747"/>
                <a:gd name="T19" fmla="*/ 198 h 750"/>
                <a:gd name="T20" fmla="*/ 722 w 747"/>
                <a:gd name="T21" fmla="*/ 239 h 750"/>
                <a:gd name="T22" fmla="*/ 737 w 747"/>
                <a:gd name="T23" fmla="*/ 283 h 750"/>
                <a:gd name="T24" fmla="*/ 745 w 747"/>
                <a:gd name="T25" fmla="*/ 328 h 750"/>
                <a:gd name="T26" fmla="*/ 747 w 747"/>
                <a:gd name="T27" fmla="*/ 375 h 750"/>
                <a:gd name="T28" fmla="*/ 745 w 747"/>
                <a:gd name="T29" fmla="*/ 422 h 750"/>
                <a:gd name="T30" fmla="*/ 737 w 747"/>
                <a:gd name="T31" fmla="*/ 467 h 750"/>
                <a:gd name="T32" fmla="*/ 722 w 747"/>
                <a:gd name="T33" fmla="*/ 510 h 750"/>
                <a:gd name="T34" fmla="*/ 703 w 747"/>
                <a:gd name="T35" fmla="*/ 551 h 750"/>
                <a:gd name="T36" fmla="*/ 680 w 747"/>
                <a:gd name="T37" fmla="*/ 588 h 750"/>
                <a:gd name="T38" fmla="*/ 653 w 747"/>
                <a:gd name="T39" fmla="*/ 623 h 750"/>
                <a:gd name="T40" fmla="*/ 622 w 747"/>
                <a:gd name="T41" fmla="*/ 654 h 750"/>
                <a:gd name="T42" fmla="*/ 587 w 747"/>
                <a:gd name="T43" fmla="*/ 683 h 750"/>
                <a:gd name="T44" fmla="*/ 550 w 747"/>
                <a:gd name="T45" fmla="*/ 706 h 750"/>
                <a:gd name="T46" fmla="*/ 509 w 747"/>
                <a:gd name="T47" fmla="*/ 725 h 750"/>
                <a:gd name="T48" fmla="*/ 465 w 747"/>
                <a:gd name="T49" fmla="*/ 738 h 750"/>
                <a:gd name="T50" fmla="*/ 420 w 747"/>
                <a:gd name="T51" fmla="*/ 747 h 750"/>
                <a:gd name="T52" fmla="*/ 374 w 747"/>
                <a:gd name="T53" fmla="*/ 750 h 750"/>
                <a:gd name="T54" fmla="*/ 327 w 747"/>
                <a:gd name="T55" fmla="*/ 747 h 750"/>
                <a:gd name="T56" fmla="*/ 282 w 747"/>
                <a:gd name="T57" fmla="*/ 738 h 750"/>
                <a:gd name="T58" fmla="*/ 239 w 747"/>
                <a:gd name="T59" fmla="*/ 725 h 750"/>
                <a:gd name="T60" fmla="*/ 198 w 747"/>
                <a:gd name="T61" fmla="*/ 706 h 750"/>
                <a:gd name="T62" fmla="*/ 161 w 747"/>
                <a:gd name="T63" fmla="*/ 683 h 750"/>
                <a:gd name="T64" fmla="*/ 126 w 747"/>
                <a:gd name="T65" fmla="*/ 654 h 750"/>
                <a:gd name="T66" fmla="*/ 95 w 747"/>
                <a:gd name="T67" fmla="*/ 623 h 750"/>
                <a:gd name="T68" fmla="*/ 67 w 747"/>
                <a:gd name="T69" fmla="*/ 588 h 750"/>
                <a:gd name="T70" fmla="*/ 44 w 747"/>
                <a:gd name="T71" fmla="*/ 551 h 750"/>
                <a:gd name="T72" fmla="*/ 25 w 747"/>
                <a:gd name="T73" fmla="*/ 510 h 750"/>
                <a:gd name="T74" fmla="*/ 12 w 747"/>
                <a:gd name="T75" fmla="*/ 467 h 750"/>
                <a:gd name="T76" fmla="*/ 3 w 747"/>
                <a:gd name="T77" fmla="*/ 422 h 750"/>
                <a:gd name="T78" fmla="*/ 0 w 747"/>
                <a:gd name="T79" fmla="*/ 375 h 750"/>
                <a:gd name="T80" fmla="*/ 3 w 747"/>
                <a:gd name="T81" fmla="*/ 328 h 750"/>
                <a:gd name="T82" fmla="*/ 12 w 747"/>
                <a:gd name="T83" fmla="*/ 283 h 750"/>
                <a:gd name="T84" fmla="*/ 25 w 747"/>
                <a:gd name="T85" fmla="*/ 239 h 750"/>
                <a:gd name="T86" fmla="*/ 44 w 747"/>
                <a:gd name="T87" fmla="*/ 198 h 750"/>
                <a:gd name="T88" fmla="*/ 67 w 747"/>
                <a:gd name="T89" fmla="*/ 160 h 750"/>
                <a:gd name="T90" fmla="*/ 95 w 747"/>
                <a:gd name="T91" fmla="*/ 126 h 750"/>
                <a:gd name="T92" fmla="*/ 126 w 747"/>
                <a:gd name="T93" fmla="*/ 94 h 750"/>
                <a:gd name="T94" fmla="*/ 161 w 747"/>
                <a:gd name="T95" fmla="*/ 67 h 750"/>
                <a:gd name="T96" fmla="*/ 198 w 747"/>
                <a:gd name="T97" fmla="*/ 44 h 750"/>
                <a:gd name="T98" fmla="*/ 239 w 747"/>
                <a:gd name="T99" fmla="*/ 25 h 750"/>
                <a:gd name="T100" fmla="*/ 282 w 747"/>
                <a:gd name="T101" fmla="*/ 11 h 750"/>
                <a:gd name="T102" fmla="*/ 327 w 747"/>
                <a:gd name="T103" fmla="*/ 2 h 750"/>
                <a:gd name="T104" fmla="*/ 374 w 747"/>
                <a:gd name="T105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47" h="750">
                  <a:moveTo>
                    <a:pt x="374" y="0"/>
                  </a:moveTo>
                  <a:lnTo>
                    <a:pt x="420" y="2"/>
                  </a:lnTo>
                  <a:lnTo>
                    <a:pt x="465" y="11"/>
                  </a:lnTo>
                  <a:lnTo>
                    <a:pt x="509" y="25"/>
                  </a:lnTo>
                  <a:lnTo>
                    <a:pt x="550" y="44"/>
                  </a:lnTo>
                  <a:lnTo>
                    <a:pt x="587" y="67"/>
                  </a:lnTo>
                  <a:lnTo>
                    <a:pt x="622" y="94"/>
                  </a:lnTo>
                  <a:lnTo>
                    <a:pt x="653" y="126"/>
                  </a:lnTo>
                  <a:lnTo>
                    <a:pt x="680" y="160"/>
                  </a:lnTo>
                  <a:lnTo>
                    <a:pt x="703" y="198"/>
                  </a:lnTo>
                  <a:lnTo>
                    <a:pt x="722" y="239"/>
                  </a:lnTo>
                  <a:lnTo>
                    <a:pt x="737" y="283"/>
                  </a:lnTo>
                  <a:lnTo>
                    <a:pt x="745" y="328"/>
                  </a:lnTo>
                  <a:lnTo>
                    <a:pt x="747" y="375"/>
                  </a:lnTo>
                  <a:lnTo>
                    <a:pt x="745" y="422"/>
                  </a:lnTo>
                  <a:lnTo>
                    <a:pt x="737" y="467"/>
                  </a:lnTo>
                  <a:lnTo>
                    <a:pt x="722" y="510"/>
                  </a:lnTo>
                  <a:lnTo>
                    <a:pt x="703" y="551"/>
                  </a:lnTo>
                  <a:lnTo>
                    <a:pt x="680" y="588"/>
                  </a:lnTo>
                  <a:lnTo>
                    <a:pt x="653" y="623"/>
                  </a:lnTo>
                  <a:lnTo>
                    <a:pt x="622" y="654"/>
                  </a:lnTo>
                  <a:lnTo>
                    <a:pt x="587" y="683"/>
                  </a:lnTo>
                  <a:lnTo>
                    <a:pt x="550" y="706"/>
                  </a:lnTo>
                  <a:lnTo>
                    <a:pt x="509" y="725"/>
                  </a:lnTo>
                  <a:lnTo>
                    <a:pt x="465" y="738"/>
                  </a:lnTo>
                  <a:lnTo>
                    <a:pt x="420" y="747"/>
                  </a:lnTo>
                  <a:lnTo>
                    <a:pt x="374" y="750"/>
                  </a:lnTo>
                  <a:lnTo>
                    <a:pt x="327" y="747"/>
                  </a:lnTo>
                  <a:lnTo>
                    <a:pt x="282" y="738"/>
                  </a:lnTo>
                  <a:lnTo>
                    <a:pt x="239" y="725"/>
                  </a:lnTo>
                  <a:lnTo>
                    <a:pt x="198" y="706"/>
                  </a:lnTo>
                  <a:lnTo>
                    <a:pt x="161" y="683"/>
                  </a:lnTo>
                  <a:lnTo>
                    <a:pt x="126" y="654"/>
                  </a:lnTo>
                  <a:lnTo>
                    <a:pt x="95" y="623"/>
                  </a:lnTo>
                  <a:lnTo>
                    <a:pt x="67" y="588"/>
                  </a:lnTo>
                  <a:lnTo>
                    <a:pt x="44" y="551"/>
                  </a:lnTo>
                  <a:lnTo>
                    <a:pt x="25" y="510"/>
                  </a:lnTo>
                  <a:lnTo>
                    <a:pt x="12" y="467"/>
                  </a:lnTo>
                  <a:lnTo>
                    <a:pt x="3" y="422"/>
                  </a:lnTo>
                  <a:lnTo>
                    <a:pt x="0" y="375"/>
                  </a:lnTo>
                  <a:lnTo>
                    <a:pt x="3" y="328"/>
                  </a:lnTo>
                  <a:lnTo>
                    <a:pt x="12" y="283"/>
                  </a:lnTo>
                  <a:lnTo>
                    <a:pt x="25" y="239"/>
                  </a:lnTo>
                  <a:lnTo>
                    <a:pt x="44" y="198"/>
                  </a:lnTo>
                  <a:lnTo>
                    <a:pt x="67" y="160"/>
                  </a:lnTo>
                  <a:lnTo>
                    <a:pt x="95" y="126"/>
                  </a:lnTo>
                  <a:lnTo>
                    <a:pt x="126" y="94"/>
                  </a:lnTo>
                  <a:lnTo>
                    <a:pt x="161" y="67"/>
                  </a:lnTo>
                  <a:lnTo>
                    <a:pt x="198" y="44"/>
                  </a:lnTo>
                  <a:lnTo>
                    <a:pt x="239" y="25"/>
                  </a:lnTo>
                  <a:lnTo>
                    <a:pt x="282" y="11"/>
                  </a:lnTo>
                  <a:lnTo>
                    <a:pt x="327" y="2"/>
                  </a:lnTo>
                  <a:lnTo>
                    <a:pt x="3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8" name="Freeform 332">
              <a:extLst>
                <a:ext uri="{FF2B5EF4-FFF2-40B4-BE49-F238E27FC236}">
                  <a16:creationId xmlns:a16="http://schemas.microsoft.com/office/drawing/2014/main" id="{C8684EA5-AC5E-4FA9-8D40-AEFE56A35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8088" y="3238500"/>
              <a:ext cx="211138" cy="144463"/>
            </a:xfrm>
            <a:custGeom>
              <a:avLst/>
              <a:gdLst>
                <a:gd name="T0" fmla="*/ 446 w 1457"/>
                <a:gd name="T1" fmla="*/ 1 h 1003"/>
                <a:gd name="T2" fmla="*/ 461 w 1457"/>
                <a:gd name="T3" fmla="*/ 13 h 1003"/>
                <a:gd name="T4" fmla="*/ 691 w 1457"/>
                <a:gd name="T5" fmla="*/ 639 h 1003"/>
                <a:gd name="T6" fmla="*/ 707 w 1457"/>
                <a:gd name="T7" fmla="*/ 659 h 1003"/>
                <a:gd name="T8" fmla="*/ 729 w 1457"/>
                <a:gd name="T9" fmla="*/ 666 h 1003"/>
                <a:gd name="T10" fmla="*/ 751 w 1457"/>
                <a:gd name="T11" fmla="*/ 659 h 1003"/>
                <a:gd name="T12" fmla="*/ 767 w 1457"/>
                <a:gd name="T13" fmla="*/ 639 h 1003"/>
                <a:gd name="T14" fmla="*/ 998 w 1457"/>
                <a:gd name="T15" fmla="*/ 11 h 1003"/>
                <a:gd name="T16" fmla="*/ 1020 w 1457"/>
                <a:gd name="T17" fmla="*/ 0 h 1003"/>
                <a:gd name="T18" fmla="*/ 1229 w 1457"/>
                <a:gd name="T19" fmla="*/ 34 h 1003"/>
                <a:gd name="T20" fmla="*/ 1269 w 1457"/>
                <a:gd name="T21" fmla="*/ 50 h 1003"/>
                <a:gd name="T22" fmla="*/ 1339 w 1457"/>
                <a:gd name="T23" fmla="*/ 94 h 1003"/>
                <a:gd name="T24" fmla="*/ 1394 w 1457"/>
                <a:gd name="T25" fmla="*/ 154 h 1003"/>
                <a:gd name="T26" fmla="*/ 1434 w 1457"/>
                <a:gd name="T27" fmla="*/ 225 h 1003"/>
                <a:gd name="T28" fmla="*/ 1454 w 1457"/>
                <a:gd name="T29" fmla="*/ 306 h 1003"/>
                <a:gd name="T30" fmla="*/ 1457 w 1457"/>
                <a:gd name="T31" fmla="*/ 864 h 1003"/>
                <a:gd name="T32" fmla="*/ 1446 w 1457"/>
                <a:gd name="T33" fmla="*/ 917 h 1003"/>
                <a:gd name="T34" fmla="*/ 1416 w 1457"/>
                <a:gd name="T35" fmla="*/ 962 h 1003"/>
                <a:gd name="T36" fmla="*/ 1372 w 1457"/>
                <a:gd name="T37" fmla="*/ 991 h 1003"/>
                <a:gd name="T38" fmla="*/ 1318 w 1457"/>
                <a:gd name="T39" fmla="*/ 1003 h 1003"/>
                <a:gd name="T40" fmla="*/ 112 w 1457"/>
                <a:gd name="T41" fmla="*/ 1000 h 1003"/>
                <a:gd name="T42" fmla="*/ 62 w 1457"/>
                <a:gd name="T43" fmla="*/ 979 h 1003"/>
                <a:gd name="T44" fmla="*/ 24 w 1457"/>
                <a:gd name="T45" fmla="*/ 941 h 1003"/>
                <a:gd name="T46" fmla="*/ 3 w 1457"/>
                <a:gd name="T47" fmla="*/ 891 h 1003"/>
                <a:gd name="T48" fmla="*/ 0 w 1457"/>
                <a:gd name="T49" fmla="*/ 350 h 1003"/>
                <a:gd name="T50" fmla="*/ 12 w 1457"/>
                <a:gd name="T51" fmla="*/ 266 h 1003"/>
                <a:gd name="T52" fmla="*/ 41 w 1457"/>
                <a:gd name="T53" fmla="*/ 190 h 1003"/>
                <a:gd name="T54" fmla="*/ 89 w 1457"/>
                <a:gd name="T55" fmla="*/ 124 h 1003"/>
                <a:gd name="T56" fmla="*/ 152 w 1457"/>
                <a:gd name="T57" fmla="*/ 70 h 1003"/>
                <a:gd name="T58" fmla="*/ 228 w 1457"/>
                <a:gd name="T59" fmla="*/ 34 h 1003"/>
                <a:gd name="T60" fmla="*/ 239 w 1457"/>
                <a:gd name="T61" fmla="*/ 32 h 1003"/>
                <a:gd name="T62" fmla="*/ 268 w 1457"/>
                <a:gd name="T63" fmla="*/ 27 h 1003"/>
                <a:gd name="T64" fmla="*/ 309 w 1457"/>
                <a:gd name="T65" fmla="*/ 20 h 1003"/>
                <a:gd name="T66" fmla="*/ 352 w 1457"/>
                <a:gd name="T67" fmla="*/ 13 h 1003"/>
                <a:gd name="T68" fmla="*/ 393 w 1457"/>
                <a:gd name="T69" fmla="*/ 7 h 1003"/>
                <a:gd name="T70" fmla="*/ 423 w 1457"/>
                <a:gd name="T71" fmla="*/ 1 h 1003"/>
                <a:gd name="T72" fmla="*/ 435 w 1457"/>
                <a:gd name="T73" fmla="*/ 0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57" h="1003">
                  <a:moveTo>
                    <a:pt x="435" y="0"/>
                  </a:moveTo>
                  <a:lnTo>
                    <a:pt x="446" y="1"/>
                  </a:lnTo>
                  <a:lnTo>
                    <a:pt x="454" y="5"/>
                  </a:lnTo>
                  <a:lnTo>
                    <a:pt x="461" y="13"/>
                  </a:lnTo>
                  <a:lnTo>
                    <a:pt x="467" y="21"/>
                  </a:lnTo>
                  <a:lnTo>
                    <a:pt x="691" y="639"/>
                  </a:lnTo>
                  <a:lnTo>
                    <a:pt x="697" y="650"/>
                  </a:lnTo>
                  <a:lnTo>
                    <a:pt x="707" y="659"/>
                  </a:lnTo>
                  <a:lnTo>
                    <a:pt x="717" y="664"/>
                  </a:lnTo>
                  <a:lnTo>
                    <a:pt x="729" y="666"/>
                  </a:lnTo>
                  <a:lnTo>
                    <a:pt x="741" y="664"/>
                  </a:lnTo>
                  <a:lnTo>
                    <a:pt x="751" y="659"/>
                  </a:lnTo>
                  <a:lnTo>
                    <a:pt x="761" y="650"/>
                  </a:lnTo>
                  <a:lnTo>
                    <a:pt x="767" y="639"/>
                  </a:lnTo>
                  <a:lnTo>
                    <a:pt x="991" y="21"/>
                  </a:lnTo>
                  <a:lnTo>
                    <a:pt x="998" y="11"/>
                  </a:lnTo>
                  <a:lnTo>
                    <a:pt x="1007" y="3"/>
                  </a:lnTo>
                  <a:lnTo>
                    <a:pt x="1020" y="0"/>
                  </a:lnTo>
                  <a:lnTo>
                    <a:pt x="1032" y="1"/>
                  </a:lnTo>
                  <a:lnTo>
                    <a:pt x="1229" y="34"/>
                  </a:lnTo>
                  <a:lnTo>
                    <a:pt x="1230" y="35"/>
                  </a:lnTo>
                  <a:lnTo>
                    <a:pt x="1269" y="50"/>
                  </a:lnTo>
                  <a:lnTo>
                    <a:pt x="1305" y="70"/>
                  </a:lnTo>
                  <a:lnTo>
                    <a:pt x="1339" y="94"/>
                  </a:lnTo>
                  <a:lnTo>
                    <a:pt x="1368" y="123"/>
                  </a:lnTo>
                  <a:lnTo>
                    <a:pt x="1394" y="154"/>
                  </a:lnTo>
                  <a:lnTo>
                    <a:pt x="1416" y="189"/>
                  </a:lnTo>
                  <a:lnTo>
                    <a:pt x="1434" y="225"/>
                  </a:lnTo>
                  <a:lnTo>
                    <a:pt x="1446" y="265"/>
                  </a:lnTo>
                  <a:lnTo>
                    <a:pt x="1454" y="306"/>
                  </a:lnTo>
                  <a:lnTo>
                    <a:pt x="1457" y="348"/>
                  </a:lnTo>
                  <a:lnTo>
                    <a:pt x="1457" y="864"/>
                  </a:lnTo>
                  <a:lnTo>
                    <a:pt x="1454" y="891"/>
                  </a:lnTo>
                  <a:lnTo>
                    <a:pt x="1446" y="917"/>
                  </a:lnTo>
                  <a:lnTo>
                    <a:pt x="1433" y="941"/>
                  </a:lnTo>
                  <a:lnTo>
                    <a:pt x="1416" y="962"/>
                  </a:lnTo>
                  <a:lnTo>
                    <a:pt x="1395" y="979"/>
                  </a:lnTo>
                  <a:lnTo>
                    <a:pt x="1372" y="991"/>
                  </a:lnTo>
                  <a:lnTo>
                    <a:pt x="1346" y="1000"/>
                  </a:lnTo>
                  <a:lnTo>
                    <a:pt x="1318" y="1003"/>
                  </a:lnTo>
                  <a:lnTo>
                    <a:pt x="140" y="1003"/>
                  </a:lnTo>
                  <a:lnTo>
                    <a:pt x="112" y="1000"/>
                  </a:lnTo>
                  <a:lnTo>
                    <a:pt x="86" y="991"/>
                  </a:lnTo>
                  <a:lnTo>
                    <a:pt x="62" y="979"/>
                  </a:lnTo>
                  <a:lnTo>
                    <a:pt x="41" y="962"/>
                  </a:lnTo>
                  <a:lnTo>
                    <a:pt x="24" y="941"/>
                  </a:lnTo>
                  <a:lnTo>
                    <a:pt x="12" y="917"/>
                  </a:lnTo>
                  <a:lnTo>
                    <a:pt x="3" y="891"/>
                  </a:lnTo>
                  <a:lnTo>
                    <a:pt x="0" y="864"/>
                  </a:lnTo>
                  <a:lnTo>
                    <a:pt x="0" y="350"/>
                  </a:lnTo>
                  <a:lnTo>
                    <a:pt x="3" y="307"/>
                  </a:lnTo>
                  <a:lnTo>
                    <a:pt x="12" y="266"/>
                  </a:lnTo>
                  <a:lnTo>
                    <a:pt x="24" y="226"/>
                  </a:lnTo>
                  <a:lnTo>
                    <a:pt x="41" y="190"/>
                  </a:lnTo>
                  <a:lnTo>
                    <a:pt x="63" y="155"/>
                  </a:lnTo>
                  <a:lnTo>
                    <a:pt x="89" y="124"/>
                  </a:lnTo>
                  <a:lnTo>
                    <a:pt x="119" y="95"/>
                  </a:lnTo>
                  <a:lnTo>
                    <a:pt x="152" y="70"/>
                  </a:lnTo>
                  <a:lnTo>
                    <a:pt x="188" y="50"/>
                  </a:lnTo>
                  <a:lnTo>
                    <a:pt x="228" y="34"/>
                  </a:lnTo>
                  <a:lnTo>
                    <a:pt x="231" y="34"/>
                  </a:lnTo>
                  <a:lnTo>
                    <a:pt x="239" y="32"/>
                  </a:lnTo>
                  <a:lnTo>
                    <a:pt x="252" y="30"/>
                  </a:lnTo>
                  <a:lnTo>
                    <a:pt x="268" y="27"/>
                  </a:lnTo>
                  <a:lnTo>
                    <a:pt x="287" y="24"/>
                  </a:lnTo>
                  <a:lnTo>
                    <a:pt x="309" y="20"/>
                  </a:lnTo>
                  <a:lnTo>
                    <a:pt x="330" y="17"/>
                  </a:lnTo>
                  <a:lnTo>
                    <a:pt x="352" y="13"/>
                  </a:lnTo>
                  <a:lnTo>
                    <a:pt x="374" y="10"/>
                  </a:lnTo>
                  <a:lnTo>
                    <a:pt x="393" y="7"/>
                  </a:lnTo>
                  <a:lnTo>
                    <a:pt x="409" y="3"/>
                  </a:lnTo>
                  <a:lnTo>
                    <a:pt x="423" y="1"/>
                  </a:lnTo>
                  <a:lnTo>
                    <a:pt x="432" y="0"/>
                  </a:lnTo>
                  <a:lnTo>
                    <a:pt x="4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9" name="Freeform 333">
              <a:extLst>
                <a:ext uri="{FF2B5EF4-FFF2-40B4-BE49-F238E27FC236}">
                  <a16:creationId xmlns:a16="http://schemas.microsoft.com/office/drawing/2014/main" id="{20D170B7-48C6-47A4-B4B7-D20F38952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0313" y="3381375"/>
              <a:ext cx="212725" cy="223838"/>
            </a:xfrm>
            <a:custGeom>
              <a:avLst/>
              <a:gdLst>
                <a:gd name="T0" fmla="*/ 1472 w 1475"/>
                <a:gd name="T1" fmla="*/ 89 h 1550"/>
                <a:gd name="T2" fmla="*/ 1448 w 1475"/>
                <a:gd name="T3" fmla="*/ 261 h 1550"/>
                <a:gd name="T4" fmla="*/ 1400 w 1475"/>
                <a:gd name="T5" fmla="*/ 424 h 1550"/>
                <a:gd name="T6" fmla="*/ 1332 w 1475"/>
                <a:gd name="T7" fmla="*/ 578 h 1550"/>
                <a:gd name="T8" fmla="*/ 1244 w 1475"/>
                <a:gd name="T9" fmla="*/ 719 h 1550"/>
                <a:gd name="T10" fmla="*/ 1137 w 1475"/>
                <a:gd name="T11" fmla="*/ 847 h 1550"/>
                <a:gd name="T12" fmla="*/ 1015 w 1475"/>
                <a:gd name="T13" fmla="*/ 959 h 1550"/>
                <a:gd name="T14" fmla="*/ 879 w 1475"/>
                <a:gd name="T15" fmla="*/ 1054 h 1550"/>
                <a:gd name="T16" fmla="*/ 731 w 1475"/>
                <a:gd name="T17" fmla="*/ 1130 h 1550"/>
                <a:gd name="T18" fmla="*/ 571 w 1475"/>
                <a:gd name="T19" fmla="*/ 1185 h 1550"/>
                <a:gd name="T20" fmla="*/ 402 w 1475"/>
                <a:gd name="T21" fmla="*/ 1217 h 1550"/>
                <a:gd name="T22" fmla="*/ 480 w 1475"/>
                <a:gd name="T23" fmla="*/ 1391 h 1550"/>
                <a:gd name="T24" fmla="*/ 503 w 1475"/>
                <a:gd name="T25" fmla="*/ 1427 h 1550"/>
                <a:gd name="T26" fmla="*/ 507 w 1475"/>
                <a:gd name="T27" fmla="*/ 1468 h 1550"/>
                <a:gd name="T28" fmla="*/ 494 w 1475"/>
                <a:gd name="T29" fmla="*/ 1506 h 1550"/>
                <a:gd name="T30" fmla="*/ 466 w 1475"/>
                <a:gd name="T31" fmla="*/ 1536 h 1550"/>
                <a:gd name="T32" fmla="*/ 432 w 1475"/>
                <a:gd name="T33" fmla="*/ 1549 h 1550"/>
                <a:gd name="T34" fmla="*/ 397 w 1475"/>
                <a:gd name="T35" fmla="*/ 1549 h 1550"/>
                <a:gd name="T36" fmla="*/ 364 w 1475"/>
                <a:gd name="T37" fmla="*/ 1536 h 1550"/>
                <a:gd name="T38" fmla="*/ 26 w 1475"/>
                <a:gd name="T39" fmla="*/ 1200 h 1550"/>
                <a:gd name="T40" fmla="*/ 5 w 1475"/>
                <a:gd name="T41" fmla="*/ 1164 h 1550"/>
                <a:gd name="T42" fmla="*/ 0 w 1475"/>
                <a:gd name="T43" fmla="*/ 1123 h 1550"/>
                <a:gd name="T44" fmla="*/ 13 w 1475"/>
                <a:gd name="T45" fmla="*/ 1085 h 1550"/>
                <a:gd name="T46" fmla="*/ 350 w 1475"/>
                <a:gd name="T47" fmla="*/ 744 h 1550"/>
                <a:gd name="T48" fmla="*/ 385 w 1475"/>
                <a:gd name="T49" fmla="*/ 721 h 1550"/>
                <a:gd name="T50" fmla="*/ 425 w 1475"/>
                <a:gd name="T51" fmla="*/ 717 h 1550"/>
                <a:gd name="T52" fmla="*/ 464 w 1475"/>
                <a:gd name="T53" fmla="*/ 731 h 1550"/>
                <a:gd name="T54" fmla="*/ 494 w 1475"/>
                <a:gd name="T55" fmla="*/ 761 h 1550"/>
                <a:gd name="T56" fmla="*/ 507 w 1475"/>
                <a:gd name="T57" fmla="*/ 800 h 1550"/>
                <a:gd name="T58" fmla="*/ 503 w 1475"/>
                <a:gd name="T59" fmla="*/ 840 h 1550"/>
                <a:gd name="T60" fmla="*/ 480 w 1475"/>
                <a:gd name="T61" fmla="*/ 875 h 1550"/>
                <a:gd name="T62" fmla="*/ 398 w 1475"/>
                <a:gd name="T63" fmla="*/ 1030 h 1550"/>
                <a:gd name="T64" fmla="*/ 551 w 1475"/>
                <a:gd name="T65" fmla="*/ 997 h 1550"/>
                <a:gd name="T66" fmla="*/ 694 w 1475"/>
                <a:gd name="T67" fmla="*/ 941 h 1550"/>
                <a:gd name="T68" fmla="*/ 827 w 1475"/>
                <a:gd name="T69" fmla="*/ 867 h 1550"/>
                <a:gd name="T70" fmla="*/ 947 w 1475"/>
                <a:gd name="T71" fmla="*/ 773 h 1550"/>
                <a:gd name="T72" fmla="*/ 1052 w 1475"/>
                <a:gd name="T73" fmla="*/ 664 h 1550"/>
                <a:gd name="T74" fmla="*/ 1140 w 1475"/>
                <a:gd name="T75" fmla="*/ 540 h 1550"/>
                <a:gd name="T76" fmla="*/ 1209 w 1475"/>
                <a:gd name="T77" fmla="*/ 404 h 1550"/>
                <a:gd name="T78" fmla="*/ 1258 w 1475"/>
                <a:gd name="T79" fmla="*/ 257 h 1550"/>
                <a:gd name="T80" fmla="*/ 1306 w 1475"/>
                <a:gd name="T81" fmla="*/ 176 h 1550"/>
                <a:gd name="T82" fmla="*/ 1364 w 1475"/>
                <a:gd name="T83" fmla="*/ 158 h 1550"/>
                <a:gd name="T84" fmla="*/ 1412 w 1475"/>
                <a:gd name="T85" fmla="*/ 127 h 1550"/>
                <a:gd name="T86" fmla="*/ 1449 w 1475"/>
                <a:gd name="T87" fmla="*/ 85 h 1550"/>
                <a:gd name="T88" fmla="*/ 1471 w 1475"/>
                <a:gd name="T89" fmla="*/ 32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75" h="1550">
                  <a:moveTo>
                    <a:pt x="1475" y="0"/>
                  </a:moveTo>
                  <a:lnTo>
                    <a:pt x="1472" y="89"/>
                  </a:lnTo>
                  <a:lnTo>
                    <a:pt x="1463" y="176"/>
                  </a:lnTo>
                  <a:lnTo>
                    <a:pt x="1448" y="261"/>
                  </a:lnTo>
                  <a:lnTo>
                    <a:pt x="1427" y="345"/>
                  </a:lnTo>
                  <a:lnTo>
                    <a:pt x="1400" y="424"/>
                  </a:lnTo>
                  <a:lnTo>
                    <a:pt x="1369" y="503"/>
                  </a:lnTo>
                  <a:lnTo>
                    <a:pt x="1332" y="578"/>
                  </a:lnTo>
                  <a:lnTo>
                    <a:pt x="1290" y="650"/>
                  </a:lnTo>
                  <a:lnTo>
                    <a:pt x="1244" y="719"/>
                  </a:lnTo>
                  <a:lnTo>
                    <a:pt x="1193" y="785"/>
                  </a:lnTo>
                  <a:lnTo>
                    <a:pt x="1137" y="847"/>
                  </a:lnTo>
                  <a:lnTo>
                    <a:pt x="1078" y="905"/>
                  </a:lnTo>
                  <a:lnTo>
                    <a:pt x="1015" y="959"/>
                  </a:lnTo>
                  <a:lnTo>
                    <a:pt x="949" y="1008"/>
                  </a:lnTo>
                  <a:lnTo>
                    <a:pt x="879" y="1054"/>
                  </a:lnTo>
                  <a:lnTo>
                    <a:pt x="806" y="1094"/>
                  </a:lnTo>
                  <a:lnTo>
                    <a:pt x="731" y="1130"/>
                  </a:lnTo>
                  <a:lnTo>
                    <a:pt x="651" y="1160"/>
                  </a:lnTo>
                  <a:lnTo>
                    <a:pt x="571" y="1185"/>
                  </a:lnTo>
                  <a:lnTo>
                    <a:pt x="488" y="1204"/>
                  </a:lnTo>
                  <a:lnTo>
                    <a:pt x="402" y="1217"/>
                  </a:lnTo>
                  <a:lnTo>
                    <a:pt x="314" y="1225"/>
                  </a:lnTo>
                  <a:lnTo>
                    <a:pt x="480" y="1391"/>
                  </a:lnTo>
                  <a:lnTo>
                    <a:pt x="494" y="1408"/>
                  </a:lnTo>
                  <a:lnTo>
                    <a:pt x="503" y="1427"/>
                  </a:lnTo>
                  <a:lnTo>
                    <a:pt x="507" y="1448"/>
                  </a:lnTo>
                  <a:lnTo>
                    <a:pt x="507" y="1468"/>
                  </a:lnTo>
                  <a:lnTo>
                    <a:pt x="503" y="1488"/>
                  </a:lnTo>
                  <a:lnTo>
                    <a:pt x="494" y="1506"/>
                  </a:lnTo>
                  <a:lnTo>
                    <a:pt x="480" y="1523"/>
                  </a:lnTo>
                  <a:lnTo>
                    <a:pt x="466" y="1536"/>
                  </a:lnTo>
                  <a:lnTo>
                    <a:pt x="450" y="1544"/>
                  </a:lnTo>
                  <a:lnTo>
                    <a:pt x="432" y="1549"/>
                  </a:lnTo>
                  <a:lnTo>
                    <a:pt x="415" y="1550"/>
                  </a:lnTo>
                  <a:lnTo>
                    <a:pt x="397" y="1549"/>
                  </a:lnTo>
                  <a:lnTo>
                    <a:pt x="380" y="1544"/>
                  </a:lnTo>
                  <a:lnTo>
                    <a:pt x="364" y="1536"/>
                  </a:lnTo>
                  <a:lnTo>
                    <a:pt x="350" y="1523"/>
                  </a:lnTo>
                  <a:lnTo>
                    <a:pt x="26" y="1200"/>
                  </a:lnTo>
                  <a:lnTo>
                    <a:pt x="13" y="1183"/>
                  </a:lnTo>
                  <a:lnTo>
                    <a:pt x="5" y="1164"/>
                  </a:lnTo>
                  <a:lnTo>
                    <a:pt x="0" y="1144"/>
                  </a:lnTo>
                  <a:lnTo>
                    <a:pt x="0" y="1123"/>
                  </a:lnTo>
                  <a:lnTo>
                    <a:pt x="5" y="1103"/>
                  </a:lnTo>
                  <a:lnTo>
                    <a:pt x="13" y="1085"/>
                  </a:lnTo>
                  <a:lnTo>
                    <a:pt x="26" y="1068"/>
                  </a:lnTo>
                  <a:lnTo>
                    <a:pt x="350" y="744"/>
                  </a:lnTo>
                  <a:lnTo>
                    <a:pt x="367" y="731"/>
                  </a:lnTo>
                  <a:lnTo>
                    <a:pt x="385" y="721"/>
                  </a:lnTo>
                  <a:lnTo>
                    <a:pt x="405" y="717"/>
                  </a:lnTo>
                  <a:lnTo>
                    <a:pt x="425" y="717"/>
                  </a:lnTo>
                  <a:lnTo>
                    <a:pt x="445" y="721"/>
                  </a:lnTo>
                  <a:lnTo>
                    <a:pt x="464" y="731"/>
                  </a:lnTo>
                  <a:lnTo>
                    <a:pt x="480" y="744"/>
                  </a:lnTo>
                  <a:lnTo>
                    <a:pt x="494" y="761"/>
                  </a:lnTo>
                  <a:lnTo>
                    <a:pt x="503" y="780"/>
                  </a:lnTo>
                  <a:lnTo>
                    <a:pt x="507" y="800"/>
                  </a:lnTo>
                  <a:lnTo>
                    <a:pt x="507" y="820"/>
                  </a:lnTo>
                  <a:lnTo>
                    <a:pt x="503" y="840"/>
                  </a:lnTo>
                  <a:lnTo>
                    <a:pt x="494" y="858"/>
                  </a:lnTo>
                  <a:lnTo>
                    <a:pt x="480" y="875"/>
                  </a:lnTo>
                  <a:lnTo>
                    <a:pt x="319" y="1038"/>
                  </a:lnTo>
                  <a:lnTo>
                    <a:pt x="398" y="1030"/>
                  </a:lnTo>
                  <a:lnTo>
                    <a:pt x="475" y="1017"/>
                  </a:lnTo>
                  <a:lnTo>
                    <a:pt x="551" y="997"/>
                  </a:lnTo>
                  <a:lnTo>
                    <a:pt x="624" y="971"/>
                  </a:lnTo>
                  <a:lnTo>
                    <a:pt x="694" y="941"/>
                  </a:lnTo>
                  <a:lnTo>
                    <a:pt x="762" y="907"/>
                  </a:lnTo>
                  <a:lnTo>
                    <a:pt x="827" y="867"/>
                  </a:lnTo>
                  <a:lnTo>
                    <a:pt x="888" y="822"/>
                  </a:lnTo>
                  <a:lnTo>
                    <a:pt x="947" y="773"/>
                  </a:lnTo>
                  <a:lnTo>
                    <a:pt x="1001" y="720"/>
                  </a:lnTo>
                  <a:lnTo>
                    <a:pt x="1052" y="664"/>
                  </a:lnTo>
                  <a:lnTo>
                    <a:pt x="1098" y="603"/>
                  </a:lnTo>
                  <a:lnTo>
                    <a:pt x="1140" y="540"/>
                  </a:lnTo>
                  <a:lnTo>
                    <a:pt x="1177" y="473"/>
                  </a:lnTo>
                  <a:lnTo>
                    <a:pt x="1209" y="404"/>
                  </a:lnTo>
                  <a:lnTo>
                    <a:pt x="1237" y="332"/>
                  </a:lnTo>
                  <a:lnTo>
                    <a:pt x="1258" y="257"/>
                  </a:lnTo>
                  <a:lnTo>
                    <a:pt x="1275" y="180"/>
                  </a:lnTo>
                  <a:lnTo>
                    <a:pt x="1306" y="176"/>
                  </a:lnTo>
                  <a:lnTo>
                    <a:pt x="1336" y="169"/>
                  </a:lnTo>
                  <a:lnTo>
                    <a:pt x="1364" y="158"/>
                  </a:lnTo>
                  <a:lnTo>
                    <a:pt x="1389" y="145"/>
                  </a:lnTo>
                  <a:lnTo>
                    <a:pt x="1412" y="127"/>
                  </a:lnTo>
                  <a:lnTo>
                    <a:pt x="1433" y="108"/>
                  </a:lnTo>
                  <a:lnTo>
                    <a:pt x="1449" y="85"/>
                  </a:lnTo>
                  <a:lnTo>
                    <a:pt x="1462" y="60"/>
                  </a:lnTo>
                  <a:lnTo>
                    <a:pt x="1471" y="32"/>
                  </a:lnTo>
                  <a:lnTo>
                    <a:pt x="14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0" name="Freeform 334">
              <a:extLst>
                <a:ext uri="{FF2B5EF4-FFF2-40B4-BE49-F238E27FC236}">
                  <a16:creationId xmlns:a16="http://schemas.microsoft.com/office/drawing/2014/main" id="{68C0DC8A-4A70-4E4F-8FF7-35BA18EAC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0163" y="3235325"/>
              <a:ext cx="26988" cy="69850"/>
            </a:xfrm>
            <a:custGeom>
              <a:avLst/>
              <a:gdLst>
                <a:gd name="T0" fmla="*/ 46 w 185"/>
                <a:gd name="T1" fmla="*/ 0 h 479"/>
                <a:gd name="T2" fmla="*/ 140 w 185"/>
                <a:gd name="T3" fmla="*/ 0 h 479"/>
                <a:gd name="T4" fmla="*/ 153 w 185"/>
                <a:gd name="T5" fmla="*/ 1 h 479"/>
                <a:gd name="T6" fmla="*/ 164 w 185"/>
                <a:gd name="T7" fmla="*/ 7 h 479"/>
                <a:gd name="T8" fmla="*/ 174 w 185"/>
                <a:gd name="T9" fmla="*/ 14 h 479"/>
                <a:gd name="T10" fmla="*/ 182 w 185"/>
                <a:gd name="T11" fmla="*/ 27 h 479"/>
                <a:gd name="T12" fmla="*/ 185 w 185"/>
                <a:gd name="T13" fmla="*/ 39 h 479"/>
                <a:gd name="T14" fmla="*/ 185 w 185"/>
                <a:gd name="T15" fmla="*/ 54 h 479"/>
                <a:gd name="T16" fmla="*/ 180 w 185"/>
                <a:gd name="T17" fmla="*/ 66 h 479"/>
                <a:gd name="T18" fmla="*/ 129 w 185"/>
                <a:gd name="T19" fmla="*/ 143 h 479"/>
                <a:gd name="T20" fmla="*/ 153 w 185"/>
                <a:gd name="T21" fmla="*/ 345 h 479"/>
                <a:gd name="T22" fmla="*/ 106 w 185"/>
                <a:gd name="T23" fmla="*/ 469 h 479"/>
                <a:gd name="T24" fmla="*/ 102 w 185"/>
                <a:gd name="T25" fmla="*/ 476 h 479"/>
                <a:gd name="T26" fmla="*/ 96 w 185"/>
                <a:gd name="T27" fmla="*/ 479 h 479"/>
                <a:gd name="T28" fmla="*/ 89 w 185"/>
                <a:gd name="T29" fmla="*/ 479 h 479"/>
                <a:gd name="T30" fmla="*/ 83 w 185"/>
                <a:gd name="T31" fmla="*/ 476 h 479"/>
                <a:gd name="T32" fmla="*/ 79 w 185"/>
                <a:gd name="T33" fmla="*/ 469 h 479"/>
                <a:gd name="T34" fmla="*/ 33 w 185"/>
                <a:gd name="T35" fmla="*/ 345 h 479"/>
                <a:gd name="T36" fmla="*/ 56 w 185"/>
                <a:gd name="T37" fmla="*/ 143 h 479"/>
                <a:gd name="T38" fmla="*/ 6 w 185"/>
                <a:gd name="T39" fmla="*/ 66 h 479"/>
                <a:gd name="T40" fmla="*/ 1 w 185"/>
                <a:gd name="T41" fmla="*/ 54 h 479"/>
                <a:gd name="T42" fmla="*/ 0 w 185"/>
                <a:gd name="T43" fmla="*/ 39 h 479"/>
                <a:gd name="T44" fmla="*/ 4 w 185"/>
                <a:gd name="T45" fmla="*/ 27 h 479"/>
                <a:gd name="T46" fmla="*/ 11 w 185"/>
                <a:gd name="T47" fmla="*/ 14 h 479"/>
                <a:gd name="T48" fmla="*/ 22 w 185"/>
                <a:gd name="T49" fmla="*/ 7 h 479"/>
                <a:gd name="T50" fmla="*/ 33 w 185"/>
                <a:gd name="T51" fmla="*/ 1 h 479"/>
                <a:gd name="T52" fmla="*/ 46 w 185"/>
                <a:gd name="T53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" h="479">
                  <a:moveTo>
                    <a:pt x="46" y="0"/>
                  </a:moveTo>
                  <a:lnTo>
                    <a:pt x="140" y="0"/>
                  </a:lnTo>
                  <a:lnTo>
                    <a:pt x="153" y="1"/>
                  </a:lnTo>
                  <a:lnTo>
                    <a:pt x="164" y="7"/>
                  </a:lnTo>
                  <a:lnTo>
                    <a:pt x="174" y="14"/>
                  </a:lnTo>
                  <a:lnTo>
                    <a:pt x="182" y="27"/>
                  </a:lnTo>
                  <a:lnTo>
                    <a:pt x="185" y="39"/>
                  </a:lnTo>
                  <a:lnTo>
                    <a:pt x="185" y="54"/>
                  </a:lnTo>
                  <a:lnTo>
                    <a:pt x="180" y="66"/>
                  </a:lnTo>
                  <a:lnTo>
                    <a:pt x="129" y="143"/>
                  </a:lnTo>
                  <a:lnTo>
                    <a:pt x="153" y="345"/>
                  </a:lnTo>
                  <a:lnTo>
                    <a:pt x="106" y="469"/>
                  </a:lnTo>
                  <a:lnTo>
                    <a:pt x="102" y="476"/>
                  </a:lnTo>
                  <a:lnTo>
                    <a:pt x="96" y="479"/>
                  </a:lnTo>
                  <a:lnTo>
                    <a:pt x="89" y="479"/>
                  </a:lnTo>
                  <a:lnTo>
                    <a:pt x="83" y="476"/>
                  </a:lnTo>
                  <a:lnTo>
                    <a:pt x="79" y="469"/>
                  </a:lnTo>
                  <a:lnTo>
                    <a:pt x="33" y="345"/>
                  </a:lnTo>
                  <a:lnTo>
                    <a:pt x="56" y="143"/>
                  </a:lnTo>
                  <a:lnTo>
                    <a:pt x="6" y="66"/>
                  </a:lnTo>
                  <a:lnTo>
                    <a:pt x="1" y="54"/>
                  </a:lnTo>
                  <a:lnTo>
                    <a:pt x="0" y="39"/>
                  </a:lnTo>
                  <a:lnTo>
                    <a:pt x="4" y="27"/>
                  </a:lnTo>
                  <a:lnTo>
                    <a:pt x="11" y="14"/>
                  </a:lnTo>
                  <a:lnTo>
                    <a:pt x="22" y="7"/>
                  </a:lnTo>
                  <a:lnTo>
                    <a:pt x="33" y="1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7308B49E-8E7B-4B3A-9FFB-47A739C88190}"/>
              </a:ext>
            </a:extLst>
          </p:cNvPr>
          <p:cNvGrpSpPr/>
          <p:nvPr/>
        </p:nvGrpSpPr>
        <p:grpSpPr>
          <a:xfrm>
            <a:off x="4992442" y="5857243"/>
            <a:ext cx="286449" cy="373943"/>
            <a:chOff x="6724650" y="3041650"/>
            <a:chExt cx="379413" cy="49530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92" name="Freeform 339">
              <a:extLst>
                <a:ext uri="{FF2B5EF4-FFF2-40B4-BE49-F238E27FC236}">
                  <a16:creationId xmlns:a16="http://schemas.microsoft.com/office/drawing/2014/main" id="{B8370E6E-C164-483A-B149-8971E86E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300" y="3241675"/>
              <a:ext cx="136525" cy="95250"/>
            </a:xfrm>
            <a:custGeom>
              <a:avLst/>
              <a:gdLst>
                <a:gd name="T0" fmla="*/ 178 w 948"/>
                <a:gd name="T1" fmla="*/ 0 h 653"/>
                <a:gd name="T2" fmla="*/ 415 w 948"/>
                <a:gd name="T3" fmla="*/ 212 h 653"/>
                <a:gd name="T4" fmla="*/ 433 w 948"/>
                <a:gd name="T5" fmla="*/ 225 h 653"/>
                <a:gd name="T6" fmla="*/ 452 w 948"/>
                <a:gd name="T7" fmla="*/ 232 h 653"/>
                <a:gd name="T8" fmla="*/ 474 w 948"/>
                <a:gd name="T9" fmla="*/ 234 h 653"/>
                <a:gd name="T10" fmla="*/ 495 w 948"/>
                <a:gd name="T11" fmla="*/ 232 h 653"/>
                <a:gd name="T12" fmla="*/ 515 w 948"/>
                <a:gd name="T13" fmla="*/ 225 h 653"/>
                <a:gd name="T14" fmla="*/ 533 w 948"/>
                <a:gd name="T15" fmla="*/ 212 h 653"/>
                <a:gd name="T16" fmla="*/ 770 w 948"/>
                <a:gd name="T17" fmla="*/ 0 h 653"/>
                <a:gd name="T18" fmla="*/ 820 w 948"/>
                <a:gd name="T19" fmla="*/ 14 h 653"/>
                <a:gd name="T20" fmla="*/ 847 w 948"/>
                <a:gd name="T21" fmla="*/ 27 h 653"/>
                <a:gd name="T22" fmla="*/ 872 w 948"/>
                <a:gd name="T23" fmla="*/ 42 h 653"/>
                <a:gd name="T24" fmla="*/ 894 w 948"/>
                <a:gd name="T25" fmla="*/ 61 h 653"/>
                <a:gd name="T26" fmla="*/ 913 w 948"/>
                <a:gd name="T27" fmla="*/ 83 h 653"/>
                <a:gd name="T28" fmla="*/ 928 w 948"/>
                <a:gd name="T29" fmla="*/ 108 h 653"/>
                <a:gd name="T30" fmla="*/ 939 w 948"/>
                <a:gd name="T31" fmla="*/ 134 h 653"/>
                <a:gd name="T32" fmla="*/ 945 w 948"/>
                <a:gd name="T33" fmla="*/ 164 h 653"/>
                <a:gd name="T34" fmla="*/ 948 w 948"/>
                <a:gd name="T35" fmla="*/ 193 h 653"/>
                <a:gd name="T36" fmla="*/ 948 w 948"/>
                <a:gd name="T37" fmla="*/ 653 h 653"/>
                <a:gd name="T38" fmla="*/ 0 w 948"/>
                <a:gd name="T39" fmla="*/ 653 h 653"/>
                <a:gd name="T40" fmla="*/ 0 w 948"/>
                <a:gd name="T41" fmla="*/ 193 h 653"/>
                <a:gd name="T42" fmla="*/ 2 w 948"/>
                <a:gd name="T43" fmla="*/ 164 h 653"/>
                <a:gd name="T44" fmla="*/ 10 w 948"/>
                <a:gd name="T45" fmla="*/ 134 h 653"/>
                <a:gd name="T46" fmla="*/ 20 w 948"/>
                <a:gd name="T47" fmla="*/ 108 h 653"/>
                <a:gd name="T48" fmla="*/ 36 w 948"/>
                <a:gd name="T49" fmla="*/ 83 h 653"/>
                <a:gd name="T50" fmla="*/ 54 w 948"/>
                <a:gd name="T51" fmla="*/ 61 h 653"/>
                <a:gd name="T52" fmla="*/ 76 w 948"/>
                <a:gd name="T53" fmla="*/ 42 h 653"/>
                <a:gd name="T54" fmla="*/ 101 w 948"/>
                <a:gd name="T55" fmla="*/ 27 h 653"/>
                <a:gd name="T56" fmla="*/ 128 w 948"/>
                <a:gd name="T57" fmla="*/ 14 h 653"/>
                <a:gd name="T58" fmla="*/ 178 w 948"/>
                <a:gd name="T59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8" h="653">
                  <a:moveTo>
                    <a:pt x="178" y="0"/>
                  </a:moveTo>
                  <a:lnTo>
                    <a:pt x="415" y="212"/>
                  </a:lnTo>
                  <a:lnTo>
                    <a:pt x="433" y="225"/>
                  </a:lnTo>
                  <a:lnTo>
                    <a:pt x="452" y="232"/>
                  </a:lnTo>
                  <a:lnTo>
                    <a:pt x="474" y="234"/>
                  </a:lnTo>
                  <a:lnTo>
                    <a:pt x="495" y="232"/>
                  </a:lnTo>
                  <a:lnTo>
                    <a:pt x="515" y="225"/>
                  </a:lnTo>
                  <a:lnTo>
                    <a:pt x="533" y="212"/>
                  </a:lnTo>
                  <a:lnTo>
                    <a:pt x="770" y="0"/>
                  </a:lnTo>
                  <a:lnTo>
                    <a:pt x="820" y="14"/>
                  </a:lnTo>
                  <a:lnTo>
                    <a:pt x="847" y="27"/>
                  </a:lnTo>
                  <a:lnTo>
                    <a:pt x="872" y="42"/>
                  </a:lnTo>
                  <a:lnTo>
                    <a:pt x="894" y="61"/>
                  </a:lnTo>
                  <a:lnTo>
                    <a:pt x="913" y="83"/>
                  </a:lnTo>
                  <a:lnTo>
                    <a:pt x="928" y="108"/>
                  </a:lnTo>
                  <a:lnTo>
                    <a:pt x="939" y="134"/>
                  </a:lnTo>
                  <a:lnTo>
                    <a:pt x="945" y="164"/>
                  </a:lnTo>
                  <a:lnTo>
                    <a:pt x="948" y="193"/>
                  </a:lnTo>
                  <a:lnTo>
                    <a:pt x="948" y="653"/>
                  </a:lnTo>
                  <a:lnTo>
                    <a:pt x="0" y="653"/>
                  </a:lnTo>
                  <a:lnTo>
                    <a:pt x="0" y="193"/>
                  </a:lnTo>
                  <a:lnTo>
                    <a:pt x="2" y="164"/>
                  </a:lnTo>
                  <a:lnTo>
                    <a:pt x="10" y="134"/>
                  </a:lnTo>
                  <a:lnTo>
                    <a:pt x="20" y="108"/>
                  </a:lnTo>
                  <a:lnTo>
                    <a:pt x="36" y="83"/>
                  </a:lnTo>
                  <a:lnTo>
                    <a:pt x="54" y="61"/>
                  </a:lnTo>
                  <a:lnTo>
                    <a:pt x="76" y="42"/>
                  </a:lnTo>
                  <a:lnTo>
                    <a:pt x="101" y="27"/>
                  </a:lnTo>
                  <a:lnTo>
                    <a:pt x="128" y="14"/>
                  </a:lnTo>
                  <a:lnTo>
                    <a:pt x="1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3" name="Freeform 340">
              <a:extLst>
                <a:ext uri="{FF2B5EF4-FFF2-40B4-BE49-F238E27FC236}">
                  <a16:creationId xmlns:a16="http://schemas.microsoft.com/office/drawing/2014/main" id="{15BAB90B-7511-40EB-9354-8767EBD84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3125788"/>
              <a:ext cx="55563" cy="55563"/>
            </a:xfrm>
            <a:custGeom>
              <a:avLst/>
              <a:gdLst>
                <a:gd name="T0" fmla="*/ 191 w 382"/>
                <a:gd name="T1" fmla="*/ 0 h 381"/>
                <a:gd name="T2" fmla="*/ 225 w 382"/>
                <a:gd name="T3" fmla="*/ 3 h 381"/>
                <a:gd name="T4" fmla="*/ 257 w 382"/>
                <a:gd name="T5" fmla="*/ 13 h 381"/>
                <a:gd name="T6" fmla="*/ 288 w 382"/>
                <a:gd name="T7" fmla="*/ 26 h 381"/>
                <a:gd name="T8" fmla="*/ 314 w 382"/>
                <a:gd name="T9" fmla="*/ 45 h 381"/>
                <a:gd name="T10" fmla="*/ 337 w 382"/>
                <a:gd name="T11" fmla="*/ 68 h 381"/>
                <a:gd name="T12" fmla="*/ 356 w 382"/>
                <a:gd name="T13" fmla="*/ 95 h 381"/>
                <a:gd name="T14" fmla="*/ 369 w 382"/>
                <a:gd name="T15" fmla="*/ 124 h 381"/>
                <a:gd name="T16" fmla="*/ 379 w 382"/>
                <a:gd name="T17" fmla="*/ 157 h 381"/>
                <a:gd name="T18" fmla="*/ 382 w 382"/>
                <a:gd name="T19" fmla="*/ 191 h 381"/>
                <a:gd name="T20" fmla="*/ 379 w 382"/>
                <a:gd name="T21" fmla="*/ 225 h 381"/>
                <a:gd name="T22" fmla="*/ 369 w 382"/>
                <a:gd name="T23" fmla="*/ 257 h 381"/>
                <a:gd name="T24" fmla="*/ 356 w 382"/>
                <a:gd name="T25" fmla="*/ 286 h 381"/>
                <a:gd name="T26" fmla="*/ 337 w 382"/>
                <a:gd name="T27" fmla="*/ 313 h 381"/>
                <a:gd name="T28" fmla="*/ 314 w 382"/>
                <a:gd name="T29" fmla="*/ 336 h 381"/>
                <a:gd name="T30" fmla="*/ 288 w 382"/>
                <a:gd name="T31" fmla="*/ 355 h 381"/>
                <a:gd name="T32" fmla="*/ 257 w 382"/>
                <a:gd name="T33" fmla="*/ 369 h 381"/>
                <a:gd name="T34" fmla="*/ 225 w 382"/>
                <a:gd name="T35" fmla="*/ 378 h 381"/>
                <a:gd name="T36" fmla="*/ 191 w 382"/>
                <a:gd name="T37" fmla="*/ 381 h 381"/>
                <a:gd name="T38" fmla="*/ 157 w 382"/>
                <a:gd name="T39" fmla="*/ 378 h 381"/>
                <a:gd name="T40" fmla="*/ 124 w 382"/>
                <a:gd name="T41" fmla="*/ 369 h 381"/>
                <a:gd name="T42" fmla="*/ 95 w 382"/>
                <a:gd name="T43" fmla="*/ 355 h 381"/>
                <a:gd name="T44" fmla="*/ 68 w 382"/>
                <a:gd name="T45" fmla="*/ 336 h 381"/>
                <a:gd name="T46" fmla="*/ 45 w 382"/>
                <a:gd name="T47" fmla="*/ 313 h 381"/>
                <a:gd name="T48" fmla="*/ 26 w 382"/>
                <a:gd name="T49" fmla="*/ 286 h 381"/>
                <a:gd name="T50" fmla="*/ 12 w 382"/>
                <a:gd name="T51" fmla="*/ 257 h 381"/>
                <a:gd name="T52" fmla="*/ 3 w 382"/>
                <a:gd name="T53" fmla="*/ 225 h 381"/>
                <a:gd name="T54" fmla="*/ 0 w 382"/>
                <a:gd name="T55" fmla="*/ 191 h 381"/>
                <a:gd name="T56" fmla="*/ 3 w 382"/>
                <a:gd name="T57" fmla="*/ 157 h 381"/>
                <a:gd name="T58" fmla="*/ 12 w 382"/>
                <a:gd name="T59" fmla="*/ 124 h 381"/>
                <a:gd name="T60" fmla="*/ 26 w 382"/>
                <a:gd name="T61" fmla="*/ 95 h 381"/>
                <a:gd name="T62" fmla="*/ 45 w 382"/>
                <a:gd name="T63" fmla="*/ 68 h 381"/>
                <a:gd name="T64" fmla="*/ 68 w 382"/>
                <a:gd name="T65" fmla="*/ 45 h 381"/>
                <a:gd name="T66" fmla="*/ 95 w 382"/>
                <a:gd name="T67" fmla="*/ 26 h 381"/>
                <a:gd name="T68" fmla="*/ 124 w 382"/>
                <a:gd name="T69" fmla="*/ 13 h 381"/>
                <a:gd name="T70" fmla="*/ 157 w 382"/>
                <a:gd name="T71" fmla="*/ 3 h 381"/>
                <a:gd name="T72" fmla="*/ 191 w 382"/>
                <a:gd name="T73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82" h="381">
                  <a:moveTo>
                    <a:pt x="191" y="0"/>
                  </a:moveTo>
                  <a:lnTo>
                    <a:pt x="225" y="3"/>
                  </a:lnTo>
                  <a:lnTo>
                    <a:pt x="257" y="13"/>
                  </a:lnTo>
                  <a:lnTo>
                    <a:pt x="288" y="26"/>
                  </a:lnTo>
                  <a:lnTo>
                    <a:pt x="314" y="45"/>
                  </a:lnTo>
                  <a:lnTo>
                    <a:pt x="337" y="68"/>
                  </a:lnTo>
                  <a:lnTo>
                    <a:pt x="356" y="95"/>
                  </a:lnTo>
                  <a:lnTo>
                    <a:pt x="369" y="124"/>
                  </a:lnTo>
                  <a:lnTo>
                    <a:pt x="379" y="157"/>
                  </a:lnTo>
                  <a:lnTo>
                    <a:pt x="382" y="191"/>
                  </a:lnTo>
                  <a:lnTo>
                    <a:pt x="379" y="225"/>
                  </a:lnTo>
                  <a:lnTo>
                    <a:pt x="369" y="257"/>
                  </a:lnTo>
                  <a:lnTo>
                    <a:pt x="356" y="286"/>
                  </a:lnTo>
                  <a:lnTo>
                    <a:pt x="337" y="313"/>
                  </a:lnTo>
                  <a:lnTo>
                    <a:pt x="314" y="336"/>
                  </a:lnTo>
                  <a:lnTo>
                    <a:pt x="288" y="355"/>
                  </a:lnTo>
                  <a:lnTo>
                    <a:pt x="257" y="369"/>
                  </a:lnTo>
                  <a:lnTo>
                    <a:pt x="225" y="378"/>
                  </a:lnTo>
                  <a:lnTo>
                    <a:pt x="191" y="381"/>
                  </a:lnTo>
                  <a:lnTo>
                    <a:pt x="157" y="378"/>
                  </a:lnTo>
                  <a:lnTo>
                    <a:pt x="124" y="369"/>
                  </a:lnTo>
                  <a:lnTo>
                    <a:pt x="95" y="355"/>
                  </a:lnTo>
                  <a:lnTo>
                    <a:pt x="68" y="336"/>
                  </a:lnTo>
                  <a:lnTo>
                    <a:pt x="45" y="313"/>
                  </a:lnTo>
                  <a:lnTo>
                    <a:pt x="26" y="286"/>
                  </a:lnTo>
                  <a:lnTo>
                    <a:pt x="12" y="257"/>
                  </a:lnTo>
                  <a:lnTo>
                    <a:pt x="3" y="225"/>
                  </a:lnTo>
                  <a:lnTo>
                    <a:pt x="0" y="191"/>
                  </a:lnTo>
                  <a:lnTo>
                    <a:pt x="3" y="157"/>
                  </a:lnTo>
                  <a:lnTo>
                    <a:pt x="12" y="124"/>
                  </a:lnTo>
                  <a:lnTo>
                    <a:pt x="26" y="95"/>
                  </a:lnTo>
                  <a:lnTo>
                    <a:pt x="45" y="68"/>
                  </a:lnTo>
                  <a:lnTo>
                    <a:pt x="68" y="45"/>
                  </a:lnTo>
                  <a:lnTo>
                    <a:pt x="95" y="26"/>
                  </a:lnTo>
                  <a:lnTo>
                    <a:pt x="124" y="13"/>
                  </a:lnTo>
                  <a:lnTo>
                    <a:pt x="157" y="3"/>
                  </a:lnTo>
                  <a:lnTo>
                    <a:pt x="1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4" name="Freeform 341">
              <a:extLst>
                <a:ext uri="{FF2B5EF4-FFF2-40B4-BE49-F238E27FC236}">
                  <a16:creationId xmlns:a16="http://schemas.microsoft.com/office/drawing/2014/main" id="{858BE932-1D4A-4903-904F-8D1CE0BBD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3" y="3506788"/>
              <a:ext cx="204788" cy="30163"/>
            </a:xfrm>
            <a:custGeom>
              <a:avLst/>
              <a:gdLst>
                <a:gd name="T0" fmla="*/ 105 w 1418"/>
                <a:gd name="T1" fmla="*/ 0 h 206"/>
                <a:gd name="T2" fmla="*/ 1313 w 1418"/>
                <a:gd name="T3" fmla="*/ 0 h 206"/>
                <a:gd name="T4" fmla="*/ 1337 w 1418"/>
                <a:gd name="T5" fmla="*/ 2 h 206"/>
                <a:gd name="T6" fmla="*/ 1359 w 1418"/>
                <a:gd name="T7" fmla="*/ 10 h 206"/>
                <a:gd name="T8" fmla="*/ 1379 w 1418"/>
                <a:gd name="T9" fmla="*/ 23 h 206"/>
                <a:gd name="T10" fmla="*/ 1395 w 1418"/>
                <a:gd name="T11" fmla="*/ 38 h 206"/>
                <a:gd name="T12" fmla="*/ 1408 w 1418"/>
                <a:gd name="T13" fmla="*/ 57 h 206"/>
                <a:gd name="T14" fmla="*/ 1415 w 1418"/>
                <a:gd name="T15" fmla="*/ 79 h 206"/>
                <a:gd name="T16" fmla="*/ 1418 w 1418"/>
                <a:gd name="T17" fmla="*/ 103 h 206"/>
                <a:gd name="T18" fmla="*/ 1415 w 1418"/>
                <a:gd name="T19" fmla="*/ 127 h 206"/>
                <a:gd name="T20" fmla="*/ 1408 w 1418"/>
                <a:gd name="T21" fmla="*/ 149 h 206"/>
                <a:gd name="T22" fmla="*/ 1395 w 1418"/>
                <a:gd name="T23" fmla="*/ 168 h 206"/>
                <a:gd name="T24" fmla="*/ 1379 w 1418"/>
                <a:gd name="T25" fmla="*/ 183 h 206"/>
                <a:gd name="T26" fmla="*/ 1359 w 1418"/>
                <a:gd name="T27" fmla="*/ 196 h 206"/>
                <a:gd name="T28" fmla="*/ 1337 w 1418"/>
                <a:gd name="T29" fmla="*/ 204 h 206"/>
                <a:gd name="T30" fmla="*/ 1314 w 1418"/>
                <a:gd name="T31" fmla="*/ 206 h 206"/>
                <a:gd name="T32" fmla="*/ 105 w 1418"/>
                <a:gd name="T33" fmla="*/ 206 h 206"/>
                <a:gd name="T34" fmla="*/ 80 w 1418"/>
                <a:gd name="T35" fmla="*/ 204 h 206"/>
                <a:gd name="T36" fmla="*/ 58 w 1418"/>
                <a:gd name="T37" fmla="*/ 196 h 206"/>
                <a:gd name="T38" fmla="*/ 40 w 1418"/>
                <a:gd name="T39" fmla="*/ 183 h 206"/>
                <a:gd name="T40" fmla="*/ 23 w 1418"/>
                <a:gd name="T41" fmla="*/ 168 h 206"/>
                <a:gd name="T42" fmla="*/ 11 w 1418"/>
                <a:gd name="T43" fmla="*/ 149 h 206"/>
                <a:gd name="T44" fmla="*/ 3 w 1418"/>
                <a:gd name="T45" fmla="*/ 127 h 206"/>
                <a:gd name="T46" fmla="*/ 0 w 1418"/>
                <a:gd name="T47" fmla="*/ 103 h 206"/>
                <a:gd name="T48" fmla="*/ 3 w 1418"/>
                <a:gd name="T49" fmla="*/ 79 h 206"/>
                <a:gd name="T50" fmla="*/ 11 w 1418"/>
                <a:gd name="T51" fmla="*/ 57 h 206"/>
                <a:gd name="T52" fmla="*/ 23 w 1418"/>
                <a:gd name="T53" fmla="*/ 38 h 206"/>
                <a:gd name="T54" fmla="*/ 40 w 1418"/>
                <a:gd name="T55" fmla="*/ 23 h 206"/>
                <a:gd name="T56" fmla="*/ 58 w 1418"/>
                <a:gd name="T57" fmla="*/ 10 h 206"/>
                <a:gd name="T58" fmla="*/ 80 w 1418"/>
                <a:gd name="T59" fmla="*/ 2 h 206"/>
                <a:gd name="T60" fmla="*/ 105 w 1418"/>
                <a:gd name="T6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18" h="206">
                  <a:moveTo>
                    <a:pt x="105" y="0"/>
                  </a:moveTo>
                  <a:lnTo>
                    <a:pt x="1313" y="0"/>
                  </a:lnTo>
                  <a:lnTo>
                    <a:pt x="1337" y="2"/>
                  </a:lnTo>
                  <a:lnTo>
                    <a:pt x="1359" y="10"/>
                  </a:lnTo>
                  <a:lnTo>
                    <a:pt x="1379" y="23"/>
                  </a:lnTo>
                  <a:lnTo>
                    <a:pt x="1395" y="38"/>
                  </a:lnTo>
                  <a:lnTo>
                    <a:pt x="1408" y="57"/>
                  </a:lnTo>
                  <a:lnTo>
                    <a:pt x="1415" y="79"/>
                  </a:lnTo>
                  <a:lnTo>
                    <a:pt x="1418" y="103"/>
                  </a:lnTo>
                  <a:lnTo>
                    <a:pt x="1415" y="127"/>
                  </a:lnTo>
                  <a:lnTo>
                    <a:pt x="1408" y="149"/>
                  </a:lnTo>
                  <a:lnTo>
                    <a:pt x="1395" y="168"/>
                  </a:lnTo>
                  <a:lnTo>
                    <a:pt x="1379" y="183"/>
                  </a:lnTo>
                  <a:lnTo>
                    <a:pt x="1359" y="196"/>
                  </a:lnTo>
                  <a:lnTo>
                    <a:pt x="1337" y="204"/>
                  </a:lnTo>
                  <a:lnTo>
                    <a:pt x="1314" y="206"/>
                  </a:lnTo>
                  <a:lnTo>
                    <a:pt x="105" y="206"/>
                  </a:lnTo>
                  <a:lnTo>
                    <a:pt x="80" y="204"/>
                  </a:lnTo>
                  <a:lnTo>
                    <a:pt x="58" y="196"/>
                  </a:lnTo>
                  <a:lnTo>
                    <a:pt x="40" y="183"/>
                  </a:lnTo>
                  <a:lnTo>
                    <a:pt x="23" y="168"/>
                  </a:lnTo>
                  <a:lnTo>
                    <a:pt x="11" y="149"/>
                  </a:lnTo>
                  <a:lnTo>
                    <a:pt x="3" y="127"/>
                  </a:lnTo>
                  <a:lnTo>
                    <a:pt x="0" y="103"/>
                  </a:lnTo>
                  <a:lnTo>
                    <a:pt x="3" y="79"/>
                  </a:lnTo>
                  <a:lnTo>
                    <a:pt x="11" y="57"/>
                  </a:lnTo>
                  <a:lnTo>
                    <a:pt x="23" y="38"/>
                  </a:lnTo>
                  <a:lnTo>
                    <a:pt x="40" y="23"/>
                  </a:lnTo>
                  <a:lnTo>
                    <a:pt x="58" y="10"/>
                  </a:lnTo>
                  <a:lnTo>
                    <a:pt x="80" y="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4445ABC8-E7AE-4882-B818-C16F1178C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24650" y="3041650"/>
              <a:ext cx="379413" cy="436563"/>
            </a:xfrm>
            <a:custGeom>
              <a:avLst/>
              <a:gdLst>
                <a:gd name="T0" fmla="*/ 926 w 2627"/>
                <a:gd name="T1" fmla="*/ 1221 h 3024"/>
                <a:gd name="T2" fmla="*/ 779 w 2627"/>
                <a:gd name="T3" fmla="*/ 1316 h 3024"/>
                <a:gd name="T4" fmla="*/ 696 w 2627"/>
                <a:gd name="T5" fmla="*/ 1467 h 3024"/>
                <a:gd name="T6" fmla="*/ 688 w 2627"/>
                <a:gd name="T7" fmla="*/ 2107 h 3024"/>
                <a:gd name="T8" fmla="*/ 747 w 2627"/>
                <a:gd name="T9" fmla="*/ 2166 h 3024"/>
                <a:gd name="T10" fmla="*/ 1900 w 2627"/>
                <a:gd name="T11" fmla="*/ 2158 h 3024"/>
                <a:gd name="T12" fmla="*/ 1941 w 2627"/>
                <a:gd name="T13" fmla="*/ 2085 h 3024"/>
                <a:gd name="T14" fmla="*/ 1916 w 2627"/>
                <a:gd name="T15" fmla="*/ 1425 h 3024"/>
                <a:gd name="T16" fmla="*/ 1816 w 2627"/>
                <a:gd name="T17" fmla="*/ 1286 h 3024"/>
                <a:gd name="T18" fmla="*/ 1698 w 2627"/>
                <a:gd name="T19" fmla="*/ 1220 h 3024"/>
                <a:gd name="T20" fmla="*/ 1537 w 2627"/>
                <a:gd name="T21" fmla="*/ 1197 h 3024"/>
                <a:gd name="T22" fmla="*/ 1088 w 2627"/>
                <a:gd name="T23" fmla="*/ 1197 h 3024"/>
                <a:gd name="T24" fmla="*/ 1264 w 2627"/>
                <a:gd name="T25" fmla="*/ 423 h 3024"/>
                <a:gd name="T26" fmla="*/ 1095 w 2627"/>
                <a:gd name="T27" fmla="*/ 495 h 3024"/>
                <a:gd name="T28" fmla="*/ 984 w 2627"/>
                <a:gd name="T29" fmla="*/ 638 h 3024"/>
                <a:gd name="T30" fmla="*/ 960 w 2627"/>
                <a:gd name="T31" fmla="*/ 824 h 3024"/>
                <a:gd name="T32" fmla="*/ 1031 w 2627"/>
                <a:gd name="T33" fmla="*/ 993 h 3024"/>
                <a:gd name="T34" fmla="*/ 1174 w 2627"/>
                <a:gd name="T35" fmla="*/ 1104 h 3024"/>
                <a:gd name="T36" fmla="*/ 1362 w 2627"/>
                <a:gd name="T37" fmla="*/ 1129 h 3024"/>
                <a:gd name="T38" fmla="*/ 1531 w 2627"/>
                <a:gd name="T39" fmla="*/ 1058 h 3024"/>
                <a:gd name="T40" fmla="*/ 1642 w 2627"/>
                <a:gd name="T41" fmla="*/ 914 h 3024"/>
                <a:gd name="T42" fmla="*/ 1667 w 2627"/>
                <a:gd name="T43" fmla="*/ 727 h 3024"/>
                <a:gd name="T44" fmla="*/ 1596 w 2627"/>
                <a:gd name="T45" fmla="*/ 558 h 3024"/>
                <a:gd name="T46" fmla="*/ 1452 w 2627"/>
                <a:gd name="T47" fmla="*/ 448 h 3024"/>
                <a:gd name="T48" fmla="*/ 1313 w 2627"/>
                <a:gd name="T49" fmla="*/ 0 h 3024"/>
                <a:gd name="T50" fmla="*/ 1677 w 2627"/>
                <a:gd name="T51" fmla="*/ 50 h 3024"/>
                <a:gd name="T52" fmla="*/ 2001 w 2627"/>
                <a:gd name="T53" fmla="*/ 194 h 3024"/>
                <a:gd name="T54" fmla="*/ 2272 w 2627"/>
                <a:gd name="T55" fmla="*/ 415 h 3024"/>
                <a:gd name="T56" fmla="*/ 2475 w 2627"/>
                <a:gd name="T57" fmla="*/ 700 h 3024"/>
                <a:gd name="T58" fmla="*/ 2598 w 2627"/>
                <a:gd name="T59" fmla="*/ 1034 h 3024"/>
                <a:gd name="T60" fmla="*/ 2623 w 2627"/>
                <a:gd name="T61" fmla="*/ 1400 h 3024"/>
                <a:gd name="T62" fmla="*/ 2545 w 2627"/>
                <a:gd name="T63" fmla="*/ 1770 h 3024"/>
                <a:gd name="T64" fmla="*/ 2386 w 2627"/>
                <a:gd name="T65" fmla="*/ 2135 h 3024"/>
                <a:gd name="T66" fmla="*/ 2177 w 2627"/>
                <a:gd name="T67" fmla="*/ 2480 h 3024"/>
                <a:gd name="T68" fmla="*/ 1946 w 2627"/>
                <a:gd name="T69" fmla="*/ 2791 h 3024"/>
                <a:gd name="T70" fmla="*/ 1760 w 2627"/>
                <a:gd name="T71" fmla="*/ 3006 h 3024"/>
                <a:gd name="T72" fmla="*/ 926 w 2627"/>
                <a:gd name="T73" fmla="*/ 3024 h 3024"/>
                <a:gd name="T74" fmla="*/ 856 w 2627"/>
                <a:gd name="T75" fmla="*/ 2992 h 3024"/>
                <a:gd name="T76" fmla="*/ 638 w 2627"/>
                <a:gd name="T77" fmla="*/ 2729 h 3024"/>
                <a:gd name="T78" fmla="*/ 419 w 2627"/>
                <a:gd name="T79" fmla="*/ 2423 h 3024"/>
                <a:gd name="T80" fmla="*/ 222 w 2627"/>
                <a:gd name="T81" fmla="*/ 2089 h 3024"/>
                <a:gd name="T82" fmla="*/ 74 w 2627"/>
                <a:gd name="T83" fmla="*/ 1742 h 3024"/>
                <a:gd name="T84" fmla="*/ 3 w 2627"/>
                <a:gd name="T85" fmla="*/ 1394 h 3024"/>
                <a:gd name="T86" fmla="*/ 28 w 2627"/>
                <a:gd name="T87" fmla="*/ 1034 h 3024"/>
                <a:gd name="T88" fmla="*/ 151 w 2627"/>
                <a:gd name="T89" fmla="*/ 700 h 3024"/>
                <a:gd name="T90" fmla="*/ 354 w 2627"/>
                <a:gd name="T91" fmla="*/ 415 h 3024"/>
                <a:gd name="T92" fmla="*/ 626 w 2627"/>
                <a:gd name="T93" fmla="*/ 194 h 3024"/>
                <a:gd name="T94" fmla="*/ 950 w 2627"/>
                <a:gd name="T95" fmla="*/ 50 h 3024"/>
                <a:gd name="T96" fmla="*/ 1313 w 2627"/>
                <a:gd name="T97" fmla="*/ 0 h 30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27" h="3024">
                  <a:moveTo>
                    <a:pt x="1046" y="1188"/>
                  </a:moveTo>
                  <a:lnTo>
                    <a:pt x="1024" y="1191"/>
                  </a:lnTo>
                  <a:lnTo>
                    <a:pt x="928" y="1220"/>
                  </a:lnTo>
                  <a:lnTo>
                    <a:pt x="926" y="1221"/>
                  </a:lnTo>
                  <a:lnTo>
                    <a:pt x="884" y="1238"/>
                  </a:lnTo>
                  <a:lnTo>
                    <a:pt x="846" y="1260"/>
                  </a:lnTo>
                  <a:lnTo>
                    <a:pt x="810" y="1286"/>
                  </a:lnTo>
                  <a:lnTo>
                    <a:pt x="779" y="1316"/>
                  </a:lnTo>
                  <a:lnTo>
                    <a:pt x="751" y="1349"/>
                  </a:lnTo>
                  <a:lnTo>
                    <a:pt x="727" y="1386"/>
                  </a:lnTo>
                  <a:lnTo>
                    <a:pt x="710" y="1425"/>
                  </a:lnTo>
                  <a:lnTo>
                    <a:pt x="696" y="1467"/>
                  </a:lnTo>
                  <a:lnTo>
                    <a:pt x="688" y="1510"/>
                  </a:lnTo>
                  <a:lnTo>
                    <a:pt x="684" y="1555"/>
                  </a:lnTo>
                  <a:lnTo>
                    <a:pt x="684" y="2085"/>
                  </a:lnTo>
                  <a:lnTo>
                    <a:pt x="688" y="2107"/>
                  </a:lnTo>
                  <a:lnTo>
                    <a:pt x="696" y="2128"/>
                  </a:lnTo>
                  <a:lnTo>
                    <a:pt x="710" y="2144"/>
                  </a:lnTo>
                  <a:lnTo>
                    <a:pt x="726" y="2158"/>
                  </a:lnTo>
                  <a:lnTo>
                    <a:pt x="747" y="2166"/>
                  </a:lnTo>
                  <a:lnTo>
                    <a:pt x="770" y="2169"/>
                  </a:lnTo>
                  <a:lnTo>
                    <a:pt x="1857" y="2169"/>
                  </a:lnTo>
                  <a:lnTo>
                    <a:pt x="1879" y="2166"/>
                  </a:lnTo>
                  <a:lnTo>
                    <a:pt x="1900" y="2158"/>
                  </a:lnTo>
                  <a:lnTo>
                    <a:pt x="1916" y="2144"/>
                  </a:lnTo>
                  <a:lnTo>
                    <a:pt x="1930" y="2128"/>
                  </a:lnTo>
                  <a:lnTo>
                    <a:pt x="1938" y="2107"/>
                  </a:lnTo>
                  <a:lnTo>
                    <a:pt x="1941" y="2085"/>
                  </a:lnTo>
                  <a:lnTo>
                    <a:pt x="1941" y="1555"/>
                  </a:lnTo>
                  <a:lnTo>
                    <a:pt x="1938" y="1510"/>
                  </a:lnTo>
                  <a:lnTo>
                    <a:pt x="1930" y="1467"/>
                  </a:lnTo>
                  <a:lnTo>
                    <a:pt x="1916" y="1425"/>
                  </a:lnTo>
                  <a:lnTo>
                    <a:pt x="1898" y="1386"/>
                  </a:lnTo>
                  <a:lnTo>
                    <a:pt x="1875" y="1349"/>
                  </a:lnTo>
                  <a:lnTo>
                    <a:pt x="1847" y="1316"/>
                  </a:lnTo>
                  <a:lnTo>
                    <a:pt x="1816" y="1286"/>
                  </a:lnTo>
                  <a:lnTo>
                    <a:pt x="1780" y="1260"/>
                  </a:lnTo>
                  <a:lnTo>
                    <a:pt x="1742" y="1238"/>
                  </a:lnTo>
                  <a:lnTo>
                    <a:pt x="1700" y="1221"/>
                  </a:lnTo>
                  <a:lnTo>
                    <a:pt x="1698" y="1220"/>
                  </a:lnTo>
                  <a:lnTo>
                    <a:pt x="1602" y="1191"/>
                  </a:lnTo>
                  <a:lnTo>
                    <a:pt x="1580" y="1188"/>
                  </a:lnTo>
                  <a:lnTo>
                    <a:pt x="1558" y="1189"/>
                  </a:lnTo>
                  <a:lnTo>
                    <a:pt x="1537" y="1197"/>
                  </a:lnTo>
                  <a:lnTo>
                    <a:pt x="1520" y="1209"/>
                  </a:lnTo>
                  <a:lnTo>
                    <a:pt x="1313" y="1395"/>
                  </a:lnTo>
                  <a:lnTo>
                    <a:pt x="1106" y="1209"/>
                  </a:lnTo>
                  <a:lnTo>
                    <a:pt x="1088" y="1197"/>
                  </a:lnTo>
                  <a:lnTo>
                    <a:pt x="1068" y="1189"/>
                  </a:lnTo>
                  <a:lnTo>
                    <a:pt x="1046" y="1188"/>
                  </a:lnTo>
                  <a:close/>
                  <a:moveTo>
                    <a:pt x="1313" y="420"/>
                  </a:moveTo>
                  <a:lnTo>
                    <a:pt x="1264" y="423"/>
                  </a:lnTo>
                  <a:lnTo>
                    <a:pt x="1218" y="433"/>
                  </a:lnTo>
                  <a:lnTo>
                    <a:pt x="1174" y="448"/>
                  </a:lnTo>
                  <a:lnTo>
                    <a:pt x="1133" y="469"/>
                  </a:lnTo>
                  <a:lnTo>
                    <a:pt x="1095" y="495"/>
                  </a:lnTo>
                  <a:lnTo>
                    <a:pt x="1060" y="524"/>
                  </a:lnTo>
                  <a:lnTo>
                    <a:pt x="1031" y="558"/>
                  </a:lnTo>
                  <a:lnTo>
                    <a:pt x="1005" y="596"/>
                  </a:lnTo>
                  <a:lnTo>
                    <a:pt x="984" y="638"/>
                  </a:lnTo>
                  <a:lnTo>
                    <a:pt x="969" y="682"/>
                  </a:lnTo>
                  <a:lnTo>
                    <a:pt x="960" y="727"/>
                  </a:lnTo>
                  <a:lnTo>
                    <a:pt x="956" y="776"/>
                  </a:lnTo>
                  <a:lnTo>
                    <a:pt x="960" y="824"/>
                  </a:lnTo>
                  <a:lnTo>
                    <a:pt x="969" y="870"/>
                  </a:lnTo>
                  <a:lnTo>
                    <a:pt x="984" y="914"/>
                  </a:lnTo>
                  <a:lnTo>
                    <a:pt x="1005" y="956"/>
                  </a:lnTo>
                  <a:lnTo>
                    <a:pt x="1031" y="993"/>
                  </a:lnTo>
                  <a:lnTo>
                    <a:pt x="1060" y="1028"/>
                  </a:lnTo>
                  <a:lnTo>
                    <a:pt x="1095" y="1058"/>
                  </a:lnTo>
                  <a:lnTo>
                    <a:pt x="1133" y="1083"/>
                  </a:lnTo>
                  <a:lnTo>
                    <a:pt x="1174" y="1104"/>
                  </a:lnTo>
                  <a:lnTo>
                    <a:pt x="1218" y="1120"/>
                  </a:lnTo>
                  <a:lnTo>
                    <a:pt x="1264" y="1129"/>
                  </a:lnTo>
                  <a:lnTo>
                    <a:pt x="1313" y="1132"/>
                  </a:lnTo>
                  <a:lnTo>
                    <a:pt x="1362" y="1129"/>
                  </a:lnTo>
                  <a:lnTo>
                    <a:pt x="1408" y="1120"/>
                  </a:lnTo>
                  <a:lnTo>
                    <a:pt x="1452" y="1104"/>
                  </a:lnTo>
                  <a:lnTo>
                    <a:pt x="1493" y="1083"/>
                  </a:lnTo>
                  <a:lnTo>
                    <a:pt x="1531" y="1058"/>
                  </a:lnTo>
                  <a:lnTo>
                    <a:pt x="1566" y="1028"/>
                  </a:lnTo>
                  <a:lnTo>
                    <a:pt x="1596" y="993"/>
                  </a:lnTo>
                  <a:lnTo>
                    <a:pt x="1621" y="956"/>
                  </a:lnTo>
                  <a:lnTo>
                    <a:pt x="1642" y="914"/>
                  </a:lnTo>
                  <a:lnTo>
                    <a:pt x="1658" y="870"/>
                  </a:lnTo>
                  <a:lnTo>
                    <a:pt x="1667" y="824"/>
                  </a:lnTo>
                  <a:lnTo>
                    <a:pt x="1670" y="776"/>
                  </a:lnTo>
                  <a:lnTo>
                    <a:pt x="1667" y="727"/>
                  </a:lnTo>
                  <a:lnTo>
                    <a:pt x="1658" y="682"/>
                  </a:lnTo>
                  <a:lnTo>
                    <a:pt x="1642" y="638"/>
                  </a:lnTo>
                  <a:lnTo>
                    <a:pt x="1621" y="596"/>
                  </a:lnTo>
                  <a:lnTo>
                    <a:pt x="1596" y="558"/>
                  </a:lnTo>
                  <a:lnTo>
                    <a:pt x="1566" y="524"/>
                  </a:lnTo>
                  <a:lnTo>
                    <a:pt x="1531" y="495"/>
                  </a:lnTo>
                  <a:lnTo>
                    <a:pt x="1493" y="469"/>
                  </a:lnTo>
                  <a:lnTo>
                    <a:pt x="1452" y="448"/>
                  </a:lnTo>
                  <a:lnTo>
                    <a:pt x="1408" y="433"/>
                  </a:lnTo>
                  <a:lnTo>
                    <a:pt x="1362" y="423"/>
                  </a:lnTo>
                  <a:lnTo>
                    <a:pt x="1313" y="420"/>
                  </a:lnTo>
                  <a:close/>
                  <a:moveTo>
                    <a:pt x="1313" y="0"/>
                  </a:moveTo>
                  <a:lnTo>
                    <a:pt x="1407" y="3"/>
                  </a:lnTo>
                  <a:lnTo>
                    <a:pt x="1499" y="13"/>
                  </a:lnTo>
                  <a:lnTo>
                    <a:pt x="1589" y="28"/>
                  </a:lnTo>
                  <a:lnTo>
                    <a:pt x="1677" y="50"/>
                  </a:lnTo>
                  <a:lnTo>
                    <a:pt x="1761" y="78"/>
                  </a:lnTo>
                  <a:lnTo>
                    <a:pt x="1844" y="112"/>
                  </a:lnTo>
                  <a:lnTo>
                    <a:pt x="1924" y="150"/>
                  </a:lnTo>
                  <a:lnTo>
                    <a:pt x="2001" y="194"/>
                  </a:lnTo>
                  <a:lnTo>
                    <a:pt x="2074" y="242"/>
                  </a:lnTo>
                  <a:lnTo>
                    <a:pt x="2143" y="295"/>
                  </a:lnTo>
                  <a:lnTo>
                    <a:pt x="2210" y="353"/>
                  </a:lnTo>
                  <a:lnTo>
                    <a:pt x="2272" y="415"/>
                  </a:lnTo>
                  <a:lnTo>
                    <a:pt x="2330" y="481"/>
                  </a:lnTo>
                  <a:lnTo>
                    <a:pt x="2383" y="550"/>
                  </a:lnTo>
                  <a:lnTo>
                    <a:pt x="2432" y="624"/>
                  </a:lnTo>
                  <a:lnTo>
                    <a:pt x="2475" y="700"/>
                  </a:lnTo>
                  <a:lnTo>
                    <a:pt x="2514" y="780"/>
                  </a:lnTo>
                  <a:lnTo>
                    <a:pt x="2547" y="862"/>
                  </a:lnTo>
                  <a:lnTo>
                    <a:pt x="2576" y="948"/>
                  </a:lnTo>
                  <a:lnTo>
                    <a:pt x="2598" y="1034"/>
                  </a:lnTo>
                  <a:lnTo>
                    <a:pt x="2613" y="1124"/>
                  </a:lnTo>
                  <a:lnTo>
                    <a:pt x="2623" y="1216"/>
                  </a:lnTo>
                  <a:lnTo>
                    <a:pt x="2627" y="1310"/>
                  </a:lnTo>
                  <a:lnTo>
                    <a:pt x="2623" y="1400"/>
                  </a:lnTo>
                  <a:lnTo>
                    <a:pt x="2612" y="1492"/>
                  </a:lnTo>
                  <a:lnTo>
                    <a:pt x="2596" y="1585"/>
                  </a:lnTo>
                  <a:lnTo>
                    <a:pt x="2572" y="1677"/>
                  </a:lnTo>
                  <a:lnTo>
                    <a:pt x="2545" y="1770"/>
                  </a:lnTo>
                  <a:lnTo>
                    <a:pt x="2512" y="1862"/>
                  </a:lnTo>
                  <a:lnTo>
                    <a:pt x="2474" y="1953"/>
                  </a:lnTo>
                  <a:lnTo>
                    <a:pt x="2432" y="2044"/>
                  </a:lnTo>
                  <a:lnTo>
                    <a:pt x="2386" y="2135"/>
                  </a:lnTo>
                  <a:lnTo>
                    <a:pt x="2337" y="2224"/>
                  </a:lnTo>
                  <a:lnTo>
                    <a:pt x="2286" y="2310"/>
                  </a:lnTo>
                  <a:lnTo>
                    <a:pt x="2232" y="2396"/>
                  </a:lnTo>
                  <a:lnTo>
                    <a:pt x="2177" y="2480"/>
                  </a:lnTo>
                  <a:lnTo>
                    <a:pt x="2119" y="2562"/>
                  </a:lnTo>
                  <a:lnTo>
                    <a:pt x="2062" y="2641"/>
                  </a:lnTo>
                  <a:lnTo>
                    <a:pt x="2003" y="2717"/>
                  </a:lnTo>
                  <a:lnTo>
                    <a:pt x="1946" y="2791"/>
                  </a:lnTo>
                  <a:lnTo>
                    <a:pt x="1887" y="2861"/>
                  </a:lnTo>
                  <a:lnTo>
                    <a:pt x="1830" y="2929"/>
                  </a:lnTo>
                  <a:lnTo>
                    <a:pt x="1775" y="2992"/>
                  </a:lnTo>
                  <a:lnTo>
                    <a:pt x="1760" y="3006"/>
                  </a:lnTo>
                  <a:lnTo>
                    <a:pt x="1744" y="3015"/>
                  </a:lnTo>
                  <a:lnTo>
                    <a:pt x="1725" y="3022"/>
                  </a:lnTo>
                  <a:lnTo>
                    <a:pt x="1706" y="3024"/>
                  </a:lnTo>
                  <a:lnTo>
                    <a:pt x="926" y="3024"/>
                  </a:lnTo>
                  <a:lnTo>
                    <a:pt x="906" y="3022"/>
                  </a:lnTo>
                  <a:lnTo>
                    <a:pt x="887" y="3015"/>
                  </a:lnTo>
                  <a:lnTo>
                    <a:pt x="871" y="3005"/>
                  </a:lnTo>
                  <a:lnTo>
                    <a:pt x="856" y="2992"/>
                  </a:lnTo>
                  <a:lnTo>
                    <a:pt x="804" y="2931"/>
                  </a:lnTo>
                  <a:lnTo>
                    <a:pt x="749" y="2866"/>
                  </a:lnTo>
                  <a:lnTo>
                    <a:pt x="694" y="2798"/>
                  </a:lnTo>
                  <a:lnTo>
                    <a:pt x="638" y="2729"/>
                  </a:lnTo>
                  <a:lnTo>
                    <a:pt x="583" y="2656"/>
                  </a:lnTo>
                  <a:lnTo>
                    <a:pt x="526" y="2579"/>
                  </a:lnTo>
                  <a:lnTo>
                    <a:pt x="472" y="2502"/>
                  </a:lnTo>
                  <a:lnTo>
                    <a:pt x="419" y="2423"/>
                  </a:lnTo>
                  <a:lnTo>
                    <a:pt x="366" y="2341"/>
                  </a:lnTo>
                  <a:lnTo>
                    <a:pt x="315" y="2259"/>
                  </a:lnTo>
                  <a:lnTo>
                    <a:pt x="267" y="2175"/>
                  </a:lnTo>
                  <a:lnTo>
                    <a:pt x="222" y="2089"/>
                  </a:lnTo>
                  <a:lnTo>
                    <a:pt x="179" y="2003"/>
                  </a:lnTo>
                  <a:lnTo>
                    <a:pt x="140" y="1917"/>
                  </a:lnTo>
                  <a:lnTo>
                    <a:pt x="106" y="1829"/>
                  </a:lnTo>
                  <a:lnTo>
                    <a:pt x="74" y="1742"/>
                  </a:lnTo>
                  <a:lnTo>
                    <a:pt x="49" y="1655"/>
                  </a:lnTo>
                  <a:lnTo>
                    <a:pt x="28" y="1567"/>
                  </a:lnTo>
                  <a:lnTo>
                    <a:pt x="13" y="1481"/>
                  </a:lnTo>
                  <a:lnTo>
                    <a:pt x="3" y="1394"/>
                  </a:lnTo>
                  <a:lnTo>
                    <a:pt x="0" y="1310"/>
                  </a:lnTo>
                  <a:lnTo>
                    <a:pt x="3" y="1216"/>
                  </a:lnTo>
                  <a:lnTo>
                    <a:pt x="13" y="1124"/>
                  </a:lnTo>
                  <a:lnTo>
                    <a:pt x="28" y="1034"/>
                  </a:lnTo>
                  <a:lnTo>
                    <a:pt x="50" y="948"/>
                  </a:lnTo>
                  <a:lnTo>
                    <a:pt x="78" y="862"/>
                  </a:lnTo>
                  <a:lnTo>
                    <a:pt x="112" y="780"/>
                  </a:lnTo>
                  <a:lnTo>
                    <a:pt x="151" y="700"/>
                  </a:lnTo>
                  <a:lnTo>
                    <a:pt x="195" y="624"/>
                  </a:lnTo>
                  <a:lnTo>
                    <a:pt x="243" y="550"/>
                  </a:lnTo>
                  <a:lnTo>
                    <a:pt x="296" y="481"/>
                  </a:lnTo>
                  <a:lnTo>
                    <a:pt x="354" y="415"/>
                  </a:lnTo>
                  <a:lnTo>
                    <a:pt x="417" y="353"/>
                  </a:lnTo>
                  <a:lnTo>
                    <a:pt x="482" y="295"/>
                  </a:lnTo>
                  <a:lnTo>
                    <a:pt x="552" y="242"/>
                  </a:lnTo>
                  <a:lnTo>
                    <a:pt x="626" y="194"/>
                  </a:lnTo>
                  <a:lnTo>
                    <a:pt x="702" y="150"/>
                  </a:lnTo>
                  <a:lnTo>
                    <a:pt x="782" y="112"/>
                  </a:lnTo>
                  <a:lnTo>
                    <a:pt x="864" y="78"/>
                  </a:lnTo>
                  <a:lnTo>
                    <a:pt x="950" y="50"/>
                  </a:lnTo>
                  <a:lnTo>
                    <a:pt x="1037" y="28"/>
                  </a:lnTo>
                  <a:lnTo>
                    <a:pt x="1127" y="13"/>
                  </a:lnTo>
                  <a:lnTo>
                    <a:pt x="1219" y="3"/>
                  </a:lnTo>
                  <a:lnTo>
                    <a:pt x="13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1415D8D-866E-4C8C-B18E-49A1A0C22AAD}"/>
              </a:ext>
            </a:extLst>
          </p:cNvPr>
          <p:cNvGrpSpPr/>
          <p:nvPr/>
        </p:nvGrpSpPr>
        <p:grpSpPr>
          <a:xfrm>
            <a:off x="5667367" y="5869229"/>
            <a:ext cx="372743" cy="349971"/>
            <a:chOff x="7337425" y="3084513"/>
            <a:chExt cx="493713" cy="4635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97" name="Freeform 347">
              <a:extLst>
                <a:ext uri="{FF2B5EF4-FFF2-40B4-BE49-F238E27FC236}">
                  <a16:creationId xmlns:a16="http://schemas.microsoft.com/office/drawing/2014/main" id="{C9AF1EC9-4221-4DF2-AF1D-A27ABAE65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3975" y="3230563"/>
              <a:ext cx="103188" cy="104775"/>
            </a:xfrm>
            <a:custGeom>
              <a:avLst/>
              <a:gdLst>
                <a:gd name="T0" fmla="*/ 359 w 718"/>
                <a:gd name="T1" fmla="*/ 0 h 720"/>
                <a:gd name="T2" fmla="*/ 407 w 718"/>
                <a:gd name="T3" fmla="*/ 3 h 720"/>
                <a:gd name="T4" fmla="*/ 454 w 718"/>
                <a:gd name="T5" fmla="*/ 13 h 720"/>
                <a:gd name="T6" fmla="*/ 499 w 718"/>
                <a:gd name="T7" fmla="*/ 28 h 720"/>
                <a:gd name="T8" fmla="*/ 539 w 718"/>
                <a:gd name="T9" fmla="*/ 49 h 720"/>
                <a:gd name="T10" fmla="*/ 578 w 718"/>
                <a:gd name="T11" fmla="*/ 75 h 720"/>
                <a:gd name="T12" fmla="*/ 612 w 718"/>
                <a:gd name="T13" fmla="*/ 105 h 720"/>
                <a:gd name="T14" fmla="*/ 643 w 718"/>
                <a:gd name="T15" fmla="*/ 140 h 720"/>
                <a:gd name="T16" fmla="*/ 668 w 718"/>
                <a:gd name="T17" fmla="*/ 178 h 720"/>
                <a:gd name="T18" fmla="*/ 690 w 718"/>
                <a:gd name="T19" fmla="*/ 220 h 720"/>
                <a:gd name="T20" fmla="*/ 705 w 718"/>
                <a:gd name="T21" fmla="*/ 265 h 720"/>
                <a:gd name="T22" fmla="*/ 715 w 718"/>
                <a:gd name="T23" fmla="*/ 311 h 720"/>
                <a:gd name="T24" fmla="*/ 718 w 718"/>
                <a:gd name="T25" fmla="*/ 359 h 720"/>
                <a:gd name="T26" fmla="*/ 715 w 718"/>
                <a:gd name="T27" fmla="*/ 408 h 720"/>
                <a:gd name="T28" fmla="*/ 705 w 718"/>
                <a:gd name="T29" fmla="*/ 455 h 720"/>
                <a:gd name="T30" fmla="*/ 690 w 718"/>
                <a:gd name="T31" fmla="*/ 500 h 720"/>
                <a:gd name="T32" fmla="*/ 668 w 718"/>
                <a:gd name="T33" fmla="*/ 542 h 720"/>
                <a:gd name="T34" fmla="*/ 643 w 718"/>
                <a:gd name="T35" fmla="*/ 579 h 720"/>
                <a:gd name="T36" fmla="*/ 612 w 718"/>
                <a:gd name="T37" fmla="*/ 615 h 720"/>
                <a:gd name="T38" fmla="*/ 578 w 718"/>
                <a:gd name="T39" fmla="*/ 645 h 720"/>
                <a:gd name="T40" fmla="*/ 539 w 718"/>
                <a:gd name="T41" fmla="*/ 671 h 720"/>
                <a:gd name="T42" fmla="*/ 499 w 718"/>
                <a:gd name="T43" fmla="*/ 692 h 720"/>
                <a:gd name="T44" fmla="*/ 454 w 718"/>
                <a:gd name="T45" fmla="*/ 706 h 720"/>
                <a:gd name="T46" fmla="*/ 407 w 718"/>
                <a:gd name="T47" fmla="*/ 717 h 720"/>
                <a:gd name="T48" fmla="*/ 359 w 718"/>
                <a:gd name="T49" fmla="*/ 720 h 720"/>
                <a:gd name="T50" fmla="*/ 310 w 718"/>
                <a:gd name="T51" fmla="*/ 717 h 720"/>
                <a:gd name="T52" fmla="*/ 263 w 718"/>
                <a:gd name="T53" fmla="*/ 706 h 720"/>
                <a:gd name="T54" fmla="*/ 219 w 718"/>
                <a:gd name="T55" fmla="*/ 692 h 720"/>
                <a:gd name="T56" fmla="*/ 178 w 718"/>
                <a:gd name="T57" fmla="*/ 671 h 720"/>
                <a:gd name="T58" fmla="*/ 139 w 718"/>
                <a:gd name="T59" fmla="*/ 645 h 720"/>
                <a:gd name="T60" fmla="*/ 105 w 718"/>
                <a:gd name="T61" fmla="*/ 615 h 720"/>
                <a:gd name="T62" fmla="*/ 75 w 718"/>
                <a:gd name="T63" fmla="*/ 579 h 720"/>
                <a:gd name="T64" fmla="*/ 49 w 718"/>
                <a:gd name="T65" fmla="*/ 542 h 720"/>
                <a:gd name="T66" fmla="*/ 28 w 718"/>
                <a:gd name="T67" fmla="*/ 500 h 720"/>
                <a:gd name="T68" fmla="*/ 12 w 718"/>
                <a:gd name="T69" fmla="*/ 455 h 720"/>
                <a:gd name="T70" fmla="*/ 3 w 718"/>
                <a:gd name="T71" fmla="*/ 408 h 720"/>
                <a:gd name="T72" fmla="*/ 0 w 718"/>
                <a:gd name="T73" fmla="*/ 359 h 720"/>
                <a:gd name="T74" fmla="*/ 3 w 718"/>
                <a:gd name="T75" fmla="*/ 311 h 720"/>
                <a:gd name="T76" fmla="*/ 12 w 718"/>
                <a:gd name="T77" fmla="*/ 265 h 720"/>
                <a:gd name="T78" fmla="*/ 28 w 718"/>
                <a:gd name="T79" fmla="*/ 220 h 720"/>
                <a:gd name="T80" fmla="*/ 49 w 718"/>
                <a:gd name="T81" fmla="*/ 178 h 720"/>
                <a:gd name="T82" fmla="*/ 75 w 718"/>
                <a:gd name="T83" fmla="*/ 140 h 720"/>
                <a:gd name="T84" fmla="*/ 105 w 718"/>
                <a:gd name="T85" fmla="*/ 105 h 720"/>
                <a:gd name="T86" fmla="*/ 139 w 718"/>
                <a:gd name="T87" fmla="*/ 75 h 720"/>
                <a:gd name="T88" fmla="*/ 178 w 718"/>
                <a:gd name="T89" fmla="*/ 49 h 720"/>
                <a:gd name="T90" fmla="*/ 219 w 718"/>
                <a:gd name="T91" fmla="*/ 28 h 720"/>
                <a:gd name="T92" fmla="*/ 263 w 718"/>
                <a:gd name="T93" fmla="*/ 13 h 720"/>
                <a:gd name="T94" fmla="*/ 310 w 718"/>
                <a:gd name="T95" fmla="*/ 3 h 720"/>
                <a:gd name="T96" fmla="*/ 359 w 718"/>
                <a:gd name="T97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18" h="720">
                  <a:moveTo>
                    <a:pt x="359" y="0"/>
                  </a:moveTo>
                  <a:lnTo>
                    <a:pt x="407" y="3"/>
                  </a:lnTo>
                  <a:lnTo>
                    <a:pt x="454" y="13"/>
                  </a:lnTo>
                  <a:lnTo>
                    <a:pt x="499" y="28"/>
                  </a:lnTo>
                  <a:lnTo>
                    <a:pt x="539" y="49"/>
                  </a:lnTo>
                  <a:lnTo>
                    <a:pt x="578" y="75"/>
                  </a:lnTo>
                  <a:lnTo>
                    <a:pt x="612" y="105"/>
                  </a:lnTo>
                  <a:lnTo>
                    <a:pt x="643" y="140"/>
                  </a:lnTo>
                  <a:lnTo>
                    <a:pt x="668" y="178"/>
                  </a:lnTo>
                  <a:lnTo>
                    <a:pt x="690" y="220"/>
                  </a:lnTo>
                  <a:lnTo>
                    <a:pt x="705" y="265"/>
                  </a:lnTo>
                  <a:lnTo>
                    <a:pt x="715" y="311"/>
                  </a:lnTo>
                  <a:lnTo>
                    <a:pt x="718" y="359"/>
                  </a:lnTo>
                  <a:lnTo>
                    <a:pt x="715" y="408"/>
                  </a:lnTo>
                  <a:lnTo>
                    <a:pt x="705" y="455"/>
                  </a:lnTo>
                  <a:lnTo>
                    <a:pt x="690" y="500"/>
                  </a:lnTo>
                  <a:lnTo>
                    <a:pt x="668" y="542"/>
                  </a:lnTo>
                  <a:lnTo>
                    <a:pt x="643" y="579"/>
                  </a:lnTo>
                  <a:lnTo>
                    <a:pt x="612" y="615"/>
                  </a:lnTo>
                  <a:lnTo>
                    <a:pt x="578" y="645"/>
                  </a:lnTo>
                  <a:lnTo>
                    <a:pt x="539" y="671"/>
                  </a:lnTo>
                  <a:lnTo>
                    <a:pt x="499" y="692"/>
                  </a:lnTo>
                  <a:lnTo>
                    <a:pt x="454" y="706"/>
                  </a:lnTo>
                  <a:lnTo>
                    <a:pt x="407" y="717"/>
                  </a:lnTo>
                  <a:lnTo>
                    <a:pt x="359" y="720"/>
                  </a:lnTo>
                  <a:lnTo>
                    <a:pt x="310" y="717"/>
                  </a:lnTo>
                  <a:lnTo>
                    <a:pt x="263" y="706"/>
                  </a:lnTo>
                  <a:lnTo>
                    <a:pt x="219" y="692"/>
                  </a:lnTo>
                  <a:lnTo>
                    <a:pt x="178" y="671"/>
                  </a:lnTo>
                  <a:lnTo>
                    <a:pt x="139" y="645"/>
                  </a:lnTo>
                  <a:lnTo>
                    <a:pt x="105" y="615"/>
                  </a:lnTo>
                  <a:lnTo>
                    <a:pt x="75" y="579"/>
                  </a:lnTo>
                  <a:lnTo>
                    <a:pt x="49" y="542"/>
                  </a:lnTo>
                  <a:lnTo>
                    <a:pt x="28" y="500"/>
                  </a:lnTo>
                  <a:lnTo>
                    <a:pt x="12" y="455"/>
                  </a:lnTo>
                  <a:lnTo>
                    <a:pt x="3" y="408"/>
                  </a:lnTo>
                  <a:lnTo>
                    <a:pt x="0" y="359"/>
                  </a:lnTo>
                  <a:lnTo>
                    <a:pt x="3" y="311"/>
                  </a:lnTo>
                  <a:lnTo>
                    <a:pt x="12" y="265"/>
                  </a:lnTo>
                  <a:lnTo>
                    <a:pt x="28" y="220"/>
                  </a:lnTo>
                  <a:lnTo>
                    <a:pt x="49" y="178"/>
                  </a:lnTo>
                  <a:lnTo>
                    <a:pt x="75" y="140"/>
                  </a:lnTo>
                  <a:lnTo>
                    <a:pt x="105" y="105"/>
                  </a:lnTo>
                  <a:lnTo>
                    <a:pt x="139" y="75"/>
                  </a:lnTo>
                  <a:lnTo>
                    <a:pt x="178" y="49"/>
                  </a:lnTo>
                  <a:lnTo>
                    <a:pt x="219" y="28"/>
                  </a:lnTo>
                  <a:lnTo>
                    <a:pt x="263" y="13"/>
                  </a:lnTo>
                  <a:lnTo>
                    <a:pt x="310" y="3"/>
                  </a:lnTo>
                  <a:lnTo>
                    <a:pt x="3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8" name="Freeform 348">
              <a:extLst>
                <a:ext uri="{FF2B5EF4-FFF2-40B4-BE49-F238E27FC236}">
                  <a16:creationId xmlns:a16="http://schemas.microsoft.com/office/drawing/2014/main" id="{5B307746-D605-4582-955C-6DC9B512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3475" y="3084513"/>
              <a:ext cx="30163" cy="50800"/>
            </a:xfrm>
            <a:custGeom>
              <a:avLst/>
              <a:gdLst>
                <a:gd name="T0" fmla="*/ 101 w 203"/>
                <a:gd name="T1" fmla="*/ 0 h 352"/>
                <a:gd name="T2" fmla="*/ 125 w 203"/>
                <a:gd name="T3" fmla="*/ 3 h 352"/>
                <a:gd name="T4" fmla="*/ 147 w 203"/>
                <a:gd name="T5" fmla="*/ 11 h 352"/>
                <a:gd name="T6" fmla="*/ 165 w 203"/>
                <a:gd name="T7" fmla="*/ 22 h 352"/>
                <a:gd name="T8" fmla="*/ 181 w 203"/>
                <a:gd name="T9" fmla="*/ 38 h 352"/>
                <a:gd name="T10" fmla="*/ 193 w 203"/>
                <a:gd name="T11" fmla="*/ 57 h 352"/>
                <a:gd name="T12" fmla="*/ 201 w 203"/>
                <a:gd name="T13" fmla="*/ 79 h 352"/>
                <a:gd name="T14" fmla="*/ 203 w 203"/>
                <a:gd name="T15" fmla="*/ 103 h 352"/>
                <a:gd name="T16" fmla="*/ 203 w 203"/>
                <a:gd name="T17" fmla="*/ 250 h 352"/>
                <a:gd name="T18" fmla="*/ 201 w 203"/>
                <a:gd name="T19" fmla="*/ 274 h 352"/>
                <a:gd name="T20" fmla="*/ 193 w 203"/>
                <a:gd name="T21" fmla="*/ 295 h 352"/>
                <a:gd name="T22" fmla="*/ 181 w 203"/>
                <a:gd name="T23" fmla="*/ 314 h 352"/>
                <a:gd name="T24" fmla="*/ 165 w 203"/>
                <a:gd name="T25" fmla="*/ 330 h 352"/>
                <a:gd name="T26" fmla="*/ 147 w 203"/>
                <a:gd name="T27" fmla="*/ 342 h 352"/>
                <a:gd name="T28" fmla="*/ 125 w 203"/>
                <a:gd name="T29" fmla="*/ 349 h 352"/>
                <a:gd name="T30" fmla="*/ 101 w 203"/>
                <a:gd name="T31" fmla="*/ 352 h 352"/>
                <a:gd name="T32" fmla="*/ 78 w 203"/>
                <a:gd name="T33" fmla="*/ 349 h 352"/>
                <a:gd name="T34" fmla="*/ 56 w 203"/>
                <a:gd name="T35" fmla="*/ 342 h 352"/>
                <a:gd name="T36" fmla="*/ 38 w 203"/>
                <a:gd name="T37" fmla="*/ 330 h 352"/>
                <a:gd name="T38" fmla="*/ 22 w 203"/>
                <a:gd name="T39" fmla="*/ 314 h 352"/>
                <a:gd name="T40" fmla="*/ 11 w 203"/>
                <a:gd name="T41" fmla="*/ 295 h 352"/>
                <a:gd name="T42" fmla="*/ 2 w 203"/>
                <a:gd name="T43" fmla="*/ 274 h 352"/>
                <a:gd name="T44" fmla="*/ 0 w 203"/>
                <a:gd name="T45" fmla="*/ 250 h 352"/>
                <a:gd name="T46" fmla="*/ 0 w 203"/>
                <a:gd name="T47" fmla="*/ 103 h 352"/>
                <a:gd name="T48" fmla="*/ 2 w 203"/>
                <a:gd name="T49" fmla="*/ 79 h 352"/>
                <a:gd name="T50" fmla="*/ 11 w 203"/>
                <a:gd name="T51" fmla="*/ 57 h 352"/>
                <a:gd name="T52" fmla="*/ 22 w 203"/>
                <a:gd name="T53" fmla="*/ 38 h 352"/>
                <a:gd name="T54" fmla="*/ 38 w 203"/>
                <a:gd name="T55" fmla="*/ 22 h 352"/>
                <a:gd name="T56" fmla="*/ 56 w 203"/>
                <a:gd name="T57" fmla="*/ 11 h 352"/>
                <a:gd name="T58" fmla="*/ 78 w 203"/>
                <a:gd name="T59" fmla="*/ 3 h 352"/>
                <a:gd name="T60" fmla="*/ 101 w 203"/>
                <a:gd name="T61" fmla="*/ 0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3" h="352">
                  <a:moveTo>
                    <a:pt x="101" y="0"/>
                  </a:moveTo>
                  <a:lnTo>
                    <a:pt x="125" y="3"/>
                  </a:lnTo>
                  <a:lnTo>
                    <a:pt x="147" y="11"/>
                  </a:lnTo>
                  <a:lnTo>
                    <a:pt x="165" y="22"/>
                  </a:lnTo>
                  <a:lnTo>
                    <a:pt x="181" y="38"/>
                  </a:lnTo>
                  <a:lnTo>
                    <a:pt x="193" y="57"/>
                  </a:lnTo>
                  <a:lnTo>
                    <a:pt x="201" y="79"/>
                  </a:lnTo>
                  <a:lnTo>
                    <a:pt x="203" y="103"/>
                  </a:lnTo>
                  <a:lnTo>
                    <a:pt x="203" y="250"/>
                  </a:lnTo>
                  <a:lnTo>
                    <a:pt x="201" y="274"/>
                  </a:lnTo>
                  <a:lnTo>
                    <a:pt x="193" y="295"/>
                  </a:lnTo>
                  <a:lnTo>
                    <a:pt x="181" y="314"/>
                  </a:lnTo>
                  <a:lnTo>
                    <a:pt x="165" y="330"/>
                  </a:lnTo>
                  <a:lnTo>
                    <a:pt x="147" y="342"/>
                  </a:lnTo>
                  <a:lnTo>
                    <a:pt x="125" y="349"/>
                  </a:lnTo>
                  <a:lnTo>
                    <a:pt x="101" y="352"/>
                  </a:lnTo>
                  <a:lnTo>
                    <a:pt x="78" y="349"/>
                  </a:lnTo>
                  <a:lnTo>
                    <a:pt x="56" y="342"/>
                  </a:lnTo>
                  <a:lnTo>
                    <a:pt x="38" y="330"/>
                  </a:lnTo>
                  <a:lnTo>
                    <a:pt x="22" y="314"/>
                  </a:lnTo>
                  <a:lnTo>
                    <a:pt x="11" y="295"/>
                  </a:lnTo>
                  <a:lnTo>
                    <a:pt x="2" y="274"/>
                  </a:lnTo>
                  <a:lnTo>
                    <a:pt x="0" y="250"/>
                  </a:lnTo>
                  <a:lnTo>
                    <a:pt x="0" y="103"/>
                  </a:lnTo>
                  <a:lnTo>
                    <a:pt x="2" y="79"/>
                  </a:lnTo>
                  <a:lnTo>
                    <a:pt x="11" y="57"/>
                  </a:lnTo>
                  <a:lnTo>
                    <a:pt x="22" y="38"/>
                  </a:lnTo>
                  <a:lnTo>
                    <a:pt x="38" y="22"/>
                  </a:lnTo>
                  <a:lnTo>
                    <a:pt x="56" y="11"/>
                  </a:lnTo>
                  <a:lnTo>
                    <a:pt x="78" y="3"/>
                  </a:lnTo>
                  <a:lnTo>
                    <a:pt x="1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9" name="Freeform 349">
              <a:extLst>
                <a:ext uri="{FF2B5EF4-FFF2-40B4-BE49-F238E27FC236}">
                  <a16:creationId xmlns:a16="http://schemas.microsoft.com/office/drawing/2014/main" id="{338152CD-5258-4CAD-B2BF-3304F379F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3213100"/>
              <a:ext cx="50800" cy="30163"/>
            </a:xfrm>
            <a:custGeom>
              <a:avLst/>
              <a:gdLst>
                <a:gd name="T0" fmla="*/ 102 w 352"/>
                <a:gd name="T1" fmla="*/ 0 h 204"/>
                <a:gd name="T2" fmla="*/ 251 w 352"/>
                <a:gd name="T3" fmla="*/ 0 h 204"/>
                <a:gd name="T4" fmla="*/ 273 w 352"/>
                <a:gd name="T5" fmla="*/ 2 h 204"/>
                <a:gd name="T6" fmla="*/ 295 w 352"/>
                <a:gd name="T7" fmla="*/ 10 h 204"/>
                <a:gd name="T8" fmla="*/ 314 w 352"/>
                <a:gd name="T9" fmla="*/ 22 h 204"/>
                <a:gd name="T10" fmla="*/ 330 w 352"/>
                <a:gd name="T11" fmla="*/ 39 h 204"/>
                <a:gd name="T12" fmla="*/ 342 w 352"/>
                <a:gd name="T13" fmla="*/ 57 h 204"/>
                <a:gd name="T14" fmla="*/ 349 w 352"/>
                <a:gd name="T15" fmla="*/ 78 h 204"/>
                <a:gd name="T16" fmla="*/ 352 w 352"/>
                <a:gd name="T17" fmla="*/ 102 h 204"/>
                <a:gd name="T18" fmla="*/ 349 w 352"/>
                <a:gd name="T19" fmla="*/ 125 h 204"/>
                <a:gd name="T20" fmla="*/ 342 w 352"/>
                <a:gd name="T21" fmla="*/ 147 h 204"/>
                <a:gd name="T22" fmla="*/ 330 w 352"/>
                <a:gd name="T23" fmla="*/ 166 h 204"/>
                <a:gd name="T24" fmla="*/ 314 w 352"/>
                <a:gd name="T25" fmla="*/ 181 h 204"/>
                <a:gd name="T26" fmla="*/ 295 w 352"/>
                <a:gd name="T27" fmla="*/ 194 h 204"/>
                <a:gd name="T28" fmla="*/ 273 w 352"/>
                <a:gd name="T29" fmla="*/ 201 h 204"/>
                <a:gd name="T30" fmla="*/ 251 w 352"/>
                <a:gd name="T31" fmla="*/ 204 h 204"/>
                <a:gd name="T32" fmla="*/ 102 w 352"/>
                <a:gd name="T33" fmla="*/ 204 h 204"/>
                <a:gd name="T34" fmla="*/ 79 w 352"/>
                <a:gd name="T35" fmla="*/ 201 h 204"/>
                <a:gd name="T36" fmla="*/ 57 w 352"/>
                <a:gd name="T37" fmla="*/ 194 h 204"/>
                <a:gd name="T38" fmla="*/ 38 w 352"/>
                <a:gd name="T39" fmla="*/ 181 h 204"/>
                <a:gd name="T40" fmla="*/ 23 w 352"/>
                <a:gd name="T41" fmla="*/ 166 h 204"/>
                <a:gd name="T42" fmla="*/ 10 w 352"/>
                <a:gd name="T43" fmla="*/ 147 h 204"/>
                <a:gd name="T44" fmla="*/ 3 w 352"/>
                <a:gd name="T45" fmla="*/ 125 h 204"/>
                <a:gd name="T46" fmla="*/ 0 w 352"/>
                <a:gd name="T47" fmla="*/ 102 h 204"/>
                <a:gd name="T48" fmla="*/ 3 w 352"/>
                <a:gd name="T49" fmla="*/ 78 h 204"/>
                <a:gd name="T50" fmla="*/ 10 w 352"/>
                <a:gd name="T51" fmla="*/ 57 h 204"/>
                <a:gd name="T52" fmla="*/ 23 w 352"/>
                <a:gd name="T53" fmla="*/ 39 h 204"/>
                <a:gd name="T54" fmla="*/ 38 w 352"/>
                <a:gd name="T55" fmla="*/ 22 h 204"/>
                <a:gd name="T56" fmla="*/ 57 w 352"/>
                <a:gd name="T57" fmla="*/ 10 h 204"/>
                <a:gd name="T58" fmla="*/ 79 w 352"/>
                <a:gd name="T59" fmla="*/ 2 h 204"/>
                <a:gd name="T60" fmla="*/ 102 w 352"/>
                <a:gd name="T6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2" h="204">
                  <a:moveTo>
                    <a:pt x="102" y="0"/>
                  </a:moveTo>
                  <a:lnTo>
                    <a:pt x="251" y="0"/>
                  </a:lnTo>
                  <a:lnTo>
                    <a:pt x="273" y="2"/>
                  </a:lnTo>
                  <a:lnTo>
                    <a:pt x="295" y="10"/>
                  </a:lnTo>
                  <a:lnTo>
                    <a:pt x="314" y="22"/>
                  </a:lnTo>
                  <a:lnTo>
                    <a:pt x="330" y="39"/>
                  </a:lnTo>
                  <a:lnTo>
                    <a:pt x="342" y="57"/>
                  </a:lnTo>
                  <a:lnTo>
                    <a:pt x="349" y="78"/>
                  </a:lnTo>
                  <a:lnTo>
                    <a:pt x="352" y="102"/>
                  </a:lnTo>
                  <a:lnTo>
                    <a:pt x="349" y="125"/>
                  </a:lnTo>
                  <a:lnTo>
                    <a:pt x="342" y="147"/>
                  </a:lnTo>
                  <a:lnTo>
                    <a:pt x="330" y="166"/>
                  </a:lnTo>
                  <a:lnTo>
                    <a:pt x="314" y="181"/>
                  </a:lnTo>
                  <a:lnTo>
                    <a:pt x="295" y="194"/>
                  </a:lnTo>
                  <a:lnTo>
                    <a:pt x="273" y="201"/>
                  </a:lnTo>
                  <a:lnTo>
                    <a:pt x="251" y="204"/>
                  </a:lnTo>
                  <a:lnTo>
                    <a:pt x="102" y="204"/>
                  </a:lnTo>
                  <a:lnTo>
                    <a:pt x="79" y="201"/>
                  </a:lnTo>
                  <a:lnTo>
                    <a:pt x="57" y="194"/>
                  </a:lnTo>
                  <a:lnTo>
                    <a:pt x="38" y="181"/>
                  </a:lnTo>
                  <a:lnTo>
                    <a:pt x="23" y="166"/>
                  </a:lnTo>
                  <a:lnTo>
                    <a:pt x="10" y="147"/>
                  </a:lnTo>
                  <a:lnTo>
                    <a:pt x="3" y="125"/>
                  </a:lnTo>
                  <a:lnTo>
                    <a:pt x="0" y="102"/>
                  </a:lnTo>
                  <a:lnTo>
                    <a:pt x="3" y="78"/>
                  </a:lnTo>
                  <a:lnTo>
                    <a:pt x="10" y="57"/>
                  </a:lnTo>
                  <a:lnTo>
                    <a:pt x="23" y="39"/>
                  </a:lnTo>
                  <a:lnTo>
                    <a:pt x="38" y="22"/>
                  </a:lnTo>
                  <a:lnTo>
                    <a:pt x="57" y="10"/>
                  </a:lnTo>
                  <a:lnTo>
                    <a:pt x="79" y="2"/>
                  </a:lnTo>
                  <a:lnTo>
                    <a:pt x="1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0" name="Freeform 350">
              <a:extLst>
                <a:ext uri="{FF2B5EF4-FFF2-40B4-BE49-F238E27FC236}">
                  <a16:creationId xmlns:a16="http://schemas.microsoft.com/office/drawing/2014/main" id="{B6757AEC-E26E-45BF-8C5A-9BED801E3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1425" y="3213100"/>
              <a:ext cx="50800" cy="30163"/>
            </a:xfrm>
            <a:custGeom>
              <a:avLst/>
              <a:gdLst>
                <a:gd name="T0" fmla="*/ 102 w 352"/>
                <a:gd name="T1" fmla="*/ 0 h 204"/>
                <a:gd name="T2" fmla="*/ 250 w 352"/>
                <a:gd name="T3" fmla="*/ 0 h 204"/>
                <a:gd name="T4" fmla="*/ 273 w 352"/>
                <a:gd name="T5" fmla="*/ 2 h 204"/>
                <a:gd name="T6" fmla="*/ 295 w 352"/>
                <a:gd name="T7" fmla="*/ 10 h 204"/>
                <a:gd name="T8" fmla="*/ 314 w 352"/>
                <a:gd name="T9" fmla="*/ 22 h 204"/>
                <a:gd name="T10" fmla="*/ 329 w 352"/>
                <a:gd name="T11" fmla="*/ 39 h 204"/>
                <a:gd name="T12" fmla="*/ 342 w 352"/>
                <a:gd name="T13" fmla="*/ 57 h 204"/>
                <a:gd name="T14" fmla="*/ 349 w 352"/>
                <a:gd name="T15" fmla="*/ 78 h 204"/>
                <a:gd name="T16" fmla="*/ 352 w 352"/>
                <a:gd name="T17" fmla="*/ 102 h 204"/>
                <a:gd name="T18" fmla="*/ 349 w 352"/>
                <a:gd name="T19" fmla="*/ 125 h 204"/>
                <a:gd name="T20" fmla="*/ 342 w 352"/>
                <a:gd name="T21" fmla="*/ 147 h 204"/>
                <a:gd name="T22" fmla="*/ 329 w 352"/>
                <a:gd name="T23" fmla="*/ 166 h 204"/>
                <a:gd name="T24" fmla="*/ 314 w 352"/>
                <a:gd name="T25" fmla="*/ 181 h 204"/>
                <a:gd name="T26" fmla="*/ 295 w 352"/>
                <a:gd name="T27" fmla="*/ 194 h 204"/>
                <a:gd name="T28" fmla="*/ 273 w 352"/>
                <a:gd name="T29" fmla="*/ 201 h 204"/>
                <a:gd name="T30" fmla="*/ 250 w 352"/>
                <a:gd name="T31" fmla="*/ 204 h 204"/>
                <a:gd name="T32" fmla="*/ 102 w 352"/>
                <a:gd name="T33" fmla="*/ 204 h 204"/>
                <a:gd name="T34" fmla="*/ 79 w 352"/>
                <a:gd name="T35" fmla="*/ 201 h 204"/>
                <a:gd name="T36" fmla="*/ 57 w 352"/>
                <a:gd name="T37" fmla="*/ 194 h 204"/>
                <a:gd name="T38" fmla="*/ 38 w 352"/>
                <a:gd name="T39" fmla="*/ 181 h 204"/>
                <a:gd name="T40" fmla="*/ 22 w 352"/>
                <a:gd name="T41" fmla="*/ 166 h 204"/>
                <a:gd name="T42" fmla="*/ 10 w 352"/>
                <a:gd name="T43" fmla="*/ 147 h 204"/>
                <a:gd name="T44" fmla="*/ 3 w 352"/>
                <a:gd name="T45" fmla="*/ 125 h 204"/>
                <a:gd name="T46" fmla="*/ 0 w 352"/>
                <a:gd name="T47" fmla="*/ 102 h 204"/>
                <a:gd name="T48" fmla="*/ 3 w 352"/>
                <a:gd name="T49" fmla="*/ 78 h 204"/>
                <a:gd name="T50" fmla="*/ 10 w 352"/>
                <a:gd name="T51" fmla="*/ 57 h 204"/>
                <a:gd name="T52" fmla="*/ 22 w 352"/>
                <a:gd name="T53" fmla="*/ 39 h 204"/>
                <a:gd name="T54" fmla="*/ 38 w 352"/>
                <a:gd name="T55" fmla="*/ 22 h 204"/>
                <a:gd name="T56" fmla="*/ 57 w 352"/>
                <a:gd name="T57" fmla="*/ 10 h 204"/>
                <a:gd name="T58" fmla="*/ 79 w 352"/>
                <a:gd name="T59" fmla="*/ 2 h 204"/>
                <a:gd name="T60" fmla="*/ 102 w 352"/>
                <a:gd name="T61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2" h="204">
                  <a:moveTo>
                    <a:pt x="102" y="0"/>
                  </a:moveTo>
                  <a:lnTo>
                    <a:pt x="250" y="0"/>
                  </a:lnTo>
                  <a:lnTo>
                    <a:pt x="273" y="2"/>
                  </a:lnTo>
                  <a:lnTo>
                    <a:pt x="295" y="10"/>
                  </a:lnTo>
                  <a:lnTo>
                    <a:pt x="314" y="22"/>
                  </a:lnTo>
                  <a:lnTo>
                    <a:pt x="329" y="39"/>
                  </a:lnTo>
                  <a:lnTo>
                    <a:pt x="342" y="57"/>
                  </a:lnTo>
                  <a:lnTo>
                    <a:pt x="349" y="78"/>
                  </a:lnTo>
                  <a:lnTo>
                    <a:pt x="352" y="102"/>
                  </a:lnTo>
                  <a:lnTo>
                    <a:pt x="349" y="125"/>
                  </a:lnTo>
                  <a:lnTo>
                    <a:pt x="342" y="147"/>
                  </a:lnTo>
                  <a:lnTo>
                    <a:pt x="329" y="166"/>
                  </a:lnTo>
                  <a:lnTo>
                    <a:pt x="314" y="181"/>
                  </a:lnTo>
                  <a:lnTo>
                    <a:pt x="295" y="194"/>
                  </a:lnTo>
                  <a:lnTo>
                    <a:pt x="273" y="201"/>
                  </a:lnTo>
                  <a:lnTo>
                    <a:pt x="250" y="204"/>
                  </a:lnTo>
                  <a:lnTo>
                    <a:pt x="102" y="204"/>
                  </a:lnTo>
                  <a:lnTo>
                    <a:pt x="79" y="201"/>
                  </a:lnTo>
                  <a:lnTo>
                    <a:pt x="57" y="194"/>
                  </a:lnTo>
                  <a:lnTo>
                    <a:pt x="38" y="181"/>
                  </a:lnTo>
                  <a:lnTo>
                    <a:pt x="22" y="166"/>
                  </a:lnTo>
                  <a:lnTo>
                    <a:pt x="10" y="147"/>
                  </a:lnTo>
                  <a:lnTo>
                    <a:pt x="3" y="125"/>
                  </a:lnTo>
                  <a:lnTo>
                    <a:pt x="0" y="102"/>
                  </a:lnTo>
                  <a:lnTo>
                    <a:pt x="3" y="78"/>
                  </a:lnTo>
                  <a:lnTo>
                    <a:pt x="10" y="57"/>
                  </a:lnTo>
                  <a:lnTo>
                    <a:pt x="22" y="39"/>
                  </a:lnTo>
                  <a:lnTo>
                    <a:pt x="38" y="22"/>
                  </a:lnTo>
                  <a:lnTo>
                    <a:pt x="57" y="10"/>
                  </a:lnTo>
                  <a:lnTo>
                    <a:pt x="79" y="2"/>
                  </a:lnTo>
                  <a:lnTo>
                    <a:pt x="1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1" name="Freeform 351">
              <a:extLst>
                <a:ext uri="{FF2B5EF4-FFF2-40B4-BE49-F238E27FC236}">
                  <a16:creationId xmlns:a16="http://schemas.microsoft.com/office/drawing/2014/main" id="{11012758-82F8-43F9-B9E1-2F43DFECB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6025" y="3117850"/>
              <a:ext cx="44450" cy="44450"/>
            </a:xfrm>
            <a:custGeom>
              <a:avLst/>
              <a:gdLst>
                <a:gd name="T0" fmla="*/ 217 w 307"/>
                <a:gd name="T1" fmla="*/ 0 h 308"/>
                <a:gd name="T2" fmla="*/ 239 w 307"/>
                <a:gd name="T3" fmla="*/ 5 h 308"/>
                <a:gd name="T4" fmla="*/ 260 w 307"/>
                <a:gd name="T5" fmla="*/ 14 h 308"/>
                <a:gd name="T6" fmla="*/ 278 w 307"/>
                <a:gd name="T7" fmla="*/ 29 h 308"/>
                <a:gd name="T8" fmla="*/ 292 w 307"/>
                <a:gd name="T9" fmla="*/ 48 h 308"/>
                <a:gd name="T10" fmla="*/ 303 w 307"/>
                <a:gd name="T11" fmla="*/ 69 h 308"/>
                <a:gd name="T12" fmla="*/ 307 w 307"/>
                <a:gd name="T13" fmla="*/ 90 h 308"/>
                <a:gd name="T14" fmla="*/ 307 w 307"/>
                <a:gd name="T15" fmla="*/ 112 h 308"/>
                <a:gd name="T16" fmla="*/ 303 w 307"/>
                <a:gd name="T17" fmla="*/ 134 h 308"/>
                <a:gd name="T18" fmla="*/ 292 w 307"/>
                <a:gd name="T19" fmla="*/ 155 h 308"/>
                <a:gd name="T20" fmla="*/ 278 w 307"/>
                <a:gd name="T21" fmla="*/ 174 h 308"/>
                <a:gd name="T22" fmla="*/ 173 w 307"/>
                <a:gd name="T23" fmla="*/ 279 h 308"/>
                <a:gd name="T24" fmla="*/ 157 w 307"/>
                <a:gd name="T25" fmla="*/ 291 h 308"/>
                <a:gd name="T26" fmla="*/ 139 w 307"/>
                <a:gd name="T27" fmla="*/ 301 h 308"/>
                <a:gd name="T28" fmla="*/ 121 w 307"/>
                <a:gd name="T29" fmla="*/ 306 h 308"/>
                <a:gd name="T30" fmla="*/ 101 w 307"/>
                <a:gd name="T31" fmla="*/ 308 h 308"/>
                <a:gd name="T32" fmla="*/ 82 w 307"/>
                <a:gd name="T33" fmla="*/ 306 h 308"/>
                <a:gd name="T34" fmla="*/ 62 w 307"/>
                <a:gd name="T35" fmla="*/ 301 h 308"/>
                <a:gd name="T36" fmla="*/ 45 w 307"/>
                <a:gd name="T37" fmla="*/ 291 h 308"/>
                <a:gd name="T38" fmla="*/ 29 w 307"/>
                <a:gd name="T39" fmla="*/ 279 h 308"/>
                <a:gd name="T40" fmla="*/ 15 w 307"/>
                <a:gd name="T41" fmla="*/ 260 h 308"/>
                <a:gd name="T42" fmla="*/ 5 w 307"/>
                <a:gd name="T43" fmla="*/ 239 h 308"/>
                <a:gd name="T44" fmla="*/ 0 w 307"/>
                <a:gd name="T45" fmla="*/ 218 h 308"/>
                <a:gd name="T46" fmla="*/ 0 w 307"/>
                <a:gd name="T47" fmla="*/ 196 h 308"/>
                <a:gd name="T48" fmla="*/ 5 w 307"/>
                <a:gd name="T49" fmla="*/ 174 h 308"/>
                <a:gd name="T50" fmla="*/ 15 w 307"/>
                <a:gd name="T51" fmla="*/ 153 h 308"/>
                <a:gd name="T52" fmla="*/ 29 w 307"/>
                <a:gd name="T53" fmla="*/ 134 h 308"/>
                <a:gd name="T54" fmla="*/ 134 w 307"/>
                <a:gd name="T55" fmla="*/ 29 h 308"/>
                <a:gd name="T56" fmla="*/ 153 w 307"/>
                <a:gd name="T57" fmla="*/ 14 h 308"/>
                <a:gd name="T58" fmla="*/ 173 w 307"/>
                <a:gd name="T59" fmla="*/ 5 h 308"/>
                <a:gd name="T60" fmla="*/ 194 w 307"/>
                <a:gd name="T61" fmla="*/ 0 h 308"/>
                <a:gd name="T62" fmla="*/ 217 w 307"/>
                <a:gd name="T63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7" h="308">
                  <a:moveTo>
                    <a:pt x="217" y="0"/>
                  </a:moveTo>
                  <a:lnTo>
                    <a:pt x="239" y="5"/>
                  </a:lnTo>
                  <a:lnTo>
                    <a:pt x="260" y="14"/>
                  </a:lnTo>
                  <a:lnTo>
                    <a:pt x="278" y="29"/>
                  </a:lnTo>
                  <a:lnTo>
                    <a:pt x="292" y="48"/>
                  </a:lnTo>
                  <a:lnTo>
                    <a:pt x="303" y="69"/>
                  </a:lnTo>
                  <a:lnTo>
                    <a:pt x="307" y="90"/>
                  </a:lnTo>
                  <a:lnTo>
                    <a:pt x="307" y="112"/>
                  </a:lnTo>
                  <a:lnTo>
                    <a:pt x="303" y="134"/>
                  </a:lnTo>
                  <a:lnTo>
                    <a:pt x="292" y="155"/>
                  </a:lnTo>
                  <a:lnTo>
                    <a:pt x="278" y="174"/>
                  </a:lnTo>
                  <a:lnTo>
                    <a:pt x="173" y="279"/>
                  </a:lnTo>
                  <a:lnTo>
                    <a:pt x="157" y="291"/>
                  </a:lnTo>
                  <a:lnTo>
                    <a:pt x="139" y="301"/>
                  </a:lnTo>
                  <a:lnTo>
                    <a:pt x="121" y="306"/>
                  </a:lnTo>
                  <a:lnTo>
                    <a:pt x="101" y="308"/>
                  </a:lnTo>
                  <a:lnTo>
                    <a:pt x="82" y="306"/>
                  </a:lnTo>
                  <a:lnTo>
                    <a:pt x="62" y="301"/>
                  </a:lnTo>
                  <a:lnTo>
                    <a:pt x="45" y="291"/>
                  </a:lnTo>
                  <a:lnTo>
                    <a:pt x="29" y="279"/>
                  </a:lnTo>
                  <a:lnTo>
                    <a:pt x="15" y="260"/>
                  </a:lnTo>
                  <a:lnTo>
                    <a:pt x="5" y="239"/>
                  </a:lnTo>
                  <a:lnTo>
                    <a:pt x="0" y="218"/>
                  </a:lnTo>
                  <a:lnTo>
                    <a:pt x="0" y="196"/>
                  </a:lnTo>
                  <a:lnTo>
                    <a:pt x="5" y="174"/>
                  </a:lnTo>
                  <a:lnTo>
                    <a:pt x="15" y="153"/>
                  </a:lnTo>
                  <a:lnTo>
                    <a:pt x="29" y="134"/>
                  </a:lnTo>
                  <a:lnTo>
                    <a:pt x="134" y="29"/>
                  </a:lnTo>
                  <a:lnTo>
                    <a:pt x="153" y="14"/>
                  </a:lnTo>
                  <a:lnTo>
                    <a:pt x="173" y="5"/>
                  </a:lnTo>
                  <a:lnTo>
                    <a:pt x="194" y="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2" name="Freeform 352">
              <a:extLst>
                <a:ext uri="{FF2B5EF4-FFF2-40B4-BE49-F238E27FC236}">
                  <a16:creationId xmlns:a16="http://schemas.microsoft.com/office/drawing/2014/main" id="{2E6ECD3B-23BE-4E6F-B333-D640EEBF7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6638" y="3117850"/>
              <a:ext cx="44450" cy="44450"/>
            </a:xfrm>
            <a:custGeom>
              <a:avLst/>
              <a:gdLst>
                <a:gd name="T0" fmla="*/ 113 w 307"/>
                <a:gd name="T1" fmla="*/ 0 h 308"/>
                <a:gd name="T2" fmla="*/ 134 w 307"/>
                <a:gd name="T3" fmla="*/ 5 h 308"/>
                <a:gd name="T4" fmla="*/ 155 w 307"/>
                <a:gd name="T5" fmla="*/ 14 h 308"/>
                <a:gd name="T6" fmla="*/ 173 w 307"/>
                <a:gd name="T7" fmla="*/ 29 h 308"/>
                <a:gd name="T8" fmla="*/ 278 w 307"/>
                <a:gd name="T9" fmla="*/ 134 h 308"/>
                <a:gd name="T10" fmla="*/ 293 w 307"/>
                <a:gd name="T11" fmla="*/ 153 h 308"/>
                <a:gd name="T12" fmla="*/ 302 w 307"/>
                <a:gd name="T13" fmla="*/ 174 h 308"/>
                <a:gd name="T14" fmla="*/ 307 w 307"/>
                <a:gd name="T15" fmla="*/ 196 h 308"/>
                <a:gd name="T16" fmla="*/ 307 w 307"/>
                <a:gd name="T17" fmla="*/ 218 h 308"/>
                <a:gd name="T18" fmla="*/ 302 w 307"/>
                <a:gd name="T19" fmla="*/ 239 h 308"/>
                <a:gd name="T20" fmla="*/ 293 w 307"/>
                <a:gd name="T21" fmla="*/ 260 h 308"/>
                <a:gd name="T22" fmla="*/ 278 w 307"/>
                <a:gd name="T23" fmla="*/ 279 h 308"/>
                <a:gd name="T24" fmla="*/ 262 w 307"/>
                <a:gd name="T25" fmla="*/ 291 h 308"/>
                <a:gd name="T26" fmla="*/ 245 w 307"/>
                <a:gd name="T27" fmla="*/ 301 h 308"/>
                <a:gd name="T28" fmla="*/ 226 w 307"/>
                <a:gd name="T29" fmla="*/ 306 h 308"/>
                <a:gd name="T30" fmla="*/ 206 w 307"/>
                <a:gd name="T31" fmla="*/ 308 h 308"/>
                <a:gd name="T32" fmla="*/ 186 w 307"/>
                <a:gd name="T33" fmla="*/ 306 h 308"/>
                <a:gd name="T34" fmla="*/ 168 w 307"/>
                <a:gd name="T35" fmla="*/ 301 h 308"/>
                <a:gd name="T36" fmla="*/ 150 w 307"/>
                <a:gd name="T37" fmla="*/ 291 h 308"/>
                <a:gd name="T38" fmla="*/ 134 w 307"/>
                <a:gd name="T39" fmla="*/ 279 h 308"/>
                <a:gd name="T40" fmla="*/ 29 w 307"/>
                <a:gd name="T41" fmla="*/ 174 h 308"/>
                <a:gd name="T42" fmla="*/ 15 w 307"/>
                <a:gd name="T43" fmla="*/ 155 h 308"/>
                <a:gd name="T44" fmla="*/ 4 w 307"/>
                <a:gd name="T45" fmla="*/ 134 h 308"/>
                <a:gd name="T46" fmla="*/ 0 w 307"/>
                <a:gd name="T47" fmla="*/ 112 h 308"/>
                <a:gd name="T48" fmla="*/ 0 w 307"/>
                <a:gd name="T49" fmla="*/ 90 h 308"/>
                <a:gd name="T50" fmla="*/ 4 w 307"/>
                <a:gd name="T51" fmla="*/ 69 h 308"/>
                <a:gd name="T52" fmla="*/ 15 w 307"/>
                <a:gd name="T53" fmla="*/ 48 h 308"/>
                <a:gd name="T54" fmla="*/ 29 w 307"/>
                <a:gd name="T55" fmla="*/ 29 h 308"/>
                <a:gd name="T56" fmla="*/ 47 w 307"/>
                <a:gd name="T57" fmla="*/ 14 h 308"/>
                <a:gd name="T58" fmla="*/ 68 w 307"/>
                <a:gd name="T59" fmla="*/ 5 h 308"/>
                <a:gd name="T60" fmla="*/ 90 w 307"/>
                <a:gd name="T61" fmla="*/ 0 h 308"/>
                <a:gd name="T62" fmla="*/ 113 w 307"/>
                <a:gd name="T63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7" h="308">
                  <a:moveTo>
                    <a:pt x="113" y="0"/>
                  </a:moveTo>
                  <a:lnTo>
                    <a:pt x="134" y="5"/>
                  </a:lnTo>
                  <a:lnTo>
                    <a:pt x="155" y="14"/>
                  </a:lnTo>
                  <a:lnTo>
                    <a:pt x="173" y="29"/>
                  </a:lnTo>
                  <a:lnTo>
                    <a:pt x="278" y="134"/>
                  </a:lnTo>
                  <a:lnTo>
                    <a:pt x="293" y="153"/>
                  </a:lnTo>
                  <a:lnTo>
                    <a:pt x="302" y="174"/>
                  </a:lnTo>
                  <a:lnTo>
                    <a:pt x="307" y="196"/>
                  </a:lnTo>
                  <a:lnTo>
                    <a:pt x="307" y="218"/>
                  </a:lnTo>
                  <a:lnTo>
                    <a:pt x="302" y="239"/>
                  </a:lnTo>
                  <a:lnTo>
                    <a:pt x="293" y="260"/>
                  </a:lnTo>
                  <a:lnTo>
                    <a:pt x="278" y="279"/>
                  </a:lnTo>
                  <a:lnTo>
                    <a:pt x="262" y="291"/>
                  </a:lnTo>
                  <a:lnTo>
                    <a:pt x="245" y="301"/>
                  </a:lnTo>
                  <a:lnTo>
                    <a:pt x="226" y="306"/>
                  </a:lnTo>
                  <a:lnTo>
                    <a:pt x="206" y="308"/>
                  </a:lnTo>
                  <a:lnTo>
                    <a:pt x="186" y="306"/>
                  </a:lnTo>
                  <a:lnTo>
                    <a:pt x="168" y="301"/>
                  </a:lnTo>
                  <a:lnTo>
                    <a:pt x="150" y="291"/>
                  </a:lnTo>
                  <a:lnTo>
                    <a:pt x="134" y="279"/>
                  </a:lnTo>
                  <a:lnTo>
                    <a:pt x="29" y="174"/>
                  </a:lnTo>
                  <a:lnTo>
                    <a:pt x="15" y="155"/>
                  </a:lnTo>
                  <a:lnTo>
                    <a:pt x="4" y="134"/>
                  </a:lnTo>
                  <a:lnTo>
                    <a:pt x="0" y="112"/>
                  </a:lnTo>
                  <a:lnTo>
                    <a:pt x="0" y="90"/>
                  </a:lnTo>
                  <a:lnTo>
                    <a:pt x="4" y="69"/>
                  </a:lnTo>
                  <a:lnTo>
                    <a:pt x="15" y="48"/>
                  </a:lnTo>
                  <a:lnTo>
                    <a:pt x="29" y="29"/>
                  </a:lnTo>
                  <a:lnTo>
                    <a:pt x="47" y="14"/>
                  </a:lnTo>
                  <a:lnTo>
                    <a:pt x="68" y="5"/>
                  </a:lnTo>
                  <a:lnTo>
                    <a:pt x="90" y="0"/>
                  </a:lnTo>
                  <a:lnTo>
                    <a:pt x="1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3" name="Freeform 353">
              <a:extLst>
                <a:ext uri="{FF2B5EF4-FFF2-40B4-BE49-F238E27FC236}">
                  <a16:creationId xmlns:a16="http://schemas.microsoft.com/office/drawing/2014/main" id="{12326A46-8F9F-4333-AF81-9E26E3350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425" y="3494088"/>
              <a:ext cx="493713" cy="53975"/>
            </a:xfrm>
            <a:custGeom>
              <a:avLst/>
              <a:gdLst>
                <a:gd name="T0" fmla="*/ 66 w 3426"/>
                <a:gd name="T1" fmla="*/ 0 h 371"/>
                <a:gd name="T2" fmla="*/ 3361 w 3426"/>
                <a:gd name="T3" fmla="*/ 0 h 371"/>
                <a:gd name="T4" fmla="*/ 3378 w 3426"/>
                <a:gd name="T5" fmla="*/ 2 h 371"/>
                <a:gd name="T6" fmla="*/ 3394 w 3426"/>
                <a:gd name="T7" fmla="*/ 9 h 371"/>
                <a:gd name="T8" fmla="*/ 3407 w 3426"/>
                <a:gd name="T9" fmla="*/ 18 h 371"/>
                <a:gd name="T10" fmla="*/ 3417 w 3426"/>
                <a:gd name="T11" fmla="*/ 32 h 371"/>
                <a:gd name="T12" fmla="*/ 3424 w 3426"/>
                <a:gd name="T13" fmla="*/ 47 h 371"/>
                <a:gd name="T14" fmla="*/ 3426 w 3426"/>
                <a:gd name="T15" fmla="*/ 65 h 371"/>
                <a:gd name="T16" fmla="*/ 3426 w 3426"/>
                <a:gd name="T17" fmla="*/ 306 h 371"/>
                <a:gd name="T18" fmla="*/ 3424 w 3426"/>
                <a:gd name="T19" fmla="*/ 324 h 371"/>
                <a:gd name="T20" fmla="*/ 3417 w 3426"/>
                <a:gd name="T21" fmla="*/ 339 h 371"/>
                <a:gd name="T22" fmla="*/ 3407 w 3426"/>
                <a:gd name="T23" fmla="*/ 353 h 371"/>
                <a:gd name="T24" fmla="*/ 3394 w 3426"/>
                <a:gd name="T25" fmla="*/ 363 h 371"/>
                <a:gd name="T26" fmla="*/ 3378 w 3426"/>
                <a:gd name="T27" fmla="*/ 369 h 371"/>
                <a:gd name="T28" fmla="*/ 3361 w 3426"/>
                <a:gd name="T29" fmla="*/ 371 h 371"/>
                <a:gd name="T30" fmla="*/ 66 w 3426"/>
                <a:gd name="T31" fmla="*/ 371 h 371"/>
                <a:gd name="T32" fmla="*/ 48 w 3426"/>
                <a:gd name="T33" fmla="*/ 369 h 371"/>
                <a:gd name="T34" fmla="*/ 32 w 3426"/>
                <a:gd name="T35" fmla="*/ 363 h 371"/>
                <a:gd name="T36" fmla="*/ 19 w 3426"/>
                <a:gd name="T37" fmla="*/ 353 h 371"/>
                <a:gd name="T38" fmla="*/ 9 w 3426"/>
                <a:gd name="T39" fmla="*/ 339 h 371"/>
                <a:gd name="T40" fmla="*/ 2 w 3426"/>
                <a:gd name="T41" fmla="*/ 324 h 371"/>
                <a:gd name="T42" fmla="*/ 0 w 3426"/>
                <a:gd name="T43" fmla="*/ 306 h 371"/>
                <a:gd name="T44" fmla="*/ 0 w 3426"/>
                <a:gd name="T45" fmla="*/ 65 h 371"/>
                <a:gd name="T46" fmla="*/ 2 w 3426"/>
                <a:gd name="T47" fmla="*/ 47 h 371"/>
                <a:gd name="T48" fmla="*/ 9 w 3426"/>
                <a:gd name="T49" fmla="*/ 32 h 371"/>
                <a:gd name="T50" fmla="*/ 19 w 3426"/>
                <a:gd name="T51" fmla="*/ 18 h 371"/>
                <a:gd name="T52" fmla="*/ 32 w 3426"/>
                <a:gd name="T53" fmla="*/ 9 h 371"/>
                <a:gd name="T54" fmla="*/ 48 w 3426"/>
                <a:gd name="T55" fmla="*/ 2 h 371"/>
                <a:gd name="T56" fmla="*/ 66 w 3426"/>
                <a:gd name="T57" fmla="*/ 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426" h="371">
                  <a:moveTo>
                    <a:pt x="66" y="0"/>
                  </a:moveTo>
                  <a:lnTo>
                    <a:pt x="3361" y="0"/>
                  </a:lnTo>
                  <a:lnTo>
                    <a:pt x="3378" y="2"/>
                  </a:lnTo>
                  <a:lnTo>
                    <a:pt x="3394" y="9"/>
                  </a:lnTo>
                  <a:lnTo>
                    <a:pt x="3407" y="18"/>
                  </a:lnTo>
                  <a:lnTo>
                    <a:pt x="3417" y="32"/>
                  </a:lnTo>
                  <a:lnTo>
                    <a:pt x="3424" y="47"/>
                  </a:lnTo>
                  <a:lnTo>
                    <a:pt x="3426" y="65"/>
                  </a:lnTo>
                  <a:lnTo>
                    <a:pt x="3426" y="306"/>
                  </a:lnTo>
                  <a:lnTo>
                    <a:pt x="3424" y="324"/>
                  </a:lnTo>
                  <a:lnTo>
                    <a:pt x="3417" y="339"/>
                  </a:lnTo>
                  <a:lnTo>
                    <a:pt x="3407" y="353"/>
                  </a:lnTo>
                  <a:lnTo>
                    <a:pt x="3394" y="363"/>
                  </a:lnTo>
                  <a:lnTo>
                    <a:pt x="3378" y="369"/>
                  </a:lnTo>
                  <a:lnTo>
                    <a:pt x="3361" y="371"/>
                  </a:lnTo>
                  <a:lnTo>
                    <a:pt x="66" y="371"/>
                  </a:lnTo>
                  <a:lnTo>
                    <a:pt x="48" y="369"/>
                  </a:lnTo>
                  <a:lnTo>
                    <a:pt x="32" y="363"/>
                  </a:lnTo>
                  <a:lnTo>
                    <a:pt x="19" y="353"/>
                  </a:lnTo>
                  <a:lnTo>
                    <a:pt x="9" y="339"/>
                  </a:lnTo>
                  <a:lnTo>
                    <a:pt x="2" y="324"/>
                  </a:lnTo>
                  <a:lnTo>
                    <a:pt x="0" y="306"/>
                  </a:lnTo>
                  <a:lnTo>
                    <a:pt x="0" y="65"/>
                  </a:lnTo>
                  <a:lnTo>
                    <a:pt x="2" y="47"/>
                  </a:lnTo>
                  <a:lnTo>
                    <a:pt x="9" y="32"/>
                  </a:lnTo>
                  <a:lnTo>
                    <a:pt x="19" y="18"/>
                  </a:lnTo>
                  <a:lnTo>
                    <a:pt x="32" y="9"/>
                  </a:lnTo>
                  <a:lnTo>
                    <a:pt x="48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4" name="Freeform 354">
              <a:extLst>
                <a:ext uri="{FF2B5EF4-FFF2-40B4-BE49-F238E27FC236}">
                  <a16:creationId xmlns:a16="http://schemas.microsoft.com/office/drawing/2014/main" id="{C3B109E6-E28B-4FCA-86E0-6EDA77F5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4763" y="3355975"/>
              <a:ext cx="201613" cy="117475"/>
            </a:xfrm>
            <a:custGeom>
              <a:avLst/>
              <a:gdLst>
                <a:gd name="T0" fmla="*/ 430 w 1399"/>
                <a:gd name="T1" fmla="*/ 2 h 815"/>
                <a:gd name="T2" fmla="*/ 448 w 1399"/>
                <a:gd name="T3" fmla="*/ 21 h 815"/>
                <a:gd name="T4" fmla="*/ 669 w 1399"/>
                <a:gd name="T5" fmla="*/ 624 h 815"/>
                <a:gd name="T6" fmla="*/ 688 w 1399"/>
                <a:gd name="T7" fmla="*/ 638 h 815"/>
                <a:gd name="T8" fmla="*/ 711 w 1399"/>
                <a:gd name="T9" fmla="*/ 638 h 815"/>
                <a:gd name="T10" fmla="*/ 730 w 1399"/>
                <a:gd name="T11" fmla="*/ 624 h 815"/>
                <a:gd name="T12" fmla="*/ 952 w 1399"/>
                <a:gd name="T13" fmla="*/ 21 h 815"/>
                <a:gd name="T14" fmla="*/ 968 w 1399"/>
                <a:gd name="T15" fmla="*/ 3 h 815"/>
                <a:gd name="T16" fmla="*/ 991 w 1399"/>
                <a:gd name="T17" fmla="*/ 1 h 815"/>
                <a:gd name="T18" fmla="*/ 1182 w 1399"/>
                <a:gd name="T19" fmla="*/ 33 h 815"/>
                <a:gd name="T20" fmla="*/ 1255 w 1399"/>
                <a:gd name="T21" fmla="*/ 68 h 815"/>
                <a:gd name="T22" fmla="*/ 1315 w 1399"/>
                <a:gd name="T23" fmla="*/ 118 h 815"/>
                <a:gd name="T24" fmla="*/ 1361 w 1399"/>
                <a:gd name="T25" fmla="*/ 182 h 815"/>
                <a:gd name="T26" fmla="*/ 1389 w 1399"/>
                <a:gd name="T27" fmla="*/ 255 h 815"/>
                <a:gd name="T28" fmla="*/ 1399 w 1399"/>
                <a:gd name="T29" fmla="*/ 335 h 815"/>
                <a:gd name="T30" fmla="*/ 1397 w 1399"/>
                <a:gd name="T31" fmla="*/ 784 h 815"/>
                <a:gd name="T32" fmla="*/ 1381 w 1399"/>
                <a:gd name="T33" fmla="*/ 805 h 815"/>
                <a:gd name="T34" fmla="*/ 1354 w 1399"/>
                <a:gd name="T35" fmla="*/ 815 h 815"/>
                <a:gd name="T36" fmla="*/ 31 w 1399"/>
                <a:gd name="T37" fmla="*/ 812 h 815"/>
                <a:gd name="T38" fmla="*/ 8 w 1399"/>
                <a:gd name="T39" fmla="*/ 796 h 815"/>
                <a:gd name="T40" fmla="*/ 0 w 1399"/>
                <a:gd name="T41" fmla="*/ 769 h 815"/>
                <a:gd name="T42" fmla="*/ 2 w 1399"/>
                <a:gd name="T43" fmla="*/ 295 h 815"/>
                <a:gd name="T44" fmla="*/ 22 w 1399"/>
                <a:gd name="T45" fmla="*/ 218 h 815"/>
                <a:gd name="T46" fmla="*/ 60 w 1399"/>
                <a:gd name="T47" fmla="*/ 149 h 815"/>
                <a:gd name="T48" fmla="*/ 113 w 1399"/>
                <a:gd name="T49" fmla="*/ 91 h 815"/>
                <a:gd name="T50" fmla="*/ 181 w 1399"/>
                <a:gd name="T51" fmla="*/ 48 h 815"/>
                <a:gd name="T52" fmla="*/ 221 w 1399"/>
                <a:gd name="T53" fmla="*/ 33 h 815"/>
                <a:gd name="T54" fmla="*/ 245 w 1399"/>
                <a:gd name="T55" fmla="*/ 28 h 815"/>
                <a:gd name="T56" fmla="*/ 284 w 1399"/>
                <a:gd name="T57" fmla="*/ 22 h 815"/>
                <a:gd name="T58" fmla="*/ 328 w 1399"/>
                <a:gd name="T59" fmla="*/ 14 h 815"/>
                <a:gd name="T60" fmla="*/ 371 w 1399"/>
                <a:gd name="T61" fmla="*/ 8 h 815"/>
                <a:gd name="T62" fmla="*/ 404 w 1399"/>
                <a:gd name="T63" fmla="*/ 2 h 815"/>
                <a:gd name="T64" fmla="*/ 418 w 1399"/>
                <a:gd name="T65" fmla="*/ 0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99" h="815">
                  <a:moveTo>
                    <a:pt x="418" y="0"/>
                  </a:moveTo>
                  <a:lnTo>
                    <a:pt x="430" y="2"/>
                  </a:lnTo>
                  <a:lnTo>
                    <a:pt x="441" y="10"/>
                  </a:lnTo>
                  <a:lnTo>
                    <a:pt x="448" y="21"/>
                  </a:lnTo>
                  <a:lnTo>
                    <a:pt x="663" y="614"/>
                  </a:lnTo>
                  <a:lnTo>
                    <a:pt x="669" y="624"/>
                  </a:lnTo>
                  <a:lnTo>
                    <a:pt x="678" y="633"/>
                  </a:lnTo>
                  <a:lnTo>
                    <a:pt x="688" y="638"/>
                  </a:lnTo>
                  <a:lnTo>
                    <a:pt x="700" y="639"/>
                  </a:lnTo>
                  <a:lnTo>
                    <a:pt x="711" y="638"/>
                  </a:lnTo>
                  <a:lnTo>
                    <a:pt x="721" y="633"/>
                  </a:lnTo>
                  <a:lnTo>
                    <a:pt x="730" y="624"/>
                  </a:lnTo>
                  <a:lnTo>
                    <a:pt x="736" y="614"/>
                  </a:lnTo>
                  <a:lnTo>
                    <a:pt x="952" y="21"/>
                  </a:lnTo>
                  <a:lnTo>
                    <a:pt x="958" y="11"/>
                  </a:lnTo>
                  <a:lnTo>
                    <a:pt x="968" y="3"/>
                  </a:lnTo>
                  <a:lnTo>
                    <a:pt x="979" y="0"/>
                  </a:lnTo>
                  <a:lnTo>
                    <a:pt x="991" y="1"/>
                  </a:lnTo>
                  <a:lnTo>
                    <a:pt x="1181" y="33"/>
                  </a:lnTo>
                  <a:lnTo>
                    <a:pt x="1182" y="33"/>
                  </a:lnTo>
                  <a:lnTo>
                    <a:pt x="1220" y="48"/>
                  </a:lnTo>
                  <a:lnTo>
                    <a:pt x="1255" y="68"/>
                  </a:lnTo>
                  <a:lnTo>
                    <a:pt x="1286" y="91"/>
                  </a:lnTo>
                  <a:lnTo>
                    <a:pt x="1315" y="118"/>
                  </a:lnTo>
                  <a:lnTo>
                    <a:pt x="1339" y="148"/>
                  </a:lnTo>
                  <a:lnTo>
                    <a:pt x="1361" y="182"/>
                  </a:lnTo>
                  <a:lnTo>
                    <a:pt x="1378" y="217"/>
                  </a:lnTo>
                  <a:lnTo>
                    <a:pt x="1389" y="255"/>
                  </a:lnTo>
                  <a:lnTo>
                    <a:pt x="1397" y="294"/>
                  </a:lnTo>
                  <a:lnTo>
                    <a:pt x="1399" y="335"/>
                  </a:lnTo>
                  <a:lnTo>
                    <a:pt x="1399" y="769"/>
                  </a:lnTo>
                  <a:lnTo>
                    <a:pt x="1397" y="784"/>
                  </a:lnTo>
                  <a:lnTo>
                    <a:pt x="1391" y="796"/>
                  </a:lnTo>
                  <a:lnTo>
                    <a:pt x="1381" y="805"/>
                  </a:lnTo>
                  <a:lnTo>
                    <a:pt x="1368" y="812"/>
                  </a:lnTo>
                  <a:lnTo>
                    <a:pt x="1354" y="815"/>
                  </a:lnTo>
                  <a:lnTo>
                    <a:pt x="45" y="815"/>
                  </a:lnTo>
                  <a:lnTo>
                    <a:pt x="31" y="812"/>
                  </a:lnTo>
                  <a:lnTo>
                    <a:pt x="18" y="805"/>
                  </a:lnTo>
                  <a:lnTo>
                    <a:pt x="8" y="796"/>
                  </a:lnTo>
                  <a:lnTo>
                    <a:pt x="2" y="784"/>
                  </a:lnTo>
                  <a:lnTo>
                    <a:pt x="0" y="769"/>
                  </a:lnTo>
                  <a:lnTo>
                    <a:pt x="0" y="336"/>
                  </a:lnTo>
                  <a:lnTo>
                    <a:pt x="2" y="295"/>
                  </a:lnTo>
                  <a:lnTo>
                    <a:pt x="10" y="256"/>
                  </a:lnTo>
                  <a:lnTo>
                    <a:pt x="22" y="218"/>
                  </a:lnTo>
                  <a:lnTo>
                    <a:pt x="39" y="183"/>
                  </a:lnTo>
                  <a:lnTo>
                    <a:pt x="60" y="149"/>
                  </a:lnTo>
                  <a:lnTo>
                    <a:pt x="85" y="119"/>
                  </a:lnTo>
                  <a:lnTo>
                    <a:pt x="113" y="91"/>
                  </a:lnTo>
                  <a:lnTo>
                    <a:pt x="145" y="68"/>
                  </a:lnTo>
                  <a:lnTo>
                    <a:pt x="181" y="48"/>
                  </a:lnTo>
                  <a:lnTo>
                    <a:pt x="218" y="33"/>
                  </a:lnTo>
                  <a:lnTo>
                    <a:pt x="221" y="33"/>
                  </a:lnTo>
                  <a:lnTo>
                    <a:pt x="230" y="31"/>
                  </a:lnTo>
                  <a:lnTo>
                    <a:pt x="245" y="28"/>
                  </a:lnTo>
                  <a:lnTo>
                    <a:pt x="263" y="25"/>
                  </a:lnTo>
                  <a:lnTo>
                    <a:pt x="284" y="22"/>
                  </a:lnTo>
                  <a:lnTo>
                    <a:pt x="305" y="18"/>
                  </a:lnTo>
                  <a:lnTo>
                    <a:pt x="328" y="14"/>
                  </a:lnTo>
                  <a:lnTo>
                    <a:pt x="350" y="11"/>
                  </a:lnTo>
                  <a:lnTo>
                    <a:pt x="371" y="8"/>
                  </a:lnTo>
                  <a:lnTo>
                    <a:pt x="390" y="5"/>
                  </a:lnTo>
                  <a:lnTo>
                    <a:pt x="404" y="2"/>
                  </a:lnTo>
                  <a:lnTo>
                    <a:pt x="414" y="0"/>
                  </a:lnTo>
                  <a:lnTo>
                    <a:pt x="4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5" name="Freeform 355">
              <a:extLst>
                <a:ext uri="{FF2B5EF4-FFF2-40B4-BE49-F238E27FC236}">
                  <a16:creationId xmlns:a16="http://schemas.microsoft.com/office/drawing/2014/main" id="{12FBA907-2466-41B4-A8E2-5CB606D5A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3141663"/>
              <a:ext cx="173038" cy="173038"/>
            </a:xfrm>
            <a:custGeom>
              <a:avLst/>
              <a:gdLst>
                <a:gd name="T0" fmla="*/ 657 w 1193"/>
                <a:gd name="T1" fmla="*/ 4 h 1192"/>
                <a:gd name="T2" fmla="*/ 774 w 1193"/>
                <a:gd name="T3" fmla="*/ 28 h 1192"/>
                <a:gd name="T4" fmla="*/ 880 w 1193"/>
                <a:gd name="T5" fmla="*/ 73 h 1192"/>
                <a:gd name="T6" fmla="*/ 976 w 1193"/>
                <a:gd name="T7" fmla="*/ 137 h 1192"/>
                <a:gd name="T8" fmla="*/ 1057 w 1193"/>
                <a:gd name="T9" fmla="*/ 218 h 1192"/>
                <a:gd name="T10" fmla="*/ 1120 w 1193"/>
                <a:gd name="T11" fmla="*/ 313 h 1192"/>
                <a:gd name="T12" fmla="*/ 1166 w 1193"/>
                <a:gd name="T13" fmla="*/ 420 h 1192"/>
                <a:gd name="T14" fmla="*/ 1190 w 1193"/>
                <a:gd name="T15" fmla="*/ 537 h 1192"/>
                <a:gd name="T16" fmla="*/ 1190 w 1193"/>
                <a:gd name="T17" fmla="*/ 651 h 1192"/>
                <a:gd name="T18" fmla="*/ 1171 w 1193"/>
                <a:gd name="T19" fmla="*/ 757 h 1192"/>
                <a:gd name="T20" fmla="*/ 1134 w 1193"/>
                <a:gd name="T21" fmla="*/ 856 h 1192"/>
                <a:gd name="T22" fmla="*/ 1081 w 1193"/>
                <a:gd name="T23" fmla="*/ 946 h 1192"/>
                <a:gd name="T24" fmla="*/ 1012 w 1193"/>
                <a:gd name="T25" fmla="*/ 1026 h 1192"/>
                <a:gd name="T26" fmla="*/ 929 w 1193"/>
                <a:gd name="T27" fmla="*/ 1093 h 1192"/>
                <a:gd name="T28" fmla="*/ 915 w 1193"/>
                <a:gd name="T29" fmla="*/ 1192 h 1192"/>
                <a:gd name="T30" fmla="*/ 797 w 1193"/>
                <a:gd name="T31" fmla="*/ 795 h 1192"/>
                <a:gd name="T32" fmla="*/ 796 w 1193"/>
                <a:gd name="T33" fmla="*/ 764 h 1192"/>
                <a:gd name="T34" fmla="*/ 782 w 1193"/>
                <a:gd name="T35" fmla="*/ 736 h 1192"/>
                <a:gd name="T36" fmla="*/ 757 w 1193"/>
                <a:gd name="T37" fmla="*/ 716 h 1192"/>
                <a:gd name="T38" fmla="*/ 726 w 1193"/>
                <a:gd name="T39" fmla="*/ 710 h 1192"/>
                <a:gd name="T40" fmla="*/ 451 w 1193"/>
                <a:gd name="T41" fmla="*/ 712 h 1192"/>
                <a:gd name="T42" fmla="*/ 422 w 1193"/>
                <a:gd name="T43" fmla="*/ 724 h 1192"/>
                <a:gd name="T44" fmla="*/ 403 w 1193"/>
                <a:gd name="T45" fmla="*/ 749 h 1192"/>
                <a:gd name="T46" fmla="*/ 395 w 1193"/>
                <a:gd name="T47" fmla="*/ 780 h 1192"/>
                <a:gd name="T48" fmla="*/ 473 w 1193"/>
                <a:gd name="T49" fmla="*/ 1192 h 1192"/>
                <a:gd name="T50" fmla="*/ 272 w 1193"/>
                <a:gd name="T51" fmla="*/ 1144 h 1192"/>
                <a:gd name="T52" fmla="*/ 222 w 1193"/>
                <a:gd name="T53" fmla="*/ 1062 h 1192"/>
                <a:gd name="T54" fmla="*/ 146 w 1193"/>
                <a:gd name="T55" fmla="*/ 988 h 1192"/>
                <a:gd name="T56" fmla="*/ 84 w 1193"/>
                <a:gd name="T57" fmla="*/ 902 h 1192"/>
                <a:gd name="T58" fmla="*/ 39 w 1193"/>
                <a:gd name="T59" fmla="*/ 807 h 1192"/>
                <a:gd name="T60" fmla="*/ 10 w 1193"/>
                <a:gd name="T61" fmla="*/ 705 h 1192"/>
                <a:gd name="T62" fmla="*/ 0 w 1193"/>
                <a:gd name="T63" fmla="*/ 597 h 1192"/>
                <a:gd name="T64" fmla="*/ 13 w 1193"/>
                <a:gd name="T65" fmla="*/ 477 h 1192"/>
                <a:gd name="T66" fmla="*/ 48 w 1193"/>
                <a:gd name="T67" fmla="*/ 366 h 1192"/>
                <a:gd name="T68" fmla="*/ 102 w 1193"/>
                <a:gd name="T69" fmla="*/ 264 h 1192"/>
                <a:gd name="T70" fmla="*/ 175 w 1193"/>
                <a:gd name="T71" fmla="*/ 175 h 1192"/>
                <a:gd name="T72" fmla="*/ 263 w 1193"/>
                <a:gd name="T73" fmla="*/ 103 h 1192"/>
                <a:gd name="T74" fmla="*/ 365 w 1193"/>
                <a:gd name="T75" fmla="*/ 47 h 1192"/>
                <a:gd name="T76" fmla="*/ 476 w 1193"/>
                <a:gd name="T77" fmla="*/ 13 h 1192"/>
                <a:gd name="T78" fmla="*/ 596 w 1193"/>
                <a:gd name="T79" fmla="*/ 0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93" h="1192">
                  <a:moveTo>
                    <a:pt x="596" y="0"/>
                  </a:moveTo>
                  <a:lnTo>
                    <a:pt x="657" y="4"/>
                  </a:lnTo>
                  <a:lnTo>
                    <a:pt x="717" y="13"/>
                  </a:lnTo>
                  <a:lnTo>
                    <a:pt x="774" y="28"/>
                  </a:lnTo>
                  <a:lnTo>
                    <a:pt x="828" y="47"/>
                  </a:lnTo>
                  <a:lnTo>
                    <a:pt x="880" y="73"/>
                  </a:lnTo>
                  <a:lnTo>
                    <a:pt x="930" y="103"/>
                  </a:lnTo>
                  <a:lnTo>
                    <a:pt x="976" y="137"/>
                  </a:lnTo>
                  <a:lnTo>
                    <a:pt x="1018" y="175"/>
                  </a:lnTo>
                  <a:lnTo>
                    <a:pt x="1057" y="218"/>
                  </a:lnTo>
                  <a:lnTo>
                    <a:pt x="1091" y="264"/>
                  </a:lnTo>
                  <a:lnTo>
                    <a:pt x="1120" y="313"/>
                  </a:lnTo>
                  <a:lnTo>
                    <a:pt x="1145" y="366"/>
                  </a:lnTo>
                  <a:lnTo>
                    <a:pt x="1166" y="420"/>
                  </a:lnTo>
                  <a:lnTo>
                    <a:pt x="1180" y="477"/>
                  </a:lnTo>
                  <a:lnTo>
                    <a:pt x="1190" y="537"/>
                  </a:lnTo>
                  <a:lnTo>
                    <a:pt x="1193" y="597"/>
                  </a:lnTo>
                  <a:lnTo>
                    <a:pt x="1190" y="651"/>
                  </a:lnTo>
                  <a:lnTo>
                    <a:pt x="1183" y="705"/>
                  </a:lnTo>
                  <a:lnTo>
                    <a:pt x="1171" y="757"/>
                  </a:lnTo>
                  <a:lnTo>
                    <a:pt x="1154" y="807"/>
                  </a:lnTo>
                  <a:lnTo>
                    <a:pt x="1134" y="856"/>
                  </a:lnTo>
                  <a:lnTo>
                    <a:pt x="1109" y="902"/>
                  </a:lnTo>
                  <a:lnTo>
                    <a:pt x="1081" y="946"/>
                  </a:lnTo>
                  <a:lnTo>
                    <a:pt x="1047" y="988"/>
                  </a:lnTo>
                  <a:lnTo>
                    <a:pt x="1012" y="1026"/>
                  </a:lnTo>
                  <a:lnTo>
                    <a:pt x="971" y="1062"/>
                  </a:lnTo>
                  <a:lnTo>
                    <a:pt x="929" y="1093"/>
                  </a:lnTo>
                  <a:lnTo>
                    <a:pt x="922" y="1144"/>
                  </a:lnTo>
                  <a:lnTo>
                    <a:pt x="915" y="1192"/>
                  </a:lnTo>
                  <a:lnTo>
                    <a:pt x="720" y="1192"/>
                  </a:lnTo>
                  <a:lnTo>
                    <a:pt x="797" y="795"/>
                  </a:lnTo>
                  <a:lnTo>
                    <a:pt x="798" y="780"/>
                  </a:lnTo>
                  <a:lnTo>
                    <a:pt x="796" y="764"/>
                  </a:lnTo>
                  <a:lnTo>
                    <a:pt x="790" y="749"/>
                  </a:lnTo>
                  <a:lnTo>
                    <a:pt x="782" y="736"/>
                  </a:lnTo>
                  <a:lnTo>
                    <a:pt x="771" y="724"/>
                  </a:lnTo>
                  <a:lnTo>
                    <a:pt x="757" y="716"/>
                  </a:lnTo>
                  <a:lnTo>
                    <a:pt x="742" y="712"/>
                  </a:lnTo>
                  <a:lnTo>
                    <a:pt x="726" y="710"/>
                  </a:lnTo>
                  <a:lnTo>
                    <a:pt x="467" y="710"/>
                  </a:lnTo>
                  <a:lnTo>
                    <a:pt x="451" y="712"/>
                  </a:lnTo>
                  <a:lnTo>
                    <a:pt x="436" y="716"/>
                  </a:lnTo>
                  <a:lnTo>
                    <a:pt x="422" y="724"/>
                  </a:lnTo>
                  <a:lnTo>
                    <a:pt x="411" y="736"/>
                  </a:lnTo>
                  <a:lnTo>
                    <a:pt x="403" y="749"/>
                  </a:lnTo>
                  <a:lnTo>
                    <a:pt x="397" y="764"/>
                  </a:lnTo>
                  <a:lnTo>
                    <a:pt x="395" y="780"/>
                  </a:lnTo>
                  <a:lnTo>
                    <a:pt x="396" y="795"/>
                  </a:lnTo>
                  <a:lnTo>
                    <a:pt x="473" y="1192"/>
                  </a:lnTo>
                  <a:lnTo>
                    <a:pt x="278" y="1192"/>
                  </a:lnTo>
                  <a:lnTo>
                    <a:pt x="272" y="1144"/>
                  </a:lnTo>
                  <a:lnTo>
                    <a:pt x="264" y="1093"/>
                  </a:lnTo>
                  <a:lnTo>
                    <a:pt x="222" y="1062"/>
                  </a:lnTo>
                  <a:lnTo>
                    <a:pt x="181" y="1026"/>
                  </a:lnTo>
                  <a:lnTo>
                    <a:pt x="146" y="988"/>
                  </a:lnTo>
                  <a:lnTo>
                    <a:pt x="112" y="946"/>
                  </a:lnTo>
                  <a:lnTo>
                    <a:pt x="84" y="902"/>
                  </a:lnTo>
                  <a:lnTo>
                    <a:pt x="59" y="856"/>
                  </a:lnTo>
                  <a:lnTo>
                    <a:pt x="39" y="807"/>
                  </a:lnTo>
                  <a:lnTo>
                    <a:pt x="22" y="757"/>
                  </a:lnTo>
                  <a:lnTo>
                    <a:pt x="10" y="705"/>
                  </a:lnTo>
                  <a:lnTo>
                    <a:pt x="3" y="651"/>
                  </a:lnTo>
                  <a:lnTo>
                    <a:pt x="0" y="597"/>
                  </a:lnTo>
                  <a:lnTo>
                    <a:pt x="3" y="537"/>
                  </a:lnTo>
                  <a:lnTo>
                    <a:pt x="13" y="477"/>
                  </a:lnTo>
                  <a:lnTo>
                    <a:pt x="27" y="420"/>
                  </a:lnTo>
                  <a:lnTo>
                    <a:pt x="48" y="366"/>
                  </a:lnTo>
                  <a:lnTo>
                    <a:pt x="73" y="313"/>
                  </a:lnTo>
                  <a:lnTo>
                    <a:pt x="102" y="264"/>
                  </a:lnTo>
                  <a:lnTo>
                    <a:pt x="136" y="218"/>
                  </a:lnTo>
                  <a:lnTo>
                    <a:pt x="175" y="175"/>
                  </a:lnTo>
                  <a:lnTo>
                    <a:pt x="217" y="137"/>
                  </a:lnTo>
                  <a:lnTo>
                    <a:pt x="263" y="103"/>
                  </a:lnTo>
                  <a:lnTo>
                    <a:pt x="313" y="73"/>
                  </a:lnTo>
                  <a:lnTo>
                    <a:pt x="365" y="47"/>
                  </a:lnTo>
                  <a:lnTo>
                    <a:pt x="419" y="28"/>
                  </a:lnTo>
                  <a:lnTo>
                    <a:pt x="476" y="13"/>
                  </a:lnTo>
                  <a:lnTo>
                    <a:pt x="536" y="4"/>
                  </a:lnTo>
                  <a:lnTo>
                    <a:pt x="5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6" name="Freeform 356">
              <a:extLst>
                <a:ext uri="{FF2B5EF4-FFF2-40B4-BE49-F238E27FC236}">
                  <a16:creationId xmlns:a16="http://schemas.microsoft.com/office/drawing/2014/main" id="{7B348640-8384-4162-9374-678875859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4900" y="3335338"/>
              <a:ext cx="87313" cy="11113"/>
            </a:xfrm>
            <a:custGeom>
              <a:avLst/>
              <a:gdLst>
                <a:gd name="T0" fmla="*/ 0 w 603"/>
                <a:gd name="T1" fmla="*/ 0 h 82"/>
                <a:gd name="T2" fmla="*/ 603 w 603"/>
                <a:gd name="T3" fmla="*/ 0 h 82"/>
                <a:gd name="T4" fmla="*/ 601 w 603"/>
                <a:gd name="T5" fmla="*/ 21 h 82"/>
                <a:gd name="T6" fmla="*/ 598 w 603"/>
                <a:gd name="T7" fmla="*/ 38 h 82"/>
                <a:gd name="T8" fmla="*/ 597 w 603"/>
                <a:gd name="T9" fmla="*/ 53 h 82"/>
                <a:gd name="T10" fmla="*/ 595 w 603"/>
                <a:gd name="T11" fmla="*/ 82 h 82"/>
                <a:gd name="T12" fmla="*/ 8 w 603"/>
                <a:gd name="T13" fmla="*/ 82 h 82"/>
                <a:gd name="T14" fmla="*/ 6 w 603"/>
                <a:gd name="T15" fmla="*/ 53 h 82"/>
                <a:gd name="T16" fmla="*/ 5 w 603"/>
                <a:gd name="T17" fmla="*/ 38 h 82"/>
                <a:gd name="T18" fmla="*/ 3 w 603"/>
                <a:gd name="T19" fmla="*/ 21 h 82"/>
                <a:gd name="T20" fmla="*/ 0 w 603"/>
                <a:gd name="T21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3" h="82">
                  <a:moveTo>
                    <a:pt x="0" y="0"/>
                  </a:moveTo>
                  <a:lnTo>
                    <a:pt x="603" y="0"/>
                  </a:lnTo>
                  <a:lnTo>
                    <a:pt x="601" y="21"/>
                  </a:lnTo>
                  <a:lnTo>
                    <a:pt x="598" y="38"/>
                  </a:lnTo>
                  <a:lnTo>
                    <a:pt x="597" y="53"/>
                  </a:lnTo>
                  <a:lnTo>
                    <a:pt x="595" y="82"/>
                  </a:lnTo>
                  <a:lnTo>
                    <a:pt x="8" y="82"/>
                  </a:lnTo>
                  <a:lnTo>
                    <a:pt x="6" y="53"/>
                  </a:lnTo>
                  <a:lnTo>
                    <a:pt x="5" y="38"/>
                  </a:lnTo>
                  <a:lnTo>
                    <a:pt x="3" y="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7" name="Freeform 357">
              <a:extLst>
                <a:ext uri="{FF2B5EF4-FFF2-40B4-BE49-F238E27FC236}">
                  <a16:creationId xmlns:a16="http://schemas.microsoft.com/office/drawing/2014/main" id="{E53C82D6-0E4A-40BE-8723-B8F426953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3000" y="3265488"/>
              <a:ext cx="12700" cy="31750"/>
            </a:xfrm>
            <a:custGeom>
              <a:avLst/>
              <a:gdLst>
                <a:gd name="T0" fmla="*/ 0 w 85"/>
                <a:gd name="T1" fmla="*/ 0 h 219"/>
                <a:gd name="T2" fmla="*/ 85 w 85"/>
                <a:gd name="T3" fmla="*/ 0 h 219"/>
                <a:gd name="T4" fmla="*/ 42 w 85"/>
                <a:gd name="T5" fmla="*/ 219 h 219"/>
                <a:gd name="T6" fmla="*/ 0 w 85"/>
                <a:gd name="T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5" h="219">
                  <a:moveTo>
                    <a:pt x="0" y="0"/>
                  </a:moveTo>
                  <a:lnTo>
                    <a:pt x="85" y="0"/>
                  </a:lnTo>
                  <a:lnTo>
                    <a:pt x="42" y="2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8" name="Freeform 358">
              <a:extLst>
                <a:ext uri="{FF2B5EF4-FFF2-40B4-BE49-F238E27FC236}">
                  <a16:creationId xmlns:a16="http://schemas.microsoft.com/office/drawing/2014/main" id="{AB3F5073-EB35-47E8-B955-9BE46B00B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4425" y="3368675"/>
              <a:ext cx="69850" cy="17463"/>
            </a:xfrm>
            <a:custGeom>
              <a:avLst/>
              <a:gdLst>
                <a:gd name="T0" fmla="*/ 0 w 483"/>
                <a:gd name="T1" fmla="*/ 0 h 127"/>
                <a:gd name="T2" fmla="*/ 483 w 483"/>
                <a:gd name="T3" fmla="*/ 0 h 127"/>
                <a:gd name="T4" fmla="*/ 458 w 483"/>
                <a:gd name="T5" fmla="*/ 32 h 127"/>
                <a:gd name="T6" fmla="*/ 430 w 483"/>
                <a:gd name="T7" fmla="*/ 59 h 127"/>
                <a:gd name="T8" fmla="*/ 399 w 483"/>
                <a:gd name="T9" fmla="*/ 83 h 127"/>
                <a:gd name="T10" fmla="*/ 364 w 483"/>
                <a:gd name="T11" fmla="*/ 102 h 127"/>
                <a:gd name="T12" fmla="*/ 326 w 483"/>
                <a:gd name="T13" fmla="*/ 115 h 127"/>
                <a:gd name="T14" fmla="*/ 285 w 483"/>
                <a:gd name="T15" fmla="*/ 124 h 127"/>
                <a:gd name="T16" fmla="*/ 241 w 483"/>
                <a:gd name="T17" fmla="*/ 127 h 127"/>
                <a:gd name="T18" fmla="*/ 198 w 483"/>
                <a:gd name="T19" fmla="*/ 124 h 127"/>
                <a:gd name="T20" fmla="*/ 158 w 483"/>
                <a:gd name="T21" fmla="*/ 115 h 127"/>
                <a:gd name="T22" fmla="*/ 119 w 483"/>
                <a:gd name="T23" fmla="*/ 102 h 127"/>
                <a:gd name="T24" fmla="*/ 84 w 483"/>
                <a:gd name="T25" fmla="*/ 83 h 127"/>
                <a:gd name="T26" fmla="*/ 53 w 483"/>
                <a:gd name="T27" fmla="*/ 59 h 127"/>
                <a:gd name="T28" fmla="*/ 25 w 483"/>
                <a:gd name="T29" fmla="*/ 32 h 127"/>
                <a:gd name="T30" fmla="*/ 0 w 483"/>
                <a:gd name="T31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83" h="127">
                  <a:moveTo>
                    <a:pt x="0" y="0"/>
                  </a:moveTo>
                  <a:lnTo>
                    <a:pt x="483" y="0"/>
                  </a:lnTo>
                  <a:lnTo>
                    <a:pt x="458" y="32"/>
                  </a:lnTo>
                  <a:lnTo>
                    <a:pt x="430" y="59"/>
                  </a:lnTo>
                  <a:lnTo>
                    <a:pt x="399" y="83"/>
                  </a:lnTo>
                  <a:lnTo>
                    <a:pt x="364" y="102"/>
                  </a:lnTo>
                  <a:lnTo>
                    <a:pt x="326" y="115"/>
                  </a:lnTo>
                  <a:lnTo>
                    <a:pt x="285" y="124"/>
                  </a:lnTo>
                  <a:lnTo>
                    <a:pt x="241" y="127"/>
                  </a:lnTo>
                  <a:lnTo>
                    <a:pt x="198" y="124"/>
                  </a:lnTo>
                  <a:lnTo>
                    <a:pt x="158" y="115"/>
                  </a:lnTo>
                  <a:lnTo>
                    <a:pt x="119" y="102"/>
                  </a:lnTo>
                  <a:lnTo>
                    <a:pt x="84" y="83"/>
                  </a:lnTo>
                  <a:lnTo>
                    <a:pt x="53" y="59"/>
                  </a:lnTo>
                  <a:lnTo>
                    <a:pt x="25" y="3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09" name="Freeform 359">
              <a:extLst>
                <a:ext uri="{FF2B5EF4-FFF2-40B4-BE49-F238E27FC236}">
                  <a16:creationId xmlns:a16="http://schemas.microsoft.com/office/drawing/2014/main" id="{708EF832-9B77-4B26-AC28-268A224CC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75" y="3351213"/>
              <a:ext cx="26988" cy="69850"/>
            </a:xfrm>
            <a:custGeom>
              <a:avLst/>
              <a:gdLst>
                <a:gd name="T0" fmla="*/ 45 w 186"/>
                <a:gd name="T1" fmla="*/ 0 h 478"/>
                <a:gd name="T2" fmla="*/ 140 w 186"/>
                <a:gd name="T3" fmla="*/ 0 h 478"/>
                <a:gd name="T4" fmla="*/ 153 w 186"/>
                <a:gd name="T5" fmla="*/ 2 h 478"/>
                <a:gd name="T6" fmla="*/ 164 w 186"/>
                <a:gd name="T7" fmla="*/ 7 h 478"/>
                <a:gd name="T8" fmla="*/ 175 w 186"/>
                <a:gd name="T9" fmla="*/ 15 h 478"/>
                <a:gd name="T10" fmla="*/ 182 w 186"/>
                <a:gd name="T11" fmla="*/ 26 h 478"/>
                <a:gd name="T12" fmla="*/ 186 w 186"/>
                <a:gd name="T13" fmla="*/ 40 h 478"/>
                <a:gd name="T14" fmla="*/ 185 w 186"/>
                <a:gd name="T15" fmla="*/ 53 h 478"/>
                <a:gd name="T16" fmla="*/ 180 w 186"/>
                <a:gd name="T17" fmla="*/ 67 h 478"/>
                <a:gd name="T18" fmla="*/ 129 w 186"/>
                <a:gd name="T19" fmla="*/ 143 h 478"/>
                <a:gd name="T20" fmla="*/ 153 w 186"/>
                <a:gd name="T21" fmla="*/ 344 h 478"/>
                <a:gd name="T22" fmla="*/ 106 w 186"/>
                <a:gd name="T23" fmla="*/ 469 h 478"/>
                <a:gd name="T24" fmla="*/ 102 w 186"/>
                <a:gd name="T25" fmla="*/ 475 h 478"/>
                <a:gd name="T26" fmla="*/ 96 w 186"/>
                <a:gd name="T27" fmla="*/ 478 h 478"/>
                <a:gd name="T28" fmla="*/ 89 w 186"/>
                <a:gd name="T29" fmla="*/ 478 h 478"/>
                <a:gd name="T30" fmla="*/ 83 w 186"/>
                <a:gd name="T31" fmla="*/ 475 h 478"/>
                <a:gd name="T32" fmla="*/ 79 w 186"/>
                <a:gd name="T33" fmla="*/ 469 h 478"/>
                <a:gd name="T34" fmla="*/ 32 w 186"/>
                <a:gd name="T35" fmla="*/ 344 h 478"/>
                <a:gd name="T36" fmla="*/ 56 w 186"/>
                <a:gd name="T37" fmla="*/ 143 h 478"/>
                <a:gd name="T38" fmla="*/ 5 w 186"/>
                <a:gd name="T39" fmla="*/ 67 h 478"/>
                <a:gd name="T40" fmla="*/ 0 w 186"/>
                <a:gd name="T41" fmla="*/ 53 h 478"/>
                <a:gd name="T42" fmla="*/ 0 w 186"/>
                <a:gd name="T43" fmla="*/ 40 h 478"/>
                <a:gd name="T44" fmla="*/ 3 w 186"/>
                <a:gd name="T45" fmla="*/ 26 h 478"/>
                <a:gd name="T46" fmla="*/ 11 w 186"/>
                <a:gd name="T47" fmla="*/ 15 h 478"/>
                <a:gd name="T48" fmla="*/ 21 w 186"/>
                <a:gd name="T49" fmla="*/ 7 h 478"/>
                <a:gd name="T50" fmla="*/ 32 w 186"/>
                <a:gd name="T51" fmla="*/ 2 h 478"/>
                <a:gd name="T52" fmla="*/ 45 w 186"/>
                <a:gd name="T53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6" h="478">
                  <a:moveTo>
                    <a:pt x="45" y="0"/>
                  </a:moveTo>
                  <a:lnTo>
                    <a:pt x="140" y="0"/>
                  </a:lnTo>
                  <a:lnTo>
                    <a:pt x="153" y="2"/>
                  </a:lnTo>
                  <a:lnTo>
                    <a:pt x="164" y="7"/>
                  </a:lnTo>
                  <a:lnTo>
                    <a:pt x="175" y="15"/>
                  </a:lnTo>
                  <a:lnTo>
                    <a:pt x="182" y="26"/>
                  </a:lnTo>
                  <a:lnTo>
                    <a:pt x="186" y="40"/>
                  </a:lnTo>
                  <a:lnTo>
                    <a:pt x="185" y="53"/>
                  </a:lnTo>
                  <a:lnTo>
                    <a:pt x="180" y="67"/>
                  </a:lnTo>
                  <a:lnTo>
                    <a:pt x="129" y="143"/>
                  </a:lnTo>
                  <a:lnTo>
                    <a:pt x="153" y="344"/>
                  </a:lnTo>
                  <a:lnTo>
                    <a:pt x="106" y="469"/>
                  </a:lnTo>
                  <a:lnTo>
                    <a:pt x="102" y="475"/>
                  </a:lnTo>
                  <a:lnTo>
                    <a:pt x="96" y="478"/>
                  </a:lnTo>
                  <a:lnTo>
                    <a:pt x="89" y="478"/>
                  </a:lnTo>
                  <a:lnTo>
                    <a:pt x="83" y="475"/>
                  </a:lnTo>
                  <a:lnTo>
                    <a:pt x="79" y="469"/>
                  </a:lnTo>
                  <a:lnTo>
                    <a:pt x="32" y="344"/>
                  </a:lnTo>
                  <a:lnTo>
                    <a:pt x="56" y="143"/>
                  </a:lnTo>
                  <a:lnTo>
                    <a:pt x="5" y="67"/>
                  </a:lnTo>
                  <a:lnTo>
                    <a:pt x="0" y="53"/>
                  </a:lnTo>
                  <a:lnTo>
                    <a:pt x="0" y="40"/>
                  </a:lnTo>
                  <a:lnTo>
                    <a:pt x="3" y="26"/>
                  </a:lnTo>
                  <a:lnTo>
                    <a:pt x="11" y="15"/>
                  </a:lnTo>
                  <a:lnTo>
                    <a:pt x="21" y="7"/>
                  </a:lnTo>
                  <a:lnTo>
                    <a:pt x="32" y="2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9A06847-74BB-49EB-AB6F-ECEFF7724886}"/>
              </a:ext>
            </a:extLst>
          </p:cNvPr>
          <p:cNvGrpSpPr/>
          <p:nvPr/>
        </p:nvGrpSpPr>
        <p:grpSpPr>
          <a:xfrm>
            <a:off x="6428586" y="5870428"/>
            <a:ext cx="372743" cy="347573"/>
            <a:chOff x="8013700" y="3087688"/>
            <a:chExt cx="493713" cy="4603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1" name="Freeform 364">
              <a:extLst>
                <a:ext uri="{FF2B5EF4-FFF2-40B4-BE49-F238E27FC236}">
                  <a16:creationId xmlns:a16="http://schemas.microsoft.com/office/drawing/2014/main" id="{3904DDF7-E6F3-49EC-AA79-895F4C2D8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3238" y="3421063"/>
              <a:ext cx="73025" cy="42863"/>
            </a:xfrm>
            <a:custGeom>
              <a:avLst/>
              <a:gdLst>
                <a:gd name="T0" fmla="*/ 85 w 507"/>
                <a:gd name="T1" fmla="*/ 0 h 297"/>
                <a:gd name="T2" fmla="*/ 220 w 507"/>
                <a:gd name="T3" fmla="*/ 58 h 297"/>
                <a:gd name="T4" fmla="*/ 243 w 507"/>
                <a:gd name="T5" fmla="*/ 63 h 297"/>
                <a:gd name="T6" fmla="*/ 264 w 507"/>
                <a:gd name="T7" fmla="*/ 63 h 297"/>
                <a:gd name="T8" fmla="*/ 287 w 507"/>
                <a:gd name="T9" fmla="*/ 58 h 297"/>
                <a:gd name="T10" fmla="*/ 423 w 507"/>
                <a:gd name="T11" fmla="*/ 0 h 297"/>
                <a:gd name="T12" fmla="*/ 452 w 507"/>
                <a:gd name="T13" fmla="*/ 8 h 297"/>
                <a:gd name="T14" fmla="*/ 470 w 507"/>
                <a:gd name="T15" fmla="*/ 17 h 297"/>
                <a:gd name="T16" fmla="*/ 486 w 507"/>
                <a:gd name="T17" fmla="*/ 31 h 297"/>
                <a:gd name="T18" fmla="*/ 497 w 507"/>
                <a:gd name="T19" fmla="*/ 46 h 297"/>
                <a:gd name="T20" fmla="*/ 505 w 507"/>
                <a:gd name="T21" fmla="*/ 65 h 297"/>
                <a:gd name="T22" fmla="*/ 507 w 507"/>
                <a:gd name="T23" fmla="*/ 86 h 297"/>
                <a:gd name="T24" fmla="*/ 507 w 507"/>
                <a:gd name="T25" fmla="*/ 297 h 297"/>
                <a:gd name="T26" fmla="*/ 0 w 507"/>
                <a:gd name="T27" fmla="*/ 297 h 297"/>
                <a:gd name="T28" fmla="*/ 0 w 507"/>
                <a:gd name="T29" fmla="*/ 86 h 297"/>
                <a:gd name="T30" fmla="*/ 2 w 507"/>
                <a:gd name="T31" fmla="*/ 65 h 297"/>
                <a:gd name="T32" fmla="*/ 10 w 507"/>
                <a:gd name="T33" fmla="*/ 46 h 297"/>
                <a:gd name="T34" fmla="*/ 21 w 507"/>
                <a:gd name="T35" fmla="*/ 31 h 297"/>
                <a:gd name="T36" fmla="*/ 37 w 507"/>
                <a:gd name="T37" fmla="*/ 17 h 297"/>
                <a:gd name="T38" fmla="*/ 55 w 507"/>
                <a:gd name="T39" fmla="*/ 8 h 297"/>
                <a:gd name="T40" fmla="*/ 85 w 507"/>
                <a:gd name="T41" fmla="*/ 0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07" h="297">
                  <a:moveTo>
                    <a:pt x="85" y="0"/>
                  </a:moveTo>
                  <a:lnTo>
                    <a:pt x="220" y="58"/>
                  </a:lnTo>
                  <a:lnTo>
                    <a:pt x="243" y="63"/>
                  </a:lnTo>
                  <a:lnTo>
                    <a:pt x="264" y="63"/>
                  </a:lnTo>
                  <a:lnTo>
                    <a:pt x="287" y="58"/>
                  </a:lnTo>
                  <a:lnTo>
                    <a:pt x="423" y="0"/>
                  </a:lnTo>
                  <a:lnTo>
                    <a:pt x="452" y="8"/>
                  </a:lnTo>
                  <a:lnTo>
                    <a:pt x="470" y="17"/>
                  </a:lnTo>
                  <a:lnTo>
                    <a:pt x="486" y="31"/>
                  </a:lnTo>
                  <a:lnTo>
                    <a:pt x="497" y="46"/>
                  </a:lnTo>
                  <a:lnTo>
                    <a:pt x="505" y="65"/>
                  </a:lnTo>
                  <a:lnTo>
                    <a:pt x="507" y="86"/>
                  </a:lnTo>
                  <a:lnTo>
                    <a:pt x="507" y="297"/>
                  </a:lnTo>
                  <a:lnTo>
                    <a:pt x="0" y="297"/>
                  </a:lnTo>
                  <a:lnTo>
                    <a:pt x="0" y="86"/>
                  </a:lnTo>
                  <a:lnTo>
                    <a:pt x="2" y="65"/>
                  </a:lnTo>
                  <a:lnTo>
                    <a:pt x="10" y="46"/>
                  </a:lnTo>
                  <a:lnTo>
                    <a:pt x="21" y="31"/>
                  </a:lnTo>
                  <a:lnTo>
                    <a:pt x="37" y="17"/>
                  </a:lnTo>
                  <a:lnTo>
                    <a:pt x="55" y="8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2" name="Freeform 365">
              <a:extLst>
                <a:ext uri="{FF2B5EF4-FFF2-40B4-BE49-F238E27FC236}">
                  <a16:creationId xmlns:a16="http://schemas.microsoft.com/office/drawing/2014/main" id="{51D26835-D599-4137-BB22-2362D24342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9900" y="3303588"/>
              <a:ext cx="139700" cy="160338"/>
            </a:xfrm>
            <a:custGeom>
              <a:avLst/>
              <a:gdLst>
                <a:gd name="T0" fmla="*/ 447 w 967"/>
                <a:gd name="T1" fmla="*/ 105 h 1107"/>
                <a:gd name="T2" fmla="*/ 377 w 967"/>
                <a:gd name="T3" fmla="*/ 126 h 1107"/>
                <a:gd name="T4" fmla="*/ 318 w 967"/>
                <a:gd name="T5" fmla="*/ 165 h 1107"/>
                <a:gd name="T6" fmla="*/ 271 w 967"/>
                <a:gd name="T7" fmla="*/ 218 h 1107"/>
                <a:gd name="T8" fmla="*/ 241 w 967"/>
                <a:gd name="T9" fmla="*/ 282 h 1107"/>
                <a:gd name="T10" fmla="*/ 230 w 967"/>
                <a:gd name="T11" fmla="*/ 356 h 1107"/>
                <a:gd name="T12" fmla="*/ 241 w 967"/>
                <a:gd name="T13" fmla="*/ 428 h 1107"/>
                <a:gd name="T14" fmla="*/ 271 w 967"/>
                <a:gd name="T15" fmla="*/ 493 h 1107"/>
                <a:gd name="T16" fmla="*/ 318 w 967"/>
                <a:gd name="T17" fmla="*/ 547 h 1107"/>
                <a:gd name="T18" fmla="*/ 377 w 967"/>
                <a:gd name="T19" fmla="*/ 585 h 1107"/>
                <a:gd name="T20" fmla="*/ 447 w 967"/>
                <a:gd name="T21" fmla="*/ 606 h 1107"/>
                <a:gd name="T22" fmla="*/ 522 w 967"/>
                <a:gd name="T23" fmla="*/ 606 h 1107"/>
                <a:gd name="T24" fmla="*/ 590 w 967"/>
                <a:gd name="T25" fmla="*/ 585 h 1107"/>
                <a:gd name="T26" fmla="*/ 649 w 967"/>
                <a:gd name="T27" fmla="*/ 547 h 1107"/>
                <a:gd name="T28" fmla="*/ 696 w 967"/>
                <a:gd name="T29" fmla="*/ 493 h 1107"/>
                <a:gd name="T30" fmla="*/ 726 w 967"/>
                <a:gd name="T31" fmla="*/ 428 h 1107"/>
                <a:gd name="T32" fmla="*/ 737 w 967"/>
                <a:gd name="T33" fmla="*/ 356 h 1107"/>
                <a:gd name="T34" fmla="*/ 726 w 967"/>
                <a:gd name="T35" fmla="*/ 282 h 1107"/>
                <a:gd name="T36" fmla="*/ 696 w 967"/>
                <a:gd name="T37" fmla="*/ 218 h 1107"/>
                <a:gd name="T38" fmla="*/ 649 w 967"/>
                <a:gd name="T39" fmla="*/ 165 h 1107"/>
                <a:gd name="T40" fmla="*/ 590 w 967"/>
                <a:gd name="T41" fmla="*/ 126 h 1107"/>
                <a:gd name="T42" fmla="*/ 522 w 967"/>
                <a:gd name="T43" fmla="*/ 105 h 1107"/>
                <a:gd name="T44" fmla="*/ 76 w 967"/>
                <a:gd name="T45" fmla="*/ 0 h 1107"/>
                <a:gd name="T46" fmla="*/ 912 w 967"/>
                <a:gd name="T47" fmla="*/ 2 h 1107"/>
                <a:gd name="T48" fmla="*/ 945 w 967"/>
                <a:gd name="T49" fmla="*/ 22 h 1107"/>
                <a:gd name="T50" fmla="*/ 965 w 967"/>
                <a:gd name="T51" fmla="*/ 55 h 1107"/>
                <a:gd name="T52" fmla="*/ 967 w 967"/>
                <a:gd name="T53" fmla="*/ 1107 h 1107"/>
                <a:gd name="T54" fmla="*/ 906 w 967"/>
                <a:gd name="T55" fmla="*/ 896 h 1107"/>
                <a:gd name="T56" fmla="*/ 897 w 967"/>
                <a:gd name="T57" fmla="*/ 826 h 1107"/>
                <a:gd name="T58" fmla="*/ 869 w 967"/>
                <a:gd name="T59" fmla="*/ 763 h 1107"/>
                <a:gd name="T60" fmla="*/ 825 w 967"/>
                <a:gd name="T61" fmla="*/ 711 h 1107"/>
                <a:gd name="T62" fmla="*/ 767 w 967"/>
                <a:gd name="T63" fmla="*/ 671 h 1107"/>
                <a:gd name="T64" fmla="*/ 733 w 967"/>
                <a:gd name="T65" fmla="*/ 657 h 1107"/>
                <a:gd name="T66" fmla="*/ 654 w 967"/>
                <a:gd name="T67" fmla="*/ 635 h 1107"/>
                <a:gd name="T68" fmla="*/ 615 w 967"/>
                <a:gd name="T69" fmla="*/ 641 h 1107"/>
                <a:gd name="T70" fmla="*/ 353 w 967"/>
                <a:gd name="T71" fmla="*/ 641 h 1107"/>
                <a:gd name="T72" fmla="*/ 314 w 967"/>
                <a:gd name="T73" fmla="*/ 635 h 1107"/>
                <a:gd name="T74" fmla="*/ 234 w 967"/>
                <a:gd name="T75" fmla="*/ 657 h 1107"/>
                <a:gd name="T76" fmla="*/ 200 w 967"/>
                <a:gd name="T77" fmla="*/ 671 h 1107"/>
                <a:gd name="T78" fmla="*/ 143 w 967"/>
                <a:gd name="T79" fmla="*/ 711 h 1107"/>
                <a:gd name="T80" fmla="*/ 98 w 967"/>
                <a:gd name="T81" fmla="*/ 763 h 1107"/>
                <a:gd name="T82" fmla="*/ 71 w 967"/>
                <a:gd name="T83" fmla="*/ 826 h 1107"/>
                <a:gd name="T84" fmla="*/ 61 w 967"/>
                <a:gd name="T85" fmla="*/ 896 h 1107"/>
                <a:gd name="T86" fmla="*/ 0 w 967"/>
                <a:gd name="T87" fmla="*/ 1107 h 1107"/>
                <a:gd name="T88" fmla="*/ 4 w 967"/>
                <a:gd name="T89" fmla="*/ 55 h 1107"/>
                <a:gd name="T90" fmla="*/ 22 w 967"/>
                <a:gd name="T91" fmla="*/ 22 h 1107"/>
                <a:gd name="T92" fmla="*/ 56 w 967"/>
                <a:gd name="T93" fmla="*/ 2 h 1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67" h="1107">
                  <a:moveTo>
                    <a:pt x="484" y="102"/>
                  </a:moveTo>
                  <a:lnTo>
                    <a:pt x="447" y="105"/>
                  </a:lnTo>
                  <a:lnTo>
                    <a:pt x="410" y="113"/>
                  </a:lnTo>
                  <a:lnTo>
                    <a:pt x="377" y="126"/>
                  </a:lnTo>
                  <a:lnTo>
                    <a:pt x="346" y="143"/>
                  </a:lnTo>
                  <a:lnTo>
                    <a:pt x="318" y="165"/>
                  </a:lnTo>
                  <a:lnTo>
                    <a:pt x="293" y="189"/>
                  </a:lnTo>
                  <a:lnTo>
                    <a:pt x="271" y="218"/>
                  </a:lnTo>
                  <a:lnTo>
                    <a:pt x="253" y="249"/>
                  </a:lnTo>
                  <a:lnTo>
                    <a:pt x="241" y="282"/>
                  </a:lnTo>
                  <a:lnTo>
                    <a:pt x="232" y="318"/>
                  </a:lnTo>
                  <a:lnTo>
                    <a:pt x="230" y="356"/>
                  </a:lnTo>
                  <a:lnTo>
                    <a:pt x="232" y="393"/>
                  </a:lnTo>
                  <a:lnTo>
                    <a:pt x="241" y="428"/>
                  </a:lnTo>
                  <a:lnTo>
                    <a:pt x="253" y="463"/>
                  </a:lnTo>
                  <a:lnTo>
                    <a:pt x="271" y="493"/>
                  </a:lnTo>
                  <a:lnTo>
                    <a:pt x="293" y="522"/>
                  </a:lnTo>
                  <a:lnTo>
                    <a:pt x="318" y="547"/>
                  </a:lnTo>
                  <a:lnTo>
                    <a:pt x="346" y="568"/>
                  </a:lnTo>
                  <a:lnTo>
                    <a:pt x="377" y="585"/>
                  </a:lnTo>
                  <a:lnTo>
                    <a:pt x="410" y="598"/>
                  </a:lnTo>
                  <a:lnTo>
                    <a:pt x="447" y="606"/>
                  </a:lnTo>
                  <a:lnTo>
                    <a:pt x="484" y="609"/>
                  </a:lnTo>
                  <a:lnTo>
                    <a:pt x="522" y="606"/>
                  </a:lnTo>
                  <a:lnTo>
                    <a:pt x="557" y="598"/>
                  </a:lnTo>
                  <a:lnTo>
                    <a:pt x="590" y="585"/>
                  </a:lnTo>
                  <a:lnTo>
                    <a:pt x="621" y="568"/>
                  </a:lnTo>
                  <a:lnTo>
                    <a:pt x="649" y="547"/>
                  </a:lnTo>
                  <a:lnTo>
                    <a:pt x="675" y="522"/>
                  </a:lnTo>
                  <a:lnTo>
                    <a:pt x="696" y="493"/>
                  </a:lnTo>
                  <a:lnTo>
                    <a:pt x="714" y="463"/>
                  </a:lnTo>
                  <a:lnTo>
                    <a:pt x="726" y="428"/>
                  </a:lnTo>
                  <a:lnTo>
                    <a:pt x="735" y="393"/>
                  </a:lnTo>
                  <a:lnTo>
                    <a:pt x="737" y="356"/>
                  </a:lnTo>
                  <a:lnTo>
                    <a:pt x="735" y="318"/>
                  </a:lnTo>
                  <a:lnTo>
                    <a:pt x="726" y="282"/>
                  </a:lnTo>
                  <a:lnTo>
                    <a:pt x="714" y="249"/>
                  </a:lnTo>
                  <a:lnTo>
                    <a:pt x="696" y="218"/>
                  </a:lnTo>
                  <a:lnTo>
                    <a:pt x="675" y="189"/>
                  </a:lnTo>
                  <a:lnTo>
                    <a:pt x="649" y="165"/>
                  </a:lnTo>
                  <a:lnTo>
                    <a:pt x="621" y="143"/>
                  </a:lnTo>
                  <a:lnTo>
                    <a:pt x="590" y="126"/>
                  </a:lnTo>
                  <a:lnTo>
                    <a:pt x="557" y="113"/>
                  </a:lnTo>
                  <a:lnTo>
                    <a:pt x="522" y="105"/>
                  </a:lnTo>
                  <a:lnTo>
                    <a:pt x="484" y="102"/>
                  </a:lnTo>
                  <a:close/>
                  <a:moveTo>
                    <a:pt x="76" y="0"/>
                  </a:moveTo>
                  <a:lnTo>
                    <a:pt x="892" y="0"/>
                  </a:lnTo>
                  <a:lnTo>
                    <a:pt x="912" y="2"/>
                  </a:lnTo>
                  <a:lnTo>
                    <a:pt x="929" y="10"/>
                  </a:lnTo>
                  <a:lnTo>
                    <a:pt x="945" y="22"/>
                  </a:lnTo>
                  <a:lnTo>
                    <a:pt x="956" y="38"/>
                  </a:lnTo>
                  <a:lnTo>
                    <a:pt x="965" y="55"/>
                  </a:lnTo>
                  <a:lnTo>
                    <a:pt x="967" y="75"/>
                  </a:lnTo>
                  <a:lnTo>
                    <a:pt x="967" y="1107"/>
                  </a:lnTo>
                  <a:lnTo>
                    <a:pt x="906" y="1107"/>
                  </a:lnTo>
                  <a:lnTo>
                    <a:pt x="906" y="896"/>
                  </a:lnTo>
                  <a:lnTo>
                    <a:pt x="904" y="861"/>
                  </a:lnTo>
                  <a:lnTo>
                    <a:pt x="897" y="826"/>
                  </a:lnTo>
                  <a:lnTo>
                    <a:pt x="884" y="794"/>
                  </a:lnTo>
                  <a:lnTo>
                    <a:pt x="869" y="763"/>
                  </a:lnTo>
                  <a:lnTo>
                    <a:pt x="848" y="736"/>
                  </a:lnTo>
                  <a:lnTo>
                    <a:pt x="825" y="711"/>
                  </a:lnTo>
                  <a:lnTo>
                    <a:pt x="797" y="689"/>
                  </a:lnTo>
                  <a:lnTo>
                    <a:pt x="767" y="671"/>
                  </a:lnTo>
                  <a:lnTo>
                    <a:pt x="735" y="658"/>
                  </a:lnTo>
                  <a:lnTo>
                    <a:pt x="733" y="657"/>
                  </a:lnTo>
                  <a:lnTo>
                    <a:pt x="672" y="638"/>
                  </a:lnTo>
                  <a:lnTo>
                    <a:pt x="654" y="635"/>
                  </a:lnTo>
                  <a:lnTo>
                    <a:pt x="634" y="636"/>
                  </a:lnTo>
                  <a:lnTo>
                    <a:pt x="615" y="641"/>
                  </a:lnTo>
                  <a:lnTo>
                    <a:pt x="484" y="697"/>
                  </a:lnTo>
                  <a:lnTo>
                    <a:pt x="353" y="641"/>
                  </a:lnTo>
                  <a:lnTo>
                    <a:pt x="333" y="636"/>
                  </a:lnTo>
                  <a:lnTo>
                    <a:pt x="314" y="635"/>
                  </a:lnTo>
                  <a:lnTo>
                    <a:pt x="295" y="638"/>
                  </a:lnTo>
                  <a:lnTo>
                    <a:pt x="234" y="657"/>
                  </a:lnTo>
                  <a:lnTo>
                    <a:pt x="232" y="658"/>
                  </a:lnTo>
                  <a:lnTo>
                    <a:pt x="200" y="671"/>
                  </a:lnTo>
                  <a:lnTo>
                    <a:pt x="170" y="689"/>
                  </a:lnTo>
                  <a:lnTo>
                    <a:pt x="143" y="711"/>
                  </a:lnTo>
                  <a:lnTo>
                    <a:pt x="119" y="736"/>
                  </a:lnTo>
                  <a:lnTo>
                    <a:pt x="98" y="763"/>
                  </a:lnTo>
                  <a:lnTo>
                    <a:pt x="83" y="794"/>
                  </a:lnTo>
                  <a:lnTo>
                    <a:pt x="71" y="826"/>
                  </a:lnTo>
                  <a:lnTo>
                    <a:pt x="63" y="861"/>
                  </a:lnTo>
                  <a:lnTo>
                    <a:pt x="61" y="896"/>
                  </a:lnTo>
                  <a:lnTo>
                    <a:pt x="61" y="1107"/>
                  </a:lnTo>
                  <a:lnTo>
                    <a:pt x="0" y="1107"/>
                  </a:lnTo>
                  <a:lnTo>
                    <a:pt x="0" y="75"/>
                  </a:lnTo>
                  <a:lnTo>
                    <a:pt x="4" y="55"/>
                  </a:lnTo>
                  <a:lnTo>
                    <a:pt x="11" y="38"/>
                  </a:lnTo>
                  <a:lnTo>
                    <a:pt x="22" y="22"/>
                  </a:lnTo>
                  <a:lnTo>
                    <a:pt x="38" y="10"/>
                  </a:lnTo>
                  <a:lnTo>
                    <a:pt x="56" y="2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3" name="Freeform 366">
              <a:extLst>
                <a:ext uri="{FF2B5EF4-FFF2-40B4-BE49-F238E27FC236}">
                  <a16:creationId xmlns:a16="http://schemas.microsoft.com/office/drawing/2014/main" id="{52190BB4-AF2E-4F14-8C59-0CCB78129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8638" y="3343275"/>
              <a:ext cx="23813" cy="23813"/>
            </a:xfrm>
            <a:custGeom>
              <a:avLst/>
              <a:gdLst>
                <a:gd name="T0" fmla="*/ 85 w 169"/>
                <a:gd name="T1" fmla="*/ 0 h 168"/>
                <a:gd name="T2" fmla="*/ 107 w 169"/>
                <a:gd name="T3" fmla="*/ 2 h 168"/>
                <a:gd name="T4" fmla="*/ 128 w 169"/>
                <a:gd name="T5" fmla="*/ 11 h 168"/>
                <a:gd name="T6" fmla="*/ 144 w 169"/>
                <a:gd name="T7" fmla="*/ 23 h 168"/>
                <a:gd name="T8" fmla="*/ 158 w 169"/>
                <a:gd name="T9" fmla="*/ 41 h 168"/>
                <a:gd name="T10" fmla="*/ 166 w 169"/>
                <a:gd name="T11" fmla="*/ 61 h 168"/>
                <a:gd name="T12" fmla="*/ 169 w 169"/>
                <a:gd name="T13" fmla="*/ 84 h 168"/>
                <a:gd name="T14" fmla="*/ 166 w 169"/>
                <a:gd name="T15" fmla="*/ 105 h 168"/>
                <a:gd name="T16" fmla="*/ 158 w 169"/>
                <a:gd name="T17" fmla="*/ 126 h 168"/>
                <a:gd name="T18" fmla="*/ 144 w 169"/>
                <a:gd name="T19" fmla="*/ 143 h 168"/>
                <a:gd name="T20" fmla="*/ 128 w 169"/>
                <a:gd name="T21" fmla="*/ 156 h 168"/>
                <a:gd name="T22" fmla="*/ 107 w 169"/>
                <a:gd name="T23" fmla="*/ 165 h 168"/>
                <a:gd name="T24" fmla="*/ 85 w 169"/>
                <a:gd name="T25" fmla="*/ 168 h 168"/>
                <a:gd name="T26" fmla="*/ 62 w 169"/>
                <a:gd name="T27" fmla="*/ 165 h 168"/>
                <a:gd name="T28" fmla="*/ 42 w 169"/>
                <a:gd name="T29" fmla="*/ 156 h 168"/>
                <a:gd name="T30" fmla="*/ 25 w 169"/>
                <a:gd name="T31" fmla="*/ 143 h 168"/>
                <a:gd name="T32" fmla="*/ 11 w 169"/>
                <a:gd name="T33" fmla="*/ 126 h 168"/>
                <a:gd name="T34" fmla="*/ 3 w 169"/>
                <a:gd name="T35" fmla="*/ 105 h 168"/>
                <a:gd name="T36" fmla="*/ 0 w 169"/>
                <a:gd name="T37" fmla="*/ 84 h 168"/>
                <a:gd name="T38" fmla="*/ 3 w 169"/>
                <a:gd name="T39" fmla="*/ 61 h 168"/>
                <a:gd name="T40" fmla="*/ 11 w 169"/>
                <a:gd name="T41" fmla="*/ 41 h 168"/>
                <a:gd name="T42" fmla="*/ 25 w 169"/>
                <a:gd name="T43" fmla="*/ 23 h 168"/>
                <a:gd name="T44" fmla="*/ 42 w 169"/>
                <a:gd name="T45" fmla="*/ 11 h 168"/>
                <a:gd name="T46" fmla="*/ 62 w 169"/>
                <a:gd name="T47" fmla="*/ 2 h 168"/>
                <a:gd name="T48" fmla="*/ 85 w 169"/>
                <a:gd name="T4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9" h="168">
                  <a:moveTo>
                    <a:pt x="85" y="0"/>
                  </a:moveTo>
                  <a:lnTo>
                    <a:pt x="107" y="2"/>
                  </a:lnTo>
                  <a:lnTo>
                    <a:pt x="128" y="11"/>
                  </a:lnTo>
                  <a:lnTo>
                    <a:pt x="144" y="23"/>
                  </a:lnTo>
                  <a:lnTo>
                    <a:pt x="158" y="41"/>
                  </a:lnTo>
                  <a:lnTo>
                    <a:pt x="166" y="61"/>
                  </a:lnTo>
                  <a:lnTo>
                    <a:pt x="169" y="84"/>
                  </a:lnTo>
                  <a:lnTo>
                    <a:pt x="166" y="105"/>
                  </a:lnTo>
                  <a:lnTo>
                    <a:pt x="158" y="126"/>
                  </a:lnTo>
                  <a:lnTo>
                    <a:pt x="144" y="143"/>
                  </a:lnTo>
                  <a:lnTo>
                    <a:pt x="128" y="156"/>
                  </a:lnTo>
                  <a:lnTo>
                    <a:pt x="107" y="165"/>
                  </a:lnTo>
                  <a:lnTo>
                    <a:pt x="85" y="168"/>
                  </a:lnTo>
                  <a:lnTo>
                    <a:pt x="62" y="165"/>
                  </a:lnTo>
                  <a:lnTo>
                    <a:pt x="42" y="156"/>
                  </a:lnTo>
                  <a:lnTo>
                    <a:pt x="25" y="143"/>
                  </a:lnTo>
                  <a:lnTo>
                    <a:pt x="11" y="126"/>
                  </a:lnTo>
                  <a:lnTo>
                    <a:pt x="3" y="105"/>
                  </a:lnTo>
                  <a:lnTo>
                    <a:pt x="0" y="84"/>
                  </a:lnTo>
                  <a:lnTo>
                    <a:pt x="3" y="61"/>
                  </a:lnTo>
                  <a:lnTo>
                    <a:pt x="11" y="41"/>
                  </a:lnTo>
                  <a:lnTo>
                    <a:pt x="25" y="23"/>
                  </a:lnTo>
                  <a:lnTo>
                    <a:pt x="42" y="11"/>
                  </a:lnTo>
                  <a:lnTo>
                    <a:pt x="62" y="2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4" name="Freeform 367">
              <a:extLst>
                <a:ext uri="{FF2B5EF4-FFF2-40B4-BE49-F238E27FC236}">
                  <a16:creationId xmlns:a16="http://schemas.microsoft.com/office/drawing/2014/main" id="{9DC6E4A0-3EBB-4F1B-95B4-6CBBAE6754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1338" y="3087688"/>
              <a:ext cx="200025" cy="142875"/>
            </a:xfrm>
            <a:custGeom>
              <a:avLst/>
              <a:gdLst>
                <a:gd name="T0" fmla="*/ 669 w 1390"/>
                <a:gd name="T1" fmla="*/ 197 h 989"/>
                <a:gd name="T2" fmla="*/ 623 w 1390"/>
                <a:gd name="T3" fmla="*/ 219 h 989"/>
                <a:gd name="T4" fmla="*/ 592 w 1390"/>
                <a:gd name="T5" fmla="*/ 258 h 989"/>
                <a:gd name="T6" fmla="*/ 580 w 1390"/>
                <a:gd name="T7" fmla="*/ 308 h 989"/>
                <a:gd name="T8" fmla="*/ 592 w 1390"/>
                <a:gd name="T9" fmla="*/ 359 h 989"/>
                <a:gd name="T10" fmla="*/ 623 w 1390"/>
                <a:gd name="T11" fmla="*/ 397 h 989"/>
                <a:gd name="T12" fmla="*/ 669 w 1390"/>
                <a:gd name="T13" fmla="*/ 420 h 989"/>
                <a:gd name="T14" fmla="*/ 722 w 1390"/>
                <a:gd name="T15" fmla="*/ 420 h 989"/>
                <a:gd name="T16" fmla="*/ 767 w 1390"/>
                <a:gd name="T17" fmla="*/ 397 h 989"/>
                <a:gd name="T18" fmla="*/ 798 w 1390"/>
                <a:gd name="T19" fmla="*/ 359 h 989"/>
                <a:gd name="T20" fmla="*/ 810 w 1390"/>
                <a:gd name="T21" fmla="*/ 308 h 989"/>
                <a:gd name="T22" fmla="*/ 798 w 1390"/>
                <a:gd name="T23" fmla="*/ 258 h 989"/>
                <a:gd name="T24" fmla="*/ 767 w 1390"/>
                <a:gd name="T25" fmla="*/ 219 h 989"/>
                <a:gd name="T26" fmla="*/ 722 w 1390"/>
                <a:gd name="T27" fmla="*/ 197 h 989"/>
                <a:gd name="T28" fmla="*/ 695 w 1390"/>
                <a:gd name="T29" fmla="*/ 0 h 989"/>
                <a:gd name="T30" fmla="*/ 780 w 1390"/>
                <a:gd name="T31" fmla="*/ 13 h 989"/>
                <a:gd name="T32" fmla="*/ 856 w 1390"/>
                <a:gd name="T33" fmla="*/ 48 h 989"/>
                <a:gd name="T34" fmla="*/ 917 w 1390"/>
                <a:gd name="T35" fmla="*/ 102 h 989"/>
                <a:gd name="T36" fmla="*/ 963 w 1390"/>
                <a:gd name="T37" fmla="*/ 171 h 989"/>
                <a:gd name="T38" fmla="*/ 987 w 1390"/>
                <a:gd name="T39" fmla="*/ 251 h 989"/>
                <a:gd name="T40" fmla="*/ 993 w 1390"/>
                <a:gd name="T41" fmla="*/ 318 h 989"/>
                <a:gd name="T42" fmla="*/ 1013 w 1390"/>
                <a:gd name="T43" fmla="*/ 360 h 989"/>
                <a:gd name="T44" fmla="*/ 1048 w 1390"/>
                <a:gd name="T45" fmla="*/ 388 h 989"/>
                <a:gd name="T46" fmla="*/ 1093 w 1390"/>
                <a:gd name="T47" fmla="*/ 398 h 989"/>
                <a:gd name="T48" fmla="*/ 1315 w 1390"/>
                <a:gd name="T49" fmla="*/ 401 h 989"/>
                <a:gd name="T50" fmla="*/ 1353 w 1390"/>
                <a:gd name="T51" fmla="*/ 420 h 989"/>
                <a:gd name="T52" fmla="*/ 1380 w 1390"/>
                <a:gd name="T53" fmla="*/ 452 h 989"/>
                <a:gd name="T54" fmla="*/ 1390 w 1390"/>
                <a:gd name="T55" fmla="*/ 495 h 989"/>
                <a:gd name="T56" fmla="*/ 1388 w 1390"/>
                <a:gd name="T57" fmla="*/ 916 h 989"/>
                <a:gd name="T58" fmla="*/ 1369 w 1390"/>
                <a:gd name="T59" fmla="*/ 954 h 989"/>
                <a:gd name="T60" fmla="*/ 1336 w 1390"/>
                <a:gd name="T61" fmla="*/ 980 h 989"/>
                <a:gd name="T62" fmla="*/ 1293 w 1390"/>
                <a:gd name="T63" fmla="*/ 989 h 989"/>
                <a:gd name="T64" fmla="*/ 75 w 1390"/>
                <a:gd name="T65" fmla="*/ 987 h 989"/>
                <a:gd name="T66" fmla="*/ 37 w 1390"/>
                <a:gd name="T67" fmla="*/ 969 h 989"/>
                <a:gd name="T68" fmla="*/ 11 w 1390"/>
                <a:gd name="T69" fmla="*/ 935 h 989"/>
                <a:gd name="T70" fmla="*/ 0 w 1390"/>
                <a:gd name="T71" fmla="*/ 894 h 989"/>
                <a:gd name="T72" fmla="*/ 3 w 1390"/>
                <a:gd name="T73" fmla="*/ 473 h 989"/>
                <a:gd name="T74" fmla="*/ 22 w 1390"/>
                <a:gd name="T75" fmla="*/ 435 h 989"/>
                <a:gd name="T76" fmla="*/ 54 w 1390"/>
                <a:gd name="T77" fmla="*/ 409 h 989"/>
                <a:gd name="T78" fmla="*/ 97 w 1390"/>
                <a:gd name="T79" fmla="*/ 398 h 989"/>
                <a:gd name="T80" fmla="*/ 320 w 1390"/>
                <a:gd name="T81" fmla="*/ 396 h 989"/>
                <a:gd name="T82" fmla="*/ 361 w 1390"/>
                <a:gd name="T83" fmla="*/ 375 h 989"/>
                <a:gd name="T84" fmla="*/ 389 w 1390"/>
                <a:gd name="T85" fmla="*/ 340 h 989"/>
                <a:gd name="T86" fmla="*/ 400 w 1390"/>
                <a:gd name="T87" fmla="*/ 294 h 989"/>
                <a:gd name="T88" fmla="*/ 412 w 1390"/>
                <a:gd name="T89" fmla="*/ 210 h 989"/>
                <a:gd name="T90" fmla="*/ 447 w 1390"/>
                <a:gd name="T91" fmla="*/ 134 h 989"/>
                <a:gd name="T92" fmla="*/ 501 w 1390"/>
                <a:gd name="T93" fmla="*/ 73 h 989"/>
                <a:gd name="T94" fmla="*/ 571 w 1390"/>
                <a:gd name="T95" fmla="*/ 27 h 989"/>
                <a:gd name="T96" fmla="*/ 651 w 1390"/>
                <a:gd name="T97" fmla="*/ 4 h 9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90" h="989">
                  <a:moveTo>
                    <a:pt x="695" y="194"/>
                  </a:moveTo>
                  <a:lnTo>
                    <a:pt x="669" y="197"/>
                  </a:lnTo>
                  <a:lnTo>
                    <a:pt x="645" y="205"/>
                  </a:lnTo>
                  <a:lnTo>
                    <a:pt x="623" y="219"/>
                  </a:lnTo>
                  <a:lnTo>
                    <a:pt x="605" y="236"/>
                  </a:lnTo>
                  <a:lnTo>
                    <a:pt x="592" y="258"/>
                  </a:lnTo>
                  <a:lnTo>
                    <a:pt x="584" y="282"/>
                  </a:lnTo>
                  <a:lnTo>
                    <a:pt x="580" y="308"/>
                  </a:lnTo>
                  <a:lnTo>
                    <a:pt x="584" y="335"/>
                  </a:lnTo>
                  <a:lnTo>
                    <a:pt x="592" y="359"/>
                  </a:lnTo>
                  <a:lnTo>
                    <a:pt x="605" y="380"/>
                  </a:lnTo>
                  <a:lnTo>
                    <a:pt x="623" y="397"/>
                  </a:lnTo>
                  <a:lnTo>
                    <a:pt x="645" y="411"/>
                  </a:lnTo>
                  <a:lnTo>
                    <a:pt x="669" y="420"/>
                  </a:lnTo>
                  <a:lnTo>
                    <a:pt x="695" y="423"/>
                  </a:lnTo>
                  <a:lnTo>
                    <a:pt x="722" y="420"/>
                  </a:lnTo>
                  <a:lnTo>
                    <a:pt x="746" y="411"/>
                  </a:lnTo>
                  <a:lnTo>
                    <a:pt x="767" y="397"/>
                  </a:lnTo>
                  <a:lnTo>
                    <a:pt x="784" y="380"/>
                  </a:lnTo>
                  <a:lnTo>
                    <a:pt x="798" y="359"/>
                  </a:lnTo>
                  <a:lnTo>
                    <a:pt x="807" y="335"/>
                  </a:lnTo>
                  <a:lnTo>
                    <a:pt x="810" y="308"/>
                  </a:lnTo>
                  <a:lnTo>
                    <a:pt x="807" y="282"/>
                  </a:lnTo>
                  <a:lnTo>
                    <a:pt x="798" y="258"/>
                  </a:lnTo>
                  <a:lnTo>
                    <a:pt x="784" y="236"/>
                  </a:lnTo>
                  <a:lnTo>
                    <a:pt x="767" y="219"/>
                  </a:lnTo>
                  <a:lnTo>
                    <a:pt x="746" y="205"/>
                  </a:lnTo>
                  <a:lnTo>
                    <a:pt x="722" y="197"/>
                  </a:lnTo>
                  <a:lnTo>
                    <a:pt x="695" y="194"/>
                  </a:lnTo>
                  <a:close/>
                  <a:moveTo>
                    <a:pt x="695" y="0"/>
                  </a:moveTo>
                  <a:lnTo>
                    <a:pt x="739" y="4"/>
                  </a:lnTo>
                  <a:lnTo>
                    <a:pt x="780" y="13"/>
                  </a:lnTo>
                  <a:lnTo>
                    <a:pt x="820" y="27"/>
                  </a:lnTo>
                  <a:lnTo>
                    <a:pt x="856" y="48"/>
                  </a:lnTo>
                  <a:lnTo>
                    <a:pt x="888" y="73"/>
                  </a:lnTo>
                  <a:lnTo>
                    <a:pt x="917" y="102"/>
                  </a:lnTo>
                  <a:lnTo>
                    <a:pt x="942" y="134"/>
                  </a:lnTo>
                  <a:lnTo>
                    <a:pt x="963" y="171"/>
                  </a:lnTo>
                  <a:lnTo>
                    <a:pt x="978" y="210"/>
                  </a:lnTo>
                  <a:lnTo>
                    <a:pt x="987" y="251"/>
                  </a:lnTo>
                  <a:lnTo>
                    <a:pt x="991" y="294"/>
                  </a:lnTo>
                  <a:lnTo>
                    <a:pt x="993" y="318"/>
                  </a:lnTo>
                  <a:lnTo>
                    <a:pt x="1002" y="340"/>
                  </a:lnTo>
                  <a:lnTo>
                    <a:pt x="1013" y="360"/>
                  </a:lnTo>
                  <a:lnTo>
                    <a:pt x="1030" y="375"/>
                  </a:lnTo>
                  <a:lnTo>
                    <a:pt x="1048" y="388"/>
                  </a:lnTo>
                  <a:lnTo>
                    <a:pt x="1070" y="396"/>
                  </a:lnTo>
                  <a:lnTo>
                    <a:pt x="1093" y="398"/>
                  </a:lnTo>
                  <a:lnTo>
                    <a:pt x="1293" y="398"/>
                  </a:lnTo>
                  <a:lnTo>
                    <a:pt x="1315" y="401"/>
                  </a:lnTo>
                  <a:lnTo>
                    <a:pt x="1336" y="409"/>
                  </a:lnTo>
                  <a:lnTo>
                    <a:pt x="1353" y="420"/>
                  </a:lnTo>
                  <a:lnTo>
                    <a:pt x="1369" y="435"/>
                  </a:lnTo>
                  <a:lnTo>
                    <a:pt x="1380" y="452"/>
                  </a:lnTo>
                  <a:lnTo>
                    <a:pt x="1388" y="473"/>
                  </a:lnTo>
                  <a:lnTo>
                    <a:pt x="1390" y="495"/>
                  </a:lnTo>
                  <a:lnTo>
                    <a:pt x="1390" y="894"/>
                  </a:lnTo>
                  <a:lnTo>
                    <a:pt x="1388" y="916"/>
                  </a:lnTo>
                  <a:lnTo>
                    <a:pt x="1380" y="935"/>
                  </a:lnTo>
                  <a:lnTo>
                    <a:pt x="1369" y="954"/>
                  </a:lnTo>
                  <a:lnTo>
                    <a:pt x="1353" y="969"/>
                  </a:lnTo>
                  <a:lnTo>
                    <a:pt x="1336" y="980"/>
                  </a:lnTo>
                  <a:lnTo>
                    <a:pt x="1315" y="987"/>
                  </a:lnTo>
                  <a:lnTo>
                    <a:pt x="1293" y="989"/>
                  </a:lnTo>
                  <a:lnTo>
                    <a:pt x="97" y="989"/>
                  </a:lnTo>
                  <a:lnTo>
                    <a:pt x="75" y="987"/>
                  </a:lnTo>
                  <a:lnTo>
                    <a:pt x="54" y="980"/>
                  </a:lnTo>
                  <a:lnTo>
                    <a:pt x="37" y="969"/>
                  </a:lnTo>
                  <a:lnTo>
                    <a:pt x="22" y="954"/>
                  </a:lnTo>
                  <a:lnTo>
                    <a:pt x="11" y="935"/>
                  </a:lnTo>
                  <a:lnTo>
                    <a:pt x="3" y="916"/>
                  </a:lnTo>
                  <a:lnTo>
                    <a:pt x="0" y="894"/>
                  </a:lnTo>
                  <a:lnTo>
                    <a:pt x="0" y="495"/>
                  </a:lnTo>
                  <a:lnTo>
                    <a:pt x="3" y="473"/>
                  </a:lnTo>
                  <a:lnTo>
                    <a:pt x="11" y="452"/>
                  </a:lnTo>
                  <a:lnTo>
                    <a:pt x="22" y="435"/>
                  </a:lnTo>
                  <a:lnTo>
                    <a:pt x="37" y="420"/>
                  </a:lnTo>
                  <a:lnTo>
                    <a:pt x="54" y="409"/>
                  </a:lnTo>
                  <a:lnTo>
                    <a:pt x="75" y="401"/>
                  </a:lnTo>
                  <a:lnTo>
                    <a:pt x="97" y="398"/>
                  </a:lnTo>
                  <a:lnTo>
                    <a:pt x="297" y="398"/>
                  </a:lnTo>
                  <a:lnTo>
                    <a:pt x="320" y="396"/>
                  </a:lnTo>
                  <a:lnTo>
                    <a:pt x="342" y="388"/>
                  </a:lnTo>
                  <a:lnTo>
                    <a:pt x="361" y="375"/>
                  </a:lnTo>
                  <a:lnTo>
                    <a:pt x="377" y="360"/>
                  </a:lnTo>
                  <a:lnTo>
                    <a:pt x="389" y="340"/>
                  </a:lnTo>
                  <a:lnTo>
                    <a:pt x="396" y="318"/>
                  </a:lnTo>
                  <a:lnTo>
                    <a:pt x="400" y="294"/>
                  </a:lnTo>
                  <a:lnTo>
                    <a:pt x="403" y="251"/>
                  </a:lnTo>
                  <a:lnTo>
                    <a:pt x="412" y="210"/>
                  </a:lnTo>
                  <a:lnTo>
                    <a:pt x="428" y="171"/>
                  </a:lnTo>
                  <a:lnTo>
                    <a:pt x="447" y="134"/>
                  </a:lnTo>
                  <a:lnTo>
                    <a:pt x="472" y="102"/>
                  </a:lnTo>
                  <a:lnTo>
                    <a:pt x="501" y="73"/>
                  </a:lnTo>
                  <a:lnTo>
                    <a:pt x="535" y="48"/>
                  </a:lnTo>
                  <a:lnTo>
                    <a:pt x="571" y="27"/>
                  </a:lnTo>
                  <a:lnTo>
                    <a:pt x="610" y="13"/>
                  </a:lnTo>
                  <a:lnTo>
                    <a:pt x="651" y="4"/>
                  </a:lnTo>
                  <a:lnTo>
                    <a:pt x="6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5" name="Freeform 368">
              <a:extLst>
                <a:ext uri="{FF2B5EF4-FFF2-40B4-BE49-F238E27FC236}">
                  <a16:creationId xmlns:a16="http://schemas.microsoft.com/office/drawing/2014/main" id="{49A52BCD-02A8-4855-857E-156610E7C2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13700" y="3173413"/>
              <a:ext cx="493713" cy="374650"/>
            </a:xfrm>
            <a:custGeom>
              <a:avLst/>
              <a:gdLst>
                <a:gd name="T0" fmla="*/ 1960 w 3426"/>
                <a:gd name="T1" fmla="*/ 1814 h 2593"/>
                <a:gd name="T2" fmla="*/ 1922 w 3426"/>
                <a:gd name="T3" fmla="*/ 1894 h 2593"/>
                <a:gd name="T4" fmla="*/ 1960 w 3426"/>
                <a:gd name="T5" fmla="*/ 1974 h 2593"/>
                <a:gd name="T6" fmla="*/ 3020 w 3426"/>
                <a:gd name="T7" fmla="*/ 1996 h 2593"/>
                <a:gd name="T8" fmla="*/ 3100 w 3426"/>
                <a:gd name="T9" fmla="*/ 1958 h 2593"/>
                <a:gd name="T10" fmla="*/ 3121 w 3426"/>
                <a:gd name="T11" fmla="*/ 1870 h 2593"/>
                <a:gd name="T12" fmla="*/ 3066 w 3426"/>
                <a:gd name="T13" fmla="*/ 1802 h 2593"/>
                <a:gd name="T14" fmla="*/ 2024 w 3426"/>
                <a:gd name="T15" fmla="*/ 1394 h 2593"/>
                <a:gd name="T16" fmla="*/ 1944 w 3426"/>
                <a:gd name="T17" fmla="*/ 1432 h 2593"/>
                <a:gd name="T18" fmla="*/ 1924 w 3426"/>
                <a:gd name="T19" fmla="*/ 1519 h 2593"/>
                <a:gd name="T20" fmla="*/ 1979 w 3426"/>
                <a:gd name="T21" fmla="*/ 1588 h 2593"/>
                <a:gd name="T22" fmla="*/ 3044 w 3426"/>
                <a:gd name="T23" fmla="*/ 1595 h 2593"/>
                <a:gd name="T24" fmla="*/ 3113 w 3426"/>
                <a:gd name="T25" fmla="*/ 1541 h 2593"/>
                <a:gd name="T26" fmla="*/ 3113 w 3426"/>
                <a:gd name="T27" fmla="*/ 1451 h 2593"/>
                <a:gd name="T28" fmla="*/ 3044 w 3426"/>
                <a:gd name="T29" fmla="*/ 1396 h 2593"/>
                <a:gd name="T30" fmla="*/ 2001 w 3426"/>
                <a:gd name="T31" fmla="*/ 998 h 2593"/>
                <a:gd name="T32" fmla="*/ 1932 w 3426"/>
                <a:gd name="T33" fmla="*/ 1053 h 2593"/>
                <a:gd name="T34" fmla="*/ 1932 w 3426"/>
                <a:gd name="T35" fmla="*/ 1142 h 2593"/>
                <a:gd name="T36" fmla="*/ 2001 w 3426"/>
                <a:gd name="T37" fmla="*/ 1197 h 2593"/>
                <a:gd name="T38" fmla="*/ 2468 w 3426"/>
                <a:gd name="T39" fmla="*/ 1190 h 2593"/>
                <a:gd name="T40" fmla="*/ 2523 w 3426"/>
                <a:gd name="T41" fmla="*/ 1121 h 2593"/>
                <a:gd name="T42" fmla="*/ 2503 w 3426"/>
                <a:gd name="T43" fmla="*/ 1033 h 2593"/>
                <a:gd name="T44" fmla="*/ 2423 w 3426"/>
                <a:gd name="T45" fmla="*/ 995 h 2593"/>
                <a:gd name="T46" fmla="*/ 406 w 3426"/>
                <a:gd name="T47" fmla="*/ 747 h 2593"/>
                <a:gd name="T48" fmla="*/ 363 w 3426"/>
                <a:gd name="T49" fmla="*/ 820 h 2593"/>
                <a:gd name="T50" fmla="*/ 388 w 3426"/>
                <a:gd name="T51" fmla="*/ 2156 h 2593"/>
                <a:gd name="T52" fmla="*/ 1583 w 3426"/>
                <a:gd name="T53" fmla="*/ 2181 h 2593"/>
                <a:gd name="T54" fmla="*/ 1657 w 3426"/>
                <a:gd name="T55" fmla="*/ 2138 h 2593"/>
                <a:gd name="T56" fmla="*/ 1665 w 3426"/>
                <a:gd name="T57" fmla="*/ 798 h 2593"/>
                <a:gd name="T58" fmla="*/ 1606 w 3426"/>
                <a:gd name="T59" fmla="*/ 739 h 2593"/>
                <a:gd name="T60" fmla="*/ 813 w 3426"/>
                <a:gd name="T61" fmla="*/ 0 h 2593"/>
                <a:gd name="T62" fmla="*/ 836 w 3426"/>
                <a:gd name="T63" fmla="*/ 565 h 2593"/>
                <a:gd name="T64" fmla="*/ 916 w 3426"/>
                <a:gd name="T65" fmla="*/ 603 h 2593"/>
                <a:gd name="T66" fmla="*/ 2574 w 3426"/>
                <a:gd name="T67" fmla="*/ 580 h 2593"/>
                <a:gd name="T68" fmla="*/ 2612 w 3426"/>
                <a:gd name="T69" fmla="*/ 500 h 2593"/>
                <a:gd name="T70" fmla="*/ 3180 w 3426"/>
                <a:gd name="T71" fmla="*/ 12 h 2593"/>
                <a:gd name="T72" fmla="*/ 3328 w 3426"/>
                <a:gd name="T73" fmla="*/ 97 h 2593"/>
                <a:gd name="T74" fmla="*/ 3414 w 3426"/>
                <a:gd name="T75" fmla="*/ 245 h 2593"/>
                <a:gd name="T76" fmla="*/ 3423 w 3426"/>
                <a:gd name="T77" fmla="*/ 2305 h 2593"/>
                <a:gd name="T78" fmla="*/ 3356 w 3426"/>
                <a:gd name="T79" fmla="*/ 2464 h 2593"/>
                <a:gd name="T80" fmla="*/ 3222 w 3426"/>
                <a:gd name="T81" fmla="*/ 2567 h 2593"/>
                <a:gd name="T82" fmla="*/ 334 w 3426"/>
                <a:gd name="T83" fmla="*/ 2593 h 2593"/>
                <a:gd name="T84" fmla="*/ 165 w 3426"/>
                <a:gd name="T85" fmla="*/ 2548 h 2593"/>
                <a:gd name="T86" fmla="*/ 46 w 3426"/>
                <a:gd name="T87" fmla="*/ 2428 h 2593"/>
                <a:gd name="T88" fmla="*/ 0 w 3426"/>
                <a:gd name="T89" fmla="*/ 2260 h 2593"/>
                <a:gd name="T90" fmla="*/ 26 w 3426"/>
                <a:gd name="T91" fmla="*/ 204 h 2593"/>
                <a:gd name="T92" fmla="*/ 130 w 3426"/>
                <a:gd name="T93" fmla="*/ 69 h 2593"/>
                <a:gd name="T94" fmla="*/ 289 w 3426"/>
                <a:gd name="T95" fmla="*/ 3 h 2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426" h="2593">
                  <a:moveTo>
                    <a:pt x="2024" y="1791"/>
                  </a:moveTo>
                  <a:lnTo>
                    <a:pt x="2001" y="1794"/>
                  </a:lnTo>
                  <a:lnTo>
                    <a:pt x="1979" y="1802"/>
                  </a:lnTo>
                  <a:lnTo>
                    <a:pt x="1960" y="1814"/>
                  </a:lnTo>
                  <a:lnTo>
                    <a:pt x="1944" y="1830"/>
                  </a:lnTo>
                  <a:lnTo>
                    <a:pt x="1932" y="1849"/>
                  </a:lnTo>
                  <a:lnTo>
                    <a:pt x="1924" y="1870"/>
                  </a:lnTo>
                  <a:lnTo>
                    <a:pt x="1922" y="1894"/>
                  </a:lnTo>
                  <a:lnTo>
                    <a:pt x="1924" y="1917"/>
                  </a:lnTo>
                  <a:lnTo>
                    <a:pt x="1932" y="1939"/>
                  </a:lnTo>
                  <a:lnTo>
                    <a:pt x="1944" y="1958"/>
                  </a:lnTo>
                  <a:lnTo>
                    <a:pt x="1960" y="1974"/>
                  </a:lnTo>
                  <a:lnTo>
                    <a:pt x="1979" y="1986"/>
                  </a:lnTo>
                  <a:lnTo>
                    <a:pt x="2001" y="1994"/>
                  </a:lnTo>
                  <a:lnTo>
                    <a:pt x="2024" y="1996"/>
                  </a:lnTo>
                  <a:lnTo>
                    <a:pt x="3020" y="1996"/>
                  </a:lnTo>
                  <a:lnTo>
                    <a:pt x="3044" y="1994"/>
                  </a:lnTo>
                  <a:lnTo>
                    <a:pt x="3066" y="1986"/>
                  </a:lnTo>
                  <a:lnTo>
                    <a:pt x="3085" y="1974"/>
                  </a:lnTo>
                  <a:lnTo>
                    <a:pt x="3100" y="1958"/>
                  </a:lnTo>
                  <a:lnTo>
                    <a:pt x="3113" y="1939"/>
                  </a:lnTo>
                  <a:lnTo>
                    <a:pt x="3121" y="1917"/>
                  </a:lnTo>
                  <a:lnTo>
                    <a:pt x="3123" y="1894"/>
                  </a:lnTo>
                  <a:lnTo>
                    <a:pt x="3121" y="1870"/>
                  </a:lnTo>
                  <a:lnTo>
                    <a:pt x="3113" y="1849"/>
                  </a:lnTo>
                  <a:lnTo>
                    <a:pt x="3100" y="1830"/>
                  </a:lnTo>
                  <a:lnTo>
                    <a:pt x="3085" y="1814"/>
                  </a:lnTo>
                  <a:lnTo>
                    <a:pt x="3066" y="1802"/>
                  </a:lnTo>
                  <a:lnTo>
                    <a:pt x="3044" y="1794"/>
                  </a:lnTo>
                  <a:lnTo>
                    <a:pt x="3020" y="1791"/>
                  </a:lnTo>
                  <a:lnTo>
                    <a:pt x="2024" y="1791"/>
                  </a:lnTo>
                  <a:close/>
                  <a:moveTo>
                    <a:pt x="2024" y="1394"/>
                  </a:moveTo>
                  <a:lnTo>
                    <a:pt x="2001" y="1396"/>
                  </a:lnTo>
                  <a:lnTo>
                    <a:pt x="1979" y="1404"/>
                  </a:lnTo>
                  <a:lnTo>
                    <a:pt x="1960" y="1415"/>
                  </a:lnTo>
                  <a:lnTo>
                    <a:pt x="1944" y="1432"/>
                  </a:lnTo>
                  <a:lnTo>
                    <a:pt x="1932" y="1451"/>
                  </a:lnTo>
                  <a:lnTo>
                    <a:pt x="1924" y="1473"/>
                  </a:lnTo>
                  <a:lnTo>
                    <a:pt x="1922" y="1495"/>
                  </a:lnTo>
                  <a:lnTo>
                    <a:pt x="1924" y="1519"/>
                  </a:lnTo>
                  <a:lnTo>
                    <a:pt x="1932" y="1541"/>
                  </a:lnTo>
                  <a:lnTo>
                    <a:pt x="1944" y="1560"/>
                  </a:lnTo>
                  <a:lnTo>
                    <a:pt x="1960" y="1575"/>
                  </a:lnTo>
                  <a:lnTo>
                    <a:pt x="1979" y="1588"/>
                  </a:lnTo>
                  <a:lnTo>
                    <a:pt x="2001" y="1595"/>
                  </a:lnTo>
                  <a:lnTo>
                    <a:pt x="2024" y="1598"/>
                  </a:lnTo>
                  <a:lnTo>
                    <a:pt x="3020" y="1598"/>
                  </a:lnTo>
                  <a:lnTo>
                    <a:pt x="3044" y="1595"/>
                  </a:lnTo>
                  <a:lnTo>
                    <a:pt x="3066" y="1588"/>
                  </a:lnTo>
                  <a:lnTo>
                    <a:pt x="3085" y="1575"/>
                  </a:lnTo>
                  <a:lnTo>
                    <a:pt x="3100" y="1560"/>
                  </a:lnTo>
                  <a:lnTo>
                    <a:pt x="3113" y="1541"/>
                  </a:lnTo>
                  <a:lnTo>
                    <a:pt x="3121" y="1519"/>
                  </a:lnTo>
                  <a:lnTo>
                    <a:pt x="3123" y="1495"/>
                  </a:lnTo>
                  <a:lnTo>
                    <a:pt x="3121" y="1473"/>
                  </a:lnTo>
                  <a:lnTo>
                    <a:pt x="3113" y="1451"/>
                  </a:lnTo>
                  <a:lnTo>
                    <a:pt x="3100" y="1432"/>
                  </a:lnTo>
                  <a:lnTo>
                    <a:pt x="3085" y="1415"/>
                  </a:lnTo>
                  <a:lnTo>
                    <a:pt x="3066" y="1404"/>
                  </a:lnTo>
                  <a:lnTo>
                    <a:pt x="3044" y="1396"/>
                  </a:lnTo>
                  <a:lnTo>
                    <a:pt x="3020" y="1394"/>
                  </a:lnTo>
                  <a:lnTo>
                    <a:pt x="2024" y="1394"/>
                  </a:lnTo>
                  <a:close/>
                  <a:moveTo>
                    <a:pt x="2024" y="995"/>
                  </a:moveTo>
                  <a:lnTo>
                    <a:pt x="2001" y="998"/>
                  </a:lnTo>
                  <a:lnTo>
                    <a:pt x="1979" y="1005"/>
                  </a:lnTo>
                  <a:lnTo>
                    <a:pt x="1960" y="1018"/>
                  </a:lnTo>
                  <a:lnTo>
                    <a:pt x="1944" y="1033"/>
                  </a:lnTo>
                  <a:lnTo>
                    <a:pt x="1932" y="1053"/>
                  </a:lnTo>
                  <a:lnTo>
                    <a:pt x="1924" y="1074"/>
                  </a:lnTo>
                  <a:lnTo>
                    <a:pt x="1922" y="1098"/>
                  </a:lnTo>
                  <a:lnTo>
                    <a:pt x="1924" y="1121"/>
                  </a:lnTo>
                  <a:lnTo>
                    <a:pt x="1932" y="1142"/>
                  </a:lnTo>
                  <a:lnTo>
                    <a:pt x="1944" y="1162"/>
                  </a:lnTo>
                  <a:lnTo>
                    <a:pt x="1960" y="1178"/>
                  </a:lnTo>
                  <a:lnTo>
                    <a:pt x="1979" y="1190"/>
                  </a:lnTo>
                  <a:lnTo>
                    <a:pt x="2001" y="1197"/>
                  </a:lnTo>
                  <a:lnTo>
                    <a:pt x="2024" y="1200"/>
                  </a:lnTo>
                  <a:lnTo>
                    <a:pt x="2423" y="1200"/>
                  </a:lnTo>
                  <a:lnTo>
                    <a:pt x="2446" y="1197"/>
                  </a:lnTo>
                  <a:lnTo>
                    <a:pt x="2468" y="1190"/>
                  </a:lnTo>
                  <a:lnTo>
                    <a:pt x="2487" y="1178"/>
                  </a:lnTo>
                  <a:lnTo>
                    <a:pt x="2503" y="1162"/>
                  </a:lnTo>
                  <a:lnTo>
                    <a:pt x="2515" y="1142"/>
                  </a:lnTo>
                  <a:lnTo>
                    <a:pt x="2523" y="1121"/>
                  </a:lnTo>
                  <a:lnTo>
                    <a:pt x="2525" y="1098"/>
                  </a:lnTo>
                  <a:lnTo>
                    <a:pt x="2523" y="1074"/>
                  </a:lnTo>
                  <a:lnTo>
                    <a:pt x="2515" y="1053"/>
                  </a:lnTo>
                  <a:lnTo>
                    <a:pt x="2503" y="1033"/>
                  </a:lnTo>
                  <a:lnTo>
                    <a:pt x="2487" y="1018"/>
                  </a:lnTo>
                  <a:lnTo>
                    <a:pt x="2468" y="1005"/>
                  </a:lnTo>
                  <a:lnTo>
                    <a:pt x="2446" y="998"/>
                  </a:lnTo>
                  <a:lnTo>
                    <a:pt x="2423" y="995"/>
                  </a:lnTo>
                  <a:lnTo>
                    <a:pt x="2024" y="995"/>
                  </a:lnTo>
                  <a:close/>
                  <a:moveTo>
                    <a:pt x="448" y="736"/>
                  </a:moveTo>
                  <a:lnTo>
                    <a:pt x="425" y="739"/>
                  </a:lnTo>
                  <a:lnTo>
                    <a:pt x="406" y="747"/>
                  </a:lnTo>
                  <a:lnTo>
                    <a:pt x="388" y="761"/>
                  </a:lnTo>
                  <a:lnTo>
                    <a:pt x="374" y="778"/>
                  </a:lnTo>
                  <a:lnTo>
                    <a:pt x="366" y="798"/>
                  </a:lnTo>
                  <a:lnTo>
                    <a:pt x="363" y="820"/>
                  </a:lnTo>
                  <a:lnTo>
                    <a:pt x="363" y="2096"/>
                  </a:lnTo>
                  <a:lnTo>
                    <a:pt x="366" y="2119"/>
                  </a:lnTo>
                  <a:lnTo>
                    <a:pt x="374" y="2138"/>
                  </a:lnTo>
                  <a:lnTo>
                    <a:pt x="388" y="2156"/>
                  </a:lnTo>
                  <a:lnTo>
                    <a:pt x="406" y="2170"/>
                  </a:lnTo>
                  <a:lnTo>
                    <a:pt x="425" y="2178"/>
                  </a:lnTo>
                  <a:lnTo>
                    <a:pt x="448" y="2181"/>
                  </a:lnTo>
                  <a:lnTo>
                    <a:pt x="1583" y="2181"/>
                  </a:lnTo>
                  <a:lnTo>
                    <a:pt x="1606" y="2178"/>
                  </a:lnTo>
                  <a:lnTo>
                    <a:pt x="1626" y="2170"/>
                  </a:lnTo>
                  <a:lnTo>
                    <a:pt x="1643" y="2156"/>
                  </a:lnTo>
                  <a:lnTo>
                    <a:pt x="1657" y="2138"/>
                  </a:lnTo>
                  <a:lnTo>
                    <a:pt x="1665" y="2119"/>
                  </a:lnTo>
                  <a:lnTo>
                    <a:pt x="1668" y="2096"/>
                  </a:lnTo>
                  <a:lnTo>
                    <a:pt x="1668" y="820"/>
                  </a:lnTo>
                  <a:lnTo>
                    <a:pt x="1665" y="798"/>
                  </a:lnTo>
                  <a:lnTo>
                    <a:pt x="1657" y="778"/>
                  </a:lnTo>
                  <a:lnTo>
                    <a:pt x="1643" y="761"/>
                  </a:lnTo>
                  <a:lnTo>
                    <a:pt x="1626" y="747"/>
                  </a:lnTo>
                  <a:lnTo>
                    <a:pt x="1606" y="739"/>
                  </a:lnTo>
                  <a:lnTo>
                    <a:pt x="1583" y="736"/>
                  </a:lnTo>
                  <a:lnTo>
                    <a:pt x="448" y="736"/>
                  </a:lnTo>
                  <a:close/>
                  <a:moveTo>
                    <a:pt x="334" y="0"/>
                  </a:moveTo>
                  <a:lnTo>
                    <a:pt x="813" y="0"/>
                  </a:lnTo>
                  <a:lnTo>
                    <a:pt x="813" y="500"/>
                  </a:lnTo>
                  <a:lnTo>
                    <a:pt x="816" y="524"/>
                  </a:lnTo>
                  <a:lnTo>
                    <a:pt x="824" y="546"/>
                  </a:lnTo>
                  <a:lnTo>
                    <a:pt x="836" y="565"/>
                  </a:lnTo>
                  <a:lnTo>
                    <a:pt x="852" y="580"/>
                  </a:lnTo>
                  <a:lnTo>
                    <a:pt x="870" y="593"/>
                  </a:lnTo>
                  <a:lnTo>
                    <a:pt x="892" y="600"/>
                  </a:lnTo>
                  <a:lnTo>
                    <a:pt x="916" y="603"/>
                  </a:lnTo>
                  <a:lnTo>
                    <a:pt x="2511" y="603"/>
                  </a:lnTo>
                  <a:lnTo>
                    <a:pt x="2533" y="600"/>
                  </a:lnTo>
                  <a:lnTo>
                    <a:pt x="2555" y="593"/>
                  </a:lnTo>
                  <a:lnTo>
                    <a:pt x="2574" y="580"/>
                  </a:lnTo>
                  <a:lnTo>
                    <a:pt x="2591" y="565"/>
                  </a:lnTo>
                  <a:lnTo>
                    <a:pt x="2602" y="546"/>
                  </a:lnTo>
                  <a:lnTo>
                    <a:pt x="2610" y="524"/>
                  </a:lnTo>
                  <a:lnTo>
                    <a:pt x="2612" y="500"/>
                  </a:lnTo>
                  <a:lnTo>
                    <a:pt x="2612" y="0"/>
                  </a:lnTo>
                  <a:lnTo>
                    <a:pt x="3092" y="0"/>
                  </a:lnTo>
                  <a:lnTo>
                    <a:pt x="3138" y="3"/>
                  </a:lnTo>
                  <a:lnTo>
                    <a:pt x="3180" y="12"/>
                  </a:lnTo>
                  <a:lnTo>
                    <a:pt x="3222" y="26"/>
                  </a:lnTo>
                  <a:lnTo>
                    <a:pt x="3260" y="45"/>
                  </a:lnTo>
                  <a:lnTo>
                    <a:pt x="3296" y="69"/>
                  </a:lnTo>
                  <a:lnTo>
                    <a:pt x="3328" y="97"/>
                  </a:lnTo>
                  <a:lnTo>
                    <a:pt x="3356" y="129"/>
                  </a:lnTo>
                  <a:lnTo>
                    <a:pt x="3381" y="165"/>
                  </a:lnTo>
                  <a:lnTo>
                    <a:pt x="3400" y="204"/>
                  </a:lnTo>
                  <a:lnTo>
                    <a:pt x="3414" y="245"/>
                  </a:lnTo>
                  <a:lnTo>
                    <a:pt x="3423" y="288"/>
                  </a:lnTo>
                  <a:lnTo>
                    <a:pt x="3426" y="333"/>
                  </a:lnTo>
                  <a:lnTo>
                    <a:pt x="3426" y="2260"/>
                  </a:lnTo>
                  <a:lnTo>
                    <a:pt x="3423" y="2305"/>
                  </a:lnTo>
                  <a:lnTo>
                    <a:pt x="3414" y="2348"/>
                  </a:lnTo>
                  <a:lnTo>
                    <a:pt x="3400" y="2390"/>
                  </a:lnTo>
                  <a:lnTo>
                    <a:pt x="3380" y="2428"/>
                  </a:lnTo>
                  <a:lnTo>
                    <a:pt x="3356" y="2464"/>
                  </a:lnTo>
                  <a:lnTo>
                    <a:pt x="3328" y="2496"/>
                  </a:lnTo>
                  <a:lnTo>
                    <a:pt x="3296" y="2524"/>
                  </a:lnTo>
                  <a:lnTo>
                    <a:pt x="3260" y="2548"/>
                  </a:lnTo>
                  <a:lnTo>
                    <a:pt x="3222" y="2567"/>
                  </a:lnTo>
                  <a:lnTo>
                    <a:pt x="3180" y="2582"/>
                  </a:lnTo>
                  <a:lnTo>
                    <a:pt x="3138" y="2590"/>
                  </a:lnTo>
                  <a:lnTo>
                    <a:pt x="3092" y="2593"/>
                  </a:lnTo>
                  <a:lnTo>
                    <a:pt x="334" y="2593"/>
                  </a:lnTo>
                  <a:lnTo>
                    <a:pt x="289" y="2590"/>
                  </a:lnTo>
                  <a:lnTo>
                    <a:pt x="245" y="2582"/>
                  </a:lnTo>
                  <a:lnTo>
                    <a:pt x="204" y="2567"/>
                  </a:lnTo>
                  <a:lnTo>
                    <a:pt x="165" y="2548"/>
                  </a:lnTo>
                  <a:lnTo>
                    <a:pt x="130" y="2524"/>
                  </a:lnTo>
                  <a:lnTo>
                    <a:pt x="98" y="2496"/>
                  </a:lnTo>
                  <a:lnTo>
                    <a:pt x="70" y="2464"/>
                  </a:lnTo>
                  <a:lnTo>
                    <a:pt x="46" y="2428"/>
                  </a:lnTo>
                  <a:lnTo>
                    <a:pt x="26" y="2390"/>
                  </a:lnTo>
                  <a:lnTo>
                    <a:pt x="11" y="2348"/>
                  </a:lnTo>
                  <a:lnTo>
                    <a:pt x="3" y="2305"/>
                  </a:lnTo>
                  <a:lnTo>
                    <a:pt x="0" y="2260"/>
                  </a:lnTo>
                  <a:lnTo>
                    <a:pt x="0" y="333"/>
                  </a:lnTo>
                  <a:lnTo>
                    <a:pt x="3" y="288"/>
                  </a:lnTo>
                  <a:lnTo>
                    <a:pt x="11" y="245"/>
                  </a:lnTo>
                  <a:lnTo>
                    <a:pt x="26" y="204"/>
                  </a:lnTo>
                  <a:lnTo>
                    <a:pt x="46" y="165"/>
                  </a:lnTo>
                  <a:lnTo>
                    <a:pt x="70" y="129"/>
                  </a:lnTo>
                  <a:lnTo>
                    <a:pt x="98" y="97"/>
                  </a:lnTo>
                  <a:lnTo>
                    <a:pt x="130" y="69"/>
                  </a:lnTo>
                  <a:lnTo>
                    <a:pt x="165" y="45"/>
                  </a:lnTo>
                  <a:lnTo>
                    <a:pt x="204" y="26"/>
                  </a:lnTo>
                  <a:lnTo>
                    <a:pt x="245" y="12"/>
                  </a:lnTo>
                  <a:lnTo>
                    <a:pt x="289" y="3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4E74DD2-9599-4949-8EB4-3E78816BA308}"/>
              </a:ext>
            </a:extLst>
          </p:cNvPr>
          <p:cNvGrpSpPr/>
          <p:nvPr/>
        </p:nvGrpSpPr>
        <p:grpSpPr>
          <a:xfrm>
            <a:off x="7189805" y="5856645"/>
            <a:ext cx="358361" cy="375140"/>
            <a:chOff x="8686800" y="3067050"/>
            <a:chExt cx="474663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7" name="Freeform 373">
              <a:extLst>
                <a:ext uri="{FF2B5EF4-FFF2-40B4-BE49-F238E27FC236}">
                  <a16:creationId xmlns:a16="http://schemas.microsoft.com/office/drawing/2014/main" id="{275E8AE2-C832-45C5-A19B-4DD17ECB2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8713" y="3067050"/>
              <a:ext cx="350838" cy="106363"/>
            </a:xfrm>
            <a:custGeom>
              <a:avLst/>
              <a:gdLst>
                <a:gd name="T0" fmla="*/ 1308 w 2428"/>
                <a:gd name="T1" fmla="*/ 2 h 733"/>
                <a:gd name="T2" fmla="*/ 1493 w 2428"/>
                <a:gd name="T3" fmla="*/ 25 h 733"/>
                <a:gd name="T4" fmla="*/ 1670 w 2428"/>
                <a:gd name="T5" fmla="*/ 70 h 733"/>
                <a:gd name="T6" fmla="*/ 1841 w 2428"/>
                <a:gd name="T7" fmla="*/ 135 h 733"/>
                <a:gd name="T8" fmla="*/ 2001 w 2428"/>
                <a:gd name="T9" fmla="*/ 222 h 733"/>
                <a:gd name="T10" fmla="*/ 2151 w 2428"/>
                <a:gd name="T11" fmla="*/ 327 h 733"/>
                <a:gd name="T12" fmla="*/ 2287 w 2428"/>
                <a:gd name="T13" fmla="*/ 451 h 733"/>
                <a:gd name="T14" fmla="*/ 2411 w 2428"/>
                <a:gd name="T15" fmla="*/ 594 h 733"/>
                <a:gd name="T16" fmla="*/ 2426 w 2428"/>
                <a:gd name="T17" fmla="*/ 629 h 733"/>
                <a:gd name="T18" fmla="*/ 2425 w 2428"/>
                <a:gd name="T19" fmla="*/ 667 h 733"/>
                <a:gd name="T20" fmla="*/ 2409 w 2428"/>
                <a:gd name="T21" fmla="*/ 702 h 733"/>
                <a:gd name="T22" fmla="*/ 2377 w 2428"/>
                <a:gd name="T23" fmla="*/ 725 h 733"/>
                <a:gd name="T24" fmla="*/ 2342 w 2428"/>
                <a:gd name="T25" fmla="*/ 733 h 733"/>
                <a:gd name="T26" fmla="*/ 2304 w 2428"/>
                <a:gd name="T27" fmla="*/ 725 h 733"/>
                <a:gd name="T28" fmla="*/ 2273 w 2428"/>
                <a:gd name="T29" fmla="*/ 698 h 733"/>
                <a:gd name="T30" fmla="*/ 2164 w 2428"/>
                <a:gd name="T31" fmla="*/ 573 h 733"/>
                <a:gd name="T32" fmla="*/ 2043 w 2428"/>
                <a:gd name="T33" fmla="*/ 463 h 733"/>
                <a:gd name="T34" fmla="*/ 1911 w 2428"/>
                <a:gd name="T35" fmla="*/ 370 h 733"/>
                <a:gd name="T36" fmla="*/ 1769 w 2428"/>
                <a:gd name="T37" fmla="*/ 293 h 733"/>
                <a:gd name="T38" fmla="*/ 1618 w 2428"/>
                <a:gd name="T39" fmla="*/ 235 h 733"/>
                <a:gd name="T40" fmla="*/ 1461 w 2428"/>
                <a:gd name="T41" fmla="*/ 195 h 733"/>
                <a:gd name="T42" fmla="*/ 1298 w 2428"/>
                <a:gd name="T43" fmla="*/ 175 h 733"/>
                <a:gd name="T44" fmla="*/ 1131 w 2428"/>
                <a:gd name="T45" fmla="*/ 175 h 733"/>
                <a:gd name="T46" fmla="*/ 968 w 2428"/>
                <a:gd name="T47" fmla="*/ 195 h 733"/>
                <a:gd name="T48" fmla="*/ 810 w 2428"/>
                <a:gd name="T49" fmla="*/ 235 h 733"/>
                <a:gd name="T50" fmla="*/ 660 w 2428"/>
                <a:gd name="T51" fmla="*/ 293 h 733"/>
                <a:gd name="T52" fmla="*/ 517 w 2428"/>
                <a:gd name="T53" fmla="*/ 370 h 733"/>
                <a:gd name="T54" fmla="*/ 384 w 2428"/>
                <a:gd name="T55" fmla="*/ 463 h 733"/>
                <a:gd name="T56" fmla="*/ 263 w 2428"/>
                <a:gd name="T57" fmla="*/ 573 h 733"/>
                <a:gd name="T58" fmla="*/ 155 w 2428"/>
                <a:gd name="T59" fmla="*/ 698 h 733"/>
                <a:gd name="T60" fmla="*/ 125 w 2428"/>
                <a:gd name="T61" fmla="*/ 723 h 733"/>
                <a:gd name="T62" fmla="*/ 89 w 2428"/>
                <a:gd name="T63" fmla="*/ 733 h 733"/>
                <a:gd name="T64" fmla="*/ 51 w 2428"/>
                <a:gd name="T65" fmla="*/ 726 h 733"/>
                <a:gd name="T66" fmla="*/ 20 w 2428"/>
                <a:gd name="T67" fmla="*/ 702 h 733"/>
                <a:gd name="T68" fmla="*/ 2 w 2428"/>
                <a:gd name="T69" fmla="*/ 667 h 733"/>
                <a:gd name="T70" fmla="*/ 2 w 2428"/>
                <a:gd name="T71" fmla="*/ 629 h 733"/>
                <a:gd name="T72" fmla="*/ 18 w 2428"/>
                <a:gd name="T73" fmla="*/ 594 h 733"/>
                <a:gd name="T74" fmla="*/ 140 w 2428"/>
                <a:gd name="T75" fmla="*/ 451 h 733"/>
                <a:gd name="T76" fmla="*/ 278 w 2428"/>
                <a:gd name="T77" fmla="*/ 327 h 733"/>
                <a:gd name="T78" fmla="*/ 427 w 2428"/>
                <a:gd name="T79" fmla="*/ 222 h 733"/>
                <a:gd name="T80" fmla="*/ 588 w 2428"/>
                <a:gd name="T81" fmla="*/ 135 h 733"/>
                <a:gd name="T82" fmla="*/ 758 w 2428"/>
                <a:gd name="T83" fmla="*/ 70 h 733"/>
                <a:gd name="T84" fmla="*/ 936 w 2428"/>
                <a:gd name="T85" fmla="*/ 25 h 733"/>
                <a:gd name="T86" fmla="*/ 1120 w 2428"/>
                <a:gd name="T87" fmla="*/ 2 h 7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28" h="733">
                  <a:moveTo>
                    <a:pt x="1214" y="0"/>
                  </a:moveTo>
                  <a:lnTo>
                    <a:pt x="1308" y="2"/>
                  </a:lnTo>
                  <a:lnTo>
                    <a:pt x="1401" y="11"/>
                  </a:lnTo>
                  <a:lnTo>
                    <a:pt x="1493" y="25"/>
                  </a:lnTo>
                  <a:lnTo>
                    <a:pt x="1583" y="45"/>
                  </a:lnTo>
                  <a:lnTo>
                    <a:pt x="1670" y="70"/>
                  </a:lnTo>
                  <a:lnTo>
                    <a:pt x="1757" y="100"/>
                  </a:lnTo>
                  <a:lnTo>
                    <a:pt x="1841" y="135"/>
                  </a:lnTo>
                  <a:lnTo>
                    <a:pt x="1922" y="176"/>
                  </a:lnTo>
                  <a:lnTo>
                    <a:pt x="2001" y="222"/>
                  </a:lnTo>
                  <a:lnTo>
                    <a:pt x="2078" y="272"/>
                  </a:lnTo>
                  <a:lnTo>
                    <a:pt x="2151" y="327"/>
                  </a:lnTo>
                  <a:lnTo>
                    <a:pt x="2221" y="388"/>
                  </a:lnTo>
                  <a:lnTo>
                    <a:pt x="2287" y="451"/>
                  </a:lnTo>
                  <a:lnTo>
                    <a:pt x="2351" y="520"/>
                  </a:lnTo>
                  <a:lnTo>
                    <a:pt x="2411" y="594"/>
                  </a:lnTo>
                  <a:lnTo>
                    <a:pt x="2421" y="611"/>
                  </a:lnTo>
                  <a:lnTo>
                    <a:pt x="2426" y="629"/>
                  </a:lnTo>
                  <a:lnTo>
                    <a:pt x="2428" y="648"/>
                  </a:lnTo>
                  <a:lnTo>
                    <a:pt x="2425" y="667"/>
                  </a:lnTo>
                  <a:lnTo>
                    <a:pt x="2419" y="685"/>
                  </a:lnTo>
                  <a:lnTo>
                    <a:pt x="2409" y="702"/>
                  </a:lnTo>
                  <a:lnTo>
                    <a:pt x="2394" y="715"/>
                  </a:lnTo>
                  <a:lnTo>
                    <a:pt x="2377" y="725"/>
                  </a:lnTo>
                  <a:lnTo>
                    <a:pt x="2361" y="731"/>
                  </a:lnTo>
                  <a:lnTo>
                    <a:pt x="2342" y="733"/>
                  </a:lnTo>
                  <a:lnTo>
                    <a:pt x="2323" y="731"/>
                  </a:lnTo>
                  <a:lnTo>
                    <a:pt x="2304" y="725"/>
                  </a:lnTo>
                  <a:lnTo>
                    <a:pt x="2287" y="713"/>
                  </a:lnTo>
                  <a:lnTo>
                    <a:pt x="2273" y="698"/>
                  </a:lnTo>
                  <a:lnTo>
                    <a:pt x="2221" y="633"/>
                  </a:lnTo>
                  <a:lnTo>
                    <a:pt x="2164" y="573"/>
                  </a:lnTo>
                  <a:lnTo>
                    <a:pt x="2106" y="515"/>
                  </a:lnTo>
                  <a:lnTo>
                    <a:pt x="2043" y="463"/>
                  </a:lnTo>
                  <a:lnTo>
                    <a:pt x="1978" y="414"/>
                  </a:lnTo>
                  <a:lnTo>
                    <a:pt x="1911" y="370"/>
                  </a:lnTo>
                  <a:lnTo>
                    <a:pt x="1841" y="329"/>
                  </a:lnTo>
                  <a:lnTo>
                    <a:pt x="1769" y="293"/>
                  </a:lnTo>
                  <a:lnTo>
                    <a:pt x="1694" y="262"/>
                  </a:lnTo>
                  <a:lnTo>
                    <a:pt x="1618" y="235"/>
                  </a:lnTo>
                  <a:lnTo>
                    <a:pt x="1540" y="213"/>
                  </a:lnTo>
                  <a:lnTo>
                    <a:pt x="1461" y="195"/>
                  </a:lnTo>
                  <a:lnTo>
                    <a:pt x="1379" y="182"/>
                  </a:lnTo>
                  <a:lnTo>
                    <a:pt x="1298" y="175"/>
                  </a:lnTo>
                  <a:lnTo>
                    <a:pt x="1214" y="173"/>
                  </a:lnTo>
                  <a:lnTo>
                    <a:pt x="1131" y="175"/>
                  </a:lnTo>
                  <a:lnTo>
                    <a:pt x="1048" y="182"/>
                  </a:lnTo>
                  <a:lnTo>
                    <a:pt x="968" y="195"/>
                  </a:lnTo>
                  <a:lnTo>
                    <a:pt x="889" y="213"/>
                  </a:lnTo>
                  <a:lnTo>
                    <a:pt x="810" y="235"/>
                  </a:lnTo>
                  <a:lnTo>
                    <a:pt x="734" y="262"/>
                  </a:lnTo>
                  <a:lnTo>
                    <a:pt x="660" y="293"/>
                  </a:lnTo>
                  <a:lnTo>
                    <a:pt x="587" y="329"/>
                  </a:lnTo>
                  <a:lnTo>
                    <a:pt x="517" y="370"/>
                  </a:lnTo>
                  <a:lnTo>
                    <a:pt x="450" y="414"/>
                  </a:lnTo>
                  <a:lnTo>
                    <a:pt x="384" y="463"/>
                  </a:lnTo>
                  <a:lnTo>
                    <a:pt x="323" y="515"/>
                  </a:lnTo>
                  <a:lnTo>
                    <a:pt x="263" y="573"/>
                  </a:lnTo>
                  <a:lnTo>
                    <a:pt x="208" y="633"/>
                  </a:lnTo>
                  <a:lnTo>
                    <a:pt x="155" y="698"/>
                  </a:lnTo>
                  <a:lnTo>
                    <a:pt x="141" y="713"/>
                  </a:lnTo>
                  <a:lnTo>
                    <a:pt x="125" y="723"/>
                  </a:lnTo>
                  <a:lnTo>
                    <a:pt x="108" y="730"/>
                  </a:lnTo>
                  <a:lnTo>
                    <a:pt x="89" y="733"/>
                  </a:lnTo>
                  <a:lnTo>
                    <a:pt x="70" y="731"/>
                  </a:lnTo>
                  <a:lnTo>
                    <a:pt x="51" y="726"/>
                  </a:lnTo>
                  <a:lnTo>
                    <a:pt x="35" y="715"/>
                  </a:lnTo>
                  <a:lnTo>
                    <a:pt x="20" y="702"/>
                  </a:lnTo>
                  <a:lnTo>
                    <a:pt x="10" y="685"/>
                  </a:lnTo>
                  <a:lnTo>
                    <a:pt x="2" y="667"/>
                  </a:lnTo>
                  <a:lnTo>
                    <a:pt x="0" y="648"/>
                  </a:lnTo>
                  <a:lnTo>
                    <a:pt x="2" y="629"/>
                  </a:lnTo>
                  <a:lnTo>
                    <a:pt x="7" y="611"/>
                  </a:lnTo>
                  <a:lnTo>
                    <a:pt x="18" y="594"/>
                  </a:lnTo>
                  <a:lnTo>
                    <a:pt x="77" y="520"/>
                  </a:lnTo>
                  <a:lnTo>
                    <a:pt x="140" y="451"/>
                  </a:lnTo>
                  <a:lnTo>
                    <a:pt x="207" y="388"/>
                  </a:lnTo>
                  <a:lnTo>
                    <a:pt x="278" y="327"/>
                  </a:lnTo>
                  <a:lnTo>
                    <a:pt x="351" y="272"/>
                  </a:lnTo>
                  <a:lnTo>
                    <a:pt x="427" y="222"/>
                  </a:lnTo>
                  <a:lnTo>
                    <a:pt x="506" y="176"/>
                  </a:lnTo>
                  <a:lnTo>
                    <a:pt x="588" y="135"/>
                  </a:lnTo>
                  <a:lnTo>
                    <a:pt x="671" y="100"/>
                  </a:lnTo>
                  <a:lnTo>
                    <a:pt x="758" y="70"/>
                  </a:lnTo>
                  <a:lnTo>
                    <a:pt x="846" y="45"/>
                  </a:lnTo>
                  <a:lnTo>
                    <a:pt x="936" y="25"/>
                  </a:lnTo>
                  <a:lnTo>
                    <a:pt x="1027" y="11"/>
                  </a:lnTo>
                  <a:lnTo>
                    <a:pt x="1120" y="2"/>
                  </a:lnTo>
                  <a:lnTo>
                    <a:pt x="12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8" name="Freeform 374">
              <a:extLst>
                <a:ext uri="{FF2B5EF4-FFF2-40B4-BE49-F238E27FC236}">
                  <a16:creationId xmlns:a16="http://schemas.microsoft.com/office/drawing/2014/main" id="{297DEA2D-CEB9-45B3-B673-E66326AB0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56688" y="3198813"/>
              <a:ext cx="77788" cy="77788"/>
            </a:xfrm>
            <a:custGeom>
              <a:avLst/>
              <a:gdLst>
                <a:gd name="T0" fmla="*/ 270 w 540"/>
                <a:gd name="T1" fmla="*/ 0 h 540"/>
                <a:gd name="T2" fmla="*/ 310 w 540"/>
                <a:gd name="T3" fmla="*/ 3 h 540"/>
                <a:gd name="T4" fmla="*/ 348 w 540"/>
                <a:gd name="T5" fmla="*/ 11 h 540"/>
                <a:gd name="T6" fmla="*/ 383 w 540"/>
                <a:gd name="T7" fmla="*/ 25 h 540"/>
                <a:gd name="T8" fmla="*/ 416 w 540"/>
                <a:gd name="T9" fmla="*/ 43 h 540"/>
                <a:gd name="T10" fmla="*/ 447 w 540"/>
                <a:gd name="T11" fmla="*/ 66 h 540"/>
                <a:gd name="T12" fmla="*/ 473 w 540"/>
                <a:gd name="T13" fmla="*/ 93 h 540"/>
                <a:gd name="T14" fmla="*/ 496 w 540"/>
                <a:gd name="T15" fmla="*/ 122 h 540"/>
                <a:gd name="T16" fmla="*/ 515 w 540"/>
                <a:gd name="T17" fmla="*/ 156 h 540"/>
                <a:gd name="T18" fmla="*/ 528 w 540"/>
                <a:gd name="T19" fmla="*/ 191 h 540"/>
                <a:gd name="T20" fmla="*/ 536 w 540"/>
                <a:gd name="T21" fmla="*/ 230 h 540"/>
                <a:gd name="T22" fmla="*/ 540 w 540"/>
                <a:gd name="T23" fmla="*/ 270 h 540"/>
                <a:gd name="T24" fmla="*/ 536 w 540"/>
                <a:gd name="T25" fmla="*/ 309 h 540"/>
                <a:gd name="T26" fmla="*/ 528 w 540"/>
                <a:gd name="T27" fmla="*/ 347 h 540"/>
                <a:gd name="T28" fmla="*/ 515 w 540"/>
                <a:gd name="T29" fmla="*/ 384 h 540"/>
                <a:gd name="T30" fmla="*/ 496 w 540"/>
                <a:gd name="T31" fmla="*/ 416 h 540"/>
                <a:gd name="T32" fmla="*/ 473 w 540"/>
                <a:gd name="T33" fmla="*/ 447 h 540"/>
                <a:gd name="T34" fmla="*/ 447 w 540"/>
                <a:gd name="T35" fmla="*/ 474 h 540"/>
                <a:gd name="T36" fmla="*/ 416 w 540"/>
                <a:gd name="T37" fmla="*/ 496 h 540"/>
                <a:gd name="T38" fmla="*/ 383 w 540"/>
                <a:gd name="T39" fmla="*/ 515 h 540"/>
                <a:gd name="T40" fmla="*/ 348 w 540"/>
                <a:gd name="T41" fmla="*/ 528 h 540"/>
                <a:gd name="T42" fmla="*/ 310 w 540"/>
                <a:gd name="T43" fmla="*/ 537 h 540"/>
                <a:gd name="T44" fmla="*/ 270 w 540"/>
                <a:gd name="T45" fmla="*/ 540 h 540"/>
                <a:gd name="T46" fmla="*/ 230 w 540"/>
                <a:gd name="T47" fmla="*/ 537 h 540"/>
                <a:gd name="T48" fmla="*/ 192 w 540"/>
                <a:gd name="T49" fmla="*/ 528 h 540"/>
                <a:gd name="T50" fmla="*/ 156 w 540"/>
                <a:gd name="T51" fmla="*/ 515 h 540"/>
                <a:gd name="T52" fmla="*/ 123 w 540"/>
                <a:gd name="T53" fmla="*/ 496 h 540"/>
                <a:gd name="T54" fmla="*/ 93 w 540"/>
                <a:gd name="T55" fmla="*/ 474 h 540"/>
                <a:gd name="T56" fmla="*/ 67 w 540"/>
                <a:gd name="T57" fmla="*/ 447 h 540"/>
                <a:gd name="T58" fmla="*/ 44 w 540"/>
                <a:gd name="T59" fmla="*/ 416 h 540"/>
                <a:gd name="T60" fmla="*/ 25 w 540"/>
                <a:gd name="T61" fmla="*/ 384 h 540"/>
                <a:gd name="T62" fmla="*/ 11 w 540"/>
                <a:gd name="T63" fmla="*/ 347 h 540"/>
                <a:gd name="T64" fmla="*/ 3 w 540"/>
                <a:gd name="T65" fmla="*/ 309 h 540"/>
                <a:gd name="T66" fmla="*/ 0 w 540"/>
                <a:gd name="T67" fmla="*/ 270 h 540"/>
                <a:gd name="T68" fmla="*/ 3 w 540"/>
                <a:gd name="T69" fmla="*/ 230 h 540"/>
                <a:gd name="T70" fmla="*/ 11 w 540"/>
                <a:gd name="T71" fmla="*/ 191 h 540"/>
                <a:gd name="T72" fmla="*/ 25 w 540"/>
                <a:gd name="T73" fmla="*/ 156 h 540"/>
                <a:gd name="T74" fmla="*/ 44 w 540"/>
                <a:gd name="T75" fmla="*/ 122 h 540"/>
                <a:gd name="T76" fmla="*/ 67 w 540"/>
                <a:gd name="T77" fmla="*/ 93 h 540"/>
                <a:gd name="T78" fmla="*/ 93 w 540"/>
                <a:gd name="T79" fmla="*/ 66 h 540"/>
                <a:gd name="T80" fmla="*/ 123 w 540"/>
                <a:gd name="T81" fmla="*/ 43 h 540"/>
                <a:gd name="T82" fmla="*/ 156 w 540"/>
                <a:gd name="T83" fmla="*/ 25 h 540"/>
                <a:gd name="T84" fmla="*/ 192 w 540"/>
                <a:gd name="T85" fmla="*/ 11 h 540"/>
                <a:gd name="T86" fmla="*/ 230 w 540"/>
                <a:gd name="T87" fmla="*/ 3 h 540"/>
                <a:gd name="T88" fmla="*/ 270 w 540"/>
                <a:gd name="T8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0" h="540">
                  <a:moveTo>
                    <a:pt x="270" y="0"/>
                  </a:moveTo>
                  <a:lnTo>
                    <a:pt x="310" y="3"/>
                  </a:lnTo>
                  <a:lnTo>
                    <a:pt x="348" y="11"/>
                  </a:lnTo>
                  <a:lnTo>
                    <a:pt x="383" y="25"/>
                  </a:lnTo>
                  <a:lnTo>
                    <a:pt x="416" y="43"/>
                  </a:lnTo>
                  <a:lnTo>
                    <a:pt x="447" y="66"/>
                  </a:lnTo>
                  <a:lnTo>
                    <a:pt x="473" y="93"/>
                  </a:lnTo>
                  <a:lnTo>
                    <a:pt x="496" y="122"/>
                  </a:lnTo>
                  <a:lnTo>
                    <a:pt x="515" y="156"/>
                  </a:lnTo>
                  <a:lnTo>
                    <a:pt x="528" y="191"/>
                  </a:lnTo>
                  <a:lnTo>
                    <a:pt x="536" y="230"/>
                  </a:lnTo>
                  <a:lnTo>
                    <a:pt x="540" y="270"/>
                  </a:lnTo>
                  <a:lnTo>
                    <a:pt x="536" y="309"/>
                  </a:lnTo>
                  <a:lnTo>
                    <a:pt x="528" y="347"/>
                  </a:lnTo>
                  <a:lnTo>
                    <a:pt x="515" y="384"/>
                  </a:lnTo>
                  <a:lnTo>
                    <a:pt x="496" y="416"/>
                  </a:lnTo>
                  <a:lnTo>
                    <a:pt x="473" y="447"/>
                  </a:lnTo>
                  <a:lnTo>
                    <a:pt x="447" y="474"/>
                  </a:lnTo>
                  <a:lnTo>
                    <a:pt x="416" y="496"/>
                  </a:lnTo>
                  <a:lnTo>
                    <a:pt x="383" y="515"/>
                  </a:lnTo>
                  <a:lnTo>
                    <a:pt x="348" y="528"/>
                  </a:lnTo>
                  <a:lnTo>
                    <a:pt x="310" y="537"/>
                  </a:lnTo>
                  <a:lnTo>
                    <a:pt x="270" y="540"/>
                  </a:lnTo>
                  <a:lnTo>
                    <a:pt x="230" y="537"/>
                  </a:lnTo>
                  <a:lnTo>
                    <a:pt x="192" y="528"/>
                  </a:lnTo>
                  <a:lnTo>
                    <a:pt x="156" y="515"/>
                  </a:lnTo>
                  <a:lnTo>
                    <a:pt x="123" y="496"/>
                  </a:lnTo>
                  <a:lnTo>
                    <a:pt x="93" y="474"/>
                  </a:lnTo>
                  <a:lnTo>
                    <a:pt x="67" y="447"/>
                  </a:lnTo>
                  <a:lnTo>
                    <a:pt x="44" y="416"/>
                  </a:lnTo>
                  <a:lnTo>
                    <a:pt x="25" y="384"/>
                  </a:lnTo>
                  <a:lnTo>
                    <a:pt x="11" y="347"/>
                  </a:lnTo>
                  <a:lnTo>
                    <a:pt x="3" y="309"/>
                  </a:lnTo>
                  <a:lnTo>
                    <a:pt x="0" y="270"/>
                  </a:lnTo>
                  <a:lnTo>
                    <a:pt x="3" y="230"/>
                  </a:lnTo>
                  <a:lnTo>
                    <a:pt x="11" y="191"/>
                  </a:lnTo>
                  <a:lnTo>
                    <a:pt x="25" y="156"/>
                  </a:lnTo>
                  <a:lnTo>
                    <a:pt x="44" y="122"/>
                  </a:lnTo>
                  <a:lnTo>
                    <a:pt x="67" y="93"/>
                  </a:lnTo>
                  <a:lnTo>
                    <a:pt x="93" y="66"/>
                  </a:lnTo>
                  <a:lnTo>
                    <a:pt x="123" y="43"/>
                  </a:lnTo>
                  <a:lnTo>
                    <a:pt x="156" y="25"/>
                  </a:lnTo>
                  <a:lnTo>
                    <a:pt x="192" y="11"/>
                  </a:lnTo>
                  <a:lnTo>
                    <a:pt x="230" y="3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19" name="Freeform 375">
              <a:extLst>
                <a:ext uri="{FF2B5EF4-FFF2-40B4-BE49-F238E27FC236}">
                  <a16:creationId xmlns:a16="http://schemas.microsoft.com/office/drawing/2014/main" id="{A566C099-9398-4AF0-8293-4FD5A9578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00" y="3286125"/>
              <a:ext cx="131763" cy="225425"/>
            </a:xfrm>
            <a:custGeom>
              <a:avLst/>
              <a:gdLst>
                <a:gd name="T0" fmla="*/ 289 w 918"/>
                <a:gd name="T1" fmla="*/ 1 h 1568"/>
                <a:gd name="T2" fmla="*/ 324 w 918"/>
                <a:gd name="T3" fmla="*/ 16 h 1568"/>
                <a:gd name="T4" fmla="*/ 594 w 918"/>
                <a:gd name="T5" fmla="*/ 16 h 1568"/>
                <a:gd name="T6" fmla="*/ 628 w 918"/>
                <a:gd name="T7" fmla="*/ 1 h 1568"/>
                <a:gd name="T8" fmla="*/ 666 w 918"/>
                <a:gd name="T9" fmla="*/ 3 h 1568"/>
                <a:gd name="T10" fmla="*/ 676 w 918"/>
                <a:gd name="T11" fmla="*/ 7 h 1568"/>
                <a:gd name="T12" fmla="*/ 700 w 918"/>
                <a:gd name="T13" fmla="*/ 13 h 1568"/>
                <a:gd name="T14" fmla="*/ 723 w 918"/>
                <a:gd name="T15" fmla="*/ 21 h 1568"/>
                <a:gd name="T16" fmla="*/ 735 w 918"/>
                <a:gd name="T17" fmla="*/ 25 h 1568"/>
                <a:gd name="T18" fmla="*/ 802 w 918"/>
                <a:gd name="T19" fmla="*/ 58 h 1568"/>
                <a:gd name="T20" fmla="*/ 856 w 918"/>
                <a:gd name="T21" fmla="*/ 107 h 1568"/>
                <a:gd name="T22" fmla="*/ 895 w 918"/>
                <a:gd name="T23" fmla="*/ 169 h 1568"/>
                <a:gd name="T24" fmla="*/ 914 w 918"/>
                <a:gd name="T25" fmla="*/ 240 h 1568"/>
                <a:gd name="T26" fmla="*/ 918 w 918"/>
                <a:gd name="T27" fmla="*/ 687 h 1568"/>
                <a:gd name="T28" fmla="*/ 911 w 918"/>
                <a:gd name="T29" fmla="*/ 718 h 1568"/>
                <a:gd name="T30" fmla="*/ 767 w 918"/>
                <a:gd name="T31" fmla="*/ 940 h 1568"/>
                <a:gd name="T32" fmla="*/ 764 w 918"/>
                <a:gd name="T33" fmla="*/ 1509 h 1568"/>
                <a:gd name="T34" fmla="*/ 744 w 918"/>
                <a:gd name="T35" fmla="*/ 1545 h 1568"/>
                <a:gd name="T36" fmla="*/ 709 w 918"/>
                <a:gd name="T37" fmla="*/ 1565 h 1568"/>
                <a:gd name="T38" fmla="*/ 231 w 918"/>
                <a:gd name="T39" fmla="*/ 1568 h 1568"/>
                <a:gd name="T40" fmla="*/ 190 w 918"/>
                <a:gd name="T41" fmla="*/ 1557 h 1568"/>
                <a:gd name="T42" fmla="*/ 162 w 918"/>
                <a:gd name="T43" fmla="*/ 1528 h 1568"/>
                <a:gd name="T44" fmla="*/ 150 w 918"/>
                <a:gd name="T45" fmla="*/ 1487 h 1568"/>
                <a:gd name="T46" fmla="*/ 13 w 918"/>
                <a:gd name="T47" fmla="*/ 731 h 1568"/>
                <a:gd name="T48" fmla="*/ 2 w 918"/>
                <a:gd name="T49" fmla="*/ 703 h 1568"/>
                <a:gd name="T50" fmla="*/ 0 w 918"/>
                <a:gd name="T51" fmla="*/ 278 h 1568"/>
                <a:gd name="T52" fmla="*/ 10 w 918"/>
                <a:gd name="T53" fmla="*/ 204 h 1568"/>
                <a:gd name="T54" fmla="*/ 41 w 918"/>
                <a:gd name="T55" fmla="*/ 137 h 1568"/>
                <a:gd name="T56" fmla="*/ 88 w 918"/>
                <a:gd name="T57" fmla="*/ 81 h 1568"/>
                <a:gd name="T58" fmla="*/ 148 w 918"/>
                <a:gd name="T59" fmla="*/ 39 h 1568"/>
                <a:gd name="T60" fmla="*/ 186 w 918"/>
                <a:gd name="T61" fmla="*/ 24 h 1568"/>
                <a:gd name="T62" fmla="*/ 205 w 918"/>
                <a:gd name="T63" fmla="*/ 17 h 1568"/>
                <a:gd name="T64" fmla="*/ 230 w 918"/>
                <a:gd name="T65" fmla="*/ 10 h 1568"/>
                <a:gd name="T66" fmla="*/ 248 w 918"/>
                <a:gd name="T67" fmla="*/ 4 h 1568"/>
                <a:gd name="T68" fmla="*/ 270 w 918"/>
                <a:gd name="T69" fmla="*/ 0 h 1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8" h="1568">
                  <a:moveTo>
                    <a:pt x="270" y="0"/>
                  </a:moveTo>
                  <a:lnTo>
                    <a:pt x="289" y="1"/>
                  </a:lnTo>
                  <a:lnTo>
                    <a:pt x="307" y="6"/>
                  </a:lnTo>
                  <a:lnTo>
                    <a:pt x="324" y="16"/>
                  </a:lnTo>
                  <a:lnTo>
                    <a:pt x="459" y="118"/>
                  </a:lnTo>
                  <a:lnTo>
                    <a:pt x="594" y="16"/>
                  </a:lnTo>
                  <a:lnTo>
                    <a:pt x="611" y="6"/>
                  </a:lnTo>
                  <a:lnTo>
                    <a:pt x="628" y="1"/>
                  </a:lnTo>
                  <a:lnTo>
                    <a:pt x="647" y="0"/>
                  </a:lnTo>
                  <a:lnTo>
                    <a:pt x="666" y="3"/>
                  </a:lnTo>
                  <a:lnTo>
                    <a:pt x="669" y="4"/>
                  </a:lnTo>
                  <a:lnTo>
                    <a:pt x="676" y="7"/>
                  </a:lnTo>
                  <a:lnTo>
                    <a:pt x="688" y="10"/>
                  </a:lnTo>
                  <a:lnTo>
                    <a:pt x="700" y="13"/>
                  </a:lnTo>
                  <a:lnTo>
                    <a:pt x="713" y="17"/>
                  </a:lnTo>
                  <a:lnTo>
                    <a:pt x="723" y="21"/>
                  </a:lnTo>
                  <a:lnTo>
                    <a:pt x="732" y="24"/>
                  </a:lnTo>
                  <a:lnTo>
                    <a:pt x="735" y="25"/>
                  </a:lnTo>
                  <a:lnTo>
                    <a:pt x="769" y="39"/>
                  </a:lnTo>
                  <a:lnTo>
                    <a:pt x="802" y="58"/>
                  </a:lnTo>
                  <a:lnTo>
                    <a:pt x="831" y="81"/>
                  </a:lnTo>
                  <a:lnTo>
                    <a:pt x="856" y="107"/>
                  </a:lnTo>
                  <a:lnTo>
                    <a:pt x="877" y="137"/>
                  </a:lnTo>
                  <a:lnTo>
                    <a:pt x="895" y="169"/>
                  </a:lnTo>
                  <a:lnTo>
                    <a:pt x="907" y="204"/>
                  </a:lnTo>
                  <a:lnTo>
                    <a:pt x="914" y="240"/>
                  </a:lnTo>
                  <a:lnTo>
                    <a:pt x="918" y="278"/>
                  </a:lnTo>
                  <a:lnTo>
                    <a:pt x="918" y="687"/>
                  </a:lnTo>
                  <a:lnTo>
                    <a:pt x="915" y="703"/>
                  </a:lnTo>
                  <a:lnTo>
                    <a:pt x="911" y="718"/>
                  </a:lnTo>
                  <a:lnTo>
                    <a:pt x="904" y="731"/>
                  </a:lnTo>
                  <a:lnTo>
                    <a:pt x="767" y="940"/>
                  </a:lnTo>
                  <a:lnTo>
                    <a:pt x="767" y="1487"/>
                  </a:lnTo>
                  <a:lnTo>
                    <a:pt x="764" y="1509"/>
                  </a:lnTo>
                  <a:lnTo>
                    <a:pt x="757" y="1528"/>
                  </a:lnTo>
                  <a:lnTo>
                    <a:pt x="744" y="1545"/>
                  </a:lnTo>
                  <a:lnTo>
                    <a:pt x="728" y="1557"/>
                  </a:lnTo>
                  <a:lnTo>
                    <a:pt x="709" y="1565"/>
                  </a:lnTo>
                  <a:lnTo>
                    <a:pt x="687" y="1568"/>
                  </a:lnTo>
                  <a:lnTo>
                    <a:pt x="231" y="1568"/>
                  </a:lnTo>
                  <a:lnTo>
                    <a:pt x="210" y="1565"/>
                  </a:lnTo>
                  <a:lnTo>
                    <a:pt x="190" y="1557"/>
                  </a:lnTo>
                  <a:lnTo>
                    <a:pt x="174" y="1545"/>
                  </a:lnTo>
                  <a:lnTo>
                    <a:pt x="162" y="1528"/>
                  </a:lnTo>
                  <a:lnTo>
                    <a:pt x="153" y="1509"/>
                  </a:lnTo>
                  <a:lnTo>
                    <a:pt x="150" y="1487"/>
                  </a:lnTo>
                  <a:lnTo>
                    <a:pt x="150" y="940"/>
                  </a:lnTo>
                  <a:lnTo>
                    <a:pt x="13" y="731"/>
                  </a:lnTo>
                  <a:lnTo>
                    <a:pt x="6" y="718"/>
                  </a:lnTo>
                  <a:lnTo>
                    <a:pt x="2" y="703"/>
                  </a:lnTo>
                  <a:lnTo>
                    <a:pt x="0" y="687"/>
                  </a:lnTo>
                  <a:lnTo>
                    <a:pt x="0" y="278"/>
                  </a:lnTo>
                  <a:lnTo>
                    <a:pt x="3" y="240"/>
                  </a:lnTo>
                  <a:lnTo>
                    <a:pt x="10" y="204"/>
                  </a:lnTo>
                  <a:lnTo>
                    <a:pt x="24" y="169"/>
                  </a:lnTo>
                  <a:lnTo>
                    <a:pt x="41" y="137"/>
                  </a:lnTo>
                  <a:lnTo>
                    <a:pt x="62" y="107"/>
                  </a:lnTo>
                  <a:lnTo>
                    <a:pt x="88" y="81"/>
                  </a:lnTo>
                  <a:lnTo>
                    <a:pt x="116" y="58"/>
                  </a:lnTo>
                  <a:lnTo>
                    <a:pt x="148" y="39"/>
                  </a:lnTo>
                  <a:lnTo>
                    <a:pt x="183" y="25"/>
                  </a:lnTo>
                  <a:lnTo>
                    <a:pt x="186" y="24"/>
                  </a:lnTo>
                  <a:lnTo>
                    <a:pt x="194" y="21"/>
                  </a:lnTo>
                  <a:lnTo>
                    <a:pt x="205" y="17"/>
                  </a:lnTo>
                  <a:lnTo>
                    <a:pt x="217" y="13"/>
                  </a:lnTo>
                  <a:lnTo>
                    <a:pt x="230" y="10"/>
                  </a:lnTo>
                  <a:lnTo>
                    <a:pt x="241" y="7"/>
                  </a:lnTo>
                  <a:lnTo>
                    <a:pt x="248" y="4"/>
                  </a:lnTo>
                  <a:lnTo>
                    <a:pt x="252" y="3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0" name="Freeform 376">
              <a:extLst>
                <a:ext uri="{FF2B5EF4-FFF2-40B4-BE49-F238E27FC236}">
                  <a16:creationId xmlns:a16="http://schemas.microsoft.com/office/drawing/2014/main" id="{096E04D8-C9EB-4074-9004-8961749B3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3788" y="3198813"/>
              <a:ext cx="77788" cy="77788"/>
            </a:xfrm>
            <a:custGeom>
              <a:avLst/>
              <a:gdLst>
                <a:gd name="T0" fmla="*/ 269 w 539"/>
                <a:gd name="T1" fmla="*/ 0 h 540"/>
                <a:gd name="T2" fmla="*/ 309 w 539"/>
                <a:gd name="T3" fmla="*/ 3 h 540"/>
                <a:gd name="T4" fmla="*/ 348 w 539"/>
                <a:gd name="T5" fmla="*/ 11 h 540"/>
                <a:gd name="T6" fmla="*/ 383 w 539"/>
                <a:gd name="T7" fmla="*/ 25 h 540"/>
                <a:gd name="T8" fmla="*/ 416 w 539"/>
                <a:gd name="T9" fmla="*/ 43 h 540"/>
                <a:gd name="T10" fmla="*/ 446 w 539"/>
                <a:gd name="T11" fmla="*/ 66 h 540"/>
                <a:gd name="T12" fmla="*/ 473 w 539"/>
                <a:gd name="T13" fmla="*/ 93 h 540"/>
                <a:gd name="T14" fmla="*/ 496 w 539"/>
                <a:gd name="T15" fmla="*/ 122 h 540"/>
                <a:gd name="T16" fmla="*/ 514 w 539"/>
                <a:gd name="T17" fmla="*/ 156 h 540"/>
                <a:gd name="T18" fmla="*/ 527 w 539"/>
                <a:gd name="T19" fmla="*/ 191 h 540"/>
                <a:gd name="T20" fmla="*/ 537 w 539"/>
                <a:gd name="T21" fmla="*/ 230 h 540"/>
                <a:gd name="T22" fmla="*/ 539 w 539"/>
                <a:gd name="T23" fmla="*/ 270 h 540"/>
                <a:gd name="T24" fmla="*/ 537 w 539"/>
                <a:gd name="T25" fmla="*/ 309 h 540"/>
                <a:gd name="T26" fmla="*/ 527 w 539"/>
                <a:gd name="T27" fmla="*/ 347 h 540"/>
                <a:gd name="T28" fmla="*/ 514 w 539"/>
                <a:gd name="T29" fmla="*/ 384 h 540"/>
                <a:gd name="T30" fmla="*/ 496 w 539"/>
                <a:gd name="T31" fmla="*/ 416 h 540"/>
                <a:gd name="T32" fmla="*/ 473 w 539"/>
                <a:gd name="T33" fmla="*/ 447 h 540"/>
                <a:gd name="T34" fmla="*/ 446 w 539"/>
                <a:gd name="T35" fmla="*/ 474 h 540"/>
                <a:gd name="T36" fmla="*/ 416 w 539"/>
                <a:gd name="T37" fmla="*/ 496 h 540"/>
                <a:gd name="T38" fmla="*/ 383 w 539"/>
                <a:gd name="T39" fmla="*/ 515 h 540"/>
                <a:gd name="T40" fmla="*/ 348 w 539"/>
                <a:gd name="T41" fmla="*/ 528 h 540"/>
                <a:gd name="T42" fmla="*/ 309 w 539"/>
                <a:gd name="T43" fmla="*/ 537 h 540"/>
                <a:gd name="T44" fmla="*/ 269 w 539"/>
                <a:gd name="T45" fmla="*/ 540 h 540"/>
                <a:gd name="T46" fmla="*/ 230 w 539"/>
                <a:gd name="T47" fmla="*/ 537 h 540"/>
                <a:gd name="T48" fmla="*/ 192 w 539"/>
                <a:gd name="T49" fmla="*/ 528 h 540"/>
                <a:gd name="T50" fmla="*/ 155 w 539"/>
                <a:gd name="T51" fmla="*/ 515 h 540"/>
                <a:gd name="T52" fmla="*/ 123 w 539"/>
                <a:gd name="T53" fmla="*/ 496 h 540"/>
                <a:gd name="T54" fmla="*/ 93 w 539"/>
                <a:gd name="T55" fmla="*/ 474 h 540"/>
                <a:gd name="T56" fmla="*/ 66 w 539"/>
                <a:gd name="T57" fmla="*/ 447 h 540"/>
                <a:gd name="T58" fmla="*/ 44 w 539"/>
                <a:gd name="T59" fmla="*/ 416 h 540"/>
                <a:gd name="T60" fmla="*/ 25 w 539"/>
                <a:gd name="T61" fmla="*/ 384 h 540"/>
                <a:gd name="T62" fmla="*/ 11 w 539"/>
                <a:gd name="T63" fmla="*/ 347 h 540"/>
                <a:gd name="T64" fmla="*/ 3 w 539"/>
                <a:gd name="T65" fmla="*/ 309 h 540"/>
                <a:gd name="T66" fmla="*/ 0 w 539"/>
                <a:gd name="T67" fmla="*/ 270 h 540"/>
                <a:gd name="T68" fmla="*/ 3 w 539"/>
                <a:gd name="T69" fmla="*/ 230 h 540"/>
                <a:gd name="T70" fmla="*/ 11 w 539"/>
                <a:gd name="T71" fmla="*/ 191 h 540"/>
                <a:gd name="T72" fmla="*/ 25 w 539"/>
                <a:gd name="T73" fmla="*/ 156 h 540"/>
                <a:gd name="T74" fmla="*/ 44 w 539"/>
                <a:gd name="T75" fmla="*/ 122 h 540"/>
                <a:gd name="T76" fmla="*/ 66 w 539"/>
                <a:gd name="T77" fmla="*/ 93 h 540"/>
                <a:gd name="T78" fmla="*/ 93 w 539"/>
                <a:gd name="T79" fmla="*/ 66 h 540"/>
                <a:gd name="T80" fmla="*/ 123 w 539"/>
                <a:gd name="T81" fmla="*/ 43 h 540"/>
                <a:gd name="T82" fmla="*/ 155 w 539"/>
                <a:gd name="T83" fmla="*/ 25 h 540"/>
                <a:gd name="T84" fmla="*/ 192 w 539"/>
                <a:gd name="T85" fmla="*/ 11 h 540"/>
                <a:gd name="T86" fmla="*/ 230 w 539"/>
                <a:gd name="T87" fmla="*/ 3 h 540"/>
                <a:gd name="T88" fmla="*/ 269 w 539"/>
                <a:gd name="T8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9" h="540">
                  <a:moveTo>
                    <a:pt x="269" y="0"/>
                  </a:moveTo>
                  <a:lnTo>
                    <a:pt x="309" y="3"/>
                  </a:lnTo>
                  <a:lnTo>
                    <a:pt x="348" y="11"/>
                  </a:lnTo>
                  <a:lnTo>
                    <a:pt x="383" y="25"/>
                  </a:lnTo>
                  <a:lnTo>
                    <a:pt x="416" y="43"/>
                  </a:lnTo>
                  <a:lnTo>
                    <a:pt x="446" y="66"/>
                  </a:lnTo>
                  <a:lnTo>
                    <a:pt x="473" y="93"/>
                  </a:lnTo>
                  <a:lnTo>
                    <a:pt x="496" y="122"/>
                  </a:lnTo>
                  <a:lnTo>
                    <a:pt x="514" y="156"/>
                  </a:lnTo>
                  <a:lnTo>
                    <a:pt x="527" y="191"/>
                  </a:lnTo>
                  <a:lnTo>
                    <a:pt x="537" y="230"/>
                  </a:lnTo>
                  <a:lnTo>
                    <a:pt x="539" y="270"/>
                  </a:lnTo>
                  <a:lnTo>
                    <a:pt x="537" y="309"/>
                  </a:lnTo>
                  <a:lnTo>
                    <a:pt x="527" y="347"/>
                  </a:lnTo>
                  <a:lnTo>
                    <a:pt x="514" y="384"/>
                  </a:lnTo>
                  <a:lnTo>
                    <a:pt x="496" y="416"/>
                  </a:lnTo>
                  <a:lnTo>
                    <a:pt x="473" y="447"/>
                  </a:lnTo>
                  <a:lnTo>
                    <a:pt x="446" y="474"/>
                  </a:lnTo>
                  <a:lnTo>
                    <a:pt x="416" y="496"/>
                  </a:lnTo>
                  <a:lnTo>
                    <a:pt x="383" y="515"/>
                  </a:lnTo>
                  <a:lnTo>
                    <a:pt x="348" y="528"/>
                  </a:lnTo>
                  <a:lnTo>
                    <a:pt x="309" y="537"/>
                  </a:lnTo>
                  <a:lnTo>
                    <a:pt x="269" y="540"/>
                  </a:lnTo>
                  <a:lnTo>
                    <a:pt x="230" y="537"/>
                  </a:lnTo>
                  <a:lnTo>
                    <a:pt x="192" y="528"/>
                  </a:lnTo>
                  <a:lnTo>
                    <a:pt x="155" y="515"/>
                  </a:lnTo>
                  <a:lnTo>
                    <a:pt x="123" y="496"/>
                  </a:lnTo>
                  <a:lnTo>
                    <a:pt x="93" y="474"/>
                  </a:lnTo>
                  <a:lnTo>
                    <a:pt x="66" y="447"/>
                  </a:lnTo>
                  <a:lnTo>
                    <a:pt x="44" y="416"/>
                  </a:lnTo>
                  <a:lnTo>
                    <a:pt x="25" y="384"/>
                  </a:lnTo>
                  <a:lnTo>
                    <a:pt x="11" y="347"/>
                  </a:lnTo>
                  <a:lnTo>
                    <a:pt x="3" y="309"/>
                  </a:lnTo>
                  <a:lnTo>
                    <a:pt x="0" y="270"/>
                  </a:lnTo>
                  <a:lnTo>
                    <a:pt x="3" y="230"/>
                  </a:lnTo>
                  <a:lnTo>
                    <a:pt x="11" y="191"/>
                  </a:lnTo>
                  <a:lnTo>
                    <a:pt x="25" y="156"/>
                  </a:lnTo>
                  <a:lnTo>
                    <a:pt x="44" y="122"/>
                  </a:lnTo>
                  <a:lnTo>
                    <a:pt x="66" y="93"/>
                  </a:lnTo>
                  <a:lnTo>
                    <a:pt x="93" y="66"/>
                  </a:lnTo>
                  <a:lnTo>
                    <a:pt x="123" y="43"/>
                  </a:lnTo>
                  <a:lnTo>
                    <a:pt x="155" y="25"/>
                  </a:lnTo>
                  <a:lnTo>
                    <a:pt x="192" y="11"/>
                  </a:lnTo>
                  <a:lnTo>
                    <a:pt x="230" y="3"/>
                  </a:lnTo>
                  <a:lnTo>
                    <a:pt x="2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1" name="Freeform 377">
              <a:extLst>
                <a:ext uri="{FF2B5EF4-FFF2-40B4-BE49-F238E27FC236}">
                  <a16:creationId xmlns:a16="http://schemas.microsoft.com/office/drawing/2014/main" id="{C4FFE247-39C0-4F70-83B2-C703DD1A1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6800" y="3286125"/>
              <a:ext cx="131763" cy="225425"/>
            </a:xfrm>
            <a:custGeom>
              <a:avLst/>
              <a:gdLst>
                <a:gd name="T0" fmla="*/ 288 w 917"/>
                <a:gd name="T1" fmla="*/ 1 h 1568"/>
                <a:gd name="T2" fmla="*/ 323 w 917"/>
                <a:gd name="T3" fmla="*/ 16 h 1568"/>
                <a:gd name="T4" fmla="*/ 594 w 917"/>
                <a:gd name="T5" fmla="*/ 16 h 1568"/>
                <a:gd name="T6" fmla="*/ 628 w 917"/>
                <a:gd name="T7" fmla="*/ 1 h 1568"/>
                <a:gd name="T8" fmla="*/ 666 w 917"/>
                <a:gd name="T9" fmla="*/ 3 h 1568"/>
                <a:gd name="T10" fmla="*/ 676 w 917"/>
                <a:gd name="T11" fmla="*/ 7 h 1568"/>
                <a:gd name="T12" fmla="*/ 699 w 917"/>
                <a:gd name="T13" fmla="*/ 13 h 1568"/>
                <a:gd name="T14" fmla="*/ 723 w 917"/>
                <a:gd name="T15" fmla="*/ 21 h 1568"/>
                <a:gd name="T16" fmla="*/ 734 w 917"/>
                <a:gd name="T17" fmla="*/ 25 h 1568"/>
                <a:gd name="T18" fmla="*/ 802 w 917"/>
                <a:gd name="T19" fmla="*/ 58 h 1568"/>
                <a:gd name="T20" fmla="*/ 855 w 917"/>
                <a:gd name="T21" fmla="*/ 107 h 1568"/>
                <a:gd name="T22" fmla="*/ 894 w 917"/>
                <a:gd name="T23" fmla="*/ 169 h 1568"/>
                <a:gd name="T24" fmla="*/ 914 w 917"/>
                <a:gd name="T25" fmla="*/ 240 h 1568"/>
                <a:gd name="T26" fmla="*/ 917 w 917"/>
                <a:gd name="T27" fmla="*/ 687 h 1568"/>
                <a:gd name="T28" fmla="*/ 911 w 917"/>
                <a:gd name="T29" fmla="*/ 718 h 1568"/>
                <a:gd name="T30" fmla="*/ 767 w 917"/>
                <a:gd name="T31" fmla="*/ 940 h 1568"/>
                <a:gd name="T32" fmla="*/ 764 w 917"/>
                <a:gd name="T33" fmla="*/ 1509 h 1568"/>
                <a:gd name="T34" fmla="*/ 743 w 917"/>
                <a:gd name="T35" fmla="*/ 1545 h 1568"/>
                <a:gd name="T36" fmla="*/ 708 w 917"/>
                <a:gd name="T37" fmla="*/ 1565 h 1568"/>
                <a:gd name="T38" fmla="*/ 231 w 917"/>
                <a:gd name="T39" fmla="*/ 1568 h 1568"/>
                <a:gd name="T40" fmla="*/ 190 w 917"/>
                <a:gd name="T41" fmla="*/ 1557 h 1568"/>
                <a:gd name="T42" fmla="*/ 161 w 917"/>
                <a:gd name="T43" fmla="*/ 1528 h 1568"/>
                <a:gd name="T44" fmla="*/ 150 w 917"/>
                <a:gd name="T45" fmla="*/ 1487 h 1568"/>
                <a:gd name="T46" fmla="*/ 14 w 917"/>
                <a:gd name="T47" fmla="*/ 731 h 1568"/>
                <a:gd name="T48" fmla="*/ 1 w 917"/>
                <a:gd name="T49" fmla="*/ 703 h 1568"/>
                <a:gd name="T50" fmla="*/ 0 w 917"/>
                <a:gd name="T51" fmla="*/ 278 h 1568"/>
                <a:gd name="T52" fmla="*/ 10 w 917"/>
                <a:gd name="T53" fmla="*/ 204 h 1568"/>
                <a:gd name="T54" fmla="*/ 41 w 917"/>
                <a:gd name="T55" fmla="*/ 137 h 1568"/>
                <a:gd name="T56" fmla="*/ 87 w 917"/>
                <a:gd name="T57" fmla="*/ 81 h 1568"/>
                <a:gd name="T58" fmla="*/ 147 w 917"/>
                <a:gd name="T59" fmla="*/ 39 h 1568"/>
                <a:gd name="T60" fmla="*/ 186 w 917"/>
                <a:gd name="T61" fmla="*/ 24 h 1568"/>
                <a:gd name="T62" fmla="*/ 205 w 917"/>
                <a:gd name="T63" fmla="*/ 17 h 1568"/>
                <a:gd name="T64" fmla="*/ 230 w 917"/>
                <a:gd name="T65" fmla="*/ 10 h 1568"/>
                <a:gd name="T66" fmla="*/ 248 w 917"/>
                <a:gd name="T67" fmla="*/ 4 h 1568"/>
                <a:gd name="T68" fmla="*/ 270 w 917"/>
                <a:gd name="T69" fmla="*/ 0 h 1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1568">
                  <a:moveTo>
                    <a:pt x="270" y="0"/>
                  </a:moveTo>
                  <a:lnTo>
                    <a:pt x="288" y="1"/>
                  </a:lnTo>
                  <a:lnTo>
                    <a:pt x="307" y="6"/>
                  </a:lnTo>
                  <a:lnTo>
                    <a:pt x="323" y="16"/>
                  </a:lnTo>
                  <a:lnTo>
                    <a:pt x="458" y="118"/>
                  </a:lnTo>
                  <a:lnTo>
                    <a:pt x="594" y="16"/>
                  </a:lnTo>
                  <a:lnTo>
                    <a:pt x="611" y="6"/>
                  </a:lnTo>
                  <a:lnTo>
                    <a:pt x="628" y="1"/>
                  </a:lnTo>
                  <a:lnTo>
                    <a:pt x="647" y="0"/>
                  </a:lnTo>
                  <a:lnTo>
                    <a:pt x="666" y="3"/>
                  </a:lnTo>
                  <a:lnTo>
                    <a:pt x="669" y="4"/>
                  </a:lnTo>
                  <a:lnTo>
                    <a:pt x="676" y="7"/>
                  </a:lnTo>
                  <a:lnTo>
                    <a:pt x="687" y="10"/>
                  </a:lnTo>
                  <a:lnTo>
                    <a:pt x="699" y="13"/>
                  </a:lnTo>
                  <a:lnTo>
                    <a:pt x="712" y="17"/>
                  </a:lnTo>
                  <a:lnTo>
                    <a:pt x="723" y="21"/>
                  </a:lnTo>
                  <a:lnTo>
                    <a:pt x="731" y="24"/>
                  </a:lnTo>
                  <a:lnTo>
                    <a:pt x="734" y="25"/>
                  </a:lnTo>
                  <a:lnTo>
                    <a:pt x="769" y="39"/>
                  </a:lnTo>
                  <a:lnTo>
                    <a:pt x="802" y="58"/>
                  </a:lnTo>
                  <a:lnTo>
                    <a:pt x="830" y="81"/>
                  </a:lnTo>
                  <a:lnTo>
                    <a:pt x="855" y="107"/>
                  </a:lnTo>
                  <a:lnTo>
                    <a:pt x="877" y="137"/>
                  </a:lnTo>
                  <a:lnTo>
                    <a:pt x="894" y="169"/>
                  </a:lnTo>
                  <a:lnTo>
                    <a:pt x="906" y="204"/>
                  </a:lnTo>
                  <a:lnTo>
                    <a:pt x="914" y="240"/>
                  </a:lnTo>
                  <a:lnTo>
                    <a:pt x="917" y="278"/>
                  </a:lnTo>
                  <a:lnTo>
                    <a:pt x="917" y="687"/>
                  </a:lnTo>
                  <a:lnTo>
                    <a:pt x="916" y="703"/>
                  </a:lnTo>
                  <a:lnTo>
                    <a:pt x="911" y="718"/>
                  </a:lnTo>
                  <a:lnTo>
                    <a:pt x="904" y="731"/>
                  </a:lnTo>
                  <a:lnTo>
                    <a:pt x="767" y="940"/>
                  </a:lnTo>
                  <a:lnTo>
                    <a:pt x="767" y="1487"/>
                  </a:lnTo>
                  <a:lnTo>
                    <a:pt x="764" y="1509"/>
                  </a:lnTo>
                  <a:lnTo>
                    <a:pt x="756" y="1528"/>
                  </a:lnTo>
                  <a:lnTo>
                    <a:pt x="743" y="1545"/>
                  </a:lnTo>
                  <a:lnTo>
                    <a:pt x="728" y="1557"/>
                  </a:lnTo>
                  <a:lnTo>
                    <a:pt x="708" y="1565"/>
                  </a:lnTo>
                  <a:lnTo>
                    <a:pt x="687" y="1568"/>
                  </a:lnTo>
                  <a:lnTo>
                    <a:pt x="231" y="1568"/>
                  </a:lnTo>
                  <a:lnTo>
                    <a:pt x="209" y="1565"/>
                  </a:lnTo>
                  <a:lnTo>
                    <a:pt x="190" y="1557"/>
                  </a:lnTo>
                  <a:lnTo>
                    <a:pt x="173" y="1545"/>
                  </a:lnTo>
                  <a:lnTo>
                    <a:pt x="161" y="1528"/>
                  </a:lnTo>
                  <a:lnTo>
                    <a:pt x="152" y="1509"/>
                  </a:lnTo>
                  <a:lnTo>
                    <a:pt x="150" y="1487"/>
                  </a:lnTo>
                  <a:lnTo>
                    <a:pt x="150" y="940"/>
                  </a:lnTo>
                  <a:lnTo>
                    <a:pt x="14" y="731"/>
                  </a:lnTo>
                  <a:lnTo>
                    <a:pt x="6" y="718"/>
                  </a:lnTo>
                  <a:lnTo>
                    <a:pt x="1" y="703"/>
                  </a:lnTo>
                  <a:lnTo>
                    <a:pt x="0" y="687"/>
                  </a:lnTo>
                  <a:lnTo>
                    <a:pt x="0" y="278"/>
                  </a:lnTo>
                  <a:lnTo>
                    <a:pt x="3" y="240"/>
                  </a:lnTo>
                  <a:lnTo>
                    <a:pt x="10" y="204"/>
                  </a:lnTo>
                  <a:lnTo>
                    <a:pt x="23" y="169"/>
                  </a:lnTo>
                  <a:lnTo>
                    <a:pt x="41" y="137"/>
                  </a:lnTo>
                  <a:lnTo>
                    <a:pt x="62" y="107"/>
                  </a:lnTo>
                  <a:lnTo>
                    <a:pt x="87" y="81"/>
                  </a:lnTo>
                  <a:lnTo>
                    <a:pt x="116" y="58"/>
                  </a:lnTo>
                  <a:lnTo>
                    <a:pt x="147" y="39"/>
                  </a:lnTo>
                  <a:lnTo>
                    <a:pt x="183" y="25"/>
                  </a:lnTo>
                  <a:lnTo>
                    <a:pt x="186" y="24"/>
                  </a:lnTo>
                  <a:lnTo>
                    <a:pt x="194" y="21"/>
                  </a:lnTo>
                  <a:lnTo>
                    <a:pt x="205" y="17"/>
                  </a:lnTo>
                  <a:lnTo>
                    <a:pt x="217" y="13"/>
                  </a:lnTo>
                  <a:lnTo>
                    <a:pt x="230" y="10"/>
                  </a:lnTo>
                  <a:lnTo>
                    <a:pt x="240" y="7"/>
                  </a:lnTo>
                  <a:lnTo>
                    <a:pt x="248" y="4"/>
                  </a:lnTo>
                  <a:lnTo>
                    <a:pt x="252" y="3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2" name="Freeform 378">
              <a:extLst>
                <a:ext uri="{FF2B5EF4-FFF2-40B4-BE49-F238E27FC236}">
                  <a16:creationId xmlns:a16="http://schemas.microsoft.com/office/drawing/2014/main" id="{A2631106-DE74-4403-99F5-C2700B7DD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4125" y="3132138"/>
              <a:ext cx="100013" cy="100013"/>
            </a:xfrm>
            <a:custGeom>
              <a:avLst/>
              <a:gdLst>
                <a:gd name="T0" fmla="*/ 347 w 695"/>
                <a:gd name="T1" fmla="*/ 0 h 697"/>
                <a:gd name="T2" fmla="*/ 394 w 695"/>
                <a:gd name="T3" fmla="*/ 3 h 697"/>
                <a:gd name="T4" fmla="*/ 439 w 695"/>
                <a:gd name="T5" fmla="*/ 13 h 697"/>
                <a:gd name="T6" fmla="*/ 482 w 695"/>
                <a:gd name="T7" fmla="*/ 27 h 697"/>
                <a:gd name="T8" fmla="*/ 523 w 695"/>
                <a:gd name="T9" fmla="*/ 48 h 697"/>
                <a:gd name="T10" fmla="*/ 559 w 695"/>
                <a:gd name="T11" fmla="*/ 73 h 697"/>
                <a:gd name="T12" fmla="*/ 593 w 695"/>
                <a:gd name="T13" fmla="*/ 103 h 697"/>
                <a:gd name="T14" fmla="*/ 622 w 695"/>
                <a:gd name="T15" fmla="*/ 136 h 697"/>
                <a:gd name="T16" fmla="*/ 647 w 695"/>
                <a:gd name="T17" fmla="*/ 173 h 697"/>
                <a:gd name="T18" fmla="*/ 668 w 695"/>
                <a:gd name="T19" fmla="*/ 214 h 697"/>
                <a:gd name="T20" fmla="*/ 682 w 695"/>
                <a:gd name="T21" fmla="*/ 257 h 697"/>
                <a:gd name="T22" fmla="*/ 692 w 695"/>
                <a:gd name="T23" fmla="*/ 302 h 697"/>
                <a:gd name="T24" fmla="*/ 695 w 695"/>
                <a:gd name="T25" fmla="*/ 349 h 697"/>
                <a:gd name="T26" fmla="*/ 692 w 695"/>
                <a:gd name="T27" fmla="*/ 396 h 697"/>
                <a:gd name="T28" fmla="*/ 682 w 695"/>
                <a:gd name="T29" fmla="*/ 441 h 697"/>
                <a:gd name="T30" fmla="*/ 668 w 695"/>
                <a:gd name="T31" fmla="*/ 485 h 697"/>
                <a:gd name="T32" fmla="*/ 647 w 695"/>
                <a:gd name="T33" fmla="*/ 525 h 697"/>
                <a:gd name="T34" fmla="*/ 622 w 695"/>
                <a:gd name="T35" fmla="*/ 561 h 697"/>
                <a:gd name="T36" fmla="*/ 593 w 695"/>
                <a:gd name="T37" fmla="*/ 595 h 697"/>
                <a:gd name="T38" fmla="*/ 559 w 695"/>
                <a:gd name="T39" fmla="*/ 625 h 697"/>
                <a:gd name="T40" fmla="*/ 523 w 695"/>
                <a:gd name="T41" fmla="*/ 649 h 697"/>
                <a:gd name="T42" fmla="*/ 482 w 695"/>
                <a:gd name="T43" fmla="*/ 670 h 697"/>
                <a:gd name="T44" fmla="*/ 439 w 695"/>
                <a:gd name="T45" fmla="*/ 685 h 697"/>
                <a:gd name="T46" fmla="*/ 394 w 695"/>
                <a:gd name="T47" fmla="*/ 694 h 697"/>
                <a:gd name="T48" fmla="*/ 347 w 695"/>
                <a:gd name="T49" fmla="*/ 697 h 697"/>
                <a:gd name="T50" fmla="*/ 300 w 695"/>
                <a:gd name="T51" fmla="*/ 694 h 697"/>
                <a:gd name="T52" fmla="*/ 254 w 695"/>
                <a:gd name="T53" fmla="*/ 685 h 697"/>
                <a:gd name="T54" fmla="*/ 212 w 695"/>
                <a:gd name="T55" fmla="*/ 670 h 697"/>
                <a:gd name="T56" fmla="*/ 172 w 695"/>
                <a:gd name="T57" fmla="*/ 649 h 697"/>
                <a:gd name="T58" fmla="*/ 135 w 695"/>
                <a:gd name="T59" fmla="*/ 625 h 697"/>
                <a:gd name="T60" fmla="*/ 102 w 695"/>
                <a:gd name="T61" fmla="*/ 595 h 697"/>
                <a:gd name="T62" fmla="*/ 72 w 695"/>
                <a:gd name="T63" fmla="*/ 561 h 697"/>
                <a:gd name="T64" fmla="*/ 47 w 695"/>
                <a:gd name="T65" fmla="*/ 525 h 697"/>
                <a:gd name="T66" fmla="*/ 27 w 695"/>
                <a:gd name="T67" fmla="*/ 485 h 697"/>
                <a:gd name="T68" fmla="*/ 12 w 695"/>
                <a:gd name="T69" fmla="*/ 441 h 697"/>
                <a:gd name="T70" fmla="*/ 3 w 695"/>
                <a:gd name="T71" fmla="*/ 396 h 697"/>
                <a:gd name="T72" fmla="*/ 0 w 695"/>
                <a:gd name="T73" fmla="*/ 349 h 697"/>
                <a:gd name="T74" fmla="*/ 3 w 695"/>
                <a:gd name="T75" fmla="*/ 302 h 697"/>
                <a:gd name="T76" fmla="*/ 12 w 695"/>
                <a:gd name="T77" fmla="*/ 257 h 697"/>
                <a:gd name="T78" fmla="*/ 27 w 695"/>
                <a:gd name="T79" fmla="*/ 214 h 697"/>
                <a:gd name="T80" fmla="*/ 47 w 695"/>
                <a:gd name="T81" fmla="*/ 173 h 697"/>
                <a:gd name="T82" fmla="*/ 72 w 695"/>
                <a:gd name="T83" fmla="*/ 136 h 697"/>
                <a:gd name="T84" fmla="*/ 102 w 695"/>
                <a:gd name="T85" fmla="*/ 103 h 697"/>
                <a:gd name="T86" fmla="*/ 135 w 695"/>
                <a:gd name="T87" fmla="*/ 73 h 697"/>
                <a:gd name="T88" fmla="*/ 172 w 695"/>
                <a:gd name="T89" fmla="*/ 48 h 697"/>
                <a:gd name="T90" fmla="*/ 212 w 695"/>
                <a:gd name="T91" fmla="*/ 27 h 697"/>
                <a:gd name="T92" fmla="*/ 254 w 695"/>
                <a:gd name="T93" fmla="*/ 13 h 697"/>
                <a:gd name="T94" fmla="*/ 300 w 695"/>
                <a:gd name="T95" fmla="*/ 3 h 697"/>
                <a:gd name="T96" fmla="*/ 347 w 695"/>
                <a:gd name="T97" fmla="*/ 0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95" h="697">
                  <a:moveTo>
                    <a:pt x="347" y="0"/>
                  </a:moveTo>
                  <a:lnTo>
                    <a:pt x="394" y="3"/>
                  </a:lnTo>
                  <a:lnTo>
                    <a:pt x="439" y="13"/>
                  </a:lnTo>
                  <a:lnTo>
                    <a:pt x="482" y="27"/>
                  </a:lnTo>
                  <a:lnTo>
                    <a:pt x="523" y="48"/>
                  </a:lnTo>
                  <a:lnTo>
                    <a:pt x="559" y="73"/>
                  </a:lnTo>
                  <a:lnTo>
                    <a:pt x="593" y="103"/>
                  </a:lnTo>
                  <a:lnTo>
                    <a:pt x="622" y="136"/>
                  </a:lnTo>
                  <a:lnTo>
                    <a:pt x="647" y="173"/>
                  </a:lnTo>
                  <a:lnTo>
                    <a:pt x="668" y="214"/>
                  </a:lnTo>
                  <a:lnTo>
                    <a:pt x="682" y="257"/>
                  </a:lnTo>
                  <a:lnTo>
                    <a:pt x="692" y="302"/>
                  </a:lnTo>
                  <a:lnTo>
                    <a:pt x="695" y="349"/>
                  </a:lnTo>
                  <a:lnTo>
                    <a:pt x="692" y="396"/>
                  </a:lnTo>
                  <a:lnTo>
                    <a:pt x="682" y="441"/>
                  </a:lnTo>
                  <a:lnTo>
                    <a:pt x="668" y="485"/>
                  </a:lnTo>
                  <a:lnTo>
                    <a:pt x="647" y="525"/>
                  </a:lnTo>
                  <a:lnTo>
                    <a:pt x="622" y="561"/>
                  </a:lnTo>
                  <a:lnTo>
                    <a:pt x="593" y="595"/>
                  </a:lnTo>
                  <a:lnTo>
                    <a:pt x="559" y="625"/>
                  </a:lnTo>
                  <a:lnTo>
                    <a:pt x="523" y="649"/>
                  </a:lnTo>
                  <a:lnTo>
                    <a:pt x="482" y="670"/>
                  </a:lnTo>
                  <a:lnTo>
                    <a:pt x="439" y="685"/>
                  </a:lnTo>
                  <a:lnTo>
                    <a:pt x="394" y="694"/>
                  </a:lnTo>
                  <a:lnTo>
                    <a:pt x="347" y="697"/>
                  </a:lnTo>
                  <a:lnTo>
                    <a:pt x="300" y="694"/>
                  </a:lnTo>
                  <a:lnTo>
                    <a:pt x="254" y="685"/>
                  </a:lnTo>
                  <a:lnTo>
                    <a:pt x="212" y="670"/>
                  </a:lnTo>
                  <a:lnTo>
                    <a:pt x="172" y="649"/>
                  </a:lnTo>
                  <a:lnTo>
                    <a:pt x="135" y="625"/>
                  </a:lnTo>
                  <a:lnTo>
                    <a:pt x="102" y="595"/>
                  </a:lnTo>
                  <a:lnTo>
                    <a:pt x="72" y="561"/>
                  </a:lnTo>
                  <a:lnTo>
                    <a:pt x="47" y="525"/>
                  </a:lnTo>
                  <a:lnTo>
                    <a:pt x="27" y="485"/>
                  </a:lnTo>
                  <a:lnTo>
                    <a:pt x="12" y="441"/>
                  </a:lnTo>
                  <a:lnTo>
                    <a:pt x="3" y="396"/>
                  </a:lnTo>
                  <a:lnTo>
                    <a:pt x="0" y="349"/>
                  </a:lnTo>
                  <a:lnTo>
                    <a:pt x="3" y="302"/>
                  </a:lnTo>
                  <a:lnTo>
                    <a:pt x="12" y="257"/>
                  </a:lnTo>
                  <a:lnTo>
                    <a:pt x="27" y="214"/>
                  </a:lnTo>
                  <a:lnTo>
                    <a:pt x="47" y="173"/>
                  </a:lnTo>
                  <a:lnTo>
                    <a:pt x="72" y="136"/>
                  </a:lnTo>
                  <a:lnTo>
                    <a:pt x="102" y="103"/>
                  </a:lnTo>
                  <a:lnTo>
                    <a:pt x="135" y="73"/>
                  </a:lnTo>
                  <a:lnTo>
                    <a:pt x="172" y="48"/>
                  </a:lnTo>
                  <a:lnTo>
                    <a:pt x="212" y="27"/>
                  </a:lnTo>
                  <a:lnTo>
                    <a:pt x="254" y="13"/>
                  </a:lnTo>
                  <a:lnTo>
                    <a:pt x="300" y="3"/>
                  </a:lnTo>
                  <a:lnTo>
                    <a:pt x="3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3" name="Freeform 379">
              <a:extLst>
                <a:ext uri="{FF2B5EF4-FFF2-40B4-BE49-F238E27FC236}">
                  <a16:creationId xmlns:a16="http://schemas.microsoft.com/office/drawing/2014/main" id="{04C78C83-D10E-4668-AD17-AB1934F0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0" y="3252788"/>
              <a:ext cx="169863" cy="311150"/>
            </a:xfrm>
            <a:custGeom>
              <a:avLst/>
              <a:gdLst>
                <a:gd name="T0" fmla="*/ 332 w 1185"/>
                <a:gd name="T1" fmla="*/ 2 h 2152"/>
                <a:gd name="T2" fmla="*/ 349 w 1185"/>
                <a:gd name="T3" fmla="*/ 20 h 2152"/>
                <a:gd name="T4" fmla="*/ 565 w 1185"/>
                <a:gd name="T5" fmla="*/ 606 h 2152"/>
                <a:gd name="T6" fmla="*/ 587 w 1185"/>
                <a:gd name="T7" fmla="*/ 619 h 2152"/>
                <a:gd name="T8" fmla="*/ 611 w 1185"/>
                <a:gd name="T9" fmla="*/ 615 h 2152"/>
                <a:gd name="T10" fmla="*/ 629 w 1185"/>
                <a:gd name="T11" fmla="*/ 594 h 2152"/>
                <a:gd name="T12" fmla="*/ 843 w 1185"/>
                <a:gd name="T13" fmla="*/ 10 h 2152"/>
                <a:gd name="T14" fmla="*/ 864 w 1185"/>
                <a:gd name="T15" fmla="*/ 0 h 2152"/>
                <a:gd name="T16" fmla="*/ 974 w 1185"/>
                <a:gd name="T17" fmla="*/ 32 h 2152"/>
                <a:gd name="T18" fmla="*/ 1011 w 1185"/>
                <a:gd name="T19" fmla="*/ 46 h 2152"/>
                <a:gd name="T20" fmla="*/ 1076 w 1185"/>
                <a:gd name="T21" fmla="*/ 88 h 2152"/>
                <a:gd name="T22" fmla="*/ 1128 w 1185"/>
                <a:gd name="T23" fmla="*/ 144 h 2152"/>
                <a:gd name="T24" fmla="*/ 1164 w 1185"/>
                <a:gd name="T25" fmla="*/ 210 h 2152"/>
                <a:gd name="T26" fmla="*/ 1183 w 1185"/>
                <a:gd name="T27" fmla="*/ 284 h 2152"/>
                <a:gd name="T28" fmla="*/ 1185 w 1185"/>
                <a:gd name="T29" fmla="*/ 932 h 2152"/>
                <a:gd name="T30" fmla="*/ 1181 w 1185"/>
                <a:gd name="T31" fmla="*/ 950 h 2152"/>
                <a:gd name="T32" fmla="*/ 963 w 1185"/>
                <a:gd name="T33" fmla="*/ 2122 h 2152"/>
                <a:gd name="T34" fmla="*/ 953 w 1185"/>
                <a:gd name="T35" fmla="*/ 2144 h 2152"/>
                <a:gd name="T36" fmla="*/ 933 w 1185"/>
                <a:gd name="T37" fmla="*/ 2152 h 2152"/>
                <a:gd name="T38" fmla="*/ 242 w 1185"/>
                <a:gd name="T39" fmla="*/ 2150 h 2152"/>
                <a:gd name="T40" fmla="*/ 226 w 1185"/>
                <a:gd name="T41" fmla="*/ 2133 h 2152"/>
                <a:gd name="T42" fmla="*/ 224 w 1185"/>
                <a:gd name="T43" fmla="*/ 1281 h 2152"/>
                <a:gd name="T44" fmla="*/ 2 w 1185"/>
                <a:gd name="T45" fmla="*/ 941 h 2152"/>
                <a:gd name="T46" fmla="*/ 0 w 1185"/>
                <a:gd name="T47" fmla="*/ 325 h 2152"/>
                <a:gd name="T48" fmla="*/ 11 w 1185"/>
                <a:gd name="T49" fmla="*/ 247 h 2152"/>
                <a:gd name="T50" fmla="*/ 39 w 1185"/>
                <a:gd name="T51" fmla="*/ 176 h 2152"/>
                <a:gd name="T52" fmla="*/ 83 w 1185"/>
                <a:gd name="T53" fmla="*/ 115 h 2152"/>
                <a:gd name="T54" fmla="*/ 141 w 1185"/>
                <a:gd name="T55" fmla="*/ 66 h 2152"/>
                <a:gd name="T56" fmla="*/ 212 w 1185"/>
                <a:gd name="T57" fmla="*/ 32 h 2152"/>
                <a:gd name="T58" fmla="*/ 223 w 1185"/>
                <a:gd name="T59" fmla="*/ 29 h 2152"/>
                <a:gd name="T60" fmla="*/ 249 w 1185"/>
                <a:gd name="T61" fmla="*/ 20 h 2152"/>
                <a:gd name="T62" fmla="*/ 281 w 1185"/>
                <a:gd name="T63" fmla="*/ 11 h 2152"/>
                <a:gd name="T64" fmla="*/ 308 w 1185"/>
                <a:gd name="T65" fmla="*/ 3 h 2152"/>
                <a:gd name="T66" fmla="*/ 320 w 1185"/>
                <a:gd name="T67" fmla="*/ 0 h 2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185" h="2152">
                  <a:moveTo>
                    <a:pt x="320" y="0"/>
                  </a:moveTo>
                  <a:lnTo>
                    <a:pt x="332" y="2"/>
                  </a:lnTo>
                  <a:lnTo>
                    <a:pt x="343" y="10"/>
                  </a:lnTo>
                  <a:lnTo>
                    <a:pt x="349" y="20"/>
                  </a:lnTo>
                  <a:lnTo>
                    <a:pt x="558" y="594"/>
                  </a:lnTo>
                  <a:lnTo>
                    <a:pt x="565" y="606"/>
                  </a:lnTo>
                  <a:lnTo>
                    <a:pt x="574" y="615"/>
                  </a:lnTo>
                  <a:lnTo>
                    <a:pt x="587" y="619"/>
                  </a:lnTo>
                  <a:lnTo>
                    <a:pt x="600" y="619"/>
                  </a:lnTo>
                  <a:lnTo>
                    <a:pt x="611" y="615"/>
                  </a:lnTo>
                  <a:lnTo>
                    <a:pt x="621" y="606"/>
                  </a:lnTo>
                  <a:lnTo>
                    <a:pt x="629" y="594"/>
                  </a:lnTo>
                  <a:lnTo>
                    <a:pt x="838" y="20"/>
                  </a:lnTo>
                  <a:lnTo>
                    <a:pt x="843" y="10"/>
                  </a:lnTo>
                  <a:lnTo>
                    <a:pt x="852" y="3"/>
                  </a:lnTo>
                  <a:lnTo>
                    <a:pt x="864" y="0"/>
                  </a:lnTo>
                  <a:lnTo>
                    <a:pt x="875" y="1"/>
                  </a:lnTo>
                  <a:lnTo>
                    <a:pt x="974" y="32"/>
                  </a:lnTo>
                  <a:lnTo>
                    <a:pt x="975" y="32"/>
                  </a:lnTo>
                  <a:lnTo>
                    <a:pt x="1011" y="46"/>
                  </a:lnTo>
                  <a:lnTo>
                    <a:pt x="1045" y="65"/>
                  </a:lnTo>
                  <a:lnTo>
                    <a:pt x="1076" y="88"/>
                  </a:lnTo>
                  <a:lnTo>
                    <a:pt x="1104" y="114"/>
                  </a:lnTo>
                  <a:lnTo>
                    <a:pt x="1128" y="144"/>
                  </a:lnTo>
                  <a:lnTo>
                    <a:pt x="1148" y="175"/>
                  </a:lnTo>
                  <a:lnTo>
                    <a:pt x="1164" y="210"/>
                  </a:lnTo>
                  <a:lnTo>
                    <a:pt x="1176" y="246"/>
                  </a:lnTo>
                  <a:lnTo>
                    <a:pt x="1183" y="284"/>
                  </a:lnTo>
                  <a:lnTo>
                    <a:pt x="1185" y="324"/>
                  </a:lnTo>
                  <a:lnTo>
                    <a:pt x="1185" y="932"/>
                  </a:lnTo>
                  <a:lnTo>
                    <a:pt x="1184" y="941"/>
                  </a:lnTo>
                  <a:lnTo>
                    <a:pt x="1181" y="950"/>
                  </a:lnTo>
                  <a:lnTo>
                    <a:pt x="963" y="1281"/>
                  </a:lnTo>
                  <a:lnTo>
                    <a:pt x="963" y="2122"/>
                  </a:lnTo>
                  <a:lnTo>
                    <a:pt x="961" y="2133"/>
                  </a:lnTo>
                  <a:lnTo>
                    <a:pt x="953" y="2144"/>
                  </a:lnTo>
                  <a:lnTo>
                    <a:pt x="944" y="2150"/>
                  </a:lnTo>
                  <a:lnTo>
                    <a:pt x="933" y="2152"/>
                  </a:lnTo>
                  <a:lnTo>
                    <a:pt x="254" y="2152"/>
                  </a:lnTo>
                  <a:lnTo>
                    <a:pt x="242" y="2150"/>
                  </a:lnTo>
                  <a:lnTo>
                    <a:pt x="232" y="2144"/>
                  </a:lnTo>
                  <a:lnTo>
                    <a:pt x="226" y="2133"/>
                  </a:lnTo>
                  <a:lnTo>
                    <a:pt x="224" y="2122"/>
                  </a:lnTo>
                  <a:lnTo>
                    <a:pt x="224" y="1281"/>
                  </a:lnTo>
                  <a:lnTo>
                    <a:pt x="6" y="950"/>
                  </a:lnTo>
                  <a:lnTo>
                    <a:pt x="2" y="941"/>
                  </a:lnTo>
                  <a:lnTo>
                    <a:pt x="0" y="932"/>
                  </a:lnTo>
                  <a:lnTo>
                    <a:pt x="0" y="325"/>
                  </a:lnTo>
                  <a:lnTo>
                    <a:pt x="3" y="286"/>
                  </a:lnTo>
                  <a:lnTo>
                    <a:pt x="11" y="247"/>
                  </a:lnTo>
                  <a:lnTo>
                    <a:pt x="22" y="211"/>
                  </a:lnTo>
                  <a:lnTo>
                    <a:pt x="39" y="176"/>
                  </a:lnTo>
                  <a:lnTo>
                    <a:pt x="59" y="145"/>
                  </a:lnTo>
                  <a:lnTo>
                    <a:pt x="83" y="115"/>
                  </a:lnTo>
                  <a:lnTo>
                    <a:pt x="111" y="88"/>
                  </a:lnTo>
                  <a:lnTo>
                    <a:pt x="141" y="66"/>
                  </a:lnTo>
                  <a:lnTo>
                    <a:pt x="176" y="46"/>
                  </a:lnTo>
                  <a:lnTo>
                    <a:pt x="212" y="32"/>
                  </a:lnTo>
                  <a:lnTo>
                    <a:pt x="215" y="31"/>
                  </a:lnTo>
                  <a:lnTo>
                    <a:pt x="223" y="29"/>
                  </a:lnTo>
                  <a:lnTo>
                    <a:pt x="235" y="25"/>
                  </a:lnTo>
                  <a:lnTo>
                    <a:pt x="249" y="20"/>
                  </a:lnTo>
                  <a:lnTo>
                    <a:pt x="265" y="16"/>
                  </a:lnTo>
                  <a:lnTo>
                    <a:pt x="281" y="11"/>
                  </a:lnTo>
                  <a:lnTo>
                    <a:pt x="296" y="7"/>
                  </a:lnTo>
                  <a:lnTo>
                    <a:pt x="308" y="3"/>
                  </a:lnTo>
                  <a:lnTo>
                    <a:pt x="317" y="1"/>
                  </a:lnTo>
                  <a:lnTo>
                    <a:pt x="3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4" name="Freeform 380">
              <a:extLst>
                <a:ext uri="{FF2B5EF4-FFF2-40B4-BE49-F238E27FC236}">
                  <a16:creationId xmlns:a16="http://schemas.microsoft.com/office/drawing/2014/main" id="{56298F87-9517-4B58-9E1E-4A4A09077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0638" y="3252788"/>
              <a:ext cx="26988" cy="69850"/>
            </a:xfrm>
            <a:custGeom>
              <a:avLst/>
              <a:gdLst>
                <a:gd name="T0" fmla="*/ 45 w 186"/>
                <a:gd name="T1" fmla="*/ 0 h 478"/>
                <a:gd name="T2" fmla="*/ 140 w 186"/>
                <a:gd name="T3" fmla="*/ 0 h 478"/>
                <a:gd name="T4" fmla="*/ 153 w 186"/>
                <a:gd name="T5" fmla="*/ 2 h 478"/>
                <a:gd name="T6" fmla="*/ 165 w 186"/>
                <a:gd name="T7" fmla="*/ 6 h 478"/>
                <a:gd name="T8" fmla="*/ 175 w 186"/>
                <a:gd name="T9" fmla="*/ 14 h 478"/>
                <a:gd name="T10" fmla="*/ 182 w 186"/>
                <a:gd name="T11" fmla="*/ 26 h 478"/>
                <a:gd name="T12" fmla="*/ 186 w 186"/>
                <a:gd name="T13" fmla="*/ 39 h 478"/>
                <a:gd name="T14" fmla="*/ 185 w 186"/>
                <a:gd name="T15" fmla="*/ 53 h 478"/>
                <a:gd name="T16" fmla="*/ 181 w 186"/>
                <a:gd name="T17" fmla="*/ 67 h 478"/>
                <a:gd name="T18" fmla="*/ 130 w 186"/>
                <a:gd name="T19" fmla="*/ 143 h 478"/>
                <a:gd name="T20" fmla="*/ 154 w 186"/>
                <a:gd name="T21" fmla="*/ 344 h 478"/>
                <a:gd name="T22" fmla="*/ 107 w 186"/>
                <a:gd name="T23" fmla="*/ 470 h 478"/>
                <a:gd name="T24" fmla="*/ 103 w 186"/>
                <a:gd name="T25" fmla="*/ 475 h 478"/>
                <a:gd name="T26" fmla="*/ 96 w 186"/>
                <a:gd name="T27" fmla="*/ 478 h 478"/>
                <a:gd name="T28" fmla="*/ 90 w 186"/>
                <a:gd name="T29" fmla="*/ 478 h 478"/>
                <a:gd name="T30" fmla="*/ 84 w 186"/>
                <a:gd name="T31" fmla="*/ 475 h 478"/>
                <a:gd name="T32" fmla="*/ 80 w 186"/>
                <a:gd name="T33" fmla="*/ 470 h 478"/>
                <a:gd name="T34" fmla="*/ 33 w 186"/>
                <a:gd name="T35" fmla="*/ 344 h 478"/>
                <a:gd name="T36" fmla="*/ 57 w 186"/>
                <a:gd name="T37" fmla="*/ 143 h 478"/>
                <a:gd name="T38" fmla="*/ 6 w 186"/>
                <a:gd name="T39" fmla="*/ 67 h 478"/>
                <a:gd name="T40" fmla="*/ 0 w 186"/>
                <a:gd name="T41" fmla="*/ 53 h 478"/>
                <a:gd name="T42" fmla="*/ 0 w 186"/>
                <a:gd name="T43" fmla="*/ 39 h 478"/>
                <a:gd name="T44" fmla="*/ 3 w 186"/>
                <a:gd name="T45" fmla="*/ 26 h 478"/>
                <a:gd name="T46" fmla="*/ 12 w 186"/>
                <a:gd name="T47" fmla="*/ 14 h 478"/>
                <a:gd name="T48" fmla="*/ 21 w 186"/>
                <a:gd name="T49" fmla="*/ 6 h 478"/>
                <a:gd name="T50" fmla="*/ 33 w 186"/>
                <a:gd name="T51" fmla="*/ 2 h 478"/>
                <a:gd name="T52" fmla="*/ 45 w 186"/>
                <a:gd name="T53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6" h="478">
                  <a:moveTo>
                    <a:pt x="45" y="0"/>
                  </a:moveTo>
                  <a:lnTo>
                    <a:pt x="140" y="0"/>
                  </a:lnTo>
                  <a:lnTo>
                    <a:pt x="153" y="2"/>
                  </a:lnTo>
                  <a:lnTo>
                    <a:pt x="165" y="6"/>
                  </a:lnTo>
                  <a:lnTo>
                    <a:pt x="175" y="14"/>
                  </a:lnTo>
                  <a:lnTo>
                    <a:pt x="182" y="26"/>
                  </a:lnTo>
                  <a:lnTo>
                    <a:pt x="186" y="39"/>
                  </a:lnTo>
                  <a:lnTo>
                    <a:pt x="185" y="53"/>
                  </a:lnTo>
                  <a:lnTo>
                    <a:pt x="181" y="67"/>
                  </a:lnTo>
                  <a:lnTo>
                    <a:pt x="130" y="143"/>
                  </a:lnTo>
                  <a:lnTo>
                    <a:pt x="154" y="344"/>
                  </a:lnTo>
                  <a:lnTo>
                    <a:pt x="107" y="470"/>
                  </a:lnTo>
                  <a:lnTo>
                    <a:pt x="103" y="475"/>
                  </a:lnTo>
                  <a:lnTo>
                    <a:pt x="96" y="478"/>
                  </a:lnTo>
                  <a:lnTo>
                    <a:pt x="90" y="478"/>
                  </a:lnTo>
                  <a:lnTo>
                    <a:pt x="84" y="475"/>
                  </a:lnTo>
                  <a:lnTo>
                    <a:pt x="80" y="470"/>
                  </a:lnTo>
                  <a:lnTo>
                    <a:pt x="33" y="344"/>
                  </a:lnTo>
                  <a:lnTo>
                    <a:pt x="57" y="143"/>
                  </a:lnTo>
                  <a:lnTo>
                    <a:pt x="6" y="67"/>
                  </a:lnTo>
                  <a:lnTo>
                    <a:pt x="0" y="53"/>
                  </a:lnTo>
                  <a:lnTo>
                    <a:pt x="0" y="39"/>
                  </a:lnTo>
                  <a:lnTo>
                    <a:pt x="3" y="26"/>
                  </a:lnTo>
                  <a:lnTo>
                    <a:pt x="12" y="14"/>
                  </a:lnTo>
                  <a:lnTo>
                    <a:pt x="21" y="6"/>
                  </a:lnTo>
                  <a:lnTo>
                    <a:pt x="33" y="2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E13092B6-BB1C-44BE-A6F4-B59F2A1BB844}"/>
              </a:ext>
            </a:extLst>
          </p:cNvPr>
          <p:cNvGrpSpPr/>
          <p:nvPr/>
        </p:nvGrpSpPr>
        <p:grpSpPr>
          <a:xfrm>
            <a:off x="7936642" y="5865036"/>
            <a:ext cx="372743" cy="358361"/>
            <a:chOff x="9336088" y="3062288"/>
            <a:chExt cx="493713" cy="4746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26" name="Freeform 385">
              <a:extLst>
                <a:ext uri="{FF2B5EF4-FFF2-40B4-BE49-F238E27FC236}">
                  <a16:creationId xmlns:a16="http://schemas.microsoft.com/office/drawing/2014/main" id="{974F598C-0C92-49F0-B649-F85131C12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5176" y="3062288"/>
              <a:ext cx="117475" cy="115888"/>
            </a:xfrm>
            <a:custGeom>
              <a:avLst/>
              <a:gdLst>
                <a:gd name="T0" fmla="*/ 406 w 811"/>
                <a:gd name="T1" fmla="*/ 0 h 810"/>
                <a:gd name="T2" fmla="*/ 457 w 811"/>
                <a:gd name="T3" fmla="*/ 3 h 810"/>
                <a:gd name="T4" fmla="*/ 505 w 811"/>
                <a:gd name="T5" fmla="*/ 13 h 810"/>
                <a:gd name="T6" fmla="*/ 552 w 811"/>
                <a:gd name="T7" fmla="*/ 28 h 810"/>
                <a:gd name="T8" fmla="*/ 596 w 811"/>
                <a:gd name="T9" fmla="*/ 48 h 810"/>
                <a:gd name="T10" fmla="*/ 638 w 811"/>
                <a:gd name="T11" fmla="*/ 73 h 810"/>
                <a:gd name="T12" fmla="*/ 675 w 811"/>
                <a:gd name="T13" fmla="*/ 103 h 810"/>
                <a:gd name="T14" fmla="*/ 708 w 811"/>
                <a:gd name="T15" fmla="*/ 137 h 810"/>
                <a:gd name="T16" fmla="*/ 738 w 811"/>
                <a:gd name="T17" fmla="*/ 175 h 810"/>
                <a:gd name="T18" fmla="*/ 763 w 811"/>
                <a:gd name="T19" fmla="*/ 215 h 810"/>
                <a:gd name="T20" fmla="*/ 784 w 811"/>
                <a:gd name="T21" fmla="*/ 260 h 810"/>
                <a:gd name="T22" fmla="*/ 799 w 811"/>
                <a:gd name="T23" fmla="*/ 305 h 810"/>
                <a:gd name="T24" fmla="*/ 808 w 811"/>
                <a:gd name="T25" fmla="*/ 355 h 810"/>
                <a:gd name="T26" fmla="*/ 811 w 811"/>
                <a:gd name="T27" fmla="*/ 405 h 810"/>
                <a:gd name="T28" fmla="*/ 808 w 811"/>
                <a:gd name="T29" fmla="*/ 456 h 810"/>
                <a:gd name="T30" fmla="*/ 799 w 811"/>
                <a:gd name="T31" fmla="*/ 505 h 810"/>
                <a:gd name="T32" fmla="*/ 784 w 811"/>
                <a:gd name="T33" fmla="*/ 552 h 810"/>
                <a:gd name="T34" fmla="*/ 763 w 811"/>
                <a:gd name="T35" fmla="*/ 596 h 810"/>
                <a:gd name="T36" fmla="*/ 738 w 811"/>
                <a:gd name="T37" fmla="*/ 637 h 810"/>
                <a:gd name="T38" fmla="*/ 708 w 811"/>
                <a:gd name="T39" fmla="*/ 674 h 810"/>
                <a:gd name="T40" fmla="*/ 675 w 811"/>
                <a:gd name="T41" fmla="*/ 708 h 810"/>
                <a:gd name="T42" fmla="*/ 638 w 811"/>
                <a:gd name="T43" fmla="*/ 737 h 810"/>
                <a:gd name="T44" fmla="*/ 596 w 811"/>
                <a:gd name="T45" fmla="*/ 763 h 810"/>
                <a:gd name="T46" fmla="*/ 552 w 811"/>
                <a:gd name="T47" fmla="*/ 783 h 810"/>
                <a:gd name="T48" fmla="*/ 505 w 811"/>
                <a:gd name="T49" fmla="*/ 798 h 810"/>
                <a:gd name="T50" fmla="*/ 457 w 811"/>
                <a:gd name="T51" fmla="*/ 807 h 810"/>
                <a:gd name="T52" fmla="*/ 406 w 811"/>
                <a:gd name="T53" fmla="*/ 810 h 810"/>
                <a:gd name="T54" fmla="*/ 355 w 811"/>
                <a:gd name="T55" fmla="*/ 807 h 810"/>
                <a:gd name="T56" fmla="*/ 306 w 811"/>
                <a:gd name="T57" fmla="*/ 798 h 810"/>
                <a:gd name="T58" fmla="*/ 259 w 811"/>
                <a:gd name="T59" fmla="*/ 783 h 810"/>
                <a:gd name="T60" fmla="*/ 215 w 811"/>
                <a:gd name="T61" fmla="*/ 763 h 810"/>
                <a:gd name="T62" fmla="*/ 174 w 811"/>
                <a:gd name="T63" fmla="*/ 737 h 810"/>
                <a:gd name="T64" fmla="*/ 136 w 811"/>
                <a:gd name="T65" fmla="*/ 708 h 810"/>
                <a:gd name="T66" fmla="*/ 102 w 811"/>
                <a:gd name="T67" fmla="*/ 674 h 810"/>
                <a:gd name="T68" fmla="*/ 73 w 811"/>
                <a:gd name="T69" fmla="*/ 637 h 810"/>
                <a:gd name="T70" fmla="*/ 48 w 811"/>
                <a:gd name="T71" fmla="*/ 596 h 810"/>
                <a:gd name="T72" fmla="*/ 27 w 811"/>
                <a:gd name="T73" fmla="*/ 552 h 810"/>
                <a:gd name="T74" fmla="*/ 12 w 811"/>
                <a:gd name="T75" fmla="*/ 505 h 810"/>
                <a:gd name="T76" fmla="*/ 3 w 811"/>
                <a:gd name="T77" fmla="*/ 456 h 810"/>
                <a:gd name="T78" fmla="*/ 0 w 811"/>
                <a:gd name="T79" fmla="*/ 405 h 810"/>
                <a:gd name="T80" fmla="*/ 3 w 811"/>
                <a:gd name="T81" fmla="*/ 355 h 810"/>
                <a:gd name="T82" fmla="*/ 12 w 811"/>
                <a:gd name="T83" fmla="*/ 305 h 810"/>
                <a:gd name="T84" fmla="*/ 27 w 811"/>
                <a:gd name="T85" fmla="*/ 260 h 810"/>
                <a:gd name="T86" fmla="*/ 48 w 811"/>
                <a:gd name="T87" fmla="*/ 215 h 810"/>
                <a:gd name="T88" fmla="*/ 73 w 811"/>
                <a:gd name="T89" fmla="*/ 175 h 810"/>
                <a:gd name="T90" fmla="*/ 102 w 811"/>
                <a:gd name="T91" fmla="*/ 137 h 810"/>
                <a:gd name="T92" fmla="*/ 136 w 811"/>
                <a:gd name="T93" fmla="*/ 103 h 810"/>
                <a:gd name="T94" fmla="*/ 174 w 811"/>
                <a:gd name="T95" fmla="*/ 73 h 810"/>
                <a:gd name="T96" fmla="*/ 215 w 811"/>
                <a:gd name="T97" fmla="*/ 48 h 810"/>
                <a:gd name="T98" fmla="*/ 259 w 811"/>
                <a:gd name="T99" fmla="*/ 28 h 810"/>
                <a:gd name="T100" fmla="*/ 306 w 811"/>
                <a:gd name="T101" fmla="*/ 13 h 810"/>
                <a:gd name="T102" fmla="*/ 355 w 811"/>
                <a:gd name="T103" fmla="*/ 3 h 810"/>
                <a:gd name="T104" fmla="*/ 406 w 811"/>
                <a:gd name="T105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11" h="810">
                  <a:moveTo>
                    <a:pt x="406" y="0"/>
                  </a:moveTo>
                  <a:lnTo>
                    <a:pt x="457" y="3"/>
                  </a:lnTo>
                  <a:lnTo>
                    <a:pt x="505" y="13"/>
                  </a:lnTo>
                  <a:lnTo>
                    <a:pt x="552" y="28"/>
                  </a:lnTo>
                  <a:lnTo>
                    <a:pt x="596" y="48"/>
                  </a:lnTo>
                  <a:lnTo>
                    <a:pt x="638" y="73"/>
                  </a:lnTo>
                  <a:lnTo>
                    <a:pt x="675" y="103"/>
                  </a:lnTo>
                  <a:lnTo>
                    <a:pt x="708" y="137"/>
                  </a:lnTo>
                  <a:lnTo>
                    <a:pt x="738" y="175"/>
                  </a:lnTo>
                  <a:lnTo>
                    <a:pt x="763" y="215"/>
                  </a:lnTo>
                  <a:lnTo>
                    <a:pt x="784" y="260"/>
                  </a:lnTo>
                  <a:lnTo>
                    <a:pt x="799" y="305"/>
                  </a:lnTo>
                  <a:lnTo>
                    <a:pt x="808" y="355"/>
                  </a:lnTo>
                  <a:lnTo>
                    <a:pt x="811" y="405"/>
                  </a:lnTo>
                  <a:lnTo>
                    <a:pt x="808" y="456"/>
                  </a:lnTo>
                  <a:lnTo>
                    <a:pt x="799" y="505"/>
                  </a:lnTo>
                  <a:lnTo>
                    <a:pt x="784" y="552"/>
                  </a:lnTo>
                  <a:lnTo>
                    <a:pt x="763" y="596"/>
                  </a:lnTo>
                  <a:lnTo>
                    <a:pt x="738" y="637"/>
                  </a:lnTo>
                  <a:lnTo>
                    <a:pt x="708" y="674"/>
                  </a:lnTo>
                  <a:lnTo>
                    <a:pt x="675" y="708"/>
                  </a:lnTo>
                  <a:lnTo>
                    <a:pt x="638" y="737"/>
                  </a:lnTo>
                  <a:lnTo>
                    <a:pt x="596" y="763"/>
                  </a:lnTo>
                  <a:lnTo>
                    <a:pt x="552" y="783"/>
                  </a:lnTo>
                  <a:lnTo>
                    <a:pt x="505" y="798"/>
                  </a:lnTo>
                  <a:lnTo>
                    <a:pt x="457" y="807"/>
                  </a:lnTo>
                  <a:lnTo>
                    <a:pt x="406" y="810"/>
                  </a:lnTo>
                  <a:lnTo>
                    <a:pt x="355" y="807"/>
                  </a:lnTo>
                  <a:lnTo>
                    <a:pt x="306" y="798"/>
                  </a:lnTo>
                  <a:lnTo>
                    <a:pt x="259" y="783"/>
                  </a:lnTo>
                  <a:lnTo>
                    <a:pt x="215" y="763"/>
                  </a:lnTo>
                  <a:lnTo>
                    <a:pt x="174" y="737"/>
                  </a:lnTo>
                  <a:lnTo>
                    <a:pt x="136" y="708"/>
                  </a:lnTo>
                  <a:lnTo>
                    <a:pt x="102" y="674"/>
                  </a:lnTo>
                  <a:lnTo>
                    <a:pt x="73" y="637"/>
                  </a:lnTo>
                  <a:lnTo>
                    <a:pt x="48" y="596"/>
                  </a:lnTo>
                  <a:lnTo>
                    <a:pt x="27" y="552"/>
                  </a:lnTo>
                  <a:lnTo>
                    <a:pt x="12" y="505"/>
                  </a:lnTo>
                  <a:lnTo>
                    <a:pt x="3" y="456"/>
                  </a:lnTo>
                  <a:lnTo>
                    <a:pt x="0" y="405"/>
                  </a:lnTo>
                  <a:lnTo>
                    <a:pt x="3" y="355"/>
                  </a:lnTo>
                  <a:lnTo>
                    <a:pt x="12" y="305"/>
                  </a:lnTo>
                  <a:lnTo>
                    <a:pt x="27" y="260"/>
                  </a:lnTo>
                  <a:lnTo>
                    <a:pt x="48" y="215"/>
                  </a:lnTo>
                  <a:lnTo>
                    <a:pt x="73" y="175"/>
                  </a:lnTo>
                  <a:lnTo>
                    <a:pt x="102" y="137"/>
                  </a:lnTo>
                  <a:lnTo>
                    <a:pt x="136" y="103"/>
                  </a:lnTo>
                  <a:lnTo>
                    <a:pt x="174" y="73"/>
                  </a:lnTo>
                  <a:lnTo>
                    <a:pt x="215" y="48"/>
                  </a:lnTo>
                  <a:lnTo>
                    <a:pt x="259" y="28"/>
                  </a:lnTo>
                  <a:lnTo>
                    <a:pt x="306" y="13"/>
                  </a:lnTo>
                  <a:lnTo>
                    <a:pt x="355" y="3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7" name="Freeform 386">
              <a:extLst>
                <a:ext uri="{FF2B5EF4-FFF2-40B4-BE49-F238E27FC236}">
                  <a16:creationId xmlns:a16="http://schemas.microsoft.com/office/drawing/2014/main" id="{1CB2B84E-6250-4E50-B317-6DB880DCD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4826" y="3062288"/>
              <a:ext cx="117475" cy="115888"/>
            </a:xfrm>
            <a:custGeom>
              <a:avLst/>
              <a:gdLst>
                <a:gd name="T0" fmla="*/ 405 w 811"/>
                <a:gd name="T1" fmla="*/ 0 h 810"/>
                <a:gd name="T2" fmla="*/ 456 w 811"/>
                <a:gd name="T3" fmla="*/ 3 h 810"/>
                <a:gd name="T4" fmla="*/ 505 w 811"/>
                <a:gd name="T5" fmla="*/ 13 h 810"/>
                <a:gd name="T6" fmla="*/ 552 w 811"/>
                <a:gd name="T7" fmla="*/ 28 h 810"/>
                <a:gd name="T8" fmla="*/ 596 w 811"/>
                <a:gd name="T9" fmla="*/ 48 h 810"/>
                <a:gd name="T10" fmla="*/ 636 w 811"/>
                <a:gd name="T11" fmla="*/ 73 h 810"/>
                <a:gd name="T12" fmla="*/ 675 w 811"/>
                <a:gd name="T13" fmla="*/ 103 h 810"/>
                <a:gd name="T14" fmla="*/ 708 w 811"/>
                <a:gd name="T15" fmla="*/ 137 h 810"/>
                <a:gd name="T16" fmla="*/ 738 w 811"/>
                <a:gd name="T17" fmla="*/ 175 h 810"/>
                <a:gd name="T18" fmla="*/ 763 w 811"/>
                <a:gd name="T19" fmla="*/ 215 h 810"/>
                <a:gd name="T20" fmla="*/ 783 w 811"/>
                <a:gd name="T21" fmla="*/ 260 h 810"/>
                <a:gd name="T22" fmla="*/ 798 w 811"/>
                <a:gd name="T23" fmla="*/ 305 h 810"/>
                <a:gd name="T24" fmla="*/ 808 w 811"/>
                <a:gd name="T25" fmla="*/ 355 h 810"/>
                <a:gd name="T26" fmla="*/ 811 w 811"/>
                <a:gd name="T27" fmla="*/ 405 h 810"/>
                <a:gd name="T28" fmla="*/ 808 w 811"/>
                <a:gd name="T29" fmla="*/ 456 h 810"/>
                <a:gd name="T30" fmla="*/ 798 w 811"/>
                <a:gd name="T31" fmla="*/ 505 h 810"/>
                <a:gd name="T32" fmla="*/ 783 w 811"/>
                <a:gd name="T33" fmla="*/ 552 h 810"/>
                <a:gd name="T34" fmla="*/ 763 w 811"/>
                <a:gd name="T35" fmla="*/ 596 h 810"/>
                <a:gd name="T36" fmla="*/ 738 w 811"/>
                <a:gd name="T37" fmla="*/ 637 h 810"/>
                <a:gd name="T38" fmla="*/ 708 w 811"/>
                <a:gd name="T39" fmla="*/ 674 h 810"/>
                <a:gd name="T40" fmla="*/ 675 w 811"/>
                <a:gd name="T41" fmla="*/ 708 h 810"/>
                <a:gd name="T42" fmla="*/ 636 w 811"/>
                <a:gd name="T43" fmla="*/ 737 h 810"/>
                <a:gd name="T44" fmla="*/ 596 w 811"/>
                <a:gd name="T45" fmla="*/ 763 h 810"/>
                <a:gd name="T46" fmla="*/ 552 w 811"/>
                <a:gd name="T47" fmla="*/ 783 h 810"/>
                <a:gd name="T48" fmla="*/ 505 w 811"/>
                <a:gd name="T49" fmla="*/ 798 h 810"/>
                <a:gd name="T50" fmla="*/ 456 w 811"/>
                <a:gd name="T51" fmla="*/ 807 h 810"/>
                <a:gd name="T52" fmla="*/ 405 w 811"/>
                <a:gd name="T53" fmla="*/ 810 h 810"/>
                <a:gd name="T54" fmla="*/ 354 w 811"/>
                <a:gd name="T55" fmla="*/ 807 h 810"/>
                <a:gd name="T56" fmla="*/ 305 w 811"/>
                <a:gd name="T57" fmla="*/ 798 h 810"/>
                <a:gd name="T58" fmla="*/ 259 w 811"/>
                <a:gd name="T59" fmla="*/ 783 h 810"/>
                <a:gd name="T60" fmla="*/ 215 w 811"/>
                <a:gd name="T61" fmla="*/ 763 h 810"/>
                <a:gd name="T62" fmla="*/ 173 w 811"/>
                <a:gd name="T63" fmla="*/ 737 h 810"/>
                <a:gd name="T64" fmla="*/ 136 w 811"/>
                <a:gd name="T65" fmla="*/ 708 h 810"/>
                <a:gd name="T66" fmla="*/ 102 w 811"/>
                <a:gd name="T67" fmla="*/ 674 h 810"/>
                <a:gd name="T68" fmla="*/ 72 w 811"/>
                <a:gd name="T69" fmla="*/ 637 h 810"/>
                <a:gd name="T70" fmla="*/ 47 w 811"/>
                <a:gd name="T71" fmla="*/ 596 h 810"/>
                <a:gd name="T72" fmla="*/ 27 w 811"/>
                <a:gd name="T73" fmla="*/ 552 h 810"/>
                <a:gd name="T74" fmla="*/ 12 w 811"/>
                <a:gd name="T75" fmla="*/ 505 h 810"/>
                <a:gd name="T76" fmla="*/ 3 w 811"/>
                <a:gd name="T77" fmla="*/ 456 h 810"/>
                <a:gd name="T78" fmla="*/ 0 w 811"/>
                <a:gd name="T79" fmla="*/ 405 h 810"/>
                <a:gd name="T80" fmla="*/ 3 w 811"/>
                <a:gd name="T81" fmla="*/ 355 h 810"/>
                <a:gd name="T82" fmla="*/ 12 w 811"/>
                <a:gd name="T83" fmla="*/ 305 h 810"/>
                <a:gd name="T84" fmla="*/ 27 w 811"/>
                <a:gd name="T85" fmla="*/ 260 h 810"/>
                <a:gd name="T86" fmla="*/ 47 w 811"/>
                <a:gd name="T87" fmla="*/ 215 h 810"/>
                <a:gd name="T88" fmla="*/ 72 w 811"/>
                <a:gd name="T89" fmla="*/ 175 h 810"/>
                <a:gd name="T90" fmla="*/ 102 w 811"/>
                <a:gd name="T91" fmla="*/ 137 h 810"/>
                <a:gd name="T92" fmla="*/ 136 w 811"/>
                <a:gd name="T93" fmla="*/ 103 h 810"/>
                <a:gd name="T94" fmla="*/ 173 w 811"/>
                <a:gd name="T95" fmla="*/ 73 h 810"/>
                <a:gd name="T96" fmla="*/ 215 w 811"/>
                <a:gd name="T97" fmla="*/ 48 h 810"/>
                <a:gd name="T98" fmla="*/ 259 w 811"/>
                <a:gd name="T99" fmla="*/ 28 h 810"/>
                <a:gd name="T100" fmla="*/ 305 w 811"/>
                <a:gd name="T101" fmla="*/ 13 h 810"/>
                <a:gd name="T102" fmla="*/ 354 w 811"/>
                <a:gd name="T103" fmla="*/ 3 h 810"/>
                <a:gd name="T104" fmla="*/ 405 w 811"/>
                <a:gd name="T105" fmla="*/ 0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11" h="810">
                  <a:moveTo>
                    <a:pt x="405" y="0"/>
                  </a:moveTo>
                  <a:lnTo>
                    <a:pt x="456" y="3"/>
                  </a:lnTo>
                  <a:lnTo>
                    <a:pt x="505" y="13"/>
                  </a:lnTo>
                  <a:lnTo>
                    <a:pt x="552" y="28"/>
                  </a:lnTo>
                  <a:lnTo>
                    <a:pt x="596" y="48"/>
                  </a:lnTo>
                  <a:lnTo>
                    <a:pt x="636" y="73"/>
                  </a:lnTo>
                  <a:lnTo>
                    <a:pt x="675" y="103"/>
                  </a:lnTo>
                  <a:lnTo>
                    <a:pt x="708" y="137"/>
                  </a:lnTo>
                  <a:lnTo>
                    <a:pt x="738" y="175"/>
                  </a:lnTo>
                  <a:lnTo>
                    <a:pt x="763" y="215"/>
                  </a:lnTo>
                  <a:lnTo>
                    <a:pt x="783" y="260"/>
                  </a:lnTo>
                  <a:lnTo>
                    <a:pt x="798" y="305"/>
                  </a:lnTo>
                  <a:lnTo>
                    <a:pt x="808" y="355"/>
                  </a:lnTo>
                  <a:lnTo>
                    <a:pt x="811" y="405"/>
                  </a:lnTo>
                  <a:lnTo>
                    <a:pt x="808" y="456"/>
                  </a:lnTo>
                  <a:lnTo>
                    <a:pt x="798" y="505"/>
                  </a:lnTo>
                  <a:lnTo>
                    <a:pt x="783" y="552"/>
                  </a:lnTo>
                  <a:lnTo>
                    <a:pt x="763" y="596"/>
                  </a:lnTo>
                  <a:lnTo>
                    <a:pt x="738" y="637"/>
                  </a:lnTo>
                  <a:lnTo>
                    <a:pt x="708" y="674"/>
                  </a:lnTo>
                  <a:lnTo>
                    <a:pt x="675" y="708"/>
                  </a:lnTo>
                  <a:lnTo>
                    <a:pt x="636" y="737"/>
                  </a:lnTo>
                  <a:lnTo>
                    <a:pt x="596" y="763"/>
                  </a:lnTo>
                  <a:lnTo>
                    <a:pt x="552" y="783"/>
                  </a:lnTo>
                  <a:lnTo>
                    <a:pt x="505" y="798"/>
                  </a:lnTo>
                  <a:lnTo>
                    <a:pt x="456" y="807"/>
                  </a:lnTo>
                  <a:lnTo>
                    <a:pt x="405" y="810"/>
                  </a:lnTo>
                  <a:lnTo>
                    <a:pt x="354" y="807"/>
                  </a:lnTo>
                  <a:lnTo>
                    <a:pt x="305" y="798"/>
                  </a:lnTo>
                  <a:lnTo>
                    <a:pt x="259" y="783"/>
                  </a:lnTo>
                  <a:lnTo>
                    <a:pt x="215" y="763"/>
                  </a:lnTo>
                  <a:lnTo>
                    <a:pt x="173" y="737"/>
                  </a:lnTo>
                  <a:lnTo>
                    <a:pt x="136" y="708"/>
                  </a:lnTo>
                  <a:lnTo>
                    <a:pt x="102" y="674"/>
                  </a:lnTo>
                  <a:lnTo>
                    <a:pt x="72" y="637"/>
                  </a:lnTo>
                  <a:lnTo>
                    <a:pt x="47" y="596"/>
                  </a:lnTo>
                  <a:lnTo>
                    <a:pt x="27" y="552"/>
                  </a:lnTo>
                  <a:lnTo>
                    <a:pt x="12" y="505"/>
                  </a:lnTo>
                  <a:lnTo>
                    <a:pt x="3" y="456"/>
                  </a:lnTo>
                  <a:lnTo>
                    <a:pt x="0" y="405"/>
                  </a:lnTo>
                  <a:lnTo>
                    <a:pt x="3" y="355"/>
                  </a:lnTo>
                  <a:lnTo>
                    <a:pt x="12" y="305"/>
                  </a:lnTo>
                  <a:lnTo>
                    <a:pt x="27" y="260"/>
                  </a:lnTo>
                  <a:lnTo>
                    <a:pt x="47" y="215"/>
                  </a:lnTo>
                  <a:lnTo>
                    <a:pt x="72" y="175"/>
                  </a:lnTo>
                  <a:lnTo>
                    <a:pt x="102" y="137"/>
                  </a:lnTo>
                  <a:lnTo>
                    <a:pt x="136" y="103"/>
                  </a:lnTo>
                  <a:lnTo>
                    <a:pt x="173" y="73"/>
                  </a:lnTo>
                  <a:lnTo>
                    <a:pt x="215" y="48"/>
                  </a:lnTo>
                  <a:lnTo>
                    <a:pt x="259" y="28"/>
                  </a:lnTo>
                  <a:lnTo>
                    <a:pt x="305" y="13"/>
                  </a:lnTo>
                  <a:lnTo>
                    <a:pt x="354" y="3"/>
                  </a:lnTo>
                  <a:lnTo>
                    <a:pt x="4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8" name="Freeform 387">
              <a:extLst>
                <a:ext uri="{FF2B5EF4-FFF2-40B4-BE49-F238E27FC236}">
                  <a16:creationId xmlns:a16="http://schemas.microsoft.com/office/drawing/2014/main" id="{CB2D34B3-10EA-4973-8262-34D5639E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6088" y="3348038"/>
              <a:ext cx="493713" cy="114300"/>
            </a:xfrm>
            <a:custGeom>
              <a:avLst/>
              <a:gdLst>
                <a:gd name="T0" fmla="*/ 1350 w 3426"/>
                <a:gd name="T1" fmla="*/ 0 h 791"/>
                <a:gd name="T2" fmla="*/ 1408 w 3426"/>
                <a:gd name="T3" fmla="*/ 76 h 791"/>
                <a:gd name="T4" fmla="*/ 1481 w 3426"/>
                <a:gd name="T5" fmla="*/ 136 h 791"/>
                <a:gd name="T6" fmla="*/ 1567 w 3426"/>
                <a:gd name="T7" fmla="*/ 180 h 791"/>
                <a:gd name="T8" fmla="*/ 1663 w 3426"/>
                <a:gd name="T9" fmla="*/ 203 h 791"/>
                <a:gd name="T10" fmla="*/ 1764 w 3426"/>
                <a:gd name="T11" fmla="*/ 203 h 791"/>
                <a:gd name="T12" fmla="*/ 1860 w 3426"/>
                <a:gd name="T13" fmla="*/ 180 h 791"/>
                <a:gd name="T14" fmla="*/ 1945 w 3426"/>
                <a:gd name="T15" fmla="*/ 136 h 791"/>
                <a:gd name="T16" fmla="*/ 2019 w 3426"/>
                <a:gd name="T17" fmla="*/ 76 h 791"/>
                <a:gd name="T18" fmla="*/ 2076 w 3426"/>
                <a:gd name="T19" fmla="*/ 0 h 791"/>
                <a:gd name="T20" fmla="*/ 3321 w 3426"/>
                <a:gd name="T21" fmla="*/ 3 h 791"/>
                <a:gd name="T22" fmla="*/ 3369 w 3426"/>
                <a:gd name="T23" fmla="*/ 23 h 791"/>
                <a:gd name="T24" fmla="*/ 3404 w 3426"/>
                <a:gd name="T25" fmla="*/ 58 h 791"/>
                <a:gd name="T26" fmla="*/ 3424 w 3426"/>
                <a:gd name="T27" fmla="*/ 105 h 791"/>
                <a:gd name="T28" fmla="*/ 3426 w 3426"/>
                <a:gd name="T29" fmla="*/ 660 h 791"/>
                <a:gd name="T30" fmla="*/ 3415 w 3426"/>
                <a:gd name="T31" fmla="*/ 711 h 791"/>
                <a:gd name="T32" fmla="*/ 3387 w 3426"/>
                <a:gd name="T33" fmla="*/ 753 h 791"/>
                <a:gd name="T34" fmla="*/ 3346 w 3426"/>
                <a:gd name="T35" fmla="*/ 781 h 791"/>
                <a:gd name="T36" fmla="*/ 3295 w 3426"/>
                <a:gd name="T37" fmla="*/ 791 h 791"/>
                <a:gd name="T38" fmla="*/ 2472 w 3426"/>
                <a:gd name="T39" fmla="*/ 743 h 791"/>
                <a:gd name="T40" fmla="*/ 2461 w 3426"/>
                <a:gd name="T41" fmla="*/ 647 h 791"/>
                <a:gd name="T42" fmla="*/ 2428 w 3426"/>
                <a:gd name="T43" fmla="*/ 558 h 791"/>
                <a:gd name="T44" fmla="*/ 2378 w 3426"/>
                <a:gd name="T45" fmla="*/ 479 h 791"/>
                <a:gd name="T46" fmla="*/ 2311 w 3426"/>
                <a:gd name="T47" fmla="*/ 414 h 791"/>
                <a:gd name="T48" fmla="*/ 2230 w 3426"/>
                <a:gd name="T49" fmla="*/ 364 h 791"/>
                <a:gd name="T50" fmla="*/ 2183 w 3426"/>
                <a:gd name="T51" fmla="*/ 345 h 791"/>
                <a:gd name="T52" fmla="*/ 2044 w 3426"/>
                <a:gd name="T53" fmla="*/ 305 h 791"/>
                <a:gd name="T54" fmla="*/ 2002 w 3426"/>
                <a:gd name="T55" fmla="*/ 312 h 791"/>
                <a:gd name="T56" fmla="*/ 1424 w 3426"/>
                <a:gd name="T57" fmla="*/ 312 h 791"/>
                <a:gd name="T58" fmla="*/ 1382 w 3426"/>
                <a:gd name="T59" fmla="*/ 305 h 791"/>
                <a:gd name="T60" fmla="*/ 1244 w 3426"/>
                <a:gd name="T61" fmla="*/ 345 h 791"/>
                <a:gd name="T62" fmla="*/ 1196 w 3426"/>
                <a:gd name="T63" fmla="*/ 364 h 791"/>
                <a:gd name="T64" fmla="*/ 1115 w 3426"/>
                <a:gd name="T65" fmla="*/ 414 h 791"/>
                <a:gd name="T66" fmla="*/ 1048 w 3426"/>
                <a:gd name="T67" fmla="*/ 479 h 791"/>
                <a:gd name="T68" fmla="*/ 997 w 3426"/>
                <a:gd name="T69" fmla="*/ 558 h 791"/>
                <a:gd name="T70" fmla="*/ 965 w 3426"/>
                <a:gd name="T71" fmla="*/ 647 h 791"/>
                <a:gd name="T72" fmla="*/ 955 w 3426"/>
                <a:gd name="T73" fmla="*/ 743 h 791"/>
                <a:gd name="T74" fmla="*/ 132 w 3426"/>
                <a:gd name="T75" fmla="*/ 791 h 791"/>
                <a:gd name="T76" fmla="*/ 80 w 3426"/>
                <a:gd name="T77" fmla="*/ 781 h 791"/>
                <a:gd name="T78" fmla="*/ 38 w 3426"/>
                <a:gd name="T79" fmla="*/ 753 h 791"/>
                <a:gd name="T80" fmla="*/ 10 w 3426"/>
                <a:gd name="T81" fmla="*/ 711 h 791"/>
                <a:gd name="T82" fmla="*/ 0 w 3426"/>
                <a:gd name="T83" fmla="*/ 660 h 791"/>
                <a:gd name="T84" fmla="*/ 3 w 3426"/>
                <a:gd name="T85" fmla="*/ 105 h 791"/>
                <a:gd name="T86" fmla="*/ 23 w 3426"/>
                <a:gd name="T87" fmla="*/ 58 h 791"/>
                <a:gd name="T88" fmla="*/ 58 w 3426"/>
                <a:gd name="T89" fmla="*/ 23 h 791"/>
                <a:gd name="T90" fmla="*/ 105 w 3426"/>
                <a:gd name="T91" fmla="*/ 3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26" h="791">
                  <a:moveTo>
                    <a:pt x="132" y="0"/>
                  </a:moveTo>
                  <a:lnTo>
                    <a:pt x="1350" y="0"/>
                  </a:lnTo>
                  <a:lnTo>
                    <a:pt x="1377" y="40"/>
                  </a:lnTo>
                  <a:lnTo>
                    <a:pt x="1408" y="76"/>
                  </a:lnTo>
                  <a:lnTo>
                    <a:pt x="1442" y="108"/>
                  </a:lnTo>
                  <a:lnTo>
                    <a:pt x="1481" y="136"/>
                  </a:lnTo>
                  <a:lnTo>
                    <a:pt x="1523" y="160"/>
                  </a:lnTo>
                  <a:lnTo>
                    <a:pt x="1567" y="180"/>
                  </a:lnTo>
                  <a:lnTo>
                    <a:pt x="1614" y="193"/>
                  </a:lnTo>
                  <a:lnTo>
                    <a:pt x="1663" y="203"/>
                  </a:lnTo>
                  <a:lnTo>
                    <a:pt x="1713" y="206"/>
                  </a:lnTo>
                  <a:lnTo>
                    <a:pt x="1764" y="203"/>
                  </a:lnTo>
                  <a:lnTo>
                    <a:pt x="1813" y="193"/>
                  </a:lnTo>
                  <a:lnTo>
                    <a:pt x="1860" y="180"/>
                  </a:lnTo>
                  <a:lnTo>
                    <a:pt x="1903" y="160"/>
                  </a:lnTo>
                  <a:lnTo>
                    <a:pt x="1945" y="136"/>
                  </a:lnTo>
                  <a:lnTo>
                    <a:pt x="1983" y="108"/>
                  </a:lnTo>
                  <a:lnTo>
                    <a:pt x="2019" y="76"/>
                  </a:lnTo>
                  <a:lnTo>
                    <a:pt x="2049" y="40"/>
                  </a:lnTo>
                  <a:lnTo>
                    <a:pt x="2076" y="0"/>
                  </a:lnTo>
                  <a:lnTo>
                    <a:pt x="3295" y="0"/>
                  </a:lnTo>
                  <a:lnTo>
                    <a:pt x="3321" y="3"/>
                  </a:lnTo>
                  <a:lnTo>
                    <a:pt x="3346" y="11"/>
                  </a:lnTo>
                  <a:lnTo>
                    <a:pt x="3369" y="23"/>
                  </a:lnTo>
                  <a:lnTo>
                    <a:pt x="3387" y="39"/>
                  </a:lnTo>
                  <a:lnTo>
                    <a:pt x="3404" y="58"/>
                  </a:lnTo>
                  <a:lnTo>
                    <a:pt x="3415" y="81"/>
                  </a:lnTo>
                  <a:lnTo>
                    <a:pt x="3424" y="105"/>
                  </a:lnTo>
                  <a:lnTo>
                    <a:pt x="3426" y="132"/>
                  </a:lnTo>
                  <a:lnTo>
                    <a:pt x="3426" y="660"/>
                  </a:lnTo>
                  <a:lnTo>
                    <a:pt x="3424" y="686"/>
                  </a:lnTo>
                  <a:lnTo>
                    <a:pt x="3415" y="711"/>
                  </a:lnTo>
                  <a:lnTo>
                    <a:pt x="3404" y="733"/>
                  </a:lnTo>
                  <a:lnTo>
                    <a:pt x="3387" y="753"/>
                  </a:lnTo>
                  <a:lnTo>
                    <a:pt x="3369" y="769"/>
                  </a:lnTo>
                  <a:lnTo>
                    <a:pt x="3346" y="781"/>
                  </a:lnTo>
                  <a:lnTo>
                    <a:pt x="3321" y="788"/>
                  </a:lnTo>
                  <a:lnTo>
                    <a:pt x="3295" y="791"/>
                  </a:lnTo>
                  <a:lnTo>
                    <a:pt x="2472" y="791"/>
                  </a:lnTo>
                  <a:lnTo>
                    <a:pt x="2472" y="743"/>
                  </a:lnTo>
                  <a:lnTo>
                    <a:pt x="2469" y="694"/>
                  </a:lnTo>
                  <a:lnTo>
                    <a:pt x="2461" y="647"/>
                  </a:lnTo>
                  <a:lnTo>
                    <a:pt x="2447" y="601"/>
                  </a:lnTo>
                  <a:lnTo>
                    <a:pt x="2428" y="558"/>
                  </a:lnTo>
                  <a:lnTo>
                    <a:pt x="2406" y="517"/>
                  </a:lnTo>
                  <a:lnTo>
                    <a:pt x="2378" y="479"/>
                  </a:lnTo>
                  <a:lnTo>
                    <a:pt x="2346" y="445"/>
                  </a:lnTo>
                  <a:lnTo>
                    <a:pt x="2311" y="414"/>
                  </a:lnTo>
                  <a:lnTo>
                    <a:pt x="2272" y="387"/>
                  </a:lnTo>
                  <a:lnTo>
                    <a:pt x="2230" y="364"/>
                  </a:lnTo>
                  <a:lnTo>
                    <a:pt x="2185" y="345"/>
                  </a:lnTo>
                  <a:lnTo>
                    <a:pt x="2183" y="345"/>
                  </a:lnTo>
                  <a:lnTo>
                    <a:pt x="2064" y="309"/>
                  </a:lnTo>
                  <a:lnTo>
                    <a:pt x="2044" y="305"/>
                  </a:lnTo>
                  <a:lnTo>
                    <a:pt x="2023" y="306"/>
                  </a:lnTo>
                  <a:lnTo>
                    <a:pt x="2002" y="312"/>
                  </a:lnTo>
                  <a:lnTo>
                    <a:pt x="1713" y="438"/>
                  </a:lnTo>
                  <a:lnTo>
                    <a:pt x="1424" y="312"/>
                  </a:lnTo>
                  <a:lnTo>
                    <a:pt x="1404" y="306"/>
                  </a:lnTo>
                  <a:lnTo>
                    <a:pt x="1382" y="305"/>
                  </a:lnTo>
                  <a:lnTo>
                    <a:pt x="1361" y="309"/>
                  </a:lnTo>
                  <a:lnTo>
                    <a:pt x="1244" y="345"/>
                  </a:lnTo>
                  <a:lnTo>
                    <a:pt x="1242" y="345"/>
                  </a:lnTo>
                  <a:lnTo>
                    <a:pt x="1196" y="364"/>
                  </a:lnTo>
                  <a:lnTo>
                    <a:pt x="1154" y="387"/>
                  </a:lnTo>
                  <a:lnTo>
                    <a:pt x="1115" y="414"/>
                  </a:lnTo>
                  <a:lnTo>
                    <a:pt x="1080" y="445"/>
                  </a:lnTo>
                  <a:lnTo>
                    <a:pt x="1048" y="479"/>
                  </a:lnTo>
                  <a:lnTo>
                    <a:pt x="1020" y="517"/>
                  </a:lnTo>
                  <a:lnTo>
                    <a:pt x="997" y="558"/>
                  </a:lnTo>
                  <a:lnTo>
                    <a:pt x="979" y="601"/>
                  </a:lnTo>
                  <a:lnTo>
                    <a:pt x="965" y="647"/>
                  </a:lnTo>
                  <a:lnTo>
                    <a:pt x="957" y="694"/>
                  </a:lnTo>
                  <a:lnTo>
                    <a:pt x="955" y="743"/>
                  </a:lnTo>
                  <a:lnTo>
                    <a:pt x="955" y="791"/>
                  </a:lnTo>
                  <a:lnTo>
                    <a:pt x="132" y="791"/>
                  </a:lnTo>
                  <a:lnTo>
                    <a:pt x="105" y="788"/>
                  </a:lnTo>
                  <a:lnTo>
                    <a:pt x="80" y="781"/>
                  </a:lnTo>
                  <a:lnTo>
                    <a:pt x="58" y="769"/>
                  </a:lnTo>
                  <a:lnTo>
                    <a:pt x="38" y="753"/>
                  </a:lnTo>
                  <a:lnTo>
                    <a:pt x="23" y="733"/>
                  </a:lnTo>
                  <a:lnTo>
                    <a:pt x="10" y="711"/>
                  </a:lnTo>
                  <a:lnTo>
                    <a:pt x="3" y="686"/>
                  </a:lnTo>
                  <a:lnTo>
                    <a:pt x="0" y="660"/>
                  </a:lnTo>
                  <a:lnTo>
                    <a:pt x="0" y="132"/>
                  </a:lnTo>
                  <a:lnTo>
                    <a:pt x="3" y="105"/>
                  </a:lnTo>
                  <a:lnTo>
                    <a:pt x="10" y="81"/>
                  </a:lnTo>
                  <a:lnTo>
                    <a:pt x="23" y="58"/>
                  </a:lnTo>
                  <a:lnTo>
                    <a:pt x="38" y="39"/>
                  </a:lnTo>
                  <a:lnTo>
                    <a:pt x="58" y="23"/>
                  </a:lnTo>
                  <a:lnTo>
                    <a:pt x="80" y="11"/>
                  </a:lnTo>
                  <a:lnTo>
                    <a:pt x="105" y="3"/>
                  </a:lnTo>
                  <a:lnTo>
                    <a:pt x="1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9" name="Freeform 388">
              <a:extLst>
                <a:ext uri="{FF2B5EF4-FFF2-40B4-BE49-F238E27FC236}">
                  <a16:creationId xmlns:a16="http://schemas.microsoft.com/office/drawing/2014/main" id="{A77A67B1-F2D0-4E3E-9DDF-1B5A834B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9263" y="3201988"/>
              <a:ext cx="228600" cy="125413"/>
            </a:xfrm>
            <a:custGeom>
              <a:avLst/>
              <a:gdLst>
                <a:gd name="T0" fmla="*/ 482 w 1580"/>
                <a:gd name="T1" fmla="*/ 2 h 871"/>
                <a:gd name="T2" fmla="*/ 500 w 1580"/>
                <a:gd name="T3" fmla="*/ 14 h 871"/>
                <a:gd name="T4" fmla="*/ 749 w 1580"/>
                <a:gd name="T5" fmla="*/ 690 h 871"/>
                <a:gd name="T6" fmla="*/ 765 w 1580"/>
                <a:gd name="T7" fmla="*/ 712 h 871"/>
                <a:gd name="T8" fmla="*/ 790 w 1580"/>
                <a:gd name="T9" fmla="*/ 719 h 871"/>
                <a:gd name="T10" fmla="*/ 814 w 1580"/>
                <a:gd name="T11" fmla="*/ 712 h 871"/>
                <a:gd name="T12" fmla="*/ 831 w 1580"/>
                <a:gd name="T13" fmla="*/ 690 h 871"/>
                <a:gd name="T14" fmla="*/ 1081 w 1580"/>
                <a:gd name="T15" fmla="*/ 12 h 871"/>
                <a:gd name="T16" fmla="*/ 1105 w 1580"/>
                <a:gd name="T17" fmla="*/ 1 h 871"/>
                <a:gd name="T18" fmla="*/ 1333 w 1580"/>
                <a:gd name="T19" fmla="*/ 37 h 871"/>
                <a:gd name="T20" fmla="*/ 1377 w 1580"/>
                <a:gd name="T21" fmla="*/ 55 h 871"/>
                <a:gd name="T22" fmla="*/ 1452 w 1580"/>
                <a:gd name="T23" fmla="*/ 103 h 871"/>
                <a:gd name="T24" fmla="*/ 1512 w 1580"/>
                <a:gd name="T25" fmla="*/ 167 h 871"/>
                <a:gd name="T26" fmla="*/ 1555 w 1580"/>
                <a:gd name="T27" fmla="*/ 244 h 871"/>
                <a:gd name="T28" fmla="*/ 1577 w 1580"/>
                <a:gd name="T29" fmla="*/ 331 h 871"/>
                <a:gd name="T30" fmla="*/ 1580 w 1580"/>
                <a:gd name="T31" fmla="*/ 388 h 871"/>
                <a:gd name="T32" fmla="*/ 1487 w 1580"/>
                <a:gd name="T33" fmla="*/ 427 h 871"/>
                <a:gd name="T34" fmla="*/ 1407 w 1580"/>
                <a:gd name="T35" fmla="*/ 484 h 871"/>
                <a:gd name="T36" fmla="*/ 1342 w 1580"/>
                <a:gd name="T37" fmla="*/ 559 h 871"/>
                <a:gd name="T38" fmla="*/ 1296 w 1580"/>
                <a:gd name="T39" fmla="*/ 646 h 871"/>
                <a:gd name="T40" fmla="*/ 1271 w 1580"/>
                <a:gd name="T41" fmla="*/ 744 h 871"/>
                <a:gd name="T42" fmla="*/ 1269 w 1580"/>
                <a:gd name="T43" fmla="*/ 823 h 871"/>
                <a:gd name="T44" fmla="*/ 111 w 1580"/>
                <a:gd name="T45" fmla="*/ 849 h 871"/>
                <a:gd name="T46" fmla="*/ 35 w 1580"/>
                <a:gd name="T47" fmla="*/ 859 h 871"/>
                <a:gd name="T48" fmla="*/ 0 w 1580"/>
                <a:gd name="T49" fmla="*/ 378 h 871"/>
                <a:gd name="T50" fmla="*/ 11 w 1580"/>
                <a:gd name="T51" fmla="*/ 288 h 871"/>
                <a:gd name="T52" fmla="*/ 43 w 1580"/>
                <a:gd name="T53" fmla="*/ 205 h 871"/>
                <a:gd name="T54" fmla="*/ 95 w 1580"/>
                <a:gd name="T55" fmla="*/ 134 h 871"/>
                <a:gd name="T56" fmla="*/ 164 w 1580"/>
                <a:gd name="T57" fmla="*/ 77 h 871"/>
                <a:gd name="T58" fmla="*/ 246 w 1580"/>
                <a:gd name="T59" fmla="*/ 37 h 871"/>
                <a:gd name="T60" fmla="*/ 259 w 1580"/>
                <a:gd name="T61" fmla="*/ 35 h 871"/>
                <a:gd name="T62" fmla="*/ 290 w 1580"/>
                <a:gd name="T63" fmla="*/ 30 h 871"/>
                <a:gd name="T64" fmla="*/ 334 w 1580"/>
                <a:gd name="T65" fmla="*/ 23 h 871"/>
                <a:gd name="T66" fmla="*/ 381 w 1580"/>
                <a:gd name="T67" fmla="*/ 14 h 871"/>
                <a:gd name="T68" fmla="*/ 425 w 1580"/>
                <a:gd name="T69" fmla="*/ 8 h 871"/>
                <a:gd name="T70" fmla="*/ 458 w 1580"/>
                <a:gd name="T71" fmla="*/ 2 h 871"/>
                <a:gd name="T72" fmla="*/ 472 w 1580"/>
                <a:gd name="T73" fmla="*/ 0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80" h="871">
                  <a:moveTo>
                    <a:pt x="472" y="0"/>
                  </a:moveTo>
                  <a:lnTo>
                    <a:pt x="482" y="2"/>
                  </a:lnTo>
                  <a:lnTo>
                    <a:pt x="492" y="7"/>
                  </a:lnTo>
                  <a:lnTo>
                    <a:pt x="500" y="14"/>
                  </a:lnTo>
                  <a:lnTo>
                    <a:pt x="505" y="24"/>
                  </a:lnTo>
                  <a:lnTo>
                    <a:pt x="749" y="690"/>
                  </a:lnTo>
                  <a:lnTo>
                    <a:pt x="756" y="703"/>
                  </a:lnTo>
                  <a:lnTo>
                    <a:pt x="765" y="712"/>
                  </a:lnTo>
                  <a:lnTo>
                    <a:pt x="778" y="717"/>
                  </a:lnTo>
                  <a:lnTo>
                    <a:pt x="790" y="719"/>
                  </a:lnTo>
                  <a:lnTo>
                    <a:pt x="803" y="717"/>
                  </a:lnTo>
                  <a:lnTo>
                    <a:pt x="814" y="712"/>
                  </a:lnTo>
                  <a:lnTo>
                    <a:pt x="825" y="703"/>
                  </a:lnTo>
                  <a:lnTo>
                    <a:pt x="831" y="690"/>
                  </a:lnTo>
                  <a:lnTo>
                    <a:pt x="1074" y="24"/>
                  </a:lnTo>
                  <a:lnTo>
                    <a:pt x="1081" y="12"/>
                  </a:lnTo>
                  <a:lnTo>
                    <a:pt x="1093" y="4"/>
                  </a:lnTo>
                  <a:lnTo>
                    <a:pt x="1105" y="1"/>
                  </a:lnTo>
                  <a:lnTo>
                    <a:pt x="1119" y="2"/>
                  </a:lnTo>
                  <a:lnTo>
                    <a:pt x="1333" y="37"/>
                  </a:lnTo>
                  <a:lnTo>
                    <a:pt x="1334" y="37"/>
                  </a:lnTo>
                  <a:lnTo>
                    <a:pt x="1377" y="55"/>
                  </a:lnTo>
                  <a:lnTo>
                    <a:pt x="1416" y="77"/>
                  </a:lnTo>
                  <a:lnTo>
                    <a:pt x="1452" y="103"/>
                  </a:lnTo>
                  <a:lnTo>
                    <a:pt x="1484" y="133"/>
                  </a:lnTo>
                  <a:lnTo>
                    <a:pt x="1512" y="167"/>
                  </a:lnTo>
                  <a:lnTo>
                    <a:pt x="1536" y="204"/>
                  </a:lnTo>
                  <a:lnTo>
                    <a:pt x="1555" y="244"/>
                  </a:lnTo>
                  <a:lnTo>
                    <a:pt x="1568" y="286"/>
                  </a:lnTo>
                  <a:lnTo>
                    <a:pt x="1577" y="331"/>
                  </a:lnTo>
                  <a:lnTo>
                    <a:pt x="1580" y="377"/>
                  </a:lnTo>
                  <a:lnTo>
                    <a:pt x="1580" y="388"/>
                  </a:lnTo>
                  <a:lnTo>
                    <a:pt x="1532" y="405"/>
                  </a:lnTo>
                  <a:lnTo>
                    <a:pt x="1487" y="427"/>
                  </a:lnTo>
                  <a:lnTo>
                    <a:pt x="1445" y="453"/>
                  </a:lnTo>
                  <a:lnTo>
                    <a:pt x="1407" y="484"/>
                  </a:lnTo>
                  <a:lnTo>
                    <a:pt x="1373" y="519"/>
                  </a:lnTo>
                  <a:lnTo>
                    <a:pt x="1342" y="559"/>
                  </a:lnTo>
                  <a:lnTo>
                    <a:pt x="1316" y="601"/>
                  </a:lnTo>
                  <a:lnTo>
                    <a:pt x="1296" y="646"/>
                  </a:lnTo>
                  <a:lnTo>
                    <a:pt x="1280" y="695"/>
                  </a:lnTo>
                  <a:lnTo>
                    <a:pt x="1271" y="744"/>
                  </a:lnTo>
                  <a:lnTo>
                    <a:pt x="1268" y="797"/>
                  </a:lnTo>
                  <a:lnTo>
                    <a:pt x="1269" y="823"/>
                  </a:lnTo>
                  <a:lnTo>
                    <a:pt x="1272" y="849"/>
                  </a:lnTo>
                  <a:lnTo>
                    <a:pt x="111" y="849"/>
                  </a:lnTo>
                  <a:lnTo>
                    <a:pt x="73" y="851"/>
                  </a:lnTo>
                  <a:lnTo>
                    <a:pt x="35" y="859"/>
                  </a:lnTo>
                  <a:lnTo>
                    <a:pt x="0" y="871"/>
                  </a:lnTo>
                  <a:lnTo>
                    <a:pt x="0" y="378"/>
                  </a:lnTo>
                  <a:lnTo>
                    <a:pt x="3" y="332"/>
                  </a:lnTo>
                  <a:lnTo>
                    <a:pt x="11" y="288"/>
                  </a:lnTo>
                  <a:lnTo>
                    <a:pt x="25" y="246"/>
                  </a:lnTo>
                  <a:lnTo>
                    <a:pt x="43" y="205"/>
                  </a:lnTo>
                  <a:lnTo>
                    <a:pt x="67" y="168"/>
                  </a:lnTo>
                  <a:lnTo>
                    <a:pt x="95" y="134"/>
                  </a:lnTo>
                  <a:lnTo>
                    <a:pt x="128" y="104"/>
                  </a:lnTo>
                  <a:lnTo>
                    <a:pt x="164" y="77"/>
                  </a:lnTo>
                  <a:lnTo>
                    <a:pt x="204" y="55"/>
                  </a:lnTo>
                  <a:lnTo>
                    <a:pt x="246" y="37"/>
                  </a:lnTo>
                  <a:lnTo>
                    <a:pt x="249" y="37"/>
                  </a:lnTo>
                  <a:lnTo>
                    <a:pt x="259" y="35"/>
                  </a:lnTo>
                  <a:lnTo>
                    <a:pt x="272" y="33"/>
                  </a:lnTo>
                  <a:lnTo>
                    <a:pt x="290" y="30"/>
                  </a:lnTo>
                  <a:lnTo>
                    <a:pt x="311" y="27"/>
                  </a:lnTo>
                  <a:lnTo>
                    <a:pt x="334" y="23"/>
                  </a:lnTo>
                  <a:lnTo>
                    <a:pt x="358" y="19"/>
                  </a:lnTo>
                  <a:lnTo>
                    <a:pt x="381" y="14"/>
                  </a:lnTo>
                  <a:lnTo>
                    <a:pt x="404" y="11"/>
                  </a:lnTo>
                  <a:lnTo>
                    <a:pt x="425" y="8"/>
                  </a:lnTo>
                  <a:lnTo>
                    <a:pt x="444" y="5"/>
                  </a:lnTo>
                  <a:lnTo>
                    <a:pt x="458" y="2"/>
                  </a:lnTo>
                  <a:lnTo>
                    <a:pt x="468" y="1"/>
                  </a:lnTo>
                  <a:lnTo>
                    <a:pt x="4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0" name="Freeform 389">
              <a:extLst>
                <a:ext uri="{FF2B5EF4-FFF2-40B4-BE49-F238E27FC236}">
                  <a16:creationId xmlns:a16="http://schemas.microsoft.com/office/drawing/2014/main" id="{CEB9B62D-EC57-4946-A223-421DF3901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7226" y="3281363"/>
              <a:ext cx="71438" cy="69850"/>
            </a:xfrm>
            <a:custGeom>
              <a:avLst/>
              <a:gdLst>
                <a:gd name="T0" fmla="*/ 245 w 490"/>
                <a:gd name="T1" fmla="*/ 0 h 489"/>
                <a:gd name="T2" fmla="*/ 284 w 490"/>
                <a:gd name="T3" fmla="*/ 3 h 489"/>
                <a:gd name="T4" fmla="*/ 323 w 490"/>
                <a:gd name="T5" fmla="*/ 13 h 489"/>
                <a:gd name="T6" fmla="*/ 357 w 490"/>
                <a:gd name="T7" fmla="*/ 28 h 489"/>
                <a:gd name="T8" fmla="*/ 389 w 490"/>
                <a:gd name="T9" fmla="*/ 48 h 489"/>
                <a:gd name="T10" fmla="*/ 419 w 490"/>
                <a:gd name="T11" fmla="*/ 72 h 489"/>
                <a:gd name="T12" fmla="*/ 442 w 490"/>
                <a:gd name="T13" fmla="*/ 101 h 489"/>
                <a:gd name="T14" fmla="*/ 462 w 490"/>
                <a:gd name="T15" fmla="*/ 133 h 489"/>
                <a:gd name="T16" fmla="*/ 478 w 490"/>
                <a:gd name="T17" fmla="*/ 167 h 489"/>
                <a:gd name="T18" fmla="*/ 486 w 490"/>
                <a:gd name="T19" fmla="*/ 206 h 489"/>
                <a:gd name="T20" fmla="*/ 490 w 490"/>
                <a:gd name="T21" fmla="*/ 245 h 489"/>
                <a:gd name="T22" fmla="*/ 486 w 490"/>
                <a:gd name="T23" fmla="*/ 285 h 489"/>
                <a:gd name="T24" fmla="*/ 478 w 490"/>
                <a:gd name="T25" fmla="*/ 322 h 489"/>
                <a:gd name="T26" fmla="*/ 462 w 490"/>
                <a:gd name="T27" fmla="*/ 357 h 489"/>
                <a:gd name="T28" fmla="*/ 442 w 490"/>
                <a:gd name="T29" fmla="*/ 390 h 489"/>
                <a:gd name="T30" fmla="*/ 419 w 490"/>
                <a:gd name="T31" fmla="*/ 418 h 489"/>
                <a:gd name="T32" fmla="*/ 389 w 490"/>
                <a:gd name="T33" fmla="*/ 443 h 489"/>
                <a:gd name="T34" fmla="*/ 357 w 490"/>
                <a:gd name="T35" fmla="*/ 462 h 489"/>
                <a:gd name="T36" fmla="*/ 323 w 490"/>
                <a:gd name="T37" fmla="*/ 477 h 489"/>
                <a:gd name="T38" fmla="*/ 284 w 490"/>
                <a:gd name="T39" fmla="*/ 486 h 489"/>
                <a:gd name="T40" fmla="*/ 245 w 490"/>
                <a:gd name="T41" fmla="*/ 489 h 489"/>
                <a:gd name="T42" fmla="*/ 205 w 490"/>
                <a:gd name="T43" fmla="*/ 486 h 489"/>
                <a:gd name="T44" fmla="*/ 168 w 490"/>
                <a:gd name="T45" fmla="*/ 477 h 489"/>
                <a:gd name="T46" fmla="*/ 133 w 490"/>
                <a:gd name="T47" fmla="*/ 462 h 489"/>
                <a:gd name="T48" fmla="*/ 100 w 490"/>
                <a:gd name="T49" fmla="*/ 443 h 489"/>
                <a:gd name="T50" fmla="*/ 72 w 490"/>
                <a:gd name="T51" fmla="*/ 418 h 489"/>
                <a:gd name="T52" fmla="*/ 47 w 490"/>
                <a:gd name="T53" fmla="*/ 390 h 489"/>
                <a:gd name="T54" fmla="*/ 28 w 490"/>
                <a:gd name="T55" fmla="*/ 357 h 489"/>
                <a:gd name="T56" fmla="*/ 13 w 490"/>
                <a:gd name="T57" fmla="*/ 322 h 489"/>
                <a:gd name="T58" fmla="*/ 4 w 490"/>
                <a:gd name="T59" fmla="*/ 285 h 489"/>
                <a:gd name="T60" fmla="*/ 0 w 490"/>
                <a:gd name="T61" fmla="*/ 245 h 489"/>
                <a:gd name="T62" fmla="*/ 4 w 490"/>
                <a:gd name="T63" fmla="*/ 206 h 489"/>
                <a:gd name="T64" fmla="*/ 13 w 490"/>
                <a:gd name="T65" fmla="*/ 167 h 489"/>
                <a:gd name="T66" fmla="*/ 28 w 490"/>
                <a:gd name="T67" fmla="*/ 133 h 489"/>
                <a:gd name="T68" fmla="*/ 47 w 490"/>
                <a:gd name="T69" fmla="*/ 101 h 489"/>
                <a:gd name="T70" fmla="*/ 72 w 490"/>
                <a:gd name="T71" fmla="*/ 72 h 489"/>
                <a:gd name="T72" fmla="*/ 100 w 490"/>
                <a:gd name="T73" fmla="*/ 48 h 489"/>
                <a:gd name="T74" fmla="*/ 133 w 490"/>
                <a:gd name="T75" fmla="*/ 28 h 489"/>
                <a:gd name="T76" fmla="*/ 168 w 490"/>
                <a:gd name="T77" fmla="*/ 13 h 489"/>
                <a:gd name="T78" fmla="*/ 205 w 490"/>
                <a:gd name="T79" fmla="*/ 3 h 489"/>
                <a:gd name="T80" fmla="*/ 245 w 490"/>
                <a:gd name="T81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90" h="489">
                  <a:moveTo>
                    <a:pt x="245" y="0"/>
                  </a:moveTo>
                  <a:lnTo>
                    <a:pt x="284" y="3"/>
                  </a:lnTo>
                  <a:lnTo>
                    <a:pt x="323" y="13"/>
                  </a:lnTo>
                  <a:lnTo>
                    <a:pt x="357" y="28"/>
                  </a:lnTo>
                  <a:lnTo>
                    <a:pt x="389" y="48"/>
                  </a:lnTo>
                  <a:lnTo>
                    <a:pt x="419" y="72"/>
                  </a:lnTo>
                  <a:lnTo>
                    <a:pt x="442" y="101"/>
                  </a:lnTo>
                  <a:lnTo>
                    <a:pt x="462" y="133"/>
                  </a:lnTo>
                  <a:lnTo>
                    <a:pt x="478" y="167"/>
                  </a:lnTo>
                  <a:lnTo>
                    <a:pt x="486" y="206"/>
                  </a:lnTo>
                  <a:lnTo>
                    <a:pt x="490" y="245"/>
                  </a:lnTo>
                  <a:lnTo>
                    <a:pt x="486" y="285"/>
                  </a:lnTo>
                  <a:lnTo>
                    <a:pt x="478" y="322"/>
                  </a:lnTo>
                  <a:lnTo>
                    <a:pt x="462" y="357"/>
                  </a:lnTo>
                  <a:lnTo>
                    <a:pt x="442" y="390"/>
                  </a:lnTo>
                  <a:lnTo>
                    <a:pt x="419" y="418"/>
                  </a:lnTo>
                  <a:lnTo>
                    <a:pt x="389" y="443"/>
                  </a:lnTo>
                  <a:lnTo>
                    <a:pt x="357" y="462"/>
                  </a:lnTo>
                  <a:lnTo>
                    <a:pt x="323" y="477"/>
                  </a:lnTo>
                  <a:lnTo>
                    <a:pt x="284" y="486"/>
                  </a:lnTo>
                  <a:lnTo>
                    <a:pt x="245" y="489"/>
                  </a:lnTo>
                  <a:lnTo>
                    <a:pt x="205" y="486"/>
                  </a:lnTo>
                  <a:lnTo>
                    <a:pt x="168" y="477"/>
                  </a:lnTo>
                  <a:lnTo>
                    <a:pt x="133" y="462"/>
                  </a:lnTo>
                  <a:lnTo>
                    <a:pt x="100" y="443"/>
                  </a:lnTo>
                  <a:lnTo>
                    <a:pt x="72" y="418"/>
                  </a:lnTo>
                  <a:lnTo>
                    <a:pt x="47" y="390"/>
                  </a:lnTo>
                  <a:lnTo>
                    <a:pt x="28" y="357"/>
                  </a:lnTo>
                  <a:lnTo>
                    <a:pt x="13" y="322"/>
                  </a:lnTo>
                  <a:lnTo>
                    <a:pt x="4" y="285"/>
                  </a:lnTo>
                  <a:lnTo>
                    <a:pt x="0" y="245"/>
                  </a:lnTo>
                  <a:lnTo>
                    <a:pt x="4" y="206"/>
                  </a:lnTo>
                  <a:lnTo>
                    <a:pt x="13" y="167"/>
                  </a:lnTo>
                  <a:lnTo>
                    <a:pt x="28" y="133"/>
                  </a:lnTo>
                  <a:lnTo>
                    <a:pt x="47" y="101"/>
                  </a:lnTo>
                  <a:lnTo>
                    <a:pt x="72" y="72"/>
                  </a:lnTo>
                  <a:lnTo>
                    <a:pt x="100" y="48"/>
                  </a:lnTo>
                  <a:lnTo>
                    <a:pt x="133" y="28"/>
                  </a:lnTo>
                  <a:lnTo>
                    <a:pt x="168" y="13"/>
                  </a:lnTo>
                  <a:lnTo>
                    <a:pt x="205" y="3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1" name="Freeform 390">
              <a:extLst>
                <a:ext uri="{FF2B5EF4-FFF2-40B4-BE49-F238E27FC236}">
                  <a16:creationId xmlns:a16="http://schemas.microsoft.com/office/drawing/2014/main" id="{5792AA98-0370-48A4-A933-A9FC9FB95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9601" y="3417888"/>
              <a:ext cx="166688" cy="119063"/>
            </a:xfrm>
            <a:custGeom>
              <a:avLst/>
              <a:gdLst>
                <a:gd name="T0" fmla="*/ 248 w 1158"/>
                <a:gd name="T1" fmla="*/ 0 h 817"/>
                <a:gd name="T2" fmla="*/ 544 w 1158"/>
                <a:gd name="T3" fmla="*/ 129 h 817"/>
                <a:gd name="T4" fmla="*/ 561 w 1158"/>
                <a:gd name="T5" fmla="*/ 134 h 817"/>
                <a:gd name="T6" fmla="*/ 579 w 1158"/>
                <a:gd name="T7" fmla="*/ 136 h 817"/>
                <a:gd name="T8" fmla="*/ 598 w 1158"/>
                <a:gd name="T9" fmla="*/ 134 h 817"/>
                <a:gd name="T10" fmla="*/ 615 w 1158"/>
                <a:gd name="T11" fmla="*/ 129 h 817"/>
                <a:gd name="T12" fmla="*/ 910 w 1158"/>
                <a:gd name="T13" fmla="*/ 0 h 817"/>
                <a:gd name="T14" fmla="*/ 995 w 1158"/>
                <a:gd name="T15" fmla="*/ 26 h 817"/>
                <a:gd name="T16" fmla="*/ 1026 w 1158"/>
                <a:gd name="T17" fmla="*/ 40 h 817"/>
                <a:gd name="T18" fmla="*/ 1055 w 1158"/>
                <a:gd name="T19" fmla="*/ 56 h 817"/>
                <a:gd name="T20" fmla="*/ 1080 w 1158"/>
                <a:gd name="T21" fmla="*/ 77 h 817"/>
                <a:gd name="T22" fmla="*/ 1103 w 1158"/>
                <a:gd name="T23" fmla="*/ 101 h 817"/>
                <a:gd name="T24" fmla="*/ 1122 w 1158"/>
                <a:gd name="T25" fmla="*/ 128 h 817"/>
                <a:gd name="T26" fmla="*/ 1137 w 1158"/>
                <a:gd name="T27" fmla="*/ 156 h 817"/>
                <a:gd name="T28" fmla="*/ 1149 w 1158"/>
                <a:gd name="T29" fmla="*/ 187 h 817"/>
                <a:gd name="T30" fmla="*/ 1156 w 1158"/>
                <a:gd name="T31" fmla="*/ 220 h 817"/>
                <a:gd name="T32" fmla="*/ 1158 w 1158"/>
                <a:gd name="T33" fmla="*/ 254 h 817"/>
                <a:gd name="T34" fmla="*/ 1158 w 1158"/>
                <a:gd name="T35" fmla="*/ 709 h 817"/>
                <a:gd name="T36" fmla="*/ 1155 w 1158"/>
                <a:gd name="T37" fmla="*/ 734 h 817"/>
                <a:gd name="T38" fmla="*/ 1148 w 1158"/>
                <a:gd name="T39" fmla="*/ 757 h 817"/>
                <a:gd name="T40" fmla="*/ 1134 w 1158"/>
                <a:gd name="T41" fmla="*/ 777 h 817"/>
                <a:gd name="T42" fmla="*/ 1118 w 1158"/>
                <a:gd name="T43" fmla="*/ 794 h 817"/>
                <a:gd name="T44" fmla="*/ 1098 w 1158"/>
                <a:gd name="T45" fmla="*/ 806 h 817"/>
                <a:gd name="T46" fmla="*/ 1075 w 1158"/>
                <a:gd name="T47" fmla="*/ 814 h 817"/>
                <a:gd name="T48" fmla="*/ 1050 w 1158"/>
                <a:gd name="T49" fmla="*/ 817 h 817"/>
                <a:gd name="T50" fmla="*/ 108 w 1158"/>
                <a:gd name="T51" fmla="*/ 817 h 817"/>
                <a:gd name="T52" fmla="*/ 83 w 1158"/>
                <a:gd name="T53" fmla="*/ 814 h 817"/>
                <a:gd name="T54" fmla="*/ 61 w 1158"/>
                <a:gd name="T55" fmla="*/ 806 h 817"/>
                <a:gd name="T56" fmla="*/ 40 w 1158"/>
                <a:gd name="T57" fmla="*/ 794 h 817"/>
                <a:gd name="T58" fmla="*/ 24 w 1158"/>
                <a:gd name="T59" fmla="*/ 777 h 817"/>
                <a:gd name="T60" fmla="*/ 11 w 1158"/>
                <a:gd name="T61" fmla="*/ 757 h 817"/>
                <a:gd name="T62" fmla="*/ 3 w 1158"/>
                <a:gd name="T63" fmla="*/ 734 h 817"/>
                <a:gd name="T64" fmla="*/ 0 w 1158"/>
                <a:gd name="T65" fmla="*/ 709 h 817"/>
                <a:gd name="T66" fmla="*/ 0 w 1158"/>
                <a:gd name="T67" fmla="*/ 254 h 817"/>
                <a:gd name="T68" fmla="*/ 3 w 1158"/>
                <a:gd name="T69" fmla="*/ 220 h 817"/>
                <a:gd name="T70" fmla="*/ 9 w 1158"/>
                <a:gd name="T71" fmla="*/ 187 h 817"/>
                <a:gd name="T72" fmla="*/ 20 w 1158"/>
                <a:gd name="T73" fmla="*/ 156 h 817"/>
                <a:gd name="T74" fmla="*/ 36 w 1158"/>
                <a:gd name="T75" fmla="*/ 127 h 817"/>
                <a:gd name="T76" fmla="*/ 55 w 1158"/>
                <a:gd name="T77" fmla="*/ 101 h 817"/>
                <a:gd name="T78" fmla="*/ 78 w 1158"/>
                <a:gd name="T79" fmla="*/ 77 h 817"/>
                <a:gd name="T80" fmla="*/ 104 w 1158"/>
                <a:gd name="T81" fmla="*/ 56 h 817"/>
                <a:gd name="T82" fmla="*/ 132 w 1158"/>
                <a:gd name="T83" fmla="*/ 40 h 817"/>
                <a:gd name="T84" fmla="*/ 164 w 1158"/>
                <a:gd name="T85" fmla="*/ 26 h 817"/>
                <a:gd name="T86" fmla="*/ 248 w 1158"/>
                <a:gd name="T87" fmla="*/ 0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58" h="817">
                  <a:moveTo>
                    <a:pt x="248" y="0"/>
                  </a:moveTo>
                  <a:lnTo>
                    <a:pt x="544" y="129"/>
                  </a:lnTo>
                  <a:lnTo>
                    <a:pt x="561" y="134"/>
                  </a:lnTo>
                  <a:lnTo>
                    <a:pt x="579" y="136"/>
                  </a:lnTo>
                  <a:lnTo>
                    <a:pt x="598" y="134"/>
                  </a:lnTo>
                  <a:lnTo>
                    <a:pt x="615" y="129"/>
                  </a:lnTo>
                  <a:lnTo>
                    <a:pt x="910" y="0"/>
                  </a:lnTo>
                  <a:lnTo>
                    <a:pt x="995" y="26"/>
                  </a:lnTo>
                  <a:lnTo>
                    <a:pt x="1026" y="40"/>
                  </a:lnTo>
                  <a:lnTo>
                    <a:pt x="1055" y="56"/>
                  </a:lnTo>
                  <a:lnTo>
                    <a:pt x="1080" y="77"/>
                  </a:lnTo>
                  <a:lnTo>
                    <a:pt x="1103" y="101"/>
                  </a:lnTo>
                  <a:lnTo>
                    <a:pt x="1122" y="128"/>
                  </a:lnTo>
                  <a:lnTo>
                    <a:pt x="1137" y="156"/>
                  </a:lnTo>
                  <a:lnTo>
                    <a:pt x="1149" y="187"/>
                  </a:lnTo>
                  <a:lnTo>
                    <a:pt x="1156" y="220"/>
                  </a:lnTo>
                  <a:lnTo>
                    <a:pt x="1158" y="254"/>
                  </a:lnTo>
                  <a:lnTo>
                    <a:pt x="1158" y="709"/>
                  </a:lnTo>
                  <a:lnTo>
                    <a:pt x="1155" y="734"/>
                  </a:lnTo>
                  <a:lnTo>
                    <a:pt x="1148" y="757"/>
                  </a:lnTo>
                  <a:lnTo>
                    <a:pt x="1134" y="777"/>
                  </a:lnTo>
                  <a:lnTo>
                    <a:pt x="1118" y="794"/>
                  </a:lnTo>
                  <a:lnTo>
                    <a:pt x="1098" y="806"/>
                  </a:lnTo>
                  <a:lnTo>
                    <a:pt x="1075" y="814"/>
                  </a:lnTo>
                  <a:lnTo>
                    <a:pt x="1050" y="817"/>
                  </a:lnTo>
                  <a:lnTo>
                    <a:pt x="108" y="817"/>
                  </a:lnTo>
                  <a:lnTo>
                    <a:pt x="83" y="814"/>
                  </a:lnTo>
                  <a:lnTo>
                    <a:pt x="61" y="806"/>
                  </a:lnTo>
                  <a:lnTo>
                    <a:pt x="40" y="794"/>
                  </a:lnTo>
                  <a:lnTo>
                    <a:pt x="24" y="777"/>
                  </a:lnTo>
                  <a:lnTo>
                    <a:pt x="11" y="757"/>
                  </a:lnTo>
                  <a:lnTo>
                    <a:pt x="3" y="734"/>
                  </a:lnTo>
                  <a:lnTo>
                    <a:pt x="0" y="709"/>
                  </a:lnTo>
                  <a:lnTo>
                    <a:pt x="0" y="254"/>
                  </a:lnTo>
                  <a:lnTo>
                    <a:pt x="3" y="220"/>
                  </a:lnTo>
                  <a:lnTo>
                    <a:pt x="9" y="187"/>
                  </a:lnTo>
                  <a:lnTo>
                    <a:pt x="20" y="156"/>
                  </a:lnTo>
                  <a:lnTo>
                    <a:pt x="36" y="127"/>
                  </a:lnTo>
                  <a:lnTo>
                    <a:pt x="55" y="101"/>
                  </a:lnTo>
                  <a:lnTo>
                    <a:pt x="78" y="77"/>
                  </a:lnTo>
                  <a:lnTo>
                    <a:pt x="104" y="56"/>
                  </a:lnTo>
                  <a:lnTo>
                    <a:pt x="132" y="40"/>
                  </a:lnTo>
                  <a:lnTo>
                    <a:pt x="164" y="26"/>
                  </a:lnTo>
                  <a:lnTo>
                    <a:pt x="2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2" name="Freeform 391">
              <a:extLst>
                <a:ext uri="{FF2B5EF4-FFF2-40B4-BE49-F238E27FC236}">
                  <a16:creationId xmlns:a16="http://schemas.microsoft.com/office/drawing/2014/main" id="{99D89A95-1BB4-4D17-9F00-ED547789C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9613" y="3201988"/>
              <a:ext cx="228600" cy="125413"/>
            </a:xfrm>
            <a:custGeom>
              <a:avLst/>
              <a:gdLst>
                <a:gd name="T0" fmla="*/ 483 w 1580"/>
                <a:gd name="T1" fmla="*/ 2 h 871"/>
                <a:gd name="T2" fmla="*/ 500 w 1580"/>
                <a:gd name="T3" fmla="*/ 14 h 871"/>
                <a:gd name="T4" fmla="*/ 749 w 1580"/>
                <a:gd name="T5" fmla="*/ 690 h 871"/>
                <a:gd name="T6" fmla="*/ 766 w 1580"/>
                <a:gd name="T7" fmla="*/ 712 h 871"/>
                <a:gd name="T8" fmla="*/ 791 w 1580"/>
                <a:gd name="T9" fmla="*/ 719 h 871"/>
                <a:gd name="T10" fmla="*/ 815 w 1580"/>
                <a:gd name="T11" fmla="*/ 712 h 871"/>
                <a:gd name="T12" fmla="*/ 832 w 1580"/>
                <a:gd name="T13" fmla="*/ 690 h 871"/>
                <a:gd name="T14" fmla="*/ 1082 w 1580"/>
                <a:gd name="T15" fmla="*/ 12 h 871"/>
                <a:gd name="T16" fmla="*/ 1106 w 1580"/>
                <a:gd name="T17" fmla="*/ 1 h 871"/>
                <a:gd name="T18" fmla="*/ 1333 w 1580"/>
                <a:gd name="T19" fmla="*/ 37 h 871"/>
                <a:gd name="T20" fmla="*/ 1377 w 1580"/>
                <a:gd name="T21" fmla="*/ 55 h 871"/>
                <a:gd name="T22" fmla="*/ 1452 w 1580"/>
                <a:gd name="T23" fmla="*/ 103 h 871"/>
                <a:gd name="T24" fmla="*/ 1512 w 1580"/>
                <a:gd name="T25" fmla="*/ 167 h 871"/>
                <a:gd name="T26" fmla="*/ 1555 w 1580"/>
                <a:gd name="T27" fmla="*/ 244 h 871"/>
                <a:gd name="T28" fmla="*/ 1578 w 1580"/>
                <a:gd name="T29" fmla="*/ 331 h 871"/>
                <a:gd name="T30" fmla="*/ 1580 w 1580"/>
                <a:gd name="T31" fmla="*/ 871 h 871"/>
                <a:gd name="T32" fmla="*/ 1508 w 1580"/>
                <a:gd name="T33" fmla="*/ 851 h 871"/>
                <a:gd name="T34" fmla="*/ 309 w 1580"/>
                <a:gd name="T35" fmla="*/ 849 h 871"/>
                <a:gd name="T36" fmla="*/ 312 w 1580"/>
                <a:gd name="T37" fmla="*/ 797 h 871"/>
                <a:gd name="T38" fmla="*/ 300 w 1580"/>
                <a:gd name="T39" fmla="*/ 695 h 871"/>
                <a:gd name="T40" fmla="*/ 264 w 1580"/>
                <a:gd name="T41" fmla="*/ 601 h 871"/>
                <a:gd name="T42" fmla="*/ 208 w 1580"/>
                <a:gd name="T43" fmla="*/ 519 h 871"/>
                <a:gd name="T44" fmla="*/ 135 w 1580"/>
                <a:gd name="T45" fmla="*/ 453 h 871"/>
                <a:gd name="T46" fmla="*/ 48 w 1580"/>
                <a:gd name="T47" fmla="*/ 405 h 871"/>
                <a:gd name="T48" fmla="*/ 0 w 1580"/>
                <a:gd name="T49" fmla="*/ 378 h 871"/>
                <a:gd name="T50" fmla="*/ 12 w 1580"/>
                <a:gd name="T51" fmla="*/ 288 h 871"/>
                <a:gd name="T52" fmla="*/ 45 w 1580"/>
                <a:gd name="T53" fmla="*/ 205 h 871"/>
                <a:gd name="T54" fmla="*/ 96 w 1580"/>
                <a:gd name="T55" fmla="*/ 134 h 871"/>
                <a:gd name="T56" fmla="*/ 165 w 1580"/>
                <a:gd name="T57" fmla="*/ 77 h 871"/>
                <a:gd name="T58" fmla="*/ 247 w 1580"/>
                <a:gd name="T59" fmla="*/ 37 h 871"/>
                <a:gd name="T60" fmla="*/ 259 w 1580"/>
                <a:gd name="T61" fmla="*/ 35 h 871"/>
                <a:gd name="T62" fmla="*/ 291 w 1580"/>
                <a:gd name="T63" fmla="*/ 30 h 871"/>
                <a:gd name="T64" fmla="*/ 334 w 1580"/>
                <a:gd name="T65" fmla="*/ 23 h 871"/>
                <a:gd name="T66" fmla="*/ 382 w 1580"/>
                <a:gd name="T67" fmla="*/ 14 h 871"/>
                <a:gd name="T68" fmla="*/ 426 w 1580"/>
                <a:gd name="T69" fmla="*/ 8 h 871"/>
                <a:gd name="T70" fmla="*/ 459 w 1580"/>
                <a:gd name="T71" fmla="*/ 2 h 871"/>
                <a:gd name="T72" fmla="*/ 472 w 1580"/>
                <a:gd name="T73" fmla="*/ 0 h 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80" h="871">
                  <a:moveTo>
                    <a:pt x="472" y="0"/>
                  </a:moveTo>
                  <a:lnTo>
                    <a:pt x="483" y="2"/>
                  </a:lnTo>
                  <a:lnTo>
                    <a:pt x="492" y="7"/>
                  </a:lnTo>
                  <a:lnTo>
                    <a:pt x="500" y="14"/>
                  </a:lnTo>
                  <a:lnTo>
                    <a:pt x="506" y="24"/>
                  </a:lnTo>
                  <a:lnTo>
                    <a:pt x="749" y="690"/>
                  </a:lnTo>
                  <a:lnTo>
                    <a:pt x="756" y="703"/>
                  </a:lnTo>
                  <a:lnTo>
                    <a:pt x="766" y="712"/>
                  </a:lnTo>
                  <a:lnTo>
                    <a:pt x="778" y="717"/>
                  </a:lnTo>
                  <a:lnTo>
                    <a:pt x="791" y="719"/>
                  </a:lnTo>
                  <a:lnTo>
                    <a:pt x="803" y="717"/>
                  </a:lnTo>
                  <a:lnTo>
                    <a:pt x="815" y="712"/>
                  </a:lnTo>
                  <a:lnTo>
                    <a:pt x="825" y="703"/>
                  </a:lnTo>
                  <a:lnTo>
                    <a:pt x="832" y="690"/>
                  </a:lnTo>
                  <a:lnTo>
                    <a:pt x="1076" y="24"/>
                  </a:lnTo>
                  <a:lnTo>
                    <a:pt x="1082" y="12"/>
                  </a:lnTo>
                  <a:lnTo>
                    <a:pt x="1093" y="4"/>
                  </a:lnTo>
                  <a:lnTo>
                    <a:pt x="1106" y="1"/>
                  </a:lnTo>
                  <a:lnTo>
                    <a:pt x="1119" y="2"/>
                  </a:lnTo>
                  <a:lnTo>
                    <a:pt x="1333" y="37"/>
                  </a:lnTo>
                  <a:lnTo>
                    <a:pt x="1335" y="37"/>
                  </a:lnTo>
                  <a:lnTo>
                    <a:pt x="1377" y="55"/>
                  </a:lnTo>
                  <a:lnTo>
                    <a:pt x="1417" y="77"/>
                  </a:lnTo>
                  <a:lnTo>
                    <a:pt x="1452" y="103"/>
                  </a:lnTo>
                  <a:lnTo>
                    <a:pt x="1484" y="133"/>
                  </a:lnTo>
                  <a:lnTo>
                    <a:pt x="1512" y="167"/>
                  </a:lnTo>
                  <a:lnTo>
                    <a:pt x="1536" y="204"/>
                  </a:lnTo>
                  <a:lnTo>
                    <a:pt x="1555" y="244"/>
                  </a:lnTo>
                  <a:lnTo>
                    <a:pt x="1569" y="286"/>
                  </a:lnTo>
                  <a:lnTo>
                    <a:pt x="1578" y="331"/>
                  </a:lnTo>
                  <a:lnTo>
                    <a:pt x="1580" y="377"/>
                  </a:lnTo>
                  <a:lnTo>
                    <a:pt x="1580" y="871"/>
                  </a:lnTo>
                  <a:lnTo>
                    <a:pt x="1546" y="859"/>
                  </a:lnTo>
                  <a:lnTo>
                    <a:pt x="1508" y="851"/>
                  </a:lnTo>
                  <a:lnTo>
                    <a:pt x="1470" y="849"/>
                  </a:lnTo>
                  <a:lnTo>
                    <a:pt x="309" y="849"/>
                  </a:lnTo>
                  <a:lnTo>
                    <a:pt x="311" y="823"/>
                  </a:lnTo>
                  <a:lnTo>
                    <a:pt x="312" y="797"/>
                  </a:lnTo>
                  <a:lnTo>
                    <a:pt x="309" y="744"/>
                  </a:lnTo>
                  <a:lnTo>
                    <a:pt x="300" y="695"/>
                  </a:lnTo>
                  <a:lnTo>
                    <a:pt x="284" y="646"/>
                  </a:lnTo>
                  <a:lnTo>
                    <a:pt x="264" y="601"/>
                  </a:lnTo>
                  <a:lnTo>
                    <a:pt x="238" y="559"/>
                  </a:lnTo>
                  <a:lnTo>
                    <a:pt x="208" y="519"/>
                  </a:lnTo>
                  <a:lnTo>
                    <a:pt x="174" y="484"/>
                  </a:lnTo>
                  <a:lnTo>
                    <a:pt x="135" y="453"/>
                  </a:lnTo>
                  <a:lnTo>
                    <a:pt x="93" y="427"/>
                  </a:lnTo>
                  <a:lnTo>
                    <a:pt x="48" y="405"/>
                  </a:lnTo>
                  <a:lnTo>
                    <a:pt x="0" y="388"/>
                  </a:lnTo>
                  <a:lnTo>
                    <a:pt x="0" y="378"/>
                  </a:lnTo>
                  <a:lnTo>
                    <a:pt x="3" y="332"/>
                  </a:lnTo>
                  <a:lnTo>
                    <a:pt x="12" y="288"/>
                  </a:lnTo>
                  <a:lnTo>
                    <a:pt x="25" y="246"/>
                  </a:lnTo>
                  <a:lnTo>
                    <a:pt x="45" y="205"/>
                  </a:lnTo>
                  <a:lnTo>
                    <a:pt x="68" y="168"/>
                  </a:lnTo>
                  <a:lnTo>
                    <a:pt x="96" y="134"/>
                  </a:lnTo>
                  <a:lnTo>
                    <a:pt x="128" y="104"/>
                  </a:lnTo>
                  <a:lnTo>
                    <a:pt x="165" y="77"/>
                  </a:lnTo>
                  <a:lnTo>
                    <a:pt x="204" y="55"/>
                  </a:lnTo>
                  <a:lnTo>
                    <a:pt x="247" y="37"/>
                  </a:lnTo>
                  <a:lnTo>
                    <a:pt x="250" y="37"/>
                  </a:lnTo>
                  <a:lnTo>
                    <a:pt x="259" y="35"/>
                  </a:lnTo>
                  <a:lnTo>
                    <a:pt x="273" y="33"/>
                  </a:lnTo>
                  <a:lnTo>
                    <a:pt x="291" y="30"/>
                  </a:lnTo>
                  <a:lnTo>
                    <a:pt x="311" y="27"/>
                  </a:lnTo>
                  <a:lnTo>
                    <a:pt x="334" y="23"/>
                  </a:lnTo>
                  <a:lnTo>
                    <a:pt x="358" y="19"/>
                  </a:lnTo>
                  <a:lnTo>
                    <a:pt x="382" y="14"/>
                  </a:lnTo>
                  <a:lnTo>
                    <a:pt x="405" y="11"/>
                  </a:lnTo>
                  <a:lnTo>
                    <a:pt x="426" y="8"/>
                  </a:lnTo>
                  <a:lnTo>
                    <a:pt x="444" y="5"/>
                  </a:lnTo>
                  <a:lnTo>
                    <a:pt x="459" y="2"/>
                  </a:lnTo>
                  <a:lnTo>
                    <a:pt x="468" y="1"/>
                  </a:lnTo>
                  <a:lnTo>
                    <a:pt x="4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3" name="Freeform 392">
              <a:extLst>
                <a:ext uri="{FF2B5EF4-FFF2-40B4-BE49-F238E27FC236}">
                  <a16:creationId xmlns:a16="http://schemas.microsoft.com/office/drawing/2014/main" id="{1D79F6B6-3C99-4931-8697-9F7D4D093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7688" y="3197225"/>
              <a:ext cx="30163" cy="76200"/>
            </a:xfrm>
            <a:custGeom>
              <a:avLst/>
              <a:gdLst>
                <a:gd name="T0" fmla="*/ 51 w 209"/>
                <a:gd name="T1" fmla="*/ 0 h 535"/>
                <a:gd name="T2" fmla="*/ 158 w 209"/>
                <a:gd name="T3" fmla="*/ 0 h 535"/>
                <a:gd name="T4" fmla="*/ 173 w 209"/>
                <a:gd name="T5" fmla="*/ 2 h 535"/>
                <a:gd name="T6" fmla="*/ 185 w 209"/>
                <a:gd name="T7" fmla="*/ 7 h 535"/>
                <a:gd name="T8" fmla="*/ 197 w 209"/>
                <a:gd name="T9" fmla="*/ 15 h 535"/>
                <a:gd name="T10" fmla="*/ 205 w 209"/>
                <a:gd name="T11" fmla="*/ 29 h 535"/>
                <a:gd name="T12" fmla="*/ 209 w 209"/>
                <a:gd name="T13" fmla="*/ 44 h 535"/>
                <a:gd name="T14" fmla="*/ 208 w 209"/>
                <a:gd name="T15" fmla="*/ 59 h 535"/>
                <a:gd name="T16" fmla="*/ 203 w 209"/>
                <a:gd name="T17" fmla="*/ 73 h 535"/>
                <a:gd name="T18" fmla="*/ 146 w 209"/>
                <a:gd name="T19" fmla="*/ 160 h 535"/>
                <a:gd name="T20" fmla="*/ 173 w 209"/>
                <a:gd name="T21" fmla="*/ 385 h 535"/>
                <a:gd name="T22" fmla="*/ 120 w 209"/>
                <a:gd name="T23" fmla="*/ 525 h 535"/>
                <a:gd name="T24" fmla="*/ 116 w 209"/>
                <a:gd name="T25" fmla="*/ 531 h 535"/>
                <a:gd name="T26" fmla="*/ 108 w 209"/>
                <a:gd name="T27" fmla="*/ 535 h 535"/>
                <a:gd name="T28" fmla="*/ 101 w 209"/>
                <a:gd name="T29" fmla="*/ 535 h 535"/>
                <a:gd name="T30" fmla="*/ 95 w 209"/>
                <a:gd name="T31" fmla="*/ 531 h 535"/>
                <a:gd name="T32" fmla="*/ 90 w 209"/>
                <a:gd name="T33" fmla="*/ 525 h 535"/>
                <a:gd name="T34" fmla="*/ 38 w 209"/>
                <a:gd name="T35" fmla="*/ 385 h 535"/>
                <a:gd name="T36" fmla="*/ 64 w 209"/>
                <a:gd name="T37" fmla="*/ 160 h 535"/>
                <a:gd name="T38" fmla="*/ 6 w 209"/>
                <a:gd name="T39" fmla="*/ 73 h 535"/>
                <a:gd name="T40" fmla="*/ 1 w 209"/>
                <a:gd name="T41" fmla="*/ 59 h 535"/>
                <a:gd name="T42" fmla="*/ 0 w 209"/>
                <a:gd name="T43" fmla="*/ 44 h 535"/>
                <a:gd name="T44" fmla="*/ 4 w 209"/>
                <a:gd name="T45" fmla="*/ 29 h 535"/>
                <a:gd name="T46" fmla="*/ 14 w 209"/>
                <a:gd name="T47" fmla="*/ 15 h 535"/>
                <a:gd name="T48" fmla="*/ 24 w 209"/>
                <a:gd name="T49" fmla="*/ 7 h 535"/>
                <a:gd name="T50" fmla="*/ 38 w 209"/>
                <a:gd name="T51" fmla="*/ 2 h 535"/>
                <a:gd name="T52" fmla="*/ 51 w 209"/>
                <a:gd name="T53" fmla="*/ 0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9" h="535">
                  <a:moveTo>
                    <a:pt x="51" y="0"/>
                  </a:moveTo>
                  <a:lnTo>
                    <a:pt x="158" y="0"/>
                  </a:lnTo>
                  <a:lnTo>
                    <a:pt x="173" y="2"/>
                  </a:lnTo>
                  <a:lnTo>
                    <a:pt x="185" y="7"/>
                  </a:lnTo>
                  <a:lnTo>
                    <a:pt x="197" y="15"/>
                  </a:lnTo>
                  <a:lnTo>
                    <a:pt x="205" y="29"/>
                  </a:lnTo>
                  <a:lnTo>
                    <a:pt x="209" y="44"/>
                  </a:lnTo>
                  <a:lnTo>
                    <a:pt x="208" y="59"/>
                  </a:lnTo>
                  <a:lnTo>
                    <a:pt x="203" y="73"/>
                  </a:lnTo>
                  <a:lnTo>
                    <a:pt x="146" y="160"/>
                  </a:lnTo>
                  <a:lnTo>
                    <a:pt x="173" y="385"/>
                  </a:lnTo>
                  <a:lnTo>
                    <a:pt x="120" y="525"/>
                  </a:lnTo>
                  <a:lnTo>
                    <a:pt x="116" y="531"/>
                  </a:lnTo>
                  <a:lnTo>
                    <a:pt x="108" y="535"/>
                  </a:lnTo>
                  <a:lnTo>
                    <a:pt x="101" y="535"/>
                  </a:lnTo>
                  <a:lnTo>
                    <a:pt x="95" y="531"/>
                  </a:lnTo>
                  <a:lnTo>
                    <a:pt x="90" y="525"/>
                  </a:lnTo>
                  <a:lnTo>
                    <a:pt x="38" y="385"/>
                  </a:lnTo>
                  <a:lnTo>
                    <a:pt x="64" y="160"/>
                  </a:lnTo>
                  <a:lnTo>
                    <a:pt x="6" y="73"/>
                  </a:lnTo>
                  <a:lnTo>
                    <a:pt x="1" y="59"/>
                  </a:lnTo>
                  <a:lnTo>
                    <a:pt x="0" y="44"/>
                  </a:lnTo>
                  <a:lnTo>
                    <a:pt x="4" y="29"/>
                  </a:lnTo>
                  <a:lnTo>
                    <a:pt x="14" y="15"/>
                  </a:lnTo>
                  <a:lnTo>
                    <a:pt x="24" y="7"/>
                  </a:lnTo>
                  <a:lnTo>
                    <a:pt x="38" y="2"/>
                  </a:lnTo>
                  <a:lnTo>
                    <a:pt x="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4" name="Freeform 393">
              <a:extLst>
                <a:ext uri="{FF2B5EF4-FFF2-40B4-BE49-F238E27FC236}">
                  <a16:creationId xmlns:a16="http://schemas.microsoft.com/office/drawing/2014/main" id="{2BCCBF00-AA77-4794-9008-A749DD419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8038" y="3197225"/>
              <a:ext cx="30163" cy="76200"/>
            </a:xfrm>
            <a:custGeom>
              <a:avLst/>
              <a:gdLst>
                <a:gd name="T0" fmla="*/ 51 w 209"/>
                <a:gd name="T1" fmla="*/ 0 h 535"/>
                <a:gd name="T2" fmla="*/ 158 w 209"/>
                <a:gd name="T3" fmla="*/ 0 h 535"/>
                <a:gd name="T4" fmla="*/ 172 w 209"/>
                <a:gd name="T5" fmla="*/ 2 h 535"/>
                <a:gd name="T6" fmla="*/ 185 w 209"/>
                <a:gd name="T7" fmla="*/ 7 h 535"/>
                <a:gd name="T8" fmla="*/ 196 w 209"/>
                <a:gd name="T9" fmla="*/ 15 h 535"/>
                <a:gd name="T10" fmla="*/ 204 w 209"/>
                <a:gd name="T11" fmla="*/ 29 h 535"/>
                <a:gd name="T12" fmla="*/ 209 w 209"/>
                <a:gd name="T13" fmla="*/ 44 h 535"/>
                <a:gd name="T14" fmla="*/ 209 w 209"/>
                <a:gd name="T15" fmla="*/ 59 h 535"/>
                <a:gd name="T16" fmla="*/ 202 w 209"/>
                <a:gd name="T17" fmla="*/ 73 h 535"/>
                <a:gd name="T18" fmla="*/ 145 w 209"/>
                <a:gd name="T19" fmla="*/ 160 h 535"/>
                <a:gd name="T20" fmla="*/ 172 w 209"/>
                <a:gd name="T21" fmla="*/ 385 h 535"/>
                <a:gd name="T22" fmla="*/ 119 w 209"/>
                <a:gd name="T23" fmla="*/ 525 h 535"/>
                <a:gd name="T24" fmla="*/ 115 w 209"/>
                <a:gd name="T25" fmla="*/ 531 h 535"/>
                <a:gd name="T26" fmla="*/ 108 w 209"/>
                <a:gd name="T27" fmla="*/ 535 h 535"/>
                <a:gd name="T28" fmla="*/ 100 w 209"/>
                <a:gd name="T29" fmla="*/ 535 h 535"/>
                <a:gd name="T30" fmla="*/ 94 w 209"/>
                <a:gd name="T31" fmla="*/ 531 h 535"/>
                <a:gd name="T32" fmla="*/ 89 w 209"/>
                <a:gd name="T33" fmla="*/ 525 h 535"/>
                <a:gd name="T34" fmla="*/ 37 w 209"/>
                <a:gd name="T35" fmla="*/ 385 h 535"/>
                <a:gd name="T36" fmla="*/ 63 w 209"/>
                <a:gd name="T37" fmla="*/ 160 h 535"/>
                <a:gd name="T38" fmla="*/ 6 w 209"/>
                <a:gd name="T39" fmla="*/ 73 h 535"/>
                <a:gd name="T40" fmla="*/ 1 w 209"/>
                <a:gd name="T41" fmla="*/ 59 h 535"/>
                <a:gd name="T42" fmla="*/ 0 w 209"/>
                <a:gd name="T43" fmla="*/ 44 h 535"/>
                <a:gd name="T44" fmla="*/ 4 w 209"/>
                <a:gd name="T45" fmla="*/ 29 h 535"/>
                <a:gd name="T46" fmla="*/ 13 w 209"/>
                <a:gd name="T47" fmla="*/ 15 h 535"/>
                <a:gd name="T48" fmla="*/ 23 w 209"/>
                <a:gd name="T49" fmla="*/ 7 h 535"/>
                <a:gd name="T50" fmla="*/ 37 w 209"/>
                <a:gd name="T51" fmla="*/ 2 h 535"/>
                <a:gd name="T52" fmla="*/ 51 w 209"/>
                <a:gd name="T53" fmla="*/ 0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09" h="535">
                  <a:moveTo>
                    <a:pt x="51" y="0"/>
                  </a:moveTo>
                  <a:lnTo>
                    <a:pt x="158" y="0"/>
                  </a:lnTo>
                  <a:lnTo>
                    <a:pt x="172" y="2"/>
                  </a:lnTo>
                  <a:lnTo>
                    <a:pt x="185" y="7"/>
                  </a:lnTo>
                  <a:lnTo>
                    <a:pt x="196" y="15"/>
                  </a:lnTo>
                  <a:lnTo>
                    <a:pt x="204" y="29"/>
                  </a:lnTo>
                  <a:lnTo>
                    <a:pt x="209" y="44"/>
                  </a:lnTo>
                  <a:lnTo>
                    <a:pt x="209" y="59"/>
                  </a:lnTo>
                  <a:lnTo>
                    <a:pt x="202" y="73"/>
                  </a:lnTo>
                  <a:lnTo>
                    <a:pt x="145" y="160"/>
                  </a:lnTo>
                  <a:lnTo>
                    <a:pt x="172" y="385"/>
                  </a:lnTo>
                  <a:lnTo>
                    <a:pt x="119" y="525"/>
                  </a:lnTo>
                  <a:lnTo>
                    <a:pt x="115" y="531"/>
                  </a:lnTo>
                  <a:lnTo>
                    <a:pt x="108" y="535"/>
                  </a:lnTo>
                  <a:lnTo>
                    <a:pt x="100" y="535"/>
                  </a:lnTo>
                  <a:lnTo>
                    <a:pt x="94" y="531"/>
                  </a:lnTo>
                  <a:lnTo>
                    <a:pt x="89" y="525"/>
                  </a:lnTo>
                  <a:lnTo>
                    <a:pt x="37" y="385"/>
                  </a:lnTo>
                  <a:lnTo>
                    <a:pt x="63" y="160"/>
                  </a:lnTo>
                  <a:lnTo>
                    <a:pt x="6" y="73"/>
                  </a:lnTo>
                  <a:lnTo>
                    <a:pt x="1" y="59"/>
                  </a:lnTo>
                  <a:lnTo>
                    <a:pt x="0" y="44"/>
                  </a:lnTo>
                  <a:lnTo>
                    <a:pt x="4" y="29"/>
                  </a:lnTo>
                  <a:lnTo>
                    <a:pt x="13" y="15"/>
                  </a:lnTo>
                  <a:lnTo>
                    <a:pt x="23" y="7"/>
                  </a:lnTo>
                  <a:lnTo>
                    <a:pt x="37" y="2"/>
                  </a:lnTo>
                  <a:lnTo>
                    <a:pt x="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EFFC9275-26A2-4693-98CC-CE0045A0447B}"/>
              </a:ext>
            </a:extLst>
          </p:cNvPr>
          <p:cNvGrpSpPr/>
          <p:nvPr/>
        </p:nvGrpSpPr>
        <p:grpSpPr>
          <a:xfrm>
            <a:off x="8697862" y="5856645"/>
            <a:ext cx="255287" cy="375140"/>
            <a:chOff x="10044113" y="3041650"/>
            <a:chExt cx="338138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36" name="Freeform 398">
              <a:extLst>
                <a:ext uri="{FF2B5EF4-FFF2-40B4-BE49-F238E27FC236}">
                  <a16:creationId xmlns:a16="http://schemas.microsoft.com/office/drawing/2014/main" id="{C7EF2FA6-5CE9-4B86-992A-A20110BCD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6188" y="3448050"/>
              <a:ext cx="153988" cy="14288"/>
            </a:xfrm>
            <a:custGeom>
              <a:avLst/>
              <a:gdLst>
                <a:gd name="T0" fmla="*/ 0 w 1067"/>
                <a:gd name="T1" fmla="*/ 0 h 105"/>
                <a:gd name="T2" fmla="*/ 1067 w 1067"/>
                <a:gd name="T3" fmla="*/ 0 h 105"/>
                <a:gd name="T4" fmla="*/ 1065 w 1067"/>
                <a:gd name="T5" fmla="*/ 38 h 105"/>
                <a:gd name="T6" fmla="*/ 1062 w 1067"/>
                <a:gd name="T7" fmla="*/ 73 h 105"/>
                <a:gd name="T8" fmla="*/ 1061 w 1067"/>
                <a:gd name="T9" fmla="*/ 105 h 105"/>
                <a:gd name="T10" fmla="*/ 6 w 1067"/>
                <a:gd name="T11" fmla="*/ 105 h 105"/>
                <a:gd name="T12" fmla="*/ 4 w 1067"/>
                <a:gd name="T13" fmla="*/ 73 h 105"/>
                <a:gd name="T14" fmla="*/ 2 w 1067"/>
                <a:gd name="T15" fmla="*/ 38 h 105"/>
                <a:gd name="T16" fmla="*/ 0 w 1067"/>
                <a:gd name="T1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7" h="105">
                  <a:moveTo>
                    <a:pt x="0" y="0"/>
                  </a:moveTo>
                  <a:lnTo>
                    <a:pt x="1067" y="0"/>
                  </a:lnTo>
                  <a:lnTo>
                    <a:pt x="1065" y="38"/>
                  </a:lnTo>
                  <a:lnTo>
                    <a:pt x="1062" y="73"/>
                  </a:lnTo>
                  <a:lnTo>
                    <a:pt x="1061" y="105"/>
                  </a:lnTo>
                  <a:lnTo>
                    <a:pt x="6" y="105"/>
                  </a:lnTo>
                  <a:lnTo>
                    <a:pt x="4" y="73"/>
                  </a:lnTo>
                  <a:lnTo>
                    <a:pt x="2" y="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7" name="Freeform 399">
              <a:extLst>
                <a:ext uri="{FF2B5EF4-FFF2-40B4-BE49-F238E27FC236}">
                  <a16:creationId xmlns:a16="http://schemas.microsoft.com/office/drawing/2014/main" id="{9DBFB5BF-66FA-4F24-AD46-AD351E3F1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5876" y="3236913"/>
              <a:ext cx="74613" cy="190500"/>
            </a:xfrm>
            <a:custGeom>
              <a:avLst/>
              <a:gdLst>
                <a:gd name="T0" fmla="*/ 79 w 519"/>
                <a:gd name="T1" fmla="*/ 0 h 1324"/>
                <a:gd name="T2" fmla="*/ 212 w 519"/>
                <a:gd name="T3" fmla="*/ 100 h 1324"/>
                <a:gd name="T4" fmla="*/ 229 w 519"/>
                <a:gd name="T5" fmla="*/ 109 h 1324"/>
                <a:gd name="T6" fmla="*/ 249 w 519"/>
                <a:gd name="T7" fmla="*/ 114 h 1324"/>
                <a:gd name="T8" fmla="*/ 270 w 519"/>
                <a:gd name="T9" fmla="*/ 114 h 1324"/>
                <a:gd name="T10" fmla="*/ 290 w 519"/>
                <a:gd name="T11" fmla="*/ 109 h 1324"/>
                <a:gd name="T12" fmla="*/ 308 w 519"/>
                <a:gd name="T13" fmla="*/ 100 h 1324"/>
                <a:gd name="T14" fmla="*/ 441 w 519"/>
                <a:gd name="T15" fmla="*/ 0 h 1324"/>
                <a:gd name="T16" fmla="*/ 461 w 519"/>
                <a:gd name="T17" fmla="*/ 7 h 1324"/>
                <a:gd name="T18" fmla="*/ 480 w 519"/>
                <a:gd name="T19" fmla="*/ 16 h 1324"/>
                <a:gd name="T20" fmla="*/ 496 w 519"/>
                <a:gd name="T21" fmla="*/ 30 h 1324"/>
                <a:gd name="T22" fmla="*/ 509 w 519"/>
                <a:gd name="T23" fmla="*/ 47 h 1324"/>
                <a:gd name="T24" fmla="*/ 516 w 519"/>
                <a:gd name="T25" fmla="*/ 67 h 1324"/>
                <a:gd name="T26" fmla="*/ 519 w 519"/>
                <a:gd name="T27" fmla="*/ 88 h 1324"/>
                <a:gd name="T28" fmla="*/ 519 w 519"/>
                <a:gd name="T29" fmla="*/ 431 h 1324"/>
                <a:gd name="T30" fmla="*/ 398 w 519"/>
                <a:gd name="T31" fmla="*/ 617 h 1324"/>
                <a:gd name="T32" fmla="*/ 391 w 519"/>
                <a:gd name="T33" fmla="*/ 630 h 1324"/>
                <a:gd name="T34" fmla="*/ 386 w 519"/>
                <a:gd name="T35" fmla="*/ 646 h 1324"/>
                <a:gd name="T36" fmla="*/ 384 w 519"/>
                <a:gd name="T37" fmla="*/ 661 h 1324"/>
                <a:gd name="T38" fmla="*/ 384 w 519"/>
                <a:gd name="T39" fmla="*/ 1324 h 1324"/>
                <a:gd name="T40" fmla="*/ 135 w 519"/>
                <a:gd name="T41" fmla="*/ 1324 h 1324"/>
                <a:gd name="T42" fmla="*/ 135 w 519"/>
                <a:gd name="T43" fmla="*/ 661 h 1324"/>
                <a:gd name="T44" fmla="*/ 133 w 519"/>
                <a:gd name="T45" fmla="*/ 646 h 1324"/>
                <a:gd name="T46" fmla="*/ 129 w 519"/>
                <a:gd name="T47" fmla="*/ 630 h 1324"/>
                <a:gd name="T48" fmla="*/ 122 w 519"/>
                <a:gd name="T49" fmla="*/ 617 h 1324"/>
                <a:gd name="T50" fmla="*/ 0 w 519"/>
                <a:gd name="T51" fmla="*/ 431 h 1324"/>
                <a:gd name="T52" fmla="*/ 0 w 519"/>
                <a:gd name="T53" fmla="*/ 88 h 1324"/>
                <a:gd name="T54" fmla="*/ 2 w 519"/>
                <a:gd name="T55" fmla="*/ 67 h 1324"/>
                <a:gd name="T56" fmla="*/ 11 w 519"/>
                <a:gd name="T57" fmla="*/ 47 h 1324"/>
                <a:gd name="T58" fmla="*/ 23 w 519"/>
                <a:gd name="T59" fmla="*/ 30 h 1324"/>
                <a:gd name="T60" fmla="*/ 39 w 519"/>
                <a:gd name="T61" fmla="*/ 16 h 1324"/>
                <a:gd name="T62" fmla="*/ 59 w 519"/>
                <a:gd name="T63" fmla="*/ 7 h 1324"/>
                <a:gd name="T64" fmla="*/ 79 w 519"/>
                <a:gd name="T65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19" h="1324">
                  <a:moveTo>
                    <a:pt x="79" y="0"/>
                  </a:moveTo>
                  <a:lnTo>
                    <a:pt x="212" y="100"/>
                  </a:lnTo>
                  <a:lnTo>
                    <a:pt x="229" y="109"/>
                  </a:lnTo>
                  <a:lnTo>
                    <a:pt x="249" y="114"/>
                  </a:lnTo>
                  <a:lnTo>
                    <a:pt x="270" y="114"/>
                  </a:lnTo>
                  <a:lnTo>
                    <a:pt x="290" y="109"/>
                  </a:lnTo>
                  <a:lnTo>
                    <a:pt x="308" y="100"/>
                  </a:lnTo>
                  <a:lnTo>
                    <a:pt x="441" y="0"/>
                  </a:lnTo>
                  <a:lnTo>
                    <a:pt x="461" y="7"/>
                  </a:lnTo>
                  <a:lnTo>
                    <a:pt x="480" y="16"/>
                  </a:lnTo>
                  <a:lnTo>
                    <a:pt x="496" y="30"/>
                  </a:lnTo>
                  <a:lnTo>
                    <a:pt x="509" y="47"/>
                  </a:lnTo>
                  <a:lnTo>
                    <a:pt x="516" y="67"/>
                  </a:lnTo>
                  <a:lnTo>
                    <a:pt x="519" y="88"/>
                  </a:lnTo>
                  <a:lnTo>
                    <a:pt x="519" y="431"/>
                  </a:lnTo>
                  <a:lnTo>
                    <a:pt x="398" y="617"/>
                  </a:lnTo>
                  <a:lnTo>
                    <a:pt x="391" y="630"/>
                  </a:lnTo>
                  <a:lnTo>
                    <a:pt x="386" y="646"/>
                  </a:lnTo>
                  <a:lnTo>
                    <a:pt x="384" y="661"/>
                  </a:lnTo>
                  <a:lnTo>
                    <a:pt x="384" y="1324"/>
                  </a:lnTo>
                  <a:lnTo>
                    <a:pt x="135" y="1324"/>
                  </a:lnTo>
                  <a:lnTo>
                    <a:pt x="135" y="661"/>
                  </a:lnTo>
                  <a:lnTo>
                    <a:pt x="133" y="646"/>
                  </a:lnTo>
                  <a:lnTo>
                    <a:pt x="129" y="630"/>
                  </a:lnTo>
                  <a:lnTo>
                    <a:pt x="122" y="617"/>
                  </a:lnTo>
                  <a:lnTo>
                    <a:pt x="0" y="431"/>
                  </a:lnTo>
                  <a:lnTo>
                    <a:pt x="0" y="88"/>
                  </a:lnTo>
                  <a:lnTo>
                    <a:pt x="2" y="67"/>
                  </a:lnTo>
                  <a:lnTo>
                    <a:pt x="11" y="47"/>
                  </a:lnTo>
                  <a:lnTo>
                    <a:pt x="23" y="30"/>
                  </a:lnTo>
                  <a:lnTo>
                    <a:pt x="39" y="16"/>
                  </a:lnTo>
                  <a:lnTo>
                    <a:pt x="59" y="7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8" name="Freeform 400">
              <a:extLst>
                <a:ext uri="{FF2B5EF4-FFF2-40B4-BE49-F238E27FC236}">
                  <a16:creationId xmlns:a16="http://schemas.microsoft.com/office/drawing/2014/main" id="{10E12CE9-DA1F-4FF3-9098-03167F353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7776" y="3482975"/>
              <a:ext cx="150813" cy="55563"/>
            </a:xfrm>
            <a:custGeom>
              <a:avLst/>
              <a:gdLst>
                <a:gd name="T0" fmla="*/ 0 w 1038"/>
                <a:gd name="T1" fmla="*/ 0 h 381"/>
                <a:gd name="T2" fmla="*/ 1038 w 1038"/>
                <a:gd name="T3" fmla="*/ 0 h 381"/>
                <a:gd name="T4" fmla="*/ 1030 w 1038"/>
                <a:gd name="T5" fmla="*/ 51 h 381"/>
                <a:gd name="T6" fmla="*/ 1021 w 1038"/>
                <a:gd name="T7" fmla="*/ 96 h 381"/>
                <a:gd name="T8" fmla="*/ 1008 w 1038"/>
                <a:gd name="T9" fmla="*/ 136 h 381"/>
                <a:gd name="T10" fmla="*/ 994 w 1038"/>
                <a:gd name="T11" fmla="*/ 173 h 381"/>
                <a:gd name="T12" fmla="*/ 976 w 1038"/>
                <a:gd name="T13" fmla="*/ 205 h 381"/>
                <a:gd name="T14" fmla="*/ 956 w 1038"/>
                <a:gd name="T15" fmla="*/ 235 h 381"/>
                <a:gd name="T16" fmla="*/ 935 w 1038"/>
                <a:gd name="T17" fmla="*/ 261 h 381"/>
                <a:gd name="T18" fmla="*/ 911 w 1038"/>
                <a:gd name="T19" fmla="*/ 283 h 381"/>
                <a:gd name="T20" fmla="*/ 886 w 1038"/>
                <a:gd name="T21" fmla="*/ 303 h 381"/>
                <a:gd name="T22" fmla="*/ 860 w 1038"/>
                <a:gd name="T23" fmla="*/ 320 h 381"/>
                <a:gd name="T24" fmla="*/ 833 w 1038"/>
                <a:gd name="T25" fmla="*/ 334 h 381"/>
                <a:gd name="T26" fmla="*/ 804 w 1038"/>
                <a:gd name="T27" fmla="*/ 346 h 381"/>
                <a:gd name="T28" fmla="*/ 775 w 1038"/>
                <a:gd name="T29" fmla="*/ 355 h 381"/>
                <a:gd name="T30" fmla="*/ 746 w 1038"/>
                <a:gd name="T31" fmla="*/ 364 h 381"/>
                <a:gd name="T32" fmla="*/ 715 w 1038"/>
                <a:gd name="T33" fmla="*/ 369 h 381"/>
                <a:gd name="T34" fmla="*/ 686 w 1038"/>
                <a:gd name="T35" fmla="*/ 374 h 381"/>
                <a:gd name="T36" fmla="*/ 657 w 1038"/>
                <a:gd name="T37" fmla="*/ 377 h 381"/>
                <a:gd name="T38" fmla="*/ 628 w 1038"/>
                <a:gd name="T39" fmla="*/ 379 h 381"/>
                <a:gd name="T40" fmla="*/ 598 w 1038"/>
                <a:gd name="T41" fmla="*/ 380 h 381"/>
                <a:gd name="T42" fmla="*/ 571 w 1038"/>
                <a:gd name="T43" fmla="*/ 381 h 381"/>
                <a:gd name="T44" fmla="*/ 544 w 1038"/>
                <a:gd name="T45" fmla="*/ 381 h 381"/>
                <a:gd name="T46" fmla="*/ 519 w 1038"/>
                <a:gd name="T47" fmla="*/ 381 h 381"/>
                <a:gd name="T48" fmla="*/ 494 w 1038"/>
                <a:gd name="T49" fmla="*/ 381 h 381"/>
                <a:gd name="T50" fmla="*/ 466 w 1038"/>
                <a:gd name="T51" fmla="*/ 381 h 381"/>
                <a:gd name="T52" fmla="*/ 439 w 1038"/>
                <a:gd name="T53" fmla="*/ 380 h 381"/>
                <a:gd name="T54" fmla="*/ 410 w 1038"/>
                <a:gd name="T55" fmla="*/ 379 h 381"/>
                <a:gd name="T56" fmla="*/ 381 w 1038"/>
                <a:gd name="T57" fmla="*/ 377 h 381"/>
                <a:gd name="T58" fmla="*/ 351 w 1038"/>
                <a:gd name="T59" fmla="*/ 374 h 381"/>
                <a:gd name="T60" fmla="*/ 322 w 1038"/>
                <a:gd name="T61" fmla="*/ 369 h 381"/>
                <a:gd name="T62" fmla="*/ 292 w 1038"/>
                <a:gd name="T63" fmla="*/ 364 h 381"/>
                <a:gd name="T64" fmla="*/ 262 w 1038"/>
                <a:gd name="T65" fmla="*/ 355 h 381"/>
                <a:gd name="T66" fmla="*/ 233 w 1038"/>
                <a:gd name="T67" fmla="*/ 346 h 381"/>
                <a:gd name="T68" fmla="*/ 205 w 1038"/>
                <a:gd name="T69" fmla="*/ 334 h 381"/>
                <a:gd name="T70" fmla="*/ 178 w 1038"/>
                <a:gd name="T71" fmla="*/ 320 h 381"/>
                <a:gd name="T72" fmla="*/ 151 w 1038"/>
                <a:gd name="T73" fmla="*/ 303 h 381"/>
                <a:gd name="T74" fmla="*/ 126 w 1038"/>
                <a:gd name="T75" fmla="*/ 283 h 381"/>
                <a:gd name="T76" fmla="*/ 102 w 1038"/>
                <a:gd name="T77" fmla="*/ 261 h 381"/>
                <a:gd name="T78" fmla="*/ 81 w 1038"/>
                <a:gd name="T79" fmla="*/ 235 h 381"/>
                <a:gd name="T80" fmla="*/ 62 w 1038"/>
                <a:gd name="T81" fmla="*/ 205 h 381"/>
                <a:gd name="T82" fmla="*/ 44 w 1038"/>
                <a:gd name="T83" fmla="*/ 173 h 381"/>
                <a:gd name="T84" fmla="*/ 29 w 1038"/>
                <a:gd name="T85" fmla="*/ 136 h 381"/>
                <a:gd name="T86" fmla="*/ 17 w 1038"/>
                <a:gd name="T87" fmla="*/ 96 h 381"/>
                <a:gd name="T88" fmla="*/ 7 w 1038"/>
                <a:gd name="T89" fmla="*/ 51 h 381"/>
                <a:gd name="T90" fmla="*/ 0 w 1038"/>
                <a:gd name="T91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38" h="381">
                  <a:moveTo>
                    <a:pt x="0" y="0"/>
                  </a:moveTo>
                  <a:lnTo>
                    <a:pt x="1038" y="0"/>
                  </a:lnTo>
                  <a:lnTo>
                    <a:pt x="1030" y="51"/>
                  </a:lnTo>
                  <a:lnTo>
                    <a:pt x="1021" y="96"/>
                  </a:lnTo>
                  <a:lnTo>
                    <a:pt x="1008" y="136"/>
                  </a:lnTo>
                  <a:lnTo>
                    <a:pt x="994" y="173"/>
                  </a:lnTo>
                  <a:lnTo>
                    <a:pt x="976" y="205"/>
                  </a:lnTo>
                  <a:lnTo>
                    <a:pt x="956" y="235"/>
                  </a:lnTo>
                  <a:lnTo>
                    <a:pt x="935" y="261"/>
                  </a:lnTo>
                  <a:lnTo>
                    <a:pt x="911" y="283"/>
                  </a:lnTo>
                  <a:lnTo>
                    <a:pt x="886" y="303"/>
                  </a:lnTo>
                  <a:lnTo>
                    <a:pt x="860" y="320"/>
                  </a:lnTo>
                  <a:lnTo>
                    <a:pt x="833" y="334"/>
                  </a:lnTo>
                  <a:lnTo>
                    <a:pt x="804" y="346"/>
                  </a:lnTo>
                  <a:lnTo>
                    <a:pt x="775" y="355"/>
                  </a:lnTo>
                  <a:lnTo>
                    <a:pt x="746" y="364"/>
                  </a:lnTo>
                  <a:lnTo>
                    <a:pt x="715" y="369"/>
                  </a:lnTo>
                  <a:lnTo>
                    <a:pt x="686" y="374"/>
                  </a:lnTo>
                  <a:lnTo>
                    <a:pt x="657" y="377"/>
                  </a:lnTo>
                  <a:lnTo>
                    <a:pt x="628" y="379"/>
                  </a:lnTo>
                  <a:lnTo>
                    <a:pt x="598" y="380"/>
                  </a:lnTo>
                  <a:lnTo>
                    <a:pt x="571" y="381"/>
                  </a:lnTo>
                  <a:lnTo>
                    <a:pt x="544" y="381"/>
                  </a:lnTo>
                  <a:lnTo>
                    <a:pt x="519" y="381"/>
                  </a:lnTo>
                  <a:lnTo>
                    <a:pt x="494" y="381"/>
                  </a:lnTo>
                  <a:lnTo>
                    <a:pt x="466" y="381"/>
                  </a:lnTo>
                  <a:lnTo>
                    <a:pt x="439" y="380"/>
                  </a:lnTo>
                  <a:lnTo>
                    <a:pt x="410" y="379"/>
                  </a:lnTo>
                  <a:lnTo>
                    <a:pt x="381" y="377"/>
                  </a:lnTo>
                  <a:lnTo>
                    <a:pt x="351" y="374"/>
                  </a:lnTo>
                  <a:lnTo>
                    <a:pt x="322" y="369"/>
                  </a:lnTo>
                  <a:lnTo>
                    <a:pt x="292" y="364"/>
                  </a:lnTo>
                  <a:lnTo>
                    <a:pt x="262" y="355"/>
                  </a:lnTo>
                  <a:lnTo>
                    <a:pt x="233" y="346"/>
                  </a:lnTo>
                  <a:lnTo>
                    <a:pt x="205" y="334"/>
                  </a:lnTo>
                  <a:lnTo>
                    <a:pt x="178" y="320"/>
                  </a:lnTo>
                  <a:lnTo>
                    <a:pt x="151" y="303"/>
                  </a:lnTo>
                  <a:lnTo>
                    <a:pt x="126" y="283"/>
                  </a:lnTo>
                  <a:lnTo>
                    <a:pt x="102" y="261"/>
                  </a:lnTo>
                  <a:lnTo>
                    <a:pt x="81" y="235"/>
                  </a:lnTo>
                  <a:lnTo>
                    <a:pt x="62" y="205"/>
                  </a:lnTo>
                  <a:lnTo>
                    <a:pt x="44" y="173"/>
                  </a:lnTo>
                  <a:lnTo>
                    <a:pt x="29" y="136"/>
                  </a:lnTo>
                  <a:lnTo>
                    <a:pt x="17" y="96"/>
                  </a:lnTo>
                  <a:lnTo>
                    <a:pt x="7" y="5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9" name="Freeform 401">
              <a:extLst>
                <a:ext uri="{FF2B5EF4-FFF2-40B4-BE49-F238E27FC236}">
                  <a16:creationId xmlns:a16="http://schemas.microsoft.com/office/drawing/2014/main" id="{15F473C8-FADF-4BF5-A39B-184FD1708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9688" y="3157538"/>
              <a:ext cx="26988" cy="25400"/>
            </a:xfrm>
            <a:custGeom>
              <a:avLst/>
              <a:gdLst>
                <a:gd name="T0" fmla="*/ 89 w 178"/>
                <a:gd name="T1" fmla="*/ 0 h 179"/>
                <a:gd name="T2" fmla="*/ 113 w 178"/>
                <a:gd name="T3" fmla="*/ 3 h 179"/>
                <a:gd name="T4" fmla="*/ 134 w 178"/>
                <a:gd name="T5" fmla="*/ 11 h 179"/>
                <a:gd name="T6" fmla="*/ 151 w 178"/>
                <a:gd name="T7" fmla="*/ 26 h 179"/>
                <a:gd name="T8" fmla="*/ 166 w 178"/>
                <a:gd name="T9" fmla="*/ 44 h 179"/>
                <a:gd name="T10" fmla="*/ 175 w 178"/>
                <a:gd name="T11" fmla="*/ 65 h 179"/>
                <a:gd name="T12" fmla="*/ 178 w 178"/>
                <a:gd name="T13" fmla="*/ 89 h 179"/>
                <a:gd name="T14" fmla="*/ 175 w 178"/>
                <a:gd name="T15" fmla="*/ 113 h 179"/>
                <a:gd name="T16" fmla="*/ 166 w 178"/>
                <a:gd name="T17" fmla="*/ 134 h 179"/>
                <a:gd name="T18" fmla="*/ 151 w 178"/>
                <a:gd name="T19" fmla="*/ 152 h 179"/>
                <a:gd name="T20" fmla="*/ 134 w 178"/>
                <a:gd name="T21" fmla="*/ 166 h 179"/>
                <a:gd name="T22" fmla="*/ 113 w 178"/>
                <a:gd name="T23" fmla="*/ 175 h 179"/>
                <a:gd name="T24" fmla="*/ 89 w 178"/>
                <a:gd name="T25" fmla="*/ 179 h 179"/>
                <a:gd name="T26" fmla="*/ 65 w 178"/>
                <a:gd name="T27" fmla="*/ 175 h 179"/>
                <a:gd name="T28" fmla="*/ 44 w 178"/>
                <a:gd name="T29" fmla="*/ 166 h 179"/>
                <a:gd name="T30" fmla="*/ 26 w 178"/>
                <a:gd name="T31" fmla="*/ 152 h 179"/>
                <a:gd name="T32" fmla="*/ 11 w 178"/>
                <a:gd name="T33" fmla="*/ 134 h 179"/>
                <a:gd name="T34" fmla="*/ 3 w 178"/>
                <a:gd name="T35" fmla="*/ 113 h 179"/>
                <a:gd name="T36" fmla="*/ 0 w 178"/>
                <a:gd name="T37" fmla="*/ 89 h 179"/>
                <a:gd name="T38" fmla="*/ 3 w 178"/>
                <a:gd name="T39" fmla="*/ 65 h 179"/>
                <a:gd name="T40" fmla="*/ 11 w 178"/>
                <a:gd name="T41" fmla="*/ 44 h 179"/>
                <a:gd name="T42" fmla="*/ 26 w 178"/>
                <a:gd name="T43" fmla="*/ 26 h 179"/>
                <a:gd name="T44" fmla="*/ 44 w 178"/>
                <a:gd name="T45" fmla="*/ 11 h 179"/>
                <a:gd name="T46" fmla="*/ 65 w 178"/>
                <a:gd name="T47" fmla="*/ 3 h 179"/>
                <a:gd name="T48" fmla="*/ 89 w 178"/>
                <a:gd name="T49" fmla="*/ 0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8" h="179">
                  <a:moveTo>
                    <a:pt x="89" y="0"/>
                  </a:moveTo>
                  <a:lnTo>
                    <a:pt x="113" y="3"/>
                  </a:lnTo>
                  <a:lnTo>
                    <a:pt x="134" y="11"/>
                  </a:lnTo>
                  <a:lnTo>
                    <a:pt x="151" y="26"/>
                  </a:lnTo>
                  <a:lnTo>
                    <a:pt x="166" y="44"/>
                  </a:lnTo>
                  <a:lnTo>
                    <a:pt x="175" y="65"/>
                  </a:lnTo>
                  <a:lnTo>
                    <a:pt x="178" y="89"/>
                  </a:lnTo>
                  <a:lnTo>
                    <a:pt x="175" y="113"/>
                  </a:lnTo>
                  <a:lnTo>
                    <a:pt x="166" y="134"/>
                  </a:lnTo>
                  <a:lnTo>
                    <a:pt x="151" y="152"/>
                  </a:lnTo>
                  <a:lnTo>
                    <a:pt x="134" y="166"/>
                  </a:lnTo>
                  <a:lnTo>
                    <a:pt x="113" y="175"/>
                  </a:lnTo>
                  <a:lnTo>
                    <a:pt x="89" y="179"/>
                  </a:lnTo>
                  <a:lnTo>
                    <a:pt x="65" y="175"/>
                  </a:lnTo>
                  <a:lnTo>
                    <a:pt x="44" y="166"/>
                  </a:lnTo>
                  <a:lnTo>
                    <a:pt x="26" y="152"/>
                  </a:lnTo>
                  <a:lnTo>
                    <a:pt x="11" y="134"/>
                  </a:lnTo>
                  <a:lnTo>
                    <a:pt x="3" y="113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1" y="44"/>
                  </a:lnTo>
                  <a:lnTo>
                    <a:pt x="26" y="26"/>
                  </a:lnTo>
                  <a:lnTo>
                    <a:pt x="44" y="11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0" name="Freeform 402">
              <a:extLst>
                <a:ext uri="{FF2B5EF4-FFF2-40B4-BE49-F238E27FC236}">
                  <a16:creationId xmlns:a16="http://schemas.microsoft.com/office/drawing/2014/main" id="{8BEC039B-B4FE-4D68-8C4D-6E07C3302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44113" y="3041650"/>
              <a:ext cx="338138" cy="385763"/>
            </a:xfrm>
            <a:custGeom>
              <a:avLst/>
              <a:gdLst>
                <a:gd name="T0" fmla="*/ 1056 w 2341"/>
                <a:gd name="T1" fmla="*/ 660 h 2670"/>
                <a:gd name="T2" fmla="*/ 948 w 2341"/>
                <a:gd name="T3" fmla="*/ 767 h 2670"/>
                <a:gd name="T4" fmla="*/ 923 w 2341"/>
                <a:gd name="T5" fmla="*/ 923 h 2670"/>
                <a:gd name="T6" fmla="*/ 993 w 2341"/>
                <a:gd name="T7" fmla="*/ 1061 h 2670"/>
                <a:gd name="T8" fmla="*/ 1130 w 2341"/>
                <a:gd name="T9" fmla="*/ 1131 h 2670"/>
                <a:gd name="T10" fmla="*/ 1286 w 2341"/>
                <a:gd name="T11" fmla="*/ 1106 h 2670"/>
                <a:gd name="T12" fmla="*/ 1394 w 2341"/>
                <a:gd name="T13" fmla="*/ 998 h 2670"/>
                <a:gd name="T14" fmla="*/ 1419 w 2341"/>
                <a:gd name="T15" fmla="*/ 842 h 2670"/>
                <a:gd name="T16" fmla="*/ 1348 w 2341"/>
                <a:gd name="T17" fmla="*/ 706 h 2670"/>
                <a:gd name="T18" fmla="*/ 1212 w 2341"/>
                <a:gd name="T19" fmla="*/ 635 h 2670"/>
                <a:gd name="T20" fmla="*/ 1343 w 2341"/>
                <a:gd name="T21" fmla="*/ 13 h 2670"/>
                <a:gd name="T22" fmla="*/ 1663 w 2341"/>
                <a:gd name="T23" fmla="*/ 109 h 2670"/>
                <a:gd name="T24" fmla="*/ 1939 w 2341"/>
                <a:gd name="T25" fmla="*/ 287 h 2670"/>
                <a:gd name="T26" fmla="*/ 2153 w 2341"/>
                <a:gd name="T27" fmla="*/ 534 h 2670"/>
                <a:gd name="T28" fmla="*/ 2292 w 2341"/>
                <a:gd name="T29" fmla="*/ 833 h 2670"/>
                <a:gd name="T30" fmla="*/ 2341 w 2341"/>
                <a:gd name="T31" fmla="*/ 1171 h 2670"/>
                <a:gd name="T32" fmla="*/ 2307 w 2341"/>
                <a:gd name="T33" fmla="*/ 1421 h 2670"/>
                <a:gd name="T34" fmla="*/ 2216 w 2341"/>
                <a:gd name="T35" fmla="*/ 1634 h 2670"/>
                <a:gd name="T36" fmla="*/ 2089 w 2341"/>
                <a:gd name="T37" fmla="*/ 1822 h 2670"/>
                <a:gd name="T38" fmla="*/ 1930 w 2341"/>
                <a:gd name="T39" fmla="*/ 2023 h 2670"/>
                <a:gd name="T40" fmla="*/ 1794 w 2341"/>
                <a:gd name="T41" fmla="*/ 2225 h 2670"/>
                <a:gd name="T42" fmla="*/ 1750 w 2341"/>
                <a:gd name="T43" fmla="*/ 2401 h 2670"/>
                <a:gd name="T44" fmla="*/ 1721 w 2341"/>
                <a:gd name="T45" fmla="*/ 2616 h 2670"/>
                <a:gd name="T46" fmla="*/ 1579 w 2341"/>
                <a:gd name="T47" fmla="*/ 1847 h 2670"/>
                <a:gd name="T48" fmla="*/ 1591 w 2341"/>
                <a:gd name="T49" fmla="*/ 1434 h 2670"/>
                <a:gd name="T50" fmla="*/ 1555 w 2341"/>
                <a:gd name="T51" fmla="*/ 1303 h 2670"/>
                <a:gd name="T52" fmla="*/ 1454 w 2341"/>
                <a:gd name="T53" fmla="*/ 1212 h 2670"/>
                <a:gd name="T54" fmla="*/ 1402 w 2341"/>
                <a:gd name="T55" fmla="*/ 1192 h 2670"/>
                <a:gd name="T56" fmla="*/ 1362 w 2341"/>
                <a:gd name="T57" fmla="*/ 1180 h 2670"/>
                <a:gd name="T58" fmla="*/ 1305 w 2341"/>
                <a:gd name="T59" fmla="*/ 1183 h 2670"/>
                <a:gd name="T60" fmla="*/ 1037 w 2341"/>
                <a:gd name="T61" fmla="*/ 1183 h 2670"/>
                <a:gd name="T62" fmla="*/ 979 w 2341"/>
                <a:gd name="T63" fmla="*/ 1180 h 2670"/>
                <a:gd name="T64" fmla="*/ 940 w 2341"/>
                <a:gd name="T65" fmla="*/ 1192 h 2670"/>
                <a:gd name="T66" fmla="*/ 887 w 2341"/>
                <a:gd name="T67" fmla="*/ 1212 h 2670"/>
                <a:gd name="T68" fmla="*/ 787 w 2341"/>
                <a:gd name="T69" fmla="*/ 1303 h 2670"/>
                <a:gd name="T70" fmla="*/ 749 w 2341"/>
                <a:gd name="T71" fmla="*/ 1434 h 2670"/>
                <a:gd name="T72" fmla="*/ 763 w 2341"/>
                <a:gd name="T73" fmla="*/ 1847 h 2670"/>
                <a:gd name="T74" fmla="*/ 620 w 2341"/>
                <a:gd name="T75" fmla="*/ 2616 h 2670"/>
                <a:gd name="T76" fmla="*/ 591 w 2341"/>
                <a:gd name="T77" fmla="*/ 2401 h 2670"/>
                <a:gd name="T78" fmla="*/ 547 w 2341"/>
                <a:gd name="T79" fmla="*/ 2225 h 2670"/>
                <a:gd name="T80" fmla="*/ 411 w 2341"/>
                <a:gd name="T81" fmla="*/ 2023 h 2670"/>
                <a:gd name="T82" fmla="*/ 252 w 2341"/>
                <a:gd name="T83" fmla="*/ 1822 h 2670"/>
                <a:gd name="T84" fmla="*/ 126 w 2341"/>
                <a:gd name="T85" fmla="*/ 1634 h 2670"/>
                <a:gd name="T86" fmla="*/ 35 w 2341"/>
                <a:gd name="T87" fmla="*/ 1421 h 2670"/>
                <a:gd name="T88" fmla="*/ 0 w 2341"/>
                <a:gd name="T89" fmla="*/ 1171 h 2670"/>
                <a:gd name="T90" fmla="*/ 49 w 2341"/>
                <a:gd name="T91" fmla="*/ 833 h 2670"/>
                <a:gd name="T92" fmla="*/ 188 w 2341"/>
                <a:gd name="T93" fmla="*/ 534 h 2670"/>
                <a:gd name="T94" fmla="*/ 403 w 2341"/>
                <a:gd name="T95" fmla="*/ 287 h 2670"/>
                <a:gd name="T96" fmla="*/ 678 w 2341"/>
                <a:gd name="T97" fmla="*/ 109 h 2670"/>
                <a:gd name="T98" fmla="*/ 998 w 2341"/>
                <a:gd name="T99" fmla="*/ 13 h 2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41" h="2670">
                  <a:moveTo>
                    <a:pt x="1171" y="631"/>
                  </a:moveTo>
                  <a:lnTo>
                    <a:pt x="1130" y="635"/>
                  </a:lnTo>
                  <a:lnTo>
                    <a:pt x="1091" y="645"/>
                  </a:lnTo>
                  <a:lnTo>
                    <a:pt x="1056" y="660"/>
                  </a:lnTo>
                  <a:lnTo>
                    <a:pt x="1022" y="681"/>
                  </a:lnTo>
                  <a:lnTo>
                    <a:pt x="993" y="706"/>
                  </a:lnTo>
                  <a:lnTo>
                    <a:pt x="968" y="735"/>
                  </a:lnTo>
                  <a:lnTo>
                    <a:pt x="948" y="767"/>
                  </a:lnTo>
                  <a:lnTo>
                    <a:pt x="932" y="803"/>
                  </a:lnTo>
                  <a:lnTo>
                    <a:pt x="923" y="842"/>
                  </a:lnTo>
                  <a:lnTo>
                    <a:pt x="920" y="883"/>
                  </a:lnTo>
                  <a:lnTo>
                    <a:pt x="923" y="923"/>
                  </a:lnTo>
                  <a:lnTo>
                    <a:pt x="932" y="962"/>
                  </a:lnTo>
                  <a:lnTo>
                    <a:pt x="948" y="998"/>
                  </a:lnTo>
                  <a:lnTo>
                    <a:pt x="968" y="1031"/>
                  </a:lnTo>
                  <a:lnTo>
                    <a:pt x="993" y="1061"/>
                  </a:lnTo>
                  <a:lnTo>
                    <a:pt x="1022" y="1086"/>
                  </a:lnTo>
                  <a:lnTo>
                    <a:pt x="1056" y="1106"/>
                  </a:lnTo>
                  <a:lnTo>
                    <a:pt x="1091" y="1121"/>
                  </a:lnTo>
                  <a:lnTo>
                    <a:pt x="1130" y="1131"/>
                  </a:lnTo>
                  <a:lnTo>
                    <a:pt x="1171" y="1134"/>
                  </a:lnTo>
                  <a:lnTo>
                    <a:pt x="1212" y="1131"/>
                  </a:lnTo>
                  <a:lnTo>
                    <a:pt x="1250" y="1121"/>
                  </a:lnTo>
                  <a:lnTo>
                    <a:pt x="1286" y="1106"/>
                  </a:lnTo>
                  <a:lnTo>
                    <a:pt x="1319" y="1086"/>
                  </a:lnTo>
                  <a:lnTo>
                    <a:pt x="1348" y="1061"/>
                  </a:lnTo>
                  <a:lnTo>
                    <a:pt x="1373" y="1031"/>
                  </a:lnTo>
                  <a:lnTo>
                    <a:pt x="1394" y="998"/>
                  </a:lnTo>
                  <a:lnTo>
                    <a:pt x="1409" y="962"/>
                  </a:lnTo>
                  <a:lnTo>
                    <a:pt x="1419" y="923"/>
                  </a:lnTo>
                  <a:lnTo>
                    <a:pt x="1422" y="883"/>
                  </a:lnTo>
                  <a:lnTo>
                    <a:pt x="1419" y="842"/>
                  </a:lnTo>
                  <a:lnTo>
                    <a:pt x="1409" y="803"/>
                  </a:lnTo>
                  <a:lnTo>
                    <a:pt x="1394" y="767"/>
                  </a:lnTo>
                  <a:lnTo>
                    <a:pt x="1373" y="735"/>
                  </a:lnTo>
                  <a:lnTo>
                    <a:pt x="1348" y="706"/>
                  </a:lnTo>
                  <a:lnTo>
                    <a:pt x="1319" y="681"/>
                  </a:lnTo>
                  <a:lnTo>
                    <a:pt x="1286" y="660"/>
                  </a:lnTo>
                  <a:lnTo>
                    <a:pt x="1250" y="645"/>
                  </a:lnTo>
                  <a:lnTo>
                    <a:pt x="1212" y="635"/>
                  </a:lnTo>
                  <a:lnTo>
                    <a:pt x="1171" y="631"/>
                  </a:lnTo>
                  <a:close/>
                  <a:moveTo>
                    <a:pt x="1171" y="0"/>
                  </a:moveTo>
                  <a:lnTo>
                    <a:pt x="1258" y="3"/>
                  </a:lnTo>
                  <a:lnTo>
                    <a:pt x="1343" y="13"/>
                  </a:lnTo>
                  <a:lnTo>
                    <a:pt x="1427" y="28"/>
                  </a:lnTo>
                  <a:lnTo>
                    <a:pt x="1509" y="49"/>
                  </a:lnTo>
                  <a:lnTo>
                    <a:pt x="1587" y="77"/>
                  </a:lnTo>
                  <a:lnTo>
                    <a:pt x="1663" y="109"/>
                  </a:lnTo>
                  <a:lnTo>
                    <a:pt x="1738" y="147"/>
                  </a:lnTo>
                  <a:lnTo>
                    <a:pt x="1808" y="189"/>
                  </a:lnTo>
                  <a:lnTo>
                    <a:pt x="1875" y="236"/>
                  </a:lnTo>
                  <a:lnTo>
                    <a:pt x="1939" y="287"/>
                  </a:lnTo>
                  <a:lnTo>
                    <a:pt x="1998" y="344"/>
                  </a:lnTo>
                  <a:lnTo>
                    <a:pt x="2054" y="403"/>
                  </a:lnTo>
                  <a:lnTo>
                    <a:pt x="2106" y="467"/>
                  </a:lnTo>
                  <a:lnTo>
                    <a:pt x="2153" y="534"/>
                  </a:lnTo>
                  <a:lnTo>
                    <a:pt x="2195" y="604"/>
                  </a:lnTo>
                  <a:lnTo>
                    <a:pt x="2233" y="677"/>
                  </a:lnTo>
                  <a:lnTo>
                    <a:pt x="2265" y="754"/>
                  </a:lnTo>
                  <a:lnTo>
                    <a:pt x="2292" y="833"/>
                  </a:lnTo>
                  <a:lnTo>
                    <a:pt x="2313" y="915"/>
                  </a:lnTo>
                  <a:lnTo>
                    <a:pt x="2329" y="999"/>
                  </a:lnTo>
                  <a:lnTo>
                    <a:pt x="2338" y="1084"/>
                  </a:lnTo>
                  <a:lnTo>
                    <a:pt x="2341" y="1171"/>
                  </a:lnTo>
                  <a:lnTo>
                    <a:pt x="2339" y="1237"/>
                  </a:lnTo>
                  <a:lnTo>
                    <a:pt x="2332" y="1301"/>
                  </a:lnTo>
                  <a:lnTo>
                    <a:pt x="2322" y="1362"/>
                  </a:lnTo>
                  <a:lnTo>
                    <a:pt x="2307" y="1421"/>
                  </a:lnTo>
                  <a:lnTo>
                    <a:pt x="2288" y="1477"/>
                  </a:lnTo>
                  <a:lnTo>
                    <a:pt x="2267" y="1530"/>
                  </a:lnTo>
                  <a:lnTo>
                    <a:pt x="2242" y="1583"/>
                  </a:lnTo>
                  <a:lnTo>
                    <a:pt x="2216" y="1634"/>
                  </a:lnTo>
                  <a:lnTo>
                    <a:pt x="2187" y="1682"/>
                  </a:lnTo>
                  <a:lnTo>
                    <a:pt x="2155" y="1730"/>
                  </a:lnTo>
                  <a:lnTo>
                    <a:pt x="2123" y="1776"/>
                  </a:lnTo>
                  <a:lnTo>
                    <a:pt x="2089" y="1822"/>
                  </a:lnTo>
                  <a:lnTo>
                    <a:pt x="2055" y="1866"/>
                  </a:lnTo>
                  <a:lnTo>
                    <a:pt x="2020" y="1911"/>
                  </a:lnTo>
                  <a:lnTo>
                    <a:pt x="1986" y="1954"/>
                  </a:lnTo>
                  <a:lnTo>
                    <a:pt x="1930" y="2023"/>
                  </a:lnTo>
                  <a:lnTo>
                    <a:pt x="1875" y="2095"/>
                  </a:lnTo>
                  <a:lnTo>
                    <a:pt x="1823" y="2168"/>
                  </a:lnTo>
                  <a:lnTo>
                    <a:pt x="1808" y="2194"/>
                  </a:lnTo>
                  <a:lnTo>
                    <a:pt x="1794" y="2225"/>
                  </a:lnTo>
                  <a:lnTo>
                    <a:pt x="1782" y="2263"/>
                  </a:lnTo>
                  <a:lnTo>
                    <a:pt x="1770" y="2305"/>
                  </a:lnTo>
                  <a:lnTo>
                    <a:pt x="1760" y="2352"/>
                  </a:lnTo>
                  <a:lnTo>
                    <a:pt x="1750" y="2401"/>
                  </a:lnTo>
                  <a:lnTo>
                    <a:pt x="1741" y="2453"/>
                  </a:lnTo>
                  <a:lnTo>
                    <a:pt x="1734" y="2507"/>
                  </a:lnTo>
                  <a:lnTo>
                    <a:pt x="1727" y="2561"/>
                  </a:lnTo>
                  <a:lnTo>
                    <a:pt x="1721" y="2616"/>
                  </a:lnTo>
                  <a:lnTo>
                    <a:pt x="1716" y="2670"/>
                  </a:lnTo>
                  <a:lnTo>
                    <a:pt x="1456" y="2670"/>
                  </a:lnTo>
                  <a:lnTo>
                    <a:pt x="1456" y="2032"/>
                  </a:lnTo>
                  <a:lnTo>
                    <a:pt x="1579" y="1847"/>
                  </a:lnTo>
                  <a:lnTo>
                    <a:pt x="1586" y="1832"/>
                  </a:lnTo>
                  <a:lnTo>
                    <a:pt x="1590" y="1817"/>
                  </a:lnTo>
                  <a:lnTo>
                    <a:pt x="1591" y="1802"/>
                  </a:lnTo>
                  <a:lnTo>
                    <a:pt x="1591" y="1434"/>
                  </a:lnTo>
                  <a:lnTo>
                    <a:pt x="1589" y="1400"/>
                  </a:lnTo>
                  <a:lnTo>
                    <a:pt x="1582" y="1365"/>
                  </a:lnTo>
                  <a:lnTo>
                    <a:pt x="1570" y="1334"/>
                  </a:lnTo>
                  <a:lnTo>
                    <a:pt x="1555" y="1303"/>
                  </a:lnTo>
                  <a:lnTo>
                    <a:pt x="1535" y="1276"/>
                  </a:lnTo>
                  <a:lnTo>
                    <a:pt x="1511" y="1251"/>
                  </a:lnTo>
                  <a:lnTo>
                    <a:pt x="1485" y="1230"/>
                  </a:lnTo>
                  <a:lnTo>
                    <a:pt x="1454" y="1212"/>
                  </a:lnTo>
                  <a:lnTo>
                    <a:pt x="1422" y="1199"/>
                  </a:lnTo>
                  <a:lnTo>
                    <a:pt x="1419" y="1198"/>
                  </a:lnTo>
                  <a:lnTo>
                    <a:pt x="1411" y="1196"/>
                  </a:lnTo>
                  <a:lnTo>
                    <a:pt x="1402" y="1192"/>
                  </a:lnTo>
                  <a:lnTo>
                    <a:pt x="1390" y="1189"/>
                  </a:lnTo>
                  <a:lnTo>
                    <a:pt x="1379" y="1185"/>
                  </a:lnTo>
                  <a:lnTo>
                    <a:pt x="1370" y="1182"/>
                  </a:lnTo>
                  <a:lnTo>
                    <a:pt x="1362" y="1180"/>
                  </a:lnTo>
                  <a:lnTo>
                    <a:pt x="1360" y="1180"/>
                  </a:lnTo>
                  <a:lnTo>
                    <a:pt x="1341" y="1176"/>
                  </a:lnTo>
                  <a:lnTo>
                    <a:pt x="1322" y="1177"/>
                  </a:lnTo>
                  <a:lnTo>
                    <a:pt x="1305" y="1183"/>
                  </a:lnTo>
                  <a:lnTo>
                    <a:pt x="1288" y="1192"/>
                  </a:lnTo>
                  <a:lnTo>
                    <a:pt x="1171" y="1279"/>
                  </a:lnTo>
                  <a:lnTo>
                    <a:pt x="1054" y="1192"/>
                  </a:lnTo>
                  <a:lnTo>
                    <a:pt x="1037" y="1183"/>
                  </a:lnTo>
                  <a:lnTo>
                    <a:pt x="1019" y="1177"/>
                  </a:lnTo>
                  <a:lnTo>
                    <a:pt x="1000" y="1176"/>
                  </a:lnTo>
                  <a:lnTo>
                    <a:pt x="981" y="1180"/>
                  </a:lnTo>
                  <a:lnTo>
                    <a:pt x="979" y="1180"/>
                  </a:lnTo>
                  <a:lnTo>
                    <a:pt x="972" y="1182"/>
                  </a:lnTo>
                  <a:lnTo>
                    <a:pt x="963" y="1185"/>
                  </a:lnTo>
                  <a:lnTo>
                    <a:pt x="951" y="1189"/>
                  </a:lnTo>
                  <a:lnTo>
                    <a:pt x="940" y="1192"/>
                  </a:lnTo>
                  <a:lnTo>
                    <a:pt x="930" y="1196"/>
                  </a:lnTo>
                  <a:lnTo>
                    <a:pt x="923" y="1198"/>
                  </a:lnTo>
                  <a:lnTo>
                    <a:pt x="920" y="1199"/>
                  </a:lnTo>
                  <a:lnTo>
                    <a:pt x="887" y="1212"/>
                  </a:lnTo>
                  <a:lnTo>
                    <a:pt x="857" y="1230"/>
                  </a:lnTo>
                  <a:lnTo>
                    <a:pt x="831" y="1251"/>
                  </a:lnTo>
                  <a:lnTo>
                    <a:pt x="807" y="1276"/>
                  </a:lnTo>
                  <a:lnTo>
                    <a:pt x="787" y="1303"/>
                  </a:lnTo>
                  <a:lnTo>
                    <a:pt x="771" y="1334"/>
                  </a:lnTo>
                  <a:lnTo>
                    <a:pt x="760" y="1365"/>
                  </a:lnTo>
                  <a:lnTo>
                    <a:pt x="752" y="1400"/>
                  </a:lnTo>
                  <a:lnTo>
                    <a:pt x="749" y="1434"/>
                  </a:lnTo>
                  <a:lnTo>
                    <a:pt x="749" y="1802"/>
                  </a:lnTo>
                  <a:lnTo>
                    <a:pt x="751" y="1817"/>
                  </a:lnTo>
                  <a:lnTo>
                    <a:pt x="755" y="1832"/>
                  </a:lnTo>
                  <a:lnTo>
                    <a:pt x="763" y="1847"/>
                  </a:lnTo>
                  <a:lnTo>
                    <a:pt x="884" y="2032"/>
                  </a:lnTo>
                  <a:lnTo>
                    <a:pt x="884" y="2670"/>
                  </a:lnTo>
                  <a:lnTo>
                    <a:pt x="626" y="2670"/>
                  </a:lnTo>
                  <a:lnTo>
                    <a:pt x="620" y="2616"/>
                  </a:lnTo>
                  <a:lnTo>
                    <a:pt x="614" y="2561"/>
                  </a:lnTo>
                  <a:lnTo>
                    <a:pt x="608" y="2507"/>
                  </a:lnTo>
                  <a:lnTo>
                    <a:pt x="599" y="2453"/>
                  </a:lnTo>
                  <a:lnTo>
                    <a:pt x="591" y="2401"/>
                  </a:lnTo>
                  <a:lnTo>
                    <a:pt x="582" y="2352"/>
                  </a:lnTo>
                  <a:lnTo>
                    <a:pt x="571" y="2305"/>
                  </a:lnTo>
                  <a:lnTo>
                    <a:pt x="560" y="2263"/>
                  </a:lnTo>
                  <a:lnTo>
                    <a:pt x="547" y="2225"/>
                  </a:lnTo>
                  <a:lnTo>
                    <a:pt x="534" y="2194"/>
                  </a:lnTo>
                  <a:lnTo>
                    <a:pt x="519" y="2168"/>
                  </a:lnTo>
                  <a:lnTo>
                    <a:pt x="467" y="2095"/>
                  </a:lnTo>
                  <a:lnTo>
                    <a:pt x="411" y="2023"/>
                  </a:lnTo>
                  <a:lnTo>
                    <a:pt x="356" y="1954"/>
                  </a:lnTo>
                  <a:lnTo>
                    <a:pt x="321" y="1911"/>
                  </a:lnTo>
                  <a:lnTo>
                    <a:pt x="286" y="1866"/>
                  </a:lnTo>
                  <a:lnTo>
                    <a:pt x="252" y="1822"/>
                  </a:lnTo>
                  <a:lnTo>
                    <a:pt x="219" y="1776"/>
                  </a:lnTo>
                  <a:lnTo>
                    <a:pt x="186" y="1730"/>
                  </a:lnTo>
                  <a:lnTo>
                    <a:pt x="155" y="1682"/>
                  </a:lnTo>
                  <a:lnTo>
                    <a:pt x="126" y="1634"/>
                  </a:lnTo>
                  <a:lnTo>
                    <a:pt x="99" y="1583"/>
                  </a:lnTo>
                  <a:lnTo>
                    <a:pt x="74" y="1530"/>
                  </a:lnTo>
                  <a:lnTo>
                    <a:pt x="53" y="1477"/>
                  </a:lnTo>
                  <a:lnTo>
                    <a:pt x="35" y="1421"/>
                  </a:lnTo>
                  <a:lnTo>
                    <a:pt x="20" y="1362"/>
                  </a:lnTo>
                  <a:lnTo>
                    <a:pt x="8" y="1301"/>
                  </a:lnTo>
                  <a:lnTo>
                    <a:pt x="2" y="1237"/>
                  </a:lnTo>
                  <a:lnTo>
                    <a:pt x="0" y="1171"/>
                  </a:lnTo>
                  <a:lnTo>
                    <a:pt x="3" y="1084"/>
                  </a:lnTo>
                  <a:lnTo>
                    <a:pt x="13" y="999"/>
                  </a:lnTo>
                  <a:lnTo>
                    <a:pt x="28" y="915"/>
                  </a:lnTo>
                  <a:lnTo>
                    <a:pt x="49" y="833"/>
                  </a:lnTo>
                  <a:lnTo>
                    <a:pt x="76" y="754"/>
                  </a:lnTo>
                  <a:lnTo>
                    <a:pt x="109" y="677"/>
                  </a:lnTo>
                  <a:lnTo>
                    <a:pt x="146" y="604"/>
                  </a:lnTo>
                  <a:lnTo>
                    <a:pt x="188" y="534"/>
                  </a:lnTo>
                  <a:lnTo>
                    <a:pt x="235" y="467"/>
                  </a:lnTo>
                  <a:lnTo>
                    <a:pt x="288" y="403"/>
                  </a:lnTo>
                  <a:lnTo>
                    <a:pt x="343" y="344"/>
                  </a:lnTo>
                  <a:lnTo>
                    <a:pt x="403" y="287"/>
                  </a:lnTo>
                  <a:lnTo>
                    <a:pt x="467" y="236"/>
                  </a:lnTo>
                  <a:lnTo>
                    <a:pt x="534" y="189"/>
                  </a:lnTo>
                  <a:lnTo>
                    <a:pt x="604" y="147"/>
                  </a:lnTo>
                  <a:lnTo>
                    <a:pt x="678" y="109"/>
                  </a:lnTo>
                  <a:lnTo>
                    <a:pt x="754" y="77"/>
                  </a:lnTo>
                  <a:lnTo>
                    <a:pt x="833" y="49"/>
                  </a:lnTo>
                  <a:lnTo>
                    <a:pt x="914" y="28"/>
                  </a:lnTo>
                  <a:lnTo>
                    <a:pt x="998" y="13"/>
                  </a:lnTo>
                  <a:lnTo>
                    <a:pt x="1084" y="3"/>
                  </a:lnTo>
                  <a:lnTo>
                    <a:pt x="11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A33BDE2E-F0C7-4249-8D53-DC65E05292D5}"/>
              </a:ext>
            </a:extLst>
          </p:cNvPr>
          <p:cNvGrpSpPr/>
          <p:nvPr/>
        </p:nvGrpSpPr>
        <p:grpSpPr>
          <a:xfrm>
            <a:off x="9341623" y="5856645"/>
            <a:ext cx="346376" cy="375140"/>
            <a:chOff x="10579100" y="3027363"/>
            <a:chExt cx="458788" cy="496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42" name="Freeform 407">
              <a:extLst>
                <a:ext uri="{FF2B5EF4-FFF2-40B4-BE49-F238E27FC236}">
                  <a16:creationId xmlns:a16="http://schemas.microsoft.com/office/drawing/2014/main" id="{69FBA5F3-1F14-4BBE-88EA-69A742BEB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9263" y="3027363"/>
              <a:ext cx="85725" cy="85725"/>
            </a:xfrm>
            <a:custGeom>
              <a:avLst/>
              <a:gdLst>
                <a:gd name="T0" fmla="*/ 295 w 590"/>
                <a:gd name="T1" fmla="*/ 0 h 590"/>
                <a:gd name="T2" fmla="*/ 338 w 590"/>
                <a:gd name="T3" fmla="*/ 3 h 590"/>
                <a:gd name="T4" fmla="*/ 380 w 590"/>
                <a:gd name="T5" fmla="*/ 12 h 590"/>
                <a:gd name="T6" fmla="*/ 420 w 590"/>
                <a:gd name="T7" fmla="*/ 27 h 590"/>
                <a:gd name="T8" fmla="*/ 455 w 590"/>
                <a:gd name="T9" fmla="*/ 47 h 590"/>
                <a:gd name="T10" fmla="*/ 489 w 590"/>
                <a:gd name="T11" fmla="*/ 72 h 590"/>
                <a:gd name="T12" fmla="*/ 518 w 590"/>
                <a:gd name="T13" fmla="*/ 102 h 590"/>
                <a:gd name="T14" fmla="*/ 542 w 590"/>
                <a:gd name="T15" fmla="*/ 134 h 590"/>
                <a:gd name="T16" fmla="*/ 563 w 590"/>
                <a:gd name="T17" fmla="*/ 171 h 590"/>
                <a:gd name="T18" fmla="*/ 577 w 590"/>
                <a:gd name="T19" fmla="*/ 210 h 590"/>
                <a:gd name="T20" fmla="*/ 587 w 590"/>
                <a:gd name="T21" fmla="*/ 251 h 590"/>
                <a:gd name="T22" fmla="*/ 590 w 590"/>
                <a:gd name="T23" fmla="*/ 295 h 590"/>
                <a:gd name="T24" fmla="*/ 587 w 590"/>
                <a:gd name="T25" fmla="*/ 338 h 590"/>
                <a:gd name="T26" fmla="*/ 577 w 590"/>
                <a:gd name="T27" fmla="*/ 380 h 590"/>
                <a:gd name="T28" fmla="*/ 563 w 590"/>
                <a:gd name="T29" fmla="*/ 419 h 590"/>
                <a:gd name="T30" fmla="*/ 542 w 590"/>
                <a:gd name="T31" fmla="*/ 456 h 590"/>
                <a:gd name="T32" fmla="*/ 518 w 590"/>
                <a:gd name="T33" fmla="*/ 488 h 590"/>
                <a:gd name="T34" fmla="*/ 489 w 590"/>
                <a:gd name="T35" fmla="*/ 517 h 590"/>
                <a:gd name="T36" fmla="*/ 455 w 590"/>
                <a:gd name="T37" fmla="*/ 542 h 590"/>
                <a:gd name="T38" fmla="*/ 420 w 590"/>
                <a:gd name="T39" fmla="*/ 562 h 590"/>
                <a:gd name="T40" fmla="*/ 380 w 590"/>
                <a:gd name="T41" fmla="*/ 578 h 590"/>
                <a:gd name="T42" fmla="*/ 338 w 590"/>
                <a:gd name="T43" fmla="*/ 586 h 590"/>
                <a:gd name="T44" fmla="*/ 295 w 590"/>
                <a:gd name="T45" fmla="*/ 590 h 590"/>
                <a:gd name="T46" fmla="*/ 251 w 590"/>
                <a:gd name="T47" fmla="*/ 586 h 590"/>
                <a:gd name="T48" fmla="*/ 209 w 590"/>
                <a:gd name="T49" fmla="*/ 578 h 590"/>
                <a:gd name="T50" fmla="*/ 171 w 590"/>
                <a:gd name="T51" fmla="*/ 562 h 590"/>
                <a:gd name="T52" fmla="*/ 134 w 590"/>
                <a:gd name="T53" fmla="*/ 542 h 590"/>
                <a:gd name="T54" fmla="*/ 102 w 590"/>
                <a:gd name="T55" fmla="*/ 517 h 590"/>
                <a:gd name="T56" fmla="*/ 72 w 590"/>
                <a:gd name="T57" fmla="*/ 488 h 590"/>
                <a:gd name="T58" fmla="*/ 47 w 590"/>
                <a:gd name="T59" fmla="*/ 456 h 590"/>
                <a:gd name="T60" fmla="*/ 28 w 590"/>
                <a:gd name="T61" fmla="*/ 419 h 590"/>
                <a:gd name="T62" fmla="*/ 13 w 590"/>
                <a:gd name="T63" fmla="*/ 380 h 590"/>
                <a:gd name="T64" fmla="*/ 3 w 590"/>
                <a:gd name="T65" fmla="*/ 338 h 590"/>
                <a:gd name="T66" fmla="*/ 0 w 590"/>
                <a:gd name="T67" fmla="*/ 295 h 590"/>
                <a:gd name="T68" fmla="*/ 3 w 590"/>
                <a:gd name="T69" fmla="*/ 251 h 590"/>
                <a:gd name="T70" fmla="*/ 13 w 590"/>
                <a:gd name="T71" fmla="*/ 210 h 590"/>
                <a:gd name="T72" fmla="*/ 28 w 590"/>
                <a:gd name="T73" fmla="*/ 171 h 590"/>
                <a:gd name="T74" fmla="*/ 47 w 590"/>
                <a:gd name="T75" fmla="*/ 134 h 590"/>
                <a:gd name="T76" fmla="*/ 72 w 590"/>
                <a:gd name="T77" fmla="*/ 102 h 590"/>
                <a:gd name="T78" fmla="*/ 102 w 590"/>
                <a:gd name="T79" fmla="*/ 72 h 590"/>
                <a:gd name="T80" fmla="*/ 134 w 590"/>
                <a:gd name="T81" fmla="*/ 47 h 590"/>
                <a:gd name="T82" fmla="*/ 171 w 590"/>
                <a:gd name="T83" fmla="*/ 27 h 590"/>
                <a:gd name="T84" fmla="*/ 209 w 590"/>
                <a:gd name="T85" fmla="*/ 12 h 590"/>
                <a:gd name="T86" fmla="*/ 251 w 590"/>
                <a:gd name="T87" fmla="*/ 3 h 590"/>
                <a:gd name="T88" fmla="*/ 295 w 590"/>
                <a:gd name="T8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0" h="590">
                  <a:moveTo>
                    <a:pt x="295" y="0"/>
                  </a:moveTo>
                  <a:lnTo>
                    <a:pt x="338" y="3"/>
                  </a:lnTo>
                  <a:lnTo>
                    <a:pt x="380" y="12"/>
                  </a:lnTo>
                  <a:lnTo>
                    <a:pt x="420" y="27"/>
                  </a:lnTo>
                  <a:lnTo>
                    <a:pt x="455" y="47"/>
                  </a:lnTo>
                  <a:lnTo>
                    <a:pt x="489" y="72"/>
                  </a:lnTo>
                  <a:lnTo>
                    <a:pt x="518" y="102"/>
                  </a:lnTo>
                  <a:lnTo>
                    <a:pt x="542" y="134"/>
                  </a:lnTo>
                  <a:lnTo>
                    <a:pt x="563" y="171"/>
                  </a:lnTo>
                  <a:lnTo>
                    <a:pt x="577" y="210"/>
                  </a:lnTo>
                  <a:lnTo>
                    <a:pt x="587" y="251"/>
                  </a:lnTo>
                  <a:lnTo>
                    <a:pt x="590" y="295"/>
                  </a:lnTo>
                  <a:lnTo>
                    <a:pt x="587" y="338"/>
                  </a:lnTo>
                  <a:lnTo>
                    <a:pt x="577" y="380"/>
                  </a:lnTo>
                  <a:lnTo>
                    <a:pt x="563" y="419"/>
                  </a:lnTo>
                  <a:lnTo>
                    <a:pt x="542" y="456"/>
                  </a:lnTo>
                  <a:lnTo>
                    <a:pt x="518" y="488"/>
                  </a:lnTo>
                  <a:lnTo>
                    <a:pt x="489" y="517"/>
                  </a:lnTo>
                  <a:lnTo>
                    <a:pt x="455" y="542"/>
                  </a:lnTo>
                  <a:lnTo>
                    <a:pt x="420" y="562"/>
                  </a:lnTo>
                  <a:lnTo>
                    <a:pt x="380" y="578"/>
                  </a:lnTo>
                  <a:lnTo>
                    <a:pt x="338" y="586"/>
                  </a:lnTo>
                  <a:lnTo>
                    <a:pt x="295" y="590"/>
                  </a:lnTo>
                  <a:lnTo>
                    <a:pt x="251" y="586"/>
                  </a:lnTo>
                  <a:lnTo>
                    <a:pt x="209" y="578"/>
                  </a:lnTo>
                  <a:lnTo>
                    <a:pt x="171" y="562"/>
                  </a:lnTo>
                  <a:lnTo>
                    <a:pt x="134" y="542"/>
                  </a:lnTo>
                  <a:lnTo>
                    <a:pt x="102" y="517"/>
                  </a:lnTo>
                  <a:lnTo>
                    <a:pt x="72" y="488"/>
                  </a:lnTo>
                  <a:lnTo>
                    <a:pt x="47" y="456"/>
                  </a:lnTo>
                  <a:lnTo>
                    <a:pt x="28" y="419"/>
                  </a:lnTo>
                  <a:lnTo>
                    <a:pt x="13" y="380"/>
                  </a:lnTo>
                  <a:lnTo>
                    <a:pt x="3" y="338"/>
                  </a:lnTo>
                  <a:lnTo>
                    <a:pt x="0" y="295"/>
                  </a:lnTo>
                  <a:lnTo>
                    <a:pt x="3" y="251"/>
                  </a:lnTo>
                  <a:lnTo>
                    <a:pt x="13" y="210"/>
                  </a:lnTo>
                  <a:lnTo>
                    <a:pt x="28" y="171"/>
                  </a:lnTo>
                  <a:lnTo>
                    <a:pt x="47" y="134"/>
                  </a:lnTo>
                  <a:lnTo>
                    <a:pt x="72" y="102"/>
                  </a:lnTo>
                  <a:lnTo>
                    <a:pt x="102" y="72"/>
                  </a:lnTo>
                  <a:lnTo>
                    <a:pt x="134" y="47"/>
                  </a:lnTo>
                  <a:lnTo>
                    <a:pt x="171" y="27"/>
                  </a:lnTo>
                  <a:lnTo>
                    <a:pt x="209" y="12"/>
                  </a:lnTo>
                  <a:lnTo>
                    <a:pt x="251" y="3"/>
                  </a:lnTo>
                  <a:lnTo>
                    <a:pt x="2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3" name="Freeform 408">
              <a:extLst>
                <a:ext uri="{FF2B5EF4-FFF2-40B4-BE49-F238E27FC236}">
                  <a16:creationId xmlns:a16="http://schemas.microsoft.com/office/drawing/2014/main" id="{AB05A3A3-684B-4ECF-A27C-172B52974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0" y="3027363"/>
              <a:ext cx="84138" cy="85725"/>
            </a:xfrm>
            <a:custGeom>
              <a:avLst/>
              <a:gdLst>
                <a:gd name="T0" fmla="*/ 295 w 590"/>
                <a:gd name="T1" fmla="*/ 0 h 590"/>
                <a:gd name="T2" fmla="*/ 338 w 590"/>
                <a:gd name="T3" fmla="*/ 3 h 590"/>
                <a:gd name="T4" fmla="*/ 380 w 590"/>
                <a:gd name="T5" fmla="*/ 12 h 590"/>
                <a:gd name="T6" fmla="*/ 419 w 590"/>
                <a:gd name="T7" fmla="*/ 27 h 590"/>
                <a:gd name="T8" fmla="*/ 455 w 590"/>
                <a:gd name="T9" fmla="*/ 47 h 590"/>
                <a:gd name="T10" fmla="*/ 488 w 590"/>
                <a:gd name="T11" fmla="*/ 72 h 590"/>
                <a:gd name="T12" fmla="*/ 517 w 590"/>
                <a:gd name="T13" fmla="*/ 102 h 590"/>
                <a:gd name="T14" fmla="*/ 542 w 590"/>
                <a:gd name="T15" fmla="*/ 134 h 590"/>
                <a:gd name="T16" fmla="*/ 562 w 590"/>
                <a:gd name="T17" fmla="*/ 171 h 590"/>
                <a:gd name="T18" fmla="*/ 577 w 590"/>
                <a:gd name="T19" fmla="*/ 210 h 590"/>
                <a:gd name="T20" fmla="*/ 586 w 590"/>
                <a:gd name="T21" fmla="*/ 251 h 590"/>
                <a:gd name="T22" fmla="*/ 590 w 590"/>
                <a:gd name="T23" fmla="*/ 295 h 590"/>
                <a:gd name="T24" fmla="*/ 586 w 590"/>
                <a:gd name="T25" fmla="*/ 338 h 590"/>
                <a:gd name="T26" fmla="*/ 577 w 590"/>
                <a:gd name="T27" fmla="*/ 380 h 590"/>
                <a:gd name="T28" fmla="*/ 562 w 590"/>
                <a:gd name="T29" fmla="*/ 419 h 590"/>
                <a:gd name="T30" fmla="*/ 542 w 590"/>
                <a:gd name="T31" fmla="*/ 456 h 590"/>
                <a:gd name="T32" fmla="*/ 517 w 590"/>
                <a:gd name="T33" fmla="*/ 488 h 590"/>
                <a:gd name="T34" fmla="*/ 488 w 590"/>
                <a:gd name="T35" fmla="*/ 517 h 590"/>
                <a:gd name="T36" fmla="*/ 455 w 590"/>
                <a:gd name="T37" fmla="*/ 542 h 590"/>
                <a:gd name="T38" fmla="*/ 419 w 590"/>
                <a:gd name="T39" fmla="*/ 562 h 590"/>
                <a:gd name="T40" fmla="*/ 380 w 590"/>
                <a:gd name="T41" fmla="*/ 578 h 590"/>
                <a:gd name="T42" fmla="*/ 338 w 590"/>
                <a:gd name="T43" fmla="*/ 586 h 590"/>
                <a:gd name="T44" fmla="*/ 295 w 590"/>
                <a:gd name="T45" fmla="*/ 590 h 590"/>
                <a:gd name="T46" fmla="*/ 251 w 590"/>
                <a:gd name="T47" fmla="*/ 586 h 590"/>
                <a:gd name="T48" fmla="*/ 209 w 590"/>
                <a:gd name="T49" fmla="*/ 578 h 590"/>
                <a:gd name="T50" fmla="*/ 171 w 590"/>
                <a:gd name="T51" fmla="*/ 562 h 590"/>
                <a:gd name="T52" fmla="*/ 134 w 590"/>
                <a:gd name="T53" fmla="*/ 542 h 590"/>
                <a:gd name="T54" fmla="*/ 102 w 590"/>
                <a:gd name="T55" fmla="*/ 517 h 590"/>
                <a:gd name="T56" fmla="*/ 72 w 590"/>
                <a:gd name="T57" fmla="*/ 488 h 590"/>
                <a:gd name="T58" fmla="*/ 47 w 590"/>
                <a:gd name="T59" fmla="*/ 456 h 590"/>
                <a:gd name="T60" fmla="*/ 28 w 590"/>
                <a:gd name="T61" fmla="*/ 419 h 590"/>
                <a:gd name="T62" fmla="*/ 13 w 590"/>
                <a:gd name="T63" fmla="*/ 380 h 590"/>
                <a:gd name="T64" fmla="*/ 3 w 590"/>
                <a:gd name="T65" fmla="*/ 338 h 590"/>
                <a:gd name="T66" fmla="*/ 0 w 590"/>
                <a:gd name="T67" fmla="*/ 295 h 590"/>
                <a:gd name="T68" fmla="*/ 3 w 590"/>
                <a:gd name="T69" fmla="*/ 251 h 590"/>
                <a:gd name="T70" fmla="*/ 13 w 590"/>
                <a:gd name="T71" fmla="*/ 210 h 590"/>
                <a:gd name="T72" fmla="*/ 28 w 590"/>
                <a:gd name="T73" fmla="*/ 171 h 590"/>
                <a:gd name="T74" fmla="*/ 47 w 590"/>
                <a:gd name="T75" fmla="*/ 134 h 590"/>
                <a:gd name="T76" fmla="*/ 72 w 590"/>
                <a:gd name="T77" fmla="*/ 102 h 590"/>
                <a:gd name="T78" fmla="*/ 102 w 590"/>
                <a:gd name="T79" fmla="*/ 72 h 590"/>
                <a:gd name="T80" fmla="*/ 134 w 590"/>
                <a:gd name="T81" fmla="*/ 47 h 590"/>
                <a:gd name="T82" fmla="*/ 171 w 590"/>
                <a:gd name="T83" fmla="*/ 27 h 590"/>
                <a:gd name="T84" fmla="*/ 209 w 590"/>
                <a:gd name="T85" fmla="*/ 12 h 590"/>
                <a:gd name="T86" fmla="*/ 251 w 590"/>
                <a:gd name="T87" fmla="*/ 3 h 590"/>
                <a:gd name="T88" fmla="*/ 295 w 590"/>
                <a:gd name="T8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0" h="590">
                  <a:moveTo>
                    <a:pt x="295" y="0"/>
                  </a:moveTo>
                  <a:lnTo>
                    <a:pt x="338" y="3"/>
                  </a:lnTo>
                  <a:lnTo>
                    <a:pt x="380" y="12"/>
                  </a:lnTo>
                  <a:lnTo>
                    <a:pt x="419" y="27"/>
                  </a:lnTo>
                  <a:lnTo>
                    <a:pt x="455" y="47"/>
                  </a:lnTo>
                  <a:lnTo>
                    <a:pt x="488" y="72"/>
                  </a:lnTo>
                  <a:lnTo>
                    <a:pt x="517" y="102"/>
                  </a:lnTo>
                  <a:lnTo>
                    <a:pt x="542" y="134"/>
                  </a:lnTo>
                  <a:lnTo>
                    <a:pt x="562" y="171"/>
                  </a:lnTo>
                  <a:lnTo>
                    <a:pt x="577" y="210"/>
                  </a:lnTo>
                  <a:lnTo>
                    <a:pt x="586" y="251"/>
                  </a:lnTo>
                  <a:lnTo>
                    <a:pt x="590" y="295"/>
                  </a:lnTo>
                  <a:lnTo>
                    <a:pt x="586" y="338"/>
                  </a:lnTo>
                  <a:lnTo>
                    <a:pt x="577" y="380"/>
                  </a:lnTo>
                  <a:lnTo>
                    <a:pt x="562" y="419"/>
                  </a:lnTo>
                  <a:lnTo>
                    <a:pt x="542" y="456"/>
                  </a:lnTo>
                  <a:lnTo>
                    <a:pt x="517" y="488"/>
                  </a:lnTo>
                  <a:lnTo>
                    <a:pt x="488" y="517"/>
                  </a:lnTo>
                  <a:lnTo>
                    <a:pt x="455" y="542"/>
                  </a:lnTo>
                  <a:lnTo>
                    <a:pt x="419" y="562"/>
                  </a:lnTo>
                  <a:lnTo>
                    <a:pt x="380" y="578"/>
                  </a:lnTo>
                  <a:lnTo>
                    <a:pt x="338" y="586"/>
                  </a:lnTo>
                  <a:lnTo>
                    <a:pt x="295" y="590"/>
                  </a:lnTo>
                  <a:lnTo>
                    <a:pt x="251" y="586"/>
                  </a:lnTo>
                  <a:lnTo>
                    <a:pt x="209" y="578"/>
                  </a:lnTo>
                  <a:lnTo>
                    <a:pt x="171" y="562"/>
                  </a:lnTo>
                  <a:lnTo>
                    <a:pt x="134" y="542"/>
                  </a:lnTo>
                  <a:lnTo>
                    <a:pt x="102" y="517"/>
                  </a:lnTo>
                  <a:lnTo>
                    <a:pt x="72" y="488"/>
                  </a:lnTo>
                  <a:lnTo>
                    <a:pt x="47" y="456"/>
                  </a:lnTo>
                  <a:lnTo>
                    <a:pt x="28" y="419"/>
                  </a:lnTo>
                  <a:lnTo>
                    <a:pt x="13" y="380"/>
                  </a:lnTo>
                  <a:lnTo>
                    <a:pt x="3" y="338"/>
                  </a:lnTo>
                  <a:lnTo>
                    <a:pt x="0" y="295"/>
                  </a:lnTo>
                  <a:lnTo>
                    <a:pt x="3" y="251"/>
                  </a:lnTo>
                  <a:lnTo>
                    <a:pt x="13" y="210"/>
                  </a:lnTo>
                  <a:lnTo>
                    <a:pt x="28" y="171"/>
                  </a:lnTo>
                  <a:lnTo>
                    <a:pt x="47" y="134"/>
                  </a:lnTo>
                  <a:lnTo>
                    <a:pt x="72" y="102"/>
                  </a:lnTo>
                  <a:lnTo>
                    <a:pt x="102" y="72"/>
                  </a:lnTo>
                  <a:lnTo>
                    <a:pt x="134" y="47"/>
                  </a:lnTo>
                  <a:lnTo>
                    <a:pt x="171" y="27"/>
                  </a:lnTo>
                  <a:lnTo>
                    <a:pt x="209" y="12"/>
                  </a:lnTo>
                  <a:lnTo>
                    <a:pt x="251" y="3"/>
                  </a:lnTo>
                  <a:lnTo>
                    <a:pt x="2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4" name="Freeform 409">
              <a:extLst>
                <a:ext uri="{FF2B5EF4-FFF2-40B4-BE49-F238E27FC236}">
                  <a16:creationId xmlns:a16="http://schemas.microsoft.com/office/drawing/2014/main" id="{26BEBFD3-4109-4DB7-B085-CFB9C204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8" y="3098801"/>
              <a:ext cx="85725" cy="85725"/>
            </a:xfrm>
            <a:custGeom>
              <a:avLst/>
              <a:gdLst>
                <a:gd name="T0" fmla="*/ 295 w 590"/>
                <a:gd name="T1" fmla="*/ 0 h 590"/>
                <a:gd name="T2" fmla="*/ 339 w 590"/>
                <a:gd name="T3" fmla="*/ 3 h 590"/>
                <a:gd name="T4" fmla="*/ 381 w 590"/>
                <a:gd name="T5" fmla="*/ 13 h 590"/>
                <a:gd name="T6" fmla="*/ 419 w 590"/>
                <a:gd name="T7" fmla="*/ 27 h 590"/>
                <a:gd name="T8" fmla="*/ 456 w 590"/>
                <a:gd name="T9" fmla="*/ 47 h 590"/>
                <a:gd name="T10" fmla="*/ 488 w 590"/>
                <a:gd name="T11" fmla="*/ 72 h 590"/>
                <a:gd name="T12" fmla="*/ 518 w 590"/>
                <a:gd name="T13" fmla="*/ 102 h 590"/>
                <a:gd name="T14" fmla="*/ 543 w 590"/>
                <a:gd name="T15" fmla="*/ 134 h 590"/>
                <a:gd name="T16" fmla="*/ 563 w 590"/>
                <a:gd name="T17" fmla="*/ 171 h 590"/>
                <a:gd name="T18" fmla="*/ 577 w 590"/>
                <a:gd name="T19" fmla="*/ 209 h 590"/>
                <a:gd name="T20" fmla="*/ 587 w 590"/>
                <a:gd name="T21" fmla="*/ 251 h 590"/>
                <a:gd name="T22" fmla="*/ 590 w 590"/>
                <a:gd name="T23" fmla="*/ 295 h 590"/>
                <a:gd name="T24" fmla="*/ 587 w 590"/>
                <a:gd name="T25" fmla="*/ 338 h 590"/>
                <a:gd name="T26" fmla="*/ 577 w 590"/>
                <a:gd name="T27" fmla="*/ 380 h 590"/>
                <a:gd name="T28" fmla="*/ 563 w 590"/>
                <a:gd name="T29" fmla="*/ 419 h 590"/>
                <a:gd name="T30" fmla="*/ 543 w 590"/>
                <a:gd name="T31" fmla="*/ 455 h 590"/>
                <a:gd name="T32" fmla="*/ 518 w 590"/>
                <a:gd name="T33" fmla="*/ 488 h 590"/>
                <a:gd name="T34" fmla="*/ 488 w 590"/>
                <a:gd name="T35" fmla="*/ 517 h 590"/>
                <a:gd name="T36" fmla="*/ 456 w 590"/>
                <a:gd name="T37" fmla="*/ 542 h 590"/>
                <a:gd name="T38" fmla="*/ 419 w 590"/>
                <a:gd name="T39" fmla="*/ 562 h 590"/>
                <a:gd name="T40" fmla="*/ 381 w 590"/>
                <a:gd name="T41" fmla="*/ 578 h 590"/>
                <a:gd name="T42" fmla="*/ 339 w 590"/>
                <a:gd name="T43" fmla="*/ 586 h 590"/>
                <a:gd name="T44" fmla="*/ 295 w 590"/>
                <a:gd name="T45" fmla="*/ 590 h 590"/>
                <a:gd name="T46" fmla="*/ 252 w 590"/>
                <a:gd name="T47" fmla="*/ 586 h 590"/>
                <a:gd name="T48" fmla="*/ 210 w 590"/>
                <a:gd name="T49" fmla="*/ 578 h 590"/>
                <a:gd name="T50" fmla="*/ 172 w 590"/>
                <a:gd name="T51" fmla="*/ 562 h 590"/>
                <a:gd name="T52" fmla="*/ 135 w 590"/>
                <a:gd name="T53" fmla="*/ 542 h 590"/>
                <a:gd name="T54" fmla="*/ 102 w 590"/>
                <a:gd name="T55" fmla="*/ 517 h 590"/>
                <a:gd name="T56" fmla="*/ 73 w 590"/>
                <a:gd name="T57" fmla="*/ 488 h 590"/>
                <a:gd name="T58" fmla="*/ 48 w 590"/>
                <a:gd name="T59" fmla="*/ 455 h 590"/>
                <a:gd name="T60" fmla="*/ 28 w 590"/>
                <a:gd name="T61" fmla="*/ 419 h 590"/>
                <a:gd name="T62" fmla="*/ 13 w 590"/>
                <a:gd name="T63" fmla="*/ 380 h 590"/>
                <a:gd name="T64" fmla="*/ 3 w 590"/>
                <a:gd name="T65" fmla="*/ 338 h 590"/>
                <a:gd name="T66" fmla="*/ 0 w 590"/>
                <a:gd name="T67" fmla="*/ 295 h 590"/>
                <a:gd name="T68" fmla="*/ 3 w 590"/>
                <a:gd name="T69" fmla="*/ 251 h 590"/>
                <a:gd name="T70" fmla="*/ 13 w 590"/>
                <a:gd name="T71" fmla="*/ 209 h 590"/>
                <a:gd name="T72" fmla="*/ 28 w 590"/>
                <a:gd name="T73" fmla="*/ 171 h 590"/>
                <a:gd name="T74" fmla="*/ 48 w 590"/>
                <a:gd name="T75" fmla="*/ 134 h 590"/>
                <a:gd name="T76" fmla="*/ 73 w 590"/>
                <a:gd name="T77" fmla="*/ 102 h 590"/>
                <a:gd name="T78" fmla="*/ 102 w 590"/>
                <a:gd name="T79" fmla="*/ 72 h 590"/>
                <a:gd name="T80" fmla="*/ 135 w 590"/>
                <a:gd name="T81" fmla="*/ 47 h 590"/>
                <a:gd name="T82" fmla="*/ 172 w 590"/>
                <a:gd name="T83" fmla="*/ 27 h 590"/>
                <a:gd name="T84" fmla="*/ 210 w 590"/>
                <a:gd name="T85" fmla="*/ 13 h 590"/>
                <a:gd name="T86" fmla="*/ 252 w 590"/>
                <a:gd name="T87" fmla="*/ 3 h 590"/>
                <a:gd name="T88" fmla="*/ 295 w 590"/>
                <a:gd name="T8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90" h="590">
                  <a:moveTo>
                    <a:pt x="295" y="0"/>
                  </a:moveTo>
                  <a:lnTo>
                    <a:pt x="339" y="3"/>
                  </a:lnTo>
                  <a:lnTo>
                    <a:pt x="381" y="13"/>
                  </a:lnTo>
                  <a:lnTo>
                    <a:pt x="419" y="27"/>
                  </a:lnTo>
                  <a:lnTo>
                    <a:pt x="456" y="47"/>
                  </a:lnTo>
                  <a:lnTo>
                    <a:pt x="488" y="72"/>
                  </a:lnTo>
                  <a:lnTo>
                    <a:pt x="518" y="102"/>
                  </a:lnTo>
                  <a:lnTo>
                    <a:pt x="543" y="134"/>
                  </a:lnTo>
                  <a:lnTo>
                    <a:pt x="563" y="171"/>
                  </a:lnTo>
                  <a:lnTo>
                    <a:pt x="577" y="209"/>
                  </a:lnTo>
                  <a:lnTo>
                    <a:pt x="587" y="251"/>
                  </a:lnTo>
                  <a:lnTo>
                    <a:pt x="590" y="295"/>
                  </a:lnTo>
                  <a:lnTo>
                    <a:pt x="587" y="338"/>
                  </a:lnTo>
                  <a:lnTo>
                    <a:pt x="577" y="380"/>
                  </a:lnTo>
                  <a:lnTo>
                    <a:pt x="563" y="419"/>
                  </a:lnTo>
                  <a:lnTo>
                    <a:pt x="543" y="455"/>
                  </a:lnTo>
                  <a:lnTo>
                    <a:pt x="518" y="488"/>
                  </a:lnTo>
                  <a:lnTo>
                    <a:pt x="488" y="517"/>
                  </a:lnTo>
                  <a:lnTo>
                    <a:pt x="456" y="542"/>
                  </a:lnTo>
                  <a:lnTo>
                    <a:pt x="419" y="562"/>
                  </a:lnTo>
                  <a:lnTo>
                    <a:pt x="381" y="578"/>
                  </a:lnTo>
                  <a:lnTo>
                    <a:pt x="339" y="586"/>
                  </a:lnTo>
                  <a:lnTo>
                    <a:pt x="295" y="590"/>
                  </a:lnTo>
                  <a:lnTo>
                    <a:pt x="252" y="586"/>
                  </a:lnTo>
                  <a:lnTo>
                    <a:pt x="210" y="578"/>
                  </a:lnTo>
                  <a:lnTo>
                    <a:pt x="172" y="562"/>
                  </a:lnTo>
                  <a:lnTo>
                    <a:pt x="135" y="542"/>
                  </a:lnTo>
                  <a:lnTo>
                    <a:pt x="102" y="517"/>
                  </a:lnTo>
                  <a:lnTo>
                    <a:pt x="73" y="488"/>
                  </a:lnTo>
                  <a:lnTo>
                    <a:pt x="48" y="455"/>
                  </a:lnTo>
                  <a:lnTo>
                    <a:pt x="28" y="419"/>
                  </a:lnTo>
                  <a:lnTo>
                    <a:pt x="13" y="380"/>
                  </a:lnTo>
                  <a:lnTo>
                    <a:pt x="3" y="338"/>
                  </a:lnTo>
                  <a:lnTo>
                    <a:pt x="0" y="295"/>
                  </a:lnTo>
                  <a:lnTo>
                    <a:pt x="3" y="251"/>
                  </a:lnTo>
                  <a:lnTo>
                    <a:pt x="13" y="209"/>
                  </a:lnTo>
                  <a:lnTo>
                    <a:pt x="28" y="171"/>
                  </a:lnTo>
                  <a:lnTo>
                    <a:pt x="48" y="134"/>
                  </a:lnTo>
                  <a:lnTo>
                    <a:pt x="73" y="102"/>
                  </a:lnTo>
                  <a:lnTo>
                    <a:pt x="102" y="72"/>
                  </a:lnTo>
                  <a:lnTo>
                    <a:pt x="135" y="47"/>
                  </a:lnTo>
                  <a:lnTo>
                    <a:pt x="172" y="27"/>
                  </a:lnTo>
                  <a:lnTo>
                    <a:pt x="210" y="13"/>
                  </a:lnTo>
                  <a:lnTo>
                    <a:pt x="252" y="3"/>
                  </a:lnTo>
                  <a:lnTo>
                    <a:pt x="2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5" name="Freeform 410">
              <a:extLst>
                <a:ext uri="{FF2B5EF4-FFF2-40B4-BE49-F238E27FC236}">
                  <a16:creationId xmlns:a16="http://schemas.microsoft.com/office/drawing/2014/main" id="{7592E996-89FE-475F-A781-CF2F2D080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3186113"/>
              <a:ext cx="146050" cy="254000"/>
            </a:xfrm>
            <a:custGeom>
              <a:avLst/>
              <a:gdLst>
                <a:gd name="T0" fmla="*/ 297 w 1019"/>
                <a:gd name="T1" fmla="*/ 0 h 1758"/>
                <a:gd name="T2" fmla="*/ 316 w 1019"/>
                <a:gd name="T3" fmla="*/ 1 h 1758"/>
                <a:gd name="T4" fmla="*/ 333 w 1019"/>
                <a:gd name="T5" fmla="*/ 8 h 1758"/>
                <a:gd name="T6" fmla="*/ 350 w 1019"/>
                <a:gd name="T7" fmla="*/ 17 h 1758"/>
                <a:gd name="T8" fmla="*/ 364 w 1019"/>
                <a:gd name="T9" fmla="*/ 32 h 1758"/>
                <a:gd name="T10" fmla="*/ 509 w 1019"/>
                <a:gd name="T11" fmla="*/ 219 h 1758"/>
                <a:gd name="T12" fmla="*/ 655 w 1019"/>
                <a:gd name="T13" fmla="*/ 32 h 1758"/>
                <a:gd name="T14" fmla="*/ 669 w 1019"/>
                <a:gd name="T15" fmla="*/ 17 h 1758"/>
                <a:gd name="T16" fmla="*/ 686 w 1019"/>
                <a:gd name="T17" fmla="*/ 8 h 1758"/>
                <a:gd name="T18" fmla="*/ 703 w 1019"/>
                <a:gd name="T19" fmla="*/ 1 h 1758"/>
                <a:gd name="T20" fmla="*/ 722 w 1019"/>
                <a:gd name="T21" fmla="*/ 0 h 1758"/>
                <a:gd name="T22" fmla="*/ 742 w 1019"/>
                <a:gd name="T23" fmla="*/ 3 h 1758"/>
                <a:gd name="T24" fmla="*/ 817 w 1019"/>
                <a:gd name="T25" fmla="*/ 27 h 1758"/>
                <a:gd name="T26" fmla="*/ 820 w 1019"/>
                <a:gd name="T27" fmla="*/ 27 h 1758"/>
                <a:gd name="T28" fmla="*/ 858 w 1019"/>
                <a:gd name="T29" fmla="*/ 43 h 1758"/>
                <a:gd name="T30" fmla="*/ 893 w 1019"/>
                <a:gd name="T31" fmla="*/ 64 h 1758"/>
                <a:gd name="T32" fmla="*/ 924 w 1019"/>
                <a:gd name="T33" fmla="*/ 89 h 1758"/>
                <a:gd name="T34" fmla="*/ 952 w 1019"/>
                <a:gd name="T35" fmla="*/ 119 h 1758"/>
                <a:gd name="T36" fmla="*/ 975 w 1019"/>
                <a:gd name="T37" fmla="*/ 151 h 1758"/>
                <a:gd name="T38" fmla="*/ 994 w 1019"/>
                <a:gd name="T39" fmla="*/ 185 h 1758"/>
                <a:gd name="T40" fmla="*/ 1008 w 1019"/>
                <a:gd name="T41" fmla="*/ 224 h 1758"/>
                <a:gd name="T42" fmla="*/ 1016 w 1019"/>
                <a:gd name="T43" fmla="*/ 264 h 1758"/>
                <a:gd name="T44" fmla="*/ 1019 w 1019"/>
                <a:gd name="T45" fmla="*/ 305 h 1758"/>
                <a:gd name="T46" fmla="*/ 1019 w 1019"/>
                <a:gd name="T47" fmla="*/ 768 h 1758"/>
                <a:gd name="T48" fmla="*/ 1018 w 1019"/>
                <a:gd name="T49" fmla="*/ 784 h 1758"/>
                <a:gd name="T50" fmla="*/ 1013 w 1019"/>
                <a:gd name="T51" fmla="*/ 799 h 1758"/>
                <a:gd name="T52" fmla="*/ 1006 w 1019"/>
                <a:gd name="T53" fmla="*/ 812 h 1758"/>
                <a:gd name="T54" fmla="*/ 849 w 1019"/>
                <a:gd name="T55" fmla="*/ 1052 h 1758"/>
                <a:gd name="T56" fmla="*/ 849 w 1019"/>
                <a:gd name="T57" fmla="*/ 1678 h 1758"/>
                <a:gd name="T58" fmla="*/ 846 w 1019"/>
                <a:gd name="T59" fmla="*/ 1699 h 1758"/>
                <a:gd name="T60" fmla="*/ 838 w 1019"/>
                <a:gd name="T61" fmla="*/ 1718 h 1758"/>
                <a:gd name="T62" fmla="*/ 826 w 1019"/>
                <a:gd name="T63" fmla="*/ 1735 h 1758"/>
                <a:gd name="T64" fmla="*/ 809 w 1019"/>
                <a:gd name="T65" fmla="*/ 1747 h 1758"/>
                <a:gd name="T66" fmla="*/ 790 w 1019"/>
                <a:gd name="T67" fmla="*/ 1755 h 1758"/>
                <a:gd name="T68" fmla="*/ 768 w 1019"/>
                <a:gd name="T69" fmla="*/ 1758 h 1758"/>
                <a:gd name="T70" fmla="*/ 250 w 1019"/>
                <a:gd name="T71" fmla="*/ 1758 h 1758"/>
                <a:gd name="T72" fmla="*/ 229 w 1019"/>
                <a:gd name="T73" fmla="*/ 1755 h 1758"/>
                <a:gd name="T74" fmla="*/ 210 w 1019"/>
                <a:gd name="T75" fmla="*/ 1747 h 1758"/>
                <a:gd name="T76" fmla="*/ 193 w 1019"/>
                <a:gd name="T77" fmla="*/ 1735 h 1758"/>
                <a:gd name="T78" fmla="*/ 181 w 1019"/>
                <a:gd name="T79" fmla="*/ 1718 h 1758"/>
                <a:gd name="T80" fmla="*/ 173 w 1019"/>
                <a:gd name="T81" fmla="*/ 1699 h 1758"/>
                <a:gd name="T82" fmla="*/ 170 w 1019"/>
                <a:gd name="T83" fmla="*/ 1678 h 1758"/>
                <a:gd name="T84" fmla="*/ 170 w 1019"/>
                <a:gd name="T85" fmla="*/ 1052 h 1758"/>
                <a:gd name="T86" fmla="*/ 12 w 1019"/>
                <a:gd name="T87" fmla="*/ 812 h 1758"/>
                <a:gd name="T88" fmla="*/ 6 w 1019"/>
                <a:gd name="T89" fmla="*/ 799 h 1758"/>
                <a:gd name="T90" fmla="*/ 1 w 1019"/>
                <a:gd name="T91" fmla="*/ 784 h 1758"/>
                <a:gd name="T92" fmla="*/ 0 w 1019"/>
                <a:gd name="T93" fmla="*/ 768 h 1758"/>
                <a:gd name="T94" fmla="*/ 0 w 1019"/>
                <a:gd name="T95" fmla="*/ 305 h 1758"/>
                <a:gd name="T96" fmla="*/ 3 w 1019"/>
                <a:gd name="T97" fmla="*/ 264 h 1758"/>
                <a:gd name="T98" fmla="*/ 11 w 1019"/>
                <a:gd name="T99" fmla="*/ 224 h 1758"/>
                <a:gd name="T100" fmla="*/ 25 w 1019"/>
                <a:gd name="T101" fmla="*/ 185 h 1758"/>
                <a:gd name="T102" fmla="*/ 44 w 1019"/>
                <a:gd name="T103" fmla="*/ 151 h 1758"/>
                <a:gd name="T104" fmla="*/ 67 w 1019"/>
                <a:gd name="T105" fmla="*/ 119 h 1758"/>
                <a:gd name="T106" fmla="*/ 95 w 1019"/>
                <a:gd name="T107" fmla="*/ 89 h 1758"/>
                <a:gd name="T108" fmla="*/ 126 w 1019"/>
                <a:gd name="T109" fmla="*/ 64 h 1758"/>
                <a:gd name="T110" fmla="*/ 161 w 1019"/>
                <a:gd name="T111" fmla="*/ 43 h 1758"/>
                <a:gd name="T112" fmla="*/ 200 w 1019"/>
                <a:gd name="T113" fmla="*/ 27 h 1758"/>
                <a:gd name="T114" fmla="*/ 202 w 1019"/>
                <a:gd name="T115" fmla="*/ 27 h 1758"/>
                <a:gd name="T116" fmla="*/ 277 w 1019"/>
                <a:gd name="T117" fmla="*/ 3 h 1758"/>
                <a:gd name="T118" fmla="*/ 297 w 1019"/>
                <a:gd name="T119" fmla="*/ 0 h 1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9" h="1758">
                  <a:moveTo>
                    <a:pt x="297" y="0"/>
                  </a:moveTo>
                  <a:lnTo>
                    <a:pt x="316" y="1"/>
                  </a:lnTo>
                  <a:lnTo>
                    <a:pt x="333" y="8"/>
                  </a:lnTo>
                  <a:lnTo>
                    <a:pt x="350" y="17"/>
                  </a:lnTo>
                  <a:lnTo>
                    <a:pt x="364" y="32"/>
                  </a:lnTo>
                  <a:lnTo>
                    <a:pt x="509" y="219"/>
                  </a:lnTo>
                  <a:lnTo>
                    <a:pt x="655" y="32"/>
                  </a:lnTo>
                  <a:lnTo>
                    <a:pt x="669" y="17"/>
                  </a:lnTo>
                  <a:lnTo>
                    <a:pt x="686" y="8"/>
                  </a:lnTo>
                  <a:lnTo>
                    <a:pt x="703" y="1"/>
                  </a:lnTo>
                  <a:lnTo>
                    <a:pt x="722" y="0"/>
                  </a:lnTo>
                  <a:lnTo>
                    <a:pt x="742" y="3"/>
                  </a:lnTo>
                  <a:lnTo>
                    <a:pt x="817" y="27"/>
                  </a:lnTo>
                  <a:lnTo>
                    <a:pt x="820" y="27"/>
                  </a:lnTo>
                  <a:lnTo>
                    <a:pt x="858" y="43"/>
                  </a:lnTo>
                  <a:lnTo>
                    <a:pt x="893" y="64"/>
                  </a:lnTo>
                  <a:lnTo>
                    <a:pt x="924" y="89"/>
                  </a:lnTo>
                  <a:lnTo>
                    <a:pt x="952" y="119"/>
                  </a:lnTo>
                  <a:lnTo>
                    <a:pt x="975" y="151"/>
                  </a:lnTo>
                  <a:lnTo>
                    <a:pt x="994" y="185"/>
                  </a:lnTo>
                  <a:lnTo>
                    <a:pt x="1008" y="224"/>
                  </a:lnTo>
                  <a:lnTo>
                    <a:pt x="1016" y="264"/>
                  </a:lnTo>
                  <a:lnTo>
                    <a:pt x="1019" y="305"/>
                  </a:lnTo>
                  <a:lnTo>
                    <a:pt x="1019" y="768"/>
                  </a:lnTo>
                  <a:lnTo>
                    <a:pt x="1018" y="784"/>
                  </a:lnTo>
                  <a:lnTo>
                    <a:pt x="1013" y="799"/>
                  </a:lnTo>
                  <a:lnTo>
                    <a:pt x="1006" y="812"/>
                  </a:lnTo>
                  <a:lnTo>
                    <a:pt x="849" y="1052"/>
                  </a:lnTo>
                  <a:lnTo>
                    <a:pt x="849" y="1678"/>
                  </a:lnTo>
                  <a:lnTo>
                    <a:pt x="846" y="1699"/>
                  </a:lnTo>
                  <a:lnTo>
                    <a:pt x="838" y="1718"/>
                  </a:lnTo>
                  <a:lnTo>
                    <a:pt x="826" y="1735"/>
                  </a:lnTo>
                  <a:lnTo>
                    <a:pt x="809" y="1747"/>
                  </a:lnTo>
                  <a:lnTo>
                    <a:pt x="790" y="1755"/>
                  </a:lnTo>
                  <a:lnTo>
                    <a:pt x="768" y="1758"/>
                  </a:lnTo>
                  <a:lnTo>
                    <a:pt x="250" y="1758"/>
                  </a:lnTo>
                  <a:lnTo>
                    <a:pt x="229" y="1755"/>
                  </a:lnTo>
                  <a:lnTo>
                    <a:pt x="210" y="1747"/>
                  </a:lnTo>
                  <a:lnTo>
                    <a:pt x="193" y="1735"/>
                  </a:lnTo>
                  <a:lnTo>
                    <a:pt x="181" y="1718"/>
                  </a:lnTo>
                  <a:lnTo>
                    <a:pt x="173" y="1699"/>
                  </a:lnTo>
                  <a:lnTo>
                    <a:pt x="170" y="1678"/>
                  </a:lnTo>
                  <a:lnTo>
                    <a:pt x="170" y="1052"/>
                  </a:lnTo>
                  <a:lnTo>
                    <a:pt x="12" y="812"/>
                  </a:lnTo>
                  <a:lnTo>
                    <a:pt x="6" y="799"/>
                  </a:lnTo>
                  <a:lnTo>
                    <a:pt x="1" y="784"/>
                  </a:lnTo>
                  <a:lnTo>
                    <a:pt x="0" y="768"/>
                  </a:lnTo>
                  <a:lnTo>
                    <a:pt x="0" y="305"/>
                  </a:lnTo>
                  <a:lnTo>
                    <a:pt x="3" y="264"/>
                  </a:lnTo>
                  <a:lnTo>
                    <a:pt x="11" y="224"/>
                  </a:lnTo>
                  <a:lnTo>
                    <a:pt x="25" y="185"/>
                  </a:lnTo>
                  <a:lnTo>
                    <a:pt x="44" y="151"/>
                  </a:lnTo>
                  <a:lnTo>
                    <a:pt x="67" y="119"/>
                  </a:lnTo>
                  <a:lnTo>
                    <a:pt x="95" y="89"/>
                  </a:lnTo>
                  <a:lnTo>
                    <a:pt x="126" y="64"/>
                  </a:lnTo>
                  <a:lnTo>
                    <a:pt x="161" y="43"/>
                  </a:lnTo>
                  <a:lnTo>
                    <a:pt x="200" y="27"/>
                  </a:lnTo>
                  <a:lnTo>
                    <a:pt x="202" y="27"/>
                  </a:lnTo>
                  <a:lnTo>
                    <a:pt x="277" y="3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6" name="Freeform 411">
              <a:extLst>
                <a:ext uri="{FF2B5EF4-FFF2-40B4-BE49-F238E27FC236}">
                  <a16:creationId xmlns:a16="http://schemas.microsoft.com/office/drawing/2014/main" id="{42A147D4-BEA1-45E5-A6EA-C07FFC03A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9100" y="3116263"/>
              <a:ext cx="147638" cy="254000"/>
            </a:xfrm>
            <a:custGeom>
              <a:avLst/>
              <a:gdLst>
                <a:gd name="T0" fmla="*/ 725 w 1019"/>
                <a:gd name="T1" fmla="*/ 0 h 1758"/>
                <a:gd name="T2" fmla="*/ 742 w 1019"/>
                <a:gd name="T3" fmla="*/ 4 h 1758"/>
                <a:gd name="T4" fmla="*/ 819 w 1019"/>
                <a:gd name="T5" fmla="*/ 28 h 1758"/>
                <a:gd name="T6" fmla="*/ 820 w 1019"/>
                <a:gd name="T7" fmla="*/ 28 h 1758"/>
                <a:gd name="T8" fmla="*/ 858 w 1019"/>
                <a:gd name="T9" fmla="*/ 43 h 1758"/>
                <a:gd name="T10" fmla="*/ 894 w 1019"/>
                <a:gd name="T11" fmla="*/ 64 h 1758"/>
                <a:gd name="T12" fmla="*/ 925 w 1019"/>
                <a:gd name="T13" fmla="*/ 89 h 1758"/>
                <a:gd name="T14" fmla="*/ 952 w 1019"/>
                <a:gd name="T15" fmla="*/ 119 h 1758"/>
                <a:gd name="T16" fmla="*/ 975 w 1019"/>
                <a:gd name="T17" fmla="*/ 151 h 1758"/>
                <a:gd name="T18" fmla="*/ 994 w 1019"/>
                <a:gd name="T19" fmla="*/ 186 h 1758"/>
                <a:gd name="T20" fmla="*/ 1008 w 1019"/>
                <a:gd name="T21" fmla="*/ 224 h 1758"/>
                <a:gd name="T22" fmla="*/ 1017 w 1019"/>
                <a:gd name="T23" fmla="*/ 264 h 1758"/>
                <a:gd name="T24" fmla="*/ 1019 w 1019"/>
                <a:gd name="T25" fmla="*/ 305 h 1758"/>
                <a:gd name="T26" fmla="*/ 1019 w 1019"/>
                <a:gd name="T27" fmla="*/ 769 h 1758"/>
                <a:gd name="T28" fmla="*/ 1018 w 1019"/>
                <a:gd name="T29" fmla="*/ 784 h 1758"/>
                <a:gd name="T30" fmla="*/ 1014 w 1019"/>
                <a:gd name="T31" fmla="*/ 799 h 1758"/>
                <a:gd name="T32" fmla="*/ 1007 w 1019"/>
                <a:gd name="T33" fmla="*/ 813 h 1758"/>
                <a:gd name="T34" fmla="*/ 849 w 1019"/>
                <a:gd name="T35" fmla="*/ 1052 h 1758"/>
                <a:gd name="T36" fmla="*/ 849 w 1019"/>
                <a:gd name="T37" fmla="*/ 1678 h 1758"/>
                <a:gd name="T38" fmla="*/ 847 w 1019"/>
                <a:gd name="T39" fmla="*/ 1699 h 1758"/>
                <a:gd name="T40" fmla="*/ 838 w 1019"/>
                <a:gd name="T41" fmla="*/ 1718 h 1758"/>
                <a:gd name="T42" fmla="*/ 826 w 1019"/>
                <a:gd name="T43" fmla="*/ 1735 h 1758"/>
                <a:gd name="T44" fmla="*/ 809 w 1019"/>
                <a:gd name="T45" fmla="*/ 1747 h 1758"/>
                <a:gd name="T46" fmla="*/ 790 w 1019"/>
                <a:gd name="T47" fmla="*/ 1755 h 1758"/>
                <a:gd name="T48" fmla="*/ 769 w 1019"/>
                <a:gd name="T49" fmla="*/ 1758 h 1758"/>
                <a:gd name="T50" fmla="*/ 251 w 1019"/>
                <a:gd name="T51" fmla="*/ 1758 h 1758"/>
                <a:gd name="T52" fmla="*/ 229 w 1019"/>
                <a:gd name="T53" fmla="*/ 1755 h 1758"/>
                <a:gd name="T54" fmla="*/ 210 w 1019"/>
                <a:gd name="T55" fmla="*/ 1747 h 1758"/>
                <a:gd name="T56" fmla="*/ 194 w 1019"/>
                <a:gd name="T57" fmla="*/ 1735 h 1758"/>
                <a:gd name="T58" fmla="*/ 182 w 1019"/>
                <a:gd name="T59" fmla="*/ 1718 h 1758"/>
                <a:gd name="T60" fmla="*/ 174 w 1019"/>
                <a:gd name="T61" fmla="*/ 1699 h 1758"/>
                <a:gd name="T62" fmla="*/ 170 w 1019"/>
                <a:gd name="T63" fmla="*/ 1678 h 1758"/>
                <a:gd name="T64" fmla="*/ 170 w 1019"/>
                <a:gd name="T65" fmla="*/ 1052 h 1758"/>
                <a:gd name="T66" fmla="*/ 14 w 1019"/>
                <a:gd name="T67" fmla="*/ 813 h 1758"/>
                <a:gd name="T68" fmla="*/ 6 w 1019"/>
                <a:gd name="T69" fmla="*/ 799 h 1758"/>
                <a:gd name="T70" fmla="*/ 2 w 1019"/>
                <a:gd name="T71" fmla="*/ 784 h 1758"/>
                <a:gd name="T72" fmla="*/ 0 w 1019"/>
                <a:gd name="T73" fmla="*/ 769 h 1758"/>
                <a:gd name="T74" fmla="*/ 0 w 1019"/>
                <a:gd name="T75" fmla="*/ 305 h 1758"/>
                <a:gd name="T76" fmla="*/ 3 w 1019"/>
                <a:gd name="T77" fmla="*/ 264 h 1758"/>
                <a:gd name="T78" fmla="*/ 11 w 1019"/>
                <a:gd name="T79" fmla="*/ 224 h 1758"/>
                <a:gd name="T80" fmla="*/ 25 w 1019"/>
                <a:gd name="T81" fmla="*/ 186 h 1758"/>
                <a:gd name="T82" fmla="*/ 44 w 1019"/>
                <a:gd name="T83" fmla="*/ 151 h 1758"/>
                <a:gd name="T84" fmla="*/ 68 w 1019"/>
                <a:gd name="T85" fmla="*/ 119 h 1758"/>
                <a:gd name="T86" fmla="*/ 95 w 1019"/>
                <a:gd name="T87" fmla="*/ 89 h 1758"/>
                <a:gd name="T88" fmla="*/ 126 w 1019"/>
                <a:gd name="T89" fmla="*/ 64 h 1758"/>
                <a:gd name="T90" fmla="*/ 162 w 1019"/>
                <a:gd name="T91" fmla="*/ 43 h 1758"/>
                <a:gd name="T92" fmla="*/ 200 w 1019"/>
                <a:gd name="T93" fmla="*/ 28 h 1758"/>
                <a:gd name="T94" fmla="*/ 202 w 1019"/>
                <a:gd name="T95" fmla="*/ 28 h 1758"/>
                <a:gd name="T96" fmla="*/ 278 w 1019"/>
                <a:gd name="T97" fmla="*/ 4 h 1758"/>
                <a:gd name="T98" fmla="*/ 296 w 1019"/>
                <a:gd name="T99" fmla="*/ 0 h 1758"/>
                <a:gd name="T100" fmla="*/ 314 w 1019"/>
                <a:gd name="T101" fmla="*/ 1 h 1758"/>
                <a:gd name="T102" fmla="*/ 330 w 1019"/>
                <a:gd name="T103" fmla="*/ 6 h 1758"/>
                <a:gd name="T104" fmla="*/ 346 w 1019"/>
                <a:gd name="T105" fmla="*/ 14 h 1758"/>
                <a:gd name="T106" fmla="*/ 360 w 1019"/>
                <a:gd name="T107" fmla="*/ 27 h 1758"/>
                <a:gd name="T108" fmla="*/ 510 w 1019"/>
                <a:gd name="T109" fmla="*/ 191 h 1758"/>
                <a:gd name="T110" fmla="*/ 660 w 1019"/>
                <a:gd name="T111" fmla="*/ 27 h 1758"/>
                <a:gd name="T112" fmla="*/ 673 w 1019"/>
                <a:gd name="T113" fmla="*/ 14 h 1758"/>
                <a:gd name="T114" fmla="*/ 689 w 1019"/>
                <a:gd name="T115" fmla="*/ 6 h 1758"/>
                <a:gd name="T116" fmla="*/ 707 w 1019"/>
                <a:gd name="T117" fmla="*/ 1 h 1758"/>
                <a:gd name="T118" fmla="*/ 725 w 1019"/>
                <a:gd name="T119" fmla="*/ 0 h 1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9" h="1758">
                  <a:moveTo>
                    <a:pt x="725" y="0"/>
                  </a:moveTo>
                  <a:lnTo>
                    <a:pt x="742" y="4"/>
                  </a:lnTo>
                  <a:lnTo>
                    <a:pt x="819" y="28"/>
                  </a:lnTo>
                  <a:lnTo>
                    <a:pt x="820" y="28"/>
                  </a:lnTo>
                  <a:lnTo>
                    <a:pt x="858" y="43"/>
                  </a:lnTo>
                  <a:lnTo>
                    <a:pt x="894" y="64"/>
                  </a:lnTo>
                  <a:lnTo>
                    <a:pt x="925" y="89"/>
                  </a:lnTo>
                  <a:lnTo>
                    <a:pt x="952" y="119"/>
                  </a:lnTo>
                  <a:lnTo>
                    <a:pt x="975" y="151"/>
                  </a:lnTo>
                  <a:lnTo>
                    <a:pt x="994" y="186"/>
                  </a:lnTo>
                  <a:lnTo>
                    <a:pt x="1008" y="224"/>
                  </a:lnTo>
                  <a:lnTo>
                    <a:pt x="1017" y="264"/>
                  </a:lnTo>
                  <a:lnTo>
                    <a:pt x="1019" y="305"/>
                  </a:lnTo>
                  <a:lnTo>
                    <a:pt x="1019" y="769"/>
                  </a:lnTo>
                  <a:lnTo>
                    <a:pt x="1018" y="784"/>
                  </a:lnTo>
                  <a:lnTo>
                    <a:pt x="1014" y="799"/>
                  </a:lnTo>
                  <a:lnTo>
                    <a:pt x="1007" y="813"/>
                  </a:lnTo>
                  <a:lnTo>
                    <a:pt x="849" y="1052"/>
                  </a:lnTo>
                  <a:lnTo>
                    <a:pt x="849" y="1678"/>
                  </a:lnTo>
                  <a:lnTo>
                    <a:pt x="847" y="1699"/>
                  </a:lnTo>
                  <a:lnTo>
                    <a:pt x="838" y="1718"/>
                  </a:lnTo>
                  <a:lnTo>
                    <a:pt x="826" y="1735"/>
                  </a:lnTo>
                  <a:lnTo>
                    <a:pt x="809" y="1747"/>
                  </a:lnTo>
                  <a:lnTo>
                    <a:pt x="790" y="1755"/>
                  </a:lnTo>
                  <a:lnTo>
                    <a:pt x="769" y="1758"/>
                  </a:lnTo>
                  <a:lnTo>
                    <a:pt x="251" y="1758"/>
                  </a:lnTo>
                  <a:lnTo>
                    <a:pt x="229" y="1755"/>
                  </a:lnTo>
                  <a:lnTo>
                    <a:pt x="210" y="1747"/>
                  </a:lnTo>
                  <a:lnTo>
                    <a:pt x="194" y="1735"/>
                  </a:lnTo>
                  <a:lnTo>
                    <a:pt x="182" y="1718"/>
                  </a:lnTo>
                  <a:lnTo>
                    <a:pt x="174" y="1699"/>
                  </a:lnTo>
                  <a:lnTo>
                    <a:pt x="170" y="1678"/>
                  </a:lnTo>
                  <a:lnTo>
                    <a:pt x="170" y="1052"/>
                  </a:lnTo>
                  <a:lnTo>
                    <a:pt x="14" y="813"/>
                  </a:lnTo>
                  <a:lnTo>
                    <a:pt x="6" y="799"/>
                  </a:lnTo>
                  <a:lnTo>
                    <a:pt x="2" y="784"/>
                  </a:lnTo>
                  <a:lnTo>
                    <a:pt x="0" y="769"/>
                  </a:lnTo>
                  <a:lnTo>
                    <a:pt x="0" y="305"/>
                  </a:lnTo>
                  <a:lnTo>
                    <a:pt x="3" y="264"/>
                  </a:lnTo>
                  <a:lnTo>
                    <a:pt x="11" y="224"/>
                  </a:lnTo>
                  <a:lnTo>
                    <a:pt x="25" y="186"/>
                  </a:lnTo>
                  <a:lnTo>
                    <a:pt x="44" y="151"/>
                  </a:lnTo>
                  <a:lnTo>
                    <a:pt x="68" y="119"/>
                  </a:lnTo>
                  <a:lnTo>
                    <a:pt x="95" y="89"/>
                  </a:lnTo>
                  <a:lnTo>
                    <a:pt x="126" y="64"/>
                  </a:lnTo>
                  <a:lnTo>
                    <a:pt x="162" y="43"/>
                  </a:lnTo>
                  <a:lnTo>
                    <a:pt x="200" y="28"/>
                  </a:lnTo>
                  <a:lnTo>
                    <a:pt x="202" y="28"/>
                  </a:lnTo>
                  <a:lnTo>
                    <a:pt x="278" y="4"/>
                  </a:lnTo>
                  <a:lnTo>
                    <a:pt x="296" y="0"/>
                  </a:lnTo>
                  <a:lnTo>
                    <a:pt x="314" y="1"/>
                  </a:lnTo>
                  <a:lnTo>
                    <a:pt x="330" y="6"/>
                  </a:lnTo>
                  <a:lnTo>
                    <a:pt x="346" y="14"/>
                  </a:lnTo>
                  <a:lnTo>
                    <a:pt x="360" y="27"/>
                  </a:lnTo>
                  <a:lnTo>
                    <a:pt x="510" y="191"/>
                  </a:lnTo>
                  <a:lnTo>
                    <a:pt x="660" y="27"/>
                  </a:lnTo>
                  <a:lnTo>
                    <a:pt x="673" y="14"/>
                  </a:lnTo>
                  <a:lnTo>
                    <a:pt x="689" y="6"/>
                  </a:lnTo>
                  <a:lnTo>
                    <a:pt x="707" y="1"/>
                  </a:lnTo>
                  <a:lnTo>
                    <a:pt x="7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7" name="Freeform 412">
              <a:extLst>
                <a:ext uri="{FF2B5EF4-FFF2-40B4-BE49-F238E27FC236}">
                  <a16:creationId xmlns:a16="http://schemas.microsoft.com/office/drawing/2014/main" id="{B58B06C9-4C10-4856-BDC2-D7BED156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250" y="3116263"/>
              <a:ext cx="147638" cy="254000"/>
            </a:xfrm>
            <a:custGeom>
              <a:avLst/>
              <a:gdLst>
                <a:gd name="T0" fmla="*/ 723 w 1019"/>
                <a:gd name="T1" fmla="*/ 0 h 1758"/>
                <a:gd name="T2" fmla="*/ 742 w 1019"/>
                <a:gd name="T3" fmla="*/ 4 h 1758"/>
                <a:gd name="T4" fmla="*/ 818 w 1019"/>
                <a:gd name="T5" fmla="*/ 28 h 1758"/>
                <a:gd name="T6" fmla="*/ 820 w 1019"/>
                <a:gd name="T7" fmla="*/ 28 h 1758"/>
                <a:gd name="T8" fmla="*/ 858 w 1019"/>
                <a:gd name="T9" fmla="*/ 43 h 1758"/>
                <a:gd name="T10" fmla="*/ 893 w 1019"/>
                <a:gd name="T11" fmla="*/ 64 h 1758"/>
                <a:gd name="T12" fmla="*/ 924 w 1019"/>
                <a:gd name="T13" fmla="*/ 89 h 1758"/>
                <a:gd name="T14" fmla="*/ 952 w 1019"/>
                <a:gd name="T15" fmla="*/ 119 h 1758"/>
                <a:gd name="T16" fmla="*/ 975 w 1019"/>
                <a:gd name="T17" fmla="*/ 151 h 1758"/>
                <a:gd name="T18" fmla="*/ 994 w 1019"/>
                <a:gd name="T19" fmla="*/ 186 h 1758"/>
                <a:gd name="T20" fmla="*/ 1008 w 1019"/>
                <a:gd name="T21" fmla="*/ 224 h 1758"/>
                <a:gd name="T22" fmla="*/ 1016 w 1019"/>
                <a:gd name="T23" fmla="*/ 264 h 1758"/>
                <a:gd name="T24" fmla="*/ 1019 w 1019"/>
                <a:gd name="T25" fmla="*/ 305 h 1758"/>
                <a:gd name="T26" fmla="*/ 1019 w 1019"/>
                <a:gd name="T27" fmla="*/ 769 h 1758"/>
                <a:gd name="T28" fmla="*/ 1018 w 1019"/>
                <a:gd name="T29" fmla="*/ 784 h 1758"/>
                <a:gd name="T30" fmla="*/ 1013 w 1019"/>
                <a:gd name="T31" fmla="*/ 799 h 1758"/>
                <a:gd name="T32" fmla="*/ 1007 w 1019"/>
                <a:gd name="T33" fmla="*/ 813 h 1758"/>
                <a:gd name="T34" fmla="*/ 849 w 1019"/>
                <a:gd name="T35" fmla="*/ 1052 h 1758"/>
                <a:gd name="T36" fmla="*/ 849 w 1019"/>
                <a:gd name="T37" fmla="*/ 1678 h 1758"/>
                <a:gd name="T38" fmla="*/ 846 w 1019"/>
                <a:gd name="T39" fmla="*/ 1699 h 1758"/>
                <a:gd name="T40" fmla="*/ 838 w 1019"/>
                <a:gd name="T41" fmla="*/ 1718 h 1758"/>
                <a:gd name="T42" fmla="*/ 826 w 1019"/>
                <a:gd name="T43" fmla="*/ 1735 h 1758"/>
                <a:gd name="T44" fmla="*/ 809 w 1019"/>
                <a:gd name="T45" fmla="*/ 1747 h 1758"/>
                <a:gd name="T46" fmla="*/ 790 w 1019"/>
                <a:gd name="T47" fmla="*/ 1755 h 1758"/>
                <a:gd name="T48" fmla="*/ 769 w 1019"/>
                <a:gd name="T49" fmla="*/ 1758 h 1758"/>
                <a:gd name="T50" fmla="*/ 250 w 1019"/>
                <a:gd name="T51" fmla="*/ 1758 h 1758"/>
                <a:gd name="T52" fmla="*/ 229 w 1019"/>
                <a:gd name="T53" fmla="*/ 1755 h 1758"/>
                <a:gd name="T54" fmla="*/ 210 w 1019"/>
                <a:gd name="T55" fmla="*/ 1747 h 1758"/>
                <a:gd name="T56" fmla="*/ 193 w 1019"/>
                <a:gd name="T57" fmla="*/ 1735 h 1758"/>
                <a:gd name="T58" fmla="*/ 181 w 1019"/>
                <a:gd name="T59" fmla="*/ 1718 h 1758"/>
                <a:gd name="T60" fmla="*/ 174 w 1019"/>
                <a:gd name="T61" fmla="*/ 1699 h 1758"/>
                <a:gd name="T62" fmla="*/ 170 w 1019"/>
                <a:gd name="T63" fmla="*/ 1678 h 1758"/>
                <a:gd name="T64" fmla="*/ 170 w 1019"/>
                <a:gd name="T65" fmla="*/ 1052 h 1758"/>
                <a:gd name="T66" fmla="*/ 14 w 1019"/>
                <a:gd name="T67" fmla="*/ 813 h 1758"/>
                <a:gd name="T68" fmla="*/ 6 w 1019"/>
                <a:gd name="T69" fmla="*/ 799 h 1758"/>
                <a:gd name="T70" fmla="*/ 1 w 1019"/>
                <a:gd name="T71" fmla="*/ 784 h 1758"/>
                <a:gd name="T72" fmla="*/ 0 w 1019"/>
                <a:gd name="T73" fmla="*/ 769 h 1758"/>
                <a:gd name="T74" fmla="*/ 0 w 1019"/>
                <a:gd name="T75" fmla="*/ 305 h 1758"/>
                <a:gd name="T76" fmla="*/ 3 w 1019"/>
                <a:gd name="T77" fmla="*/ 264 h 1758"/>
                <a:gd name="T78" fmla="*/ 11 w 1019"/>
                <a:gd name="T79" fmla="*/ 224 h 1758"/>
                <a:gd name="T80" fmla="*/ 25 w 1019"/>
                <a:gd name="T81" fmla="*/ 186 h 1758"/>
                <a:gd name="T82" fmla="*/ 44 w 1019"/>
                <a:gd name="T83" fmla="*/ 151 h 1758"/>
                <a:gd name="T84" fmla="*/ 67 w 1019"/>
                <a:gd name="T85" fmla="*/ 119 h 1758"/>
                <a:gd name="T86" fmla="*/ 95 w 1019"/>
                <a:gd name="T87" fmla="*/ 89 h 1758"/>
                <a:gd name="T88" fmla="*/ 126 w 1019"/>
                <a:gd name="T89" fmla="*/ 64 h 1758"/>
                <a:gd name="T90" fmla="*/ 161 w 1019"/>
                <a:gd name="T91" fmla="*/ 43 h 1758"/>
                <a:gd name="T92" fmla="*/ 200 w 1019"/>
                <a:gd name="T93" fmla="*/ 28 h 1758"/>
                <a:gd name="T94" fmla="*/ 202 w 1019"/>
                <a:gd name="T95" fmla="*/ 28 h 1758"/>
                <a:gd name="T96" fmla="*/ 277 w 1019"/>
                <a:gd name="T97" fmla="*/ 4 h 1758"/>
                <a:gd name="T98" fmla="*/ 296 w 1019"/>
                <a:gd name="T99" fmla="*/ 0 h 1758"/>
                <a:gd name="T100" fmla="*/ 315 w 1019"/>
                <a:gd name="T101" fmla="*/ 1 h 1758"/>
                <a:gd name="T102" fmla="*/ 332 w 1019"/>
                <a:gd name="T103" fmla="*/ 7 h 1758"/>
                <a:gd name="T104" fmla="*/ 349 w 1019"/>
                <a:gd name="T105" fmla="*/ 16 h 1758"/>
                <a:gd name="T106" fmla="*/ 363 w 1019"/>
                <a:gd name="T107" fmla="*/ 30 h 1758"/>
                <a:gd name="T108" fmla="*/ 510 w 1019"/>
                <a:gd name="T109" fmla="*/ 210 h 1758"/>
                <a:gd name="T110" fmla="*/ 657 w 1019"/>
                <a:gd name="T111" fmla="*/ 30 h 1758"/>
                <a:gd name="T112" fmla="*/ 670 w 1019"/>
                <a:gd name="T113" fmla="*/ 16 h 1758"/>
                <a:gd name="T114" fmla="*/ 687 w 1019"/>
                <a:gd name="T115" fmla="*/ 7 h 1758"/>
                <a:gd name="T116" fmla="*/ 705 w 1019"/>
                <a:gd name="T117" fmla="*/ 1 h 1758"/>
                <a:gd name="T118" fmla="*/ 723 w 1019"/>
                <a:gd name="T119" fmla="*/ 0 h 17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19" h="1758">
                  <a:moveTo>
                    <a:pt x="723" y="0"/>
                  </a:moveTo>
                  <a:lnTo>
                    <a:pt x="742" y="4"/>
                  </a:lnTo>
                  <a:lnTo>
                    <a:pt x="818" y="28"/>
                  </a:lnTo>
                  <a:lnTo>
                    <a:pt x="820" y="28"/>
                  </a:lnTo>
                  <a:lnTo>
                    <a:pt x="858" y="43"/>
                  </a:lnTo>
                  <a:lnTo>
                    <a:pt x="893" y="64"/>
                  </a:lnTo>
                  <a:lnTo>
                    <a:pt x="924" y="89"/>
                  </a:lnTo>
                  <a:lnTo>
                    <a:pt x="952" y="119"/>
                  </a:lnTo>
                  <a:lnTo>
                    <a:pt x="975" y="151"/>
                  </a:lnTo>
                  <a:lnTo>
                    <a:pt x="994" y="186"/>
                  </a:lnTo>
                  <a:lnTo>
                    <a:pt x="1008" y="224"/>
                  </a:lnTo>
                  <a:lnTo>
                    <a:pt x="1016" y="264"/>
                  </a:lnTo>
                  <a:lnTo>
                    <a:pt x="1019" y="305"/>
                  </a:lnTo>
                  <a:lnTo>
                    <a:pt x="1019" y="769"/>
                  </a:lnTo>
                  <a:lnTo>
                    <a:pt x="1018" y="784"/>
                  </a:lnTo>
                  <a:lnTo>
                    <a:pt x="1013" y="799"/>
                  </a:lnTo>
                  <a:lnTo>
                    <a:pt x="1007" y="813"/>
                  </a:lnTo>
                  <a:lnTo>
                    <a:pt x="849" y="1052"/>
                  </a:lnTo>
                  <a:lnTo>
                    <a:pt x="849" y="1678"/>
                  </a:lnTo>
                  <a:lnTo>
                    <a:pt x="846" y="1699"/>
                  </a:lnTo>
                  <a:lnTo>
                    <a:pt x="838" y="1718"/>
                  </a:lnTo>
                  <a:lnTo>
                    <a:pt x="826" y="1735"/>
                  </a:lnTo>
                  <a:lnTo>
                    <a:pt x="809" y="1747"/>
                  </a:lnTo>
                  <a:lnTo>
                    <a:pt x="790" y="1755"/>
                  </a:lnTo>
                  <a:lnTo>
                    <a:pt x="769" y="1758"/>
                  </a:lnTo>
                  <a:lnTo>
                    <a:pt x="250" y="1758"/>
                  </a:lnTo>
                  <a:lnTo>
                    <a:pt x="229" y="1755"/>
                  </a:lnTo>
                  <a:lnTo>
                    <a:pt x="210" y="1747"/>
                  </a:lnTo>
                  <a:lnTo>
                    <a:pt x="193" y="1735"/>
                  </a:lnTo>
                  <a:lnTo>
                    <a:pt x="181" y="1718"/>
                  </a:lnTo>
                  <a:lnTo>
                    <a:pt x="174" y="1699"/>
                  </a:lnTo>
                  <a:lnTo>
                    <a:pt x="170" y="1678"/>
                  </a:lnTo>
                  <a:lnTo>
                    <a:pt x="170" y="1052"/>
                  </a:lnTo>
                  <a:lnTo>
                    <a:pt x="14" y="813"/>
                  </a:lnTo>
                  <a:lnTo>
                    <a:pt x="6" y="799"/>
                  </a:lnTo>
                  <a:lnTo>
                    <a:pt x="1" y="784"/>
                  </a:lnTo>
                  <a:lnTo>
                    <a:pt x="0" y="769"/>
                  </a:lnTo>
                  <a:lnTo>
                    <a:pt x="0" y="305"/>
                  </a:lnTo>
                  <a:lnTo>
                    <a:pt x="3" y="264"/>
                  </a:lnTo>
                  <a:lnTo>
                    <a:pt x="11" y="224"/>
                  </a:lnTo>
                  <a:lnTo>
                    <a:pt x="25" y="186"/>
                  </a:lnTo>
                  <a:lnTo>
                    <a:pt x="44" y="151"/>
                  </a:lnTo>
                  <a:lnTo>
                    <a:pt x="67" y="119"/>
                  </a:lnTo>
                  <a:lnTo>
                    <a:pt x="95" y="89"/>
                  </a:lnTo>
                  <a:lnTo>
                    <a:pt x="126" y="64"/>
                  </a:lnTo>
                  <a:lnTo>
                    <a:pt x="161" y="43"/>
                  </a:lnTo>
                  <a:lnTo>
                    <a:pt x="200" y="28"/>
                  </a:lnTo>
                  <a:lnTo>
                    <a:pt x="202" y="28"/>
                  </a:lnTo>
                  <a:lnTo>
                    <a:pt x="277" y="4"/>
                  </a:lnTo>
                  <a:lnTo>
                    <a:pt x="296" y="0"/>
                  </a:lnTo>
                  <a:lnTo>
                    <a:pt x="315" y="1"/>
                  </a:lnTo>
                  <a:lnTo>
                    <a:pt x="332" y="7"/>
                  </a:lnTo>
                  <a:lnTo>
                    <a:pt x="349" y="16"/>
                  </a:lnTo>
                  <a:lnTo>
                    <a:pt x="363" y="30"/>
                  </a:lnTo>
                  <a:lnTo>
                    <a:pt x="510" y="210"/>
                  </a:lnTo>
                  <a:lnTo>
                    <a:pt x="657" y="30"/>
                  </a:lnTo>
                  <a:lnTo>
                    <a:pt x="670" y="16"/>
                  </a:lnTo>
                  <a:lnTo>
                    <a:pt x="687" y="7"/>
                  </a:lnTo>
                  <a:lnTo>
                    <a:pt x="705" y="1"/>
                  </a:lnTo>
                  <a:lnTo>
                    <a:pt x="7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8" name="Freeform 413">
              <a:extLst>
                <a:ext uri="{FF2B5EF4-FFF2-40B4-BE49-F238E27FC236}">
                  <a16:creationId xmlns:a16="http://schemas.microsoft.com/office/drawing/2014/main" id="{B4082EDD-9C9C-43EB-A448-49C5C69D6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9113" y="3452813"/>
              <a:ext cx="65088" cy="31750"/>
            </a:xfrm>
            <a:custGeom>
              <a:avLst/>
              <a:gdLst>
                <a:gd name="T0" fmla="*/ 285 w 447"/>
                <a:gd name="T1" fmla="*/ 0 h 216"/>
                <a:gd name="T2" fmla="*/ 447 w 447"/>
                <a:gd name="T3" fmla="*/ 68 h 216"/>
                <a:gd name="T4" fmla="*/ 411 w 447"/>
                <a:gd name="T5" fmla="*/ 88 h 216"/>
                <a:gd name="T6" fmla="*/ 381 w 447"/>
                <a:gd name="T7" fmla="*/ 109 h 216"/>
                <a:gd name="T8" fmla="*/ 356 w 447"/>
                <a:gd name="T9" fmla="*/ 131 h 216"/>
                <a:gd name="T10" fmla="*/ 336 w 447"/>
                <a:gd name="T11" fmla="*/ 153 h 216"/>
                <a:gd name="T12" fmla="*/ 319 w 447"/>
                <a:gd name="T13" fmla="*/ 174 h 216"/>
                <a:gd name="T14" fmla="*/ 307 w 447"/>
                <a:gd name="T15" fmla="*/ 196 h 216"/>
                <a:gd name="T16" fmla="*/ 297 w 447"/>
                <a:gd name="T17" fmla="*/ 216 h 216"/>
                <a:gd name="T18" fmla="*/ 0 w 447"/>
                <a:gd name="T19" fmla="*/ 94 h 216"/>
                <a:gd name="T20" fmla="*/ 57 w 447"/>
                <a:gd name="T21" fmla="*/ 83 h 216"/>
                <a:gd name="T22" fmla="*/ 110 w 447"/>
                <a:gd name="T23" fmla="*/ 72 h 216"/>
                <a:gd name="T24" fmla="*/ 161 w 447"/>
                <a:gd name="T25" fmla="*/ 56 h 216"/>
                <a:gd name="T26" fmla="*/ 208 w 447"/>
                <a:gd name="T27" fmla="*/ 39 h 216"/>
                <a:gd name="T28" fmla="*/ 249 w 447"/>
                <a:gd name="T29" fmla="*/ 20 h 216"/>
                <a:gd name="T30" fmla="*/ 285 w 447"/>
                <a:gd name="T31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47" h="216">
                  <a:moveTo>
                    <a:pt x="285" y="0"/>
                  </a:moveTo>
                  <a:lnTo>
                    <a:pt x="447" y="68"/>
                  </a:lnTo>
                  <a:lnTo>
                    <a:pt x="411" y="88"/>
                  </a:lnTo>
                  <a:lnTo>
                    <a:pt x="381" y="109"/>
                  </a:lnTo>
                  <a:lnTo>
                    <a:pt x="356" y="131"/>
                  </a:lnTo>
                  <a:lnTo>
                    <a:pt x="336" y="153"/>
                  </a:lnTo>
                  <a:lnTo>
                    <a:pt x="319" y="174"/>
                  </a:lnTo>
                  <a:lnTo>
                    <a:pt x="307" y="196"/>
                  </a:lnTo>
                  <a:lnTo>
                    <a:pt x="297" y="216"/>
                  </a:lnTo>
                  <a:lnTo>
                    <a:pt x="0" y="94"/>
                  </a:lnTo>
                  <a:lnTo>
                    <a:pt x="57" y="83"/>
                  </a:lnTo>
                  <a:lnTo>
                    <a:pt x="110" y="72"/>
                  </a:lnTo>
                  <a:lnTo>
                    <a:pt x="161" y="56"/>
                  </a:lnTo>
                  <a:lnTo>
                    <a:pt x="208" y="39"/>
                  </a:lnTo>
                  <a:lnTo>
                    <a:pt x="249" y="20"/>
                  </a:lnTo>
                  <a:lnTo>
                    <a:pt x="2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9" name="Freeform 414">
              <a:extLst>
                <a:ext uri="{FF2B5EF4-FFF2-40B4-BE49-F238E27FC236}">
                  <a16:creationId xmlns:a16="http://schemas.microsoft.com/office/drawing/2014/main" id="{641866B2-A71A-4C03-8866-54C265C4D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0688" y="3394076"/>
              <a:ext cx="144463" cy="58738"/>
            </a:xfrm>
            <a:custGeom>
              <a:avLst/>
              <a:gdLst>
                <a:gd name="T0" fmla="*/ 503 w 1006"/>
                <a:gd name="T1" fmla="*/ 0 h 410"/>
                <a:gd name="T2" fmla="*/ 562 w 1006"/>
                <a:gd name="T3" fmla="*/ 2 h 410"/>
                <a:gd name="T4" fmla="*/ 618 w 1006"/>
                <a:gd name="T5" fmla="*/ 7 h 410"/>
                <a:gd name="T6" fmla="*/ 673 w 1006"/>
                <a:gd name="T7" fmla="*/ 13 h 410"/>
                <a:gd name="T8" fmla="*/ 724 w 1006"/>
                <a:gd name="T9" fmla="*/ 21 h 410"/>
                <a:gd name="T10" fmla="*/ 773 w 1006"/>
                <a:gd name="T11" fmla="*/ 33 h 410"/>
                <a:gd name="T12" fmla="*/ 818 w 1006"/>
                <a:gd name="T13" fmla="*/ 45 h 410"/>
                <a:gd name="T14" fmla="*/ 859 w 1006"/>
                <a:gd name="T15" fmla="*/ 61 h 410"/>
                <a:gd name="T16" fmla="*/ 895 w 1006"/>
                <a:gd name="T17" fmla="*/ 78 h 410"/>
                <a:gd name="T18" fmla="*/ 928 w 1006"/>
                <a:gd name="T19" fmla="*/ 96 h 410"/>
                <a:gd name="T20" fmla="*/ 955 w 1006"/>
                <a:gd name="T21" fmla="*/ 115 h 410"/>
                <a:gd name="T22" fmla="*/ 977 w 1006"/>
                <a:gd name="T23" fmla="*/ 136 h 410"/>
                <a:gd name="T24" fmla="*/ 993 w 1006"/>
                <a:gd name="T25" fmla="*/ 158 h 410"/>
                <a:gd name="T26" fmla="*/ 1002 w 1006"/>
                <a:gd name="T27" fmla="*/ 181 h 410"/>
                <a:gd name="T28" fmla="*/ 1006 w 1006"/>
                <a:gd name="T29" fmla="*/ 206 h 410"/>
                <a:gd name="T30" fmla="*/ 1002 w 1006"/>
                <a:gd name="T31" fmla="*/ 230 h 410"/>
                <a:gd name="T32" fmla="*/ 993 w 1006"/>
                <a:gd name="T33" fmla="*/ 253 h 410"/>
                <a:gd name="T34" fmla="*/ 977 w 1006"/>
                <a:gd name="T35" fmla="*/ 275 h 410"/>
                <a:gd name="T36" fmla="*/ 955 w 1006"/>
                <a:gd name="T37" fmla="*/ 296 h 410"/>
                <a:gd name="T38" fmla="*/ 928 w 1006"/>
                <a:gd name="T39" fmla="*/ 314 h 410"/>
                <a:gd name="T40" fmla="*/ 895 w 1006"/>
                <a:gd name="T41" fmla="*/ 333 h 410"/>
                <a:gd name="T42" fmla="*/ 859 w 1006"/>
                <a:gd name="T43" fmla="*/ 350 h 410"/>
                <a:gd name="T44" fmla="*/ 818 w 1006"/>
                <a:gd name="T45" fmla="*/ 365 h 410"/>
                <a:gd name="T46" fmla="*/ 773 w 1006"/>
                <a:gd name="T47" fmla="*/ 378 h 410"/>
                <a:gd name="T48" fmla="*/ 724 w 1006"/>
                <a:gd name="T49" fmla="*/ 389 h 410"/>
                <a:gd name="T50" fmla="*/ 673 w 1006"/>
                <a:gd name="T51" fmla="*/ 398 h 410"/>
                <a:gd name="T52" fmla="*/ 618 w 1006"/>
                <a:gd name="T53" fmla="*/ 404 h 410"/>
                <a:gd name="T54" fmla="*/ 562 w 1006"/>
                <a:gd name="T55" fmla="*/ 409 h 410"/>
                <a:gd name="T56" fmla="*/ 503 w 1006"/>
                <a:gd name="T57" fmla="*/ 410 h 410"/>
                <a:gd name="T58" fmla="*/ 445 w 1006"/>
                <a:gd name="T59" fmla="*/ 409 h 410"/>
                <a:gd name="T60" fmla="*/ 388 w 1006"/>
                <a:gd name="T61" fmla="*/ 404 h 410"/>
                <a:gd name="T62" fmla="*/ 334 w 1006"/>
                <a:gd name="T63" fmla="*/ 398 h 410"/>
                <a:gd name="T64" fmla="*/ 282 w 1006"/>
                <a:gd name="T65" fmla="*/ 389 h 410"/>
                <a:gd name="T66" fmla="*/ 233 w 1006"/>
                <a:gd name="T67" fmla="*/ 378 h 410"/>
                <a:gd name="T68" fmla="*/ 188 w 1006"/>
                <a:gd name="T69" fmla="*/ 365 h 410"/>
                <a:gd name="T70" fmla="*/ 148 w 1006"/>
                <a:gd name="T71" fmla="*/ 350 h 410"/>
                <a:gd name="T72" fmla="*/ 111 w 1006"/>
                <a:gd name="T73" fmla="*/ 333 h 410"/>
                <a:gd name="T74" fmla="*/ 79 w 1006"/>
                <a:gd name="T75" fmla="*/ 314 h 410"/>
                <a:gd name="T76" fmla="*/ 52 w 1006"/>
                <a:gd name="T77" fmla="*/ 296 h 410"/>
                <a:gd name="T78" fmla="*/ 30 w 1006"/>
                <a:gd name="T79" fmla="*/ 275 h 410"/>
                <a:gd name="T80" fmla="*/ 14 w 1006"/>
                <a:gd name="T81" fmla="*/ 253 h 410"/>
                <a:gd name="T82" fmla="*/ 3 w 1006"/>
                <a:gd name="T83" fmla="*/ 230 h 410"/>
                <a:gd name="T84" fmla="*/ 0 w 1006"/>
                <a:gd name="T85" fmla="*/ 206 h 410"/>
                <a:gd name="T86" fmla="*/ 3 w 1006"/>
                <a:gd name="T87" fmla="*/ 181 h 410"/>
                <a:gd name="T88" fmla="*/ 14 w 1006"/>
                <a:gd name="T89" fmla="*/ 158 h 410"/>
                <a:gd name="T90" fmla="*/ 30 w 1006"/>
                <a:gd name="T91" fmla="*/ 136 h 410"/>
                <a:gd name="T92" fmla="*/ 52 w 1006"/>
                <a:gd name="T93" fmla="*/ 115 h 410"/>
                <a:gd name="T94" fmla="*/ 79 w 1006"/>
                <a:gd name="T95" fmla="*/ 96 h 410"/>
                <a:gd name="T96" fmla="*/ 111 w 1006"/>
                <a:gd name="T97" fmla="*/ 78 h 410"/>
                <a:gd name="T98" fmla="*/ 148 w 1006"/>
                <a:gd name="T99" fmla="*/ 61 h 410"/>
                <a:gd name="T100" fmla="*/ 188 w 1006"/>
                <a:gd name="T101" fmla="*/ 45 h 410"/>
                <a:gd name="T102" fmla="*/ 233 w 1006"/>
                <a:gd name="T103" fmla="*/ 33 h 410"/>
                <a:gd name="T104" fmla="*/ 282 w 1006"/>
                <a:gd name="T105" fmla="*/ 21 h 410"/>
                <a:gd name="T106" fmla="*/ 334 w 1006"/>
                <a:gd name="T107" fmla="*/ 13 h 410"/>
                <a:gd name="T108" fmla="*/ 388 w 1006"/>
                <a:gd name="T109" fmla="*/ 7 h 410"/>
                <a:gd name="T110" fmla="*/ 445 w 1006"/>
                <a:gd name="T111" fmla="*/ 2 h 410"/>
                <a:gd name="T112" fmla="*/ 503 w 1006"/>
                <a:gd name="T1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6" h="410">
                  <a:moveTo>
                    <a:pt x="503" y="0"/>
                  </a:moveTo>
                  <a:lnTo>
                    <a:pt x="562" y="2"/>
                  </a:lnTo>
                  <a:lnTo>
                    <a:pt x="618" y="7"/>
                  </a:lnTo>
                  <a:lnTo>
                    <a:pt x="673" y="13"/>
                  </a:lnTo>
                  <a:lnTo>
                    <a:pt x="724" y="21"/>
                  </a:lnTo>
                  <a:lnTo>
                    <a:pt x="773" y="33"/>
                  </a:lnTo>
                  <a:lnTo>
                    <a:pt x="818" y="45"/>
                  </a:lnTo>
                  <a:lnTo>
                    <a:pt x="859" y="61"/>
                  </a:lnTo>
                  <a:lnTo>
                    <a:pt x="895" y="78"/>
                  </a:lnTo>
                  <a:lnTo>
                    <a:pt x="928" y="96"/>
                  </a:lnTo>
                  <a:lnTo>
                    <a:pt x="955" y="115"/>
                  </a:lnTo>
                  <a:lnTo>
                    <a:pt x="977" y="136"/>
                  </a:lnTo>
                  <a:lnTo>
                    <a:pt x="993" y="158"/>
                  </a:lnTo>
                  <a:lnTo>
                    <a:pt x="1002" y="181"/>
                  </a:lnTo>
                  <a:lnTo>
                    <a:pt x="1006" y="206"/>
                  </a:lnTo>
                  <a:lnTo>
                    <a:pt x="1002" y="230"/>
                  </a:lnTo>
                  <a:lnTo>
                    <a:pt x="993" y="253"/>
                  </a:lnTo>
                  <a:lnTo>
                    <a:pt x="977" y="275"/>
                  </a:lnTo>
                  <a:lnTo>
                    <a:pt x="955" y="296"/>
                  </a:lnTo>
                  <a:lnTo>
                    <a:pt x="928" y="314"/>
                  </a:lnTo>
                  <a:lnTo>
                    <a:pt x="895" y="333"/>
                  </a:lnTo>
                  <a:lnTo>
                    <a:pt x="859" y="350"/>
                  </a:lnTo>
                  <a:lnTo>
                    <a:pt x="818" y="365"/>
                  </a:lnTo>
                  <a:lnTo>
                    <a:pt x="773" y="378"/>
                  </a:lnTo>
                  <a:lnTo>
                    <a:pt x="724" y="389"/>
                  </a:lnTo>
                  <a:lnTo>
                    <a:pt x="673" y="398"/>
                  </a:lnTo>
                  <a:lnTo>
                    <a:pt x="618" y="404"/>
                  </a:lnTo>
                  <a:lnTo>
                    <a:pt x="562" y="409"/>
                  </a:lnTo>
                  <a:lnTo>
                    <a:pt x="503" y="410"/>
                  </a:lnTo>
                  <a:lnTo>
                    <a:pt x="445" y="409"/>
                  </a:lnTo>
                  <a:lnTo>
                    <a:pt x="388" y="404"/>
                  </a:lnTo>
                  <a:lnTo>
                    <a:pt x="334" y="398"/>
                  </a:lnTo>
                  <a:lnTo>
                    <a:pt x="282" y="389"/>
                  </a:lnTo>
                  <a:lnTo>
                    <a:pt x="233" y="378"/>
                  </a:lnTo>
                  <a:lnTo>
                    <a:pt x="188" y="365"/>
                  </a:lnTo>
                  <a:lnTo>
                    <a:pt x="148" y="350"/>
                  </a:lnTo>
                  <a:lnTo>
                    <a:pt x="111" y="333"/>
                  </a:lnTo>
                  <a:lnTo>
                    <a:pt x="79" y="314"/>
                  </a:lnTo>
                  <a:lnTo>
                    <a:pt x="52" y="296"/>
                  </a:lnTo>
                  <a:lnTo>
                    <a:pt x="30" y="275"/>
                  </a:lnTo>
                  <a:lnTo>
                    <a:pt x="14" y="253"/>
                  </a:lnTo>
                  <a:lnTo>
                    <a:pt x="3" y="230"/>
                  </a:lnTo>
                  <a:lnTo>
                    <a:pt x="0" y="206"/>
                  </a:lnTo>
                  <a:lnTo>
                    <a:pt x="3" y="181"/>
                  </a:lnTo>
                  <a:lnTo>
                    <a:pt x="14" y="158"/>
                  </a:lnTo>
                  <a:lnTo>
                    <a:pt x="30" y="136"/>
                  </a:lnTo>
                  <a:lnTo>
                    <a:pt x="52" y="115"/>
                  </a:lnTo>
                  <a:lnTo>
                    <a:pt x="79" y="96"/>
                  </a:lnTo>
                  <a:lnTo>
                    <a:pt x="111" y="78"/>
                  </a:lnTo>
                  <a:lnTo>
                    <a:pt x="148" y="61"/>
                  </a:lnTo>
                  <a:lnTo>
                    <a:pt x="188" y="45"/>
                  </a:lnTo>
                  <a:lnTo>
                    <a:pt x="233" y="33"/>
                  </a:lnTo>
                  <a:lnTo>
                    <a:pt x="282" y="21"/>
                  </a:lnTo>
                  <a:lnTo>
                    <a:pt x="334" y="13"/>
                  </a:lnTo>
                  <a:lnTo>
                    <a:pt x="388" y="7"/>
                  </a:lnTo>
                  <a:lnTo>
                    <a:pt x="445" y="2"/>
                  </a:lnTo>
                  <a:lnTo>
                    <a:pt x="5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0" name="Freeform 415">
              <a:extLst>
                <a:ext uri="{FF2B5EF4-FFF2-40B4-BE49-F238E27FC236}">
                  <a16:creationId xmlns:a16="http://schemas.microsoft.com/office/drawing/2014/main" id="{7B2148FD-3A78-436C-A3E4-6F992C262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2788" y="3452813"/>
              <a:ext cx="66675" cy="31750"/>
            </a:xfrm>
            <a:custGeom>
              <a:avLst/>
              <a:gdLst>
                <a:gd name="T0" fmla="*/ 166 w 458"/>
                <a:gd name="T1" fmla="*/ 0 h 217"/>
                <a:gd name="T2" fmla="*/ 199 w 458"/>
                <a:gd name="T3" fmla="*/ 17 h 217"/>
                <a:gd name="T4" fmla="*/ 238 w 458"/>
                <a:gd name="T5" fmla="*/ 34 h 217"/>
                <a:gd name="T6" fmla="*/ 287 w 458"/>
                <a:gd name="T7" fmla="*/ 52 h 217"/>
                <a:gd name="T8" fmla="*/ 342 w 458"/>
                <a:gd name="T9" fmla="*/ 68 h 217"/>
                <a:gd name="T10" fmla="*/ 398 w 458"/>
                <a:gd name="T11" fmla="*/ 80 h 217"/>
                <a:gd name="T12" fmla="*/ 458 w 458"/>
                <a:gd name="T13" fmla="*/ 90 h 217"/>
                <a:gd name="T14" fmla="*/ 145 w 458"/>
                <a:gd name="T15" fmla="*/ 217 h 217"/>
                <a:gd name="T16" fmla="*/ 137 w 458"/>
                <a:gd name="T17" fmla="*/ 196 h 217"/>
                <a:gd name="T18" fmla="*/ 124 w 458"/>
                <a:gd name="T19" fmla="*/ 175 h 217"/>
                <a:gd name="T20" fmla="*/ 108 w 458"/>
                <a:gd name="T21" fmla="*/ 154 h 217"/>
                <a:gd name="T22" fmla="*/ 88 w 458"/>
                <a:gd name="T23" fmla="*/ 132 h 217"/>
                <a:gd name="T24" fmla="*/ 64 w 458"/>
                <a:gd name="T25" fmla="*/ 110 h 217"/>
                <a:gd name="T26" fmla="*/ 35 w 458"/>
                <a:gd name="T27" fmla="*/ 88 h 217"/>
                <a:gd name="T28" fmla="*/ 0 w 458"/>
                <a:gd name="T29" fmla="*/ 67 h 217"/>
                <a:gd name="T30" fmla="*/ 166 w 458"/>
                <a:gd name="T3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8" h="217">
                  <a:moveTo>
                    <a:pt x="166" y="0"/>
                  </a:moveTo>
                  <a:lnTo>
                    <a:pt x="199" y="17"/>
                  </a:lnTo>
                  <a:lnTo>
                    <a:pt x="238" y="34"/>
                  </a:lnTo>
                  <a:lnTo>
                    <a:pt x="287" y="52"/>
                  </a:lnTo>
                  <a:lnTo>
                    <a:pt x="342" y="68"/>
                  </a:lnTo>
                  <a:lnTo>
                    <a:pt x="398" y="80"/>
                  </a:lnTo>
                  <a:lnTo>
                    <a:pt x="458" y="90"/>
                  </a:lnTo>
                  <a:lnTo>
                    <a:pt x="145" y="217"/>
                  </a:lnTo>
                  <a:lnTo>
                    <a:pt x="137" y="196"/>
                  </a:lnTo>
                  <a:lnTo>
                    <a:pt x="124" y="175"/>
                  </a:lnTo>
                  <a:lnTo>
                    <a:pt x="108" y="154"/>
                  </a:lnTo>
                  <a:lnTo>
                    <a:pt x="88" y="132"/>
                  </a:lnTo>
                  <a:lnTo>
                    <a:pt x="64" y="110"/>
                  </a:lnTo>
                  <a:lnTo>
                    <a:pt x="35" y="88"/>
                  </a:lnTo>
                  <a:lnTo>
                    <a:pt x="0" y="67"/>
                  </a:lnTo>
                  <a:lnTo>
                    <a:pt x="1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1" name="Freeform 416">
              <a:extLst>
                <a:ext uri="{FF2B5EF4-FFF2-40B4-BE49-F238E27FC236}">
                  <a16:creationId xmlns:a16="http://schemas.microsoft.com/office/drawing/2014/main" id="{A5482A04-5E83-4BF6-BE21-C9F145881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3463926"/>
              <a:ext cx="146050" cy="60325"/>
            </a:xfrm>
            <a:custGeom>
              <a:avLst/>
              <a:gdLst>
                <a:gd name="T0" fmla="*/ 502 w 1005"/>
                <a:gd name="T1" fmla="*/ 0 h 409"/>
                <a:gd name="T2" fmla="*/ 561 w 1005"/>
                <a:gd name="T3" fmla="*/ 2 h 409"/>
                <a:gd name="T4" fmla="*/ 618 w 1005"/>
                <a:gd name="T5" fmla="*/ 6 h 409"/>
                <a:gd name="T6" fmla="*/ 672 w 1005"/>
                <a:gd name="T7" fmla="*/ 13 h 409"/>
                <a:gd name="T8" fmla="*/ 724 w 1005"/>
                <a:gd name="T9" fmla="*/ 21 h 409"/>
                <a:gd name="T10" fmla="*/ 772 w 1005"/>
                <a:gd name="T11" fmla="*/ 33 h 409"/>
                <a:gd name="T12" fmla="*/ 817 w 1005"/>
                <a:gd name="T13" fmla="*/ 45 h 409"/>
                <a:gd name="T14" fmla="*/ 858 w 1005"/>
                <a:gd name="T15" fmla="*/ 61 h 409"/>
                <a:gd name="T16" fmla="*/ 895 w 1005"/>
                <a:gd name="T17" fmla="*/ 78 h 409"/>
                <a:gd name="T18" fmla="*/ 927 w 1005"/>
                <a:gd name="T19" fmla="*/ 95 h 409"/>
                <a:gd name="T20" fmla="*/ 954 w 1005"/>
                <a:gd name="T21" fmla="*/ 115 h 409"/>
                <a:gd name="T22" fmla="*/ 976 w 1005"/>
                <a:gd name="T23" fmla="*/ 136 h 409"/>
                <a:gd name="T24" fmla="*/ 992 w 1005"/>
                <a:gd name="T25" fmla="*/ 158 h 409"/>
                <a:gd name="T26" fmla="*/ 1002 w 1005"/>
                <a:gd name="T27" fmla="*/ 181 h 409"/>
                <a:gd name="T28" fmla="*/ 1005 w 1005"/>
                <a:gd name="T29" fmla="*/ 205 h 409"/>
                <a:gd name="T30" fmla="*/ 1002 w 1005"/>
                <a:gd name="T31" fmla="*/ 229 h 409"/>
                <a:gd name="T32" fmla="*/ 992 w 1005"/>
                <a:gd name="T33" fmla="*/ 252 h 409"/>
                <a:gd name="T34" fmla="*/ 976 w 1005"/>
                <a:gd name="T35" fmla="*/ 274 h 409"/>
                <a:gd name="T36" fmla="*/ 954 w 1005"/>
                <a:gd name="T37" fmla="*/ 295 h 409"/>
                <a:gd name="T38" fmla="*/ 927 w 1005"/>
                <a:gd name="T39" fmla="*/ 315 h 409"/>
                <a:gd name="T40" fmla="*/ 895 w 1005"/>
                <a:gd name="T41" fmla="*/ 333 h 409"/>
                <a:gd name="T42" fmla="*/ 858 w 1005"/>
                <a:gd name="T43" fmla="*/ 350 h 409"/>
                <a:gd name="T44" fmla="*/ 817 w 1005"/>
                <a:gd name="T45" fmla="*/ 364 h 409"/>
                <a:gd name="T46" fmla="*/ 772 w 1005"/>
                <a:gd name="T47" fmla="*/ 378 h 409"/>
                <a:gd name="T48" fmla="*/ 724 w 1005"/>
                <a:gd name="T49" fmla="*/ 388 h 409"/>
                <a:gd name="T50" fmla="*/ 672 w 1005"/>
                <a:gd name="T51" fmla="*/ 398 h 409"/>
                <a:gd name="T52" fmla="*/ 618 w 1005"/>
                <a:gd name="T53" fmla="*/ 404 h 409"/>
                <a:gd name="T54" fmla="*/ 561 w 1005"/>
                <a:gd name="T55" fmla="*/ 408 h 409"/>
                <a:gd name="T56" fmla="*/ 502 w 1005"/>
                <a:gd name="T57" fmla="*/ 409 h 409"/>
                <a:gd name="T58" fmla="*/ 443 w 1005"/>
                <a:gd name="T59" fmla="*/ 408 h 409"/>
                <a:gd name="T60" fmla="*/ 387 w 1005"/>
                <a:gd name="T61" fmla="*/ 404 h 409"/>
                <a:gd name="T62" fmla="*/ 333 w 1005"/>
                <a:gd name="T63" fmla="*/ 398 h 409"/>
                <a:gd name="T64" fmla="*/ 281 w 1005"/>
                <a:gd name="T65" fmla="*/ 388 h 409"/>
                <a:gd name="T66" fmla="*/ 233 w 1005"/>
                <a:gd name="T67" fmla="*/ 378 h 409"/>
                <a:gd name="T68" fmla="*/ 188 w 1005"/>
                <a:gd name="T69" fmla="*/ 364 h 409"/>
                <a:gd name="T70" fmla="*/ 147 w 1005"/>
                <a:gd name="T71" fmla="*/ 350 h 409"/>
                <a:gd name="T72" fmla="*/ 110 w 1005"/>
                <a:gd name="T73" fmla="*/ 333 h 409"/>
                <a:gd name="T74" fmla="*/ 78 w 1005"/>
                <a:gd name="T75" fmla="*/ 315 h 409"/>
                <a:gd name="T76" fmla="*/ 50 w 1005"/>
                <a:gd name="T77" fmla="*/ 295 h 409"/>
                <a:gd name="T78" fmla="*/ 29 w 1005"/>
                <a:gd name="T79" fmla="*/ 274 h 409"/>
                <a:gd name="T80" fmla="*/ 13 w 1005"/>
                <a:gd name="T81" fmla="*/ 252 h 409"/>
                <a:gd name="T82" fmla="*/ 3 w 1005"/>
                <a:gd name="T83" fmla="*/ 229 h 409"/>
                <a:gd name="T84" fmla="*/ 0 w 1005"/>
                <a:gd name="T85" fmla="*/ 205 h 409"/>
                <a:gd name="T86" fmla="*/ 3 w 1005"/>
                <a:gd name="T87" fmla="*/ 181 h 409"/>
                <a:gd name="T88" fmla="*/ 13 w 1005"/>
                <a:gd name="T89" fmla="*/ 158 h 409"/>
                <a:gd name="T90" fmla="*/ 29 w 1005"/>
                <a:gd name="T91" fmla="*/ 136 h 409"/>
                <a:gd name="T92" fmla="*/ 50 w 1005"/>
                <a:gd name="T93" fmla="*/ 115 h 409"/>
                <a:gd name="T94" fmla="*/ 78 w 1005"/>
                <a:gd name="T95" fmla="*/ 95 h 409"/>
                <a:gd name="T96" fmla="*/ 110 w 1005"/>
                <a:gd name="T97" fmla="*/ 78 h 409"/>
                <a:gd name="T98" fmla="*/ 147 w 1005"/>
                <a:gd name="T99" fmla="*/ 61 h 409"/>
                <a:gd name="T100" fmla="*/ 188 w 1005"/>
                <a:gd name="T101" fmla="*/ 45 h 409"/>
                <a:gd name="T102" fmla="*/ 233 w 1005"/>
                <a:gd name="T103" fmla="*/ 33 h 409"/>
                <a:gd name="T104" fmla="*/ 281 w 1005"/>
                <a:gd name="T105" fmla="*/ 21 h 409"/>
                <a:gd name="T106" fmla="*/ 333 w 1005"/>
                <a:gd name="T107" fmla="*/ 13 h 409"/>
                <a:gd name="T108" fmla="*/ 387 w 1005"/>
                <a:gd name="T109" fmla="*/ 6 h 409"/>
                <a:gd name="T110" fmla="*/ 443 w 1005"/>
                <a:gd name="T111" fmla="*/ 2 h 409"/>
                <a:gd name="T112" fmla="*/ 502 w 1005"/>
                <a:gd name="T113" fmla="*/ 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5" h="409">
                  <a:moveTo>
                    <a:pt x="502" y="0"/>
                  </a:moveTo>
                  <a:lnTo>
                    <a:pt x="561" y="2"/>
                  </a:lnTo>
                  <a:lnTo>
                    <a:pt x="618" y="6"/>
                  </a:lnTo>
                  <a:lnTo>
                    <a:pt x="672" y="13"/>
                  </a:lnTo>
                  <a:lnTo>
                    <a:pt x="724" y="21"/>
                  </a:lnTo>
                  <a:lnTo>
                    <a:pt x="772" y="33"/>
                  </a:lnTo>
                  <a:lnTo>
                    <a:pt x="817" y="45"/>
                  </a:lnTo>
                  <a:lnTo>
                    <a:pt x="858" y="61"/>
                  </a:lnTo>
                  <a:lnTo>
                    <a:pt x="895" y="78"/>
                  </a:lnTo>
                  <a:lnTo>
                    <a:pt x="927" y="95"/>
                  </a:lnTo>
                  <a:lnTo>
                    <a:pt x="954" y="115"/>
                  </a:lnTo>
                  <a:lnTo>
                    <a:pt x="976" y="136"/>
                  </a:lnTo>
                  <a:lnTo>
                    <a:pt x="992" y="158"/>
                  </a:lnTo>
                  <a:lnTo>
                    <a:pt x="1002" y="181"/>
                  </a:lnTo>
                  <a:lnTo>
                    <a:pt x="1005" y="205"/>
                  </a:lnTo>
                  <a:lnTo>
                    <a:pt x="1002" y="229"/>
                  </a:lnTo>
                  <a:lnTo>
                    <a:pt x="992" y="252"/>
                  </a:lnTo>
                  <a:lnTo>
                    <a:pt x="976" y="274"/>
                  </a:lnTo>
                  <a:lnTo>
                    <a:pt x="954" y="295"/>
                  </a:lnTo>
                  <a:lnTo>
                    <a:pt x="927" y="315"/>
                  </a:lnTo>
                  <a:lnTo>
                    <a:pt x="895" y="333"/>
                  </a:lnTo>
                  <a:lnTo>
                    <a:pt x="858" y="350"/>
                  </a:lnTo>
                  <a:lnTo>
                    <a:pt x="817" y="364"/>
                  </a:lnTo>
                  <a:lnTo>
                    <a:pt x="772" y="378"/>
                  </a:lnTo>
                  <a:lnTo>
                    <a:pt x="724" y="388"/>
                  </a:lnTo>
                  <a:lnTo>
                    <a:pt x="672" y="398"/>
                  </a:lnTo>
                  <a:lnTo>
                    <a:pt x="618" y="404"/>
                  </a:lnTo>
                  <a:lnTo>
                    <a:pt x="561" y="408"/>
                  </a:lnTo>
                  <a:lnTo>
                    <a:pt x="502" y="409"/>
                  </a:lnTo>
                  <a:lnTo>
                    <a:pt x="443" y="408"/>
                  </a:lnTo>
                  <a:lnTo>
                    <a:pt x="387" y="404"/>
                  </a:lnTo>
                  <a:lnTo>
                    <a:pt x="333" y="398"/>
                  </a:lnTo>
                  <a:lnTo>
                    <a:pt x="281" y="388"/>
                  </a:lnTo>
                  <a:lnTo>
                    <a:pt x="233" y="378"/>
                  </a:lnTo>
                  <a:lnTo>
                    <a:pt x="188" y="364"/>
                  </a:lnTo>
                  <a:lnTo>
                    <a:pt x="147" y="350"/>
                  </a:lnTo>
                  <a:lnTo>
                    <a:pt x="110" y="333"/>
                  </a:lnTo>
                  <a:lnTo>
                    <a:pt x="78" y="315"/>
                  </a:lnTo>
                  <a:lnTo>
                    <a:pt x="50" y="295"/>
                  </a:lnTo>
                  <a:lnTo>
                    <a:pt x="29" y="274"/>
                  </a:lnTo>
                  <a:lnTo>
                    <a:pt x="13" y="252"/>
                  </a:lnTo>
                  <a:lnTo>
                    <a:pt x="3" y="229"/>
                  </a:lnTo>
                  <a:lnTo>
                    <a:pt x="0" y="205"/>
                  </a:lnTo>
                  <a:lnTo>
                    <a:pt x="3" y="181"/>
                  </a:lnTo>
                  <a:lnTo>
                    <a:pt x="13" y="158"/>
                  </a:lnTo>
                  <a:lnTo>
                    <a:pt x="29" y="136"/>
                  </a:lnTo>
                  <a:lnTo>
                    <a:pt x="50" y="115"/>
                  </a:lnTo>
                  <a:lnTo>
                    <a:pt x="78" y="95"/>
                  </a:lnTo>
                  <a:lnTo>
                    <a:pt x="110" y="78"/>
                  </a:lnTo>
                  <a:lnTo>
                    <a:pt x="147" y="61"/>
                  </a:lnTo>
                  <a:lnTo>
                    <a:pt x="188" y="45"/>
                  </a:lnTo>
                  <a:lnTo>
                    <a:pt x="233" y="33"/>
                  </a:lnTo>
                  <a:lnTo>
                    <a:pt x="281" y="21"/>
                  </a:lnTo>
                  <a:lnTo>
                    <a:pt x="333" y="13"/>
                  </a:lnTo>
                  <a:lnTo>
                    <a:pt x="387" y="6"/>
                  </a:lnTo>
                  <a:lnTo>
                    <a:pt x="443" y="2"/>
                  </a:lnTo>
                  <a:lnTo>
                    <a:pt x="5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2" name="Freeform 417">
              <a:extLst>
                <a:ext uri="{FF2B5EF4-FFF2-40B4-BE49-F238E27FC236}">
                  <a16:creationId xmlns:a16="http://schemas.microsoft.com/office/drawing/2014/main" id="{C55B8304-6156-4CFA-B0F9-86705788F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1838" y="3394076"/>
              <a:ext cx="144463" cy="58738"/>
            </a:xfrm>
            <a:custGeom>
              <a:avLst/>
              <a:gdLst>
                <a:gd name="T0" fmla="*/ 503 w 1005"/>
                <a:gd name="T1" fmla="*/ 0 h 410"/>
                <a:gd name="T2" fmla="*/ 562 w 1005"/>
                <a:gd name="T3" fmla="*/ 2 h 410"/>
                <a:gd name="T4" fmla="*/ 618 w 1005"/>
                <a:gd name="T5" fmla="*/ 7 h 410"/>
                <a:gd name="T6" fmla="*/ 673 w 1005"/>
                <a:gd name="T7" fmla="*/ 13 h 410"/>
                <a:gd name="T8" fmla="*/ 724 w 1005"/>
                <a:gd name="T9" fmla="*/ 21 h 410"/>
                <a:gd name="T10" fmla="*/ 772 w 1005"/>
                <a:gd name="T11" fmla="*/ 33 h 410"/>
                <a:gd name="T12" fmla="*/ 817 w 1005"/>
                <a:gd name="T13" fmla="*/ 45 h 410"/>
                <a:gd name="T14" fmla="*/ 859 w 1005"/>
                <a:gd name="T15" fmla="*/ 61 h 410"/>
                <a:gd name="T16" fmla="*/ 895 w 1005"/>
                <a:gd name="T17" fmla="*/ 78 h 410"/>
                <a:gd name="T18" fmla="*/ 928 w 1005"/>
                <a:gd name="T19" fmla="*/ 96 h 410"/>
                <a:gd name="T20" fmla="*/ 955 w 1005"/>
                <a:gd name="T21" fmla="*/ 115 h 410"/>
                <a:gd name="T22" fmla="*/ 976 w 1005"/>
                <a:gd name="T23" fmla="*/ 136 h 410"/>
                <a:gd name="T24" fmla="*/ 992 w 1005"/>
                <a:gd name="T25" fmla="*/ 158 h 410"/>
                <a:gd name="T26" fmla="*/ 1002 w 1005"/>
                <a:gd name="T27" fmla="*/ 181 h 410"/>
                <a:gd name="T28" fmla="*/ 1005 w 1005"/>
                <a:gd name="T29" fmla="*/ 206 h 410"/>
                <a:gd name="T30" fmla="*/ 1002 w 1005"/>
                <a:gd name="T31" fmla="*/ 230 h 410"/>
                <a:gd name="T32" fmla="*/ 992 w 1005"/>
                <a:gd name="T33" fmla="*/ 253 h 410"/>
                <a:gd name="T34" fmla="*/ 976 w 1005"/>
                <a:gd name="T35" fmla="*/ 275 h 410"/>
                <a:gd name="T36" fmla="*/ 955 w 1005"/>
                <a:gd name="T37" fmla="*/ 296 h 410"/>
                <a:gd name="T38" fmla="*/ 928 w 1005"/>
                <a:gd name="T39" fmla="*/ 314 h 410"/>
                <a:gd name="T40" fmla="*/ 895 w 1005"/>
                <a:gd name="T41" fmla="*/ 333 h 410"/>
                <a:gd name="T42" fmla="*/ 859 w 1005"/>
                <a:gd name="T43" fmla="*/ 350 h 410"/>
                <a:gd name="T44" fmla="*/ 817 w 1005"/>
                <a:gd name="T45" fmla="*/ 365 h 410"/>
                <a:gd name="T46" fmla="*/ 772 w 1005"/>
                <a:gd name="T47" fmla="*/ 378 h 410"/>
                <a:gd name="T48" fmla="*/ 724 w 1005"/>
                <a:gd name="T49" fmla="*/ 389 h 410"/>
                <a:gd name="T50" fmla="*/ 673 w 1005"/>
                <a:gd name="T51" fmla="*/ 398 h 410"/>
                <a:gd name="T52" fmla="*/ 618 w 1005"/>
                <a:gd name="T53" fmla="*/ 404 h 410"/>
                <a:gd name="T54" fmla="*/ 562 w 1005"/>
                <a:gd name="T55" fmla="*/ 409 h 410"/>
                <a:gd name="T56" fmla="*/ 503 w 1005"/>
                <a:gd name="T57" fmla="*/ 410 h 410"/>
                <a:gd name="T58" fmla="*/ 444 w 1005"/>
                <a:gd name="T59" fmla="*/ 409 h 410"/>
                <a:gd name="T60" fmla="*/ 387 w 1005"/>
                <a:gd name="T61" fmla="*/ 404 h 410"/>
                <a:gd name="T62" fmla="*/ 333 w 1005"/>
                <a:gd name="T63" fmla="*/ 398 h 410"/>
                <a:gd name="T64" fmla="*/ 282 w 1005"/>
                <a:gd name="T65" fmla="*/ 389 h 410"/>
                <a:gd name="T66" fmla="*/ 233 w 1005"/>
                <a:gd name="T67" fmla="*/ 378 h 410"/>
                <a:gd name="T68" fmla="*/ 188 w 1005"/>
                <a:gd name="T69" fmla="*/ 365 h 410"/>
                <a:gd name="T70" fmla="*/ 148 w 1005"/>
                <a:gd name="T71" fmla="*/ 350 h 410"/>
                <a:gd name="T72" fmla="*/ 110 w 1005"/>
                <a:gd name="T73" fmla="*/ 333 h 410"/>
                <a:gd name="T74" fmla="*/ 79 w 1005"/>
                <a:gd name="T75" fmla="*/ 314 h 410"/>
                <a:gd name="T76" fmla="*/ 51 w 1005"/>
                <a:gd name="T77" fmla="*/ 296 h 410"/>
                <a:gd name="T78" fmla="*/ 30 w 1005"/>
                <a:gd name="T79" fmla="*/ 275 h 410"/>
                <a:gd name="T80" fmla="*/ 13 w 1005"/>
                <a:gd name="T81" fmla="*/ 253 h 410"/>
                <a:gd name="T82" fmla="*/ 3 w 1005"/>
                <a:gd name="T83" fmla="*/ 230 h 410"/>
                <a:gd name="T84" fmla="*/ 0 w 1005"/>
                <a:gd name="T85" fmla="*/ 206 h 410"/>
                <a:gd name="T86" fmla="*/ 3 w 1005"/>
                <a:gd name="T87" fmla="*/ 181 h 410"/>
                <a:gd name="T88" fmla="*/ 13 w 1005"/>
                <a:gd name="T89" fmla="*/ 158 h 410"/>
                <a:gd name="T90" fmla="*/ 30 w 1005"/>
                <a:gd name="T91" fmla="*/ 136 h 410"/>
                <a:gd name="T92" fmla="*/ 51 w 1005"/>
                <a:gd name="T93" fmla="*/ 115 h 410"/>
                <a:gd name="T94" fmla="*/ 79 w 1005"/>
                <a:gd name="T95" fmla="*/ 96 h 410"/>
                <a:gd name="T96" fmla="*/ 110 w 1005"/>
                <a:gd name="T97" fmla="*/ 78 h 410"/>
                <a:gd name="T98" fmla="*/ 148 w 1005"/>
                <a:gd name="T99" fmla="*/ 61 h 410"/>
                <a:gd name="T100" fmla="*/ 188 w 1005"/>
                <a:gd name="T101" fmla="*/ 45 h 410"/>
                <a:gd name="T102" fmla="*/ 233 w 1005"/>
                <a:gd name="T103" fmla="*/ 33 h 410"/>
                <a:gd name="T104" fmla="*/ 282 w 1005"/>
                <a:gd name="T105" fmla="*/ 21 h 410"/>
                <a:gd name="T106" fmla="*/ 333 w 1005"/>
                <a:gd name="T107" fmla="*/ 13 h 410"/>
                <a:gd name="T108" fmla="*/ 387 w 1005"/>
                <a:gd name="T109" fmla="*/ 7 h 410"/>
                <a:gd name="T110" fmla="*/ 444 w 1005"/>
                <a:gd name="T111" fmla="*/ 2 h 410"/>
                <a:gd name="T112" fmla="*/ 503 w 1005"/>
                <a:gd name="T1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5" h="410">
                  <a:moveTo>
                    <a:pt x="503" y="0"/>
                  </a:moveTo>
                  <a:lnTo>
                    <a:pt x="562" y="2"/>
                  </a:lnTo>
                  <a:lnTo>
                    <a:pt x="618" y="7"/>
                  </a:lnTo>
                  <a:lnTo>
                    <a:pt x="673" y="13"/>
                  </a:lnTo>
                  <a:lnTo>
                    <a:pt x="724" y="21"/>
                  </a:lnTo>
                  <a:lnTo>
                    <a:pt x="772" y="33"/>
                  </a:lnTo>
                  <a:lnTo>
                    <a:pt x="817" y="45"/>
                  </a:lnTo>
                  <a:lnTo>
                    <a:pt x="859" y="61"/>
                  </a:lnTo>
                  <a:lnTo>
                    <a:pt x="895" y="78"/>
                  </a:lnTo>
                  <a:lnTo>
                    <a:pt x="928" y="96"/>
                  </a:lnTo>
                  <a:lnTo>
                    <a:pt x="955" y="115"/>
                  </a:lnTo>
                  <a:lnTo>
                    <a:pt x="976" y="136"/>
                  </a:lnTo>
                  <a:lnTo>
                    <a:pt x="992" y="158"/>
                  </a:lnTo>
                  <a:lnTo>
                    <a:pt x="1002" y="181"/>
                  </a:lnTo>
                  <a:lnTo>
                    <a:pt x="1005" y="206"/>
                  </a:lnTo>
                  <a:lnTo>
                    <a:pt x="1002" y="230"/>
                  </a:lnTo>
                  <a:lnTo>
                    <a:pt x="992" y="253"/>
                  </a:lnTo>
                  <a:lnTo>
                    <a:pt x="976" y="275"/>
                  </a:lnTo>
                  <a:lnTo>
                    <a:pt x="955" y="296"/>
                  </a:lnTo>
                  <a:lnTo>
                    <a:pt x="928" y="314"/>
                  </a:lnTo>
                  <a:lnTo>
                    <a:pt x="895" y="333"/>
                  </a:lnTo>
                  <a:lnTo>
                    <a:pt x="859" y="350"/>
                  </a:lnTo>
                  <a:lnTo>
                    <a:pt x="817" y="365"/>
                  </a:lnTo>
                  <a:lnTo>
                    <a:pt x="772" y="378"/>
                  </a:lnTo>
                  <a:lnTo>
                    <a:pt x="724" y="389"/>
                  </a:lnTo>
                  <a:lnTo>
                    <a:pt x="673" y="398"/>
                  </a:lnTo>
                  <a:lnTo>
                    <a:pt x="618" y="404"/>
                  </a:lnTo>
                  <a:lnTo>
                    <a:pt x="562" y="409"/>
                  </a:lnTo>
                  <a:lnTo>
                    <a:pt x="503" y="410"/>
                  </a:lnTo>
                  <a:lnTo>
                    <a:pt x="444" y="409"/>
                  </a:lnTo>
                  <a:lnTo>
                    <a:pt x="387" y="404"/>
                  </a:lnTo>
                  <a:lnTo>
                    <a:pt x="333" y="398"/>
                  </a:lnTo>
                  <a:lnTo>
                    <a:pt x="282" y="389"/>
                  </a:lnTo>
                  <a:lnTo>
                    <a:pt x="233" y="378"/>
                  </a:lnTo>
                  <a:lnTo>
                    <a:pt x="188" y="365"/>
                  </a:lnTo>
                  <a:lnTo>
                    <a:pt x="148" y="350"/>
                  </a:lnTo>
                  <a:lnTo>
                    <a:pt x="110" y="333"/>
                  </a:lnTo>
                  <a:lnTo>
                    <a:pt x="79" y="314"/>
                  </a:lnTo>
                  <a:lnTo>
                    <a:pt x="51" y="296"/>
                  </a:lnTo>
                  <a:lnTo>
                    <a:pt x="30" y="275"/>
                  </a:lnTo>
                  <a:lnTo>
                    <a:pt x="13" y="253"/>
                  </a:lnTo>
                  <a:lnTo>
                    <a:pt x="3" y="230"/>
                  </a:lnTo>
                  <a:lnTo>
                    <a:pt x="0" y="206"/>
                  </a:lnTo>
                  <a:lnTo>
                    <a:pt x="3" y="181"/>
                  </a:lnTo>
                  <a:lnTo>
                    <a:pt x="13" y="158"/>
                  </a:lnTo>
                  <a:lnTo>
                    <a:pt x="30" y="136"/>
                  </a:lnTo>
                  <a:lnTo>
                    <a:pt x="51" y="115"/>
                  </a:lnTo>
                  <a:lnTo>
                    <a:pt x="79" y="96"/>
                  </a:lnTo>
                  <a:lnTo>
                    <a:pt x="110" y="78"/>
                  </a:lnTo>
                  <a:lnTo>
                    <a:pt x="148" y="61"/>
                  </a:lnTo>
                  <a:lnTo>
                    <a:pt x="188" y="45"/>
                  </a:lnTo>
                  <a:lnTo>
                    <a:pt x="233" y="33"/>
                  </a:lnTo>
                  <a:lnTo>
                    <a:pt x="282" y="21"/>
                  </a:lnTo>
                  <a:lnTo>
                    <a:pt x="333" y="13"/>
                  </a:lnTo>
                  <a:lnTo>
                    <a:pt x="387" y="7"/>
                  </a:lnTo>
                  <a:lnTo>
                    <a:pt x="444" y="2"/>
                  </a:lnTo>
                  <a:lnTo>
                    <a:pt x="5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196E90D4-9D7F-46C4-A3F2-C81494FABFA3}"/>
              </a:ext>
            </a:extLst>
          </p:cNvPr>
          <p:cNvGrpSpPr/>
          <p:nvPr/>
        </p:nvGrpSpPr>
        <p:grpSpPr>
          <a:xfrm>
            <a:off x="2767513" y="5911180"/>
            <a:ext cx="372743" cy="266073"/>
            <a:chOff x="4656138" y="3211513"/>
            <a:chExt cx="493713" cy="3524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54" name="Freeform 312">
              <a:extLst>
                <a:ext uri="{FF2B5EF4-FFF2-40B4-BE49-F238E27FC236}">
                  <a16:creationId xmlns:a16="http://schemas.microsoft.com/office/drawing/2014/main" id="{DF32F144-4311-463B-B058-BA25A9CD1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138" y="3525838"/>
              <a:ext cx="493713" cy="38100"/>
            </a:xfrm>
            <a:custGeom>
              <a:avLst/>
              <a:gdLst>
                <a:gd name="T0" fmla="*/ 59 w 3426"/>
                <a:gd name="T1" fmla="*/ 0 h 264"/>
                <a:gd name="T2" fmla="*/ 3368 w 3426"/>
                <a:gd name="T3" fmla="*/ 0 h 264"/>
                <a:gd name="T4" fmla="*/ 3386 w 3426"/>
                <a:gd name="T5" fmla="*/ 3 h 264"/>
                <a:gd name="T6" fmla="*/ 3402 w 3426"/>
                <a:gd name="T7" fmla="*/ 12 h 264"/>
                <a:gd name="T8" fmla="*/ 3415 w 3426"/>
                <a:gd name="T9" fmla="*/ 25 h 264"/>
                <a:gd name="T10" fmla="*/ 3424 w 3426"/>
                <a:gd name="T11" fmla="*/ 41 h 264"/>
                <a:gd name="T12" fmla="*/ 3426 w 3426"/>
                <a:gd name="T13" fmla="*/ 59 h 264"/>
                <a:gd name="T14" fmla="*/ 3426 w 3426"/>
                <a:gd name="T15" fmla="*/ 205 h 264"/>
                <a:gd name="T16" fmla="*/ 3424 w 3426"/>
                <a:gd name="T17" fmla="*/ 224 h 264"/>
                <a:gd name="T18" fmla="*/ 3415 w 3426"/>
                <a:gd name="T19" fmla="*/ 239 h 264"/>
                <a:gd name="T20" fmla="*/ 3402 w 3426"/>
                <a:gd name="T21" fmla="*/ 253 h 264"/>
                <a:gd name="T22" fmla="*/ 3386 w 3426"/>
                <a:gd name="T23" fmla="*/ 261 h 264"/>
                <a:gd name="T24" fmla="*/ 3368 w 3426"/>
                <a:gd name="T25" fmla="*/ 264 h 264"/>
                <a:gd name="T26" fmla="*/ 59 w 3426"/>
                <a:gd name="T27" fmla="*/ 264 h 264"/>
                <a:gd name="T28" fmla="*/ 41 w 3426"/>
                <a:gd name="T29" fmla="*/ 261 h 264"/>
                <a:gd name="T30" fmla="*/ 24 w 3426"/>
                <a:gd name="T31" fmla="*/ 253 h 264"/>
                <a:gd name="T32" fmla="*/ 11 w 3426"/>
                <a:gd name="T33" fmla="*/ 239 h 264"/>
                <a:gd name="T34" fmla="*/ 3 w 3426"/>
                <a:gd name="T35" fmla="*/ 224 h 264"/>
                <a:gd name="T36" fmla="*/ 0 w 3426"/>
                <a:gd name="T37" fmla="*/ 205 h 264"/>
                <a:gd name="T38" fmla="*/ 0 w 3426"/>
                <a:gd name="T39" fmla="*/ 59 h 264"/>
                <a:gd name="T40" fmla="*/ 3 w 3426"/>
                <a:gd name="T41" fmla="*/ 41 h 264"/>
                <a:gd name="T42" fmla="*/ 11 w 3426"/>
                <a:gd name="T43" fmla="*/ 25 h 264"/>
                <a:gd name="T44" fmla="*/ 24 w 3426"/>
                <a:gd name="T45" fmla="*/ 12 h 264"/>
                <a:gd name="T46" fmla="*/ 41 w 3426"/>
                <a:gd name="T47" fmla="*/ 3 h 264"/>
                <a:gd name="T48" fmla="*/ 59 w 3426"/>
                <a:gd name="T49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426" h="264">
                  <a:moveTo>
                    <a:pt x="59" y="0"/>
                  </a:moveTo>
                  <a:lnTo>
                    <a:pt x="3368" y="0"/>
                  </a:lnTo>
                  <a:lnTo>
                    <a:pt x="3386" y="3"/>
                  </a:lnTo>
                  <a:lnTo>
                    <a:pt x="3402" y="12"/>
                  </a:lnTo>
                  <a:lnTo>
                    <a:pt x="3415" y="25"/>
                  </a:lnTo>
                  <a:lnTo>
                    <a:pt x="3424" y="41"/>
                  </a:lnTo>
                  <a:lnTo>
                    <a:pt x="3426" y="59"/>
                  </a:lnTo>
                  <a:lnTo>
                    <a:pt x="3426" y="205"/>
                  </a:lnTo>
                  <a:lnTo>
                    <a:pt x="3424" y="224"/>
                  </a:lnTo>
                  <a:lnTo>
                    <a:pt x="3415" y="239"/>
                  </a:lnTo>
                  <a:lnTo>
                    <a:pt x="3402" y="253"/>
                  </a:lnTo>
                  <a:lnTo>
                    <a:pt x="3386" y="261"/>
                  </a:lnTo>
                  <a:lnTo>
                    <a:pt x="3368" y="264"/>
                  </a:lnTo>
                  <a:lnTo>
                    <a:pt x="59" y="264"/>
                  </a:lnTo>
                  <a:lnTo>
                    <a:pt x="41" y="261"/>
                  </a:lnTo>
                  <a:lnTo>
                    <a:pt x="24" y="253"/>
                  </a:lnTo>
                  <a:lnTo>
                    <a:pt x="11" y="239"/>
                  </a:lnTo>
                  <a:lnTo>
                    <a:pt x="3" y="224"/>
                  </a:lnTo>
                  <a:lnTo>
                    <a:pt x="0" y="205"/>
                  </a:lnTo>
                  <a:lnTo>
                    <a:pt x="0" y="59"/>
                  </a:lnTo>
                  <a:lnTo>
                    <a:pt x="3" y="41"/>
                  </a:lnTo>
                  <a:lnTo>
                    <a:pt x="11" y="25"/>
                  </a:lnTo>
                  <a:lnTo>
                    <a:pt x="24" y="12"/>
                  </a:lnTo>
                  <a:lnTo>
                    <a:pt x="41" y="3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5" name="Freeform 313">
              <a:extLst>
                <a:ext uri="{FF2B5EF4-FFF2-40B4-BE49-F238E27FC236}">
                  <a16:creationId xmlns:a16="http://schemas.microsoft.com/office/drawing/2014/main" id="{D993042A-1DEA-48D0-8856-2EF52E0727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951" y="3211513"/>
              <a:ext cx="446088" cy="34925"/>
            </a:xfrm>
            <a:custGeom>
              <a:avLst/>
              <a:gdLst>
                <a:gd name="T0" fmla="*/ 1546 w 3091"/>
                <a:gd name="T1" fmla="*/ 38 h 244"/>
                <a:gd name="T2" fmla="*/ 1528 w 3091"/>
                <a:gd name="T3" fmla="*/ 40 h 244"/>
                <a:gd name="T4" fmla="*/ 1512 w 3091"/>
                <a:gd name="T5" fmla="*/ 45 h 244"/>
                <a:gd name="T6" fmla="*/ 1496 w 3091"/>
                <a:gd name="T7" fmla="*/ 52 h 244"/>
                <a:gd name="T8" fmla="*/ 1482 w 3091"/>
                <a:gd name="T9" fmla="*/ 64 h 244"/>
                <a:gd name="T10" fmla="*/ 1471 w 3091"/>
                <a:gd name="T11" fmla="*/ 77 h 244"/>
                <a:gd name="T12" fmla="*/ 1463 w 3091"/>
                <a:gd name="T13" fmla="*/ 93 h 244"/>
                <a:gd name="T14" fmla="*/ 1457 w 3091"/>
                <a:gd name="T15" fmla="*/ 109 h 244"/>
                <a:gd name="T16" fmla="*/ 1456 w 3091"/>
                <a:gd name="T17" fmla="*/ 127 h 244"/>
                <a:gd name="T18" fmla="*/ 1457 w 3091"/>
                <a:gd name="T19" fmla="*/ 145 h 244"/>
                <a:gd name="T20" fmla="*/ 1463 w 3091"/>
                <a:gd name="T21" fmla="*/ 161 h 244"/>
                <a:gd name="T22" fmla="*/ 1471 w 3091"/>
                <a:gd name="T23" fmla="*/ 177 h 244"/>
                <a:gd name="T24" fmla="*/ 1482 w 3091"/>
                <a:gd name="T25" fmla="*/ 191 h 244"/>
                <a:gd name="T26" fmla="*/ 1496 w 3091"/>
                <a:gd name="T27" fmla="*/ 202 h 244"/>
                <a:gd name="T28" fmla="*/ 1512 w 3091"/>
                <a:gd name="T29" fmla="*/ 210 h 244"/>
                <a:gd name="T30" fmla="*/ 1528 w 3091"/>
                <a:gd name="T31" fmla="*/ 216 h 244"/>
                <a:gd name="T32" fmla="*/ 1546 w 3091"/>
                <a:gd name="T33" fmla="*/ 218 h 244"/>
                <a:gd name="T34" fmla="*/ 1564 w 3091"/>
                <a:gd name="T35" fmla="*/ 216 h 244"/>
                <a:gd name="T36" fmla="*/ 1580 w 3091"/>
                <a:gd name="T37" fmla="*/ 210 h 244"/>
                <a:gd name="T38" fmla="*/ 1596 w 3091"/>
                <a:gd name="T39" fmla="*/ 202 h 244"/>
                <a:gd name="T40" fmla="*/ 1609 w 3091"/>
                <a:gd name="T41" fmla="*/ 191 h 244"/>
                <a:gd name="T42" fmla="*/ 1621 w 3091"/>
                <a:gd name="T43" fmla="*/ 177 h 244"/>
                <a:gd name="T44" fmla="*/ 1629 w 3091"/>
                <a:gd name="T45" fmla="*/ 161 h 244"/>
                <a:gd name="T46" fmla="*/ 1634 w 3091"/>
                <a:gd name="T47" fmla="*/ 145 h 244"/>
                <a:gd name="T48" fmla="*/ 1636 w 3091"/>
                <a:gd name="T49" fmla="*/ 127 h 244"/>
                <a:gd name="T50" fmla="*/ 1634 w 3091"/>
                <a:gd name="T51" fmla="*/ 109 h 244"/>
                <a:gd name="T52" fmla="*/ 1629 w 3091"/>
                <a:gd name="T53" fmla="*/ 93 h 244"/>
                <a:gd name="T54" fmla="*/ 1621 w 3091"/>
                <a:gd name="T55" fmla="*/ 77 h 244"/>
                <a:gd name="T56" fmla="*/ 1609 w 3091"/>
                <a:gd name="T57" fmla="*/ 64 h 244"/>
                <a:gd name="T58" fmla="*/ 1596 w 3091"/>
                <a:gd name="T59" fmla="*/ 52 h 244"/>
                <a:gd name="T60" fmla="*/ 1580 w 3091"/>
                <a:gd name="T61" fmla="*/ 45 h 244"/>
                <a:gd name="T62" fmla="*/ 1564 w 3091"/>
                <a:gd name="T63" fmla="*/ 40 h 244"/>
                <a:gd name="T64" fmla="*/ 1546 w 3091"/>
                <a:gd name="T65" fmla="*/ 38 h 244"/>
                <a:gd name="T66" fmla="*/ 85 w 3091"/>
                <a:gd name="T67" fmla="*/ 0 h 244"/>
                <a:gd name="T68" fmla="*/ 3008 w 3091"/>
                <a:gd name="T69" fmla="*/ 0 h 244"/>
                <a:gd name="T70" fmla="*/ 3030 w 3091"/>
                <a:gd name="T71" fmla="*/ 3 h 244"/>
                <a:gd name="T72" fmla="*/ 3050 w 3091"/>
                <a:gd name="T73" fmla="*/ 12 h 244"/>
                <a:gd name="T74" fmla="*/ 3067 w 3091"/>
                <a:gd name="T75" fmla="*/ 25 h 244"/>
                <a:gd name="T76" fmla="*/ 3080 w 3091"/>
                <a:gd name="T77" fmla="*/ 42 h 244"/>
                <a:gd name="T78" fmla="*/ 3088 w 3091"/>
                <a:gd name="T79" fmla="*/ 62 h 244"/>
                <a:gd name="T80" fmla="*/ 3091 w 3091"/>
                <a:gd name="T81" fmla="*/ 84 h 244"/>
                <a:gd name="T82" fmla="*/ 3091 w 3091"/>
                <a:gd name="T83" fmla="*/ 244 h 244"/>
                <a:gd name="T84" fmla="*/ 0 w 3091"/>
                <a:gd name="T85" fmla="*/ 244 h 244"/>
                <a:gd name="T86" fmla="*/ 0 w 3091"/>
                <a:gd name="T87" fmla="*/ 84 h 244"/>
                <a:gd name="T88" fmla="*/ 4 w 3091"/>
                <a:gd name="T89" fmla="*/ 62 h 244"/>
                <a:gd name="T90" fmla="*/ 12 w 3091"/>
                <a:gd name="T91" fmla="*/ 42 h 244"/>
                <a:gd name="T92" fmla="*/ 25 w 3091"/>
                <a:gd name="T93" fmla="*/ 25 h 244"/>
                <a:gd name="T94" fmla="*/ 42 w 3091"/>
                <a:gd name="T95" fmla="*/ 12 h 244"/>
                <a:gd name="T96" fmla="*/ 62 w 3091"/>
                <a:gd name="T97" fmla="*/ 3 h 244"/>
                <a:gd name="T98" fmla="*/ 85 w 3091"/>
                <a:gd name="T9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91" h="244">
                  <a:moveTo>
                    <a:pt x="1546" y="38"/>
                  </a:moveTo>
                  <a:lnTo>
                    <a:pt x="1528" y="40"/>
                  </a:lnTo>
                  <a:lnTo>
                    <a:pt x="1512" y="45"/>
                  </a:lnTo>
                  <a:lnTo>
                    <a:pt x="1496" y="52"/>
                  </a:lnTo>
                  <a:lnTo>
                    <a:pt x="1482" y="64"/>
                  </a:lnTo>
                  <a:lnTo>
                    <a:pt x="1471" y="77"/>
                  </a:lnTo>
                  <a:lnTo>
                    <a:pt x="1463" y="93"/>
                  </a:lnTo>
                  <a:lnTo>
                    <a:pt x="1457" y="109"/>
                  </a:lnTo>
                  <a:lnTo>
                    <a:pt x="1456" y="127"/>
                  </a:lnTo>
                  <a:lnTo>
                    <a:pt x="1457" y="145"/>
                  </a:lnTo>
                  <a:lnTo>
                    <a:pt x="1463" y="161"/>
                  </a:lnTo>
                  <a:lnTo>
                    <a:pt x="1471" y="177"/>
                  </a:lnTo>
                  <a:lnTo>
                    <a:pt x="1482" y="191"/>
                  </a:lnTo>
                  <a:lnTo>
                    <a:pt x="1496" y="202"/>
                  </a:lnTo>
                  <a:lnTo>
                    <a:pt x="1512" y="210"/>
                  </a:lnTo>
                  <a:lnTo>
                    <a:pt x="1528" y="216"/>
                  </a:lnTo>
                  <a:lnTo>
                    <a:pt x="1546" y="218"/>
                  </a:lnTo>
                  <a:lnTo>
                    <a:pt x="1564" y="216"/>
                  </a:lnTo>
                  <a:lnTo>
                    <a:pt x="1580" y="210"/>
                  </a:lnTo>
                  <a:lnTo>
                    <a:pt x="1596" y="202"/>
                  </a:lnTo>
                  <a:lnTo>
                    <a:pt x="1609" y="191"/>
                  </a:lnTo>
                  <a:lnTo>
                    <a:pt x="1621" y="177"/>
                  </a:lnTo>
                  <a:lnTo>
                    <a:pt x="1629" y="161"/>
                  </a:lnTo>
                  <a:lnTo>
                    <a:pt x="1634" y="145"/>
                  </a:lnTo>
                  <a:lnTo>
                    <a:pt x="1636" y="127"/>
                  </a:lnTo>
                  <a:lnTo>
                    <a:pt x="1634" y="109"/>
                  </a:lnTo>
                  <a:lnTo>
                    <a:pt x="1629" y="93"/>
                  </a:lnTo>
                  <a:lnTo>
                    <a:pt x="1621" y="77"/>
                  </a:lnTo>
                  <a:lnTo>
                    <a:pt x="1609" y="64"/>
                  </a:lnTo>
                  <a:lnTo>
                    <a:pt x="1596" y="52"/>
                  </a:lnTo>
                  <a:lnTo>
                    <a:pt x="1580" y="45"/>
                  </a:lnTo>
                  <a:lnTo>
                    <a:pt x="1564" y="40"/>
                  </a:lnTo>
                  <a:lnTo>
                    <a:pt x="1546" y="38"/>
                  </a:lnTo>
                  <a:close/>
                  <a:moveTo>
                    <a:pt x="85" y="0"/>
                  </a:moveTo>
                  <a:lnTo>
                    <a:pt x="3008" y="0"/>
                  </a:lnTo>
                  <a:lnTo>
                    <a:pt x="3030" y="3"/>
                  </a:lnTo>
                  <a:lnTo>
                    <a:pt x="3050" y="12"/>
                  </a:lnTo>
                  <a:lnTo>
                    <a:pt x="3067" y="25"/>
                  </a:lnTo>
                  <a:lnTo>
                    <a:pt x="3080" y="42"/>
                  </a:lnTo>
                  <a:lnTo>
                    <a:pt x="3088" y="62"/>
                  </a:lnTo>
                  <a:lnTo>
                    <a:pt x="3091" y="84"/>
                  </a:lnTo>
                  <a:lnTo>
                    <a:pt x="3091" y="244"/>
                  </a:lnTo>
                  <a:lnTo>
                    <a:pt x="0" y="244"/>
                  </a:lnTo>
                  <a:lnTo>
                    <a:pt x="0" y="84"/>
                  </a:lnTo>
                  <a:lnTo>
                    <a:pt x="4" y="62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2" y="3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6" name="Freeform 314">
              <a:extLst>
                <a:ext uri="{FF2B5EF4-FFF2-40B4-BE49-F238E27FC236}">
                  <a16:creationId xmlns:a16="http://schemas.microsoft.com/office/drawing/2014/main" id="{E3C915B5-B282-4DBA-BFDF-607378D1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1876" y="3432175"/>
              <a:ext cx="122238" cy="74612"/>
            </a:xfrm>
            <a:custGeom>
              <a:avLst/>
              <a:gdLst>
                <a:gd name="T0" fmla="*/ 170 w 851"/>
                <a:gd name="T1" fmla="*/ 0 h 509"/>
                <a:gd name="T2" fmla="*/ 387 w 851"/>
                <a:gd name="T3" fmla="*/ 117 h 509"/>
                <a:gd name="T4" fmla="*/ 405 w 851"/>
                <a:gd name="T5" fmla="*/ 124 h 509"/>
                <a:gd name="T6" fmla="*/ 425 w 851"/>
                <a:gd name="T7" fmla="*/ 126 h 509"/>
                <a:gd name="T8" fmla="*/ 445 w 851"/>
                <a:gd name="T9" fmla="*/ 124 h 509"/>
                <a:gd name="T10" fmla="*/ 463 w 851"/>
                <a:gd name="T11" fmla="*/ 117 h 509"/>
                <a:gd name="T12" fmla="*/ 680 w 851"/>
                <a:gd name="T13" fmla="*/ 0 h 509"/>
                <a:gd name="T14" fmla="*/ 736 w 851"/>
                <a:gd name="T15" fmla="*/ 18 h 509"/>
                <a:gd name="T16" fmla="*/ 764 w 851"/>
                <a:gd name="T17" fmla="*/ 30 h 509"/>
                <a:gd name="T18" fmla="*/ 789 w 851"/>
                <a:gd name="T19" fmla="*/ 47 h 509"/>
                <a:gd name="T20" fmla="*/ 811 w 851"/>
                <a:gd name="T21" fmla="*/ 68 h 509"/>
                <a:gd name="T22" fmla="*/ 827 w 851"/>
                <a:gd name="T23" fmla="*/ 92 h 509"/>
                <a:gd name="T24" fmla="*/ 840 w 851"/>
                <a:gd name="T25" fmla="*/ 119 h 509"/>
                <a:gd name="T26" fmla="*/ 848 w 851"/>
                <a:gd name="T27" fmla="*/ 148 h 509"/>
                <a:gd name="T28" fmla="*/ 851 w 851"/>
                <a:gd name="T29" fmla="*/ 178 h 509"/>
                <a:gd name="T30" fmla="*/ 851 w 851"/>
                <a:gd name="T31" fmla="*/ 509 h 509"/>
                <a:gd name="T32" fmla="*/ 0 w 851"/>
                <a:gd name="T33" fmla="*/ 509 h 509"/>
                <a:gd name="T34" fmla="*/ 0 w 851"/>
                <a:gd name="T35" fmla="*/ 178 h 509"/>
                <a:gd name="T36" fmla="*/ 2 w 851"/>
                <a:gd name="T37" fmla="*/ 148 h 509"/>
                <a:gd name="T38" fmla="*/ 10 w 851"/>
                <a:gd name="T39" fmla="*/ 119 h 509"/>
                <a:gd name="T40" fmla="*/ 22 w 851"/>
                <a:gd name="T41" fmla="*/ 92 h 509"/>
                <a:gd name="T42" fmla="*/ 40 w 851"/>
                <a:gd name="T43" fmla="*/ 68 h 509"/>
                <a:gd name="T44" fmla="*/ 61 w 851"/>
                <a:gd name="T45" fmla="*/ 47 h 509"/>
                <a:gd name="T46" fmla="*/ 86 w 851"/>
                <a:gd name="T47" fmla="*/ 30 h 509"/>
                <a:gd name="T48" fmla="*/ 114 w 851"/>
                <a:gd name="T49" fmla="*/ 18 h 509"/>
                <a:gd name="T50" fmla="*/ 170 w 851"/>
                <a:gd name="T51" fmla="*/ 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51" h="509">
                  <a:moveTo>
                    <a:pt x="170" y="0"/>
                  </a:moveTo>
                  <a:lnTo>
                    <a:pt x="387" y="117"/>
                  </a:lnTo>
                  <a:lnTo>
                    <a:pt x="405" y="124"/>
                  </a:lnTo>
                  <a:lnTo>
                    <a:pt x="425" y="126"/>
                  </a:lnTo>
                  <a:lnTo>
                    <a:pt x="445" y="124"/>
                  </a:lnTo>
                  <a:lnTo>
                    <a:pt x="463" y="117"/>
                  </a:lnTo>
                  <a:lnTo>
                    <a:pt x="680" y="0"/>
                  </a:lnTo>
                  <a:lnTo>
                    <a:pt x="736" y="18"/>
                  </a:lnTo>
                  <a:lnTo>
                    <a:pt x="764" y="30"/>
                  </a:lnTo>
                  <a:lnTo>
                    <a:pt x="789" y="47"/>
                  </a:lnTo>
                  <a:lnTo>
                    <a:pt x="811" y="68"/>
                  </a:lnTo>
                  <a:lnTo>
                    <a:pt x="827" y="92"/>
                  </a:lnTo>
                  <a:lnTo>
                    <a:pt x="840" y="119"/>
                  </a:lnTo>
                  <a:lnTo>
                    <a:pt x="848" y="148"/>
                  </a:lnTo>
                  <a:lnTo>
                    <a:pt x="851" y="178"/>
                  </a:lnTo>
                  <a:lnTo>
                    <a:pt x="851" y="509"/>
                  </a:lnTo>
                  <a:lnTo>
                    <a:pt x="0" y="509"/>
                  </a:lnTo>
                  <a:lnTo>
                    <a:pt x="0" y="178"/>
                  </a:lnTo>
                  <a:lnTo>
                    <a:pt x="2" y="148"/>
                  </a:lnTo>
                  <a:lnTo>
                    <a:pt x="10" y="119"/>
                  </a:lnTo>
                  <a:lnTo>
                    <a:pt x="22" y="92"/>
                  </a:lnTo>
                  <a:lnTo>
                    <a:pt x="40" y="68"/>
                  </a:lnTo>
                  <a:lnTo>
                    <a:pt x="61" y="47"/>
                  </a:lnTo>
                  <a:lnTo>
                    <a:pt x="86" y="30"/>
                  </a:lnTo>
                  <a:lnTo>
                    <a:pt x="114" y="18"/>
                  </a:lnTo>
                  <a:lnTo>
                    <a:pt x="1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7" name="Freeform 315">
              <a:extLst>
                <a:ext uri="{FF2B5EF4-FFF2-40B4-BE49-F238E27FC236}">
                  <a16:creationId xmlns:a16="http://schemas.microsoft.com/office/drawing/2014/main" id="{9E383AE9-5FFF-4681-B0AE-AC5ED19CA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388" y="3328988"/>
              <a:ext cx="49213" cy="49212"/>
            </a:xfrm>
            <a:custGeom>
              <a:avLst/>
              <a:gdLst>
                <a:gd name="T0" fmla="*/ 173 w 346"/>
                <a:gd name="T1" fmla="*/ 0 h 345"/>
                <a:gd name="T2" fmla="*/ 204 w 346"/>
                <a:gd name="T3" fmla="*/ 3 h 345"/>
                <a:gd name="T4" fmla="*/ 233 w 346"/>
                <a:gd name="T5" fmla="*/ 11 h 345"/>
                <a:gd name="T6" fmla="*/ 260 w 346"/>
                <a:gd name="T7" fmla="*/ 24 h 345"/>
                <a:gd name="T8" fmla="*/ 284 w 346"/>
                <a:gd name="T9" fmla="*/ 40 h 345"/>
                <a:gd name="T10" fmla="*/ 305 w 346"/>
                <a:gd name="T11" fmla="*/ 61 h 345"/>
                <a:gd name="T12" fmla="*/ 322 w 346"/>
                <a:gd name="T13" fmla="*/ 85 h 345"/>
                <a:gd name="T14" fmla="*/ 335 w 346"/>
                <a:gd name="T15" fmla="*/ 112 h 345"/>
                <a:gd name="T16" fmla="*/ 343 w 346"/>
                <a:gd name="T17" fmla="*/ 141 h 345"/>
                <a:gd name="T18" fmla="*/ 346 w 346"/>
                <a:gd name="T19" fmla="*/ 172 h 345"/>
                <a:gd name="T20" fmla="*/ 343 w 346"/>
                <a:gd name="T21" fmla="*/ 204 h 345"/>
                <a:gd name="T22" fmla="*/ 335 w 346"/>
                <a:gd name="T23" fmla="*/ 233 h 345"/>
                <a:gd name="T24" fmla="*/ 322 w 346"/>
                <a:gd name="T25" fmla="*/ 260 h 345"/>
                <a:gd name="T26" fmla="*/ 305 w 346"/>
                <a:gd name="T27" fmla="*/ 284 h 345"/>
                <a:gd name="T28" fmla="*/ 284 w 346"/>
                <a:gd name="T29" fmla="*/ 305 h 345"/>
                <a:gd name="T30" fmla="*/ 260 w 346"/>
                <a:gd name="T31" fmla="*/ 321 h 345"/>
                <a:gd name="T32" fmla="*/ 233 w 346"/>
                <a:gd name="T33" fmla="*/ 335 h 345"/>
                <a:gd name="T34" fmla="*/ 204 w 346"/>
                <a:gd name="T35" fmla="*/ 342 h 345"/>
                <a:gd name="T36" fmla="*/ 173 w 346"/>
                <a:gd name="T37" fmla="*/ 345 h 345"/>
                <a:gd name="T38" fmla="*/ 142 w 346"/>
                <a:gd name="T39" fmla="*/ 342 h 345"/>
                <a:gd name="T40" fmla="*/ 113 w 346"/>
                <a:gd name="T41" fmla="*/ 335 h 345"/>
                <a:gd name="T42" fmla="*/ 87 w 346"/>
                <a:gd name="T43" fmla="*/ 321 h 345"/>
                <a:gd name="T44" fmla="*/ 62 w 346"/>
                <a:gd name="T45" fmla="*/ 305 h 345"/>
                <a:gd name="T46" fmla="*/ 41 w 346"/>
                <a:gd name="T47" fmla="*/ 284 h 345"/>
                <a:gd name="T48" fmla="*/ 24 w 346"/>
                <a:gd name="T49" fmla="*/ 260 h 345"/>
                <a:gd name="T50" fmla="*/ 12 w 346"/>
                <a:gd name="T51" fmla="*/ 233 h 345"/>
                <a:gd name="T52" fmla="*/ 3 w 346"/>
                <a:gd name="T53" fmla="*/ 204 h 345"/>
                <a:gd name="T54" fmla="*/ 0 w 346"/>
                <a:gd name="T55" fmla="*/ 172 h 345"/>
                <a:gd name="T56" fmla="*/ 3 w 346"/>
                <a:gd name="T57" fmla="*/ 141 h 345"/>
                <a:gd name="T58" fmla="*/ 12 w 346"/>
                <a:gd name="T59" fmla="*/ 112 h 345"/>
                <a:gd name="T60" fmla="*/ 24 w 346"/>
                <a:gd name="T61" fmla="*/ 85 h 345"/>
                <a:gd name="T62" fmla="*/ 41 w 346"/>
                <a:gd name="T63" fmla="*/ 61 h 345"/>
                <a:gd name="T64" fmla="*/ 62 w 346"/>
                <a:gd name="T65" fmla="*/ 40 h 345"/>
                <a:gd name="T66" fmla="*/ 87 w 346"/>
                <a:gd name="T67" fmla="*/ 24 h 345"/>
                <a:gd name="T68" fmla="*/ 113 w 346"/>
                <a:gd name="T69" fmla="*/ 11 h 345"/>
                <a:gd name="T70" fmla="*/ 142 w 346"/>
                <a:gd name="T71" fmla="*/ 3 h 345"/>
                <a:gd name="T72" fmla="*/ 173 w 346"/>
                <a:gd name="T73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345">
                  <a:moveTo>
                    <a:pt x="173" y="0"/>
                  </a:moveTo>
                  <a:lnTo>
                    <a:pt x="204" y="3"/>
                  </a:lnTo>
                  <a:lnTo>
                    <a:pt x="233" y="11"/>
                  </a:lnTo>
                  <a:lnTo>
                    <a:pt x="260" y="24"/>
                  </a:lnTo>
                  <a:lnTo>
                    <a:pt x="284" y="40"/>
                  </a:lnTo>
                  <a:lnTo>
                    <a:pt x="305" y="61"/>
                  </a:lnTo>
                  <a:lnTo>
                    <a:pt x="322" y="85"/>
                  </a:lnTo>
                  <a:lnTo>
                    <a:pt x="335" y="112"/>
                  </a:lnTo>
                  <a:lnTo>
                    <a:pt x="343" y="141"/>
                  </a:lnTo>
                  <a:lnTo>
                    <a:pt x="346" y="172"/>
                  </a:lnTo>
                  <a:lnTo>
                    <a:pt x="343" y="204"/>
                  </a:lnTo>
                  <a:lnTo>
                    <a:pt x="335" y="233"/>
                  </a:lnTo>
                  <a:lnTo>
                    <a:pt x="322" y="260"/>
                  </a:lnTo>
                  <a:lnTo>
                    <a:pt x="305" y="284"/>
                  </a:lnTo>
                  <a:lnTo>
                    <a:pt x="284" y="305"/>
                  </a:lnTo>
                  <a:lnTo>
                    <a:pt x="260" y="321"/>
                  </a:lnTo>
                  <a:lnTo>
                    <a:pt x="233" y="335"/>
                  </a:lnTo>
                  <a:lnTo>
                    <a:pt x="204" y="342"/>
                  </a:lnTo>
                  <a:lnTo>
                    <a:pt x="173" y="345"/>
                  </a:lnTo>
                  <a:lnTo>
                    <a:pt x="142" y="342"/>
                  </a:lnTo>
                  <a:lnTo>
                    <a:pt x="113" y="335"/>
                  </a:lnTo>
                  <a:lnTo>
                    <a:pt x="87" y="321"/>
                  </a:lnTo>
                  <a:lnTo>
                    <a:pt x="62" y="305"/>
                  </a:lnTo>
                  <a:lnTo>
                    <a:pt x="41" y="284"/>
                  </a:lnTo>
                  <a:lnTo>
                    <a:pt x="24" y="260"/>
                  </a:lnTo>
                  <a:lnTo>
                    <a:pt x="12" y="233"/>
                  </a:lnTo>
                  <a:lnTo>
                    <a:pt x="3" y="204"/>
                  </a:lnTo>
                  <a:lnTo>
                    <a:pt x="0" y="172"/>
                  </a:lnTo>
                  <a:lnTo>
                    <a:pt x="3" y="141"/>
                  </a:lnTo>
                  <a:lnTo>
                    <a:pt x="12" y="112"/>
                  </a:lnTo>
                  <a:lnTo>
                    <a:pt x="24" y="85"/>
                  </a:lnTo>
                  <a:lnTo>
                    <a:pt x="41" y="61"/>
                  </a:lnTo>
                  <a:lnTo>
                    <a:pt x="62" y="40"/>
                  </a:lnTo>
                  <a:lnTo>
                    <a:pt x="87" y="24"/>
                  </a:lnTo>
                  <a:lnTo>
                    <a:pt x="113" y="11"/>
                  </a:lnTo>
                  <a:lnTo>
                    <a:pt x="142" y="3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58" name="Freeform 316">
              <a:extLst>
                <a:ext uri="{FF2B5EF4-FFF2-40B4-BE49-F238E27FC236}">
                  <a16:creationId xmlns:a16="http://schemas.microsoft.com/office/drawing/2014/main" id="{733C76C3-EE15-434D-AC8E-F304CF898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951" y="3265488"/>
              <a:ext cx="446088" cy="241300"/>
            </a:xfrm>
            <a:custGeom>
              <a:avLst/>
              <a:gdLst>
                <a:gd name="T0" fmla="*/ 1501 w 3090"/>
                <a:gd name="T1" fmla="*/ 272 h 1664"/>
                <a:gd name="T2" fmla="*/ 1416 w 3090"/>
                <a:gd name="T3" fmla="*/ 295 h 1664"/>
                <a:gd name="T4" fmla="*/ 1342 w 3090"/>
                <a:gd name="T5" fmla="*/ 339 h 1664"/>
                <a:gd name="T6" fmla="*/ 1282 w 3090"/>
                <a:gd name="T7" fmla="*/ 399 h 1664"/>
                <a:gd name="T8" fmla="*/ 1238 w 3090"/>
                <a:gd name="T9" fmla="*/ 473 h 1664"/>
                <a:gd name="T10" fmla="*/ 1215 w 3090"/>
                <a:gd name="T11" fmla="*/ 559 h 1664"/>
                <a:gd name="T12" fmla="*/ 1215 w 3090"/>
                <a:gd name="T13" fmla="*/ 649 h 1664"/>
                <a:gd name="T14" fmla="*/ 1238 w 3090"/>
                <a:gd name="T15" fmla="*/ 734 h 1664"/>
                <a:gd name="T16" fmla="*/ 1282 w 3090"/>
                <a:gd name="T17" fmla="*/ 807 h 1664"/>
                <a:gd name="T18" fmla="*/ 1342 w 3090"/>
                <a:gd name="T19" fmla="*/ 868 h 1664"/>
                <a:gd name="T20" fmla="*/ 1416 w 3090"/>
                <a:gd name="T21" fmla="*/ 912 h 1664"/>
                <a:gd name="T22" fmla="*/ 1501 w 3090"/>
                <a:gd name="T23" fmla="*/ 934 h 1664"/>
                <a:gd name="T24" fmla="*/ 1592 w 3090"/>
                <a:gd name="T25" fmla="*/ 934 h 1664"/>
                <a:gd name="T26" fmla="*/ 1676 w 3090"/>
                <a:gd name="T27" fmla="*/ 912 h 1664"/>
                <a:gd name="T28" fmla="*/ 1750 w 3090"/>
                <a:gd name="T29" fmla="*/ 868 h 1664"/>
                <a:gd name="T30" fmla="*/ 1810 w 3090"/>
                <a:gd name="T31" fmla="*/ 807 h 1664"/>
                <a:gd name="T32" fmla="*/ 1854 w 3090"/>
                <a:gd name="T33" fmla="*/ 734 h 1664"/>
                <a:gd name="T34" fmla="*/ 1878 w 3090"/>
                <a:gd name="T35" fmla="*/ 649 h 1664"/>
                <a:gd name="T36" fmla="*/ 1878 w 3090"/>
                <a:gd name="T37" fmla="*/ 559 h 1664"/>
                <a:gd name="T38" fmla="*/ 1854 w 3090"/>
                <a:gd name="T39" fmla="*/ 473 h 1664"/>
                <a:gd name="T40" fmla="*/ 1810 w 3090"/>
                <a:gd name="T41" fmla="*/ 399 h 1664"/>
                <a:gd name="T42" fmla="*/ 1750 w 3090"/>
                <a:gd name="T43" fmla="*/ 339 h 1664"/>
                <a:gd name="T44" fmla="*/ 1676 w 3090"/>
                <a:gd name="T45" fmla="*/ 295 h 1664"/>
                <a:gd name="T46" fmla="*/ 1592 w 3090"/>
                <a:gd name="T47" fmla="*/ 272 h 1664"/>
                <a:gd name="T48" fmla="*/ 0 w 3090"/>
                <a:gd name="T49" fmla="*/ 0 h 1664"/>
                <a:gd name="T50" fmla="*/ 3090 w 3090"/>
                <a:gd name="T51" fmla="*/ 1664 h 1664"/>
                <a:gd name="T52" fmla="*/ 2133 w 3090"/>
                <a:gd name="T53" fmla="*/ 1333 h 1664"/>
                <a:gd name="T54" fmla="*/ 2123 w 3090"/>
                <a:gd name="T55" fmla="*/ 1250 h 1664"/>
                <a:gd name="T56" fmla="*/ 2093 w 3090"/>
                <a:gd name="T57" fmla="*/ 1174 h 1664"/>
                <a:gd name="T58" fmla="*/ 2045 w 3090"/>
                <a:gd name="T59" fmla="*/ 1108 h 1664"/>
                <a:gd name="T60" fmla="*/ 1983 w 3090"/>
                <a:gd name="T61" fmla="*/ 1055 h 1664"/>
                <a:gd name="T62" fmla="*/ 1907 w 3090"/>
                <a:gd name="T63" fmla="*/ 1019 h 1664"/>
                <a:gd name="T64" fmla="*/ 1816 w 3090"/>
                <a:gd name="T65" fmla="*/ 991 h 1664"/>
                <a:gd name="T66" fmla="*/ 1774 w 3090"/>
                <a:gd name="T67" fmla="*/ 990 h 1664"/>
                <a:gd name="T68" fmla="*/ 1546 w 3090"/>
                <a:gd name="T69" fmla="*/ 1109 h 1664"/>
                <a:gd name="T70" fmla="*/ 1318 w 3090"/>
                <a:gd name="T71" fmla="*/ 990 h 1664"/>
                <a:gd name="T72" fmla="*/ 1277 w 3090"/>
                <a:gd name="T73" fmla="*/ 991 h 1664"/>
                <a:gd name="T74" fmla="*/ 1185 w 3090"/>
                <a:gd name="T75" fmla="*/ 1019 h 1664"/>
                <a:gd name="T76" fmla="*/ 1109 w 3090"/>
                <a:gd name="T77" fmla="*/ 1055 h 1664"/>
                <a:gd name="T78" fmla="*/ 1047 w 3090"/>
                <a:gd name="T79" fmla="*/ 1108 h 1664"/>
                <a:gd name="T80" fmla="*/ 999 w 3090"/>
                <a:gd name="T81" fmla="*/ 1174 h 1664"/>
                <a:gd name="T82" fmla="*/ 970 w 3090"/>
                <a:gd name="T83" fmla="*/ 1250 h 1664"/>
                <a:gd name="T84" fmla="*/ 958 w 3090"/>
                <a:gd name="T85" fmla="*/ 1333 h 1664"/>
                <a:gd name="T86" fmla="*/ 0 w 3090"/>
                <a:gd name="T87" fmla="*/ 1664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090" h="1664">
                  <a:moveTo>
                    <a:pt x="1546" y="269"/>
                  </a:moveTo>
                  <a:lnTo>
                    <a:pt x="1501" y="272"/>
                  </a:lnTo>
                  <a:lnTo>
                    <a:pt x="1457" y="281"/>
                  </a:lnTo>
                  <a:lnTo>
                    <a:pt x="1416" y="295"/>
                  </a:lnTo>
                  <a:lnTo>
                    <a:pt x="1377" y="315"/>
                  </a:lnTo>
                  <a:lnTo>
                    <a:pt x="1342" y="339"/>
                  </a:lnTo>
                  <a:lnTo>
                    <a:pt x="1310" y="367"/>
                  </a:lnTo>
                  <a:lnTo>
                    <a:pt x="1282" y="399"/>
                  </a:lnTo>
                  <a:lnTo>
                    <a:pt x="1258" y="435"/>
                  </a:lnTo>
                  <a:lnTo>
                    <a:pt x="1238" y="473"/>
                  </a:lnTo>
                  <a:lnTo>
                    <a:pt x="1223" y="515"/>
                  </a:lnTo>
                  <a:lnTo>
                    <a:pt x="1215" y="559"/>
                  </a:lnTo>
                  <a:lnTo>
                    <a:pt x="1212" y="603"/>
                  </a:lnTo>
                  <a:lnTo>
                    <a:pt x="1215" y="649"/>
                  </a:lnTo>
                  <a:lnTo>
                    <a:pt x="1223" y="692"/>
                  </a:lnTo>
                  <a:lnTo>
                    <a:pt x="1238" y="734"/>
                  </a:lnTo>
                  <a:lnTo>
                    <a:pt x="1258" y="772"/>
                  </a:lnTo>
                  <a:lnTo>
                    <a:pt x="1282" y="807"/>
                  </a:lnTo>
                  <a:lnTo>
                    <a:pt x="1310" y="840"/>
                  </a:lnTo>
                  <a:lnTo>
                    <a:pt x="1342" y="868"/>
                  </a:lnTo>
                  <a:lnTo>
                    <a:pt x="1377" y="892"/>
                  </a:lnTo>
                  <a:lnTo>
                    <a:pt x="1416" y="912"/>
                  </a:lnTo>
                  <a:lnTo>
                    <a:pt x="1457" y="926"/>
                  </a:lnTo>
                  <a:lnTo>
                    <a:pt x="1501" y="934"/>
                  </a:lnTo>
                  <a:lnTo>
                    <a:pt x="1546" y="938"/>
                  </a:lnTo>
                  <a:lnTo>
                    <a:pt x="1592" y="934"/>
                  </a:lnTo>
                  <a:lnTo>
                    <a:pt x="1635" y="926"/>
                  </a:lnTo>
                  <a:lnTo>
                    <a:pt x="1676" y="912"/>
                  </a:lnTo>
                  <a:lnTo>
                    <a:pt x="1714" y="892"/>
                  </a:lnTo>
                  <a:lnTo>
                    <a:pt x="1750" y="868"/>
                  </a:lnTo>
                  <a:lnTo>
                    <a:pt x="1782" y="840"/>
                  </a:lnTo>
                  <a:lnTo>
                    <a:pt x="1810" y="807"/>
                  </a:lnTo>
                  <a:lnTo>
                    <a:pt x="1835" y="772"/>
                  </a:lnTo>
                  <a:lnTo>
                    <a:pt x="1854" y="734"/>
                  </a:lnTo>
                  <a:lnTo>
                    <a:pt x="1868" y="692"/>
                  </a:lnTo>
                  <a:lnTo>
                    <a:pt x="1878" y="649"/>
                  </a:lnTo>
                  <a:lnTo>
                    <a:pt x="1880" y="603"/>
                  </a:lnTo>
                  <a:lnTo>
                    <a:pt x="1878" y="559"/>
                  </a:lnTo>
                  <a:lnTo>
                    <a:pt x="1868" y="515"/>
                  </a:lnTo>
                  <a:lnTo>
                    <a:pt x="1854" y="473"/>
                  </a:lnTo>
                  <a:lnTo>
                    <a:pt x="1835" y="435"/>
                  </a:lnTo>
                  <a:lnTo>
                    <a:pt x="1810" y="399"/>
                  </a:lnTo>
                  <a:lnTo>
                    <a:pt x="1782" y="367"/>
                  </a:lnTo>
                  <a:lnTo>
                    <a:pt x="1750" y="339"/>
                  </a:lnTo>
                  <a:lnTo>
                    <a:pt x="1714" y="315"/>
                  </a:lnTo>
                  <a:lnTo>
                    <a:pt x="1676" y="295"/>
                  </a:lnTo>
                  <a:lnTo>
                    <a:pt x="1635" y="281"/>
                  </a:lnTo>
                  <a:lnTo>
                    <a:pt x="1592" y="272"/>
                  </a:lnTo>
                  <a:lnTo>
                    <a:pt x="1546" y="269"/>
                  </a:lnTo>
                  <a:close/>
                  <a:moveTo>
                    <a:pt x="0" y="0"/>
                  </a:moveTo>
                  <a:lnTo>
                    <a:pt x="3090" y="0"/>
                  </a:lnTo>
                  <a:lnTo>
                    <a:pt x="3090" y="1664"/>
                  </a:lnTo>
                  <a:lnTo>
                    <a:pt x="2133" y="1664"/>
                  </a:lnTo>
                  <a:lnTo>
                    <a:pt x="2133" y="1333"/>
                  </a:lnTo>
                  <a:lnTo>
                    <a:pt x="2130" y="1291"/>
                  </a:lnTo>
                  <a:lnTo>
                    <a:pt x="2123" y="1250"/>
                  </a:lnTo>
                  <a:lnTo>
                    <a:pt x="2111" y="1211"/>
                  </a:lnTo>
                  <a:lnTo>
                    <a:pt x="2093" y="1174"/>
                  </a:lnTo>
                  <a:lnTo>
                    <a:pt x="2071" y="1139"/>
                  </a:lnTo>
                  <a:lnTo>
                    <a:pt x="2045" y="1108"/>
                  </a:lnTo>
                  <a:lnTo>
                    <a:pt x="2016" y="1080"/>
                  </a:lnTo>
                  <a:lnTo>
                    <a:pt x="1983" y="1055"/>
                  </a:lnTo>
                  <a:lnTo>
                    <a:pt x="1946" y="1035"/>
                  </a:lnTo>
                  <a:lnTo>
                    <a:pt x="1907" y="1019"/>
                  </a:lnTo>
                  <a:lnTo>
                    <a:pt x="1906" y="1019"/>
                  </a:lnTo>
                  <a:lnTo>
                    <a:pt x="1816" y="991"/>
                  </a:lnTo>
                  <a:lnTo>
                    <a:pt x="1795" y="987"/>
                  </a:lnTo>
                  <a:lnTo>
                    <a:pt x="1774" y="990"/>
                  </a:lnTo>
                  <a:lnTo>
                    <a:pt x="1754" y="997"/>
                  </a:lnTo>
                  <a:lnTo>
                    <a:pt x="1546" y="1109"/>
                  </a:lnTo>
                  <a:lnTo>
                    <a:pt x="1338" y="997"/>
                  </a:lnTo>
                  <a:lnTo>
                    <a:pt x="1318" y="990"/>
                  </a:lnTo>
                  <a:lnTo>
                    <a:pt x="1297" y="987"/>
                  </a:lnTo>
                  <a:lnTo>
                    <a:pt x="1277" y="991"/>
                  </a:lnTo>
                  <a:lnTo>
                    <a:pt x="1187" y="1019"/>
                  </a:lnTo>
                  <a:lnTo>
                    <a:pt x="1185" y="1019"/>
                  </a:lnTo>
                  <a:lnTo>
                    <a:pt x="1145" y="1035"/>
                  </a:lnTo>
                  <a:lnTo>
                    <a:pt x="1109" y="1055"/>
                  </a:lnTo>
                  <a:lnTo>
                    <a:pt x="1077" y="1080"/>
                  </a:lnTo>
                  <a:lnTo>
                    <a:pt x="1047" y="1108"/>
                  </a:lnTo>
                  <a:lnTo>
                    <a:pt x="1021" y="1139"/>
                  </a:lnTo>
                  <a:lnTo>
                    <a:pt x="999" y="1174"/>
                  </a:lnTo>
                  <a:lnTo>
                    <a:pt x="982" y="1211"/>
                  </a:lnTo>
                  <a:lnTo>
                    <a:pt x="970" y="1250"/>
                  </a:lnTo>
                  <a:lnTo>
                    <a:pt x="961" y="1291"/>
                  </a:lnTo>
                  <a:lnTo>
                    <a:pt x="958" y="1333"/>
                  </a:lnTo>
                  <a:lnTo>
                    <a:pt x="958" y="1664"/>
                  </a:lnTo>
                  <a:lnTo>
                    <a:pt x="0" y="16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59" name="Group 558">
            <a:extLst>
              <a:ext uri="{FF2B5EF4-FFF2-40B4-BE49-F238E27FC236}">
                <a16:creationId xmlns:a16="http://schemas.microsoft.com/office/drawing/2014/main" id="{2226BD24-4A18-4D70-897F-116E4429FF9B}"/>
              </a:ext>
            </a:extLst>
          </p:cNvPr>
          <p:cNvGrpSpPr/>
          <p:nvPr/>
        </p:nvGrpSpPr>
        <p:grpSpPr>
          <a:xfrm>
            <a:off x="10760989" y="5904856"/>
            <a:ext cx="277567" cy="278721"/>
            <a:chOff x="9034463" y="6043613"/>
            <a:chExt cx="381001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60" name="Freeform 6">
              <a:extLst>
                <a:ext uri="{FF2B5EF4-FFF2-40B4-BE49-F238E27FC236}">
                  <a16:creationId xmlns:a16="http://schemas.microsoft.com/office/drawing/2014/main" id="{CA1E80B9-7D2B-43FA-A034-23DCCAAD36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64651" y="6275388"/>
              <a:ext cx="150813" cy="150812"/>
            </a:xfrm>
            <a:custGeom>
              <a:avLst/>
              <a:gdLst>
                <a:gd name="T0" fmla="*/ 626 w 1322"/>
                <a:gd name="T1" fmla="*/ 226 h 1325"/>
                <a:gd name="T2" fmla="*/ 598 w 1322"/>
                <a:gd name="T3" fmla="*/ 241 h 1325"/>
                <a:gd name="T4" fmla="*/ 583 w 1322"/>
                <a:gd name="T5" fmla="*/ 268 h 1325"/>
                <a:gd name="T6" fmla="*/ 581 w 1322"/>
                <a:gd name="T7" fmla="*/ 699 h 1325"/>
                <a:gd name="T8" fmla="*/ 589 w 1322"/>
                <a:gd name="T9" fmla="*/ 730 h 1325"/>
                <a:gd name="T10" fmla="*/ 610 w 1322"/>
                <a:gd name="T11" fmla="*/ 752 h 1325"/>
                <a:gd name="T12" fmla="*/ 642 w 1322"/>
                <a:gd name="T13" fmla="*/ 761 h 1325"/>
                <a:gd name="T14" fmla="*/ 1001 w 1322"/>
                <a:gd name="T15" fmla="*/ 759 h 1325"/>
                <a:gd name="T16" fmla="*/ 1028 w 1322"/>
                <a:gd name="T17" fmla="*/ 742 h 1325"/>
                <a:gd name="T18" fmla="*/ 1043 w 1322"/>
                <a:gd name="T19" fmla="*/ 716 h 1325"/>
                <a:gd name="T20" fmla="*/ 1043 w 1322"/>
                <a:gd name="T21" fmla="*/ 683 h 1325"/>
                <a:gd name="T22" fmla="*/ 1027 w 1322"/>
                <a:gd name="T23" fmla="*/ 655 h 1325"/>
                <a:gd name="T24" fmla="*/ 1000 w 1322"/>
                <a:gd name="T25" fmla="*/ 640 h 1325"/>
                <a:gd name="T26" fmla="*/ 703 w 1322"/>
                <a:gd name="T27" fmla="*/ 638 h 1325"/>
                <a:gd name="T28" fmla="*/ 701 w 1322"/>
                <a:gd name="T29" fmla="*/ 268 h 1325"/>
                <a:gd name="T30" fmla="*/ 686 w 1322"/>
                <a:gd name="T31" fmla="*/ 241 h 1325"/>
                <a:gd name="T32" fmla="*/ 658 w 1322"/>
                <a:gd name="T33" fmla="*/ 226 h 1325"/>
                <a:gd name="T34" fmla="*/ 661 w 1322"/>
                <a:gd name="T35" fmla="*/ 0 h 1325"/>
                <a:gd name="T36" fmla="*/ 774 w 1322"/>
                <a:gd name="T37" fmla="*/ 10 h 1325"/>
                <a:gd name="T38" fmla="*/ 883 w 1322"/>
                <a:gd name="T39" fmla="*/ 39 h 1325"/>
                <a:gd name="T40" fmla="*/ 988 w 1322"/>
                <a:gd name="T41" fmla="*/ 87 h 1325"/>
                <a:gd name="T42" fmla="*/ 1084 w 1322"/>
                <a:gd name="T43" fmla="*/ 153 h 1325"/>
                <a:gd name="T44" fmla="*/ 1170 w 1322"/>
                <a:gd name="T45" fmla="*/ 239 h 1325"/>
                <a:gd name="T46" fmla="*/ 1236 w 1322"/>
                <a:gd name="T47" fmla="*/ 335 h 1325"/>
                <a:gd name="T48" fmla="*/ 1284 w 1322"/>
                <a:gd name="T49" fmla="*/ 441 h 1325"/>
                <a:gd name="T50" fmla="*/ 1313 w 1322"/>
                <a:gd name="T51" fmla="*/ 550 h 1325"/>
                <a:gd name="T52" fmla="*/ 1322 w 1322"/>
                <a:gd name="T53" fmla="*/ 662 h 1325"/>
                <a:gd name="T54" fmla="*/ 1313 w 1322"/>
                <a:gd name="T55" fmla="*/ 775 h 1325"/>
                <a:gd name="T56" fmla="*/ 1284 w 1322"/>
                <a:gd name="T57" fmla="*/ 885 h 1325"/>
                <a:gd name="T58" fmla="*/ 1236 w 1322"/>
                <a:gd name="T59" fmla="*/ 990 h 1325"/>
                <a:gd name="T60" fmla="*/ 1170 w 1322"/>
                <a:gd name="T61" fmla="*/ 1086 h 1325"/>
                <a:gd name="T62" fmla="*/ 1084 w 1322"/>
                <a:gd name="T63" fmla="*/ 1172 h 1325"/>
                <a:gd name="T64" fmla="*/ 988 w 1322"/>
                <a:gd name="T65" fmla="*/ 1239 h 1325"/>
                <a:gd name="T66" fmla="*/ 884 w 1322"/>
                <a:gd name="T67" fmla="*/ 1286 h 1325"/>
                <a:gd name="T68" fmla="*/ 774 w 1322"/>
                <a:gd name="T69" fmla="*/ 1316 h 1325"/>
                <a:gd name="T70" fmla="*/ 661 w 1322"/>
                <a:gd name="T71" fmla="*/ 1325 h 1325"/>
                <a:gd name="T72" fmla="*/ 605 w 1322"/>
                <a:gd name="T73" fmla="*/ 1323 h 1325"/>
                <a:gd name="T74" fmla="*/ 494 w 1322"/>
                <a:gd name="T75" fmla="*/ 1304 h 1325"/>
                <a:gd name="T76" fmla="*/ 387 w 1322"/>
                <a:gd name="T77" fmla="*/ 1265 h 1325"/>
                <a:gd name="T78" fmla="*/ 286 w 1322"/>
                <a:gd name="T79" fmla="*/ 1207 h 1325"/>
                <a:gd name="T80" fmla="*/ 194 w 1322"/>
                <a:gd name="T81" fmla="*/ 1131 h 1325"/>
                <a:gd name="T82" fmla="*/ 117 w 1322"/>
                <a:gd name="T83" fmla="*/ 1040 h 1325"/>
                <a:gd name="T84" fmla="*/ 60 w 1322"/>
                <a:gd name="T85" fmla="*/ 939 h 1325"/>
                <a:gd name="T86" fmla="*/ 21 w 1322"/>
                <a:gd name="T87" fmla="*/ 831 h 1325"/>
                <a:gd name="T88" fmla="*/ 2 w 1322"/>
                <a:gd name="T89" fmla="*/ 720 h 1325"/>
                <a:gd name="T90" fmla="*/ 2 w 1322"/>
                <a:gd name="T91" fmla="*/ 606 h 1325"/>
                <a:gd name="T92" fmla="*/ 21 w 1322"/>
                <a:gd name="T93" fmla="*/ 495 h 1325"/>
                <a:gd name="T94" fmla="*/ 60 w 1322"/>
                <a:gd name="T95" fmla="*/ 387 h 1325"/>
                <a:gd name="T96" fmla="*/ 117 w 1322"/>
                <a:gd name="T97" fmla="*/ 286 h 1325"/>
                <a:gd name="T98" fmla="*/ 194 w 1322"/>
                <a:gd name="T99" fmla="*/ 194 h 1325"/>
                <a:gd name="T100" fmla="*/ 285 w 1322"/>
                <a:gd name="T101" fmla="*/ 118 h 1325"/>
                <a:gd name="T102" fmla="*/ 386 w 1322"/>
                <a:gd name="T103" fmla="*/ 60 h 1325"/>
                <a:gd name="T104" fmla="*/ 493 w 1322"/>
                <a:gd name="T105" fmla="*/ 21 h 1325"/>
                <a:gd name="T106" fmla="*/ 604 w 1322"/>
                <a:gd name="T107" fmla="*/ 3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22" h="1325">
                  <a:moveTo>
                    <a:pt x="642" y="223"/>
                  </a:moveTo>
                  <a:lnTo>
                    <a:pt x="626" y="226"/>
                  </a:lnTo>
                  <a:lnTo>
                    <a:pt x="610" y="232"/>
                  </a:lnTo>
                  <a:lnTo>
                    <a:pt x="598" y="241"/>
                  </a:lnTo>
                  <a:lnTo>
                    <a:pt x="589" y="253"/>
                  </a:lnTo>
                  <a:lnTo>
                    <a:pt x="583" y="268"/>
                  </a:lnTo>
                  <a:lnTo>
                    <a:pt x="581" y="284"/>
                  </a:lnTo>
                  <a:lnTo>
                    <a:pt x="581" y="699"/>
                  </a:lnTo>
                  <a:lnTo>
                    <a:pt x="583" y="716"/>
                  </a:lnTo>
                  <a:lnTo>
                    <a:pt x="589" y="730"/>
                  </a:lnTo>
                  <a:lnTo>
                    <a:pt x="598" y="742"/>
                  </a:lnTo>
                  <a:lnTo>
                    <a:pt x="610" y="752"/>
                  </a:lnTo>
                  <a:lnTo>
                    <a:pt x="626" y="759"/>
                  </a:lnTo>
                  <a:lnTo>
                    <a:pt x="642" y="761"/>
                  </a:lnTo>
                  <a:lnTo>
                    <a:pt x="984" y="761"/>
                  </a:lnTo>
                  <a:lnTo>
                    <a:pt x="1001" y="759"/>
                  </a:lnTo>
                  <a:lnTo>
                    <a:pt x="1016" y="752"/>
                  </a:lnTo>
                  <a:lnTo>
                    <a:pt x="1028" y="742"/>
                  </a:lnTo>
                  <a:lnTo>
                    <a:pt x="1037" y="730"/>
                  </a:lnTo>
                  <a:lnTo>
                    <a:pt x="1043" y="716"/>
                  </a:lnTo>
                  <a:lnTo>
                    <a:pt x="1045" y="699"/>
                  </a:lnTo>
                  <a:lnTo>
                    <a:pt x="1043" y="683"/>
                  </a:lnTo>
                  <a:lnTo>
                    <a:pt x="1037" y="668"/>
                  </a:lnTo>
                  <a:lnTo>
                    <a:pt x="1027" y="655"/>
                  </a:lnTo>
                  <a:lnTo>
                    <a:pt x="1015" y="646"/>
                  </a:lnTo>
                  <a:lnTo>
                    <a:pt x="1000" y="640"/>
                  </a:lnTo>
                  <a:lnTo>
                    <a:pt x="984" y="638"/>
                  </a:lnTo>
                  <a:lnTo>
                    <a:pt x="703" y="638"/>
                  </a:lnTo>
                  <a:lnTo>
                    <a:pt x="703" y="284"/>
                  </a:lnTo>
                  <a:lnTo>
                    <a:pt x="701" y="268"/>
                  </a:lnTo>
                  <a:lnTo>
                    <a:pt x="695" y="253"/>
                  </a:lnTo>
                  <a:lnTo>
                    <a:pt x="686" y="241"/>
                  </a:lnTo>
                  <a:lnTo>
                    <a:pt x="674" y="232"/>
                  </a:lnTo>
                  <a:lnTo>
                    <a:pt x="658" y="226"/>
                  </a:lnTo>
                  <a:lnTo>
                    <a:pt x="642" y="223"/>
                  </a:lnTo>
                  <a:close/>
                  <a:moveTo>
                    <a:pt x="661" y="0"/>
                  </a:moveTo>
                  <a:lnTo>
                    <a:pt x="717" y="3"/>
                  </a:lnTo>
                  <a:lnTo>
                    <a:pt x="774" y="10"/>
                  </a:lnTo>
                  <a:lnTo>
                    <a:pt x="829" y="21"/>
                  </a:lnTo>
                  <a:lnTo>
                    <a:pt x="883" y="39"/>
                  </a:lnTo>
                  <a:lnTo>
                    <a:pt x="936" y="60"/>
                  </a:lnTo>
                  <a:lnTo>
                    <a:pt x="988" y="87"/>
                  </a:lnTo>
                  <a:lnTo>
                    <a:pt x="1037" y="118"/>
                  </a:lnTo>
                  <a:lnTo>
                    <a:pt x="1084" y="153"/>
                  </a:lnTo>
                  <a:lnTo>
                    <a:pt x="1129" y="194"/>
                  </a:lnTo>
                  <a:lnTo>
                    <a:pt x="1170" y="239"/>
                  </a:lnTo>
                  <a:lnTo>
                    <a:pt x="1205" y="286"/>
                  </a:lnTo>
                  <a:lnTo>
                    <a:pt x="1236" y="335"/>
                  </a:lnTo>
                  <a:lnTo>
                    <a:pt x="1263" y="387"/>
                  </a:lnTo>
                  <a:lnTo>
                    <a:pt x="1284" y="441"/>
                  </a:lnTo>
                  <a:lnTo>
                    <a:pt x="1300" y="495"/>
                  </a:lnTo>
                  <a:lnTo>
                    <a:pt x="1313" y="550"/>
                  </a:lnTo>
                  <a:lnTo>
                    <a:pt x="1320" y="606"/>
                  </a:lnTo>
                  <a:lnTo>
                    <a:pt x="1322" y="662"/>
                  </a:lnTo>
                  <a:lnTo>
                    <a:pt x="1320" y="719"/>
                  </a:lnTo>
                  <a:lnTo>
                    <a:pt x="1313" y="775"/>
                  </a:lnTo>
                  <a:lnTo>
                    <a:pt x="1300" y="830"/>
                  </a:lnTo>
                  <a:lnTo>
                    <a:pt x="1284" y="885"/>
                  </a:lnTo>
                  <a:lnTo>
                    <a:pt x="1263" y="939"/>
                  </a:lnTo>
                  <a:lnTo>
                    <a:pt x="1236" y="990"/>
                  </a:lnTo>
                  <a:lnTo>
                    <a:pt x="1205" y="1039"/>
                  </a:lnTo>
                  <a:lnTo>
                    <a:pt x="1170" y="1086"/>
                  </a:lnTo>
                  <a:lnTo>
                    <a:pt x="1129" y="1131"/>
                  </a:lnTo>
                  <a:lnTo>
                    <a:pt x="1084" y="1172"/>
                  </a:lnTo>
                  <a:lnTo>
                    <a:pt x="1037" y="1207"/>
                  </a:lnTo>
                  <a:lnTo>
                    <a:pt x="988" y="1239"/>
                  </a:lnTo>
                  <a:lnTo>
                    <a:pt x="937" y="1265"/>
                  </a:lnTo>
                  <a:lnTo>
                    <a:pt x="884" y="1286"/>
                  </a:lnTo>
                  <a:lnTo>
                    <a:pt x="829" y="1304"/>
                  </a:lnTo>
                  <a:lnTo>
                    <a:pt x="774" y="1316"/>
                  </a:lnTo>
                  <a:lnTo>
                    <a:pt x="717" y="1323"/>
                  </a:lnTo>
                  <a:lnTo>
                    <a:pt x="661" y="1325"/>
                  </a:lnTo>
                  <a:lnTo>
                    <a:pt x="661" y="1325"/>
                  </a:lnTo>
                  <a:lnTo>
                    <a:pt x="605" y="1323"/>
                  </a:lnTo>
                  <a:lnTo>
                    <a:pt x="549" y="1316"/>
                  </a:lnTo>
                  <a:lnTo>
                    <a:pt x="494" y="1304"/>
                  </a:lnTo>
                  <a:lnTo>
                    <a:pt x="440" y="1286"/>
                  </a:lnTo>
                  <a:lnTo>
                    <a:pt x="387" y="1265"/>
                  </a:lnTo>
                  <a:lnTo>
                    <a:pt x="335" y="1239"/>
                  </a:lnTo>
                  <a:lnTo>
                    <a:pt x="286" y="1207"/>
                  </a:lnTo>
                  <a:lnTo>
                    <a:pt x="239" y="1172"/>
                  </a:lnTo>
                  <a:lnTo>
                    <a:pt x="194" y="1131"/>
                  </a:lnTo>
                  <a:lnTo>
                    <a:pt x="153" y="1087"/>
                  </a:lnTo>
                  <a:lnTo>
                    <a:pt x="117" y="1040"/>
                  </a:lnTo>
                  <a:lnTo>
                    <a:pt x="85" y="990"/>
                  </a:lnTo>
                  <a:lnTo>
                    <a:pt x="60" y="939"/>
                  </a:lnTo>
                  <a:lnTo>
                    <a:pt x="39" y="885"/>
                  </a:lnTo>
                  <a:lnTo>
                    <a:pt x="21" y="831"/>
                  </a:lnTo>
                  <a:lnTo>
                    <a:pt x="9" y="775"/>
                  </a:lnTo>
                  <a:lnTo>
                    <a:pt x="2" y="720"/>
                  </a:lnTo>
                  <a:lnTo>
                    <a:pt x="0" y="662"/>
                  </a:lnTo>
                  <a:lnTo>
                    <a:pt x="2" y="606"/>
                  </a:lnTo>
                  <a:lnTo>
                    <a:pt x="9" y="550"/>
                  </a:lnTo>
                  <a:lnTo>
                    <a:pt x="21" y="495"/>
                  </a:lnTo>
                  <a:lnTo>
                    <a:pt x="39" y="441"/>
                  </a:lnTo>
                  <a:lnTo>
                    <a:pt x="60" y="387"/>
                  </a:lnTo>
                  <a:lnTo>
                    <a:pt x="85" y="335"/>
                  </a:lnTo>
                  <a:lnTo>
                    <a:pt x="117" y="286"/>
                  </a:lnTo>
                  <a:lnTo>
                    <a:pt x="153" y="239"/>
                  </a:lnTo>
                  <a:lnTo>
                    <a:pt x="194" y="194"/>
                  </a:lnTo>
                  <a:lnTo>
                    <a:pt x="238" y="153"/>
                  </a:lnTo>
                  <a:lnTo>
                    <a:pt x="285" y="118"/>
                  </a:lnTo>
                  <a:lnTo>
                    <a:pt x="335" y="87"/>
                  </a:lnTo>
                  <a:lnTo>
                    <a:pt x="386" y="60"/>
                  </a:lnTo>
                  <a:lnTo>
                    <a:pt x="439" y="39"/>
                  </a:lnTo>
                  <a:lnTo>
                    <a:pt x="493" y="21"/>
                  </a:lnTo>
                  <a:lnTo>
                    <a:pt x="549" y="10"/>
                  </a:lnTo>
                  <a:lnTo>
                    <a:pt x="604" y="3"/>
                  </a:lnTo>
                  <a:lnTo>
                    <a:pt x="6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1" name="Freeform 7">
              <a:extLst>
                <a:ext uri="{FF2B5EF4-FFF2-40B4-BE49-F238E27FC236}">
                  <a16:creationId xmlns:a16="http://schemas.microsoft.com/office/drawing/2014/main" id="{DE446FE6-B90F-4F9D-B49D-F1FC36104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7513" y="6043613"/>
              <a:ext cx="17463" cy="68262"/>
            </a:xfrm>
            <a:custGeom>
              <a:avLst/>
              <a:gdLst>
                <a:gd name="T0" fmla="*/ 78 w 156"/>
                <a:gd name="T1" fmla="*/ 0 h 599"/>
                <a:gd name="T2" fmla="*/ 98 w 156"/>
                <a:gd name="T3" fmla="*/ 3 h 599"/>
                <a:gd name="T4" fmla="*/ 117 w 156"/>
                <a:gd name="T5" fmla="*/ 10 h 599"/>
                <a:gd name="T6" fmla="*/ 133 w 156"/>
                <a:gd name="T7" fmla="*/ 22 h 599"/>
                <a:gd name="T8" fmla="*/ 144 w 156"/>
                <a:gd name="T9" fmla="*/ 39 h 599"/>
                <a:gd name="T10" fmla="*/ 153 w 156"/>
                <a:gd name="T11" fmla="*/ 57 h 599"/>
                <a:gd name="T12" fmla="*/ 156 w 156"/>
                <a:gd name="T13" fmla="*/ 78 h 599"/>
                <a:gd name="T14" fmla="*/ 156 w 156"/>
                <a:gd name="T15" fmla="*/ 521 h 599"/>
                <a:gd name="T16" fmla="*/ 153 w 156"/>
                <a:gd name="T17" fmla="*/ 542 h 599"/>
                <a:gd name="T18" fmla="*/ 144 w 156"/>
                <a:gd name="T19" fmla="*/ 560 h 599"/>
                <a:gd name="T20" fmla="*/ 133 w 156"/>
                <a:gd name="T21" fmla="*/ 577 h 599"/>
                <a:gd name="T22" fmla="*/ 117 w 156"/>
                <a:gd name="T23" fmla="*/ 588 h 599"/>
                <a:gd name="T24" fmla="*/ 98 w 156"/>
                <a:gd name="T25" fmla="*/ 596 h 599"/>
                <a:gd name="T26" fmla="*/ 78 w 156"/>
                <a:gd name="T27" fmla="*/ 599 h 599"/>
                <a:gd name="T28" fmla="*/ 57 w 156"/>
                <a:gd name="T29" fmla="*/ 596 h 599"/>
                <a:gd name="T30" fmla="*/ 38 w 156"/>
                <a:gd name="T31" fmla="*/ 589 h 599"/>
                <a:gd name="T32" fmla="*/ 23 w 156"/>
                <a:gd name="T33" fmla="*/ 577 h 599"/>
                <a:gd name="T34" fmla="*/ 11 w 156"/>
                <a:gd name="T35" fmla="*/ 561 h 599"/>
                <a:gd name="T36" fmla="*/ 2 w 156"/>
                <a:gd name="T37" fmla="*/ 543 h 599"/>
                <a:gd name="T38" fmla="*/ 0 w 156"/>
                <a:gd name="T39" fmla="*/ 521 h 599"/>
                <a:gd name="T40" fmla="*/ 0 w 156"/>
                <a:gd name="T41" fmla="*/ 78 h 599"/>
                <a:gd name="T42" fmla="*/ 2 w 156"/>
                <a:gd name="T43" fmla="*/ 57 h 599"/>
                <a:gd name="T44" fmla="*/ 11 w 156"/>
                <a:gd name="T45" fmla="*/ 39 h 599"/>
                <a:gd name="T46" fmla="*/ 23 w 156"/>
                <a:gd name="T47" fmla="*/ 22 h 599"/>
                <a:gd name="T48" fmla="*/ 39 w 156"/>
                <a:gd name="T49" fmla="*/ 10 h 599"/>
                <a:gd name="T50" fmla="*/ 58 w 156"/>
                <a:gd name="T51" fmla="*/ 3 h 599"/>
                <a:gd name="T52" fmla="*/ 78 w 156"/>
                <a:gd name="T5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6" h="599">
                  <a:moveTo>
                    <a:pt x="78" y="0"/>
                  </a:moveTo>
                  <a:lnTo>
                    <a:pt x="98" y="3"/>
                  </a:lnTo>
                  <a:lnTo>
                    <a:pt x="117" y="10"/>
                  </a:lnTo>
                  <a:lnTo>
                    <a:pt x="133" y="22"/>
                  </a:lnTo>
                  <a:lnTo>
                    <a:pt x="144" y="39"/>
                  </a:lnTo>
                  <a:lnTo>
                    <a:pt x="153" y="57"/>
                  </a:lnTo>
                  <a:lnTo>
                    <a:pt x="156" y="78"/>
                  </a:lnTo>
                  <a:lnTo>
                    <a:pt x="156" y="521"/>
                  </a:lnTo>
                  <a:lnTo>
                    <a:pt x="153" y="542"/>
                  </a:lnTo>
                  <a:lnTo>
                    <a:pt x="144" y="560"/>
                  </a:lnTo>
                  <a:lnTo>
                    <a:pt x="133" y="577"/>
                  </a:lnTo>
                  <a:lnTo>
                    <a:pt x="117" y="588"/>
                  </a:lnTo>
                  <a:lnTo>
                    <a:pt x="98" y="596"/>
                  </a:lnTo>
                  <a:lnTo>
                    <a:pt x="78" y="599"/>
                  </a:lnTo>
                  <a:lnTo>
                    <a:pt x="57" y="596"/>
                  </a:lnTo>
                  <a:lnTo>
                    <a:pt x="38" y="589"/>
                  </a:lnTo>
                  <a:lnTo>
                    <a:pt x="23" y="577"/>
                  </a:lnTo>
                  <a:lnTo>
                    <a:pt x="11" y="561"/>
                  </a:lnTo>
                  <a:lnTo>
                    <a:pt x="2" y="543"/>
                  </a:lnTo>
                  <a:lnTo>
                    <a:pt x="0" y="521"/>
                  </a:lnTo>
                  <a:lnTo>
                    <a:pt x="0" y="78"/>
                  </a:lnTo>
                  <a:lnTo>
                    <a:pt x="2" y="57"/>
                  </a:lnTo>
                  <a:lnTo>
                    <a:pt x="11" y="39"/>
                  </a:lnTo>
                  <a:lnTo>
                    <a:pt x="23" y="22"/>
                  </a:lnTo>
                  <a:lnTo>
                    <a:pt x="39" y="10"/>
                  </a:lnTo>
                  <a:lnTo>
                    <a:pt x="58" y="3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2" name="Freeform 8">
              <a:extLst>
                <a:ext uri="{FF2B5EF4-FFF2-40B4-BE49-F238E27FC236}">
                  <a16:creationId xmlns:a16="http://schemas.microsoft.com/office/drawing/2014/main" id="{B60C0B48-AEA9-4DDB-BAC0-500ADBD31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8138" y="6043613"/>
              <a:ext cx="17463" cy="68262"/>
            </a:xfrm>
            <a:custGeom>
              <a:avLst/>
              <a:gdLst>
                <a:gd name="T0" fmla="*/ 78 w 155"/>
                <a:gd name="T1" fmla="*/ 0 h 599"/>
                <a:gd name="T2" fmla="*/ 98 w 155"/>
                <a:gd name="T3" fmla="*/ 3 h 599"/>
                <a:gd name="T4" fmla="*/ 117 w 155"/>
                <a:gd name="T5" fmla="*/ 10 h 599"/>
                <a:gd name="T6" fmla="*/ 133 w 155"/>
                <a:gd name="T7" fmla="*/ 22 h 599"/>
                <a:gd name="T8" fmla="*/ 145 w 155"/>
                <a:gd name="T9" fmla="*/ 39 h 599"/>
                <a:gd name="T10" fmla="*/ 152 w 155"/>
                <a:gd name="T11" fmla="*/ 57 h 599"/>
                <a:gd name="T12" fmla="*/ 155 w 155"/>
                <a:gd name="T13" fmla="*/ 78 h 599"/>
                <a:gd name="T14" fmla="*/ 155 w 155"/>
                <a:gd name="T15" fmla="*/ 521 h 599"/>
                <a:gd name="T16" fmla="*/ 152 w 155"/>
                <a:gd name="T17" fmla="*/ 542 h 599"/>
                <a:gd name="T18" fmla="*/ 145 w 155"/>
                <a:gd name="T19" fmla="*/ 560 h 599"/>
                <a:gd name="T20" fmla="*/ 133 w 155"/>
                <a:gd name="T21" fmla="*/ 577 h 599"/>
                <a:gd name="T22" fmla="*/ 117 w 155"/>
                <a:gd name="T23" fmla="*/ 588 h 599"/>
                <a:gd name="T24" fmla="*/ 98 w 155"/>
                <a:gd name="T25" fmla="*/ 596 h 599"/>
                <a:gd name="T26" fmla="*/ 78 w 155"/>
                <a:gd name="T27" fmla="*/ 599 h 599"/>
                <a:gd name="T28" fmla="*/ 58 w 155"/>
                <a:gd name="T29" fmla="*/ 596 h 599"/>
                <a:gd name="T30" fmla="*/ 40 w 155"/>
                <a:gd name="T31" fmla="*/ 589 h 599"/>
                <a:gd name="T32" fmla="*/ 25 w 155"/>
                <a:gd name="T33" fmla="*/ 577 h 599"/>
                <a:gd name="T34" fmla="*/ 12 w 155"/>
                <a:gd name="T35" fmla="*/ 561 h 599"/>
                <a:gd name="T36" fmla="*/ 4 w 155"/>
                <a:gd name="T37" fmla="*/ 543 h 599"/>
                <a:gd name="T38" fmla="*/ 0 w 155"/>
                <a:gd name="T39" fmla="*/ 521 h 599"/>
                <a:gd name="T40" fmla="*/ 0 w 155"/>
                <a:gd name="T41" fmla="*/ 78 h 599"/>
                <a:gd name="T42" fmla="*/ 3 w 155"/>
                <a:gd name="T43" fmla="*/ 57 h 599"/>
                <a:gd name="T44" fmla="*/ 10 w 155"/>
                <a:gd name="T45" fmla="*/ 39 h 599"/>
                <a:gd name="T46" fmla="*/ 23 w 155"/>
                <a:gd name="T47" fmla="*/ 22 h 599"/>
                <a:gd name="T48" fmla="*/ 39 w 155"/>
                <a:gd name="T49" fmla="*/ 10 h 599"/>
                <a:gd name="T50" fmla="*/ 57 w 155"/>
                <a:gd name="T51" fmla="*/ 3 h 599"/>
                <a:gd name="T52" fmla="*/ 78 w 155"/>
                <a:gd name="T5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" h="599">
                  <a:moveTo>
                    <a:pt x="78" y="0"/>
                  </a:moveTo>
                  <a:lnTo>
                    <a:pt x="98" y="3"/>
                  </a:lnTo>
                  <a:lnTo>
                    <a:pt x="117" y="10"/>
                  </a:lnTo>
                  <a:lnTo>
                    <a:pt x="133" y="22"/>
                  </a:lnTo>
                  <a:lnTo>
                    <a:pt x="145" y="39"/>
                  </a:lnTo>
                  <a:lnTo>
                    <a:pt x="152" y="57"/>
                  </a:lnTo>
                  <a:lnTo>
                    <a:pt x="155" y="78"/>
                  </a:lnTo>
                  <a:lnTo>
                    <a:pt x="155" y="521"/>
                  </a:lnTo>
                  <a:lnTo>
                    <a:pt x="152" y="542"/>
                  </a:lnTo>
                  <a:lnTo>
                    <a:pt x="145" y="560"/>
                  </a:lnTo>
                  <a:lnTo>
                    <a:pt x="133" y="577"/>
                  </a:lnTo>
                  <a:lnTo>
                    <a:pt x="117" y="588"/>
                  </a:lnTo>
                  <a:lnTo>
                    <a:pt x="98" y="596"/>
                  </a:lnTo>
                  <a:lnTo>
                    <a:pt x="78" y="599"/>
                  </a:lnTo>
                  <a:lnTo>
                    <a:pt x="58" y="596"/>
                  </a:lnTo>
                  <a:lnTo>
                    <a:pt x="40" y="589"/>
                  </a:lnTo>
                  <a:lnTo>
                    <a:pt x="25" y="577"/>
                  </a:lnTo>
                  <a:lnTo>
                    <a:pt x="12" y="561"/>
                  </a:lnTo>
                  <a:lnTo>
                    <a:pt x="4" y="543"/>
                  </a:lnTo>
                  <a:lnTo>
                    <a:pt x="0" y="521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0" y="39"/>
                  </a:lnTo>
                  <a:lnTo>
                    <a:pt x="23" y="22"/>
                  </a:lnTo>
                  <a:lnTo>
                    <a:pt x="39" y="10"/>
                  </a:lnTo>
                  <a:lnTo>
                    <a:pt x="57" y="3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3" name="Freeform 9">
              <a:extLst>
                <a:ext uri="{FF2B5EF4-FFF2-40B4-BE49-F238E27FC236}">
                  <a16:creationId xmlns:a16="http://schemas.microsoft.com/office/drawing/2014/main" id="{B793979D-8C04-418E-8896-3733D323F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0351" y="6043613"/>
              <a:ext cx="17463" cy="68262"/>
            </a:xfrm>
            <a:custGeom>
              <a:avLst/>
              <a:gdLst>
                <a:gd name="T0" fmla="*/ 78 w 156"/>
                <a:gd name="T1" fmla="*/ 0 h 599"/>
                <a:gd name="T2" fmla="*/ 99 w 156"/>
                <a:gd name="T3" fmla="*/ 3 h 599"/>
                <a:gd name="T4" fmla="*/ 117 w 156"/>
                <a:gd name="T5" fmla="*/ 10 h 599"/>
                <a:gd name="T6" fmla="*/ 133 w 156"/>
                <a:gd name="T7" fmla="*/ 22 h 599"/>
                <a:gd name="T8" fmla="*/ 145 w 156"/>
                <a:gd name="T9" fmla="*/ 39 h 599"/>
                <a:gd name="T10" fmla="*/ 153 w 156"/>
                <a:gd name="T11" fmla="*/ 57 h 599"/>
                <a:gd name="T12" fmla="*/ 156 w 156"/>
                <a:gd name="T13" fmla="*/ 78 h 599"/>
                <a:gd name="T14" fmla="*/ 156 w 156"/>
                <a:gd name="T15" fmla="*/ 521 h 599"/>
                <a:gd name="T16" fmla="*/ 153 w 156"/>
                <a:gd name="T17" fmla="*/ 542 h 599"/>
                <a:gd name="T18" fmla="*/ 145 w 156"/>
                <a:gd name="T19" fmla="*/ 560 h 599"/>
                <a:gd name="T20" fmla="*/ 133 w 156"/>
                <a:gd name="T21" fmla="*/ 577 h 599"/>
                <a:gd name="T22" fmla="*/ 117 w 156"/>
                <a:gd name="T23" fmla="*/ 588 h 599"/>
                <a:gd name="T24" fmla="*/ 99 w 156"/>
                <a:gd name="T25" fmla="*/ 596 h 599"/>
                <a:gd name="T26" fmla="*/ 78 w 156"/>
                <a:gd name="T27" fmla="*/ 599 h 599"/>
                <a:gd name="T28" fmla="*/ 57 w 156"/>
                <a:gd name="T29" fmla="*/ 596 h 599"/>
                <a:gd name="T30" fmla="*/ 39 w 156"/>
                <a:gd name="T31" fmla="*/ 589 h 599"/>
                <a:gd name="T32" fmla="*/ 22 w 156"/>
                <a:gd name="T33" fmla="*/ 577 h 599"/>
                <a:gd name="T34" fmla="*/ 11 w 156"/>
                <a:gd name="T35" fmla="*/ 561 h 599"/>
                <a:gd name="T36" fmla="*/ 3 w 156"/>
                <a:gd name="T37" fmla="*/ 543 h 599"/>
                <a:gd name="T38" fmla="*/ 0 w 156"/>
                <a:gd name="T39" fmla="*/ 521 h 599"/>
                <a:gd name="T40" fmla="*/ 0 w 156"/>
                <a:gd name="T41" fmla="*/ 78 h 599"/>
                <a:gd name="T42" fmla="*/ 3 w 156"/>
                <a:gd name="T43" fmla="*/ 57 h 599"/>
                <a:gd name="T44" fmla="*/ 11 w 156"/>
                <a:gd name="T45" fmla="*/ 39 h 599"/>
                <a:gd name="T46" fmla="*/ 23 w 156"/>
                <a:gd name="T47" fmla="*/ 22 h 599"/>
                <a:gd name="T48" fmla="*/ 39 w 156"/>
                <a:gd name="T49" fmla="*/ 10 h 599"/>
                <a:gd name="T50" fmla="*/ 57 w 156"/>
                <a:gd name="T51" fmla="*/ 3 h 599"/>
                <a:gd name="T52" fmla="*/ 78 w 156"/>
                <a:gd name="T5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6" h="599">
                  <a:moveTo>
                    <a:pt x="78" y="0"/>
                  </a:moveTo>
                  <a:lnTo>
                    <a:pt x="99" y="3"/>
                  </a:lnTo>
                  <a:lnTo>
                    <a:pt x="117" y="10"/>
                  </a:lnTo>
                  <a:lnTo>
                    <a:pt x="133" y="22"/>
                  </a:lnTo>
                  <a:lnTo>
                    <a:pt x="145" y="39"/>
                  </a:lnTo>
                  <a:lnTo>
                    <a:pt x="153" y="57"/>
                  </a:lnTo>
                  <a:lnTo>
                    <a:pt x="156" y="78"/>
                  </a:lnTo>
                  <a:lnTo>
                    <a:pt x="156" y="521"/>
                  </a:lnTo>
                  <a:lnTo>
                    <a:pt x="153" y="542"/>
                  </a:lnTo>
                  <a:lnTo>
                    <a:pt x="145" y="560"/>
                  </a:lnTo>
                  <a:lnTo>
                    <a:pt x="133" y="577"/>
                  </a:lnTo>
                  <a:lnTo>
                    <a:pt x="117" y="588"/>
                  </a:lnTo>
                  <a:lnTo>
                    <a:pt x="99" y="596"/>
                  </a:lnTo>
                  <a:lnTo>
                    <a:pt x="78" y="599"/>
                  </a:lnTo>
                  <a:lnTo>
                    <a:pt x="57" y="596"/>
                  </a:lnTo>
                  <a:lnTo>
                    <a:pt x="39" y="589"/>
                  </a:lnTo>
                  <a:lnTo>
                    <a:pt x="22" y="577"/>
                  </a:lnTo>
                  <a:lnTo>
                    <a:pt x="11" y="561"/>
                  </a:lnTo>
                  <a:lnTo>
                    <a:pt x="3" y="543"/>
                  </a:lnTo>
                  <a:lnTo>
                    <a:pt x="0" y="521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3" y="22"/>
                  </a:lnTo>
                  <a:lnTo>
                    <a:pt x="39" y="10"/>
                  </a:lnTo>
                  <a:lnTo>
                    <a:pt x="57" y="3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4" name="Freeform 10">
              <a:extLst>
                <a:ext uri="{FF2B5EF4-FFF2-40B4-BE49-F238E27FC236}">
                  <a16:creationId xmlns:a16="http://schemas.microsoft.com/office/drawing/2014/main" id="{B8CCF9CC-8407-4DE5-8E01-7E5B2E99D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976" y="6043613"/>
              <a:ext cx="17463" cy="68262"/>
            </a:xfrm>
            <a:custGeom>
              <a:avLst/>
              <a:gdLst>
                <a:gd name="T0" fmla="*/ 77 w 155"/>
                <a:gd name="T1" fmla="*/ 0 h 599"/>
                <a:gd name="T2" fmla="*/ 98 w 155"/>
                <a:gd name="T3" fmla="*/ 3 h 599"/>
                <a:gd name="T4" fmla="*/ 117 w 155"/>
                <a:gd name="T5" fmla="*/ 10 h 599"/>
                <a:gd name="T6" fmla="*/ 132 w 155"/>
                <a:gd name="T7" fmla="*/ 22 h 599"/>
                <a:gd name="T8" fmla="*/ 145 w 155"/>
                <a:gd name="T9" fmla="*/ 39 h 599"/>
                <a:gd name="T10" fmla="*/ 153 w 155"/>
                <a:gd name="T11" fmla="*/ 57 h 599"/>
                <a:gd name="T12" fmla="*/ 155 w 155"/>
                <a:gd name="T13" fmla="*/ 78 h 599"/>
                <a:gd name="T14" fmla="*/ 155 w 155"/>
                <a:gd name="T15" fmla="*/ 521 h 599"/>
                <a:gd name="T16" fmla="*/ 153 w 155"/>
                <a:gd name="T17" fmla="*/ 542 h 599"/>
                <a:gd name="T18" fmla="*/ 145 w 155"/>
                <a:gd name="T19" fmla="*/ 560 h 599"/>
                <a:gd name="T20" fmla="*/ 132 w 155"/>
                <a:gd name="T21" fmla="*/ 577 h 599"/>
                <a:gd name="T22" fmla="*/ 117 w 155"/>
                <a:gd name="T23" fmla="*/ 588 h 599"/>
                <a:gd name="T24" fmla="*/ 98 w 155"/>
                <a:gd name="T25" fmla="*/ 596 h 599"/>
                <a:gd name="T26" fmla="*/ 77 w 155"/>
                <a:gd name="T27" fmla="*/ 599 h 599"/>
                <a:gd name="T28" fmla="*/ 57 w 155"/>
                <a:gd name="T29" fmla="*/ 596 h 599"/>
                <a:gd name="T30" fmla="*/ 39 w 155"/>
                <a:gd name="T31" fmla="*/ 589 h 599"/>
                <a:gd name="T32" fmla="*/ 23 w 155"/>
                <a:gd name="T33" fmla="*/ 577 h 599"/>
                <a:gd name="T34" fmla="*/ 11 w 155"/>
                <a:gd name="T35" fmla="*/ 561 h 599"/>
                <a:gd name="T36" fmla="*/ 3 w 155"/>
                <a:gd name="T37" fmla="*/ 543 h 599"/>
                <a:gd name="T38" fmla="*/ 0 w 155"/>
                <a:gd name="T39" fmla="*/ 521 h 599"/>
                <a:gd name="T40" fmla="*/ 0 w 155"/>
                <a:gd name="T41" fmla="*/ 78 h 599"/>
                <a:gd name="T42" fmla="*/ 3 w 155"/>
                <a:gd name="T43" fmla="*/ 57 h 599"/>
                <a:gd name="T44" fmla="*/ 11 w 155"/>
                <a:gd name="T45" fmla="*/ 39 h 599"/>
                <a:gd name="T46" fmla="*/ 23 w 155"/>
                <a:gd name="T47" fmla="*/ 22 h 599"/>
                <a:gd name="T48" fmla="*/ 39 w 155"/>
                <a:gd name="T49" fmla="*/ 10 h 599"/>
                <a:gd name="T50" fmla="*/ 57 w 155"/>
                <a:gd name="T51" fmla="*/ 3 h 599"/>
                <a:gd name="T52" fmla="*/ 77 w 155"/>
                <a:gd name="T5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" h="599">
                  <a:moveTo>
                    <a:pt x="77" y="0"/>
                  </a:moveTo>
                  <a:lnTo>
                    <a:pt x="98" y="3"/>
                  </a:lnTo>
                  <a:lnTo>
                    <a:pt x="117" y="10"/>
                  </a:lnTo>
                  <a:lnTo>
                    <a:pt x="132" y="22"/>
                  </a:lnTo>
                  <a:lnTo>
                    <a:pt x="145" y="39"/>
                  </a:lnTo>
                  <a:lnTo>
                    <a:pt x="153" y="57"/>
                  </a:lnTo>
                  <a:lnTo>
                    <a:pt x="155" y="78"/>
                  </a:lnTo>
                  <a:lnTo>
                    <a:pt x="155" y="521"/>
                  </a:lnTo>
                  <a:lnTo>
                    <a:pt x="153" y="542"/>
                  </a:lnTo>
                  <a:lnTo>
                    <a:pt x="145" y="560"/>
                  </a:lnTo>
                  <a:lnTo>
                    <a:pt x="132" y="577"/>
                  </a:lnTo>
                  <a:lnTo>
                    <a:pt x="117" y="588"/>
                  </a:lnTo>
                  <a:lnTo>
                    <a:pt x="98" y="596"/>
                  </a:lnTo>
                  <a:lnTo>
                    <a:pt x="77" y="599"/>
                  </a:lnTo>
                  <a:lnTo>
                    <a:pt x="57" y="596"/>
                  </a:lnTo>
                  <a:lnTo>
                    <a:pt x="39" y="589"/>
                  </a:lnTo>
                  <a:lnTo>
                    <a:pt x="23" y="577"/>
                  </a:lnTo>
                  <a:lnTo>
                    <a:pt x="11" y="561"/>
                  </a:lnTo>
                  <a:lnTo>
                    <a:pt x="3" y="543"/>
                  </a:lnTo>
                  <a:lnTo>
                    <a:pt x="0" y="521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3" y="22"/>
                  </a:lnTo>
                  <a:lnTo>
                    <a:pt x="39" y="10"/>
                  </a:lnTo>
                  <a:lnTo>
                    <a:pt x="57" y="3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5" name="Freeform 11">
              <a:extLst>
                <a:ext uri="{FF2B5EF4-FFF2-40B4-BE49-F238E27FC236}">
                  <a16:creationId xmlns:a16="http://schemas.microsoft.com/office/drawing/2014/main" id="{7613F27A-5CC2-451E-83FE-E9DB90262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4463" y="6078538"/>
              <a:ext cx="327025" cy="71437"/>
            </a:xfrm>
            <a:custGeom>
              <a:avLst/>
              <a:gdLst>
                <a:gd name="T0" fmla="*/ 172 w 2888"/>
                <a:gd name="T1" fmla="*/ 0 h 637"/>
                <a:gd name="T2" fmla="*/ 175 w 2888"/>
                <a:gd name="T3" fmla="*/ 254 h 637"/>
                <a:gd name="T4" fmla="*/ 198 w 2888"/>
                <a:gd name="T5" fmla="*/ 324 h 637"/>
                <a:gd name="T6" fmla="*/ 240 w 2888"/>
                <a:gd name="T7" fmla="*/ 381 h 637"/>
                <a:gd name="T8" fmla="*/ 298 w 2888"/>
                <a:gd name="T9" fmla="*/ 424 h 637"/>
                <a:gd name="T10" fmla="*/ 368 w 2888"/>
                <a:gd name="T11" fmla="*/ 446 h 637"/>
                <a:gd name="T12" fmla="*/ 443 w 2888"/>
                <a:gd name="T13" fmla="*/ 446 h 637"/>
                <a:gd name="T14" fmla="*/ 511 w 2888"/>
                <a:gd name="T15" fmla="*/ 424 h 637"/>
                <a:gd name="T16" fmla="*/ 570 w 2888"/>
                <a:gd name="T17" fmla="*/ 382 h 637"/>
                <a:gd name="T18" fmla="*/ 612 w 2888"/>
                <a:gd name="T19" fmla="*/ 324 h 637"/>
                <a:gd name="T20" fmla="*/ 635 w 2888"/>
                <a:gd name="T21" fmla="*/ 254 h 637"/>
                <a:gd name="T22" fmla="*/ 638 w 2888"/>
                <a:gd name="T23" fmla="*/ 0 h 637"/>
                <a:gd name="T24" fmla="*/ 867 w 2888"/>
                <a:gd name="T25" fmla="*/ 216 h 637"/>
                <a:gd name="T26" fmla="*/ 879 w 2888"/>
                <a:gd name="T27" fmla="*/ 290 h 637"/>
                <a:gd name="T28" fmla="*/ 912 w 2888"/>
                <a:gd name="T29" fmla="*/ 354 h 637"/>
                <a:gd name="T30" fmla="*/ 963 w 2888"/>
                <a:gd name="T31" fmla="*/ 405 h 637"/>
                <a:gd name="T32" fmla="*/ 1026 w 2888"/>
                <a:gd name="T33" fmla="*/ 437 h 637"/>
                <a:gd name="T34" fmla="*/ 1100 w 2888"/>
                <a:gd name="T35" fmla="*/ 450 h 637"/>
                <a:gd name="T36" fmla="*/ 1173 w 2888"/>
                <a:gd name="T37" fmla="*/ 438 h 637"/>
                <a:gd name="T38" fmla="*/ 1236 w 2888"/>
                <a:gd name="T39" fmla="*/ 405 h 637"/>
                <a:gd name="T40" fmla="*/ 1287 w 2888"/>
                <a:gd name="T41" fmla="*/ 354 h 637"/>
                <a:gd name="T42" fmla="*/ 1320 w 2888"/>
                <a:gd name="T43" fmla="*/ 291 h 637"/>
                <a:gd name="T44" fmla="*/ 1332 w 2888"/>
                <a:gd name="T45" fmla="*/ 216 h 637"/>
                <a:gd name="T46" fmla="*/ 1556 w 2888"/>
                <a:gd name="T47" fmla="*/ 0 h 637"/>
                <a:gd name="T48" fmla="*/ 1559 w 2888"/>
                <a:gd name="T49" fmla="*/ 254 h 637"/>
                <a:gd name="T50" fmla="*/ 1582 w 2888"/>
                <a:gd name="T51" fmla="*/ 324 h 637"/>
                <a:gd name="T52" fmla="*/ 1624 w 2888"/>
                <a:gd name="T53" fmla="*/ 381 h 637"/>
                <a:gd name="T54" fmla="*/ 1682 w 2888"/>
                <a:gd name="T55" fmla="*/ 424 h 637"/>
                <a:gd name="T56" fmla="*/ 1751 w 2888"/>
                <a:gd name="T57" fmla="*/ 446 h 637"/>
                <a:gd name="T58" fmla="*/ 1826 w 2888"/>
                <a:gd name="T59" fmla="*/ 446 h 637"/>
                <a:gd name="T60" fmla="*/ 1895 w 2888"/>
                <a:gd name="T61" fmla="*/ 424 h 637"/>
                <a:gd name="T62" fmla="*/ 1953 w 2888"/>
                <a:gd name="T63" fmla="*/ 382 h 637"/>
                <a:gd name="T64" fmla="*/ 1995 w 2888"/>
                <a:gd name="T65" fmla="*/ 324 h 637"/>
                <a:gd name="T66" fmla="*/ 2018 w 2888"/>
                <a:gd name="T67" fmla="*/ 254 h 637"/>
                <a:gd name="T68" fmla="*/ 2021 w 2888"/>
                <a:gd name="T69" fmla="*/ 0 h 637"/>
                <a:gd name="T70" fmla="*/ 2250 w 2888"/>
                <a:gd name="T71" fmla="*/ 216 h 637"/>
                <a:gd name="T72" fmla="*/ 2262 w 2888"/>
                <a:gd name="T73" fmla="*/ 290 h 637"/>
                <a:gd name="T74" fmla="*/ 2296 w 2888"/>
                <a:gd name="T75" fmla="*/ 354 h 637"/>
                <a:gd name="T76" fmla="*/ 2346 w 2888"/>
                <a:gd name="T77" fmla="*/ 405 h 637"/>
                <a:gd name="T78" fmla="*/ 2409 w 2888"/>
                <a:gd name="T79" fmla="*/ 437 h 637"/>
                <a:gd name="T80" fmla="*/ 2483 w 2888"/>
                <a:gd name="T81" fmla="*/ 450 h 637"/>
                <a:gd name="T82" fmla="*/ 2556 w 2888"/>
                <a:gd name="T83" fmla="*/ 438 h 637"/>
                <a:gd name="T84" fmla="*/ 2620 w 2888"/>
                <a:gd name="T85" fmla="*/ 405 h 637"/>
                <a:gd name="T86" fmla="*/ 2671 w 2888"/>
                <a:gd name="T87" fmla="*/ 354 h 637"/>
                <a:gd name="T88" fmla="*/ 2703 w 2888"/>
                <a:gd name="T89" fmla="*/ 291 h 637"/>
                <a:gd name="T90" fmla="*/ 2716 w 2888"/>
                <a:gd name="T91" fmla="*/ 216 h 637"/>
                <a:gd name="T92" fmla="*/ 2888 w 2888"/>
                <a:gd name="T93" fmla="*/ 0 h 637"/>
                <a:gd name="T94" fmla="*/ 0 w 2888"/>
                <a:gd name="T95" fmla="*/ 637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888" h="637">
                  <a:moveTo>
                    <a:pt x="0" y="0"/>
                  </a:moveTo>
                  <a:lnTo>
                    <a:pt x="172" y="0"/>
                  </a:lnTo>
                  <a:lnTo>
                    <a:pt x="172" y="216"/>
                  </a:lnTo>
                  <a:lnTo>
                    <a:pt x="175" y="254"/>
                  </a:lnTo>
                  <a:lnTo>
                    <a:pt x="184" y="290"/>
                  </a:lnTo>
                  <a:lnTo>
                    <a:pt x="198" y="324"/>
                  </a:lnTo>
                  <a:lnTo>
                    <a:pt x="216" y="354"/>
                  </a:lnTo>
                  <a:lnTo>
                    <a:pt x="240" y="381"/>
                  </a:lnTo>
                  <a:lnTo>
                    <a:pt x="267" y="405"/>
                  </a:lnTo>
                  <a:lnTo>
                    <a:pt x="298" y="424"/>
                  </a:lnTo>
                  <a:lnTo>
                    <a:pt x="332" y="437"/>
                  </a:lnTo>
                  <a:lnTo>
                    <a:pt x="368" y="446"/>
                  </a:lnTo>
                  <a:lnTo>
                    <a:pt x="405" y="450"/>
                  </a:lnTo>
                  <a:lnTo>
                    <a:pt x="443" y="446"/>
                  </a:lnTo>
                  <a:lnTo>
                    <a:pt x="479" y="438"/>
                  </a:lnTo>
                  <a:lnTo>
                    <a:pt x="511" y="424"/>
                  </a:lnTo>
                  <a:lnTo>
                    <a:pt x="542" y="405"/>
                  </a:lnTo>
                  <a:lnTo>
                    <a:pt x="570" y="382"/>
                  </a:lnTo>
                  <a:lnTo>
                    <a:pt x="592" y="354"/>
                  </a:lnTo>
                  <a:lnTo>
                    <a:pt x="612" y="324"/>
                  </a:lnTo>
                  <a:lnTo>
                    <a:pt x="626" y="291"/>
                  </a:lnTo>
                  <a:lnTo>
                    <a:pt x="635" y="254"/>
                  </a:lnTo>
                  <a:lnTo>
                    <a:pt x="638" y="216"/>
                  </a:lnTo>
                  <a:lnTo>
                    <a:pt x="638" y="0"/>
                  </a:lnTo>
                  <a:lnTo>
                    <a:pt x="867" y="0"/>
                  </a:lnTo>
                  <a:lnTo>
                    <a:pt x="867" y="216"/>
                  </a:lnTo>
                  <a:lnTo>
                    <a:pt x="870" y="254"/>
                  </a:lnTo>
                  <a:lnTo>
                    <a:pt x="879" y="290"/>
                  </a:lnTo>
                  <a:lnTo>
                    <a:pt x="893" y="324"/>
                  </a:lnTo>
                  <a:lnTo>
                    <a:pt x="912" y="354"/>
                  </a:lnTo>
                  <a:lnTo>
                    <a:pt x="935" y="381"/>
                  </a:lnTo>
                  <a:lnTo>
                    <a:pt x="963" y="405"/>
                  </a:lnTo>
                  <a:lnTo>
                    <a:pt x="993" y="424"/>
                  </a:lnTo>
                  <a:lnTo>
                    <a:pt x="1026" y="437"/>
                  </a:lnTo>
                  <a:lnTo>
                    <a:pt x="1062" y="446"/>
                  </a:lnTo>
                  <a:lnTo>
                    <a:pt x="1100" y="450"/>
                  </a:lnTo>
                  <a:lnTo>
                    <a:pt x="1137" y="446"/>
                  </a:lnTo>
                  <a:lnTo>
                    <a:pt x="1173" y="438"/>
                  </a:lnTo>
                  <a:lnTo>
                    <a:pt x="1207" y="424"/>
                  </a:lnTo>
                  <a:lnTo>
                    <a:pt x="1236" y="405"/>
                  </a:lnTo>
                  <a:lnTo>
                    <a:pt x="1264" y="382"/>
                  </a:lnTo>
                  <a:lnTo>
                    <a:pt x="1287" y="354"/>
                  </a:lnTo>
                  <a:lnTo>
                    <a:pt x="1306" y="324"/>
                  </a:lnTo>
                  <a:lnTo>
                    <a:pt x="1320" y="291"/>
                  </a:lnTo>
                  <a:lnTo>
                    <a:pt x="1329" y="254"/>
                  </a:lnTo>
                  <a:lnTo>
                    <a:pt x="1332" y="216"/>
                  </a:lnTo>
                  <a:lnTo>
                    <a:pt x="1332" y="0"/>
                  </a:lnTo>
                  <a:lnTo>
                    <a:pt x="1556" y="0"/>
                  </a:lnTo>
                  <a:lnTo>
                    <a:pt x="1556" y="216"/>
                  </a:lnTo>
                  <a:lnTo>
                    <a:pt x="1559" y="254"/>
                  </a:lnTo>
                  <a:lnTo>
                    <a:pt x="1568" y="290"/>
                  </a:lnTo>
                  <a:lnTo>
                    <a:pt x="1582" y="324"/>
                  </a:lnTo>
                  <a:lnTo>
                    <a:pt x="1601" y="354"/>
                  </a:lnTo>
                  <a:lnTo>
                    <a:pt x="1624" y="381"/>
                  </a:lnTo>
                  <a:lnTo>
                    <a:pt x="1652" y="405"/>
                  </a:lnTo>
                  <a:lnTo>
                    <a:pt x="1682" y="424"/>
                  </a:lnTo>
                  <a:lnTo>
                    <a:pt x="1715" y="437"/>
                  </a:lnTo>
                  <a:lnTo>
                    <a:pt x="1751" y="446"/>
                  </a:lnTo>
                  <a:lnTo>
                    <a:pt x="1789" y="450"/>
                  </a:lnTo>
                  <a:lnTo>
                    <a:pt x="1826" y="446"/>
                  </a:lnTo>
                  <a:lnTo>
                    <a:pt x="1862" y="438"/>
                  </a:lnTo>
                  <a:lnTo>
                    <a:pt x="1895" y="424"/>
                  </a:lnTo>
                  <a:lnTo>
                    <a:pt x="1926" y="405"/>
                  </a:lnTo>
                  <a:lnTo>
                    <a:pt x="1953" y="382"/>
                  </a:lnTo>
                  <a:lnTo>
                    <a:pt x="1976" y="354"/>
                  </a:lnTo>
                  <a:lnTo>
                    <a:pt x="1995" y="324"/>
                  </a:lnTo>
                  <a:lnTo>
                    <a:pt x="2009" y="291"/>
                  </a:lnTo>
                  <a:lnTo>
                    <a:pt x="2018" y="254"/>
                  </a:lnTo>
                  <a:lnTo>
                    <a:pt x="2021" y="216"/>
                  </a:lnTo>
                  <a:lnTo>
                    <a:pt x="2021" y="0"/>
                  </a:lnTo>
                  <a:lnTo>
                    <a:pt x="2250" y="0"/>
                  </a:lnTo>
                  <a:lnTo>
                    <a:pt x="2250" y="216"/>
                  </a:lnTo>
                  <a:lnTo>
                    <a:pt x="2253" y="254"/>
                  </a:lnTo>
                  <a:lnTo>
                    <a:pt x="2262" y="290"/>
                  </a:lnTo>
                  <a:lnTo>
                    <a:pt x="2277" y="324"/>
                  </a:lnTo>
                  <a:lnTo>
                    <a:pt x="2296" y="354"/>
                  </a:lnTo>
                  <a:lnTo>
                    <a:pt x="2319" y="381"/>
                  </a:lnTo>
                  <a:lnTo>
                    <a:pt x="2346" y="405"/>
                  </a:lnTo>
                  <a:lnTo>
                    <a:pt x="2377" y="424"/>
                  </a:lnTo>
                  <a:lnTo>
                    <a:pt x="2409" y="437"/>
                  </a:lnTo>
                  <a:lnTo>
                    <a:pt x="2445" y="446"/>
                  </a:lnTo>
                  <a:lnTo>
                    <a:pt x="2483" y="450"/>
                  </a:lnTo>
                  <a:lnTo>
                    <a:pt x="2521" y="446"/>
                  </a:lnTo>
                  <a:lnTo>
                    <a:pt x="2556" y="438"/>
                  </a:lnTo>
                  <a:lnTo>
                    <a:pt x="2590" y="424"/>
                  </a:lnTo>
                  <a:lnTo>
                    <a:pt x="2620" y="405"/>
                  </a:lnTo>
                  <a:lnTo>
                    <a:pt x="2647" y="382"/>
                  </a:lnTo>
                  <a:lnTo>
                    <a:pt x="2671" y="354"/>
                  </a:lnTo>
                  <a:lnTo>
                    <a:pt x="2689" y="324"/>
                  </a:lnTo>
                  <a:lnTo>
                    <a:pt x="2703" y="291"/>
                  </a:lnTo>
                  <a:lnTo>
                    <a:pt x="2713" y="254"/>
                  </a:lnTo>
                  <a:lnTo>
                    <a:pt x="2716" y="216"/>
                  </a:lnTo>
                  <a:lnTo>
                    <a:pt x="2716" y="0"/>
                  </a:lnTo>
                  <a:lnTo>
                    <a:pt x="2888" y="0"/>
                  </a:lnTo>
                  <a:lnTo>
                    <a:pt x="2888" y="637"/>
                  </a:lnTo>
                  <a:lnTo>
                    <a:pt x="0" y="6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6" name="Freeform 12">
              <a:extLst>
                <a:ext uri="{FF2B5EF4-FFF2-40B4-BE49-F238E27FC236}">
                  <a16:creationId xmlns:a16="http://schemas.microsoft.com/office/drawing/2014/main" id="{39E90CD3-97C2-4DCA-9FE6-359B8F8DB4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34463" y="6167438"/>
              <a:ext cx="327025" cy="209550"/>
            </a:xfrm>
            <a:custGeom>
              <a:avLst/>
              <a:gdLst>
                <a:gd name="T0" fmla="*/ 1254 w 2891"/>
                <a:gd name="T1" fmla="*/ 1040 h 1838"/>
                <a:gd name="T2" fmla="*/ 1254 w 2891"/>
                <a:gd name="T3" fmla="*/ 1343 h 1838"/>
                <a:gd name="T4" fmla="*/ 1639 w 2891"/>
                <a:gd name="T5" fmla="*/ 1343 h 1838"/>
                <a:gd name="T6" fmla="*/ 1639 w 2891"/>
                <a:gd name="T7" fmla="*/ 1040 h 1838"/>
                <a:gd name="T8" fmla="*/ 1254 w 2891"/>
                <a:gd name="T9" fmla="*/ 1040 h 1838"/>
                <a:gd name="T10" fmla="*/ 428 w 2891"/>
                <a:gd name="T11" fmla="*/ 1040 h 1838"/>
                <a:gd name="T12" fmla="*/ 428 w 2891"/>
                <a:gd name="T13" fmla="*/ 1343 h 1838"/>
                <a:gd name="T14" fmla="*/ 813 w 2891"/>
                <a:gd name="T15" fmla="*/ 1343 h 1838"/>
                <a:gd name="T16" fmla="*/ 813 w 2891"/>
                <a:gd name="T17" fmla="*/ 1040 h 1838"/>
                <a:gd name="T18" fmla="*/ 428 w 2891"/>
                <a:gd name="T19" fmla="*/ 1040 h 1838"/>
                <a:gd name="T20" fmla="*/ 2077 w 2891"/>
                <a:gd name="T21" fmla="*/ 318 h 1838"/>
                <a:gd name="T22" fmla="*/ 2077 w 2891"/>
                <a:gd name="T23" fmla="*/ 623 h 1838"/>
                <a:gd name="T24" fmla="*/ 2462 w 2891"/>
                <a:gd name="T25" fmla="*/ 623 h 1838"/>
                <a:gd name="T26" fmla="*/ 2462 w 2891"/>
                <a:gd name="T27" fmla="*/ 318 h 1838"/>
                <a:gd name="T28" fmla="*/ 2077 w 2891"/>
                <a:gd name="T29" fmla="*/ 318 h 1838"/>
                <a:gd name="T30" fmla="*/ 1254 w 2891"/>
                <a:gd name="T31" fmla="*/ 318 h 1838"/>
                <a:gd name="T32" fmla="*/ 1254 w 2891"/>
                <a:gd name="T33" fmla="*/ 620 h 1838"/>
                <a:gd name="T34" fmla="*/ 1639 w 2891"/>
                <a:gd name="T35" fmla="*/ 620 h 1838"/>
                <a:gd name="T36" fmla="*/ 1639 w 2891"/>
                <a:gd name="T37" fmla="*/ 318 h 1838"/>
                <a:gd name="T38" fmla="*/ 1254 w 2891"/>
                <a:gd name="T39" fmla="*/ 318 h 1838"/>
                <a:gd name="T40" fmla="*/ 428 w 2891"/>
                <a:gd name="T41" fmla="*/ 318 h 1838"/>
                <a:gd name="T42" fmla="*/ 428 w 2891"/>
                <a:gd name="T43" fmla="*/ 620 h 1838"/>
                <a:gd name="T44" fmla="*/ 813 w 2891"/>
                <a:gd name="T45" fmla="*/ 620 h 1838"/>
                <a:gd name="T46" fmla="*/ 813 w 2891"/>
                <a:gd name="T47" fmla="*/ 318 h 1838"/>
                <a:gd name="T48" fmla="*/ 428 w 2891"/>
                <a:gd name="T49" fmla="*/ 318 h 1838"/>
                <a:gd name="T50" fmla="*/ 0 w 2891"/>
                <a:gd name="T51" fmla="*/ 0 h 1838"/>
                <a:gd name="T52" fmla="*/ 2891 w 2891"/>
                <a:gd name="T53" fmla="*/ 0 h 1838"/>
                <a:gd name="T54" fmla="*/ 2891 w 2891"/>
                <a:gd name="T55" fmla="*/ 826 h 1838"/>
                <a:gd name="T56" fmla="*/ 2829 w 2891"/>
                <a:gd name="T57" fmla="*/ 813 h 1838"/>
                <a:gd name="T58" fmla="*/ 2767 w 2891"/>
                <a:gd name="T59" fmla="*/ 805 h 1838"/>
                <a:gd name="T60" fmla="*/ 2703 w 2891"/>
                <a:gd name="T61" fmla="*/ 802 h 1838"/>
                <a:gd name="T62" fmla="*/ 2640 w 2891"/>
                <a:gd name="T63" fmla="*/ 803 h 1838"/>
                <a:gd name="T64" fmla="*/ 2577 w 2891"/>
                <a:gd name="T65" fmla="*/ 810 h 1838"/>
                <a:gd name="T66" fmla="*/ 2515 w 2891"/>
                <a:gd name="T67" fmla="*/ 821 h 1838"/>
                <a:gd name="T68" fmla="*/ 2453 w 2891"/>
                <a:gd name="T69" fmla="*/ 837 h 1838"/>
                <a:gd name="T70" fmla="*/ 2393 w 2891"/>
                <a:gd name="T71" fmla="*/ 859 h 1838"/>
                <a:gd name="T72" fmla="*/ 2334 w 2891"/>
                <a:gd name="T73" fmla="*/ 886 h 1838"/>
                <a:gd name="T74" fmla="*/ 2277 w 2891"/>
                <a:gd name="T75" fmla="*/ 916 h 1838"/>
                <a:gd name="T76" fmla="*/ 2223 w 2891"/>
                <a:gd name="T77" fmla="*/ 953 h 1838"/>
                <a:gd name="T78" fmla="*/ 2170 w 2891"/>
                <a:gd name="T79" fmla="*/ 994 h 1838"/>
                <a:gd name="T80" fmla="*/ 2121 w 2891"/>
                <a:gd name="T81" fmla="*/ 1039 h 1838"/>
                <a:gd name="T82" fmla="*/ 2076 w 2891"/>
                <a:gd name="T83" fmla="*/ 1087 h 1838"/>
                <a:gd name="T84" fmla="*/ 2037 w 2891"/>
                <a:gd name="T85" fmla="*/ 1137 h 1838"/>
                <a:gd name="T86" fmla="*/ 2001 w 2891"/>
                <a:gd name="T87" fmla="*/ 1189 h 1838"/>
                <a:gd name="T88" fmla="*/ 1971 w 2891"/>
                <a:gd name="T89" fmla="*/ 1243 h 1838"/>
                <a:gd name="T90" fmla="*/ 1945 w 2891"/>
                <a:gd name="T91" fmla="*/ 1300 h 1838"/>
                <a:gd name="T92" fmla="*/ 1923 w 2891"/>
                <a:gd name="T93" fmla="*/ 1358 h 1838"/>
                <a:gd name="T94" fmla="*/ 1906 w 2891"/>
                <a:gd name="T95" fmla="*/ 1416 h 1838"/>
                <a:gd name="T96" fmla="*/ 1894 w 2891"/>
                <a:gd name="T97" fmla="*/ 1475 h 1838"/>
                <a:gd name="T98" fmla="*/ 1886 w 2891"/>
                <a:gd name="T99" fmla="*/ 1536 h 1838"/>
                <a:gd name="T100" fmla="*/ 1883 w 2891"/>
                <a:gd name="T101" fmla="*/ 1597 h 1838"/>
                <a:gd name="T102" fmla="*/ 1884 w 2891"/>
                <a:gd name="T103" fmla="*/ 1657 h 1838"/>
                <a:gd name="T104" fmla="*/ 1889 w 2891"/>
                <a:gd name="T105" fmla="*/ 1719 h 1838"/>
                <a:gd name="T106" fmla="*/ 1899 w 2891"/>
                <a:gd name="T107" fmla="*/ 1779 h 1838"/>
                <a:gd name="T108" fmla="*/ 1913 w 2891"/>
                <a:gd name="T109" fmla="*/ 1838 h 1838"/>
                <a:gd name="T110" fmla="*/ 0 w 2891"/>
                <a:gd name="T111" fmla="*/ 1838 h 1838"/>
                <a:gd name="T112" fmla="*/ 0 w 2891"/>
                <a:gd name="T113" fmla="*/ 0 h 1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91" h="1838">
                  <a:moveTo>
                    <a:pt x="1254" y="1040"/>
                  </a:moveTo>
                  <a:lnTo>
                    <a:pt x="1254" y="1343"/>
                  </a:lnTo>
                  <a:lnTo>
                    <a:pt x="1639" y="1343"/>
                  </a:lnTo>
                  <a:lnTo>
                    <a:pt x="1639" y="1040"/>
                  </a:lnTo>
                  <a:lnTo>
                    <a:pt x="1254" y="1040"/>
                  </a:lnTo>
                  <a:close/>
                  <a:moveTo>
                    <a:pt x="428" y="1040"/>
                  </a:moveTo>
                  <a:lnTo>
                    <a:pt x="428" y="1343"/>
                  </a:lnTo>
                  <a:lnTo>
                    <a:pt x="813" y="1343"/>
                  </a:lnTo>
                  <a:lnTo>
                    <a:pt x="813" y="1040"/>
                  </a:lnTo>
                  <a:lnTo>
                    <a:pt x="428" y="1040"/>
                  </a:lnTo>
                  <a:close/>
                  <a:moveTo>
                    <a:pt x="2077" y="318"/>
                  </a:moveTo>
                  <a:lnTo>
                    <a:pt x="2077" y="623"/>
                  </a:lnTo>
                  <a:lnTo>
                    <a:pt x="2462" y="623"/>
                  </a:lnTo>
                  <a:lnTo>
                    <a:pt x="2462" y="318"/>
                  </a:lnTo>
                  <a:lnTo>
                    <a:pt x="2077" y="318"/>
                  </a:lnTo>
                  <a:close/>
                  <a:moveTo>
                    <a:pt x="1254" y="318"/>
                  </a:moveTo>
                  <a:lnTo>
                    <a:pt x="1254" y="620"/>
                  </a:lnTo>
                  <a:lnTo>
                    <a:pt x="1639" y="620"/>
                  </a:lnTo>
                  <a:lnTo>
                    <a:pt x="1639" y="318"/>
                  </a:lnTo>
                  <a:lnTo>
                    <a:pt x="1254" y="318"/>
                  </a:lnTo>
                  <a:close/>
                  <a:moveTo>
                    <a:pt x="428" y="318"/>
                  </a:moveTo>
                  <a:lnTo>
                    <a:pt x="428" y="620"/>
                  </a:lnTo>
                  <a:lnTo>
                    <a:pt x="813" y="620"/>
                  </a:lnTo>
                  <a:lnTo>
                    <a:pt x="813" y="318"/>
                  </a:lnTo>
                  <a:lnTo>
                    <a:pt x="428" y="318"/>
                  </a:lnTo>
                  <a:close/>
                  <a:moveTo>
                    <a:pt x="0" y="0"/>
                  </a:moveTo>
                  <a:lnTo>
                    <a:pt x="2891" y="0"/>
                  </a:lnTo>
                  <a:lnTo>
                    <a:pt x="2891" y="826"/>
                  </a:lnTo>
                  <a:lnTo>
                    <a:pt x="2829" y="813"/>
                  </a:lnTo>
                  <a:lnTo>
                    <a:pt x="2767" y="805"/>
                  </a:lnTo>
                  <a:lnTo>
                    <a:pt x="2703" y="802"/>
                  </a:lnTo>
                  <a:lnTo>
                    <a:pt x="2640" y="803"/>
                  </a:lnTo>
                  <a:lnTo>
                    <a:pt x="2577" y="810"/>
                  </a:lnTo>
                  <a:lnTo>
                    <a:pt x="2515" y="821"/>
                  </a:lnTo>
                  <a:lnTo>
                    <a:pt x="2453" y="837"/>
                  </a:lnTo>
                  <a:lnTo>
                    <a:pt x="2393" y="859"/>
                  </a:lnTo>
                  <a:lnTo>
                    <a:pt x="2334" y="886"/>
                  </a:lnTo>
                  <a:lnTo>
                    <a:pt x="2277" y="916"/>
                  </a:lnTo>
                  <a:lnTo>
                    <a:pt x="2223" y="953"/>
                  </a:lnTo>
                  <a:lnTo>
                    <a:pt x="2170" y="994"/>
                  </a:lnTo>
                  <a:lnTo>
                    <a:pt x="2121" y="1039"/>
                  </a:lnTo>
                  <a:lnTo>
                    <a:pt x="2076" y="1087"/>
                  </a:lnTo>
                  <a:lnTo>
                    <a:pt x="2037" y="1137"/>
                  </a:lnTo>
                  <a:lnTo>
                    <a:pt x="2001" y="1189"/>
                  </a:lnTo>
                  <a:lnTo>
                    <a:pt x="1971" y="1243"/>
                  </a:lnTo>
                  <a:lnTo>
                    <a:pt x="1945" y="1300"/>
                  </a:lnTo>
                  <a:lnTo>
                    <a:pt x="1923" y="1358"/>
                  </a:lnTo>
                  <a:lnTo>
                    <a:pt x="1906" y="1416"/>
                  </a:lnTo>
                  <a:lnTo>
                    <a:pt x="1894" y="1475"/>
                  </a:lnTo>
                  <a:lnTo>
                    <a:pt x="1886" y="1536"/>
                  </a:lnTo>
                  <a:lnTo>
                    <a:pt x="1883" y="1597"/>
                  </a:lnTo>
                  <a:lnTo>
                    <a:pt x="1884" y="1657"/>
                  </a:lnTo>
                  <a:lnTo>
                    <a:pt x="1889" y="1719"/>
                  </a:lnTo>
                  <a:lnTo>
                    <a:pt x="1899" y="1779"/>
                  </a:lnTo>
                  <a:lnTo>
                    <a:pt x="1913" y="1838"/>
                  </a:lnTo>
                  <a:lnTo>
                    <a:pt x="0" y="18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BEAAE615-7C2C-4A79-A07F-B2C5AF827E58}"/>
              </a:ext>
            </a:extLst>
          </p:cNvPr>
          <p:cNvGrpSpPr/>
          <p:nvPr/>
        </p:nvGrpSpPr>
        <p:grpSpPr>
          <a:xfrm>
            <a:off x="11427028" y="5904853"/>
            <a:ext cx="278723" cy="278723"/>
            <a:chOff x="9626600" y="5999163"/>
            <a:chExt cx="38258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68" name="Freeform 17">
              <a:extLst>
                <a:ext uri="{FF2B5EF4-FFF2-40B4-BE49-F238E27FC236}">
                  <a16:creationId xmlns:a16="http://schemas.microsoft.com/office/drawing/2014/main" id="{AFF15E70-9DB6-47FD-BD99-85CA45D2B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2650" y="6148388"/>
              <a:ext cx="236538" cy="233363"/>
            </a:xfrm>
            <a:custGeom>
              <a:avLst/>
              <a:gdLst>
                <a:gd name="T0" fmla="*/ 1960 w 2079"/>
                <a:gd name="T1" fmla="*/ 74 h 2071"/>
                <a:gd name="T2" fmla="*/ 2017 w 2079"/>
                <a:gd name="T3" fmla="*/ 228 h 2071"/>
                <a:gd name="T4" fmla="*/ 2056 w 2079"/>
                <a:gd name="T5" fmla="*/ 389 h 2071"/>
                <a:gd name="T6" fmla="*/ 2076 w 2079"/>
                <a:gd name="T7" fmla="*/ 557 h 2071"/>
                <a:gd name="T8" fmla="*/ 2076 w 2079"/>
                <a:gd name="T9" fmla="*/ 741 h 2071"/>
                <a:gd name="T10" fmla="*/ 2050 w 2079"/>
                <a:gd name="T11" fmla="*/ 931 h 2071"/>
                <a:gd name="T12" fmla="*/ 2000 w 2079"/>
                <a:gd name="T13" fmla="*/ 1112 h 2071"/>
                <a:gd name="T14" fmla="*/ 1928 w 2079"/>
                <a:gd name="T15" fmla="*/ 1283 h 2071"/>
                <a:gd name="T16" fmla="*/ 1835 w 2079"/>
                <a:gd name="T17" fmla="*/ 1441 h 2071"/>
                <a:gd name="T18" fmla="*/ 1724 w 2079"/>
                <a:gd name="T19" fmla="*/ 1586 h 2071"/>
                <a:gd name="T20" fmla="*/ 1595 w 2079"/>
                <a:gd name="T21" fmla="*/ 1715 h 2071"/>
                <a:gd name="T22" fmla="*/ 1451 w 2079"/>
                <a:gd name="T23" fmla="*/ 1826 h 2071"/>
                <a:gd name="T24" fmla="*/ 1293 w 2079"/>
                <a:gd name="T25" fmla="*/ 1920 h 2071"/>
                <a:gd name="T26" fmla="*/ 1122 w 2079"/>
                <a:gd name="T27" fmla="*/ 1992 h 2071"/>
                <a:gd name="T28" fmla="*/ 941 w 2079"/>
                <a:gd name="T29" fmla="*/ 2041 h 2071"/>
                <a:gd name="T30" fmla="*/ 751 w 2079"/>
                <a:gd name="T31" fmla="*/ 2067 h 2071"/>
                <a:gd name="T32" fmla="*/ 566 w 2079"/>
                <a:gd name="T33" fmla="*/ 2068 h 2071"/>
                <a:gd name="T34" fmla="*/ 395 w 2079"/>
                <a:gd name="T35" fmla="*/ 2047 h 2071"/>
                <a:gd name="T36" fmla="*/ 231 w 2079"/>
                <a:gd name="T37" fmla="*/ 2006 h 2071"/>
                <a:gd name="T38" fmla="*/ 75 w 2079"/>
                <a:gd name="T39" fmla="*/ 1948 h 2071"/>
                <a:gd name="T40" fmla="*/ 87 w 2079"/>
                <a:gd name="T41" fmla="*/ 1931 h 2071"/>
                <a:gd name="T42" fmla="*/ 264 w 2079"/>
                <a:gd name="T43" fmla="*/ 1957 h 2071"/>
                <a:gd name="T44" fmla="*/ 444 w 2079"/>
                <a:gd name="T45" fmla="*/ 1961 h 2071"/>
                <a:gd name="T46" fmla="*/ 621 w 2079"/>
                <a:gd name="T47" fmla="*/ 1946 h 2071"/>
                <a:gd name="T48" fmla="*/ 797 w 2079"/>
                <a:gd name="T49" fmla="*/ 1910 h 2071"/>
                <a:gd name="T50" fmla="*/ 969 w 2079"/>
                <a:gd name="T51" fmla="*/ 1853 h 2071"/>
                <a:gd name="T52" fmla="*/ 1135 w 2079"/>
                <a:gd name="T53" fmla="*/ 1777 h 2071"/>
                <a:gd name="T54" fmla="*/ 1293 w 2079"/>
                <a:gd name="T55" fmla="*/ 1681 h 2071"/>
                <a:gd name="T56" fmla="*/ 1440 w 2079"/>
                <a:gd name="T57" fmla="*/ 1565 h 2071"/>
                <a:gd name="T58" fmla="*/ 1576 w 2079"/>
                <a:gd name="T59" fmla="*/ 1429 h 2071"/>
                <a:gd name="T60" fmla="*/ 1690 w 2079"/>
                <a:gd name="T61" fmla="*/ 1282 h 2071"/>
                <a:gd name="T62" fmla="*/ 1787 w 2079"/>
                <a:gd name="T63" fmla="*/ 1126 h 2071"/>
                <a:gd name="T64" fmla="*/ 1863 w 2079"/>
                <a:gd name="T65" fmla="*/ 962 h 2071"/>
                <a:gd name="T66" fmla="*/ 1919 w 2079"/>
                <a:gd name="T67" fmla="*/ 792 h 2071"/>
                <a:gd name="T68" fmla="*/ 1955 w 2079"/>
                <a:gd name="T69" fmla="*/ 618 h 2071"/>
                <a:gd name="T70" fmla="*/ 1971 w 2079"/>
                <a:gd name="T71" fmla="*/ 440 h 2071"/>
                <a:gd name="T72" fmla="*/ 1968 w 2079"/>
                <a:gd name="T73" fmla="*/ 264 h 2071"/>
                <a:gd name="T74" fmla="*/ 1945 w 2079"/>
                <a:gd name="T75" fmla="*/ 87 h 2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79" h="2071">
                  <a:moveTo>
                    <a:pt x="1926" y="0"/>
                  </a:moveTo>
                  <a:lnTo>
                    <a:pt x="1960" y="74"/>
                  </a:lnTo>
                  <a:lnTo>
                    <a:pt x="1991" y="150"/>
                  </a:lnTo>
                  <a:lnTo>
                    <a:pt x="2017" y="228"/>
                  </a:lnTo>
                  <a:lnTo>
                    <a:pt x="2039" y="308"/>
                  </a:lnTo>
                  <a:lnTo>
                    <a:pt x="2056" y="389"/>
                  </a:lnTo>
                  <a:lnTo>
                    <a:pt x="2069" y="472"/>
                  </a:lnTo>
                  <a:lnTo>
                    <a:pt x="2076" y="557"/>
                  </a:lnTo>
                  <a:lnTo>
                    <a:pt x="2079" y="644"/>
                  </a:lnTo>
                  <a:lnTo>
                    <a:pt x="2076" y="741"/>
                  </a:lnTo>
                  <a:lnTo>
                    <a:pt x="2066" y="837"/>
                  </a:lnTo>
                  <a:lnTo>
                    <a:pt x="2050" y="931"/>
                  </a:lnTo>
                  <a:lnTo>
                    <a:pt x="2028" y="1023"/>
                  </a:lnTo>
                  <a:lnTo>
                    <a:pt x="2000" y="1112"/>
                  </a:lnTo>
                  <a:lnTo>
                    <a:pt x="1967" y="1199"/>
                  </a:lnTo>
                  <a:lnTo>
                    <a:pt x="1928" y="1283"/>
                  </a:lnTo>
                  <a:lnTo>
                    <a:pt x="1884" y="1363"/>
                  </a:lnTo>
                  <a:lnTo>
                    <a:pt x="1835" y="1441"/>
                  </a:lnTo>
                  <a:lnTo>
                    <a:pt x="1782" y="1515"/>
                  </a:lnTo>
                  <a:lnTo>
                    <a:pt x="1724" y="1586"/>
                  </a:lnTo>
                  <a:lnTo>
                    <a:pt x="1662" y="1653"/>
                  </a:lnTo>
                  <a:lnTo>
                    <a:pt x="1595" y="1715"/>
                  </a:lnTo>
                  <a:lnTo>
                    <a:pt x="1524" y="1773"/>
                  </a:lnTo>
                  <a:lnTo>
                    <a:pt x="1451" y="1826"/>
                  </a:lnTo>
                  <a:lnTo>
                    <a:pt x="1374" y="1876"/>
                  </a:lnTo>
                  <a:lnTo>
                    <a:pt x="1293" y="1920"/>
                  </a:lnTo>
                  <a:lnTo>
                    <a:pt x="1209" y="1958"/>
                  </a:lnTo>
                  <a:lnTo>
                    <a:pt x="1122" y="1992"/>
                  </a:lnTo>
                  <a:lnTo>
                    <a:pt x="1033" y="2019"/>
                  </a:lnTo>
                  <a:lnTo>
                    <a:pt x="941" y="2041"/>
                  </a:lnTo>
                  <a:lnTo>
                    <a:pt x="848" y="2057"/>
                  </a:lnTo>
                  <a:lnTo>
                    <a:pt x="751" y="2067"/>
                  </a:lnTo>
                  <a:lnTo>
                    <a:pt x="654" y="2071"/>
                  </a:lnTo>
                  <a:lnTo>
                    <a:pt x="566" y="2068"/>
                  </a:lnTo>
                  <a:lnTo>
                    <a:pt x="480" y="2059"/>
                  </a:lnTo>
                  <a:lnTo>
                    <a:pt x="395" y="2047"/>
                  </a:lnTo>
                  <a:lnTo>
                    <a:pt x="312" y="2029"/>
                  </a:lnTo>
                  <a:lnTo>
                    <a:pt x="231" y="2006"/>
                  </a:lnTo>
                  <a:lnTo>
                    <a:pt x="152" y="1979"/>
                  </a:lnTo>
                  <a:lnTo>
                    <a:pt x="75" y="1948"/>
                  </a:lnTo>
                  <a:lnTo>
                    <a:pt x="0" y="1912"/>
                  </a:lnTo>
                  <a:lnTo>
                    <a:pt x="87" y="1931"/>
                  </a:lnTo>
                  <a:lnTo>
                    <a:pt x="175" y="1947"/>
                  </a:lnTo>
                  <a:lnTo>
                    <a:pt x="264" y="1957"/>
                  </a:lnTo>
                  <a:lnTo>
                    <a:pt x="354" y="1961"/>
                  </a:lnTo>
                  <a:lnTo>
                    <a:pt x="444" y="1961"/>
                  </a:lnTo>
                  <a:lnTo>
                    <a:pt x="533" y="1956"/>
                  </a:lnTo>
                  <a:lnTo>
                    <a:pt x="621" y="1946"/>
                  </a:lnTo>
                  <a:lnTo>
                    <a:pt x="710" y="1930"/>
                  </a:lnTo>
                  <a:lnTo>
                    <a:pt x="797" y="1910"/>
                  </a:lnTo>
                  <a:lnTo>
                    <a:pt x="884" y="1884"/>
                  </a:lnTo>
                  <a:lnTo>
                    <a:pt x="969" y="1853"/>
                  </a:lnTo>
                  <a:lnTo>
                    <a:pt x="1053" y="1818"/>
                  </a:lnTo>
                  <a:lnTo>
                    <a:pt x="1135" y="1777"/>
                  </a:lnTo>
                  <a:lnTo>
                    <a:pt x="1215" y="1732"/>
                  </a:lnTo>
                  <a:lnTo>
                    <a:pt x="1293" y="1681"/>
                  </a:lnTo>
                  <a:lnTo>
                    <a:pt x="1367" y="1625"/>
                  </a:lnTo>
                  <a:lnTo>
                    <a:pt x="1440" y="1565"/>
                  </a:lnTo>
                  <a:lnTo>
                    <a:pt x="1510" y="1499"/>
                  </a:lnTo>
                  <a:lnTo>
                    <a:pt x="1576" y="1429"/>
                  </a:lnTo>
                  <a:lnTo>
                    <a:pt x="1635" y="1357"/>
                  </a:lnTo>
                  <a:lnTo>
                    <a:pt x="1690" y="1282"/>
                  </a:lnTo>
                  <a:lnTo>
                    <a:pt x="1741" y="1205"/>
                  </a:lnTo>
                  <a:lnTo>
                    <a:pt x="1787" y="1126"/>
                  </a:lnTo>
                  <a:lnTo>
                    <a:pt x="1827" y="1045"/>
                  </a:lnTo>
                  <a:lnTo>
                    <a:pt x="1863" y="962"/>
                  </a:lnTo>
                  <a:lnTo>
                    <a:pt x="1893" y="878"/>
                  </a:lnTo>
                  <a:lnTo>
                    <a:pt x="1919" y="792"/>
                  </a:lnTo>
                  <a:lnTo>
                    <a:pt x="1940" y="705"/>
                  </a:lnTo>
                  <a:lnTo>
                    <a:pt x="1955" y="618"/>
                  </a:lnTo>
                  <a:lnTo>
                    <a:pt x="1965" y="530"/>
                  </a:lnTo>
                  <a:lnTo>
                    <a:pt x="1971" y="440"/>
                  </a:lnTo>
                  <a:lnTo>
                    <a:pt x="1972" y="352"/>
                  </a:lnTo>
                  <a:lnTo>
                    <a:pt x="1968" y="264"/>
                  </a:lnTo>
                  <a:lnTo>
                    <a:pt x="1959" y="175"/>
                  </a:lnTo>
                  <a:lnTo>
                    <a:pt x="1945" y="87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69" name="Freeform 18">
              <a:extLst>
                <a:ext uri="{FF2B5EF4-FFF2-40B4-BE49-F238E27FC236}">
                  <a16:creationId xmlns:a16="http://schemas.microsoft.com/office/drawing/2014/main" id="{AC648689-F469-4DD2-8DC0-8BCDEEFFF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4075" y="6118226"/>
              <a:ext cx="236538" cy="234950"/>
            </a:xfrm>
            <a:custGeom>
              <a:avLst/>
              <a:gdLst>
                <a:gd name="T0" fmla="*/ 1962 w 2080"/>
                <a:gd name="T1" fmla="*/ 74 h 2070"/>
                <a:gd name="T2" fmla="*/ 2018 w 2080"/>
                <a:gd name="T3" fmla="*/ 228 h 2070"/>
                <a:gd name="T4" fmla="*/ 2057 w 2080"/>
                <a:gd name="T5" fmla="*/ 389 h 2070"/>
                <a:gd name="T6" fmla="*/ 2077 w 2080"/>
                <a:gd name="T7" fmla="*/ 557 h 2070"/>
                <a:gd name="T8" fmla="*/ 2077 w 2080"/>
                <a:gd name="T9" fmla="*/ 741 h 2070"/>
                <a:gd name="T10" fmla="*/ 2051 w 2080"/>
                <a:gd name="T11" fmla="*/ 930 h 2070"/>
                <a:gd name="T12" fmla="*/ 2001 w 2080"/>
                <a:gd name="T13" fmla="*/ 1112 h 2070"/>
                <a:gd name="T14" fmla="*/ 1929 w 2080"/>
                <a:gd name="T15" fmla="*/ 1283 h 2070"/>
                <a:gd name="T16" fmla="*/ 1837 w 2080"/>
                <a:gd name="T17" fmla="*/ 1441 h 2070"/>
                <a:gd name="T18" fmla="*/ 1725 w 2080"/>
                <a:gd name="T19" fmla="*/ 1585 h 2070"/>
                <a:gd name="T20" fmla="*/ 1596 w 2080"/>
                <a:gd name="T21" fmla="*/ 1715 h 2070"/>
                <a:gd name="T22" fmla="*/ 1451 w 2080"/>
                <a:gd name="T23" fmla="*/ 1827 h 2070"/>
                <a:gd name="T24" fmla="*/ 1293 w 2080"/>
                <a:gd name="T25" fmla="*/ 1919 h 2070"/>
                <a:gd name="T26" fmla="*/ 1123 w 2080"/>
                <a:gd name="T27" fmla="*/ 1991 h 2070"/>
                <a:gd name="T28" fmla="*/ 942 w 2080"/>
                <a:gd name="T29" fmla="*/ 2041 h 2070"/>
                <a:gd name="T30" fmla="*/ 752 w 2080"/>
                <a:gd name="T31" fmla="*/ 2067 h 2070"/>
                <a:gd name="T32" fmla="*/ 566 w 2080"/>
                <a:gd name="T33" fmla="*/ 2067 h 2070"/>
                <a:gd name="T34" fmla="*/ 395 w 2080"/>
                <a:gd name="T35" fmla="*/ 2046 h 2070"/>
                <a:gd name="T36" fmla="*/ 231 w 2080"/>
                <a:gd name="T37" fmla="*/ 2006 h 2070"/>
                <a:gd name="T38" fmla="*/ 75 w 2080"/>
                <a:gd name="T39" fmla="*/ 1948 h 2070"/>
                <a:gd name="T40" fmla="*/ 88 w 2080"/>
                <a:gd name="T41" fmla="*/ 1931 h 2070"/>
                <a:gd name="T42" fmla="*/ 266 w 2080"/>
                <a:gd name="T43" fmla="*/ 1956 h 2070"/>
                <a:gd name="T44" fmla="*/ 444 w 2080"/>
                <a:gd name="T45" fmla="*/ 1961 h 2070"/>
                <a:gd name="T46" fmla="*/ 623 w 2080"/>
                <a:gd name="T47" fmla="*/ 1946 h 2070"/>
                <a:gd name="T48" fmla="*/ 799 w 2080"/>
                <a:gd name="T49" fmla="*/ 1910 h 2070"/>
                <a:gd name="T50" fmla="*/ 970 w 2080"/>
                <a:gd name="T51" fmla="*/ 1853 h 2070"/>
                <a:gd name="T52" fmla="*/ 1136 w 2080"/>
                <a:gd name="T53" fmla="*/ 1777 h 2070"/>
                <a:gd name="T54" fmla="*/ 1293 w 2080"/>
                <a:gd name="T55" fmla="*/ 1681 h 2070"/>
                <a:gd name="T56" fmla="*/ 1442 w 2080"/>
                <a:gd name="T57" fmla="*/ 1565 h 2070"/>
                <a:gd name="T58" fmla="*/ 1576 w 2080"/>
                <a:gd name="T59" fmla="*/ 1429 h 2070"/>
                <a:gd name="T60" fmla="*/ 1692 w 2080"/>
                <a:gd name="T61" fmla="*/ 1283 h 2070"/>
                <a:gd name="T62" fmla="*/ 1787 w 2080"/>
                <a:gd name="T63" fmla="*/ 1127 h 2070"/>
                <a:gd name="T64" fmla="*/ 1864 w 2080"/>
                <a:gd name="T65" fmla="*/ 962 h 2070"/>
                <a:gd name="T66" fmla="*/ 1920 w 2080"/>
                <a:gd name="T67" fmla="*/ 793 h 2070"/>
                <a:gd name="T68" fmla="*/ 1957 w 2080"/>
                <a:gd name="T69" fmla="*/ 618 h 2070"/>
                <a:gd name="T70" fmla="*/ 1973 w 2080"/>
                <a:gd name="T71" fmla="*/ 441 h 2070"/>
                <a:gd name="T72" fmla="*/ 1970 w 2080"/>
                <a:gd name="T73" fmla="*/ 264 h 2070"/>
                <a:gd name="T74" fmla="*/ 1946 w 2080"/>
                <a:gd name="T75" fmla="*/ 88 h 2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0" h="2070">
                  <a:moveTo>
                    <a:pt x="1927" y="0"/>
                  </a:moveTo>
                  <a:lnTo>
                    <a:pt x="1962" y="74"/>
                  </a:lnTo>
                  <a:lnTo>
                    <a:pt x="1993" y="150"/>
                  </a:lnTo>
                  <a:lnTo>
                    <a:pt x="2018" y="228"/>
                  </a:lnTo>
                  <a:lnTo>
                    <a:pt x="2040" y="307"/>
                  </a:lnTo>
                  <a:lnTo>
                    <a:pt x="2057" y="389"/>
                  </a:lnTo>
                  <a:lnTo>
                    <a:pt x="2069" y="473"/>
                  </a:lnTo>
                  <a:lnTo>
                    <a:pt x="2077" y="557"/>
                  </a:lnTo>
                  <a:lnTo>
                    <a:pt x="2080" y="643"/>
                  </a:lnTo>
                  <a:lnTo>
                    <a:pt x="2077" y="741"/>
                  </a:lnTo>
                  <a:lnTo>
                    <a:pt x="2066" y="837"/>
                  </a:lnTo>
                  <a:lnTo>
                    <a:pt x="2051" y="930"/>
                  </a:lnTo>
                  <a:lnTo>
                    <a:pt x="2028" y="1023"/>
                  </a:lnTo>
                  <a:lnTo>
                    <a:pt x="2001" y="1112"/>
                  </a:lnTo>
                  <a:lnTo>
                    <a:pt x="1968" y="1198"/>
                  </a:lnTo>
                  <a:lnTo>
                    <a:pt x="1929" y="1283"/>
                  </a:lnTo>
                  <a:lnTo>
                    <a:pt x="1885" y="1364"/>
                  </a:lnTo>
                  <a:lnTo>
                    <a:pt x="1837" y="1441"/>
                  </a:lnTo>
                  <a:lnTo>
                    <a:pt x="1782" y="1516"/>
                  </a:lnTo>
                  <a:lnTo>
                    <a:pt x="1725" y="1585"/>
                  </a:lnTo>
                  <a:lnTo>
                    <a:pt x="1662" y="1652"/>
                  </a:lnTo>
                  <a:lnTo>
                    <a:pt x="1596" y="1715"/>
                  </a:lnTo>
                  <a:lnTo>
                    <a:pt x="1525" y="1772"/>
                  </a:lnTo>
                  <a:lnTo>
                    <a:pt x="1451" y="1827"/>
                  </a:lnTo>
                  <a:lnTo>
                    <a:pt x="1374" y="1875"/>
                  </a:lnTo>
                  <a:lnTo>
                    <a:pt x="1293" y="1919"/>
                  </a:lnTo>
                  <a:lnTo>
                    <a:pt x="1209" y="1958"/>
                  </a:lnTo>
                  <a:lnTo>
                    <a:pt x="1123" y="1991"/>
                  </a:lnTo>
                  <a:lnTo>
                    <a:pt x="1034" y="2019"/>
                  </a:lnTo>
                  <a:lnTo>
                    <a:pt x="942" y="2041"/>
                  </a:lnTo>
                  <a:lnTo>
                    <a:pt x="848" y="2057"/>
                  </a:lnTo>
                  <a:lnTo>
                    <a:pt x="752" y="2067"/>
                  </a:lnTo>
                  <a:lnTo>
                    <a:pt x="655" y="2070"/>
                  </a:lnTo>
                  <a:lnTo>
                    <a:pt x="566" y="2067"/>
                  </a:lnTo>
                  <a:lnTo>
                    <a:pt x="480" y="2060"/>
                  </a:lnTo>
                  <a:lnTo>
                    <a:pt x="395" y="2046"/>
                  </a:lnTo>
                  <a:lnTo>
                    <a:pt x="312" y="2029"/>
                  </a:lnTo>
                  <a:lnTo>
                    <a:pt x="231" y="2006"/>
                  </a:lnTo>
                  <a:lnTo>
                    <a:pt x="152" y="1979"/>
                  </a:lnTo>
                  <a:lnTo>
                    <a:pt x="75" y="1948"/>
                  </a:lnTo>
                  <a:lnTo>
                    <a:pt x="0" y="1912"/>
                  </a:lnTo>
                  <a:lnTo>
                    <a:pt x="88" y="1931"/>
                  </a:lnTo>
                  <a:lnTo>
                    <a:pt x="177" y="1947"/>
                  </a:lnTo>
                  <a:lnTo>
                    <a:pt x="266" y="1956"/>
                  </a:lnTo>
                  <a:lnTo>
                    <a:pt x="355" y="1961"/>
                  </a:lnTo>
                  <a:lnTo>
                    <a:pt x="444" y="1961"/>
                  </a:lnTo>
                  <a:lnTo>
                    <a:pt x="534" y="1956"/>
                  </a:lnTo>
                  <a:lnTo>
                    <a:pt x="623" y="1946"/>
                  </a:lnTo>
                  <a:lnTo>
                    <a:pt x="711" y="1930"/>
                  </a:lnTo>
                  <a:lnTo>
                    <a:pt x="799" y="1910"/>
                  </a:lnTo>
                  <a:lnTo>
                    <a:pt x="885" y="1884"/>
                  </a:lnTo>
                  <a:lnTo>
                    <a:pt x="970" y="1853"/>
                  </a:lnTo>
                  <a:lnTo>
                    <a:pt x="1054" y="1819"/>
                  </a:lnTo>
                  <a:lnTo>
                    <a:pt x="1136" y="1777"/>
                  </a:lnTo>
                  <a:lnTo>
                    <a:pt x="1216" y="1732"/>
                  </a:lnTo>
                  <a:lnTo>
                    <a:pt x="1293" y="1681"/>
                  </a:lnTo>
                  <a:lnTo>
                    <a:pt x="1369" y="1625"/>
                  </a:lnTo>
                  <a:lnTo>
                    <a:pt x="1442" y="1565"/>
                  </a:lnTo>
                  <a:lnTo>
                    <a:pt x="1512" y="1499"/>
                  </a:lnTo>
                  <a:lnTo>
                    <a:pt x="1576" y="1429"/>
                  </a:lnTo>
                  <a:lnTo>
                    <a:pt x="1637" y="1358"/>
                  </a:lnTo>
                  <a:lnTo>
                    <a:pt x="1692" y="1283"/>
                  </a:lnTo>
                  <a:lnTo>
                    <a:pt x="1742" y="1206"/>
                  </a:lnTo>
                  <a:lnTo>
                    <a:pt x="1787" y="1127"/>
                  </a:lnTo>
                  <a:lnTo>
                    <a:pt x="1828" y="1045"/>
                  </a:lnTo>
                  <a:lnTo>
                    <a:pt x="1864" y="962"/>
                  </a:lnTo>
                  <a:lnTo>
                    <a:pt x="1894" y="878"/>
                  </a:lnTo>
                  <a:lnTo>
                    <a:pt x="1920" y="793"/>
                  </a:lnTo>
                  <a:lnTo>
                    <a:pt x="1940" y="706"/>
                  </a:lnTo>
                  <a:lnTo>
                    <a:pt x="1957" y="618"/>
                  </a:lnTo>
                  <a:lnTo>
                    <a:pt x="1967" y="530"/>
                  </a:lnTo>
                  <a:lnTo>
                    <a:pt x="1973" y="441"/>
                  </a:lnTo>
                  <a:lnTo>
                    <a:pt x="1974" y="352"/>
                  </a:lnTo>
                  <a:lnTo>
                    <a:pt x="1970" y="264"/>
                  </a:lnTo>
                  <a:lnTo>
                    <a:pt x="1961" y="176"/>
                  </a:lnTo>
                  <a:lnTo>
                    <a:pt x="1946" y="88"/>
                  </a:lnTo>
                  <a:lnTo>
                    <a:pt x="19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70" name="Freeform 19">
              <a:extLst>
                <a:ext uri="{FF2B5EF4-FFF2-40B4-BE49-F238E27FC236}">
                  <a16:creationId xmlns:a16="http://schemas.microsoft.com/office/drawing/2014/main" id="{F5FFE866-94A4-4150-9D53-E2F325CFF5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6600" y="5999163"/>
              <a:ext cx="323850" cy="323850"/>
            </a:xfrm>
            <a:custGeom>
              <a:avLst/>
              <a:gdLst>
                <a:gd name="T0" fmla="*/ 1334 w 2850"/>
                <a:gd name="T1" fmla="*/ 490 h 2854"/>
                <a:gd name="T2" fmla="*/ 1296 w 2850"/>
                <a:gd name="T3" fmla="*/ 671 h 2854"/>
                <a:gd name="T4" fmla="*/ 1095 w 2850"/>
                <a:gd name="T5" fmla="*/ 796 h 2854"/>
                <a:gd name="T6" fmla="*/ 984 w 2850"/>
                <a:gd name="T7" fmla="*/ 1005 h 2854"/>
                <a:gd name="T8" fmla="*/ 1000 w 2850"/>
                <a:gd name="T9" fmla="*/ 1257 h 2854"/>
                <a:gd name="T10" fmla="*/ 1143 w 2850"/>
                <a:gd name="T11" fmla="*/ 1458 h 2854"/>
                <a:gd name="T12" fmla="*/ 1373 w 2850"/>
                <a:gd name="T13" fmla="*/ 1555 h 2854"/>
                <a:gd name="T14" fmla="*/ 1550 w 2850"/>
                <a:gd name="T15" fmla="*/ 1603 h 2854"/>
                <a:gd name="T16" fmla="*/ 1619 w 2850"/>
                <a:gd name="T17" fmla="*/ 1751 h 2854"/>
                <a:gd name="T18" fmla="*/ 1550 w 2850"/>
                <a:gd name="T19" fmla="*/ 1899 h 2854"/>
                <a:gd name="T20" fmla="*/ 1393 w 2850"/>
                <a:gd name="T21" fmla="*/ 1943 h 2854"/>
                <a:gd name="T22" fmla="*/ 1264 w 2850"/>
                <a:gd name="T23" fmla="*/ 1867 h 2854"/>
                <a:gd name="T24" fmla="*/ 1145 w 2850"/>
                <a:gd name="T25" fmla="*/ 1851 h 2854"/>
                <a:gd name="T26" fmla="*/ 1064 w 2850"/>
                <a:gd name="T27" fmla="*/ 1945 h 2854"/>
                <a:gd name="T28" fmla="*/ 1096 w 2850"/>
                <a:gd name="T29" fmla="*/ 2062 h 2854"/>
                <a:gd name="T30" fmla="*/ 1296 w 2850"/>
                <a:gd name="T31" fmla="*/ 2185 h 2854"/>
                <a:gd name="T32" fmla="*/ 1334 w 2850"/>
                <a:gd name="T33" fmla="*/ 2366 h 2854"/>
                <a:gd name="T34" fmla="*/ 1452 w 2850"/>
                <a:gd name="T35" fmla="*/ 2402 h 2854"/>
                <a:gd name="T36" fmla="*/ 1544 w 2850"/>
                <a:gd name="T37" fmla="*/ 2325 h 2854"/>
                <a:gd name="T38" fmla="*/ 1643 w 2850"/>
                <a:gd name="T39" fmla="*/ 2147 h 2854"/>
                <a:gd name="T40" fmla="*/ 1813 w 2850"/>
                <a:gd name="T41" fmla="*/ 1984 h 2854"/>
                <a:gd name="T42" fmla="*/ 1877 w 2850"/>
                <a:gd name="T43" fmla="*/ 1751 h 2854"/>
                <a:gd name="T44" fmla="*/ 1807 w 2850"/>
                <a:gd name="T45" fmla="*/ 1508 h 2854"/>
                <a:gd name="T46" fmla="*/ 1624 w 2850"/>
                <a:gd name="T47" fmla="*/ 1344 h 2854"/>
                <a:gd name="T48" fmla="*/ 1391 w 2850"/>
                <a:gd name="T49" fmla="*/ 1296 h 2854"/>
                <a:gd name="T50" fmla="*/ 1259 w 2850"/>
                <a:gd name="T51" fmla="*/ 1202 h 2854"/>
                <a:gd name="T52" fmla="*/ 1245 w 2850"/>
                <a:gd name="T53" fmla="*/ 1037 h 2854"/>
                <a:gd name="T54" fmla="*/ 1358 w 2850"/>
                <a:gd name="T55" fmla="*/ 923 h 2854"/>
                <a:gd name="T56" fmla="*/ 1517 w 2850"/>
                <a:gd name="T57" fmla="*/ 933 h 2854"/>
                <a:gd name="T58" fmla="*/ 1632 w 2850"/>
                <a:gd name="T59" fmla="*/ 1009 h 2854"/>
                <a:gd name="T60" fmla="*/ 1749 w 2850"/>
                <a:gd name="T61" fmla="*/ 978 h 2854"/>
                <a:gd name="T62" fmla="*/ 1788 w 2850"/>
                <a:gd name="T63" fmla="*/ 862 h 2854"/>
                <a:gd name="T64" fmla="*/ 1683 w 2850"/>
                <a:gd name="T65" fmla="*/ 732 h 2854"/>
                <a:gd name="T66" fmla="*/ 1552 w 2850"/>
                <a:gd name="T67" fmla="*/ 555 h 2854"/>
                <a:gd name="T68" fmla="*/ 1476 w 2850"/>
                <a:gd name="T69" fmla="*/ 462 h 2854"/>
                <a:gd name="T70" fmla="*/ 1619 w 2850"/>
                <a:gd name="T71" fmla="*/ 13 h 2854"/>
                <a:gd name="T72" fmla="*/ 2064 w 2850"/>
                <a:gd name="T73" fmla="*/ 151 h 2854"/>
                <a:gd name="T74" fmla="*/ 2433 w 2850"/>
                <a:gd name="T75" fmla="*/ 418 h 2854"/>
                <a:gd name="T76" fmla="*/ 2699 w 2850"/>
                <a:gd name="T77" fmla="*/ 788 h 2854"/>
                <a:gd name="T78" fmla="*/ 2837 w 2850"/>
                <a:gd name="T79" fmla="*/ 1234 h 2854"/>
                <a:gd name="T80" fmla="*/ 2821 w 2850"/>
                <a:gd name="T81" fmla="*/ 1715 h 2854"/>
                <a:gd name="T82" fmla="*/ 2655 w 2850"/>
                <a:gd name="T83" fmla="*/ 2148 h 2854"/>
                <a:gd name="T84" fmla="*/ 2366 w 2850"/>
                <a:gd name="T85" fmla="*/ 2499 h 2854"/>
                <a:gd name="T86" fmla="*/ 1980 w 2850"/>
                <a:gd name="T87" fmla="*/ 2742 h 2854"/>
                <a:gd name="T88" fmla="*/ 1522 w 2850"/>
                <a:gd name="T89" fmla="*/ 2851 h 2854"/>
                <a:gd name="T90" fmla="*/ 1046 w 2850"/>
                <a:gd name="T91" fmla="*/ 2803 h 2854"/>
                <a:gd name="T92" fmla="*/ 628 w 2850"/>
                <a:gd name="T93" fmla="*/ 2611 h 2854"/>
                <a:gd name="T94" fmla="*/ 297 w 2850"/>
                <a:gd name="T95" fmla="*/ 2300 h 2854"/>
                <a:gd name="T96" fmla="*/ 79 w 2850"/>
                <a:gd name="T97" fmla="*/ 1896 h 2854"/>
                <a:gd name="T98" fmla="*/ 0 w 2850"/>
                <a:gd name="T99" fmla="*/ 1427 h 2854"/>
                <a:gd name="T100" fmla="*/ 79 w 2850"/>
                <a:gd name="T101" fmla="*/ 959 h 2854"/>
                <a:gd name="T102" fmla="*/ 297 w 2850"/>
                <a:gd name="T103" fmla="*/ 556 h 2854"/>
                <a:gd name="T104" fmla="*/ 628 w 2850"/>
                <a:gd name="T105" fmla="*/ 244 h 2854"/>
                <a:gd name="T106" fmla="*/ 1046 w 2850"/>
                <a:gd name="T107" fmla="*/ 51 h 2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50" h="2854">
                  <a:moveTo>
                    <a:pt x="1426" y="452"/>
                  </a:moveTo>
                  <a:lnTo>
                    <a:pt x="1399" y="454"/>
                  </a:lnTo>
                  <a:lnTo>
                    <a:pt x="1376" y="462"/>
                  </a:lnTo>
                  <a:lnTo>
                    <a:pt x="1353" y="473"/>
                  </a:lnTo>
                  <a:lnTo>
                    <a:pt x="1334" y="490"/>
                  </a:lnTo>
                  <a:lnTo>
                    <a:pt x="1318" y="508"/>
                  </a:lnTo>
                  <a:lnTo>
                    <a:pt x="1306" y="531"/>
                  </a:lnTo>
                  <a:lnTo>
                    <a:pt x="1299" y="555"/>
                  </a:lnTo>
                  <a:lnTo>
                    <a:pt x="1296" y="581"/>
                  </a:lnTo>
                  <a:lnTo>
                    <a:pt x="1296" y="671"/>
                  </a:lnTo>
                  <a:lnTo>
                    <a:pt x="1251" y="687"/>
                  </a:lnTo>
                  <a:lnTo>
                    <a:pt x="1208" y="709"/>
                  </a:lnTo>
                  <a:lnTo>
                    <a:pt x="1167" y="733"/>
                  </a:lnTo>
                  <a:lnTo>
                    <a:pt x="1130" y="763"/>
                  </a:lnTo>
                  <a:lnTo>
                    <a:pt x="1095" y="796"/>
                  </a:lnTo>
                  <a:lnTo>
                    <a:pt x="1065" y="832"/>
                  </a:lnTo>
                  <a:lnTo>
                    <a:pt x="1039" y="872"/>
                  </a:lnTo>
                  <a:lnTo>
                    <a:pt x="1016" y="914"/>
                  </a:lnTo>
                  <a:lnTo>
                    <a:pt x="998" y="958"/>
                  </a:lnTo>
                  <a:lnTo>
                    <a:pt x="984" y="1005"/>
                  </a:lnTo>
                  <a:lnTo>
                    <a:pt x="976" y="1055"/>
                  </a:lnTo>
                  <a:lnTo>
                    <a:pt x="973" y="1105"/>
                  </a:lnTo>
                  <a:lnTo>
                    <a:pt x="976" y="1157"/>
                  </a:lnTo>
                  <a:lnTo>
                    <a:pt x="985" y="1209"/>
                  </a:lnTo>
                  <a:lnTo>
                    <a:pt x="1000" y="1257"/>
                  </a:lnTo>
                  <a:lnTo>
                    <a:pt x="1019" y="1304"/>
                  </a:lnTo>
                  <a:lnTo>
                    <a:pt x="1044" y="1347"/>
                  </a:lnTo>
                  <a:lnTo>
                    <a:pt x="1072" y="1387"/>
                  </a:lnTo>
                  <a:lnTo>
                    <a:pt x="1106" y="1424"/>
                  </a:lnTo>
                  <a:lnTo>
                    <a:pt x="1143" y="1458"/>
                  </a:lnTo>
                  <a:lnTo>
                    <a:pt x="1183" y="1487"/>
                  </a:lnTo>
                  <a:lnTo>
                    <a:pt x="1226" y="1511"/>
                  </a:lnTo>
                  <a:lnTo>
                    <a:pt x="1273" y="1531"/>
                  </a:lnTo>
                  <a:lnTo>
                    <a:pt x="1321" y="1545"/>
                  </a:lnTo>
                  <a:lnTo>
                    <a:pt x="1373" y="1555"/>
                  </a:lnTo>
                  <a:lnTo>
                    <a:pt x="1425" y="1558"/>
                  </a:lnTo>
                  <a:lnTo>
                    <a:pt x="1460" y="1561"/>
                  </a:lnTo>
                  <a:lnTo>
                    <a:pt x="1493" y="1569"/>
                  </a:lnTo>
                  <a:lnTo>
                    <a:pt x="1522" y="1583"/>
                  </a:lnTo>
                  <a:lnTo>
                    <a:pt x="1550" y="1603"/>
                  </a:lnTo>
                  <a:lnTo>
                    <a:pt x="1573" y="1626"/>
                  </a:lnTo>
                  <a:lnTo>
                    <a:pt x="1592" y="1653"/>
                  </a:lnTo>
                  <a:lnTo>
                    <a:pt x="1606" y="1683"/>
                  </a:lnTo>
                  <a:lnTo>
                    <a:pt x="1616" y="1716"/>
                  </a:lnTo>
                  <a:lnTo>
                    <a:pt x="1619" y="1751"/>
                  </a:lnTo>
                  <a:lnTo>
                    <a:pt x="1616" y="1786"/>
                  </a:lnTo>
                  <a:lnTo>
                    <a:pt x="1606" y="1818"/>
                  </a:lnTo>
                  <a:lnTo>
                    <a:pt x="1592" y="1849"/>
                  </a:lnTo>
                  <a:lnTo>
                    <a:pt x="1573" y="1876"/>
                  </a:lnTo>
                  <a:lnTo>
                    <a:pt x="1550" y="1899"/>
                  </a:lnTo>
                  <a:lnTo>
                    <a:pt x="1522" y="1918"/>
                  </a:lnTo>
                  <a:lnTo>
                    <a:pt x="1493" y="1932"/>
                  </a:lnTo>
                  <a:lnTo>
                    <a:pt x="1460" y="1942"/>
                  </a:lnTo>
                  <a:lnTo>
                    <a:pt x="1425" y="1945"/>
                  </a:lnTo>
                  <a:lnTo>
                    <a:pt x="1393" y="1943"/>
                  </a:lnTo>
                  <a:lnTo>
                    <a:pt x="1362" y="1934"/>
                  </a:lnTo>
                  <a:lnTo>
                    <a:pt x="1334" y="1922"/>
                  </a:lnTo>
                  <a:lnTo>
                    <a:pt x="1308" y="1906"/>
                  </a:lnTo>
                  <a:lnTo>
                    <a:pt x="1284" y="1884"/>
                  </a:lnTo>
                  <a:lnTo>
                    <a:pt x="1264" y="1867"/>
                  </a:lnTo>
                  <a:lnTo>
                    <a:pt x="1243" y="1854"/>
                  </a:lnTo>
                  <a:lnTo>
                    <a:pt x="1218" y="1847"/>
                  </a:lnTo>
                  <a:lnTo>
                    <a:pt x="1193" y="1843"/>
                  </a:lnTo>
                  <a:lnTo>
                    <a:pt x="1169" y="1845"/>
                  </a:lnTo>
                  <a:lnTo>
                    <a:pt x="1145" y="1851"/>
                  </a:lnTo>
                  <a:lnTo>
                    <a:pt x="1123" y="1863"/>
                  </a:lnTo>
                  <a:lnTo>
                    <a:pt x="1101" y="1879"/>
                  </a:lnTo>
                  <a:lnTo>
                    <a:pt x="1085" y="1898"/>
                  </a:lnTo>
                  <a:lnTo>
                    <a:pt x="1072" y="1920"/>
                  </a:lnTo>
                  <a:lnTo>
                    <a:pt x="1064" y="1945"/>
                  </a:lnTo>
                  <a:lnTo>
                    <a:pt x="1061" y="1969"/>
                  </a:lnTo>
                  <a:lnTo>
                    <a:pt x="1062" y="1994"/>
                  </a:lnTo>
                  <a:lnTo>
                    <a:pt x="1069" y="2018"/>
                  </a:lnTo>
                  <a:lnTo>
                    <a:pt x="1080" y="2040"/>
                  </a:lnTo>
                  <a:lnTo>
                    <a:pt x="1096" y="2062"/>
                  </a:lnTo>
                  <a:lnTo>
                    <a:pt x="1131" y="2095"/>
                  </a:lnTo>
                  <a:lnTo>
                    <a:pt x="1168" y="2123"/>
                  </a:lnTo>
                  <a:lnTo>
                    <a:pt x="1209" y="2148"/>
                  </a:lnTo>
                  <a:lnTo>
                    <a:pt x="1251" y="2168"/>
                  </a:lnTo>
                  <a:lnTo>
                    <a:pt x="1296" y="2185"/>
                  </a:lnTo>
                  <a:lnTo>
                    <a:pt x="1296" y="2274"/>
                  </a:lnTo>
                  <a:lnTo>
                    <a:pt x="1298" y="2301"/>
                  </a:lnTo>
                  <a:lnTo>
                    <a:pt x="1306" y="2325"/>
                  </a:lnTo>
                  <a:lnTo>
                    <a:pt x="1317" y="2347"/>
                  </a:lnTo>
                  <a:lnTo>
                    <a:pt x="1334" y="2366"/>
                  </a:lnTo>
                  <a:lnTo>
                    <a:pt x="1352" y="2382"/>
                  </a:lnTo>
                  <a:lnTo>
                    <a:pt x="1375" y="2394"/>
                  </a:lnTo>
                  <a:lnTo>
                    <a:pt x="1399" y="2402"/>
                  </a:lnTo>
                  <a:lnTo>
                    <a:pt x="1425" y="2404"/>
                  </a:lnTo>
                  <a:lnTo>
                    <a:pt x="1452" y="2402"/>
                  </a:lnTo>
                  <a:lnTo>
                    <a:pt x="1475" y="2394"/>
                  </a:lnTo>
                  <a:lnTo>
                    <a:pt x="1498" y="2382"/>
                  </a:lnTo>
                  <a:lnTo>
                    <a:pt x="1516" y="2366"/>
                  </a:lnTo>
                  <a:lnTo>
                    <a:pt x="1533" y="2347"/>
                  </a:lnTo>
                  <a:lnTo>
                    <a:pt x="1544" y="2325"/>
                  </a:lnTo>
                  <a:lnTo>
                    <a:pt x="1552" y="2301"/>
                  </a:lnTo>
                  <a:lnTo>
                    <a:pt x="1554" y="2274"/>
                  </a:lnTo>
                  <a:lnTo>
                    <a:pt x="1554" y="2185"/>
                  </a:lnTo>
                  <a:lnTo>
                    <a:pt x="1600" y="2168"/>
                  </a:lnTo>
                  <a:lnTo>
                    <a:pt x="1643" y="2147"/>
                  </a:lnTo>
                  <a:lnTo>
                    <a:pt x="1683" y="2122"/>
                  </a:lnTo>
                  <a:lnTo>
                    <a:pt x="1721" y="2092"/>
                  </a:lnTo>
                  <a:lnTo>
                    <a:pt x="1755" y="2060"/>
                  </a:lnTo>
                  <a:lnTo>
                    <a:pt x="1786" y="2024"/>
                  </a:lnTo>
                  <a:lnTo>
                    <a:pt x="1813" y="1984"/>
                  </a:lnTo>
                  <a:lnTo>
                    <a:pt x="1835" y="1942"/>
                  </a:lnTo>
                  <a:lnTo>
                    <a:pt x="1854" y="1897"/>
                  </a:lnTo>
                  <a:lnTo>
                    <a:pt x="1867" y="1850"/>
                  </a:lnTo>
                  <a:lnTo>
                    <a:pt x="1875" y="1801"/>
                  </a:lnTo>
                  <a:lnTo>
                    <a:pt x="1877" y="1751"/>
                  </a:lnTo>
                  <a:lnTo>
                    <a:pt x="1874" y="1698"/>
                  </a:lnTo>
                  <a:lnTo>
                    <a:pt x="1866" y="1647"/>
                  </a:lnTo>
                  <a:lnTo>
                    <a:pt x="1852" y="1599"/>
                  </a:lnTo>
                  <a:lnTo>
                    <a:pt x="1832" y="1552"/>
                  </a:lnTo>
                  <a:lnTo>
                    <a:pt x="1807" y="1508"/>
                  </a:lnTo>
                  <a:lnTo>
                    <a:pt x="1779" y="1468"/>
                  </a:lnTo>
                  <a:lnTo>
                    <a:pt x="1745" y="1431"/>
                  </a:lnTo>
                  <a:lnTo>
                    <a:pt x="1708" y="1397"/>
                  </a:lnTo>
                  <a:lnTo>
                    <a:pt x="1668" y="1369"/>
                  </a:lnTo>
                  <a:lnTo>
                    <a:pt x="1624" y="1344"/>
                  </a:lnTo>
                  <a:lnTo>
                    <a:pt x="1578" y="1325"/>
                  </a:lnTo>
                  <a:lnTo>
                    <a:pt x="1530" y="1310"/>
                  </a:lnTo>
                  <a:lnTo>
                    <a:pt x="1478" y="1302"/>
                  </a:lnTo>
                  <a:lnTo>
                    <a:pt x="1426" y="1299"/>
                  </a:lnTo>
                  <a:lnTo>
                    <a:pt x="1391" y="1296"/>
                  </a:lnTo>
                  <a:lnTo>
                    <a:pt x="1358" y="1287"/>
                  </a:lnTo>
                  <a:lnTo>
                    <a:pt x="1329" y="1272"/>
                  </a:lnTo>
                  <a:lnTo>
                    <a:pt x="1301" y="1253"/>
                  </a:lnTo>
                  <a:lnTo>
                    <a:pt x="1277" y="1229"/>
                  </a:lnTo>
                  <a:lnTo>
                    <a:pt x="1259" y="1202"/>
                  </a:lnTo>
                  <a:lnTo>
                    <a:pt x="1245" y="1173"/>
                  </a:lnTo>
                  <a:lnTo>
                    <a:pt x="1235" y="1140"/>
                  </a:lnTo>
                  <a:lnTo>
                    <a:pt x="1232" y="1105"/>
                  </a:lnTo>
                  <a:lnTo>
                    <a:pt x="1235" y="1070"/>
                  </a:lnTo>
                  <a:lnTo>
                    <a:pt x="1245" y="1037"/>
                  </a:lnTo>
                  <a:lnTo>
                    <a:pt x="1259" y="1007"/>
                  </a:lnTo>
                  <a:lnTo>
                    <a:pt x="1277" y="980"/>
                  </a:lnTo>
                  <a:lnTo>
                    <a:pt x="1301" y="957"/>
                  </a:lnTo>
                  <a:lnTo>
                    <a:pt x="1329" y="937"/>
                  </a:lnTo>
                  <a:lnTo>
                    <a:pt x="1358" y="923"/>
                  </a:lnTo>
                  <a:lnTo>
                    <a:pt x="1391" y="914"/>
                  </a:lnTo>
                  <a:lnTo>
                    <a:pt x="1426" y="911"/>
                  </a:lnTo>
                  <a:lnTo>
                    <a:pt x="1458" y="914"/>
                  </a:lnTo>
                  <a:lnTo>
                    <a:pt x="1489" y="921"/>
                  </a:lnTo>
                  <a:lnTo>
                    <a:pt x="1517" y="933"/>
                  </a:lnTo>
                  <a:lnTo>
                    <a:pt x="1543" y="950"/>
                  </a:lnTo>
                  <a:lnTo>
                    <a:pt x="1567" y="971"/>
                  </a:lnTo>
                  <a:lnTo>
                    <a:pt x="1587" y="989"/>
                  </a:lnTo>
                  <a:lnTo>
                    <a:pt x="1609" y="1001"/>
                  </a:lnTo>
                  <a:lnTo>
                    <a:pt x="1632" y="1009"/>
                  </a:lnTo>
                  <a:lnTo>
                    <a:pt x="1657" y="1012"/>
                  </a:lnTo>
                  <a:lnTo>
                    <a:pt x="1682" y="1010"/>
                  </a:lnTo>
                  <a:lnTo>
                    <a:pt x="1706" y="1004"/>
                  </a:lnTo>
                  <a:lnTo>
                    <a:pt x="1728" y="993"/>
                  </a:lnTo>
                  <a:lnTo>
                    <a:pt x="1749" y="978"/>
                  </a:lnTo>
                  <a:lnTo>
                    <a:pt x="1766" y="957"/>
                  </a:lnTo>
                  <a:lnTo>
                    <a:pt x="1779" y="935"/>
                  </a:lnTo>
                  <a:lnTo>
                    <a:pt x="1787" y="912"/>
                  </a:lnTo>
                  <a:lnTo>
                    <a:pt x="1790" y="887"/>
                  </a:lnTo>
                  <a:lnTo>
                    <a:pt x="1788" y="862"/>
                  </a:lnTo>
                  <a:lnTo>
                    <a:pt x="1782" y="838"/>
                  </a:lnTo>
                  <a:lnTo>
                    <a:pt x="1771" y="815"/>
                  </a:lnTo>
                  <a:lnTo>
                    <a:pt x="1755" y="795"/>
                  </a:lnTo>
                  <a:lnTo>
                    <a:pt x="1720" y="761"/>
                  </a:lnTo>
                  <a:lnTo>
                    <a:pt x="1683" y="732"/>
                  </a:lnTo>
                  <a:lnTo>
                    <a:pt x="1642" y="708"/>
                  </a:lnTo>
                  <a:lnTo>
                    <a:pt x="1600" y="687"/>
                  </a:lnTo>
                  <a:lnTo>
                    <a:pt x="1555" y="671"/>
                  </a:lnTo>
                  <a:lnTo>
                    <a:pt x="1555" y="581"/>
                  </a:lnTo>
                  <a:lnTo>
                    <a:pt x="1552" y="555"/>
                  </a:lnTo>
                  <a:lnTo>
                    <a:pt x="1545" y="531"/>
                  </a:lnTo>
                  <a:lnTo>
                    <a:pt x="1533" y="508"/>
                  </a:lnTo>
                  <a:lnTo>
                    <a:pt x="1517" y="490"/>
                  </a:lnTo>
                  <a:lnTo>
                    <a:pt x="1498" y="473"/>
                  </a:lnTo>
                  <a:lnTo>
                    <a:pt x="1476" y="462"/>
                  </a:lnTo>
                  <a:lnTo>
                    <a:pt x="1452" y="454"/>
                  </a:lnTo>
                  <a:lnTo>
                    <a:pt x="1426" y="452"/>
                  </a:lnTo>
                  <a:close/>
                  <a:moveTo>
                    <a:pt x="1425" y="0"/>
                  </a:moveTo>
                  <a:lnTo>
                    <a:pt x="1522" y="4"/>
                  </a:lnTo>
                  <a:lnTo>
                    <a:pt x="1619" y="13"/>
                  </a:lnTo>
                  <a:lnTo>
                    <a:pt x="1712" y="30"/>
                  </a:lnTo>
                  <a:lnTo>
                    <a:pt x="1804" y="51"/>
                  </a:lnTo>
                  <a:lnTo>
                    <a:pt x="1894" y="79"/>
                  </a:lnTo>
                  <a:lnTo>
                    <a:pt x="1980" y="113"/>
                  </a:lnTo>
                  <a:lnTo>
                    <a:pt x="2064" y="151"/>
                  </a:lnTo>
                  <a:lnTo>
                    <a:pt x="2145" y="195"/>
                  </a:lnTo>
                  <a:lnTo>
                    <a:pt x="2222" y="244"/>
                  </a:lnTo>
                  <a:lnTo>
                    <a:pt x="2295" y="298"/>
                  </a:lnTo>
                  <a:lnTo>
                    <a:pt x="2366" y="356"/>
                  </a:lnTo>
                  <a:lnTo>
                    <a:pt x="2433" y="418"/>
                  </a:lnTo>
                  <a:lnTo>
                    <a:pt x="2495" y="485"/>
                  </a:lnTo>
                  <a:lnTo>
                    <a:pt x="2553" y="556"/>
                  </a:lnTo>
                  <a:lnTo>
                    <a:pt x="2607" y="629"/>
                  </a:lnTo>
                  <a:lnTo>
                    <a:pt x="2655" y="708"/>
                  </a:lnTo>
                  <a:lnTo>
                    <a:pt x="2699" y="788"/>
                  </a:lnTo>
                  <a:lnTo>
                    <a:pt x="2738" y="872"/>
                  </a:lnTo>
                  <a:lnTo>
                    <a:pt x="2771" y="959"/>
                  </a:lnTo>
                  <a:lnTo>
                    <a:pt x="2799" y="1048"/>
                  </a:lnTo>
                  <a:lnTo>
                    <a:pt x="2821" y="1140"/>
                  </a:lnTo>
                  <a:lnTo>
                    <a:pt x="2837" y="1234"/>
                  </a:lnTo>
                  <a:lnTo>
                    <a:pt x="2847" y="1330"/>
                  </a:lnTo>
                  <a:lnTo>
                    <a:pt x="2850" y="1427"/>
                  </a:lnTo>
                  <a:lnTo>
                    <a:pt x="2847" y="1525"/>
                  </a:lnTo>
                  <a:lnTo>
                    <a:pt x="2837" y="1621"/>
                  </a:lnTo>
                  <a:lnTo>
                    <a:pt x="2821" y="1715"/>
                  </a:lnTo>
                  <a:lnTo>
                    <a:pt x="2799" y="1807"/>
                  </a:lnTo>
                  <a:lnTo>
                    <a:pt x="2771" y="1896"/>
                  </a:lnTo>
                  <a:lnTo>
                    <a:pt x="2738" y="1983"/>
                  </a:lnTo>
                  <a:lnTo>
                    <a:pt x="2699" y="2067"/>
                  </a:lnTo>
                  <a:lnTo>
                    <a:pt x="2655" y="2148"/>
                  </a:lnTo>
                  <a:lnTo>
                    <a:pt x="2607" y="2225"/>
                  </a:lnTo>
                  <a:lnTo>
                    <a:pt x="2553" y="2300"/>
                  </a:lnTo>
                  <a:lnTo>
                    <a:pt x="2495" y="2370"/>
                  </a:lnTo>
                  <a:lnTo>
                    <a:pt x="2433" y="2436"/>
                  </a:lnTo>
                  <a:lnTo>
                    <a:pt x="2366" y="2499"/>
                  </a:lnTo>
                  <a:lnTo>
                    <a:pt x="2295" y="2558"/>
                  </a:lnTo>
                  <a:lnTo>
                    <a:pt x="2222" y="2611"/>
                  </a:lnTo>
                  <a:lnTo>
                    <a:pt x="2145" y="2659"/>
                  </a:lnTo>
                  <a:lnTo>
                    <a:pt x="2064" y="2703"/>
                  </a:lnTo>
                  <a:lnTo>
                    <a:pt x="1980" y="2742"/>
                  </a:lnTo>
                  <a:lnTo>
                    <a:pt x="1894" y="2775"/>
                  </a:lnTo>
                  <a:lnTo>
                    <a:pt x="1804" y="2803"/>
                  </a:lnTo>
                  <a:lnTo>
                    <a:pt x="1712" y="2826"/>
                  </a:lnTo>
                  <a:lnTo>
                    <a:pt x="1619" y="2841"/>
                  </a:lnTo>
                  <a:lnTo>
                    <a:pt x="1522" y="2851"/>
                  </a:lnTo>
                  <a:lnTo>
                    <a:pt x="1425" y="2854"/>
                  </a:lnTo>
                  <a:lnTo>
                    <a:pt x="1328" y="2851"/>
                  </a:lnTo>
                  <a:lnTo>
                    <a:pt x="1231" y="2841"/>
                  </a:lnTo>
                  <a:lnTo>
                    <a:pt x="1138" y="2826"/>
                  </a:lnTo>
                  <a:lnTo>
                    <a:pt x="1046" y="2803"/>
                  </a:lnTo>
                  <a:lnTo>
                    <a:pt x="957" y="2775"/>
                  </a:lnTo>
                  <a:lnTo>
                    <a:pt x="870" y="2742"/>
                  </a:lnTo>
                  <a:lnTo>
                    <a:pt x="786" y="2703"/>
                  </a:lnTo>
                  <a:lnTo>
                    <a:pt x="705" y="2659"/>
                  </a:lnTo>
                  <a:lnTo>
                    <a:pt x="628" y="2611"/>
                  </a:lnTo>
                  <a:lnTo>
                    <a:pt x="555" y="2558"/>
                  </a:lnTo>
                  <a:lnTo>
                    <a:pt x="484" y="2499"/>
                  </a:lnTo>
                  <a:lnTo>
                    <a:pt x="417" y="2436"/>
                  </a:lnTo>
                  <a:lnTo>
                    <a:pt x="355" y="2370"/>
                  </a:lnTo>
                  <a:lnTo>
                    <a:pt x="297" y="2300"/>
                  </a:lnTo>
                  <a:lnTo>
                    <a:pt x="244" y="2225"/>
                  </a:lnTo>
                  <a:lnTo>
                    <a:pt x="195" y="2148"/>
                  </a:lnTo>
                  <a:lnTo>
                    <a:pt x="151" y="2067"/>
                  </a:lnTo>
                  <a:lnTo>
                    <a:pt x="112" y="1983"/>
                  </a:lnTo>
                  <a:lnTo>
                    <a:pt x="79" y="1896"/>
                  </a:lnTo>
                  <a:lnTo>
                    <a:pt x="51" y="1807"/>
                  </a:lnTo>
                  <a:lnTo>
                    <a:pt x="29" y="1715"/>
                  </a:lnTo>
                  <a:lnTo>
                    <a:pt x="13" y="1621"/>
                  </a:lnTo>
                  <a:lnTo>
                    <a:pt x="3" y="1525"/>
                  </a:lnTo>
                  <a:lnTo>
                    <a:pt x="0" y="1427"/>
                  </a:lnTo>
                  <a:lnTo>
                    <a:pt x="3" y="1330"/>
                  </a:lnTo>
                  <a:lnTo>
                    <a:pt x="13" y="1234"/>
                  </a:lnTo>
                  <a:lnTo>
                    <a:pt x="29" y="1140"/>
                  </a:lnTo>
                  <a:lnTo>
                    <a:pt x="51" y="1048"/>
                  </a:lnTo>
                  <a:lnTo>
                    <a:pt x="79" y="959"/>
                  </a:lnTo>
                  <a:lnTo>
                    <a:pt x="112" y="872"/>
                  </a:lnTo>
                  <a:lnTo>
                    <a:pt x="151" y="788"/>
                  </a:lnTo>
                  <a:lnTo>
                    <a:pt x="195" y="708"/>
                  </a:lnTo>
                  <a:lnTo>
                    <a:pt x="244" y="629"/>
                  </a:lnTo>
                  <a:lnTo>
                    <a:pt x="297" y="556"/>
                  </a:lnTo>
                  <a:lnTo>
                    <a:pt x="355" y="485"/>
                  </a:lnTo>
                  <a:lnTo>
                    <a:pt x="417" y="418"/>
                  </a:lnTo>
                  <a:lnTo>
                    <a:pt x="484" y="356"/>
                  </a:lnTo>
                  <a:lnTo>
                    <a:pt x="555" y="298"/>
                  </a:lnTo>
                  <a:lnTo>
                    <a:pt x="628" y="244"/>
                  </a:lnTo>
                  <a:lnTo>
                    <a:pt x="705" y="195"/>
                  </a:lnTo>
                  <a:lnTo>
                    <a:pt x="786" y="151"/>
                  </a:lnTo>
                  <a:lnTo>
                    <a:pt x="870" y="113"/>
                  </a:lnTo>
                  <a:lnTo>
                    <a:pt x="957" y="79"/>
                  </a:lnTo>
                  <a:lnTo>
                    <a:pt x="1046" y="51"/>
                  </a:lnTo>
                  <a:lnTo>
                    <a:pt x="1138" y="30"/>
                  </a:lnTo>
                  <a:lnTo>
                    <a:pt x="1231" y="13"/>
                  </a:lnTo>
                  <a:lnTo>
                    <a:pt x="1328" y="4"/>
                  </a:lnTo>
                  <a:lnTo>
                    <a:pt x="14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1182625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41B60DA-2390-407D-B7A0-C81E0DC79F27}"/>
              </a:ext>
            </a:extLst>
          </p:cNvPr>
          <p:cNvGrpSpPr/>
          <p:nvPr/>
        </p:nvGrpSpPr>
        <p:grpSpPr>
          <a:xfrm>
            <a:off x="717455" y="680866"/>
            <a:ext cx="302629" cy="310356"/>
            <a:chOff x="803275" y="327025"/>
            <a:chExt cx="373063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FD97C510-5F17-4915-9594-4303F543F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5" y="411163"/>
              <a:ext cx="373063" cy="84138"/>
            </a:xfrm>
            <a:custGeom>
              <a:avLst/>
              <a:gdLst>
                <a:gd name="T0" fmla="*/ 0 w 3290"/>
                <a:gd name="T1" fmla="*/ 0 h 744"/>
                <a:gd name="T2" fmla="*/ 3290 w 3290"/>
                <a:gd name="T3" fmla="*/ 0 h 744"/>
                <a:gd name="T4" fmla="*/ 3290 w 3290"/>
                <a:gd name="T5" fmla="*/ 353 h 744"/>
                <a:gd name="T6" fmla="*/ 3267 w 3290"/>
                <a:gd name="T7" fmla="*/ 405 h 744"/>
                <a:gd name="T8" fmla="*/ 3239 w 3290"/>
                <a:gd name="T9" fmla="*/ 453 h 744"/>
                <a:gd name="T10" fmla="*/ 3206 w 3290"/>
                <a:gd name="T11" fmla="*/ 499 h 744"/>
                <a:gd name="T12" fmla="*/ 3171 w 3290"/>
                <a:gd name="T13" fmla="*/ 542 h 744"/>
                <a:gd name="T14" fmla="*/ 3131 w 3290"/>
                <a:gd name="T15" fmla="*/ 582 h 744"/>
                <a:gd name="T16" fmla="*/ 3088 w 3290"/>
                <a:gd name="T17" fmla="*/ 618 h 744"/>
                <a:gd name="T18" fmla="*/ 3042 w 3290"/>
                <a:gd name="T19" fmla="*/ 649 h 744"/>
                <a:gd name="T20" fmla="*/ 2993 w 3290"/>
                <a:gd name="T21" fmla="*/ 678 h 744"/>
                <a:gd name="T22" fmla="*/ 2942 w 3290"/>
                <a:gd name="T23" fmla="*/ 701 h 744"/>
                <a:gd name="T24" fmla="*/ 2888 w 3290"/>
                <a:gd name="T25" fmla="*/ 720 h 744"/>
                <a:gd name="T26" fmla="*/ 2832 w 3290"/>
                <a:gd name="T27" fmla="*/ 733 h 744"/>
                <a:gd name="T28" fmla="*/ 2775 w 3290"/>
                <a:gd name="T29" fmla="*/ 741 h 744"/>
                <a:gd name="T30" fmla="*/ 2715 w 3290"/>
                <a:gd name="T31" fmla="*/ 744 h 744"/>
                <a:gd name="T32" fmla="*/ 575 w 3290"/>
                <a:gd name="T33" fmla="*/ 744 h 744"/>
                <a:gd name="T34" fmla="*/ 515 w 3290"/>
                <a:gd name="T35" fmla="*/ 741 h 744"/>
                <a:gd name="T36" fmla="*/ 457 w 3290"/>
                <a:gd name="T37" fmla="*/ 733 h 744"/>
                <a:gd name="T38" fmla="*/ 402 w 3290"/>
                <a:gd name="T39" fmla="*/ 720 h 744"/>
                <a:gd name="T40" fmla="*/ 348 w 3290"/>
                <a:gd name="T41" fmla="*/ 701 h 744"/>
                <a:gd name="T42" fmla="*/ 296 w 3290"/>
                <a:gd name="T43" fmla="*/ 678 h 744"/>
                <a:gd name="T44" fmla="*/ 247 w 3290"/>
                <a:gd name="T45" fmla="*/ 649 h 744"/>
                <a:gd name="T46" fmla="*/ 201 w 3290"/>
                <a:gd name="T47" fmla="*/ 618 h 744"/>
                <a:gd name="T48" fmla="*/ 158 w 3290"/>
                <a:gd name="T49" fmla="*/ 582 h 744"/>
                <a:gd name="T50" fmla="*/ 118 w 3290"/>
                <a:gd name="T51" fmla="*/ 542 h 744"/>
                <a:gd name="T52" fmla="*/ 83 w 3290"/>
                <a:gd name="T53" fmla="*/ 499 h 744"/>
                <a:gd name="T54" fmla="*/ 51 w 3290"/>
                <a:gd name="T55" fmla="*/ 453 h 744"/>
                <a:gd name="T56" fmla="*/ 23 w 3290"/>
                <a:gd name="T57" fmla="*/ 405 h 744"/>
                <a:gd name="T58" fmla="*/ 0 w 3290"/>
                <a:gd name="T59" fmla="*/ 353 h 744"/>
                <a:gd name="T60" fmla="*/ 0 w 3290"/>
                <a:gd name="T61" fmla="*/ 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290" h="744">
                  <a:moveTo>
                    <a:pt x="0" y="0"/>
                  </a:moveTo>
                  <a:lnTo>
                    <a:pt x="3290" y="0"/>
                  </a:lnTo>
                  <a:lnTo>
                    <a:pt x="3290" y="353"/>
                  </a:lnTo>
                  <a:lnTo>
                    <a:pt x="3267" y="405"/>
                  </a:lnTo>
                  <a:lnTo>
                    <a:pt x="3239" y="453"/>
                  </a:lnTo>
                  <a:lnTo>
                    <a:pt x="3206" y="499"/>
                  </a:lnTo>
                  <a:lnTo>
                    <a:pt x="3171" y="542"/>
                  </a:lnTo>
                  <a:lnTo>
                    <a:pt x="3131" y="582"/>
                  </a:lnTo>
                  <a:lnTo>
                    <a:pt x="3088" y="618"/>
                  </a:lnTo>
                  <a:lnTo>
                    <a:pt x="3042" y="649"/>
                  </a:lnTo>
                  <a:lnTo>
                    <a:pt x="2993" y="678"/>
                  </a:lnTo>
                  <a:lnTo>
                    <a:pt x="2942" y="701"/>
                  </a:lnTo>
                  <a:lnTo>
                    <a:pt x="2888" y="720"/>
                  </a:lnTo>
                  <a:lnTo>
                    <a:pt x="2832" y="733"/>
                  </a:lnTo>
                  <a:lnTo>
                    <a:pt x="2775" y="741"/>
                  </a:lnTo>
                  <a:lnTo>
                    <a:pt x="2715" y="744"/>
                  </a:lnTo>
                  <a:lnTo>
                    <a:pt x="575" y="744"/>
                  </a:lnTo>
                  <a:lnTo>
                    <a:pt x="515" y="741"/>
                  </a:lnTo>
                  <a:lnTo>
                    <a:pt x="457" y="733"/>
                  </a:lnTo>
                  <a:lnTo>
                    <a:pt x="402" y="720"/>
                  </a:lnTo>
                  <a:lnTo>
                    <a:pt x="348" y="701"/>
                  </a:lnTo>
                  <a:lnTo>
                    <a:pt x="296" y="678"/>
                  </a:lnTo>
                  <a:lnTo>
                    <a:pt x="247" y="649"/>
                  </a:lnTo>
                  <a:lnTo>
                    <a:pt x="201" y="618"/>
                  </a:lnTo>
                  <a:lnTo>
                    <a:pt x="158" y="582"/>
                  </a:lnTo>
                  <a:lnTo>
                    <a:pt x="118" y="542"/>
                  </a:lnTo>
                  <a:lnTo>
                    <a:pt x="83" y="499"/>
                  </a:lnTo>
                  <a:lnTo>
                    <a:pt x="51" y="453"/>
                  </a:lnTo>
                  <a:lnTo>
                    <a:pt x="23" y="405"/>
                  </a:lnTo>
                  <a:lnTo>
                    <a:pt x="0" y="3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BCCE817D-BCFC-45E2-AF10-B08C2FE7A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5" y="487363"/>
              <a:ext cx="373063" cy="222250"/>
            </a:xfrm>
            <a:custGeom>
              <a:avLst/>
              <a:gdLst>
                <a:gd name="T0" fmla="*/ 0 w 3290"/>
                <a:gd name="T1" fmla="*/ 0 h 1955"/>
                <a:gd name="T2" fmla="*/ 45 w 3290"/>
                <a:gd name="T3" fmla="*/ 43 h 1955"/>
                <a:gd name="T4" fmla="*/ 94 w 3290"/>
                <a:gd name="T5" fmla="*/ 83 h 1955"/>
                <a:gd name="T6" fmla="*/ 145 w 3290"/>
                <a:gd name="T7" fmla="*/ 119 h 1955"/>
                <a:gd name="T8" fmla="*/ 200 w 3290"/>
                <a:gd name="T9" fmla="*/ 150 h 1955"/>
                <a:gd name="T10" fmla="*/ 257 w 3290"/>
                <a:gd name="T11" fmla="*/ 178 h 1955"/>
                <a:gd name="T12" fmla="*/ 316 w 3290"/>
                <a:gd name="T13" fmla="*/ 202 h 1955"/>
                <a:gd name="T14" fmla="*/ 379 w 3290"/>
                <a:gd name="T15" fmla="*/ 220 h 1955"/>
                <a:gd name="T16" fmla="*/ 442 w 3290"/>
                <a:gd name="T17" fmla="*/ 233 h 1955"/>
                <a:gd name="T18" fmla="*/ 507 w 3290"/>
                <a:gd name="T19" fmla="*/ 241 h 1955"/>
                <a:gd name="T20" fmla="*/ 575 w 3290"/>
                <a:gd name="T21" fmla="*/ 243 h 1955"/>
                <a:gd name="T22" fmla="*/ 748 w 3290"/>
                <a:gd name="T23" fmla="*/ 243 h 1955"/>
                <a:gd name="T24" fmla="*/ 748 w 3290"/>
                <a:gd name="T25" fmla="*/ 571 h 1955"/>
                <a:gd name="T26" fmla="*/ 1066 w 3290"/>
                <a:gd name="T27" fmla="*/ 571 h 1955"/>
                <a:gd name="T28" fmla="*/ 1066 w 3290"/>
                <a:gd name="T29" fmla="*/ 243 h 1955"/>
                <a:gd name="T30" fmla="*/ 2227 w 3290"/>
                <a:gd name="T31" fmla="*/ 243 h 1955"/>
                <a:gd name="T32" fmla="*/ 2227 w 3290"/>
                <a:gd name="T33" fmla="*/ 571 h 1955"/>
                <a:gd name="T34" fmla="*/ 2545 w 3290"/>
                <a:gd name="T35" fmla="*/ 571 h 1955"/>
                <a:gd name="T36" fmla="*/ 2545 w 3290"/>
                <a:gd name="T37" fmla="*/ 243 h 1955"/>
                <a:gd name="T38" fmla="*/ 2715 w 3290"/>
                <a:gd name="T39" fmla="*/ 243 h 1955"/>
                <a:gd name="T40" fmla="*/ 2782 w 3290"/>
                <a:gd name="T41" fmla="*/ 241 h 1955"/>
                <a:gd name="T42" fmla="*/ 2847 w 3290"/>
                <a:gd name="T43" fmla="*/ 233 h 1955"/>
                <a:gd name="T44" fmla="*/ 2911 w 3290"/>
                <a:gd name="T45" fmla="*/ 220 h 1955"/>
                <a:gd name="T46" fmla="*/ 2973 w 3290"/>
                <a:gd name="T47" fmla="*/ 202 h 1955"/>
                <a:gd name="T48" fmla="*/ 3033 w 3290"/>
                <a:gd name="T49" fmla="*/ 178 h 1955"/>
                <a:gd name="T50" fmla="*/ 3090 w 3290"/>
                <a:gd name="T51" fmla="*/ 150 h 1955"/>
                <a:gd name="T52" fmla="*/ 3144 w 3290"/>
                <a:gd name="T53" fmla="*/ 119 h 1955"/>
                <a:gd name="T54" fmla="*/ 3196 w 3290"/>
                <a:gd name="T55" fmla="*/ 83 h 1955"/>
                <a:gd name="T56" fmla="*/ 3245 w 3290"/>
                <a:gd name="T57" fmla="*/ 43 h 1955"/>
                <a:gd name="T58" fmla="*/ 3290 w 3290"/>
                <a:gd name="T59" fmla="*/ 0 h 1955"/>
                <a:gd name="T60" fmla="*/ 3290 w 3290"/>
                <a:gd name="T61" fmla="*/ 1955 h 1955"/>
                <a:gd name="T62" fmla="*/ 0 w 3290"/>
                <a:gd name="T63" fmla="*/ 1955 h 1955"/>
                <a:gd name="T64" fmla="*/ 0 w 3290"/>
                <a:gd name="T65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290" h="1955">
                  <a:moveTo>
                    <a:pt x="0" y="0"/>
                  </a:moveTo>
                  <a:lnTo>
                    <a:pt x="45" y="43"/>
                  </a:lnTo>
                  <a:lnTo>
                    <a:pt x="94" y="83"/>
                  </a:lnTo>
                  <a:lnTo>
                    <a:pt x="145" y="119"/>
                  </a:lnTo>
                  <a:lnTo>
                    <a:pt x="200" y="150"/>
                  </a:lnTo>
                  <a:lnTo>
                    <a:pt x="257" y="178"/>
                  </a:lnTo>
                  <a:lnTo>
                    <a:pt x="316" y="202"/>
                  </a:lnTo>
                  <a:lnTo>
                    <a:pt x="379" y="220"/>
                  </a:lnTo>
                  <a:lnTo>
                    <a:pt x="442" y="233"/>
                  </a:lnTo>
                  <a:lnTo>
                    <a:pt x="507" y="241"/>
                  </a:lnTo>
                  <a:lnTo>
                    <a:pt x="575" y="243"/>
                  </a:lnTo>
                  <a:lnTo>
                    <a:pt x="748" y="243"/>
                  </a:lnTo>
                  <a:lnTo>
                    <a:pt x="748" y="571"/>
                  </a:lnTo>
                  <a:lnTo>
                    <a:pt x="1066" y="571"/>
                  </a:lnTo>
                  <a:lnTo>
                    <a:pt x="1066" y="243"/>
                  </a:lnTo>
                  <a:lnTo>
                    <a:pt x="2227" y="243"/>
                  </a:lnTo>
                  <a:lnTo>
                    <a:pt x="2227" y="571"/>
                  </a:lnTo>
                  <a:lnTo>
                    <a:pt x="2545" y="571"/>
                  </a:lnTo>
                  <a:lnTo>
                    <a:pt x="2545" y="243"/>
                  </a:lnTo>
                  <a:lnTo>
                    <a:pt x="2715" y="243"/>
                  </a:lnTo>
                  <a:lnTo>
                    <a:pt x="2782" y="241"/>
                  </a:lnTo>
                  <a:lnTo>
                    <a:pt x="2847" y="233"/>
                  </a:lnTo>
                  <a:lnTo>
                    <a:pt x="2911" y="220"/>
                  </a:lnTo>
                  <a:lnTo>
                    <a:pt x="2973" y="202"/>
                  </a:lnTo>
                  <a:lnTo>
                    <a:pt x="3033" y="178"/>
                  </a:lnTo>
                  <a:lnTo>
                    <a:pt x="3090" y="150"/>
                  </a:lnTo>
                  <a:lnTo>
                    <a:pt x="3144" y="119"/>
                  </a:lnTo>
                  <a:lnTo>
                    <a:pt x="3196" y="83"/>
                  </a:lnTo>
                  <a:lnTo>
                    <a:pt x="3245" y="43"/>
                  </a:lnTo>
                  <a:lnTo>
                    <a:pt x="3290" y="0"/>
                  </a:lnTo>
                  <a:lnTo>
                    <a:pt x="3290" y="1955"/>
                  </a:lnTo>
                  <a:lnTo>
                    <a:pt x="0" y="19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48AEE42D-2ADA-4028-AADE-BAE0C92AF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63" y="327025"/>
              <a:ext cx="168275" cy="63500"/>
            </a:xfrm>
            <a:custGeom>
              <a:avLst/>
              <a:gdLst>
                <a:gd name="T0" fmla="*/ 91 w 1483"/>
                <a:gd name="T1" fmla="*/ 0 h 554"/>
                <a:gd name="T2" fmla="*/ 1392 w 1483"/>
                <a:gd name="T3" fmla="*/ 0 h 554"/>
                <a:gd name="T4" fmla="*/ 1414 w 1483"/>
                <a:gd name="T5" fmla="*/ 2 h 554"/>
                <a:gd name="T6" fmla="*/ 1432 w 1483"/>
                <a:gd name="T7" fmla="*/ 9 h 554"/>
                <a:gd name="T8" fmla="*/ 1449 w 1483"/>
                <a:gd name="T9" fmla="*/ 19 h 554"/>
                <a:gd name="T10" fmla="*/ 1464 w 1483"/>
                <a:gd name="T11" fmla="*/ 34 h 554"/>
                <a:gd name="T12" fmla="*/ 1474 w 1483"/>
                <a:gd name="T13" fmla="*/ 50 h 554"/>
                <a:gd name="T14" fmla="*/ 1481 w 1483"/>
                <a:gd name="T15" fmla="*/ 70 h 554"/>
                <a:gd name="T16" fmla="*/ 1483 w 1483"/>
                <a:gd name="T17" fmla="*/ 91 h 554"/>
                <a:gd name="T18" fmla="*/ 1483 w 1483"/>
                <a:gd name="T19" fmla="*/ 554 h 554"/>
                <a:gd name="T20" fmla="*/ 1301 w 1483"/>
                <a:gd name="T21" fmla="*/ 554 h 554"/>
                <a:gd name="T22" fmla="*/ 1301 w 1483"/>
                <a:gd name="T23" fmla="*/ 182 h 554"/>
                <a:gd name="T24" fmla="*/ 182 w 1483"/>
                <a:gd name="T25" fmla="*/ 182 h 554"/>
                <a:gd name="T26" fmla="*/ 182 w 1483"/>
                <a:gd name="T27" fmla="*/ 554 h 554"/>
                <a:gd name="T28" fmla="*/ 0 w 1483"/>
                <a:gd name="T29" fmla="*/ 554 h 554"/>
                <a:gd name="T30" fmla="*/ 0 w 1483"/>
                <a:gd name="T31" fmla="*/ 91 h 554"/>
                <a:gd name="T32" fmla="*/ 2 w 1483"/>
                <a:gd name="T33" fmla="*/ 70 h 554"/>
                <a:gd name="T34" fmla="*/ 9 w 1483"/>
                <a:gd name="T35" fmla="*/ 50 h 554"/>
                <a:gd name="T36" fmla="*/ 20 w 1483"/>
                <a:gd name="T37" fmla="*/ 34 h 554"/>
                <a:gd name="T38" fmla="*/ 34 w 1483"/>
                <a:gd name="T39" fmla="*/ 19 h 554"/>
                <a:gd name="T40" fmla="*/ 51 w 1483"/>
                <a:gd name="T41" fmla="*/ 9 h 554"/>
                <a:gd name="T42" fmla="*/ 70 w 1483"/>
                <a:gd name="T43" fmla="*/ 2 h 554"/>
                <a:gd name="T44" fmla="*/ 91 w 1483"/>
                <a:gd name="T45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83" h="554">
                  <a:moveTo>
                    <a:pt x="91" y="0"/>
                  </a:moveTo>
                  <a:lnTo>
                    <a:pt x="1392" y="0"/>
                  </a:lnTo>
                  <a:lnTo>
                    <a:pt x="1414" y="2"/>
                  </a:lnTo>
                  <a:lnTo>
                    <a:pt x="1432" y="9"/>
                  </a:lnTo>
                  <a:lnTo>
                    <a:pt x="1449" y="19"/>
                  </a:lnTo>
                  <a:lnTo>
                    <a:pt x="1464" y="34"/>
                  </a:lnTo>
                  <a:lnTo>
                    <a:pt x="1474" y="50"/>
                  </a:lnTo>
                  <a:lnTo>
                    <a:pt x="1481" y="70"/>
                  </a:lnTo>
                  <a:lnTo>
                    <a:pt x="1483" y="91"/>
                  </a:lnTo>
                  <a:lnTo>
                    <a:pt x="1483" y="554"/>
                  </a:lnTo>
                  <a:lnTo>
                    <a:pt x="1301" y="554"/>
                  </a:lnTo>
                  <a:lnTo>
                    <a:pt x="1301" y="182"/>
                  </a:lnTo>
                  <a:lnTo>
                    <a:pt x="182" y="182"/>
                  </a:lnTo>
                  <a:lnTo>
                    <a:pt x="182" y="554"/>
                  </a:lnTo>
                  <a:lnTo>
                    <a:pt x="0" y="554"/>
                  </a:lnTo>
                  <a:lnTo>
                    <a:pt x="0" y="91"/>
                  </a:lnTo>
                  <a:lnTo>
                    <a:pt x="2" y="70"/>
                  </a:lnTo>
                  <a:lnTo>
                    <a:pt x="9" y="50"/>
                  </a:lnTo>
                  <a:lnTo>
                    <a:pt x="20" y="34"/>
                  </a:lnTo>
                  <a:lnTo>
                    <a:pt x="34" y="19"/>
                  </a:lnTo>
                  <a:lnTo>
                    <a:pt x="51" y="9"/>
                  </a:lnTo>
                  <a:lnTo>
                    <a:pt x="70" y="2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7D48482-7504-4E9A-8E3B-5EB5E4778DD8}"/>
              </a:ext>
            </a:extLst>
          </p:cNvPr>
          <p:cNvGrpSpPr/>
          <p:nvPr/>
        </p:nvGrpSpPr>
        <p:grpSpPr>
          <a:xfrm>
            <a:off x="1416565" y="684730"/>
            <a:ext cx="310355" cy="302629"/>
            <a:chOff x="1293813" y="342900"/>
            <a:chExt cx="382587" cy="3730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3A63B5A4-BAE1-406F-A64C-1D4742CFB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5" y="474663"/>
              <a:ext cx="238125" cy="241300"/>
            </a:xfrm>
            <a:custGeom>
              <a:avLst/>
              <a:gdLst>
                <a:gd name="T0" fmla="*/ 1053 w 2102"/>
                <a:gd name="T1" fmla="*/ 0 h 2129"/>
                <a:gd name="T2" fmla="*/ 2102 w 2102"/>
                <a:gd name="T3" fmla="*/ 1047 h 2129"/>
                <a:gd name="T4" fmla="*/ 1708 w 2102"/>
                <a:gd name="T5" fmla="*/ 1047 h 2129"/>
                <a:gd name="T6" fmla="*/ 1708 w 2102"/>
                <a:gd name="T7" fmla="*/ 2129 h 2129"/>
                <a:gd name="T8" fmla="*/ 394 w 2102"/>
                <a:gd name="T9" fmla="*/ 2129 h 2129"/>
                <a:gd name="T10" fmla="*/ 394 w 2102"/>
                <a:gd name="T11" fmla="*/ 1047 h 2129"/>
                <a:gd name="T12" fmla="*/ 0 w 2102"/>
                <a:gd name="T13" fmla="*/ 1047 h 2129"/>
                <a:gd name="T14" fmla="*/ 1053 w 2102"/>
                <a:gd name="T15" fmla="*/ 0 h 2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02" h="2129">
                  <a:moveTo>
                    <a:pt x="1053" y="0"/>
                  </a:moveTo>
                  <a:lnTo>
                    <a:pt x="2102" y="1047"/>
                  </a:lnTo>
                  <a:lnTo>
                    <a:pt x="1708" y="1047"/>
                  </a:lnTo>
                  <a:lnTo>
                    <a:pt x="1708" y="2129"/>
                  </a:lnTo>
                  <a:lnTo>
                    <a:pt x="394" y="2129"/>
                  </a:lnTo>
                  <a:lnTo>
                    <a:pt x="394" y="1047"/>
                  </a:lnTo>
                  <a:lnTo>
                    <a:pt x="0" y="1047"/>
                  </a:lnTo>
                  <a:lnTo>
                    <a:pt x="10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D1161927-B83C-44C8-BB1F-CD378C7428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93813" y="342900"/>
              <a:ext cx="277812" cy="279400"/>
            </a:xfrm>
            <a:custGeom>
              <a:avLst/>
              <a:gdLst>
                <a:gd name="T0" fmla="*/ 1172 w 2456"/>
                <a:gd name="T1" fmla="*/ 422 h 2457"/>
                <a:gd name="T2" fmla="*/ 1138 w 2456"/>
                <a:gd name="T3" fmla="*/ 492 h 2457"/>
                <a:gd name="T4" fmla="*/ 1032 w 2456"/>
                <a:gd name="T5" fmla="*/ 611 h 2457"/>
                <a:gd name="T6" fmla="*/ 937 w 2456"/>
                <a:gd name="T7" fmla="*/ 736 h 2457"/>
                <a:gd name="T8" fmla="*/ 915 w 2456"/>
                <a:gd name="T9" fmla="*/ 900 h 2457"/>
                <a:gd name="T10" fmla="*/ 978 w 2456"/>
                <a:gd name="T11" fmla="*/ 1050 h 2457"/>
                <a:gd name="T12" fmla="*/ 1105 w 2456"/>
                <a:gd name="T13" fmla="*/ 1148 h 2457"/>
                <a:gd name="T14" fmla="*/ 1256 w 2456"/>
                <a:gd name="T15" fmla="*/ 1176 h 2457"/>
                <a:gd name="T16" fmla="*/ 1341 w 2456"/>
                <a:gd name="T17" fmla="*/ 1233 h 2457"/>
                <a:gd name="T18" fmla="*/ 1361 w 2456"/>
                <a:gd name="T19" fmla="*/ 1336 h 2457"/>
                <a:gd name="T20" fmla="*/ 1304 w 2456"/>
                <a:gd name="T21" fmla="*/ 1420 h 2457"/>
                <a:gd name="T22" fmla="*/ 1200 w 2456"/>
                <a:gd name="T23" fmla="*/ 1441 h 2457"/>
                <a:gd name="T24" fmla="*/ 1114 w 2456"/>
                <a:gd name="T25" fmla="*/ 1387 h 2457"/>
                <a:gd name="T26" fmla="*/ 1037 w 2456"/>
                <a:gd name="T27" fmla="*/ 1376 h 2457"/>
                <a:gd name="T28" fmla="*/ 979 w 2456"/>
                <a:gd name="T29" fmla="*/ 1430 h 2457"/>
                <a:gd name="T30" fmla="*/ 986 w 2456"/>
                <a:gd name="T31" fmla="*/ 1508 h 2457"/>
                <a:gd name="T32" fmla="*/ 1099 w 2456"/>
                <a:gd name="T33" fmla="*/ 1596 h 2457"/>
                <a:gd name="T34" fmla="*/ 1146 w 2456"/>
                <a:gd name="T35" fmla="*/ 1712 h 2457"/>
                <a:gd name="T36" fmla="*/ 1206 w 2456"/>
                <a:gd name="T37" fmla="*/ 1760 h 2457"/>
                <a:gd name="T38" fmla="*/ 1284 w 2456"/>
                <a:gd name="T39" fmla="*/ 1742 h 2457"/>
                <a:gd name="T40" fmla="*/ 1318 w 2456"/>
                <a:gd name="T41" fmla="*/ 1672 h 2457"/>
                <a:gd name="T42" fmla="*/ 1424 w 2456"/>
                <a:gd name="T43" fmla="*/ 1555 h 2457"/>
                <a:gd name="T44" fmla="*/ 1519 w 2456"/>
                <a:gd name="T45" fmla="*/ 1428 h 2457"/>
                <a:gd name="T46" fmla="*/ 1541 w 2456"/>
                <a:gd name="T47" fmla="*/ 1265 h 2457"/>
                <a:gd name="T48" fmla="*/ 1477 w 2456"/>
                <a:gd name="T49" fmla="*/ 1115 h 2457"/>
                <a:gd name="T50" fmla="*/ 1351 w 2456"/>
                <a:gd name="T51" fmla="*/ 1017 h 2457"/>
                <a:gd name="T52" fmla="*/ 1200 w 2456"/>
                <a:gd name="T53" fmla="*/ 990 h 2457"/>
                <a:gd name="T54" fmla="*/ 1115 w 2456"/>
                <a:gd name="T55" fmla="*/ 933 h 2457"/>
                <a:gd name="T56" fmla="*/ 1095 w 2456"/>
                <a:gd name="T57" fmla="*/ 830 h 2457"/>
                <a:gd name="T58" fmla="*/ 1152 w 2456"/>
                <a:gd name="T59" fmla="*/ 745 h 2457"/>
                <a:gd name="T60" fmla="*/ 1256 w 2456"/>
                <a:gd name="T61" fmla="*/ 725 h 2457"/>
                <a:gd name="T62" fmla="*/ 1342 w 2456"/>
                <a:gd name="T63" fmla="*/ 778 h 2457"/>
                <a:gd name="T64" fmla="*/ 1419 w 2456"/>
                <a:gd name="T65" fmla="*/ 789 h 2457"/>
                <a:gd name="T66" fmla="*/ 1477 w 2456"/>
                <a:gd name="T67" fmla="*/ 735 h 2457"/>
                <a:gd name="T68" fmla="*/ 1471 w 2456"/>
                <a:gd name="T69" fmla="*/ 658 h 2457"/>
                <a:gd name="T70" fmla="*/ 1358 w 2456"/>
                <a:gd name="T71" fmla="*/ 570 h 2457"/>
                <a:gd name="T72" fmla="*/ 1310 w 2456"/>
                <a:gd name="T73" fmla="*/ 454 h 2457"/>
                <a:gd name="T74" fmla="*/ 1249 w 2456"/>
                <a:gd name="T75" fmla="*/ 406 h 2457"/>
                <a:gd name="T76" fmla="*/ 1408 w 2456"/>
                <a:gd name="T77" fmla="*/ 12 h 2457"/>
                <a:gd name="T78" fmla="*/ 1736 w 2456"/>
                <a:gd name="T79" fmla="*/ 108 h 2457"/>
                <a:gd name="T80" fmla="*/ 2020 w 2456"/>
                <a:gd name="T81" fmla="*/ 286 h 2457"/>
                <a:gd name="T82" fmla="*/ 2244 w 2456"/>
                <a:gd name="T83" fmla="*/ 530 h 2457"/>
                <a:gd name="T84" fmla="*/ 2397 w 2456"/>
                <a:gd name="T85" fmla="*/ 830 h 2457"/>
                <a:gd name="T86" fmla="*/ 2324 w 2456"/>
                <a:gd name="T87" fmla="*/ 950 h 2457"/>
                <a:gd name="T88" fmla="*/ 1448 w 2456"/>
                <a:gd name="T89" fmla="*/ 2437 h 2457"/>
                <a:gd name="T90" fmla="*/ 1144 w 2456"/>
                <a:gd name="T91" fmla="*/ 2453 h 2457"/>
                <a:gd name="T92" fmla="*/ 811 w 2456"/>
                <a:gd name="T93" fmla="*/ 2383 h 2457"/>
                <a:gd name="T94" fmla="*/ 517 w 2456"/>
                <a:gd name="T95" fmla="*/ 2229 h 2457"/>
                <a:gd name="T96" fmla="*/ 278 w 2456"/>
                <a:gd name="T97" fmla="*/ 2005 h 2457"/>
                <a:gd name="T98" fmla="*/ 105 w 2456"/>
                <a:gd name="T99" fmla="*/ 1725 h 2457"/>
                <a:gd name="T100" fmla="*/ 12 w 2456"/>
                <a:gd name="T101" fmla="*/ 1402 h 2457"/>
                <a:gd name="T102" fmla="*/ 12 w 2456"/>
                <a:gd name="T103" fmla="*/ 1054 h 2457"/>
                <a:gd name="T104" fmla="*/ 105 w 2456"/>
                <a:gd name="T105" fmla="*/ 731 h 2457"/>
                <a:gd name="T106" fmla="*/ 278 w 2456"/>
                <a:gd name="T107" fmla="*/ 451 h 2457"/>
                <a:gd name="T108" fmla="*/ 517 w 2456"/>
                <a:gd name="T109" fmla="*/ 227 h 2457"/>
                <a:gd name="T110" fmla="*/ 811 w 2456"/>
                <a:gd name="T111" fmla="*/ 73 h 2457"/>
                <a:gd name="T112" fmla="*/ 1144 w 2456"/>
                <a:gd name="T113" fmla="*/ 3 h 2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56" h="2457">
                  <a:moveTo>
                    <a:pt x="1228" y="403"/>
                  </a:moveTo>
                  <a:lnTo>
                    <a:pt x="1207" y="405"/>
                  </a:lnTo>
                  <a:lnTo>
                    <a:pt x="1189" y="412"/>
                  </a:lnTo>
                  <a:lnTo>
                    <a:pt x="1172" y="422"/>
                  </a:lnTo>
                  <a:lnTo>
                    <a:pt x="1158" y="436"/>
                  </a:lnTo>
                  <a:lnTo>
                    <a:pt x="1147" y="453"/>
                  </a:lnTo>
                  <a:lnTo>
                    <a:pt x="1141" y="472"/>
                  </a:lnTo>
                  <a:lnTo>
                    <a:pt x="1138" y="492"/>
                  </a:lnTo>
                  <a:lnTo>
                    <a:pt x="1138" y="556"/>
                  </a:lnTo>
                  <a:lnTo>
                    <a:pt x="1100" y="570"/>
                  </a:lnTo>
                  <a:lnTo>
                    <a:pt x="1064" y="588"/>
                  </a:lnTo>
                  <a:lnTo>
                    <a:pt x="1032" y="611"/>
                  </a:lnTo>
                  <a:lnTo>
                    <a:pt x="1003" y="637"/>
                  </a:lnTo>
                  <a:lnTo>
                    <a:pt x="976" y="668"/>
                  </a:lnTo>
                  <a:lnTo>
                    <a:pt x="954" y="700"/>
                  </a:lnTo>
                  <a:lnTo>
                    <a:pt x="937" y="736"/>
                  </a:lnTo>
                  <a:lnTo>
                    <a:pt x="923" y="775"/>
                  </a:lnTo>
                  <a:lnTo>
                    <a:pt x="915" y="816"/>
                  </a:lnTo>
                  <a:lnTo>
                    <a:pt x="912" y="857"/>
                  </a:lnTo>
                  <a:lnTo>
                    <a:pt x="915" y="900"/>
                  </a:lnTo>
                  <a:lnTo>
                    <a:pt x="923" y="941"/>
                  </a:lnTo>
                  <a:lnTo>
                    <a:pt x="938" y="980"/>
                  </a:lnTo>
                  <a:lnTo>
                    <a:pt x="956" y="1016"/>
                  </a:lnTo>
                  <a:lnTo>
                    <a:pt x="978" y="1050"/>
                  </a:lnTo>
                  <a:lnTo>
                    <a:pt x="1005" y="1080"/>
                  </a:lnTo>
                  <a:lnTo>
                    <a:pt x="1036" y="1107"/>
                  </a:lnTo>
                  <a:lnTo>
                    <a:pt x="1069" y="1130"/>
                  </a:lnTo>
                  <a:lnTo>
                    <a:pt x="1105" y="1148"/>
                  </a:lnTo>
                  <a:lnTo>
                    <a:pt x="1144" y="1161"/>
                  </a:lnTo>
                  <a:lnTo>
                    <a:pt x="1186" y="1169"/>
                  </a:lnTo>
                  <a:lnTo>
                    <a:pt x="1228" y="1172"/>
                  </a:lnTo>
                  <a:lnTo>
                    <a:pt x="1256" y="1176"/>
                  </a:lnTo>
                  <a:lnTo>
                    <a:pt x="1281" y="1184"/>
                  </a:lnTo>
                  <a:lnTo>
                    <a:pt x="1305" y="1196"/>
                  </a:lnTo>
                  <a:lnTo>
                    <a:pt x="1324" y="1212"/>
                  </a:lnTo>
                  <a:lnTo>
                    <a:pt x="1341" y="1233"/>
                  </a:lnTo>
                  <a:lnTo>
                    <a:pt x="1354" y="1255"/>
                  </a:lnTo>
                  <a:lnTo>
                    <a:pt x="1361" y="1281"/>
                  </a:lnTo>
                  <a:lnTo>
                    <a:pt x="1364" y="1308"/>
                  </a:lnTo>
                  <a:lnTo>
                    <a:pt x="1361" y="1336"/>
                  </a:lnTo>
                  <a:lnTo>
                    <a:pt x="1354" y="1361"/>
                  </a:lnTo>
                  <a:lnTo>
                    <a:pt x="1340" y="1383"/>
                  </a:lnTo>
                  <a:lnTo>
                    <a:pt x="1324" y="1404"/>
                  </a:lnTo>
                  <a:lnTo>
                    <a:pt x="1304" y="1420"/>
                  </a:lnTo>
                  <a:lnTo>
                    <a:pt x="1281" y="1432"/>
                  </a:lnTo>
                  <a:lnTo>
                    <a:pt x="1256" y="1441"/>
                  </a:lnTo>
                  <a:lnTo>
                    <a:pt x="1228" y="1443"/>
                  </a:lnTo>
                  <a:lnTo>
                    <a:pt x="1200" y="1441"/>
                  </a:lnTo>
                  <a:lnTo>
                    <a:pt x="1175" y="1432"/>
                  </a:lnTo>
                  <a:lnTo>
                    <a:pt x="1151" y="1419"/>
                  </a:lnTo>
                  <a:lnTo>
                    <a:pt x="1130" y="1401"/>
                  </a:lnTo>
                  <a:lnTo>
                    <a:pt x="1114" y="1387"/>
                  </a:lnTo>
                  <a:lnTo>
                    <a:pt x="1096" y="1377"/>
                  </a:lnTo>
                  <a:lnTo>
                    <a:pt x="1077" y="1373"/>
                  </a:lnTo>
                  <a:lnTo>
                    <a:pt x="1057" y="1372"/>
                  </a:lnTo>
                  <a:lnTo>
                    <a:pt x="1037" y="1376"/>
                  </a:lnTo>
                  <a:lnTo>
                    <a:pt x="1018" y="1383"/>
                  </a:lnTo>
                  <a:lnTo>
                    <a:pt x="1002" y="1397"/>
                  </a:lnTo>
                  <a:lnTo>
                    <a:pt x="989" y="1412"/>
                  </a:lnTo>
                  <a:lnTo>
                    <a:pt x="979" y="1430"/>
                  </a:lnTo>
                  <a:lnTo>
                    <a:pt x="974" y="1450"/>
                  </a:lnTo>
                  <a:lnTo>
                    <a:pt x="973" y="1469"/>
                  </a:lnTo>
                  <a:lnTo>
                    <a:pt x="977" y="1488"/>
                  </a:lnTo>
                  <a:lnTo>
                    <a:pt x="986" y="1508"/>
                  </a:lnTo>
                  <a:lnTo>
                    <a:pt x="998" y="1524"/>
                  </a:lnTo>
                  <a:lnTo>
                    <a:pt x="1029" y="1553"/>
                  </a:lnTo>
                  <a:lnTo>
                    <a:pt x="1062" y="1576"/>
                  </a:lnTo>
                  <a:lnTo>
                    <a:pt x="1099" y="1596"/>
                  </a:lnTo>
                  <a:lnTo>
                    <a:pt x="1138" y="1610"/>
                  </a:lnTo>
                  <a:lnTo>
                    <a:pt x="1138" y="1672"/>
                  </a:lnTo>
                  <a:lnTo>
                    <a:pt x="1140" y="1693"/>
                  </a:lnTo>
                  <a:lnTo>
                    <a:pt x="1146" y="1712"/>
                  </a:lnTo>
                  <a:lnTo>
                    <a:pt x="1157" y="1729"/>
                  </a:lnTo>
                  <a:lnTo>
                    <a:pt x="1171" y="1742"/>
                  </a:lnTo>
                  <a:lnTo>
                    <a:pt x="1188" y="1754"/>
                  </a:lnTo>
                  <a:lnTo>
                    <a:pt x="1206" y="1760"/>
                  </a:lnTo>
                  <a:lnTo>
                    <a:pt x="1228" y="1763"/>
                  </a:lnTo>
                  <a:lnTo>
                    <a:pt x="1248" y="1760"/>
                  </a:lnTo>
                  <a:lnTo>
                    <a:pt x="1267" y="1754"/>
                  </a:lnTo>
                  <a:lnTo>
                    <a:pt x="1284" y="1742"/>
                  </a:lnTo>
                  <a:lnTo>
                    <a:pt x="1298" y="1729"/>
                  </a:lnTo>
                  <a:lnTo>
                    <a:pt x="1309" y="1712"/>
                  </a:lnTo>
                  <a:lnTo>
                    <a:pt x="1316" y="1693"/>
                  </a:lnTo>
                  <a:lnTo>
                    <a:pt x="1318" y="1672"/>
                  </a:lnTo>
                  <a:lnTo>
                    <a:pt x="1318" y="1610"/>
                  </a:lnTo>
                  <a:lnTo>
                    <a:pt x="1356" y="1596"/>
                  </a:lnTo>
                  <a:lnTo>
                    <a:pt x="1392" y="1577"/>
                  </a:lnTo>
                  <a:lnTo>
                    <a:pt x="1424" y="1555"/>
                  </a:lnTo>
                  <a:lnTo>
                    <a:pt x="1454" y="1528"/>
                  </a:lnTo>
                  <a:lnTo>
                    <a:pt x="1479" y="1498"/>
                  </a:lnTo>
                  <a:lnTo>
                    <a:pt x="1502" y="1465"/>
                  </a:lnTo>
                  <a:lnTo>
                    <a:pt x="1519" y="1428"/>
                  </a:lnTo>
                  <a:lnTo>
                    <a:pt x="1533" y="1391"/>
                  </a:lnTo>
                  <a:lnTo>
                    <a:pt x="1541" y="1350"/>
                  </a:lnTo>
                  <a:lnTo>
                    <a:pt x="1544" y="1308"/>
                  </a:lnTo>
                  <a:lnTo>
                    <a:pt x="1541" y="1265"/>
                  </a:lnTo>
                  <a:lnTo>
                    <a:pt x="1533" y="1224"/>
                  </a:lnTo>
                  <a:lnTo>
                    <a:pt x="1519" y="1186"/>
                  </a:lnTo>
                  <a:lnTo>
                    <a:pt x="1501" y="1149"/>
                  </a:lnTo>
                  <a:lnTo>
                    <a:pt x="1477" y="1115"/>
                  </a:lnTo>
                  <a:lnTo>
                    <a:pt x="1451" y="1085"/>
                  </a:lnTo>
                  <a:lnTo>
                    <a:pt x="1421" y="1058"/>
                  </a:lnTo>
                  <a:lnTo>
                    <a:pt x="1387" y="1036"/>
                  </a:lnTo>
                  <a:lnTo>
                    <a:pt x="1351" y="1017"/>
                  </a:lnTo>
                  <a:lnTo>
                    <a:pt x="1312" y="1004"/>
                  </a:lnTo>
                  <a:lnTo>
                    <a:pt x="1271" y="996"/>
                  </a:lnTo>
                  <a:lnTo>
                    <a:pt x="1228" y="993"/>
                  </a:lnTo>
                  <a:lnTo>
                    <a:pt x="1200" y="990"/>
                  </a:lnTo>
                  <a:lnTo>
                    <a:pt x="1175" y="982"/>
                  </a:lnTo>
                  <a:lnTo>
                    <a:pt x="1152" y="970"/>
                  </a:lnTo>
                  <a:lnTo>
                    <a:pt x="1132" y="953"/>
                  </a:lnTo>
                  <a:lnTo>
                    <a:pt x="1115" y="933"/>
                  </a:lnTo>
                  <a:lnTo>
                    <a:pt x="1103" y="909"/>
                  </a:lnTo>
                  <a:lnTo>
                    <a:pt x="1095" y="885"/>
                  </a:lnTo>
                  <a:lnTo>
                    <a:pt x="1092" y="857"/>
                  </a:lnTo>
                  <a:lnTo>
                    <a:pt x="1095" y="830"/>
                  </a:lnTo>
                  <a:lnTo>
                    <a:pt x="1103" y="804"/>
                  </a:lnTo>
                  <a:lnTo>
                    <a:pt x="1115" y="782"/>
                  </a:lnTo>
                  <a:lnTo>
                    <a:pt x="1132" y="762"/>
                  </a:lnTo>
                  <a:lnTo>
                    <a:pt x="1152" y="745"/>
                  </a:lnTo>
                  <a:lnTo>
                    <a:pt x="1175" y="733"/>
                  </a:lnTo>
                  <a:lnTo>
                    <a:pt x="1200" y="725"/>
                  </a:lnTo>
                  <a:lnTo>
                    <a:pt x="1228" y="722"/>
                  </a:lnTo>
                  <a:lnTo>
                    <a:pt x="1256" y="725"/>
                  </a:lnTo>
                  <a:lnTo>
                    <a:pt x="1281" y="733"/>
                  </a:lnTo>
                  <a:lnTo>
                    <a:pt x="1305" y="746"/>
                  </a:lnTo>
                  <a:lnTo>
                    <a:pt x="1326" y="765"/>
                  </a:lnTo>
                  <a:lnTo>
                    <a:pt x="1342" y="778"/>
                  </a:lnTo>
                  <a:lnTo>
                    <a:pt x="1360" y="787"/>
                  </a:lnTo>
                  <a:lnTo>
                    <a:pt x="1379" y="792"/>
                  </a:lnTo>
                  <a:lnTo>
                    <a:pt x="1400" y="793"/>
                  </a:lnTo>
                  <a:lnTo>
                    <a:pt x="1419" y="789"/>
                  </a:lnTo>
                  <a:lnTo>
                    <a:pt x="1438" y="781"/>
                  </a:lnTo>
                  <a:lnTo>
                    <a:pt x="1454" y="769"/>
                  </a:lnTo>
                  <a:lnTo>
                    <a:pt x="1468" y="752"/>
                  </a:lnTo>
                  <a:lnTo>
                    <a:pt x="1477" y="735"/>
                  </a:lnTo>
                  <a:lnTo>
                    <a:pt x="1483" y="716"/>
                  </a:lnTo>
                  <a:lnTo>
                    <a:pt x="1483" y="696"/>
                  </a:lnTo>
                  <a:lnTo>
                    <a:pt x="1479" y="676"/>
                  </a:lnTo>
                  <a:lnTo>
                    <a:pt x="1471" y="658"/>
                  </a:lnTo>
                  <a:lnTo>
                    <a:pt x="1458" y="641"/>
                  </a:lnTo>
                  <a:lnTo>
                    <a:pt x="1427" y="613"/>
                  </a:lnTo>
                  <a:lnTo>
                    <a:pt x="1394" y="589"/>
                  </a:lnTo>
                  <a:lnTo>
                    <a:pt x="1358" y="570"/>
                  </a:lnTo>
                  <a:lnTo>
                    <a:pt x="1319" y="556"/>
                  </a:lnTo>
                  <a:lnTo>
                    <a:pt x="1319" y="492"/>
                  </a:lnTo>
                  <a:lnTo>
                    <a:pt x="1316" y="472"/>
                  </a:lnTo>
                  <a:lnTo>
                    <a:pt x="1310" y="454"/>
                  </a:lnTo>
                  <a:lnTo>
                    <a:pt x="1298" y="436"/>
                  </a:lnTo>
                  <a:lnTo>
                    <a:pt x="1285" y="423"/>
                  </a:lnTo>
                  <a:lnTo>
                    <a:pt x="1268" y="412"/>
                  </a:lnTo>
                  <a:lnTo>
                    <a:pt x="1249" y="406"/>
                  </a:lnTo>
                  <a:lnTo>
                    <a:pt x="1228" y="403"/>
                  </a:lnTo>
                  <a:close/>
                  <a:moveTo>
                    <a:pt x="1232" y="0"/>
                  </a:moveTo>
                  <a:lnTo>
                    <a:pt x="1321" y="3"/>
                  </a:lnTo>
                  <a:lnTo>
                    <a:pt x="1408" y="12"/>
                  </a:lnTo>
                  <a:lnTo>
                    <a:pt x="1494" y="28"/>
                  </a:lnTo>
                  <a:lnTo>
                    <a:pt x="1578" y="49"/>
                  </a:lnTo>
                  <a:lnTo>
                    <a:pt x="1658" y="76"/>
                  </a:lnTo>
                  <a:lnTo>
                    <a:pt x="1736" y="108"/>
                  </a:lnTo>
                  <a:lnTo>
                    <a:pt x="1812" y="145"/>
                  </a:lnTo>
                  <a:lnTo>
                    <a:pt x="1884" y="188"/>
                  </a:lnTo>
                  <a:lnTo>
                    <a:pt x="1954" y="234"/>
                  </a:lnTo>
                  <a:lnTo>
                    <a:pt x="2020" y="286"/>
                  </a:lnTo>
                  <a:lnTo>
                    <a:pt x="2082" y="341"/>
                  </a:lnTo>
                  <a:lnTo>
                    <a:pt x="2141" y="401"/>
                  </a:lnTo>
                  <a:lnTo>
                    <a:pt x="2195" y="464"/>
                  </a:lnTo>
                  <a:lnTo>
                    <a:pt x="2244" y="530"/>
                  </a:lnTo>
                  <a:lnTo>
                    <a:pt x="2290" y="601"/>
                  </a:lnTo>
                  <a:lnTo>
                    <a:pt x="2331" y="674"/>
                  </a:lnTo>
                  <a:lnTo>
                    <a:pt x="2367" y="750"/>
                  </a:lnTo>
                  <a:lnTo>
                    <a:pt x="2397" y="830"/>
                  </a:lnTo>
                  <a:lnTo>
                    <a:pt x="2422" y="911"/>
                  </a:lnTo>
                  <a:lnTo>
                    <a:pt x="2442" y="995"/>
                  </a:lnTo>
                  <a:lnTo>
                    <a:pt x="2456" y="1082"/>
                  </a:lnTo>
                  <a:lnTo>
                    <a:pt x="2324" y="950"/>
                  </a:lnTo>
                  <a:lnTo>
                    <a:pt x="913" y="2355"/>
                  </a:lnTo>
                  <a:lnTo>
                    <a:pt x="1518" y="2355"/>
                  </a:lnTo>
                  <a:lnTo>
                    <a:pt x="1518" y="2421"/>
                  </a:lnTo>
                  <a:lnTo>
                    <a:pt x="1448" y="2437"/>
                  </a:lnTo>
                  <a:lnTo>
                    <a:pt x="1377" y="2448"/>
                  </a:lnTo>
                  <a:lnTo>
                    <a:pt x="1306" y="2454"/>
                  </a:lnTo>
                  <a:lnTo>
                    <a:pt x="1232" y="2457"/>
                  </a:lnTo>
                  <a:lnTo>
                    <a:pt x="1144" y="2453"/>
                  </a:lnTo>
                  <a:lnTo>
                    <a:pt x="1057" y="2445"/>
                  </a:lnTo>
                  <a:lnTo>
                    <a:pt x="973" y="2429"/>
                  </a:lnTo>
                  <a:lnTo>
                    <a:pt x="891" y="2409"/>
                  </a:lnTo>
                  <a:lnTo>
                    <a:pt x="811" y="2383"/>
                  </a:lnTo>
                  <a:lnTo>
                    <a:pt x="733" y="2352"/>
                  </a:lnTo>
                  <a:lnTo>
                    <a:pt x="658" y="2315"/>
                  </a:lnTo>
                  <a:lnTo>
                    <a:pt x="587" y="2274"/>
                  </a:lnTo>
                  <a:lnTo>
                    <a:pt x="517" y="2229"/>
                  </a:lnTo>
                  <a:lnTo>
                    <a:pt x="452" y="2179"/>
                  </a:lnTo>
                  <a:lnTo>
                    <a:pt x="391" y="2125"/>
                  </a:lnTo>
                  <a:lnTo>
                    <a:pt x="332" y="2066"/>
                  </a:lnTo>
                  <a:lnTo>
                    <a:pt x="278" y="2005"/>
                  </a:lnTo>
                  <a:lnTo>
                    <a:pt x="228" y="1940"/>
                  </a:lnTo>
                  <a:lnTo>
                    <a:pt x="182" y="1872"/>
                  </a:lnTo>
                  <a:lnTo>
                    <a:pt x="141" y="1799"/>
                  </a:lnTo>
                  <a:lnTo>
                    <a:pt x="105" y="1725"/>
                  </a:lnTo>
                  <a:lnTo>
                    <a:pt x="74" y="1648"/>
                  </a:lnTo>
                  <a:lnTo>
                    <a:pt x="48" y="1568"/>
                  </a:lnTo>
                  <a:lnTo>
                    <a:pt x="28" y="1486"/>
                  </a:lnTo>
                  <a:lnTo>
                    <a:pt x="12" y="1402"/>
                  </a:lnTo>
                  <a:lnTo>
                    <a:pt x="3" y="1316"/>
                  </a:lnTo>
                  <a:lnTo>
                    <a:pt x="0" y="1229"/>
                  </a:lnTo>
                  <a:lnTo>
                    <a:pt x="3" y="1141"/>
                  </a:lnTo>
                  <a:lnTo>
                    <a:pt x="12" y="1054"/>
                  </a:lnTo>
                  <a:lnTo>
                    <a:pt x="28" y="971"/>
                  </a:lnTo>
                  <a:lnTo>
                    <a:pt x="48" y="888"/>
                  </a:lnTo>
                  <a:lnTo>
                    <a:pt x="74" y="809"/>
                  </a:lnTo>
                  <a:lnTo>
                    <a:pt x="105" y="731"/>
                  </a:lnTo>
                  <a:lnTo>
                    <a:pt x="141" y="657"/>
                  </a:lnTo>
                  <a:lnTo>
                    <a:pt x="182" y="585"/>
                  </a:lnTo>
                  <a:lnTo>
                    <a:pt x="228" y="517"/>
                  </a:lnTo>
                  <a:lnTo>
                    <a:pt x="278" y="451"/>
                  </a:lnTo>
                  <a:lnTo>
                    <a:pt x="332" y="390"/>
                  </a:lnTo>
                  <a:lnTo>
                    <a:pt x="391" y="331"/>
                  </a:lnTo>
                  <a:lnTo>
                    <a:pt x="452" y="277"/>
                  </a:lnTo>
                  <a:lnTo>
                    <a:pt x="517" y="227"/>
                  </a:lnTo>
                  <a:lnTo>
                    <a:pt x="587" y="182"/>
                  </a:lnTo>
                  <a:lnTo>
                    <a:pt x="658" y="141"/>
                  </a:lnTo>
                  <a:lnTo>
                    <a:pt x="733" y="105"/>
                  </a:lnTo>
                  <a:lnTo>
                    <a:pt x="811" y="73"/>
                  </a:lnTo>
                  <a:lnTo>
                    <a:pt x="891" y="48"/>
                  </a:lnTo>
                  <a:lnTo>
                    <a:pt x="973" y="27"/>
                  </a:lnTo>
                  <a:lnTo>
                    <a:pt x="1057" y="12"/>
                  </a:lnTo>
                  <a:lnTo>
                    <a:pt x="1144" y="3"/>
                  </a:lnTo>
                  <a:lnTo>
                    <a:pt x="12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0DF73FF-46DA-4CB9-9B24-587B109489C4}"/>
              </a:ext>
            </a:extLst>
          </p:cNvPr>
          <p:cNvGrpSpPr/>
          <p:nvPr/>
        </p:nvGrpSpPr>
        <p:grpSpPr>
          <a:xfrm>
            <a:off x="2123403" y="681511"/>
            <a:ext cx="303917" cy="309067"/>
            <a:chOff x="1843088" y="360363"/>
            <a:chExt cx="374650" cy="3809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0" name="Freeform 19">
              <a:extLst>
                <a:ext uri="{FF2B5EF4-FFF2-40B4-BE49-F238E27FC236}">
                  <a16:creationId xmlns:a16="http://schemas.microsoft.com/office/drawing/2014/main" id="{83F62335-D695-4567-BE2A-7C8A5EF732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93888" y="409575"/>
              <a:ext cx="273050" cy="204787"/>
            </a:xfrm>
            <a:custGeom>
              <a:avLst/>
              <a:gdLst>
                <a:gd name="T0" fmla="*/ 950 w 2416"/>
                <a:gd name="T1" fmla="*/ 749 h 1814"/>
                <a:gd name="T2" fmla="*/ 909 w 2416"/>
                <a:gd name="T3" fmla="*/ 802 h 1814"/>
                <a:gd name="T4" fmla="*/ 909 w 2416"/>
                <a:gd name="T5" fmla="*/ 1629 h 1814"/>
                <a:gd name="T6" fmla="*/ 950 w 2416"/>
                <a:gd name="T7" fmla="*/ 1682 h 1814"/>
                <a:gd name="T8" fmla="*/ 1018 w 2416"/>
                <a:gd name="T9" fmla="*/ 1691 h 1814"/>
                <a:gd name="T10" fmla="*/ 1070 w 2416"/>
                <a:gd name="T11" fmla="*/ 1651 h 1814"/>
                <a:gd name="T12" fmla="*/ 1082 w 2416"/>
                <a:gd name="T13" fmla="*/ 824 h 1814"/>
                <a:gd name="T14" fmla="*/ 1057 w 2416"/>
                <a:gd name="T15" fmla="*/ 763 h 1814"/>
                <a:gd name="T16" fmla="*/ 994 w 2416"/>
                <a:gd name="T17" fmla="*/ 737 h 1814"/>
                <a:gd name="T18" fmla="*/ 604 w 2416"/>
                <a:gd name="T19" fmla="*/ 514 h 1814"/>
                <a:gd name="T20" fmla="*/ 563 w 2416"/>
                <a:gd name="T21" fmla="*/ 567 h 1814"/>
                <a:gd name="T22" fmla="*/ 563 w 2416"/>
                <a:gd name="T23" fmla="*/ 1629 h 1814"/>
                <a:gd name="T24" fmla="*/ 604 w 2416"/>
                <a:gd name="T25" fmla="*/ 1682 h 1814"/>
                <a:gd name="T26" fmla="*/ 671 w 2416"/>
                <a:gd name="T27" fmla="*/ 1691 h 1814"/>
                <a:gd name="T28" fmla="*/ 723 w 2416"/>
                <a:gd name="T29" fmla="*/ 1651 h 1814"/>
                <a:gd name="T30" fmla="*/ 736 w 2416"/>
                <a:gd name="T31" fmla="*/ 590 h 1814"/>
                <a:gd name="T32" fmla="*/ 710 w 2416"/>
                <a:gd name="T33" fmla="*/ 528 h 1814"/>
                <a:gd name="T34" fmla="*/ 648 w 2416"/>
                <a:gd name="T35" fmla="*/ 502 h 1814"/>
                <a:gd name="T36" fmla="*/ 254 w 2416"/>
                <a:gd name="T37" fmla="*/ 218 h 1814"/>
                <a:gd name="T38" fmla="*/ 213 w 2416"/>
                <a:gd name="T39" fmla="*/ 270 h 1814"/>
                <a:gd name="T40" fmla="*/ 213 w 2416"/>
                <a:gd name="T41" fmla="*/ 1629 h 1814"/>
                <a:gd name="T42" fmla="*/ 254 w 2416"/>
                <a:gd name="T43" fmla="*/ 1682 h 1814"/>
                <a:gd name="T44" fmla="*/ 322 w 2416"/>
                <a:gd name="T45" fmla="*/ 1691 h 1814"/>
                <a:gd name="T46" fmla="*/ 374 w 2416"/>
                <a:gd name="T47" fmla="*/ 1651 h 1814"/>
                <a:gd name="T48" fmla="*/ 386 w 2416"/>
                <a:gd name="T49" fmla="*/ 294 h 1814"/>
                <a:gd name="T50" fmla="*/ 361 w 2416"/>
                <a:gd name="T51" fmla="*/ 231 h 1814"/>
                <a:gd name="T52" fmla="*/ 298 w 2416"/>
                <a:gd name="T53" fmla="*/ 206 h 1814"/>
                <a:gd name="T54" fmla="*/ 2416 w 2416"/>
                <a:gd name="T55" fmla="*/ 1814 h 1814"/>
                <a:gd name="T56" fmla="*/ 2079 w 2416"/>
                <a:gd name="T57" fmla="*/ 1311 h 1814"/>
                <a:gd name="T58" fmla="*/ 2163 w 2416"/>
                <a:gd name="T59" fmla="*/ 1201 h 1814"/>
                <a:gd name="T60" fmla="*/ 2207 w 2416"/>
                <a:gd name="T61" fmla="*/ 1070 h 1814"/>
                <a:gd name="T62" fmla="*/ 2209 w 2416"/>
                <a:gd name="T63" fmla="*/ 932 h 1814"/>
                <a:gd name="T64" fmla="*/ 2165 w 2416"/>
                <a:gd name="T65" fmla="*/ 796 h 1814"/>
                <a:gd name="T66" fmla="*/ 2081 w 2416"/>
                <a:gd name="T67" fmla="*/ 684 h 1814"/>
                <a:gd name="T68" fmla="*/ 1972 w 2416"/>
                <a:gd name="T69" fmla="*/ 607 h 1814"/>
                <a:gd name="T70" fmla="*/ 1845 w 2416"/>
                <a:gd name="T71" fmla="*/ 567 h 1814"/>
                <a:gd name="T72" fmla="*/ 1711 w 2416"/>
                <a:gd name="T73" fmla="*/ 568 h 1814"/>
                <a:gd name="T74" fmla="*/ 1578 w 2416"/>
                <a:gd name="T75" fmla="*/ 612 h 1814"/>
                <a:gd name="T76" fmla="*/ 1467 w 2416"/>
                <a:gd name="T77" fmla="*/ 696 h 1814"/>
                <a:gd name="T78" fmla="*/ 1389 w 2416"/>
                <a:gd name="T79" fmla="*/ 805 h 1814"/>
                <a:gd name="T80" fmla="*/ 1349 w 2416"/>
                <a:gd name="T81" fmla="*/ 932 h 1814"/>
                <a:gd name="T82" fmla="*/ 1350 w 2416"/>
                <a:gd name="T83" fmla="*/ 1066 h 1814"/>
                <a:gd name="T84" fmla="*/ 1394 w 2416"/>
                <a:gd name="T85" fmla="*/ 1199 h 1814"/>
                <a:gd name="T86" fmla="*/ 1477 w 2416"/>
                <a:gd name="T87" fmla="*/ 1308 h 1814"/>
                <a:gd name="T88" fmla="*/ 1585 w 2416"/>
                <a:gd name="T89" fmla="*/ 1385 h 1814"/>
                <a:gd name="T90" fmla="*/ 1710 w 2416"/>
                <a:gd name="T91" fmla="*/ 1425 h 1814"/>
                <a:gd name="T92" fmla="*/ 1842 w 2416"/>
                <a:gd name="T93" fmla="*/ 1426 h 1814"/>
                <a:gd name="T94" fmla="*/ 0 w 2416"/>
                <a:gd name="T95" fmla="*/ 1814 h 1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16" h="1814">
                  <a:moveTo>
                    <a:pt x="994" y="737"/>
                  </a:moveTo>
                  <a:lnTo>
                    <a:pt x="972" y="740"/>
                  </a:lnTo>
                  <a:lnTo>
                    <a:pt x="950" y="749"/>
                  </a:lnTo>
                  <a:lnTo>
                    <a:pt x="933" y="763"/>
                  </a:lnTo>
                  <a:lnTo>
                    <a:pt x="919" y="781"/>
                  </a:lnTo>
                  <a:lnTo>
                    <a:pt x="909" y="802"/>
                  </a:lnTo>
                  <a:lnTo>
                    <a:pt x="906" y="824"/>
                  </a:lnTo>
                  <a:lnTo>
                    <a:pt x="906" y="1607"/>
                  </a:lnTo>
                  <a:lnTo>
                    <a:pt x="909" y="1629"/>
                  </a:lnTo>
                  <a:lnTo>
                    <a:pt x="919" y="1651"/>
                  </a:lnTo>
                  <a:lnTo>
                    <a:pt x="933" y="1668"/>
                  </a:lnTo>
                  <a:lnTo>
                    <a:pt x="950" y="1682"/>
                  </a:lnTo>
                  <a:lnTo>
                    <a:pt x="972" y="1691"/>
                  </a:lnTo>
                  <a:lnTo>
                    <a:pt x="994" y="1695"/>
                  </a:lnTo>
                  <a:lnTo>
                    <a:pt x="1018" y="1691"/>
                  </a:lnTo>
                  <a:lnTo>
                    <a:pt x="1038" y="1682"/>
                  </a:lnTo>
                  <a:lnTo>
                    <a:pt x="1057" y="1668"/>
                  </a:lnTo>
                  <a:lnTo>
                    <a:pt x="1070" y="1651"/>
                  </a:lnTo>
                  <a:lnTo>
                    <a:pt x="1079" y="1629"/>
                  </a:lnTo>
                  <a:lnTo>
                    <a:pt x="1082" y="1607"/>
                  </a:lnTo>
                  <a:lnTo>
                    <a:pt x="1082" y="824"/>
                  </a:lnTo>
                  <a:lnTo>
                    <a:pt x="1079" y="802"/>
                  </a:lnTo>
                  <a:lnTo>
                    <a:pt x="1070" y="781"/>
                  </a:lnTo>
                  <a:lnTo>
                    <a:pt x="1057" y="763"/>
                  </a:lnTo>
                  <a:lnTo>
                    <a:pt x="1038" y="749"/>
                  </a:lnTo>
                  <a:lnTo>
                    <a:pt x="1018" y="740"/>
                  </a:lnTo>
                  <a:lnTo>
                    <a:pt x="994" y="737"/>
                  </a:lnTo>
                  <a:close/>
                  <a:moveTo>
                    <a:pt x="648" y="502"/>
                  </a:moveTo>
                  <a:lnTo>
                    <a:pt x="624" y="505"/>
                  </a:lnTo>
                  <a:lnTo>
                    <a:pt x="604" y="514"/>
                  </a:lnTo>
                  <a:lnTo>
                    <a:pt x="585" y="528"/>
                  </a:lnTo>
                  <a:lnTo>
                    <a:pt x="572" y="545"/>
                  </a:lnTo>
                  <a:lnTo>
                    <a:pt x="563" y="567"/>
                  </a:lnTo>
                  <a:lnTo>
                    <a:pt x="560" y="590"/>
                  </a:lnTo>
                  <a:lnTo>
                    <a:pt x="560" y="1607"/>
                  </a:lnTo>
                  <a:lnTo>
                    <a:pt x="563" y="1629"/>
                  </a:lnTo>
                  <a:lnTo>
                    <a:pt x="572" y="1651"/>
                  </a:lnTo>
                  <a:lnTo>
                    <a:pt x="585" y="1668"/>
                  </a:lnTo>
                  <a:lnTo>
                    <a:pt x="604" y="1682"/>
                  </a:lnTo>
                  <a:lnTo>
                    <a:pt x="624" y="1691"/>
                  </a:lnTo>
                  <a:lnTo>
                    <a:pt x="648" y="1695"/>
                  </a:lnTo>
                  <a:lnTo>
                    <a:pt x="671" y="1691"/>
                  </a:lnTo>
                  <a:lnTo>
                    <a:pt x="692" y="1682"/>
                  </a:lnTo>
                  <a:lnTo>
                    <a:pt x="710" y="1668"/>
                  </a:lnTo>
                  <a:lnTo>
                    <a:pt x="723" y="1651"/>
                  </a:lnTo>
                  <a:lnTo>
                    <a:pt x="733" y="1629"/>
                  </a:lnTo>
                  <a:lnTo>
                    <a:pt x="736" y="1607"/>
                  </a:lnTo>
                  <a:lnTo>
                    <a:pt x="736" y="590"/>
                  </a:lnTo>
                  <a:lnTo>
                    <a:pt x="733" y="567"/>
                  </a:lnTo>
                  <a:lnTo>
                    <a:pt x="723" y="545"/>
                  </a:lnTo>
                  <a:lnTo>
                    <a:pt x="710" y="528"/>
                  </a:lnTo>
                  <a:lnTo>
                    <a:pt x="692" y="514"/>
                  </a:lnTo>
                  <a:lnTo>
                    <a:pt x="671" y="505"/>
                  </a:lnTo>
                  <a:lnTo>
                    <a:pt x="648" y="502"/>
                  </a:lnTo>
                  <a:close/>
                  <a:moveTo>
                    <a:pt x="298" y="206"/>
                  </a:moveTo>
                  <a:lnTo>
                    <a:pt x="275" y="209"/>
                  </a:lnTo>
                  <a:lnTo>
                    <a:pt x="254" y="218"/>
                  </a:lnTo>
                  <a:lnTo>
                    <a:pt x="236" y="231"/>
                  </a:lnTo>
                  <a:lnTo>
                    <a:pt x="223" y="250"/>
                  </a:lnTo>
                  <a:lnTo>
                    <a:pt x="213" y="270"/>
                  </a:lnTo>
                  <a:lnTo>
                    <a:pt x="210" y="294"/>
                  </a:lnTo>
                  <a:lnTo>
                    <a:pt x="210" y="1607"/>
                  </a:lnTo>
                  <a:lnTo>
                    <a:pt x="213" y="1629"/>
                  </a:lnTo>
                  <a:lnTo>
                    <a:pt x="223" y="1651"/>
                  </a:lnTo>
                  <a:lnTo>
                    <a:pt x="236" y="1668"/>
                  </a:lnTo>
                  <a:lnTo>
                    <a:pt x="254" y="1682"/>
                  </a:lnTo>
                  <a:lnTo>
                    <a:pt x="275" y="1691"/>
                  </a:lnTo>
                  <a:lnTo>
                    <a:pt x="298" y="1695"/>
                  </a:lnTo>
                  <a:lnTo>
                    <a:pt x="322" y="1691"/>
                  </a:lnTo>
                  <a:lnTo>
                    <a:pt x="342" y="1682"/>
                  </a:lnTo>
                  <a:lnTo>
                    <a:pt x="361" y="1668"/>
                  </a:lnTo>
                  <a:lnTo>
                    <a:pt x="374" y="1651"/>
                  </a:lnTo>
                  <a:lnTo>
                    <a:pt x="383" y="1629"/>
                  </a:lnTo>
                  <a:lnTo>
                    <a:pt x="386" y="1607"/>
                  </a:lnTo>
                  <a:lnTo>
                    <a:pt x="386" y="294"/>
                  </a:lnTo>
                  <a:lnTo>
                    <a:pt x="383" y="270"/>
                  </a:lnTo>
                  <a:lnTo>
                    <a:pt x="374" y="250"/>
                  </a:lnTo>
                  <a:lnTo>
                    <a:pt x="361" y="231"/>
                  </a:lnTo>
                  <a:lnTo>
                    <a:pt x="342" y="218"/>
                  </a:lnTo>
                  <a:lnTo>
                    <a:pt x="322" y="209"/>
                  </a:lnTo>
                  <a:lnTo>
                    <a:pt x="298" y="206"/>
                  </a:lnTo>
                  <a:close/>
                  <a:moveTo>
                    <a:pt x="0" y="0"/>
                  </a:moveTo>
                  <a:lnTo>
                    <a:pt x="2416" y="0"/>
                  </a:lnTo>
                  <a:lnTo>
                    <a:pt x="2416" y="1814"/>
                  </a:lnTo>
                  <a:lnTo>
                    <a:pt x="2296" y="1814"/>
                  </a:lnTo>
                  <a:lnTo>
                    <a:pt x="2042" y="1342"/>
                  </a:lnTo>
                  <a:lnTo>
                    <a:pt x="2079" y="1311"/>
                  </a:lnTo>
                  <a:lnTo>
                    <a:pt x="2111" y="1277"/>
                  </a:lnTo>
                  <a:lnTo>
                    <a:pt x="2138" y="1241"/>
                  </a:lnTo>
                  <a:lnTo>
                    <a:pt x="2163" y="1201"/>
                  </a:lnTo>
                  <a:lnTo>
                    <a:pt x="2182" y="1159"/>
                  </a:lnTo>
                  <a:lnTo>
                    <a:pt x="2197" y="1115"/>
                  </a:lnTo>
                  <a:lnTo>
                    <a:pt x="2207" y="1070"/>
                  </a:lnTo>
                  <a:lnTo>
                    <a:pt x="2213" y="1025"/>
                  </a:lnTo>
                  <a:lnTo>
                    <a:pt x="2213" y="978"/>
                  </a:lnTo>
                  <a:lnTo>
                    <a:pt x="2209" y="932"/>
                  </a:lnTo>
                  <a:lnTo>
                    <a:pt x="2200" y="886"/>
                  </a:lnTo>
                  <a:lnTo>
                    <a:pt x="2185" y="840"/>
                  </a:lnTo>
                  <a:lnTo>
                    <a:pt x="2165" y="796"/>
                  </a:lnTo>
                  <a:lnTo>
                    <a:pt x="2140" y="755"/>
                  </a:lnTo>
                  <a:lnTo>
                    <a:pt x="2113" y="717"/>
                  </a:lnTo>
                  <a:lnTo>
                    <a:pt x="2081" y="684"/>
                  </a:lnTo>
                  <a:lnTo>
                    <a:pt x="2047" y="654"/>
                  </a:lnTo>
                  <a:lnTo>
                    <a:pt x="2010" y="628"/>
                  </a:lnTo>
                  <a:lnTo>
                    <a:pt x="1972" y="607"/>
                  </a:lnTo>
                  <a:lnTo>
                    <a:pt x="1931" y="589"/>
                  </a:lnTo>
                  <a:lnTo>
                    <a:pt x="1888" y="576"/>
                  </a:lnTo>
                  <a:lnTo>
                    <a:pt x="1845" y="567"/>
                  </a:lnTo>
                  <a:lnTo>
                    <a:pt x="1800" y="563"/>
                  </a:lnTo>
                  <a:lnTo>
                    <a:pt x="1756" y="563"/>
                  </a:lnTo>
                  <a:lnTo>
                    <a:pt x="1711" y="568"/>
                  </a:lnTo>
                  <a:lnTo>
                    <a:pt x="1666" y="577"/>
                  </a:lnTo>
                  <a:lnTo>
                    <a:pt x="1622" y="592"/>
                  </a:lnTo>
                  <a:lnTo>
                    <a:pt x="1578" y="612"/>
                  </a:lnTo>
                  <a:lnTo>
                    <a:pt x="1537" y="636"/>
                  </a:lnTo>
                  <a:lnTo>
                    <a:pt x="1500" y="664"/>
                  </a:lnTo>
                  <a:lnTo>
                    <a:pt x="1467" y="696"/>
                  </a:lnTo>
                  <a:lnTo>
                    <a:pt x="1437" y="729"/>
                  </a:lnTo>
                  <a:lnTo>
                    <a:pt x="1410" y="766"/>
                  </a:lnTo>
                  <a:lnTo>
                    <a:pt x="1389" y="805"/>
                  </a:lnTo>
                  <a:lnTo>
                    <a:pt x="1372" y="846"/>
                  </a:lnTo>
                  <a:lnTo>
                    <a:pt x="1358" y="888"/>
                  </a:lnTo>
                  <a:lnTo>
                    <a:pt x="1349" y="932"/>
                  </a:lnTo>
                  <a:lnTo>
                    <a:pt x="1345" y="976"/>
                  </a:lnTo>
                  <a:lnTo>
                    <a:pt x="1345" y="1021"/>
                  </a:lnTo>
                  <a:lnTo>
                    <a:pt x="1350" y="1066"/>
                  </a:lnTo>
                  <a:lnTo>
                    <a:pt x="1359" y="1111"/>
                  </a:lnTo>
                  <a:lnTo>
                    <a:pt x="1375" y="1155"/>
                  </a:lnTo>
                  <a:lnTo>
                    <a:pt x="1394" y="1199"/>
                  </a:lnTo>
                  <a:lnTo>
                    <a:pt x="1419" y="1239"/>
                  </a:lnTo>
                  <a:lnTo>
                    <a:pt x="1446" y="1275"/>
                  </a:lnTo>
                  <a:lnTo>
                    <a:pt x="1477" y="1308"/>
                  </a:lnTo>
                  <a:lnTo>
                    <a:pt x="1511" y="1338"/>
                  </a:lnTo>
                  <a:lnTo>
                    <a:pt x="1546" y="1363"/>
                  </a:lnTo>
                  <a:lnTo>
                    <a:pt x="1585" y="1385"/>
                  </a:lnTo>
                  <a:lnTo>
                    <a:pt x="1625" y="1402"/>
                  </a:lnTo>
                  <a:lnTo>
                    <a:pt x="1667" y="1415"/>
                  </a:lnTo>
                  <a:lnTo>
                    <a:pt x="1710" y="1425"/>
                  </a:lnTo>
                  <a:lnTo>
                    <a:pt x="1753" y="1430"/>
                  </a:lnTo>
                  <a:lnTo>
                    <a:pt x="1797" y="1430"/>
                  </a:lnTo>
                  <a:lnTo>
                    <a:pt x="1842" y="1426"/>
                  </a:lnTo>
                  <a:lnTo>
                    <a:pt x="1886" y="1416"/>
                  </a:lnTo>
                  <a:lnTo>
                    <a:pt x="2096" y="1814"/>
                  </a:lnTo>
                  <a:lnTo>
                    <a:pt x="0" y="181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" name="Freeform 20">
              <a:extLst>
                <a:ext uri="{FF2B5EF4-FFF2-40B4-BE49-F238E27FC236}">
                  <a16:creationId xmlns:a16="http://schemas.microsoft.com/office/drawing/2014/main" id="{8ED55E72-AB42-433C-8347-801850FA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088" y="360363"/>
              <a:ext cx="374650" cy="325437"/>
            </a:xfrm>
            <a:custGeom>
              <a:avLst/>
              <a:gdLst>
                <a:gd name="T0" fmla="*/ 0 w 3304"/>
                <a:gd name="T1" fmla="*/ 0 h 2860"/>
                <a:gd name="T2" fmla="*/ 3304 w 3304"/>
                <a:gd name="T3" fmla="*/ 0 h 2860"/>
                <a:gd name="T4" fmla="*/ 3304 w 3304"/>
                <a:gd name="T5" fmla="*/ 2860 h 2860"/>
                <a:gd name="T6" fmla="*/ 3069 w 3304"/>
                <a:gd name="T7" fmla="*/ 2860 h 2860"/>
                <a:gd name="T8" fmla="*/ 2832 w 3304"/>
                <a:gd name="T9" fmla="*/ 2414 h 2860"/>
                <a:gd name="T10" fmla="*/ 2946 w 3304"/>
                <a:gd name="T11" fmla="*/ 2414 h 2860"/>
                <a:gd name="T12" fmla="*/ 2970 w 3304"/>
                <a:gd name="T13" fmla="*/ 2411 h 2860"/>
                <a:gd name="T14" fmla="*/ 2990 w 3304"/>
                <a:gd name="T15" fmla="*/ 2402 h 2860"/>
                <a:gd name="T16" fmla="*/ 3009 w 3304"/>
                <a:gd name="T17" fmla="*/ 2388 h 2860"/>
                <a:gd name="T18" fmla="*/ 3022 w 3304"/>
                <a:gd name="T19" fmla="*/ 2370 h 2860"/>
                <a:gd name="T20" fmla="*/ 3031 w 3304"/>
                <a:gd name="T21" fmla="*/ 2350 h 2860"/>
                <a:gd name="T22" fmla="*/ 3034 w 3304"/>
                <a:gd name="T23" fmla="*/ 2326 h 2860"/>
                <a:gd name="T24" fmla="*/ 3034 w 3304"/>
                <a:gd name="T25" fmla="*/ 339 h 2860"/>
                <a:gd name="T26" fmla="*/ 3031 w 3304"/>
                <a:gd name="T27" fmla="*/ 316 h 2860"/>
                <a:gd name="T28" fmla="*/ 3022 w 3304"/>
                <a:gd name="T29" fmla="*/ 295 h 2860"/>
                <a:gd name="T30" fmla="*/ 3009 w 3304"/>
                <a:gd name="T31" fmla="*/ 277 h 2860"/>
                <a:gd name="T32" fmla="*/ 2990 w 3304"/>
                <a:gd name="T33" fmla="*/ 263 h 2860"/>
                <a:gd name="T34" fmla="*/ 2970 w 3304"/>
                <a:gd name="T35" fmla="*/ 254 h 2860"/>
                <a:gd name="T36" fmla="*/ 2946 w 3304"/>
                <a:gd name="T37" fmla="*/ 251 h 2860"/>
                <a:gd name="T38" fmla="*/ 357 w 3304"/>
                <a:gd name="T39" fmla="*/ 251 h 2860"/>
                <a:gd name="T40" fmla="*/ 333 w 3304"/>
                <a:gd name="T41" fmla="*/ 254 h 2860"/>
                <a:gd name="T42" fmla="*/ 313 w 3304"/>
                <a:gd name="T43" fmla="*/ 263 h 2860"/>
                <a:gd name="T44" fmla="*/ 294 w 3304"/>
                <a:gd name="T45" fmla="*/ 277 h 2860"/>
                <a:gd name="T46" fmla="*/ 281 w 3304"/>
                <a:gd name="T47" fmla="*/ 295 h 2860"/>
                <a:gd name="T48" fmla="*/ 272 w 3304"/>
                <a:gd name="T49" fmla="*/ 316 h 2860"/>
                <a:gd name="T50" fmla="*/ 269 w 3304"/>
                <a:gd name="T51" fmla="*/ 339 h 2860"/>
                <a:gd name="T52" fmla="*/ 269 w 3304"/>
                <a:gd name="T53" fmla="*/ 2324 h 2860"/>
                <a:gd name="T54" fmla="*/ 272 w 3304"/>
                <a:gd name="T55" fmla="*/ 2347 h 2860"/>
                <a:gd name="T56" fmla="*/ 281 w 3304"/>
                <a:gd name="T57" fmla="*/ 2368 h 2860"/>
                <a:gd name="T58" fmla="*/ 294 w 3304"/>
                <a:gd name="T59" fmla="*/ 2385 h 2860"/>
                <a:gd name="T60" fmla="*/ 313 w 3304"/>
                <a:gd name="T61" fmla="*/ 2400 h 2860"/>
                <a:gd name="T62" fmla="*/ 333 w 3304"/>
                <a:gd name="T63" fmla="*/ 2408 h 2860"/>
                <a:gd name="T64" fmla="*/ 357 w 3304"/>
                <a:gd name="T65" fmla="*/ 2412 h 2860"/>
                <a:gd name="T66" fmla="*/ 2634 w 3304"/>
                <a:gd name="T67" fmla="*/ 2412 h 2860"/>
                <a:gd name="T68" fmla="*/ 2873 w 3304"/>
                <a:gd name="T69" fmla="*/ 2858 h 2860"/>
                <a:gd name="T70" fmla="*/ 0 w 3304"/>
                <a:gd name="T71" fmla="*/ 2858 h 2860"/>
                <a:gd name="T72" fmla="*/ 0 w 3304"/>
                <a:gd name="T73" fmla="*/ 0 h 2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304" h="2860">
                  <a:moveTo>
                    <a:pt x="0" y="0"/>
                  </a:moveTo>
                  <a:lnTo>
                    <a:pt x="3304" y="0"/>
                  </a:lnTo>
                  <a:lnTo>
                    <a:pt x="3304" y="2860"/>
                  </a:lnTo>
                  <a:lnTo>
                    <a:pt x="3069" y="2860"/>
                  </a:lnTo>
                  <a:lnTo>
                    <a:pt x="2832" y="2414"/>
                  </a:lnTo>
                  <a:lnTo>
                    <a:pt x="2946" y="2414"/>
                  </a:lnTo>
                  <a:lnTo>
                    <a:pt x="2970" y="2411"/>
                  </a:lnTo>
                  <a:lnTo>
                    <a:pt x="2990" y="2402"/>
                  </a:lnTo>
                  <a:lnTo>
                    <a:pt x="3009" y="2388"/>
                  </a:lnTo>
                  <a:lnTo>
                    <a:pt x="3022" y="2370"/>
                  </a:lnTo>
                  <a:lnTo>
                    <a:pt x="3031" y="2350"/>
                  </a:lnTo>
                  <a:lnTo>
                    <a:pt x="3034" y="2326"/>
                  </a:lnTo>
                  <a:lnTo>
                    <a:pt x="3034" y="339"/>
                  </a:lnTo>
                  <a:lnTo>
                    <a:pt x="3031" y="316"/>
                  </a:lnTo>
                  <a:lnTo>
                    <a:pt x="3022" y="295"/>
                  </a:lnTo>
                  <a:lnTo>
                    <a:pt x="3009" y="277"/>
                  </a:lnTo>
                  <a:lnTo>
                    <a:pt x="2990" y="263"/>
                  </a:lnTo>
                  <a:lnTo>
                    <a:pt x="2970" y="254"/>
                  </a:lnTo>
                  <a:lnTo>
                    <a:pt x="2946" y="251"/>
                  </a:lnTo>
                  <a:lnTo>
                    <a:pt x="357" y="251"/>
                  </a:lnTo>
                  <a:lnTo>
                    <a:pt x="333" y="254"/>
                  </a:lnTo>
                  <a:lnTo>
                    <a:pt x="313" y="263"/>
                  </a:lnTo>
                  <a:lnTo>
                    <a:pt x="294" y="277"/>
                  </a:lnTo>
                  <a:lnTo>
                    <a:pt x="281" y="295"/>
                  </a:lnTo>
                  <a:lnTo>
                    <a:pt x="272" y="316"/>
                  </a:lnTo>
                  <a:lnTo>
                    <a:pt x="269" y="339"/>
                  </a:lnTo>
                  <a:lnTo>
                    <a:pt x="269" y="2324"/>
                  </a:lnTo>
                  <a:lnTo>
                    <a:pt x="272" y="2347"/>
                  </a:lnTo>
                  <a:lnTo>
                    <a:pt x="281" y="2368"/>
                  </a:lnTo>
                  <a:lnTo>
                    <a:pt x="294" y="2385"/>
                  </a:lnTo>
                  <a:lnTo>
                    <a:pt x="313" y="2400"/>
                  </a:lnTo>
                  <a:lnTo>
                    <a:pt x="333" y="2408"/>
                  </a:lnTo>
                  <a:lnTo>
                    <a:pt x="357" y="2412"/>
                  </a:lnTo>
                  <a:lnTo>
                    <a:pt x="2634" y="2412"/>
                  </a:lnTo>
                  <a:lnTo>
                    <a:pt x="2873" y="2858"/>
                  </a:lnTo>
                  <a:lnTo>
                    <a:pt x="0" y="28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" name="Freeform 21">
              <a:extLst>
                <a:ext uri="{FF2B5EF4-FFF2-40B4-BE49-F238E27FC236}">
                  <a16:creationId xmlns:a16="http://schemas.microsoft.com/office/drawing/2014/main" id="{8D1A4CF7-DDB2-4945-BD7F-2607AFE4A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451" y="704850"/>
              <a:ext cx="161925" cy="36512"/>
            </a:xfrm>
            <a:custGeom>
              <a:avLst/>
              <a:gdLst>
                <a:gd name="T0" fmla="*/ 166 w 1436"/>
                <a:gd name="T1" fmla="*/ 0 h 331"/>
                <a:gd name="T2" fmla="*/ 1271 w 1436"/>
                <a:gd name="T3" fmla="*/ 0 h 331"/>
                <a:gd name="T4" fmla="*/ 1300 w 1436"/>
                <a:gd name="T5" fmla="*/ 2 h 331"/>
                <a:gd name="T6" fmla="*/ 1328 w 1436"/>
                <a:gd name="T7" fmla="*/ 10 h 331"/>
                <a:gd name="T8" fmla="*/ 1354 w 1436"/>
                <a:gd name="T9" fmla="*/ 22 h 331"/>
                <a:gd name="T10" fmla="*/ 1377 w 1436"/>
                <a:gd name="T11" fmla="*/ 38 h 331"/>
                <a:gd name="T12" fmla="*/ 1397 w 1436"/>
                <a:gd name="T13" fmla="*/ 59 h 331"/>
                <a:gd name="T14" fmla="*/ 1413 w 1436"/>
                <a:gd name="T15" fmla="*/ 81 h 331"/>
                <a:gd name="T16" fmla="*/ 1425 w 1436"/>
                <a:gd name="T17" fmla="*/ 108 h 331"/>
                <a:gd name="T18" fmla="*/ 1434 w 1436"/>
                <a:gd name="T19" fmla="*/ 136 h 331"/>
                <a:gd name="T20" fmla="*/ 1436 w 1436"/>
                <a:gd name="T21" fmla="*/ 165 h 331"/>
                <a:gd name="T22" fmla="*/ 1434 w 1436"/>
                <a:gd name="T23" fmla="*/ 195 h 331"/>
                <a:gd name="T24" fmla="*/ 1425 w 1436"/>
                <a:gd name="T25" fmla="*/ 222 h 331"/>
                <a:gd name="T26" fmla="*/ 1413 w 1436"/>
                <a:gd name="T27" fmla="*/ 248 h 331"/>
                <a:gd name="T28" fmla="*/ 1397 w 1436"/>
                <a:gd name="T29" fmla="*/ 272 h 331"/>
                <a:gd name="T30" fmla="*/ 1377 w 1436"/>
                <a:gd name="T31" fmla="*/ 291 h 331"/>
                <a:gd name="T32" fmla="*/ 1354 w 1436"/>
                <a:gd name="T33" fmla="*/ 307 h 331"/>
                <a:gd name="T34" fmla="*/ 1328 w 1436"/>
                <a:gd name="T35" fmla="*/ 320 h 331"/>
                <a:gd name="T36" fmla="*/ 1300 w 1436"/>
                <a:gd name="T37" fmla="*/ 328 h 331"/>
                <a:gd name="T38" fmla="*/ 1271 w 1436"/>
                <a:gd name="T39" fmla="*/ 331 h 331"/>
                <a:gd name="T40" fmla="*/ 166 w 1436"/>
                <a:gd name="T41" fmla="*/ 331 h 331"/>
                <a:gd name="T42" fmla="*/ 136 w 1436"/>
                <a:gd name="T43" fmla="*/ 328 h 331"/>
                <a:gd name="T44" fmla="*/ 109 w 1436"/>
                <a:gd name="T45" fmla="*/ 320 h 331"/>
                <a:gd name="T46" fmla="*/ 83 w 1436"/>
                <a:gd name="T47" fmla="*/ 307 h 331"/>
                <a:gd name="T48" fmla="*/ 60 w 1436"/>
                <a:gd name="T49" fmla="*/ 291 h 331"/>
                <a:gd name="T50" fmla="*/ 40 w 1436"/>
                <a:gd name="T51" fmla="*/ 272 h 331"/>
                <a:gd name="T52" fmla="*/ 24 w 1436"/>
                <a:gd name="T53" fmla="*/ 248 h 331"/>
                <a:gd name="T54" fmla="*/ 12 w 1436"/>
                <a:gd name="T55" fmla="*/ 222 h 331"/>
                <a:gd name="T56" fmla="*/ 3 w 1436"/>
                <a:gd name="T57" fmla="*/ 195 h 331"/>
                <a:gd name="T58" fmla="*/ 0 w 1436"/>
                <a:gd name="T59" fmla="*/ 165 h 331"/>
                <a:gd name="T60" fmla="*/ 3 w 1436"/>
                <a:gd name="T61" fmla="*/ 136 h 331"/>
                <a:gd name="T62" fmla="*/ 12 w 1436"/>
                <a:gd name="T63" fmla="*/ 108 h 331"/>
                <a:gd name="T64" fmla="*/ 24 w 1436"/>
                <a:gd name="T65" fmla="*/ 81 h 331"/>
                <a:gd name="T66" fmla="*/ 40 w 1436"/>
                <a:gd name="T67" fmla="*/ 59 h 331"/>
                <a:gd name="T68" fmla="*/ 60 w 1436"/>
                <a:gd name="T69" fmla="*/ 38 h 331"/>
                <a:gd name="T70" fmla="*/ 83 w 1436"/>
                <a:gd name="T71" fmla="*/ 22 h 331"/>
                <a:gd name="T72" fmla="*/ 109 w 1436"/>
                <a:gd name="T73" fmla="*/ 10 h 331"/>
                <a:gd name="T74" fmla="*/ 136 w 1436"/>
                <a:gd name="T75" fmla="*/ 2 h 331"/>
                <a:gd name="T76" fmla="*/ 166 w 1436"/>
                <a:gd name="T77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36" h="331">
                  <a:moveTo>
                    <a:pt x="166" y="0"/>
                  </a:moveTo>
                  <a:lnTo>
                    <a:pt x="1271" y="0"/>
                  </a:lnTo>
                  <a:lnTo>
                    <a:pt x="1300" y="2"/>
                  </a:lnTo>
                  <a:lnTo>
                    <a:pt x="1328" y="10"/>
                  </a:lnTo>
                  <a:lnTo>
                    <a:pt x="1354" y="22"/>
                  </a:lnTo>
                  <a:lnTo>
                    <a:pt x="1377" y="38"/>
                  </a:lnTo>
                  <a:lnTo>
                    <a:pt x="1397" y="59"/>
                  </a:lnTo>
                  <a:lnTo>
                    <a:pt x="1413" y="81"/>
                  </a:lnTo>
                  <a:lnTo>
                    <a:pt x="1425" y="108"/>
                  </a:lnTo>
                  <a:lnTo>
                    <a:pt x="1434" y="136"/>
                  </a:lnTo>
                  <a:lnTo>
                    <a:pt x="1436" y="165"/>
                  </a:lnTo>
                  <a:lnTo>
                    <a:pt x="1434" y="195"/>
                  </a:lnTo>
                  <a:lnTo>
                    <a:pt x="1425" y="222"/>
                  </a:lnTo>
                  <a:lnTo>
                    <a:pt x="1413" y="248"/>
                  </a:lnTo>
                  <a:lnTo>
                    <a:pt x="1397" y="272"/>
                  </a:lnTo>
                  <a:lnTo>
                    <a:pt x="1377" y="291"/>
                  </a:lnTo>
                  <a:lnTo>
                    <a:pt x="1354" y="307"/>
                  </a:lnTo>
                  <a:lnTo>
                    <a:pt x="1328" y="320"/>
                  </a:lnTo>
                  <a:lnTo>
                    <a:pt x="1300" y="328"/>
                  </a:lnTo>
                  <a:lnTo>
                    <a:pt x="1271" y="331"/>
                  </a:lnTo>
                  <a:lnTo>
                    <a:pt x="166" y="331"/>
                  </a:lnTo>
                  <a:lnTo>
                    <a:pt x="136" y="328"/>
                  </a:lnTo>
                  <a:lnTo>
                    <a:pt x="109" y="320"/>
                  </a:lnTo>
                  <a:lnTo>
                    <a:pt x="83" y="307"/>
                  </a:lnTo>
                  <a:lnTo>
                    <a:pt x="60" y="291"/>
                  </a:lnTo>
                  <a:lnTo>
                    <a:pt x="40" y="272"/>
                  </a:lnTo>
                  <a:lnTo>
                    <a:pt x="24" y="248"/>
                  </a:lnTo>
                  <a:lnTo>
                    <a:pt x="12" y="222"/>
                  </a:lnTo>
                  <a:lnTo>
                    <a:pt x="3" y="195"/>
                  </a:lnTo>
                  <a:lnTo>
                    <a:pt x="0" y="165"/>
                  </a:lnTo>
                  <a:lnTo>
                    <a:pt x="3" y="136"/>
                  </a:lnTo>
                  <a:lnTo>
                    <a:pt x="12" y="108"/>
                  </a:lnTo>
                  <a:lnTo>
                    <a:pt x="24" y="81"/>
                  </a:lnTo>
                  <a:lnTo>
                    <a:pt x="40" y="59"/>
                  </a:lnTo>
                  <a:lnTo>
                    <a:pt x="60" y="38"/>
                  </a:lnTo>
                  <a:lnTo>
                    <a:pt x="83" y="22"/>
                  </a:lnTo>
                  <a:lnTo>
                    <a:pt x="109" y="10"/>
                  </a:lnTo>
                  <a:lnTo>
                    <a:pt x="136" y="2"/>
                  </a:lnTo>
                  <a:lnTo>
                    <a:pt x="1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654845-0C41-4867-8F1E-EFDEC7B03EA5}"/>
              </a:ext>
            </a:extLst>
          </p:cNvPr>
          <p:cNvGrpSpPr/>
          <p:nvPr/>
        </p:nvGrpSpPr>
        <p:grpSpPr>
          <a:xfrm>
            <a:off x="2823802" y="681510"/>
            <a:ext cx="303919" cy="309068"/>
            <a:chOff x="2405063" y="347663"/>
            <a:chExt cx="374651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" name="Rectangle 26">
              <a:extLst>
                <a:ext uri="{FF2B5EF4-FFF2-40B4-BE49-F238E27FC236}">
                  <a16:creationId xmlns:a16="http://schemas.microsoft.com/office/drawing/2014/main" id="{DAEB0DB0-6BBE-4FAA-B9B2-D50F7B9BB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5063" y="347663"/>
              <a:ext cx="52388" cy="37623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13147E5-3875-47C2-A2E0-68EA89DB6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2851" y="384175"/>
              <a:ext cx="52388" cy="3397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DF1FDBC9-5C44-46B5-9D34-77DCF2F1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801" y="541338"/>
              <a:ext cx="84138" cy="84138"/>
            </a:xfrm>
            <a:custGeom>
              <a:avLst/>
              <a:gdLst>
                <a:gd name="T0" fmla="*/ 368 w 735"/>
                <a:gd name="T1" fmla="*/ 0 h 736"/>
                <a:gd name="T2" fmla="*/ 414 w 735"/>
                <a:gd name="T3" fmla="*/ 3 h 736"/>
                <a:gd name="T4" fmla="*/ 458 w 735"/>
                <a:gd name="T5" fmla="*/ 12 h 736"/>
                <a:gd name="T6" fmla="*/ 500 w 735"/>
                <a:gd name="T7" fmla="*/ 25 h 736"/>
                <a:gd name="T8" fmla="*/ 540 w 735"/>
                <a:gd name="T9" fmla="*/ 43 h 736"/>
                <a:gd name="T10" fmla="*/ 578 w 735"/>
                <a:gd name="T11" fmla="*/ 66 h 736"/>
                <a:gd name="T12" fmla="*/ 612 w 735"/>
                <a:gd name="T13" fmla="*/ 93 h 736"/>
                <a:gd name="T14" fmla="*/ 643 w 735"/>
                <a:gd name="T15" fmla="*/ 124 h 736"/>
                <a:gd name="T16" fmla="*/ 670 w 735"/>
                <a:gd name="T17" fmla="*/ 157 h 736"/>
                <a:gd name="T18" fmla="*/ 692 w 735"/>
                <a:gd name="T19" fmla="*/ 195 h 736"/>
                <a:gd name="T20" fmla="*/ 711 w 735"/>
                <a:gd name="T21" fmla="*/ 234 h 736"/>
                <a:gd name="T22" fmla="*/ 724 w 735"/>
                <a:gd name="T23" fmla="*/ 278 h 736"/>
                <a:gd name="T24" fmla="*/ 732 w 735"/>
                <a:gd name="T25" fmla="*/ 322 h 736"/>
                <a:gd name="T26" fmla="*/ 735 w 735"/>
                <a:gd name="T27" fmla="*/ 368 h 736"/>
                <a:gd name="T28" fmla="*/ 732 w 735"/>
                <a:gd name="T29" fmla="*/ 414 h 736"/>
                <a:gd name="T30" fmla="*/ 724 w 735"/>
                <a:gd name="T31" fmla="*/ 458 h 736"/>
                <a:gd name="T32" fmla="*/ 711 w 735"/>
                <a:gd name="T33" fmla="*/ 500 h 736"/>
                <a:gd name="T34" fmla="*/ 692 w 735"/>
                <a:gd name="T35" fmla="*/ 541 h 736"/>
                <a:gd name="T36" fmla="*/ 670 w 735"/>
                <a:gd name="T37" fmla="*/ 577 h 736"/>
                <a:gd name="T38" fmla="*/ 643 w 735"/>
                <a:gd name="T39" fmla="*/ 611 h 736"/>
                <a:gd name="T40" fmla="*/ 612 w 735"/>
                <a:gd name="T41" fmla="*/ 642 h 736"/>
                <a:gd name="T42" fmla="*/ 578 w 735"/>
                <a:gd name="T43" fmla="*/ 669 h 736"/>
                <a:gd name="T44" fmla="*/ 540 w 735"/>
                <a:gd name="T45" fmla="*/ 693 h 736"/>
                <a:gd name="T46" fmla="*/ 500 w 735"/>
                <a:gd name="T47" fmla="*/ 711 h 736"/>
                <a:gd name="T48" fmla="*/ 458 w 735"/>
                <a:gd name="T49" fmla="*/ 724 h 736"/>
                <a:gd name="T50" fmla="*/ 414 w 735"/>
                <a:gd name="T51" fmla="*/ 733 h 736"/>
                <a:gd name="T52" fmla="*/ 368 w 735"/>
                <a:gd name="T53" fmla="*/ 736 h 736"/>
                <a:gd name="T54" fmla="*/ 321 w 735"/>
                <a:gd name="T55" fmla="*/ 733 h 736"/>
                <a:gd name="T56" fmla="*/ 277 w 735"/>
                <a:gd name="T57" fmla="*/ 724 h 736"/>
                <a:gd name="T58" fmla="*/ 235 w 735"/>
                <a:gd name="T59" fmla="*/ 711 h 736"/>
                <a:gd name="T60" fmla="*/ 195 w 735"/>
                <a:gd name="T61" fmla="*/ 693 h 736"/>
                <a:gd name="T62" fmla="*/ 158 w 735"/>
                <a:gd name="T63" fmla="*/ 669 h 736"/>
                <a:gd name="T64" fmla="*/ 123 w 735"/>
                <a:gd name="T65" fmla="*/ 642 h 736"/>
                <a:gd name="T66" fmla="*/ 93 w 735"/>
                <a:gd name="T67" fmla="*/ 611 h 736"/>
                <a:gd name="T68" fmla="*/ 66 w 735"/>
                <a:gd name="T69" fmla="*/ 577 h 736"/>
                <a:gd name="T70" fmla="*/ 43 w 735"/>
                <a:gd name="T71" fmla="*/ 541 h 736"/>
                <a:gd name="T72" fmla="*/ 24 w 735"/>
                <a:gd name="T73" fmla="*/ 500 h 736"/>
                <a:gd name="T74" fmla="*/ 11 w 735"/>
                <a:gd name="T75" fmla="*/ 458 h 736"/>
                <a:gd name="T76" fmla="*/ 3 w 735"/>
                <a:gd name="T77" fmla="*/ 414 h 736"/>
                <a:gd name="T78" fmla="*/ 0 w 735"/>
                <a:gd name="T79" fmla="*/ 368 h 736"/>
                <a:gd name="T80" fmla="*/ 3 w 735"/>
                <a:gd name="T81" fmla="*/ 322 h 736"/>
                <a:gd name="T82" fmla="*/ 11 w 735"/>
                <a:gd name="T83" fmla="*/ 278 h 736"/>
                <a:gd name="T84" fmla="*/ 24 w 735"/>
                <a:gd name="T85" fmla="*/ 234 h 736"/>
                <a:gd name="T86" fmla="*/ 43 w 735"/>
                <a:gd name="T87" fmla="*/ 195 h 736"/>
                <a:gd name="T88" fmla="*/ 66 w 735"/>
                <a:gd name="T89" fmla="*/ 157 h 736"/>
                <a:gd name="T90" fmla="*/ 93 w 735"/>
                <a:gd name="T91" fmla="*/ 124 h 736"/>
                <a:gd name="T92" fmla="*/ 123 w 735"/>
                <a:gd name="T93" fmla="*/ 93 h 736"/>
                <a:gd name="T94" fmla="*/ 158 w 735"/>
                <a:gd name="T95" fmla="*/ 66 h 736"/>
                <a:gd name="T96" fmla="*/ 195 w 735"/>
                <a:gd name="T97" fmla="*/ 43 h 736"/>
                <a:gd name="T98" fmla="*/ 235 w 735"/>
                <a:gd name="T99" fmla="*/ 25 h 736"/>
                <a:gd name="T100" fmla="*/ 277 w 735"/>
                <a:gd name="T101" fmla="*/ 12 h 736"/>
                <a:gd name="T102" fmla="*/ 321 w 735"/>
                <a:gd name="T103" fmla="*/ 3 h 736"/>
                <a:gd name="T104" fmla="*/ 368 w 735"/>
                <a:gd name="T105" fmla="*/ 0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35" h="736">
                  <a:moveTo>
                    <a:pt x="368" y="0"/>
                  </a:moveTo>
                  <a:lnTo>
                    <a:pt x="414" y="3"/>
                  </a:lnTo>
                  <a:lnTo>
                    <a:pt x="458" y="12"/>
                  </a:lnTo>
                  <a:lnTo>
                    <a:pt x="500" y="25"/>
                  </a:lnTo>
                  <a:lnTo>
                    <a:pt x="540" y="43"/>
                  </a:lnTo>
                  <a:lnTo>
                    <a:pt x="578" y="66"/>
                  </a:lnTo>
                  <a:lnTo>
                    <a:pt x="612" y="93"/>
                  </a:lnTo>
                  <a:lnTo>
                    <a:pt x="643" y="124"/>
                  </a:lnTo>
                  <a:lnTo>
                    <a:pt x="670" y="157"/>
                  </a:lnTo>
                  <a:lnTo>
                    <a:pt x="692" y="195"/>
                  </a:lnTo>
                  <a:lnTo>
                    <a:pt x="711" y="234"/>
                  </a:lnTo>
                  <a:lnTo>
                    <a:pt x="724" y="278"/>
                  </a:lnTo>
                  <a:lnTo>
                    <a:pt x="732" y="322"/>
                  </a:lnTo>
                  <a:lnTo>
                    <a:pt x="735" y="368"/>
                  </a:lnTo>
                  <a:lnTo>
                    <a:pt x="732" y="414"/>
                  </a:lnTo>
                  <a:lnTo>
                    <a:pt x="724" y="458"/>
                  </a:lnTo>
                  <a:lnTo>
                    <a:pt x="711" y="500"/>
                  </a:lnTo>
                  <a:lnTo>
                    <a:pt x="692" y="541"/>
                  </a:lnTo>
                  <a:lnTo>
                    <a:pt x="670" y="577"/>
                  </a:lnTo>
                  <a:lnTo>
                    <a:pt x="643" y="611"/>
                  </a:lnTo>
                  <a:lnTo>
                    <a:pt x="612" y="642"/>
                  </a:lnTo>
                  <a:lnTo>
                    <a:pt x="578" y="669"/>
                  </a:lnTo>
                  <a:lnTo>
                    <a:pt x="540" y="693"/>
                  </a:lnTo>
                  <a:lnTo>
                    <a:pt x="500" y="711"/>
                  </a:lnTo>
                  <a:lnTo>
                    <a:pt x="458" y="724"/>
                  </a:lnTo>
                  <a:lnTo>
                    <a:pt x="414" y="733"/>
                  </a:lnTo>
                  <a:lnTo>
                    <a:pt x="368" y="736"/>
                  </a:lnTo>
                  <a:lnTo>
                    <a:pt x="321" y="733"/>
                  </a:lnTo>
                  <a:lnTo>
                    <a:pt x="277" y="724"/>
                  </a:lnTo>
                  <a:lnTo>
                    <a:pt x="235" y="711"/>
                  </a:lnTo>
                  <a:lnTo>
                    <a:pt x="195" y="693"/>
                  </a:lnTo>
                  <a:lnTo>
                    <a:pt x="158" y="669"/>
                  </a:lnTo>
                  <a:lnTo>
                    <a:pt x="123" y="642"/>
                  </a:lnTo>
                  <a:lnTo>
                    <a:pt x="93" y="611"/>
                  </a:lnTo>
                  <a:lnTo>
                    <a:pt x="66" y="577"/>
                  </a:lnTo>
                  <a:lnTo>
                    <a:pt x="43" y="541"/>
                  </a:lnTo>
                  <a:lnTo>
                    <a:pt x="24" y="500"/>
                  </a:lnTo>
                  <a:lnTo>
                    <a:pt x="11" y="458"/>
                  </a:lnTo>
                  <a:lnTo>
                    <a:pt x="3" y="414"/>
                  </a:lnTo>
                  <a:lnTo>
                    <a:pt x="0" y="368"/>
                  </a:lnTo>
                  <a:lnTo>
                    <a:pt x="3" y="322"/>
                  </a:lnTo>
                  <a:lnTo>
                    <a:pt x="11" y="278"/>
                  </a:lnTo>
                  <a:lnTo>
                    <a:pt x="24" y="234"/>
                  </a:lnTo>
                  <a:lnTo>
                    <a:pt x="43" y="195"/>
                  </a:lnTo>
                  <a:lnTo>
                    <a:pt x="66" y="157"/>
                  </a:lnTo>
                  <a:lnTo>
                    <a:pt x="93" y="124"/>
                  </a:lnTo>
                  <a:lnTo>
                    <a:pt x="123" y="93"/>
                  </a:lnTo>
                  <a:lnTo>
                    <a:pt x="158" y="66"/>
                  </a:lnTo>
                  <a:lnTo>
                    <a:pt x="195" y="43"/>
                  </a:lnTo>
                  <a:lnTo>
                    <a:pt x="235" y="25"/>
                  </a:lnTo>
                  <a:lnTo>
                    <a:pt x="277" y="12"/>
                  </a:lnTo>
                  <a:lnTo>
                    <a:pt x="321" y="3"/>
                  </a:lnTo>
                  <a:lnTo>
                    <a:pt x="3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CDD9DC5D-50FF-435F-B501-56566913C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226" y="650875"/>
              <a:ext cx="52388" cy="73025"/>
            </a:xfrm>
            <a:custGeom>
              <a:avLst/>
              <a:gdLst>
                <a:gd name="T0" fmla="*/ 0 w 460"/>
                <a:gd name="T1" fmla="*/ 0 h 647"/>
                <a:gd name="T2" fmla="*/ 47 w 460"/>
                <a:gd name="T3" fmla="*/ 47 h 647"/>
                <a:gd name="T4" fmla="*/ 98 w 460"/>
                <a:gd name="T5" fmla="*/ 89 h 647"/>
                <a:gd name="T6" fmla="*/ 152 w 460"/>
                <a:gd name="T7" fmla="*/ 128 h 647"/>
                <a:gd name="T8" fmla="*/ 208 w 460"/>
                <a:gd name="T9" fmla="*/ 162 h 647"/>
                <a:gd name="T10" fmla="*/ 268 w 460"/>
                <a:gd name="T11" fmla="*/ 192 h 647"/>
                <a:gd name="T12" fmla="*/ 330 w 460"/>
                <a:gd name="T13" fmla="*/ 217 h 647"/>
                <a:gd name="T14" fmla="*/ 393 w 460"/>
                <a:gd name="T15" fmla="*/ 238 h 647"/>
                <a:gd name="T16" fmla="*/ 460 w 460"/>
                <a:gd name="T17" fmla="*/ 253 h 647"/>
                <a:gd name="T18" fmla="*/ 460 w 460"/>
                <a:gd name="T19" fmla="*/ 647 h 647"/>
                <a:gd name="T20" fmla="*/ 0 w 460"/>
                <a:gd name="T21" fmla="*/ 647 h 647"/>
                <a:gd name="T22" fmla="*/ 0 w 460"/>
                <a:gd name="T23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0" h="647">
                  <a:moveTo>
                    <a:pt x="0" y="0"/>
                  </a:moveTo>
                  <a:lnTo>
                    <a:pt x="47" y="47"/>
                  </a:lnTo>
                  <a:lnTo>
                    <a:pt x="98" y="89"/>
                  </a:lnTo>
                  <a:lnTo>
                    <a:pt x="152" y="128"/>
                  </a:lnTo>
                  <a:lnTo>
                    <a:pt x="208" y="162"/>
                  </a:lnTo>
                  <a:lnTo>
                    <a:pt x="268" y="192"/>
                  </a:lnTo>
                  <a:lnTo>
                    <a:pt x="330" y="217"/>
                  </a:lnTo>
                  <a:lnTo>
                    <a:pt x="393" y="238"/>
                  </a:lnTo>
                  <a:lnTo>
                    <a:pt x="460" y="253"/>
                  </a:lnTo>
                  <a:lnTo>
                    <a:pt x="460" y="647"/>
                  </a:lnTo>
                  <a:lnTo>
                    <a:pt x="0" y="64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D5826820-87B5-4D18-ADFA-96588B045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226" y="433388"/>
              <a:ext cx="52388" cy="82550"/>
            </a:xfrm>
            <a:custGeom>
              <a:avLst/>
              <a:gdLst>
                <a:gd name="T0" fmla="*/ 0 w 459"/>
                <a:gd name="T1" fmla="*/ 0 h 730"/>
                <a:gd name="T2" fmla="*/ 459 w 459"/>
                <a:gd name="T3" fmla="*/ 0 h 730"/>
                <a:gd name="T4" fmla="*/ 459 w 459"/>
                <a:gd name="T5" fmla="*/ 478 h 730"/>
                <a:gd name="T6" fmla="*/ 393 w 459"/>
                <a:gd name="T7" fmla="*/ 493 h 730"/>
                <a:gd name="T8" fmla="*/ 329 w 459"/>
                <a:gd name="T9" fmla="*/ 514 h 730"/>
                <a:gd name="T10" fmla="*/ 267 w 459"/>
                <a:gd name="T11" fmla="*/ 539 h 730"/>
                <a:gd name="T12" fmla="*/ 207 w 459"/>
                <a:gd name="T13" fmla="*/ 569 h 730"/>
                <a:gd name="T14" fmla="*/ 151 w 459"/>
                <a:gd name="T15" fmla="*/ 603 h 730"/>
                <a:gd name="T16" fmla="*/ 98 w 459"/>
                <a:gd name="T17" fmla="*/ 642 h 730"/>
                <a:gd name="T18" fmla="*/ 46 w 459"/>
                <a:gd name="T19" fmla="*/ 684 h 730"/>
                <a:gd name="T20" fmla="*/ 0 w 459"/>
                <a:gd name="T21" fmla="*/ 730 h 730"/>
                <a:gd name="T22" fmla="*/ 0 w 459"/>
                <a:gd name="T23" fmla="*/ 0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9" h="730">
                  <a:moveTo>
                    <a:pt x="0" y="0"/>
                  </a:moveTo>
                  <a:lnTo>
                    <a:pt x="459" y="0"/>
                  </a:lnTo>
                  <a:lnTo>
                    <a:pt x="459" y="478"/>
                  </a:lnTo>
                  <a:lnTo>
                    <a:pt x="393" y="493"/>
                  </a:lnTo>
                  <a:lnTo>
                    <a:pt x="329" y="514"/>
                  </a:lnTo>
                  <a:lnTo>
                    <a:pt x="267" y="539"/>
                  </a:lnTo>
                  <a:lnTo>
                    <a:pt x="207" y="569"/>
                  </a:lnTo>
                  <a:lnTo>
                    <a:pt x="151" y="603"/>
                  </a:lnTo>
                  <a:lnTo>
                    <a:pt x="98" y="642"/>
                  </a:lnTo>
                  <a:lnTo>
                    <a:pt x="46" y="684"/>
                  </a:lnTo>
                  <a:lnTo>
                    <a:pt x="0" y="73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7FFC828B-16B3-4B3B-8BFC-77ADA593D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1" y="473075"/>
              <a:ext cx="52388" cy="33338"/>
            </a:xfrm>
            <a:custGeom>
              <a:avLst/>
              <a:gdLst>
                <a:gd name="T0" fmla="*/ 0 w 461"/>
                <a:gd name="T1" fmla="*/ 0 h 290"/>
                <a:gd name="T2" fmla="*/ 461 w 461"/>
                <a:gd name="T3" fmla="*/ 0 h 290"/>
                <a:gd name="T4" fmla="*/ 461 w 461"/>
                <a:gd name="T5" fmla="*/ 290 h 290"/>
                <a:gd name="T6" fmla="*/ 403 w 461"/>
                <a:gd name="T7" fmla="*/ 249 h 290"/>
                <a:gd name="T8" fmla="*/ 344 w 461"/>
                <a:gd name="T9" fmla="*/ 212 h 290"/>
                <a:gd name="T10" fmla="*/ 280 w 461"/>
                <a:gd name="T11" fmla="*/ 181 h 290"/>
                <a:gd name="T12" fmla="*/ 213 w 461"/>
                <a:gd name="T13" fmla="*/ 155 h 290"/>
                <a:gd name="T14" fmla="*/ 144 w 461"/>
                <a:gd name="T15" fmla="*/ 134 h 290"/>
                <a:gd name="T16" fmla="*/ 73 w 461"/>
                <a:gd name="T17" fmla="*/ 119 h 290"/>
                <a:gd name="T18" fmla="*/ 0 w 461"/>
                <a:gd name="T19" fmla="*/ 109 h 290"/>
                <a:gd name="T20" fmla="*/ 0 w 461"/>
                <a:gd name="T21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1" h="290">
                  <a:moveTo>
                    <a:pt x="0" y="0"/>
                  </a:moveTo>
                  <a:lnTo>
                    <a:pt x="461" y="0"/>
                  </a:lnTo>
                  <a:lnTo>
                    <a:pt x="461" y="290"/>
                  </a:lnTo>
                  <a:lnTo>
                    <a:pt x="403" y="249"/>
                  </a:lnTo>
                  <a:lnTo>
                    <a:pt x="344" y="212"/>
                  </a:lnTo>
                  <a:lnTo>
                    <a:pt x="280" y="181"/>
                  </a:lnTo>
                  <a:lnTo>
                    <a:pt x="213" y="155"/>
                  </a:lnTo>
                  <a:lnTo>
                    <a:pt x="144" y="134"/>
                  </a:lnTo>
                  <a:lnTo>
                    <a:pt x="73" y="119"/>
                  </a:lnTo>
                  <a:lnTo>
                    <a:pt x="0" y="10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3674545-19C7-4B09-B67A-93C6DB42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351" y="622300"/>
              <a:ext cx="106363" cy="106363"/>
            </a:xfrm>
            <a:custGeom>
              <a:avLst/>
              <a:gdLst>
                <a:gd name="T0" fmla="*/ 438 w 939"/>
                <a:gd name="T1" fmla="*/ 0 h 943"/>
                <a:gd name="T2" fmla="*/ 807 w 939"/>
                <a:gd name="T3" fmla="*/ 310 h 943"/>
                <a:gd name="T4" fmla="*/ 840 w 939"/>
                <a:gd name="T5" fmla="*/ 340 h 943"/>
                <a:gd name="T6" fmla="*/ 869 w 939"/>
                <a:gd name="T7" fmla="*/ 374 h 943"/>
                <a:gd name="T8" fmla="*/ 893 w 939"/>
                <a:gd name="T9" fmla="*/ 409 h 943"/>
                <a:gd name="T10" fmla="*/ 911 w 939"/>
                <a:gd name="T11" fmla="*/ 447 h 943"/>
                <a:gd name="T12" fmla="*/ 926 w 939"/>
                <a:gd name="T13" fmla="*/ 486 h 943"/>
                <a:gd name="T14" fmla="*/ 935 w 939"/>
                <a:gd name="T15" fmla="*/ 527 h 943"/>
                <a:gd name="T16" fmla="*/ 939 w 939"/>
                <a:gd name="T17" fmla="*/ 568 h 943"/>
                <a:gd name="T18" fmla="*/ 939 w 939"/>
                <a:gd name="T19" fmla="*/ 609 h 943"/>
                <a:gd name="T20" fmla="*/ 934 w 939"/>
                <a:gd name="T21" fmla="*/ 651 h 943"/>
                <a:gd name="T22" fmla="*/ 924 w 939"/>
                <a:gd name="T23" fmla="*/ 691 h 943"/>
                <a:gd name="T24" fmla="*/ 909 w 939"/>
                <a:gd name="T25" fmla="*/ 731 h 943"/>
                <a:gd name="T26" fmla="*/ 890 w 939"/>
                <a:gd name="T27" fmla="*/ 769 h 943"/>
                <a:gd name="T28" fmla="*/ 865 w 939"/>
                <a:gd name="T29" fmla="*/ 806 h 943"/>
                <a:gd name="T30" fmla="*/ 835 w 939"/>
                <a:gd name="T31" fmla="*/ 840 h 943"/>
                <a:gd name="T32" fmla="*/ 802 w 939"/>
                <a:gd name="T33" fmla="*/ 869 h 943"/>
                <a:gd name="T34" fmla="*/ 766 w 939"/>
                <a:gd name="T35" fmla="*/ 893 h 943"/>
                <a:gd name="T36" fmla="*/ 728 w 939"/>
                <a:gd name="T37" fmla="*/ 913 h 943"/>
                <a:gd name="T38" fmla="*/ 688 w 939"/>
                <a:gd name="T39" fmla="*/ 927 h 943"/>
                <a:gd name="T40" fmla="*/ 648 w 939"/>
                <a:gd name="T41" fmla="*/ 938 h 943"/>
                <a:gd name="T42" fmla="*/ 607 w 939"/>
                <a:gd name="T43" fmla="*/ 943 h 943"/>
                <a:gd name="T44" fmla="*/ 566 w 939"/>
                <a:gd name="T45" fmla="*/ 943 h 943"/>
                <a:gd name="T46" fmla="*/ 525 w 939"/>
                <a:gd name="T47" fmla="*/ 939 h 943"/>
                <a:gd name="T48" fmla="*/ 484 w 939"/>
                <a:gd name="T49" fmla="*/ 929 h 943"/>
                <a:gd name="T50" fmla="*/ 445 w 939"/>
                <a:gd name="T51" fmla="*/ 916 h 943"/>
                <a:gd name="T52" fmla="*/ 407 w 939"/>
                <a:gd name="T53" fmla="*/ 897 h 943"/>
                <a:gd name="T54" fmla="*/ 372 w 939"/>
                <a:gd name="T55" fmla="*/ 874 h 943"/>
                <a:gd name="T56" fmla="*/ 338 w 939"/>
                <a:gd name="T57" fmla="*/ 846 h 943"/>
                <a:gd name="T58" fmla="*/ 308 w 939"/>
                <a:gd name="T59" fmla="*/ 813 h 943"/>
                <a:gd name="T60" fmla="*/ 0 w 939"/>
                <a:gd name="T61" fmla="*/ 442 h 943"/>
                <a:gd name="T62" fmla="*/ 64 w 939"/>
                <a:gd name="T63" fmla="*/ 410 h 943"/>
                <a:gd name="T64" fmla="*/ 124 w 939"/>
                <a:gd name="T65" fmla="*/ 373 h 943"/>
                <a:gd name="T66" fmla="*/ 181 w 939"/>
                <a:gd name="T67" fmla="*/ 332 h 943"/>
                <a:gd name="T68" fmla="*/ 234 w 939"/>
                <a:gd name="T69" fmla="*/ 286 h 943"/>
                <a:gd name="T70" fmla="*/ 283 w 939"/>
                <a:gd name="T71" fmla="*/ 236 h 943"/>
                <a:gd name="T72" fmla="*/ 330 w 939"/>
                <a:gd name="T73" fmla="*/ 182 h 943"/>
                <a:gd name="T74" fmla="*/ 370 w 939"/>
                <a:gd name="T75" fmla="*/ 124 h 943"/>
                <a:gd name="T76" fmla="*/ 407 w 939"/>
                <a:gd name="T77" fmla="*/ 64 h 943"/>
                <a:gd name="T78" fmla="*/ 438 w 939"/>
                <a:gd name="T79" fmla="*/ 0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39" h="943">
                  <a:moveTo>
                    <a:pt x="438" y="0"/>
                  </a:moveTo>
                  <a:lnTo>
                    <a:pt x="807" y="310"/>
                  </a:lnTo>
                  <a:lnTo>
                    <a:pt x="840" y="340"/>
                  </a:lnTo>
                  <a:lnTo>
                    <a:pt x="869" y="374"/>
                  </a:lnTo>
                  <a:lnTo>
                    <a:pt x="893" y="409"/>
                  </a:lnTo>
                  <a:lnTo>
                    <a:pt x="911" y="447"/>
                  </a:lnTo>
                  <a:lnTo>
                    <a:pt x="926" y="486"/>
                  </a:lnTo>
                  <a:lnTo>
                    <a:pt x="935" y="527"/>
                  </a:lnTo>
                  <a:lnTo>
                    <a:pt x="939" y="568"/>
                  </a:lnTo>
                  <a:lnTo>
                    <a:pt x="939" y="609"/>
                  </a:lnTo>
                  <a:lnTo>
                    <a:pt x="934" y="651"/>
                  </a:lnTo>
                  <a:lnTo>
                    <a:pt x="924" y="691"/>
                  </a:lnTo>
                  <a:lnTo>
                    <a:pt x="909" y="731"/>
                  </a:lnTo>
                  <a:lnTo>
                    <a:pt x="890" y="769"/>
                  </a:lnTo>
                  <a:lnTo>
                    <a:pt x="865" y="806"/>
                  </a:lnTo>
                  <a:lnTo>
                    <a:pt x="835" y="840"/>
                  </a:lnTo>
                  <a:lnTo>
                    <a:pt x="802" y="869"/>
                  </a:lnTo>
                  <a:lnTo>
                    <a:pt x="766" y="893"/>
                  </a:lnTo>
                  <a:lnTo>
                    <a:pt x="728" y="913"/>
                  </a:lnTo>
                  <a:lnTo>
                    <a:pt x="688" y="927"/>
                  </a:lnTo>
                  <a:lnTo>
                    <a:pt x="648" y="938"/>
                  </a:lnTo>
                  <a:lnTo>
                    <a:pt x="607" y="943"/>
                  </a:lnTo>
                  <a:lnTo>
                    <a:pt x="566" y="943"/>
                  </a:lnTo>
                  <a:lnTo>
                    <a:pt x="525" y="939"/>
                  </a:lnTo>
                  <a:lnTo>
                    <a:pt x="484" y="929"/>
                  </a:lnTo>
                  <a:lnTo>
                    <a:pt x="445" y="916"/>
                  </a:lnTo>
                  <a:lnTo>
                    <a:pt x="407" y="897"/>
                  </a:lnTo>
                  <a:lnTo>
                    <a:pt x="372" y="874"/>
                  </a:lnTo>
                  <a:lnTo>
                    <a:pt x="338" y="846"/>
                  </a:lnTo>
                  <a:lnTo>
                    <a:pt x="308" y="813"/>
                  </a:lnTo>
                  <a:lnTo>
                    <a:pt x="0" y="442"/>
                  </a:lnTo>
                  <a:lnTo>
                    <a:pt x="64" y="410"/>
                  </a:lnTo>
                  <a:lnTo>
                    <a:pt x="124" y="373"/>
                  </a:lnTo>
                  <a:lnTo>
                    <a:pt x="181" y="332"/>
                  </a:lnTo>
                  <a:lnTo>
                    <a:pt x="234" y="286"/>
                  </a:lnTo>
                  <a:lnTo>
                    <a:pt x="283" y="236"/>
                  </a:lnTo>
                  <a:lnTo>
                    <a:pt x="330" y="182"/>
                  </a:lnTo>
                  <a:lnTo>
                    <a:pt x="370" y="124"/>
                  </a:lnTo>
                  <a:lnTo>
                    <a:pt x="407" y="64"/>
                  </a:lnTo>
                  <a:lnTo>
                    <a:pt x="4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" name="Freeform 33">
              <a:extLst>
                <a:ext uri="{FF2B5EF4-FFF2-40B4-BE49-F238E27FC236}">
                  <a16:creationId xmlns:a16="http://schemas.microsoft.com/office/drawing/2014/main" id="{3DD5CC96-BAE9-4D1D-BE2F-CAF79AFBEF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51113" y="501650"/>
              <a:ext cx="163513" cy="163513"/>
            </a:xfrm>
            <a:custGeom>
              <a:avLst/>
              <a:gdLst>
                <a:gd name="T0" fmla="*/ 614 w 1447"/>
                <a:gd name="T1" fmla="*/ 223 h 1446"/>
                <a:gd name="T2" fmla="*/ 465 w 1447"/>
                <a:gd name="T3" fmla="*/ 280 h 1446"/>
                <a:gd name="T4" fmla="*/ 343 w 1447"/>
                <a:gd name="T5" fmla="*/ 380 h 1446"/>
                <a:gd name="T6" fmla="*/ 257 w 1447"/>
                <a:gd name="T7" fmla="*/ 511 h 1446"/>
                <a:gd name="T8" fmla="*/ 215 w 1447"/>
                <a:gd name="T9" fmla="*/ 666 h 1446"/>
                <a:gd name="T10" fmla="*/ 223 w 1447"/>
                <a:gd name="T11" fmla="*/ 833 h 1446"/>
                <a:gd name="T12" fmla="*/ 282 w 1447"/>
                <a:gd name="T13" fmla="*/ 981 h 1446"/>
                <a:gd name="T14" fmla="*/ 380 w 1447"/>
                <a:gd name="T15" fmla="*/ 1103 h 1446"/>
                <a:gd name="T16" fmla="*/ 512 w 1447"/>
                <a:gd name="T17" fmla="*/ 1189 h 1446"/>
                <a:gd name="T18" fmla="*/ 668 w 1447"/>
                <a:gd name="T19" fmla="*/ 1231 h 1446"/>
                <a:gd name="T20" fmla="*/ 833 w 1447"/>
                <a:gd name="T21" fmla="*/ 1223 h 1446"/>
                <a:gd name="T22" fmla="*/ 982 w 1447"/>
                <a:gd name="T23" fmla="*/ 1165 h 1446"/>
                <a:gd name="T24" fmla="*/ 1104 w 1447"/>
                <a:gd name="T25" fmla="*/ 1066 h 1446"/>
                <a:gd name="T26" fmla="*/ 1190 w 1447"/>
                <a:gd name="T27" fmla="*/ 935 h 1446"/>
                <a:gd name="T28" fmla="*/ 1233 w 1447"/>
                <a:gd name="T29" fmla="*/ 778 h 1446"/>
                <a:gd name="T30" fmla="*/ 1224 w 1447"/>
                <a:gd name="T31" fmla="*/ 613 h 1446"/>
                <a:gd name="T32" fmla="*/ 1166 w 1447"/>
                <a:gd name="T33" fmla="*/ 464 h 1446"/>
                <a:gd name="T34" fmla="*/ 1067 w 1447"/>
                <a:gd name="T35" fmla="*/ 343 h 1446"/>
                <a:gd name="T36" fmla="*/ 935 w 1447"/>
                <a:gd name="T37" fmla="*/ 257 h 1446"/>
                <a:gd name="T38" fmla="*/ 779 w 1447"/>
                <a:gd name="T39" fmla="*/ 214 h 1446"/>
                <a:gd name="T40" fmla="*/ 789 w 1447"/>
                <a:gd name="T41" fmla="*/ 2 h 1446"/>
                <a:gd name="T42" fmla="*/ 976 w 1447"/>
                <a:gd name="T43" fmla="*/ 45 h 1446"/>
                <a:gd name="T44" fmla="*/ 1141 w 1447"/>
                <a:gd name="T45" fmla="*/ 131 h 1446"/>
                <a:gd name="T46" fmla="*/ 1277 w 1447"/>
                <a:gd name="T47" fmla="*/ 257 h 1446"/>
                <a:gd name="T48" fmla="*/ 1377 w 1447"/>
                <a:gd name="T49" fmla="*/ 413 h 1446"/>
                <a:gd name="T50" fmla="*/ 1436 w 1447"/>
                <a:gd name="T51" fmla="*/ 593 h 1446"/>
                <a:gd name="T52" fmla="*/ 1444 w 1447"/>
                <a:gd name="T53" fmla="*/ 789 h 1446"/>
                <a:gd name="T54" fmla="*/ 1402 w 1447"/>
                <a:gd name="T55" fmla="*/ 975 h 1446"/>
                <a:gd name="T56" fmla="*/ 1315 w 1447"/>
                <a:gd name="T57" fmla="*/ 1140 h 1446"/>
                <a:gd name="T58" fmla="*/ 1190 w 1447"/>
                <a:gd name="T59" fmla="*/ 1275 h 1446"/>
                <a:gd name="T60" fmla="*/ 1034 w 1447"/>
                <a:gd name="T61" fmla="*/ 1376 h 1446"/>
                <a:gd name="T62" fmla="*/ 854 w 1447"/>
                <a:gd name="T63" fmla="*/ 1435 h 1446"/>
                <a:gd name="T64" fmla="*/ 658 w 1447"/>
                <a:gd name="T65" fmla="*/ 1443 h 1446"/>
                <a:gd name="T66" fmla="*/ 471 w 1447"/>
                <a:gd name="T67" fmla="*/ 1401 h 1446"/>
                <a:gd name="T68" fmla="*/ 306 w 1447"/>
                <a:gd name="T69" fmla="*/ 1313 h 1446"/>
                <a:gd name="T70" fmla="*/ 170 w 1447"/>
                <a:gd name="T71" fmla="*/ 1188 h 1446"/>
                <a:gd name="T72" fmla="*/ 70 w 1447"/>
                <a:gd name="T73" fmla="*/ 1033 h 1446"/>
                <a:gd name="T74" fmla="*/ 12 w 1447"/>
                <a:gd name="T75" fmla="*/ 852 h 1446"/>
                <a:gd name="T76" fmla="*/ 3 w 1447"/>
                <a:gd name="T77" fmla="*/ 657 h 1446"/>
                <a:gd name="T78" fmla="*/ 45 w 1447"/>
                <a:gd name="T79" fmla="*/ 470 h 1446"/>
                <a:gd name="T80" fmla="*/ 133 w 1447"/>
                <a:gd name="T81" fmla="*/ 306 h 1446"/>
                <a:gd name="T82" fmla="*/ 258 w 1447"/>
                <a:gd name="T83" fmla="*/ 169 h 1446"/>
                <a:gd name="T84" fmla="*/ 413 w 1447"/>
                <a:gd name="T85" fmla="*/ 69 h 1446"/>
                <a:gd name="T86" fmla="*/ 594 w 1447"/>
                <a:gd name="T87" fmla="*/ 11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7" h="1446">
                  <a:moveTo>
                    <a:pt x="724" y="211"/>
                  </a:moveTo>
                  <a:lnTo>
                    <a:pt x="668" y="214"/>
                  </a:lnTo>
                  <a:lnTo>
                    <a:pt x="614" y="223"/>
                  </a:lnTo>
                  <a:lnTo>
                    <a:pt x="562" y="237"/>
                  </a:lnTo>
                  <a:lnTo>
                    <a:pt x="512" y="257"/>
                  </a:lnTo>
                  <a:lnTo>
                    <a:pt x="465" y="280"/>
                  </a:lnTo>
                  <a:lnTo>
                    <a:pt x="422" y="309"/>
                  </a:lnTo>
                  <a:lnTo>
                    <a:pt x="380" y="343"/>
                  </a:lnTo>
                  <a:lnTo>
                    <a:pt x="343" y="380"/>
                  </a:lnTo>
                  <a:lnTo>
                    <a:pt x="311" y="420"/>
                  </a:lnTo>
                  <a:lnTo>
                    <a:pt x="282" y="464"/>
                  </a:lnTo>
                  <a:lnTo>
                    <a:pt x="257" y="511"/>
                  </a:lnTo>
                  <a:lnTo>
                    <a:pt x="238" y="561"/>
                  </a:lnTo>
                  <a:lnTo>
                    <a:pt x="223" y="613"/>
                  </a:lnTo>
                  <a:lnTo>
                    <a:pt x="215" y="666"/>
                  </a:lnTo>
                  <a:lnTo>
                    <a:pt x="212" y="723"/>
                  </a:lnTo>
                  <a:lnTo>
                    <a:pt x="215" y="778"/>
                  </a:lnTo>
                  <a:lnTo>
                    <a:pt x="223" y="833"/>
                  </a:lnTo>
                  <a:lnTo>
                    <a:pt x="238" y="884"/>
                  </a:lnTo>
                  <a:lnTo>
                    <a:pt x="257" y="935"/>
                  </a:lnTo>
                  <a:lnTo>
                    <a:pt x="282" y="981"/>
                  </a:lnTo>
                  <a:lnTo>
                    <a:pt x="311" y="1025"/>
                  </a:lnTo>
                  <a:lnTo>
                    <a:pt x="343" y="1066"/>
                  </a:lnTo>
                  <a:lnTo>
                    <a:pt x="380" y="1103"/>
                  </a:lnTo>
                  <a:lnTo>
                    <a:pt x="422" y="1136"/>
                  </a:lnTo>
                  <a:lnTo>
                    <a:pt x="465" y="1165"/>
                  </a:lnTo>
                  <a:lnTo>
                    <a:pt x="512" y="1189"/>
                  </a:lnTo>
                  <a:lnTo>
                    <a:pt x="562" y="1209"/>
                  </a:lnTo>
                  <a:lnTo>
                    <a:pt x="614" y="1223"/>
                  </a:lnTo>
                  <a:lnTo>
                    <a:pt x="668" y="1231"/>
                  </a:lnTo>
                  <a:lnTo>
                    <a:pt x="724" y="1234"/>
                  </a:lnTo>
                  <a:lnTo>
                    <a:pt x="779" y="1231"/>
                  </a:lnTo>
                  <a:lnTo>
                    <a:pt x="833" y="1223"/>
                  </a:lnTo>
                  <a:lnTo>
                    <a:pt x="886" y="1209"/>
                  </a:lnTo>
                  <a:lnTo>
                    <a:pt x="935" y="1189"/>
                  </a:lnTo>
                  <a:lnTo>
                    <a:pt x="982" y="1165"/>
                  </a:lnTo>
                  <a:lnTo>
                    <a:pt x="1027" y="1136"/>
                  </a:lnTo>
                  <a:lnTo>
                    <a:pt x="1067" y="1103"/>
                  </a:lnTo>
                  <a:lnTo>
                    <a:pt x="1104" y="1066"/>
                  </a:lnTo>
                  <a:lnTo>
                    <a:pt x="1137" y="1025"/>
                  </a:lnTo>
                  <a:lnTo>
                    <a:pt x="1166" y="981"/>
                  </a:lnTo>
                  <a:lnTo>
                    <a:pt x="1190" y="935"/>
                  </a:lnTo>
                  <a:lnTo>
                    <a:pt x="1209" y="884"/>
                  </a:lnTo>
                  <a:lnTo>
                    <a:pt x="1224" y="833"/>
                  </a:lnTo>
                  <a:lnTo>
                    <a:pt x="1233" y="778"/>
                  </a:lnTo>
                  <a:lnTo>
                    <a:pt x="1236" y="723"/>
                  </a:lnTo>
                  <a:lnTo>
                    <a:pt x="1233" y="666"/>
                  </a:lnTo>
                  <a:lnTo>
                    <a:pt x="1224" y="613"/>
                  </a:lnTo>
                  <a:lnTo>
                    <a:pt x="1209" y="561"/>
                  </a:lnTo>
                  <a:lnTo>
                    <a:pt x="1190" y="511"/>
                  </a:lnTo>
                  <a:lnTo>
                    <a:pt x="1166" y="464"/>
                  </a:lnTo>
                  <a:lnTo>
                    <a:pt x="1137" y="420"/>
                  </a:lnTo>
                  <a:lnTo>
                    <a:pt x="1104" y="380"/>
                  </a:lnTo>
                  <a:lnTo>
                    <a:pt x="1067" y="343"/>
                  </a:lnTo>
                  <a:lnTo>
                    <a:pt x="1027" y="309"/>
                  </a:lnTo>
                  <a:lnTo>
                    <a:pt x="982" y="280"/>
                  </a:lnTo>
                  <a:lnTo>
                    <a:pt x="935" y="257"/>
                  </a:lnTo>
                  <a:lnTo>
                    <a:pt x="886" y="237"/>
                  </a:lnTo>
                  <a:lnTo>
                    <a:pt x="833" y="223"/>
                  </a:lnTo>
                  <a:lnTo>
                    <a:pt x="779" y="214"/>
                  </a:lnTo>
                  <a:lnTo>
                    <a:pt x="724" y="211"/>
                  </a:lnTo>
                  <a:close/>
                  <a:moveTo>
                    <a:pt x="724" y="0"/>
                  </a:moveTo>
                  <a:lnTo>
                    <a:pt x="789" y="2"/>
                  </a:lnTo>
                  <a:lnTo>
                    <a:pt x="854" y="11"/>
                  </a:lnTo>
                  <a:lnTo>
                    <a:pt x="916" y="26"/>
                  </a:lnTo>
                  <a:lnTo>
                    <a:pt x="976" y="45"/>
                  </a:lnTo>
                  <a:lnTo>
                    <a:pt x="1034" y="69"/>
                  </a:lnTo>
                  <a:lnTo>
                    <a:pt x="1088" y="99"/>
                  </a:lnTo>
                  <a:lnTo>
                    <a:pt x="1141" y="131"/>
                  </a:lnTo>
                  <a:lnTo>
                    <a:pt x="1190" y="169"/>
                  </a:lnTo>
                  <a:lnTo>
                    <a:pt x="1235" y="212"/>
                  </a:lnTo>
                  <a:lnTo>
                    <a:pt x="1277" y="257"/>
                  </a:lnTo>
                  <a:lnTo>
                    <a:pt x="1314" y="305"/>
                  </a:lnTo>
                  <a:lnTo>
                    <a:pt x="1348" y="357"/>
                  </a:lnTo>
                  <a:lnTo>
                    <a:pt x="1377" y="413"/>
                  </a:lnTo>
                  <a:lnTo>
                    <a:pt x="1402" y="470"/>
                  </a:lnTo>
                  <a:lnTo>
                    <a:pt x="1421" y="530"/>
                  </a:lnTo>
                  <a:lnTo>
                    <a:pt x="1436" y="593"/>
                  </a:lnTo>
                  <a:lnTo>
                    <a:pt x="1444" y="657"/>
                  </a:lnTo>
                  <a:lnTo>
                    <a:pt x="1447" y="723"/>
                  </a:lnTo>
                  <a:lnTo>
                    <a:pt x="1444" y="789"/>
                  </a:lnTo>
                  <a:lnTo>
                    <a:pt x="1436" y="852"/>
                  </a:lnTo>
                  <a:lnTo>
                    <a:pt x="1421" y="915"/>
                  </a:lnTo>
                  <a:lnTo>
                    <a:pt x="1402" y="975"/>
                  </a:lnTo>
                  <a:lnTo>
                    <a:pt x="1378" y="1033"/>
                  </a:lnTo>
                  <a:lnTo>
                    <a:pt x="1348" y="1088"/>
                  </a:lnTo>
                  <a:lnTo>
                    <a:pt x="1315" y="1140"/>
                  </a:lnTo>
                  <a:lnTo>
                    <a:pt x="1277" y="1188"/>
                  </a:lnTo>
                  <a:lnTo>
                    <a:pt x="1235" y="1234"/>
                  </a:lnTo>
                  <a:lnTo>
                    <a:pt x="1190" y="1275"/>
                  </a:lnTo>
                  <a:lnTo>
                    <a:pt x="1141" y="1313"/>
                  </a:lnTo>
                  <a:lnTo>
                    <a:pt x="1089" y="1347"/>
                  </a:lnTo>
                  <a:lnTo>
                    <a:pt x="1034" y="1376"/>
                  </a:lnTo>
                  <a:lnTo>
                    <a:pt x="976" y="1401"/>
                  </a:lnTo>
                  <a:lnTo>
                    <a:pt x="916" y="1420"/>
                  </a:lnTo>
                  <a:lnTo>
                    <a:pt x="854" y="1435"/>
                  </a:lnTo>
                  <a:lnTo>
                    <a:pt x="789" y="1443"/>
                  </a:lnTo>
                  <a:lnTo>
                    <a:pt x="724" y="1446"/>
                  </a:lnTo>
                  <a:lnTo>
                    <a:pt x="658" y="1443"/>
                  </a:lnTo>
                  <a:lnTo>
                    <a:pt x="593" y="1435"/>
                  </a:lnTo>
                  <a:lnTo>
                    <a:pt x="531" y="1420"/>
                  </a:lnTo>
                  <a:lnTo>
                    <a:pt x="471" y="1401"/>
                  </a:lnTo>
                  <a:lnTo>
                    <a:pt x="413" y="1376"/>
                  </a:lnTo>
                  <a:lnTo>
                    <a:pt x="358" y="1347"/>
                  </a:lnTo>
                  <a:lnTo>
                    <a:pt x="306" y="1313"/>
                  </a:lnTo>
                  <a:lnTo>
                    <a:pt x="257" y="1275"/>
                  </a:lnTo>
                  <a:lnTo>
                    <a:pt x="212" y="1234"/>
                  </a:lnTo>
                  <a:lnTo>
                    <a:pt x="170" y="1188"/>
                  </a:lnTo>
                  <a:lnTo>
                    <a:pt x="133" y="1140"/>
                  </a:lnTo>
                  <a:lnTo>
                    <a:pt x="99" y="1088"/>
                  </a:lnTo>
                  <a:lnTo>
                    <a:pt x="70" y="1033"/>
                  </a:lnTo>
                  <a:lnTo>
                    <a:pt x="45" y="975"/>
                  </a:lnTo>
                  <a:lnTo>
                    <a:pt x="26" y="915"/>
                  </a:lnTo>
                  <a:lnTo>
                    <a:pt x="12" y="852"/>
                  </a:lnTo>
                  <a:lnTo>
                    <a:pt x="3" y="789"/>
                  </a:lnTo>
                  <a:lnTo>
                    <a:pt x="0" y="723"/>
                  </a:lnTo>
                  <a:lnTo>
                    <a:pt x="3" y="657"/>
                  </a:lnTo>
                  <a:lnTo>
                    <a:pt x="12" y="593"/>
                  </a:lnTo>
                  <a:lnTo>
                    <a:pt x="26" y="531"/>
                  </a:lnTo>
                  <a:lnTo>
                    <a:pt x="45" y="470"/>
                  </a:lnTo>
                  <a:lnTo>
                    <a:pt x="70" y="413"/>
                  </a:lnTo>
                  <a:lnTo>
                    <a:pt x="99" y="357"/>
                  </a:lnTo>
                  <a:lnTo>
                    <a:pt x="133" y="306"/>
                  </a:lnTo>
                  <a:lnTo>
                    <a:pt x="171" y="257"/>
                  </a:lnTo>
                  <a:lnTo>
                    <a:pt x="212" y="212"/>
                  </a:lnTo>
                  <a:lnTo>
                    <a:pt x="258" y="169"/>
                  </a:lnTo>
                  <a:lnTo>
                    <a:pt x="306" y="131"/>
                  </a:lnTo>
                  <a:lnTo>
                    <a:pt x="359" y="99"/>
                  </a:lnTo>
                  <a:lnTo>
                    <a:pt x="413" y="69"/>
                  </a:lnTo>
                  <a:lnTo>
                    <a:pt x="471" y="45"/>
                  </a:lnTo>
                  <a:lnTo>
                    <a:pt x="531" y="26"/>
                  </a:lnTo>
                  <a:lnTo>
                    <a:pt x="594" y="11"/>
                  </a:lnTo>
                  <a:lnTo>
                    <a:pt x="658" y="2"/>
                  </a:lnTo>
                  <a:lnTo>
                    <a:pt x="7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F1824448-C29D-4F11-8C23-C6ACC175E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01" y="677863"/>
              <a:ext cx="52388" cy="46038"/>
            </a:xfrm>
            <a:custGeom>
              <a:avLst/>
              <a:gdLst>
                <a:gd name="T0" fmla="*/ 139 w 461"/>
                <a:gd name="T1" fmla="*/ 0 h 404"/>
                <a:gd name="T2" fmla="*/ 461 w 461"/>
                <a:gd name="T3" fmla="*/ 380 h 404"/>
                <a:gd name="T4" fmla="*/ 461 w 461"/>
                <a:gd name="T5" fmla="*/ 404 h 404"/>
                <a:gd name="T6" fmla="*/ 0 w 461"/>
                <a:gd name="T7" fmla="*/ 404 h 404"/>
                <a:gd name="T8" fmla="*/ 0 w 461"/>
                <a:gd name="T9" fmla="*/ 22 h 404"/>
                <a:gd name="T10" fmla="*/ 48 w 461"/>
                <a:gd name="T11" fmla="*/ 17 h 404"/>
                <a:gd name="T12" fmla="*/ 94 w 461"/>
                <a:gd name="T13" fmla="*/ 10 h 404"/>
                <a:gd name="T14" fmla="*/ 139 w 461"/>
                <a:gd name="T15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1" h="404">
                  <a:moveTo>
                    <a:pt x="139" y="0"/>
                  </a:moveTo>
                  <a:lnTo>
                    <a:pt x="461" y="380"/>
                  </a:lnTo>
                  <a:lnTo>
                    <a:pt x="461" y="404"/>
                  </a:lnTo>
                  <a:lnTo>
                    <a:pt x="0" y="404"/>
                  </a:lnTo>
                  <a:lnTo>
                    <a:pt x="0" y="22"/>
                  </a:lnTo>
                  <a:lnTo>
                    <a:pt x="48" y="17"/>
                  </a:lnTo>
                  <a:lnTo>
                    <a:pt x="94" y="1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5600C5-332F-4136-8473-D90CD8D2524C}"/>
              </a:ext>
            </a:extLst>
          </p:cNvPr>
          <p:cNvGrpSpPr/>
          <p:nvPr/>
        </p:nvGrpSpPr>
        <p:grpSpPr>
          <a:xfrm>
            <a:off x="3524202" y="680866"/>
            <a:ext cx="301341" cy="310356"/>
            <a:chOff x="2932113" y="374650"/>
            <a:chExt cx="3714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4" name="Freeform 39">
              <a:extLst>
                <a:ext uri="{FF2B5EF4-FFF2-40B4-BE49-F238E27FC236}">
                  <a16:creationId xmlns:a16="http://schemas.microsoft.com/office/drawing/2014/main" id="{5839EFBA-31EE-4337-8E24-E87D8AB15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575" y="374650"/>
              <a:ext cx="19050" cy="77788"/>
            </a:xfrm>
            <a:custGeom>
              <a:avLst/>
              <a:gdLst>
                <a:gd name="T0" fmla="*/ 82 w 165"/>
                <a:gd name="T1" fmla="*/ 0 h 683"/>
                <a:gd name="T2" fmla="*/ 104 w 165"/>
                <a:gd name="T3" fmla="*/ 3 h 683"/>
                <a:gd name="T4" fmla="*/ 124 w 165"/>
                <a:gd name="T5" fmla="*/ 11 h 683"/>
                <a:gd name="T6" fmla="*/ 140 w 165"/>
                <a:gd name="T7" fmla="*/ 25 h 683"/>
                <a:gd name="T8" fmla="*/ 153 w 165"/>
                <a:gd name="T9" fmla="*/ 41 h 683"/>
                <a:gd name="T10" fmla="*/ 162 w 165"/>
                <a:gd name="T11" fmla="*/ 62 h 683"/>
                <a:gd name="T12" fmla="*/ 165 w 165"/>
                <a:gd name="T13" fmla="*/ 83 h 683"/>
                <a:gd name="T14" fmla="*/ 165 w 165"/>
                <a:gd name="T15" fmla="*/ 601 h 683"/>
                <a:gd name="T16" fmla="*/ 162 w 165"/>
                <a:gd name="T17" fmla="*/ 622 h 683"/>
                <a:gd name="T18" fmla="*/ 153 w 165"/>
                <a:gd name="T19" fmla="*/ 642 h 683"/>
                <a:gd name="T20" fmla="*/ 140 w 165"/>
                <a:gd name="T21" fmla="*/ 659 h 683"/>
                <a:gd name="T22" fmla="*/ 124 w 165"/>
                <a:gd name="T23" fmla="*/ 672 h 683"/>
                <a:gd name="T24" fmla="*/ 104 w 165"/>
                <a:gd name="T25" fmla="*/ 680 h 683"/>
                <a:gd name="T26" fmla="*/ 82 w 165"/>
                <a:gd name="T27" fmla="*/ 683 h 683"/>
                <a:gd name="T28" fmla="*/ 60 w 165"/>
                <a:gd name="T29" fmla="*/ 680 h 683"/>
                <a:gd name="T30" fmla="*/ 41 w 165"/>
                <a:gd name="T31" fmla="*/ 672 h 683"/>
                <a:gd name="T32" fmla="*/ 23 w 165"/>
                <a:gd name="T33" fmla="*/ 658 h 683"/>
                <a:gd name="T34" fmla="*/ 11 w 165"/>
                <a:gd name="T35" fmla="*/ 642 h 683"/>
                <a:gd name="T36" fmla="*/ 3 w 165"/>
                <a:gd name="T37" fmla="*/ 622 h 683"/>
                <a:gd name="T38" fmla="*/ 0 w 165"/>
                <a:gd name="T39" fmla="*/ 601 h 683"/>
                <a:gd name="T40" fmla="*/ 0 w 165"/>
                <a:gd name="T41" fmla="*/ 83 h 683"/>
                <a:gd name="T42" fmla="*/ 3 w 165"/>
                <a:gd name="T43" fmla="*/ 62 h 683"/>
                <a:gd name="T44" fmla="*/ 11 w 165"/>
                <a:gd name="T45" fmla="*/ 41 h 683"/>
                <a:gd name="T46" fmla="*/ 23 w 165"/>
                <a:gd name="T47" fmla="*/ 25 h 683"/>
                <a:gd name="T48" fmla="*/ 41 w 165"/>
                <a:gd name="T49" fmla="*/ 11 h 683"/>
                <a:gd name="T50" fmla="*/ 60 w 165"/>
                <a:gd name="T51" fmla="*/ 3 h 683"/>
                <a:gd name="T52" fmla="*/ 82 w 165"/>
                <a:gd name="T53" fmla="*/ 0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5" h="683">
                  <a:moveTo>
                    <a:pt x="82" y="0"/>
                  </a:moveTo>
                  <a:lnTo>
                    <a:pt x="104" y="3"/>
                  </a:lnTo>
                  <a:lnTo>
                    <a:pt x="124" y="11"/>
                  </a:lnTo>
                  <a:lnTo>
                    <a:pt x="140" y="25"/>
                  </a:lnTo>
                  <a:lnTo>
                    <a:pt x="153" y="41"/>
                  </a:lnTo>
                  <a:lnTo>
                    <a:pt x="162" y="62"/>
                  </a:lnTo>
                  <a:lnTo>
                    <a:pt x="165" y="83"/>
                  </a:lnTo>
                  <a:lnTo>
                    <a:pt x="165" y="601"/>
                  </a:lnTo>
                  <a:lnTo>
                    <a:pt x="162" y="622"/>
                  </a:lnTo>
                  <a:lnTo>
                    <a:pt x="153" y="642"/>
                  </a:lnTo>
                  <a:lnTo>
                    <a:pt x="140" y="659"/>
                  </a:lnTo>
                  <a:lnTo>
                    <a:pt x="124" y="672"/>
                  </a:lnTo>
                  <a:lnTo>
                    <a:pt x="104" y="680"/>
                  </a:lnTo>
                  <a:lnTo>
                    <a:pt x="82" y="683"/>
                  </a:lnTo>
                  <a:lnTo>
                    <a:pt x="60" y="680"/>
                  </a:lnTo>
                  <a:lnTo>
                    <a:pt x="41" y="672"/>
                  </a:lnTo>
                  <a:lnTo>
                    <a:pt x="23" y="658"/>
                  </a:lnTo>
                  <a:lnTo>
                    <a:pt x="11" y="642"/>
                  </a:lnTo>
                  <a:lnTo>
                    <a:pt x="3" y="622"/>
                  </a:lnTo>
                  <a:lnTo>
                    <a:pt x="0" y="601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1" y="41"/>
                  </a:lnTo>
                  <a:lnTo>
                    <a:pt x="23" y="25"/>
                  </a:lnTo>
                  <a:lnTo>
                    <a:pt x="41" y="11"/>
                  </a:lnTo>
                  <a:lnTo>
                    <a:pt x="60" y="3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B6142785-16D5-48B3-ACE2-61250B424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075" y="374650"/>
              <a:ext cx="19050" cy="77788"/>
            </a:xfrm>
            <a:custGeom>
              <a:avLst/>
              <a:gdLst>
                <a:gd name="T0" fmla="*/ 82 w 165"/>
                <a:gd name="T1" fmla="*/ 0 h 683"/>
                <a:gd name="T2" fmla="*/ 105 w 165"/>
                <a:gd name="T3" fmla="*/ 3 h 683"/>
                <a:gd name="T4" fmla="*/ 124 w 165"/>
                <a:gd name="T5" fmla="*/ 11 h 683"/>
                <a:gd name="T6" fmla="*/ 140 w 165"/>
                <a:gd name="T7" fmla="*/ 25 h 683"/>
                <a:gd name="T8" fmla="*/ 154 w 165"/>
                <a:gd name="T9" fmla="*/ 41 h 683"/>
                <a:gd name="T10" fmla="*/ 162 w 165"/>
                <a:gd name="T11" fmla="*/ 62 h 683"/>
                <a:gd name="T12" fmla="*/ 165 w 165"/>
                <a:gd name="T13" fmla="*/ 83 h 683"/>
                <a:gd name="T14" fmla="*/ 165 w 165"/>
                <a:gd name="T15" fmla="*/ 601 h 683"/>
                <a:gd name="T16" fmla="*/ 162 w 165"/>
                <a:gd name="T17" fmla="*/ 622 h 683"/>
                <a:gd name="T18" fmla="*/ 154 w 165"/>
                <a:gd name="T19" fmla="*/ 642 h 683"/>
                <a:gd name="T20" fmla="*/ 140 w 165"/>
                <a:gd name="T21" fmla="*/ 659 h 683"/>
                <a:gd name="T22" fmla="*/ 124 w 165"/>
                <a:gd name="T23" fmla="*/ 672 h 683"/>
                <a:gd name="T24" fmla="*/ 105 w 165"/>
                <a:gd name="T25" fmla="*/ 680 h 683"/>
                <a:gd name="T26" fmla="*/ 82 w 165"/>
                <a:gd name="T27" fmla="*/ 683 h 683"/>
                <a:gd name="T28" fmla="*/ 63 w 165"/>
                <a:gd name="T29" fmla="*/ 681 h 683"/>
                <a:gd name="T30" fmla="*/ 45 w 165"/>
                <a:gd name="T31" fmla="*/ 675 h 683"/>
                <a:gd name="T32" fmla="*/ 30 w 165"/>
                <a:gd name="T33" fmla="*/ 664 h 683"/>
                <a:gd name="T34" fmla="*/ 17 w 165"/>
                <a:gd name="T35" fmla="*/ 652 h 683"/>
                <a:gd name="T36" fmla="*/ 7 w 165"/>
                <a:gd name="T37" fmla="*/ 637 h 683"/>
                <a:gd name="T38" fmla="*/ 1 w 165"/>
                <a:gd name="T39" fmla="*/ 619 h 683"/>
                <a:gd name="T40" fmla="*/ 0 w 165"/>
                <a:gd name="T41" fmla="*/ 601 h 683"/>
                <a:gd name="T42" fmla="*/ 0 w 165"/>
                <a:gd name="T43" fmla="*/ 83 h 683"/>
                <a:gd name="T44" fmla="*/ 3 w 165"/>
                <a:gd name="T45" fmla="*/ 62 h 683"/>
                <a:gd name="T46" fmla="*/ 11 w 165"/>
                <a:gd name="T47" fmla="*/ 41 h 683"/>
                <a:gd name="T48" fmla="*/ 24 w 165"/>
                <a:gd name="T49" fmla="*/ 25 h 683"/>
                <a:gd name="T50" fmla="*/ 41 w 165"/>
                <a:gd name="T51" fmla="*/ 11 h 683"/>
                <a:gd name="T52" fmla="*/ 61 w 165"/>
                <a:gd name="T53" fmla="*/ 3 h 683"/>
                <a:gd name="T54" fmla="*/ 82 w 165"/>
                <a:gd name="T55" fmla="*/ 0 h 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65" h="683">
                  <a:moveTo>
                    <a:pt x="82" y="0"/>
                  </a:moveTo>
                  <a:lnTo>
                    <a:pt x="105" y="3"/>
                  </a:lnTo>
                  <a:lnTo>
                    <a:pt x="124" y="11"/>
                  </a:lnTo>
                  <a:lnTo>
                    <a:pt x="140" y="25"/>
                  </a:lnTo>
                  <a:lnTo>
                    <a:pt x="154" y="41"/>
                  </a:lnTo>
                  <a:lnTo>
                    <a:pt x="162" y="62"/>
                  </a:lnTo>
                  <a:lnTo>
                    <a:pt x="165" y="83"/>
                  </a:lnTo>
                  <a:lnTo>
                    <a:pt x="165" y="601"/>
                  </a:lnTo>
                  <a:lnTo>
                    <a:pt x="162" y="622"/>
                  </a:lnTo>
                  <a:lnTo>
                    <a:pt x="154" y="642"/>
                  </a:lnTo>
                  <a:lnTo>
                    <a:pt x="140" y="659"/>
                  </a:lnTo>
                  <a:lnTo>
                    <a:pt x="124" y="672"/>
                  </a:lnTo>
                  <a:lnTo>
                    <a:pt x="105" y="680"/>
                  </a:lnTo>
                  <a:lnTo>
                    <a:pt x="82" y="683"/>
                  </a:lnTo>
                  <a:lnTo>
                    <a:pt x="63" y="681"/>
                  </a:lnTo>
                  <a:lnTo>
                    <a:pt x="45" y="675"/>
                  </a:lnTo>
                  <a:lnTo>
                    <a:pt x="30" y="664"/>
                  </a:lnTo>
                  <a:lnTo>
                    <a:pt x="17" y="652"/>
                  </a:lnTo>
                  <a:lnTo>
                    <a:pt x="7" y="637"/>
                  </a:lnTo>
                  <a:lnTo>
                    <a:pt x="1" y="619"/>
                  </a:lnTo>
                  <a:lnTo>
                    <a:pt x="0" y="601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1" y="41"/>
                  </a:lnTo>
                  <a:lnTo>
                    <a:pt x="24" y="25"/>
                  </a:lnTo>
                  <a:lnTo>
                    <a:pt x="41" y="11"/>
                  </a:lnTo>
                  <a:lnTo>
                    <a:pt x="61" y="3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FCE31F92-911F-4CD2-B0F8-E4899DF84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2113" y="412750"/>
              <a:ext cx="371475" cy="69850"/>
            </a:xfrm>
            <a:custGeom>
              <a:avLst/>
              <a:gdLst>
                <a:gd name="T0" fmla="*/ 0 w 3283"/>
                <a:gd name="T1" fmla="*/ 0 h 606"/>
                <a:gd name="T2" fmla="*/ 553 w 3283"/>
                <a:gd name="T3" fmla="*/ 0 h 606"/>
                <a:gd name="T4" fmla="*/ 553 w 3283"/>
                <a:gd name="T5" fmla="*/ 257 h 606"/>
                <a:gd name="T6" fmla="*/ 557 w 3283"/>
                <a:gd name="T7" fmla="*/ 298 h 606"/>
                <a:gd name="T8" fmla="*/ 566 w 3283"/>
                <a:gd name="T9" fmla="*/ 336 h 606"/>
                <a:gd name="T10" fmla="*/ 581 w 3283"/>
                <a:gd name="T11" fmla="*/ 371 h 606"/>
                <a:gd name="T12" fmla="*/ 602 w 3283"/>
                <a:gd name="T13" fmla="*/ 403 h 606"/>
                <a:gd name="T14" fmla="*/ 626 w 3283"/>
                <a:gd name="T15" fmla="*/ 433 h 606"/>
                <a:gd name="T16" fmla="*/ 655 w 3283"/>
                <a:gd name="T17" fmla="*/ 458 h 606"/>
                <a:gd name="T18" fmla="*/ 687 w 3283"/>
                <a:gd name="T19" fmla="*/ 478 h 606"/>
                <a:gd name="T20" fmla="*/ 723 w 3283"/>
                <a:gd name="T21" fmla="*/ 493 h 606"/>
                <a:gd name="T22" fmla="*/ 761 w 3283"/>
                <a:gd name="T23" fmla="*/ 503 h 606"/>
                <a:gd name="T24" fmla="*/ 801 w 3283"/>
                <a:gd name="T25" fmla="*/ 506 h 606"/>
                <a:gd name="T26" fmla="*/ 841 w 3283"/>
                <a:gd name="T27" fmla="*/ 503 h 606"/>
                <a:gd name="T28" fmla="*/ 880 w 3283"/>
                <a:gd name="T29" fmla="*/ 493 h 606"/>
                <a:gd name="T30" fmla="*/ 915 w 3283"/>
                <a:gd name="T31" fmla="*/ 478 h 606"/>
                <a:gd name="T32" fmla="*/ 947 w 3283"/>
                <a:gd name="T33" fmla="*/ 458 h 606"/>
                <a:gd name="T34" fmla="*/ 976 w 3283"/>
                <a:gd name="T35" fmla="*/ 433 h 606"/>
                <a:gd name="T36" fmla="*/ 1002 w 3283"/>
                <a:gd name="T37" fmla="*/ 403 h 606"/>
                <a:gd name="T38" fmla="*/ 1022 w 3283"/>
                <a:gd name="T39" fmla="*/ 371 h 606"/>
                <a:gd name="T40" fmla="*/ 1036 w 3283"/>
                <a:gd name="T41" fmla="*/ 336 h 606"/>
                <a:gd name="T42" fmla="*/ 1047 w 3283"/>
                <a:gd name="T43" fmla="*/ 298 h 606"/>
                <a:gd name="T44" fmla="*/ 1050 w 3283"/>
                <a:gd name="T45" fmla="*/ 257 h 606"/>
                <a:gd name="T46" fmla="*/ 1050 w 3283"/>
                <a:gd name="T47" fmla="*/ 0 h 606"/>
                <a:gd name="T48" fmla="*/ 2233 w 3283"/>
                <a:gd name="T49" fmla="*/ 0 h 606"/>
                <a:gd name="T50" fmla="*/ 2233 w 3283"/>
                <a:gd name="T51" fmla="*/ 257 h 606"/>
                <a:gd name="T52" fmla="*/ 2236 w 3283"/>
                <a:gd name="T53" fmla="*/ 298 h 606"/>
                <a:gd name="T54" fmla="*/ 2247 w 3283"/>
                <a:gd name="T55" fmla="*/ 336 h 606"/>
                <a:gd name="T56" fmla="*/ 2261 w 3283"/>
                <a:gd name="T57" fmla="*/ 371 h 606"/>
                <a:gd name="T58" fmla="*/ 2281 w 3283"/>
                <a:gd name="T59" fmla="*/ 403 h 606"/>
                <a:gd name="T60" fmla="*/ 2307 w 3283"/>
                <a:gd name="T61" fmla="*/ 433 h 606"/>
                <a:gd name="T62" fmla="*/ 2336 w 3283"/>
                <a:gd name="T63" fmla="*/ 458 h 606"/>
                <a:gd name="T64" fmla="*/ 2368 w 3283"/>
                <a:gd name="T65" fmla="*/ 478 h 606"/>
                <a:gd name="T66" fmla="*/ 2403 w 3283"/>
                <a:gd name="T67" fmla="*/ 493 h 606"/>
                <a:gd name="T68" fmla="*/ 2442 w 3283"/>
                <a:gd name="T69" fmla="*/ 503 h 606"/>
                <a:gd name="T70" fmla="*/ 2482 w 3283"/>
                <a:gd name="T71" fmla="*/ 506 h 606"/>
                <a:gd name="T72" fmla="*/ 2522 w 3283"/>
                <a:gd name="T73" fmla="*/ 503 h 606"/>
                <a:gd name="T74" fmla="*/ 2560 w 3283"/>
                <a:gd name="T75" fmla="*/ 493 h 606"/>
                <a:gd name="T76" fmla="*/ 2595 w 3283"/>
                <a:gd name="T77" fmla="*/ 478 h 606"/>
                <a:gd name="T78" fmla="*/ 2628 w 3283"/>
                <a:gd name="T79" fmla="*/ 458 h 606"/>
                <a:gd name="T80" fmla="*/ 2657 w 3283"/>
                <a:gd name="T81" fmla="*/ 433 h 606"/>
                <a:gd name="T82" fmla="*/ 2681 w 3283"/>
                <a:gd name="T83" fmla="*/ 403 h 606"/>
                <a:gd name="T84" fmla="*/ 2702 w 3283"/>
                <a:gd name="T85" fmla="*/ 371 h 606"/>
                <a:gd name="T86" fmla="*/ 2717 w 3283"/>
                <a:gd name="T87" fmla="*/ 336 h 606"/>
                <a:gd name="T88" fmla="*/ 2726 w 3283"/>
                <a:gd name="T89" fmla="*/ 298 h 606"/>
                <a:gd name="T90" fmla="*/ 2729 w 3283"/>
                <a:gd name="T91" fmla="*/ 257 h 606"/>
                <a:gd name="T92" fmla="*/ 2729 w 3283"/>
                <a:gd name="T93" fmla="*/ 0 h 606"/>
                <a:gd name="T94" fmla="*/ 3283 w 3283"/>
                <a:gd name="T95" fmla="*/ 0 h 606"/>
                <a:gd name="T96" fmla="*/ 3283 w 3283"/>
                <a:gd name="T97" fmla="*/ 606 h 606"/>
                <a:gd name="T98" fmla="*/ 0 w 3283"/>
                <a:gd name="T99" fmla="*/ 606 h 606"/>
                <a:gd name="T100" fmla="*/ 0 w 3283"/>
                <a:gd name="T101" fmla="*/ 0 h 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283" h="606">
                  <a:moveTo>
                    <a:pt x="0" y="0"/>
                  </a:moveTo>
                  <a:lnTo>
                    <a:pt x="553" y="0"/>
                  </a:lnTo>
                  <a:lnTo>
                    <a:pt x="553" y="257"/>
                  </a:lnTo>
                  <a:lnTo>
                    <a:pt x="557" y="298"/>
                  </a:lnTo>
                  <a:lnTo>
                    <a:pt x="566" y="336"/>
                  </a:lnTo>
                  <a:lnTo>
                    <a:pt x="581" y="371"/>
                  </a:lnTo>
                  <a:lnTo>
                    <a:pt x="602" y="403"/>
                  </a:lnTo>
                  <a:lnTo>
                    <a:pt x="626" y="433"/>
                  </a:lnTo>
                  <a:lnTo>
                    <a:pt x="655" y="458"/>
                  </a:lnTo>
                  <a:lnTo>
                    <a:pt x="687" y="478"/>
                  </a:lnTo>
                  <a:lnTo>
                    <a:pt x="723" y="493"/>
                  </a:lnTo>
                  <a:lnTo>
                    <a:pt x="761" y="503"/>
                  </a:lnTo>
                  <a:lnTo>
                    <a:pt x="801" y="506"/>
                  </a:lnTo>
                  <a:lnTo>
                    <a:pt x="841" y="503"/>
                  </a:lnTo>
                  <a:lnTo>
                    <a:pt x="880" y="493"/>
                  </a:lnTo>
                  <a:lnTo>
                    <a:pt x="915" y="478"/>
                  </a:lnTo>
                  <a:lnTo>
                    <a:pt x="947" y="458"/>
                  </a:lnTo>
                  <a:lnTo>
                    <a:pt x="976" y="433"/>
                  </a:lnTo>
                  <a:lnTo>
                    <a:pt x="1002" y="403"/>
                  </a:lnTo>
                  <a:lnTo>
                    <a:pt x="1022" y="371"/>
                  </a:lnTo>
                  <a:lnTo>
                    <a:pt x="1036" y="336"/>
                  </a:lnTo>
                  <a:lnTo>
                    <a:pt x="1047" y="298"/>
                  </a:lnTo>
                  <a:lnTo>
                    <a:pt x="1050" y="257"/>
                  </a:lnTo>
                  <a:lnTo>
                    <a:pt x="1050" y="0"/>
                  </a:lnTo>
                  <a:lnTo>
                    <a:pt x="2233" y="0"/>
                  </a:lnTo>
                  <a:lnTo>
                    <a:pt x="2233" y="257"/>
                  </a:lnTo>
                  <a:lnTo>
                    <a:pt x="2236" y="298"/>
                  </a:lnTo>
                  <a:lnTo>
                    <a:pt x="2247" y="336"/>
                  </a:lnTo>
                  <a:lnTo>
                    <a:pt x="2261" y="371"/>
                  </a:lnTo>
                  <a:lnTo>
                    <a:pt x="2281" y="403"/>
                  </a:lnTo>
                  <a:lnTo>
                    <a:pt x="2307" y="433"/>
                  </a:lnTo>
                  <a:lnTo>
                    <a:pt x="2336" y="458"/>
                  </a:lnTo>
                  <a:lnTo>
                    <a:pt x="2368" y="478"/>
                  </a:lnTo>
                  <a:lnTo>
                    <a:pt x="2403" y="493"/>
                  </a:lnTo>
                  <a:lnTo>
                    <a:pt x="2442" y="503"/>
                  </a:lnTo>
                  <a:lnTo>
                    <a:pt x="2482" y="506"/>
                  </a:lnTo>
                  <a:lnTo>
                    <a:pt x="2522" y="503"/>
                  </a:lnTo>
                  <a:lnTo>
                    <a:pt x="2560" y="493"/>
                  </a:lnTo>
                  <a:lnTo>
                    <a:pt x="2595" y="478"/>
                  </a:lnTo>
                  <a:lnTo>
                    <a:pt x="2628" y="458"/>
                  </a:lnTo>
                  <a:lnTo>
                    <a:pt x="2657" y="433"/>
                  </a:lnTo>
                  <a:lnTo>
                    <a:pt x="2681" y="403"/>
                  </a:lnTo>
                  <a:lnTo>
                    <a:pt x="2702" y="371"/>
                  </a:lnTo>
                  <a:lnTo>
                    <a:pt x="2717" y="336"/>
                  </a:lnTo>
                  <a:lnTo>
                    <a:pt x="2726" y="298"/>
                  </a:lnTo>
                  <a:lnTo>
                    <a:pt x="2729" y="257"/>
                  </a:lnTo>
                  <a:lnTo>
                    <a:pt x="2729" y="0"/>
                  </a:lnTo>
                  <a:lnTo>
                    <a:pt x="3283" y="0"/>
                  </a:lnTo>
                  <a:lnTo>
                    <a:pt x="3283" y="606"/>
                  </a:lnTo>
                  <a:lnTo>
                    <a:pt x="0" y="6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DE352DE1-F752-4C15-8761-A8B14B2351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32113" y="501650"/>
              <a:ext cx="371475" cy="255588"/>
            </a:xfrm>
            <a:custGeom>
              <a:avLst/>
              <a:gdLst>
                <a:gd name="T0" fmla="*/ 435 w 3283"/>
                <a:gd name="T1" fmla="*/ 1773 h 2263"/>
                <a:gd name="T2" fmla="*/ 398 w 3283"/>
                <a:gd name="T3" fmla="*/ 1795 h 2263"/>
                <a:gd name="T4" fmla="*/ 376 w 3283"/>
                <a:gd name="T5" fmla="*/ 1831 h 2263"/>
                <a:gd name="T6" fmla="*/ 376 w 3283"/>
                <a:gd name="T7" fmla="*/ 1875 h 2263"/>
                <a:gd name="T8" fmla="*/ 398 w 3283"/>
                <a:gd name="T9" fmla="*/ 1912 h 2263"/>
                <a:gd name="T10" fmla="*/ 435 w 3283"/>
                <a:gd name="T11" fmla="*/ 1932 h 2263"/>
                <a:gd name="T12" fmla="*/ 2824 w 3283"/>
                <a:gd name="T13" fmla="*/ 1935 h 2263"/>
                <a:gd name="T14" fmla="*/ 2864 w 3283"/>
                <a:gd name="T15" fmla="*/ 1924 h 2263"/>
                <a:gd name="T16" fmla="*/ 2895 w 3283"/>
                <a:gd name="T17" fmla="*/ 1894 h 2263"/>
                <a:gd name="T18" fmla="*/ 2907 w 3283"/>
                <a:gd name="T19" fmla="*/ 1853 h 2263"/>
                <a:gd name="T20" fmla="*/ 2896 w 3283"/>
                <a:gd name="T21" fmla="*/ 1811 h 2263"/>
                <a:gd name="T22" fmla="*/ 2866 w 3283"/>
                <a:gd name="T23" fmla="*/ 1781 h 2263"/>
                <a:gd name="T24" fmla="*/ 2826 w 3283"/>
                <a:gd name="T25" fmla="*/ 1770 h 2263"/>
                <a:gd name="T26" fmla="*/ 456 w 3283"/>
                <a:gd name="T27" fmla="*/ 1287 h 2263"/>
                <a:gd name="T28" fmla="*/ 414 w 3283"/>
                <a:gd name="T29" fmla="*/ 1299 h 2263"/>
                <a:gd name="T30" fmla="*/ 385 w 3283"/>
                <a:gd name="T31" fmla="*/ 1329 h 2263"/>
                <a:gd name="T32" fmla="*/ 373 w 3283"/>
                <a:gd name="T33" fmla="*/ 1371 h 2263"/>
                <a:gd name="T34" fmla="*/ 385 w 3283"/>
                <a:gd name="T35" fmla="*/ 1413 h 2263"/>
                <a:gd name="T36" fmla="*/ 414 w 3283"/>
                <a:gd name="T37" fmla="*/ 1442 h 2263"/>
                <a:gd name="T38" fmla="*/ 456 w 3283"/>
                <a:gd name="T39" fmla="*/ 1454 h 2263"/>
                <a:gd name="T40" fmla="*/ 2845 w 3283"/>
                <a:gd name="T41" fmla="*/ 1451 h 2263"/>
                <a:gd name="T42" fmla="*/ 2882 w 3283"/>
                <a:gd name="T43" fmla="*/ 1429 h 2263"/>
                <a:gd name="T44" fmla="*/ 2903 w 3283"/>
                <a:gd name="T45" fmla="*/ 1392 h 2263"/>
                <a:gd name="T46" fmla="*/ 2904 w 3283"/>
                <a:gd name="T47" fmla="*/ 1349 h 2263"/>
                <a:gd name="T48" fmla="*/ 2884 w 3283"/>
                <a:gd name="T49" fmla="*/ 1312 h 2263"/>
                <a:gd name="T50" fmla="*/ 2847 w 3283"/>
                <a:gd name="T51" fmla="*/ 1291 h 2263"/>
                <a:gd name="T52" fmla="*/ 456 w 3283"/>
                <a:gd name="T53" fmla="*/ 1287 h 2263"/>
                <a:gd name="T54" fmla="*/ 435 w 3283"/>
                <a:gd name="T55" fmla="*/ 811 h 2263"/>
                <a:gd name="T56" fmla="*/ 398 w 3283"/>
                <a:gd name="T57" fmla="*/ 833 h 2263"/>
                <a:gd name="T58" fmla="*/ 376 w 3283"/>
                <a:gd name="T59" fmla="*/ 869 h 2263"/>
                <a:gd name="T60" fmla="*/ 376 w 3283"/>
                <a:gd name="T61" fmla="*/ 913 h 2263"/>
                <a:gd name="T62" fmla="*/ 398 w 3283"/>
                <a:gd name="T63" fmla="*/ 949 h 2263"/>
                <a:gd name="T64" fmla="*/ 435 w 3283"/>
                <a:gd name="T65" fmla="*/ 970 h 2263"/>
                <a:gd name="T66" fmla="*/ 2824 w 3283"/>
                <a:gd name="T67" fmla="*/ 973 h 2263"/>
                <a:gd name="T68" fmla="*/ 2864 w 3283"/>
                <a:gd name="T69" fmla="*/ 962 h 2263"/>
                <a:gd name="T70" fmla="*/ 2895 w 3283"/>
                <a:gd name="T71" fmla="*/ 932 h 2263"/>
                <a:gd name="T72" fmla="*/ 2907 w 3283"/>
                <a:gd name="T73" fmla="*/ 890 h 2263"/>
                <a:gd name="T74" fmla="*/ 2896 w 3283"/>
                <a:gd name="T75" fmla="*/ 849 h 2263"/>
                <a:gd name="T76" fmla="*/ 2866 w 3283"/>
                <a:gd name="T77" fmla="*/ 819 h 2263"/>
                <a:gd name="T78" fmla="*/ 2826 w 3283"/>
                <a:gd name="T79" fmla="*/ 808 h 2263"/>
                <a:gd name="T80" fmla="*/ 456 w 3283"/>
                <a:gd name="T81" fmla="*/ 328 h 2263"/>
                <a:gd name="T82" fmla="*/ 414 w 3283"/>
                <a:gd name="T83" fmla="*/ 339 h 2263"/>
                <a:gd name="T84" fmla="*/ 385 w 3283"/>
                <a:gd name="T85" fmla="*/ 369 h 2263"/>
                <a:gd name="T86" fmla="*/ 373 w 3283"/>
                <a:gd name="T87" fmla="*/ 411 h 2263"/>
                <a:gd name="T88" fmla="*/ 385 w 3283"/>
                <a:gd name="T89" fmla="*/ 453 h 2263"/>
                <a:gd name="T90" fmla="*/ 414 w 3283"/>
                <a:gd name="T91" fmla="*/ 482 h 2263"/>
                <a:gd name="T92" fmla="*/ 456 w 3283"/>
                <a:gd name="T93" fmla="*/ 494 h 2263"/>
                <a:gd name="T94" fmla="*/ 2845 w 3283"/>
                <a:gd name="T95" fmla="*/ 491 h 2263"/>
                <a:gd name="T96" fmla="*/ 2882 w 3283"/>
                <a:gd name="T97" fmla="*/ 469 h 2263"/>
                <a:gd name="T98" fmla="*/ 2903 w 3283"/>
                <a:gd name="T99" fmla="*/ 432 h 2263"/>
                <a:gd name="T100" fmla="*/ 2904 w 3283"/>
                <a:gd name="T101" fmla="*/ 389 h 2263"/>
                <a:gd name="T102" fmla="*/ 2884 w 3283"/>
                <a:gd name="T103" fmla="*/ 352 h 2263"/>
                <a:gd name="T104" fmla="*/ 2847 w 3283"/>
                <a:gd name="T105" fmla="*/ 331 h 2263"/>
                <a:gd name="T106" fmla="*/ 456 w 3283"/>
                <a:gd name="T107" fmla="*/ 328 h 2263"/>
                <a:gd name="T108" fmla="*/ 3283 w 3283"/>
                <a:gd name="T109" fmla="*/ 0 h 2263"/>
                <a:gd name="T110" fmla="*/ 0 w 3283"/>
                <a:gd name="T111" fmla="*/ 2263 h 2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83" h="2263">
                  <a:moveTo>
                    <a:pt x="456" y="1770"/>
                  </a:moveTo>
                  <a:lnTo>
                    <a:pt x="435" y="1773"/>
                  </a:lnTo>
                  <a:lnTo>
                    <a:pt x="414" y="1781"/>
                  </a:lnTo>
                  <a:lnTo>
                    <a:pt x="398" y="1795"/>
                  </a:lnTo>
                  <a:lnTo>
                    <a:pt x="385" y="1811"/>
                  </a:lnTo>
                  <a:lnTo>
                    <a:pt x="376" y="1831"/>
                  </a:lnTo>
                  <a:lnTo>
                    <a:pt x="373" y="1853"/>
                  </a:lnTo>
                  <a:lnTo>
                    <a:pt x="376" y="1875"/>
                  </a:lnTo>
                  <a:lnTo>
                    <a:pt x="385" y="1894"/>
                  </a:lnTo>
                  <a:lnTo>
                    <a:pt x="398" y="1912"/>
                  </a:lnTo>
                  <a:lnTo>
                    <a:pt x="414" y="1924"/>
                  </a:lnTo>
                  <a:lnTo>
                    <a:pt x="435" y="1932"/>
                  </a:lnTo>
                  <a:lnTo>
                    <a:pt x="456" y="1935"/>
                  </a:lnTo>
                  <a:lnTo>
                    <a:pt x="2824" y="1935"/>
                  </a:lnTo>
                  <a:lnTo>
                    <a:pt x="2845" y="1932"/>
                  </a:lnTo>
                  <a:lnTo>
                    <a:pt x="2864" y="1924"/>
                  </a:lnTo>
                  <a:lnTo>
                    <a:pt x="2882" y="1912"/>
                  </a:lnTo>
                  <a:lnTo>
                    <a:pt x="2895" y="1894"/>
                  </a:lnTo>
                  <a:lnTo>
                    <a:pt x="2903" y="1875"/>
                  </a:lnTo>
                  <a:lnTo>
                    <a:pt x="2907" y="1853"/>
                  </a:lnTo>
                  <a:lnTo>
                    <a:pt x="2904" y="1831"/>
                  </a:lnTo>
                  <a:lnTo>
                    <a:pt x="2896" y="1811"/>
                  </a:lnTo>
                  <a:lnTo>
                    <a:pt x="2884" y="1795"/>
                  </a:lnTo>
                  <a:lnTo>
                    <a:pt x="2866" y="1781"/>
                  </a:lnTo>
                  <a:lnTo>
                    <a:pt x="2847" y="1773"/>
                  </a:lnTo>
                  <a:lnTo>
                    <a:pt x="2826" y="1770"/>
                  </a:lnTo>
                  <a:lnTo>
                    <a:pt x="456" y="1770"/>
                  </a:lnTo>
                  <a:close/>
                  <a:moveTo>
                    <a:pt x="456" y="1287"/>
                  </a:moveTo>
                  <a:lnTo>
                    <a:pt x="435" y="1291"/>
                  </a:lnTo>
                  <a:lnTo>
                    <a:pt x="414" y="1299"/>
                  </a:lnTo>
                  <a:lnTo>
                    <a:pt x="398" y="1312"/>
                  </a:lnTo>
                  <a:lnTo>
                    <a:pt x="385" y="1329"/>
                  </a:lnTo>
                  <a:lnTo>
                    <a:pt x="376" y="1349"/>
                  </a:lnTo>
                  <a:lnTo>
                    <a:pt x="373" y="1371"/>
                  </a:lnTo>
                  <a:lnTo>
                    <a:pt x="376" y="1392"/>
                  </a:lnTo>
                  <a:lnTo>
                    <a:pt x="385" y="1413"/>
                  </a:lnTo>
                  <a:lnTo>
                    <a:pt x="398" y="1429"/>
                  </a:lnTo>
                  <a:lnTo>
                    <a:pt x="414" y="1442"/>
                  </a:lnTo>
                  <a:lnTo>
                    <a:pt x="435" y="1451"/>
                  </a:lnTo>
                  <a:lnTo>
                    <a:pt x="456" y="1454"/>
                  </a:lnTo>
                  <a:lnTo>
                    <a:pt x="2824" y="1454"/>
                  </a:lnTo>
                  <a:lnTo>
                    <a:pt x="2845" y="1451"/>
                  </a:lnTo>
                  <a:lnTo>
                    <a:pt x="2864" y="1441"/>
                  </a:lnTo>
                  <a:lnTo>
                    <a:pt x="2882" y="1429"/>
                  </a:lnTo>
                  <a:lnTo>
                    <a:pt x="2895" y="1412"/>
                  </a:lnTo>
                  <a:lnTo>
                    <a:pt x="2903" y="1392"/>
                  </a:lnTo>
                  <a:lnTo>
                    <a:pt x="2907" y="1371"/>
                  </a:lnTo>
                  <a:lnTo>
                    <a:pt x="2904" y="1349"/>
                  </a:lnTo>
                  <a:lnTo>
                    <a:pt x="2896" y="1329"/>
                  </a:lnTo>
                  <a:lnTo>
                    <a:pt x="2884" y="1312"/>
                  </a:lnTo>
                  <a:lnTo>
                    <a:pt x="2866" y="1299"/>
                  </a:lnTo>
                  <a:lnTo>
                    <a:pt x="2847" y="1291"/>
                  </a:lnTo>
                  <a:lnTo>
                    <a:pt x="2826" y="1287"/>
                  </a:lnTo>
                  <a:lnTo>
                    <a:pt x="456" y="1287"/>
                  </a:lnTo>
                  <a:close/>
                  <a:moveTo>
                    <a:pt x="456" y="808"/>
                  </a:moveTo>
                  <a:lnTo>
                    <a:pt x="435" y="811"/>
                  </a:lnTo>
                  <a:lnTo>
                    <a:pt x="414" y="819"/>
                  </a:lnTo>
                  <a:lnTo>
                    <a:pt x="398" y="833"/>
                  </a:lnTo>
                  <a:lnTo>
                    <a:pt x="385" y="849"/>
                  </a:lnTo>
                  <a:lnTo>
                    <a:pt x="376" y="869"/>
                  </a:lnTo>
                  <a:lnTo>
                    <a:pt x="373" y="890"/>
                  </a:lnTo>
                  <a:lnTo>
                    <a:pt x="376" y="913"/>
                  </a:lnTo>
                  <a:lnTo>
                    <a:pt x="385" y="932"/>
                  </a:lnTo>
                  <a:lnTo>
                    <a:pt x="398" y="949"/>
                  </a:lnTo>
                  <a:lnTo>
                    <a:pt x="414" y="962"/>
                  </a:lnTo>
                  <a:lnTo>
                    <a:pt x="435" y="970"/>
                  </a:lnTo>
                  <a:lnTo>
                    <a:pt x="456" y="973"/>
                  </a:lnTo>
                  <a:lnTo>
                    <a:pt x="2824" y="973"/>
                  </a:lnTo>
                  <a:lnTo>
                    <a:pt x="2845" y="970"/>
                  </a:lnTo>
                  <a:lnTo>
                    <a:pt x="2864" y="962"/>
                  </a:lnTo>
                  <a:lnTo>
                    <a:pt x="2882" y="949"/>
                  </a:lnTo>
                  <a:lnTo>
                    <a:pt x="2895" y="932"/>
                  </a:lnTo>
                  <a:lnTo>
                    <a:pt x="2903" y="913"/>
                  </a:lnTo>
                  <a:lnTo>
                    <a:pt x="2907" y="890"/>
                  </a:lnTo>
                  <a:lnTo>
                    <a:pt x="2904" y="869"/>
                  </a:lnTo>
                  <a:lnTo>
                    <a:pt x="2896" y="849"/>
                  </a:lnTo>
                  <a:lnTo>
                    <a:pt x="2884" y="833"/>
                  </a:lnTo>
                  <a:lnTo>
                    <a:pt x="2866" y="819"/>
                  </a:lnTo>
                  <a:lnTo>
                    <a:pt x="2847" y="811"/>
                  </a:lnTo>
                  <a:lnTo>
                    <a:pt x="2826" y="808"/>
                  </a:lnTo>
                  <a:lnTo>
                    <a:pt x="456" y="808"/>
                  </a:lnTo>
                  <a:close/>
                  <a:moveTo>
                    <a:pt x="456" y="328"/>
                  </a:moveTo>
                  <a:lnTo>
                    <a:pt x="435" y="331"/>
                  </a:lnTo>
                  <a:lnTo>
                    <a:pt x="414" y="339"/>
                  </a:lnTo>
                  <a:lnTo>
                    <a:pt x="398" y="352"/>
                  </a:lnTo>
                  <a:lnTo>
                    <a:pt x="385" y="369"/>
                  </a:lnTo>
                  <a:lnTo>
                    <a:pt x="376" y="389"/>
                  </a:lnTo>
                  <a:lnTo>
                    <a:pt x="373" y="411"/>
                  </a:lnTo>
                  <a:lnTo>
                    <a:pt x="376" y="432"/>
                  </a:lnTo>
                  <a:lnTo>
                    <a:pt x="385" y="453"/>
                  </a:lnTo>
                  <a:lnTo>
                    <a:pt x="398" y="469"/>
                  </a:lnTo>
                  <a:lnTo>
                    <a:pt x="414" y="482"/>
                  </a:lnTo>
                  <a:lnTo>
                    <a:pt x="435" y="491"/>
                  </a:lnTo>
                  <a:lnTo>
                    <a:pt x="456" y="494"/>
                  </a:lnTo>
                  <a:lnTo>
                    <a:pt x="2824" y="494"/>
                  </a:lnTo>
                  <a:lnTo>
                    <a:pt x="2845" y="491"/>
                  </a:lnTo>
                  <a:lnTo>
                    <a:pt x="2864" y="482"/>
                  </a:lnTo>
                  <a:lnTo>
                    <a:pt x="2882" y="469"/>
                  </a:lnTo>
                  <a:lnTo>
                    <a:pt x="2895" y="453"/>
                  </a:lnTo>
                  <a:lnTo>
                    <a:pt x="2903" y="432"/>
                  </a:lnTo>
                  <a:lnTo>
                    <a:pt x="2907" y="411"/>
                  </a:lnTo>
                  <a:lnTo>
                    <a:pt x="2904" y="389"/>
                  </a:lnTo>
                  <a:lnTo>
                    <a:pt x="2896" y="369"/>
                  </a:lnTo>
                  <a:lnTo>
                    <a:pt x="2884" y="352"/>
                  </a:lnTo>
                  <a:lnTo>
                    <a:pt x="2866" y="339"/>
                  </a:lnTo>
                  <a:lnTo>
                    <a:pt x="2847" y="331"/>
                  </a:lnTo>
                  <a:lnTo>
                    <a:pt x="2826" y="328"/>
                  </a:lnTo>
                  <a:lnTo>
                    <a:pt x="456" y="328"/>
                  </a:lnTo>
                  <a:close/>
                  <a:moveTo>
                    <a:pt x="0" y="0"/>
                  </a:moveTo>
                  <a:lnTo>
                    <a:pt x="3283" y="0"/>
                  </a:lnTo>
                  <a:lnTo>
                    <a:pt x="3283" y="2263"/>
                  </a:lnTo>
                  <a:lnTo>
                    <a:pt x="0" y="226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9221A4-7711-4B00-8466-185438B6F1F6}"/>
              </a:ext>
            </a:extLst>
          </p:cNvPr>
          <p:cNvGrpSpPr/>
          <p:nvPr/>
        </p:nvGrpSpPr>
        <p:grpSpPr>
          <a:xfrm>
            <a:off x="4222025" y="681510"/>
            <a:ext cx="310355" cy="309068"/>
            <a:chOff x="3490913" y="400050"/>
            <a:chExt cx="382587" cy="38100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085690A1-3BBE-4925-8E32-5F0461FD7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588" y="438150"/>
              <a:ext cx="115887" cy="146050"/>
            </a:xfrm>
            <a:custGeom>
              <a:avLst/>
              <a:gdLst>
                <a:gd name="T0" fmla="*/ 334 w 1016"/>
                <a:gd name="T1" fmla="*/ 0 h 1284"/>
                <a:gd name="T2" fmla="*/ 352 w 1016"/>
                <a:gd name="T3" fmla="*/ 3 h 1284"/>
                <a:gd name="T4" fmla="*/ 367 w 1016"/>
                <a:gd name="T5" fmla="*/ 9 h 1284"/>
                <a:gd name="T6" fmla="*/ 383 w 1016"/>
                <a:gd name="T7" fmla="*/ 20 h 1284"/>
                <a:gd name="T8" fmla="*/ 394 w 1016"/>
                <a:gd name="T9" fmla="*/ 34 h 1284"/>
                <a:gd name="T10" fmla="*/ 400 w 1016"/>
                <a:gd name="T11" fmla="*/ 51 h 1284"/>
                <a:gd name="T12" fmla="*/ 402 w 1016"/>
                <a:gd name="T13" fmla="*/ 69 h 1284"/>
                <a:gd name="T14" fmla="*/ 400 w 1016"/>
                <a:gd name="T15" fmla="*/ 86 h 1284"/>
                <a:gd name="T16" fmla="*/ 393 w 1016"/>
                <a:gd name="T17" fmla="*/ 104 h 1284"/>
                <a:gd name="T18" fmla="*/ 381 w 1016"/>
                <a:gd name="T19" fmla="*/ 118 h 1284"/>
                <a:gd name="T20" fmla="*/ 231 w 1016"/>
                <a:gd name="T21" fmla="*/ 269 h 1284"/>
                <a:gd name="T22" fmla="*/ 948 w 1016"/>
                <a:gd name="T23" fmla="*/ 269 h 1284"/>
                <a:gd name="T24" fmla="*/ 966 w 1016"/>
                <a:gd name="T25" fmla="*/ 271 h 1284"/>
                <a:gd name="T26" fmla="*/ 982 w 1016"/>
                <a:gd name="T27" fmla="*/ 279 h 1284"/>
                <a:gd name="T28" fmla="*/ 996 w 1016"/>
                <a:gd name="T29" fmla="*/ 289 h 1284"/>
                <a:gd name="T30" fmla="*/ 1006 w 1016"/>
                <a:gd name="T31" fmla="*/ 302 h 1284"/>
                <a:gd name="T32" fmla="*/ 1013 w 1016"/>
                <a:gd name="T33" fmla="*/ 317 h 1284"/>
                <a:gd name="T34" fmla="*/ 1016 w 1016"/>
                <a:gd name="T35" fmla="*/ 336 h 1284"/>
                <a:gd name="T36" fmla="*/ 1016 w 1016"/>
                <a:gd name="T37" fmla="*/ 1217 h 1284"/>
                <a:gd name="T38" fmla="*/ 1013 w 1016"/>
                <a:gd name="T39" fmla="*/ 1235 h 1284"/>
                <a:gd name="T40" fmla="*/ 1007 w 1016"/>
                <a:gd name="T41" fmla="*/ 1250 h 1284"/>
                <a:gd name="T42" fmla="*/ 997 w 1016"/>
                <a:gd name="T43" fmla="*/ 1263 h 1284"/>
                <a:gd name="T44" fmla="*/ 984 w 1016"/>
                <a:gd name="T45" fmla="*/ 1273 h 1284"/>
                <a:gd name="T46" fmla="*/ 969 w 1016"/>
                <a:gd name="T47" fmla="*/ 1281 h 1284"/>
                <a:gd name="T48" fmla="*/ 952 w 1016"/>
                <a:gd name="T49" fmla="*/ 1284 h 1284"/>
                <a:gd name="T50" fmla="*/ 932 w 1016"/>
                <a:gd name="T51" fmla="*/ 1281 h 1284"/>
                <a:gd name="T52" fmla="*/ 916 w 1016"/>
                <a:gd name="T53" fmla="*/ 1274 h 1284"/>
                <a:gd name="T54" fmla="*/ 902 w 1016"/>
                <a:gd name="T55" fmla="*/ 1263 h 1284"/>
                <a:gd name="T56" fmla="*/ 891 w 1016"/>
                <a:gd name="T57" fmla="*/ 1249 h 1284"/>
                <a:gd name="T58" fmla="*/ 884 w 1016"/>
                <a:gd name="T59" fmla="*/ 1233 h 1284"/>
                <a:gd name="T60" fmla="*/ 882 w 1016"/>
                <a:gd name="T61" fmla="*/ 1214 h 1284"/>
                <a:gd name="T62" fmla="*/ 882 w 1016"/>
                <a:gd name="T63" fmla="*/ 405 h 1284"/>
                <a:gd name="T64" fmla="*/ 231 w 1016"/>
                <a:gd name="T65" fmla="*/ 405 h 1284"/>
                <a:gd name="T66" fmla="*/ 385 w 1016"/>
                <a:gd name="T67" fmla="*/ 558 h 1284"/>
                <a:gd name="T68" fmla="*/ 395 w 1016"/>
                <a:gd name="T69" fmla="*/ 572 h 1284"/>
                <a:gd name="T70" fmla="*/ 402 w 1016"/>
                <a:gd name="T71" fmla="*/ 588 h 1284"/>
                <a:gd name="T72" fmla="*/ 404 w 1016"/>
                <a:gd name="T73" fmla="*/ 606 h 1284"/>
                <a:gd name="T74" fmla="*/ 402 w 1016"/>
                <a:gd name="T75" fmla="*/ 622 h 1284"/>
                <a:gd name="T76" fmla="*/ 395 w 1016"/>
                <a:gd name="T77" fmla="*/ 638 h 1284"/>
                <a:gd name="T78" fmla="*/ 385 w 1016"/>
                <a:gd name="T79" fmla="*/ 653 h 1284"/>
                <a:gd name="T80" fmla="*/ 370 w 1016"/>
                <a:gd name="T81" fmla="*/ 664 h 1284"/>
                <a:gd name="T82" fmla="*/ 354 w 1016"/>
                <a:gd name="T83" fmla="*/ 670 h 1284"/>
                <a:gd name="T84" fmla="*/ 336 w 1016"/>
                <a:gd name="T85" fmla="*/ 672 h 1284"/>
                <a:gd name="T86" fmla="*/ 320 w 1016"/>
                <a:gd name="T87" fmla="*/ 670 h 1284"/>
                <a:gd name="T88" fmla="*/ 304 w 1016"/>
                <a:gd name="T89" fmla="*/ 664 h 1284"/>
                <a:gd name="T90" fmla="*/ 289 w 1016"/>
                <a:gd name="T91" fmla="*/ 653 h 1284"/>
                <a:gd name="T92" fmla="*/ 20 w 1016"/>
                <a:gd name="T93" fmla="*/ 384 h 1284"/>
                <a:gd name="T94" fmla="*/ 8 w 1016"/>
                <a:gd name="T95" fmla="*/ 370 h 1284"/>
                <a:gd name="T96" fmla="*/ 2 w 1016"/>
                <a:gd name="T97" fmla="*/ 353 h 1284"/>
                <a:gd name="T98" fmla="*/ 0 w 1016"/>
                <a:gd name="T99" fmla="*/ 336 h 1284"/>
                <a:gd name="T100" fmla="*/ 2 w 1016"/>
                <a:gd name="T101" fmla="*/ 319 h 1284"/>
                <a:gd name="T102" fmla="*/ 8 w 1016"/>
                <a:gd name="T103" fmla="*/ 303 h 1284"/>
                <a:gd name="T104" fmla="*/ 20 w 1016"/>
                <a:gd name="T105" fmla="*/ 289 h 1284"/>
                <a:gd name="T106" fmla="*/ 287 w 1016"/>
                <a:gd name="T107" fmla="*/ 21 h 1284"/>
                <a:gd name="T108" fmla="*/ 302 w 1016"/>
                <a:gd name="T109" fmla="*/ 10 h 1284"/>
                <a:gd name="T110" fmla="*/ 318 w 1016"/>
                <a:gd name="T111" fmla="*/ 4 h 1284"/>
                <a:gd name="T112" fmla="*/ 334 w 1016"/>
                <a:gd name="T113" fmla="*/ 0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16" h="1284">
                  <a:moveTo>
                    <a:pt x="334" y="0"/>
                  </a:moveTo>
                  <a:lnTo>
                    <a:pt x="352" y="3"/>
                  </a:lnTo>
                  <a:lnTo>
                    <a:pt x="367" y="9"/>
                  </a:lnTo>
                  <a:lnTo>
                    <a:pt x="383" y="20"/>
                  </a:lnTo>
                  <a:lnTo>
                    <a:pt x="394" y="34"/>
                  </a:lnTo>
                  <a:lnTo>
                    <a:pt x="400" y="51"/>
                  </a:lnTo>
                  <a:lnTo>
                    <a:pt x="402" y="69"/>
                  </a:lnTo>
                  <a:lnTo>
                    <a:pt x="400" y="86"/>
                  </a:lnTo>
                  <a:lnTo>
                    <a:pt x="393" y="104"/>
                  </a:lnTo>
                  <a:lnTo>
                    <a:pt x="381" y="118"/>
                  </a:lnTo>
                  <a:lnTo>
                    <a:pt x="231" y="269"/>
                  </a:lnTo>
                  <a:lnTo>
                    <a:pt x="948" y="269"/>
                  </a:lnTo>
                  <a:lnTo>
                    <a:pt x="966" y="271"/>
                  </a:lnTo>
                  <a:lnTo>
                    <a:pt x="982" y="279"/>
                  </a:lnTo>
                  <a:lnTo>
                    <a:pt x="996" y="289"/>
                  </a:lnTo>
                  <a:lnTo>
                    <a:pt x="1006" y="302"/>
                  </a:lnTo>
                  <a:lnTo>
                    <a:pt x="1013" y="317"/>
                  </a:lnTo>
                  <a:lnTo>
                    <a:pt x="1016" y="336"/>
                  </a:lnTo>
                  <a:lnTo>
                    <a:pt x="1016" y="1217"/>
                  </a:lnTo>
                  <a:lnTo>
                    <a:pt x="1013" y="1235"/>
                  </a:lnTo>
                  <a:lnTo>
                    <a:pt x="1007" y="1250"/>
                  </a:lnTo>
                  <a:lnTo>
                    <a:pt x="997" y="1263"/>
                  </a:lnTo>
                  <a:lnTo>
                    <a:pt x="984" y="1273"/>
                  </a:lnTo>
                  <a:lnTo>
                    <a:pt x="969" y="1281"/>
                  </a:lnTo>
                  <a:lnTo>
                    <a:pt x="952" y="1284"/>
                  </a:lnTo>
                  <a:lnTo>
                    <a:pt x="932" y="1281"/>
                  </a:lnTo>
                  <a:lnTo>
                    <a:pt x="916" y="1274"/>
                  </a:lnTo>
                  <a:lnTo>
                    <a:pt x="902" y="1263"/>
                  </a:lnTo>
                  <a:lnTo>
                    <a:pt x="891" y="1249"/>
                  </a:lnTo>
                  <a:lnTo>
                    <a:pt x="884" y="1233"/>
                  </a:lnTo>
                  <a:lnTo>
                    <a:pt x="882" y="1214"/>
                  </a:lnTo>
                  <a:lnTo>
                    <a:pt x="882" y="405"/>
                  </a:lnTo>
                  <a:lnTo>
                    <a:pt x="231" y="405"/>
                  </a:lnTo>
                  <a:lnTo>
                    <a:pt x="385" y="558"/>
                  </a:lnTo>
                  <a:lnTo>
                    <a:pt x="395" y="572"/>
                  </a:lnTo>
                  <a:lnTo>
                    <a:pt x="402" y="588"/>
                  </a:lnTo>
                  <a:lnTo>
                    <a:pt x="404" y="606"/>
                  </a:lnTo>
                  <a:lnTo>
                    <a:pt x="402" y="622"/>
                  </a:lnTo>
                  <a:lnTo>
                    <a:pt x="395" y="638"/>
                  </a:lnTo>
                  <a:lnTo>
                    <a:pt x="385" y="653"/>
                  </a:lnTo>
                  <a:lnTo>
                    <a:pt x="370" y="664"/>
                  </a:lnTo>
                  <a:lnTo>
                    <a:pt x="354" y="670"/>
                  </a:lnTo>
                  <a:lnTo>
                    <a:pt x="336" y="672"/>
                  </a:lnTo>
                  <a:lnTo>
                    <a:pt x="320" y="670"/>
                  </a:lnTo>
                  <a:lnTo>
                    <a:pt x="304" y="664"/>
                  </a:lnTo>
                  <a:lnTo>
                    <a:pt x="289" y="653"/>
                  </a:lnTo>
                  <a:lnTo>
                    <a:pt x="20" y="384"/>
                  </a:lnTo>
                  <a:lnTo>
                    <a:pt x="8" y="370"/>
                  </a:lnTo>
                  <a:lnTo>
                    <a:pt x="2" y="353"/>
                  </a:lnTo>
                  <a:lnTo>
                    <a:pt x="0" y="336"/>
                  </a:lnTo>
                  <a:lnTo>
                    <a:pt x="2" y="319"/>
                  </a:lnTo>
                  <a:lnTo>
                    <a:pt x="8" y="303"/>
                  </a:lnTo>
                  <a:lnTo>
                    <a:pt x="20" y="289"/>
                  </a:lnTo>
                  <a:lnTo>
                    <a:pt x="287" y="21"/>
                  </a:lnTo>
                  <a:lnTo>
                    <a:pt x="302" y="10"/>
                  </a:lnTo>
                  <a:lnTo>
                    <a:pt x="318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" name="Freeform 48">
              <a:extLst>
                <a:ext uri="{FF2B5EF4-FFF2-40B4-BE49-F238E27FC236}">
                  <a16:creationId xmlns:a16="http://schemas.microsoft.com/office/drawing/2014/main" id="{FB547BB6-99A3-4237-B86E-8D30B49C9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763" y="593725"/>
              <a:ext cx="114300" cy="144463"/>
            </a:xfrm>
            <a:custGeom>
              <a:avLst/>
              <a:gdLst>
                <a:gd name="T0" fmla="*/ 66 w 1002"/>
                <a:gd name="T1" fmla="*/ 0 h 1285"/>
                <a:gd name="T2" fmla="*/ 84 w 1002"/>
                <a:gd name="T3" fmla="*/ 3 h 1285"/>
                <a:gd name="T4" fmla="*/ 101 w 1002"/>
                <a:gd name="T5" fmla="*/ 10 h 1285"/>
                <a:gd name="T6" fmla="*/ 115 w 1002"/>
                <a:gd name="T7" fmla="*/ 21 h 1285"/>
                <a:gd name="T8" fmla="*/ 125 w 1002"/>
                <a:gd name="T9" fmla="*/ 35 h 1285"/>
                <a:gd name="T10" fmla="*/ 132 w 1002"/>
                <a:gd name="T11" fmla="*/ 51 h 1285"/>
                <a:gd name="T12" fmla="*/ 134 w 1002"/>
                <a:gd name="T13" fmla="*/ 70 h 1285"/>
                <a:gd name="T14" fmla="*/ 134 w 1002"/>
                <a:gd name="T15" fmla="*/ 879 h 1285"/>
                <a:gd name="T16" fmla="*/ 777 w 1002"/>
                <a:gd name="T17" fmla="*/ 879 h 1285"/>
                <a:gd name="T18" fmla="*/ 628 w 1002"/>
                <a:gd name="T19" fmla="*/ 726 h 1285"/>
                <a:gd name="T20" fmla="*/ 617 w 1002"/>
                <a:gd name="T21" fmla="*/ 712 h 1285"/>
                <a:gd name="T22" fmla="*/ 611 w 1002"/>
                <a:gd name="T23" fmla="*/ 696 h 1285"/>
                <a:gd name="T24" fmla="*/ 609 w 1002"/>
                <a:gd name="T25" fmla="*/ 678 h 1285"/>
                <a:gd name="T26" fmla="*/ 612 w 1002"/>
                <a:gd name="T27" fmla="*/ 661 h 1285"/>
                <a:gd name="T28" fmla="*/ 618 w 1002"/>
                <a:gd name="T29" fmla="*/ 645 h 1285"/>
                <a:gd name="T30" fmla="*/ 630 w 1002"/>
                <a:gd name="T31" fmla="*/ 630 h 1285"/>
                <a:gd name="T32" fmla="*/ 645 w 1002"/>
                <a:gd name="T33" fmla="*/ 621 h 1285"/>
                <a:gd name="T34" fmla="*/ 661 w 1002"/>
                <a:gd name="T35" fmla="*/ 615 h 1285"/>
                <a:gd name="T36" fmla="*/ 678 w 1002"/>
                <a:gd name="T37" fmla="*/ 613 h 1285"/>
                <a:gd name="T38" fmla="*/ 695 w 1002"/>
                <a:gd name="T39" fmla="*/ 615 h 1285"/>
                <a:gd name="T40" fmla="*/ 712 w 1002"/>
                <a:gd name="T41" fmla="*/ 622 h 1285"/>
                <a:gd name="T42" fmla="*/ 726 w 1002"/>
                <a:gd name="T43" fmla="*/ 633 h 1285"/>
                <a:gd name="T44" fmla="*/ 983 w 1002"/>
                <a:gd name="T45" fmla="*/ 898 h 1285"/>
                <a:gd name="T46" fmla="*/ 994 w 1002"/>
                <a:gd name="T47" fmla="*/ 911 h 1285"/>
                <a:gd name="T48" fmla="*/ 1000 w 1002"/>
                <a:gd name="T49" fmla="*/ 928 h 1285"/>
                <a:gd name="T50" fmla="*/ 1002 w 1002"/>
                <a:gd name="T51" fmla="*/ 944 h 1285"/>
                <a:gd name="T52" fmla="*/ 1000 w 1002"/>
                <a:gd name="T53" fmla="*/ 960 h 1285"/>
                <a:gd name="T54" fmla="*/ 993 w 1002"/>
                <a:gd name="T55" fmla="*/ 977 h 1285"/>
                <a:gd name="T56" fmla="*/ 982 w 1002"/>
                <a:gd name="T57" fmla="*/ 991 h 1285"/>
                <a:gd name="T58" fmla="*/ 726 w 1002"/>
                <a:gd name="T59" fmla="*/ 1264 h 1285"/>
                <a:gd name="T60" fmla="*/ 712 w 1002"/>
                <a:gd name="T61" fmla="*/ 1275 h 1285"/>
                <a:gd name="T62" fmla="*/ 695 w 1002"/>
                <a:gd name="T63" fmla="*/ 1282 h 1285"/>
                <a:gd name="T64" fmla="*/ 679 w 1002"/>
                <a:gd name="T65" fmla="*/ 1285 h 1285"/>
                <a:gd name="T66" fmla="*/ 661 w 1002"/>
                <a:gd name="T67" fmla="*/ 1282 h 1285"/>
                <a:gd name="T68" fmla="*/ 645 w 1002"/>
                <a:gd name="T69" fmla="*/ 1276 h 1285"/>
                <a:gd name="T70" fmla="*/ 630 w 1002"/>
                <a:gd name="T71" fmla="*/ 1266 h 1285"/>
                <a:gd name="T72" fmla="*/ 619 w 1002"/>
                <a:gd name="T73" fmla="*/ 1252 h 1285"/>
                <a:gd name="T74" fmla="*/ 612 w 1002"/>
                <a:gd name="T75" fmla="*/ 1236 h 1285"/>
                <a:gd name="T76" fmla="*/ 610 w 1002"/>
                <a:gd name="T77" fmla="*/ 1219 h 1285"/>
                <a:gd name="T78" fmla="*/ 612 w 1002"/>
                <a:gd name="T79" fmla="*/ 1203 h 1285"/>
                <a:gd name="T80" fmla="*/ 617 w 1002"/>
                <a:gd name="T81" fmla="*/ 1186 h 1285"/>
                <a:gd name="T82" fmla="*/ 628 w 1002"/>
                <a:gd name="T83" fmla="*/ 1172 h 1285"/>
                <a:gd name="T84" fmla="*/ 774 w 1002"/>
                <a:gd name="T85" fmla="*/ 1015 h 1285"/>
                <a:gd name="T86" fmla="*/ 68 w 1002"/>
                <a:gd name="T87" fmla="*/ 1015 h 1285"/>
                <a:gd name="T88" fmla="*/ 49 w 1002"/>
                <a:gd name="T89" fmla="*/ 1013 h 1285"/>
                <a:gd name="T90" fmla="*/ 34 w 1002"/>
                <a:gd name="T91" fmla="*/ 1006 h 1285"/>
                <a:gd name="T92" fmla="*/ 21 w 1002"/>
                <a:gd name="T93" fmla="*/ 995 h 1285"/>
                <a:gd name="T94" fmla="*/ 9 w 1002"/>
                <a:gd name="T95" fmla="*/ 982 h 1285"/>
                <a:gd name="T96" fmla="*/ 3 w 1002"/>
                <a:gd name="T97" fmla="*/ 967 h 1285"/>
                <a:gd name="T98" fmla="*/ 0 w 1002"/>
                <a:gd name="T99" fmla="*/ 948 h 1285"/>
                <a:gd name="T100" fmla="*/ 0 w 1002"/>
                <a:gd name="T101" fmla="*/ 67 h 1285"/>
                <a:gd name="T102" fmla="*/ 3 w 1002"/>
                <a:gd name="T103" fmla="*/ 49 h 1285"/>
                <a:gd name="T104" fmla="*/ 9 w 1002"/>
                <a:gd name="T105" fmla="*/ 34 h 1285"/>
                <a:gd name="T106" fmla="*/ 20 w 1002"/>
                <a:gd name="T107" fmla="*/ 21 h 1285"/>
                <a:gd name="T108" fmla="*/ 32 w 1002"/>
                <a:gd name="T109" fmla="*/ 11 h 1285"/>
                <a:gd name="T110" fmla="*/ 48 w 1002"/>
                <a:gd name="T111" fmla="*/ 3 h 1285"/>
                <a:gd name="T112" fmla="*/ 66 w 1002"/>
                <a:gd name="T113" fmla="*/ 0 h 1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2" h="1285">
                  <a:moveTo>
                    <a:pt x="66" y="0"/>
                  </a:moveTo>
                  <a:lnTo>
                    <a:pt x="84" y="3"/>
                  </a:lnTo>
                  <a:lnTo>
                    <a:pt x="101" y="10"/>
                  </a:lnTo>
                  <a:lnTo>
                    <a:pt x="115" y="21"/>
                  </a:lnTo>
                  <a:lnTo>
                    <a:pt x="125" y="35"/>
                  </a:lnTo>
                  <a:lnTo>
                    <a:pt x="132" y="51"/>
                  </a:lnTo>
                  <a:lnTo>
                    <a:pt x="134" y="70"/>
                  </a:lnTo>
                  <a:lnTo>
                    <a:pt x="134" y="879"/>
                  </a:lnTo>
                  <a:lnTo>
                    <a:pt x="777" y="879"/>
                  </a:lnTo>
                  <a:lnTo>
                    <a:pt x="628" y="726"/>
                  </a:lnTo>
                  <a:lnTo>
                    <a:pt x="617" y="712"/>
                  </a:lnTo>
                  <a:lnTo>
                    <a:pt x="611" y="696"/>
                  </a:lnTo>
                  <a:lnTo>
                    <a:pt x="609" y="678"/>
                  </a:lnTo>
                  <a:lnTo>
                    <a:pt x="612" y="661"/>
                  </a:lnTo>
                  <a:lnTo>
                    <a:pt x="618" y="645"/>
                  </a:lnTo>
                  <a:lnTo>
                    <a:pt x="630" y="630"/>
                  </a:lnTo>
                  <a:lnTo>
                    <a:pt x="645" y="621"/>
                  </a:lnTo>
                  <a:lnTo>
                    <a:pt x="661" y="615"/>
                  </a:lnTo>
                  <a:lnTo>
                    <a:pt x="678" y="613"/>
                  </a:lnTo>
                  <a:lnTo>
                    <a:pt x="695" y="615"/>
                  </a:lnTo>
                  <a:lnTo>
                    <a:pt x="712" y="622"/>
                  </a:lnTo>
                  <a:lnTo>
                    <a:pt x="726" y="633"/>
                  </a:lnTo>
                  <a:lnTo>
                    <a:pt x="983" y="898"/>
                  </a:lnTo>
                  <a:lnTo>
                    <a:pt x="994" y="911"/>
                  </a:lnTo>
                  <a:lnTo>
                    <a:pt x="1000" y="928"/>
                  </a:lnTo>
                  <a:lnTo>
                    <a:pt x="1002" y="944"/>
                  </a:lnTo>
                  <a:lnTo>
                    <a:pt x="1000" y="960"/>
                  </a:lnTo>
                  <a:lnTo>
                    <a:pt x="993" y="977"/>
                  </a:lnTo>
                  <a:lnTo>
                    <a:pt x="982" y="991"/>
                  </a:lnTo>
                  <a:lnTo>
                    <a:pt x="726" y="1264"/>
                  </a:lnTo>
                  <a:lnTo>
                    <a:pt x="712" y="1275"/>
                  </a:lnTo>
                  <a:lnTo>
                    <a:pt x="695" y="1282"/>
                  </a:lnTo>
                  <a:lnTo>
                    <a:pt x="679" y="1285"/>
                  </a:lnTo>
                  <a:lnTo>
                    <a:pt x="661" y="1282"/>
                  </a:lnTo>
                  <a:lnTo>
                    <a:pt x="645" y="1276"/>
                  </a:lnTo>
                  <a:lnTo>
                    <a:pt x="630" y="1266"/>
                  </a:lnTo>
                  <a:lnTo>
                    <a:pt x="619" y="1252"/>
                  </a:lnTo>
                  <a:lnTo>
                    <a:pt x="612" y="1236"/>
                  </a:lnTo>
                  <a:lnTo>
                    <a:pt x="610" y="1219"/>
                  </a:lnTo>
                  <a:lnTo>
                    <a:pt x="612" y="1203"/>
                  </a:lnTo>
                  <a:lnTo>
                    <a:pt x="617" y="1186"/>
                  </a:lnTo>
                  <a:lnTo>
                    <a:pt x="628" y="1172"/>
                  </a:lnTo>
                  <a:lnTo>
                    <a:pt x="774" y="1015"/>
                  </a:lnTo>
                  <a:lnTo>
                    <a:pt x="68" y="1015"/>
                  </a:lnTo>
                  <a:lnTo>
                    <a:pt x="49" y="1013"/>
                  </a:lnTo>
                  <a:lnTo>
                    <a:pt x="34" y="1006"/>
                  </a:lnTo>
                  <a:lnTo>
                    <a:pt x="21" y="995"/>
                  </a:lnTo>
                  <a:lnTo>
                    <a:pt x="9" y="982"/>
                  </a:lnTo>
                  <a:lnTo>
                    <a:pt x="3" y="967"/>
                  </a:lnTo>
                  <a:lnTo>
                    <a:pt x="0" y="948"/>
                  </a:lnTo>
                  <a:lnTo>
                    <a:pt x="0" y="67"/>
                  </a:lnTo>
                  <a:lnTo>
                    <a:pt x="3" y="49"/>
                  </a:lnTo>
                  <a:lnTo>
                    <a:pt x="9" y="34"/>
                  </a:lnTo>
                  <a:lnTo>
                    <a:pt x="20" y="21"/>
                  </a:lnTo>
                  <a:lnTo>
                    <a:pt x="32" y="11"/>
                  </a:lnTo>
                  <a:lnTo>
                    <a:pt x="48" y="3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" name="Freeform 49">
              <a:extLst>
                <a:ext uri="{FF2B5EF4-FFF2-40B4-BE49-F238E27FC236}">
                  <a16:creationId xmlns:a16="http://schemas.microsoft.com/office/drawing/2014/main" id="{6C75CB7B-DF60-49AF-93AD-66F1B2D3DF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0913" y="400050"/>
              <a:ext cx="161925" cy="161925"/>
            </a:xfrm>
            <a:custGeom>
              <a:avLst/>
              <a:gdLst>
                <a:gd name="T0" fmla="*/ 667 w 1424"/>
                <a:gd name="T1" fmla="*/ 256 h 1421"/>
                <a:gd name="T2" fmla="*/ 649 w 1424"/>
                <a:gd name="T3" fmla="*/ 344 h 1421"/>
                <a:gd name="T4" fmla="*/ 536 w 1424"/>
                <a:gd name="T5" fmla="*/ 421 h 1421"/>
                <a:gd name="T6" fmla="*/ 491 w 1424"/>
                <a:gd name="T7" fmla="*/ 554 h 1421"/>
                <a:gd name="T8" fmla="*/ 534 w 1424"/>
                <a:gd name="T9" fmla="*/ 684 h 1421"/>
                <a:gd name="T10" fmla="*/ 642 w 1424"/>
                <a:gd name="T11" fmla="*/ 763 h 1421"/>
                <a:gd name="T12" fmla="*/ 754 w 1424"/>
                <a:gd name="T13" fmla="*/ 783 h 1421"/>
                <a:gd name="T14" fmla="*/ 804 w 1424"/>
                <a:gd name="T15" fmla="*/ 847 h 1421"/>
                <a:gd name="T16" fmla="*/ 780 w 1424"/>
                <a:gd name="T17" fmla="*/ 932 h 1421"/>
                <a:gd name="T18" fmla="*/ 705 w 1424"/>
                <a:gd name="T19" fmla="*/ 962 h 1421"/>
                <a:gd name="T20" fmla="*/ 644 w 1424"/>
                <a:gd name="T21" fmla="*/ 932 h 1421"/>
                <a:gd name="T22" fmla="*/ 583 w 1424"/>
                <a:gd name="T23" fmla="*/ 914 h 1421"/>
                <a:gd name="T24" fmla="*/ 537 w 1424"/>
                <a:gd name="T25" fmla="*/ 957 h 1421"/>
                <a:gd name="T26" fmla="*/ 552 w 1424"/>
                <a:gd name="T27" fmla="*/ 1018 h 1421"/>
                <a:gd name="T28" fmla="*/ 650 w 1424"/>
                <a:gd name="T29" fmla="*/ 1078 h 1421"/>
                <a:gd name="T30" fmla="*/ 668 w 1424"/>
                <a:gd name="T31" fmla="*/ 1166 h 1421"/>
                <a:gd name="T32" fmla="*/ 729 w 1424"/>
                <a:gd name="T33" fmla="*/ 1182 h 1421"/>
                <a:gd name="T34" fmla="*/ 773 w 1424"/>
                <a:gd name="T35" fmla="*/ 1138 h 1421"/>
                <a:gd name="T36" fmla="*/ 838 w 1424"/>
                <a:gd name="T37" fmla="*/ 1047 h 1421"/>
                <a:gd name="T38" fmla="*/ 921 w 1424"/>
                <a:gd name="T39" fmla="*/ 939 h 1421"/>
                <a:gd name="T40" fmla="*/ 922 w 1424"/>
                <a:gd name="T41" fmla="*/ 798 h 1421"/>
                <a:gd name="T42" fmla="*/ 843 w 1424"/>
                <a:gd name="T43" fmla="*/ 690 h 1421"/>
                <a:gd name="T44" fmla="*/ 713 w 1424"/>
                <a:gd name="T45" fmla="*/ 647 h 1421"/>
                <a:gd name="T46" fmla="*/ 639 w 1424"/>
                <a:gd name="T47" fmla="*/ 612 h 1421"/>
                <a:gd name="T48" fmla="*/ 621 w 1424"/>
                <a:gd name="T49" fmla="*/ 529 h 1421"/>
                <a:gd name="T50" fmla="*/ 683 w 1424"/>
                <a:gd name="T51" fmla="*/ 464 h 1421"/>
                <a:gd name="T52" fmla="*/ 752 w 1424"/>
                <a:gd name="T53" fmla="*/ 468 h 1421"/>
                <a:gd name="T54" fmla="*/ 808 w 1424"/>
                <a:gd name="T55" fmla="*/ 506 h 1421"/>
                <a:gd name="T56" fmla="*/ 869 w 1424"/>
                <a:gd name="T57" fmla="*/ 492 h 1421"/>
                <a:gd name="T58" fmla="*/ 888 w 1424"/>
                <a:gd name="T59" fmla="*/ 431 h 1421"/>
                <a:gd name="T60" fmla="*/ 827 w 1424"/>
                <a:gd name="T61" fmla="*/ 366 h 1421"/>
                <a:gd name="T62" fmla="*/ 772 w 1424"/>
                <a:gd name="T63" fmla="*/ 283 h 1421"/>
                <a:gd name="T64" fmla="*/ 728 w 1424"/>
                <a:gd name="T65" fmla="*/ 239 h 1421"/>
                <a:gd name="T66" fmla="*/ 848 w 1424"/>
                <a:gd name="T67" fmla="*/ 12 h 1421"/>
                <a:gd name="T68" fmla="*/ 1090 w 1424"/>
                <a:gd name="T69" fmla="*/ 108 h 1421"/>
                <a:gd name="T70" fmla="*/ 1279 w 1424"/>
                <a:gd name="T71" fmla="*/ 280 h 1421"/>
                <a:gd name="T72" fmla="*/ 1396 w 1424"/>
                <a:gd name="T73" fmla="*/ 511 h 1421"/>
                <a:gd name="T74" fmla="*/ 1421 w 1424"/>
                <a:gd name="T75" fmla="*/ 779 h 1421"/>
                <a:gd name="T76" fmla="*/ 1348 w 1424"/>
                <a:gd name="T77" fmla="*/ 1031 h 1421"/>
                <a:gd name="T78" fmla="*/ 1192 w 1424"/>
                <a:gd name="T79" fmla="*/ 1235 h 1421"/>
                <a:gd name="T80" fmla="*/ 974 w 1424"/>
                <a:gd name="T81" fmla="*/ 1371 h 1421"/>
                <a:gd name="T82" fmla="*/ 713 w 1424"/>
                <a:gd name="T83" fmla="*/ 1421 h 1421"/>
                <a:gd name="T84" fmla="*/ 450 w 1424"/>
                <a:gd name="T85" fmla="*/ 1371 h 1421"/>
                <a:gd name="T86" fmla="*/ 232 w 1424"/>
                <a:gd name="T87" fmla="*/ 1235 h 1421"/>
                <a:gd name="T88" fmla="*/ 77 w 1424"/>
                <a:gd name="T89" fmla="*/ 1032 h 1421"/>
                <a:gd name="T90" fmla="*/ 3 w 1424"/>
                <a:gd name="T91" fmla="*/ 779 h 1421"/>
                <a:gd name="T92" fmla="*/ 29 w 1424"/>
                <a:gd name="T93" fmla="*/ 511 h 1421"/>
                <a:gd name="T94" fmla="*/ 146 w 1424"/>
                <a:gd name="T95" fmla="*/ 280 h 1421"/>
                <a:gd name="T96" fmla="*/ 334 w 1424"/>
                <a:gd name="T97" fmla="*/ 107 h 1421"/>
                <a:gd name="T98" fmla="*/ 577 w 1424"/>
                <a:gd name="T99" fmla="*/ 12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424" h="1421">
                  <a:moveTo>
                    <a:pt x="711" y="237"/>
                  </a:moveTo>
                  <a:lnTo>
                    <a:pt x="695" y="239"/>
                  </a:lnTo>
                  <a:lnTo>
                    <a:pt x="680" y="245"/>
                  </a:lnTo>
                  <a:lnTo>
                    <a:pt x="667" y="256"/>
                  </a:lnTo>
                  <a:lnTo>
                    <a:pt x="657" y="268"/>
                  </a:lnTo>
                  <a:lnTo>
                    <a:pt x="651" y="283"/>
                  </a:lnTo>
                  <a:lnTo>
                    <a:pt x="649" y="300"/>
                  </a:lnTo>
                  <a:lnTo>
                    <a:pt x="649" y="344"/>
                  </a:lnTo>
                  <a:lnTo>
                    <a:pt x="616" y="356"/>
                  </a:lnTo>
                  <a:lnTo>
                    <a:pt x="586" y="373"/>
                  </a:lnTo>
                  <a:lnTo>
                    <a:pt x="559" y="396"/>
                  </a:lnTo>
                  <a:lnTo>
                    <a:pt x="536" y="421"/>
                  </a:lnTo>
                  <a:lnTo>
                    <a:pt x="517" y="451"/>
                  </a:lnTo>
                  <a:lnTo>
                    <a:pt x="503" y="483"/>
                  </a:lnTo>
                  <a:lnTo>
                    <a:pt x="494" y="517"/>
                  </a:lnTo>
                  <a:lnTo>
                    <a:pt x="491" y="554"/>
                  </a:lnTo>
                  <a:lnTo>
                    <a:pt x="494" y="590"/>
                  </a:lnTo>
                  <a:lnTo>
                    <a:pt x="502" y="624"/>
                  </a:lnTo>
                  <a:lnTo>
                    <a:pt x="516" y="654"/>
                  </a:lnTo>
                  <a:lnTo>
                    <a:pt x="534" y="684"/>
                  </a:lnTo>
                  <a:lnTo>
                    <a:pt x="556" y="710"/>
                  </a:lnTo>
                  <a:lnTo>
                    <a:pt x="581" y="731"/>
                  </a:lnTo>
                  <a:lnTo>
                    <a:pt x="611" y="749"/>
                  </a:lnTo>
                  <a:lnTo>
                    <a:pt x="642" y="763"/>
                  </a:lnTo>
                  <a:lnTo>
                    <a:pt x="676" y="771"/>
                  </a:lnTo>
                  <a:lnTo>
                    <a:pt x="711" y="774"/>
                  </a:lnTo>
                  <a:lnTo>
                    <a:pt x="733" y="776"/>
                  </a:lnTo>
                  <a:lnTo>
                    <a:pt x="754" y="783"/>
                  </a:lnTo>
                  <a:lnTo>
                    <a:pt x="771" y="794"/>
                  </a:lnTo>
                  <a:lnTo>
                    <a:pt x="785" y="809"/>
                  </a:lnTo>
                  <a:lnTo>
                    <a:pt x="797" y="826"/>
                  </a:lnTo>
                  <a:lnTo>
                    <a:pt x="804" y="847"/>
                  </a:lnTo>
                  <a:lnTo>
                    <a:pt x="806" y="868"/>
                  </a:lnTo>
                  <a:lnTo>
                    <a:pt x="803" y="892"/>
                  </a:lnTo>
                  <a:lnTo>
                    <a:pt x="793" y="914"/>
                  </a:lnTo>
                  <a:lnTo>
                    <a:pt x="780" y="932"/>
                  </a:lnTo>
                  <a:lnTo>
                    <a:pt x="763" y="947"/>
                  </a:lnTo>
                  <a:lnTo>
                    <a:pt x="741" y="957"/>
                  </a:lnTo>
                  <a:lnTo>
                    <a:pt x="718" y="962"/>
                  </a:lnTo>
                  <a:lnTo>
                    <a:pt x="705" y="962"/>
                  </a:lnTo>
                  <a:lnTo>
                    <a:pt x="688" y="959"/>
                  </a:lnTo>
                  <a:lnTo>
                    <a:pt x="671" y="953"/>
                  </a:lnTo>
                  <a:lnTo>
                    <a:pt x="657" y="945"/>
                  </a:lnTo>
                  <a:lnTo>
                    <a:pt x="644" y="932"/>
                  </a:lnTo>
                  <a:lnTo>
                    <a:pt x="630" y="921"/>
                  </a:lnTo>
                  <a:lnTo>
                    <a:pt x="616" y="915"/>
                  </a:lnTo>
                  <a:lnTo>
                    <a:pt x="600" y="912"/>
                  </a:lnTo>
                  <a:lnTo>
                    <a:pt x="583" y="914"/>
                  </a:lnTo>
                  <a:lnTo>
                    <a:pt x="568" y="920"/>
                  </a:lnTo>
                  <a:lnTo>
                    <a:pt x="555" y="929"/>
                  </a:lnTo>
                  <a:lnTo>
                    <a:pt x="543" y="943"/>
                  </a:lnTo>
                  <a:lnTo>
                    <a:pt x="537" y="957"/>
                  </a:lnTo>
                  <a:lnTo>
                    <a:pt x="534" y="973"/>
                  </a:lnTo>
                  <a:lnTo>
                    <a:pt x="536" y="989"/>
                  </a:lnTo>
                  <a:lnTo>
                    <a:pt x="542" y="1004"/>
                  </a:lnTo>
                  <a:lnTo>
                    <a:pt x="552" y="1018"/>
                  </a:lnTo>
                  <a:lnTo>
                    <a:pt x="573" y="1038"/>
                  </a:lnTo>
                  <a:lnTo>
                    <a:pt x="597" y="1054"/>
                  </a:lnTo>
                  <a:lnTo>
                    <a:pt x="622" y="1068"/>
                  </a:lnTo>
                  <a:lnTo>
                    <a:pt x="650" y="1078"/>
                  </a:lnTo>
                  <a:lnTo>
                    <a:pt x="650" y="1122"/>
                  </a:lnTo>
                  <a:lnTo>
                    <a:pt x="652" y="1138"/>
                  </a:lnTo>
                  <a:lnTo>
                    <a:pt x="658" y="1152"/>
                  </a:lnTo>
                  <a:lnTo>
                    <a:pt x="668" y="1166"/>
                  </a:lnTo>
                  <a:lnTo>
                    <a:pt x="681" y="1175"/>
                  </a:lnTo>
                  <a:lnTo>
                    <a:pt x="696" y="1182"/>
                  </a:lnTo>
                  <a:lnTo>
                    <a:pt x="713" y="1184"/>
                  </a:lnTo>
                  <a:lnTo>
                    <a:pt x="729" y="1182"/>
                  </a:lnTo>
                  <a:lnTo>
                    <a:pt x="744" y="1176"/>
                  </a:lnTo>
                  <a:lnTo>
                    <a:pt x="757" y="1166"/>
                  </a:lnTo>
                  <a:lnTo>
                    <a:pt x="767" y="1153"/>
                  </a:lnTo>
                  <a:lnTo>
                    <a:pt x="773" y="1138"/>
                  </a:lnTo>
                  <a:lnTo>
                    <a:pt x="775" y="1122"/>
                  </a:lnTo>
                  <a:lnTo>
                    <a:pt x="775" y="1078"/>
                  </a:lnTo>
                  <a:lnTo>
                    <a:pt x="808" y="1065"/>
                  </a:lnTo>
                  <a:lnTo>
                    <a:pt x="838" y="1047"/>
                  </a:lnTo>
                  <a:lnTo>
                    <a:pt x="865" y="1026"/>
                  </a:lnTo>
                  <a:lnTo>
                    <a:pt x="888" y="1000"/>
                  </a:lnTo>
                  <a:lnTo>
                    <a:pt x="906" y="970"/>
                  </a:lnTo>
                  <a:lnTo>
                    <a:pt x="921" y="939"/>
                  </a:lnTo>
                  <a:lnTo>
                    <a:pt x="930" y="904"/>
                  </a:lnTo>
                  <a:lnTo>
                    <a:pt x="933" y="867"/>
                  </a:lnTo>
                  <a:lnTo>
                    <a:pt x="930" y="831"/>
                  </a:lnTo>
                  <a:lnTo>
                    <a:pt x="922" y="798"/>
                  </a:lnTo>
                  <a:lnTo>
                    <a:pt x="908" y="767"/>
                  </a:lnTo>
                  <a:lnTo>
                    <a:pt x="890" y="737"/>
                  </a:lnTo>
                  <a:lnTo>
                    <a:pt x="868" y="712"/>
                  </a:lnTo>
                  <a:lnTo>
                    <a:pt x="843" y="690"/>
                  </a:lnTo>
                  <a:lnTo>
                    <a:pt x="813" y="672"/>
                  </a:lnTo>
                  <a:lnTo>
                    <a:pt x="782" y="658"/>
                  </a:lnTo>
                  <a:lnTo>
                    <a:pt x="748" y="650"/>
                  </a:lnTo>
                  <a:lnTo>
                    <a:pt x="713" y="647"/>
                  </a:lnTo>
                  <a:lnTo>
                    <a:pt x="691" y="645"/>
                  </a:lnTo>
                  <a:lnTo>
                    <a:pt x="670" y="638"/>
                  </a:lnTo>
                  <a:lnTo>
                    <a:pt x="653" y="627"/>
                  </a:lnTo>
                  <a:lnTo>
                    <a:pt x="639" y="612"/>
                  </a:lnTo>
                  <a:lnTo>
                    <a:pt x="627" y="595"/>
                  </a:lnTo>
                  <a:lnTo>
                    <a:pt x="620" y="575"/>
                  </a:lnTo>
                  <a:lnTo>
                    <a:pt x="618" y="553"/>
                  </a:lnTo>
                  <a:lnTo>
                    <a:pt x="621" y="529"/>
                  </a:lnTo>
                  <a:lnTo>
                    <a:pt x="629" y="507"/>
                  </a:lnTo>
                  <a:lnTo>
                    <a:pt x="644" y="489"/>
                  </a:lnTo>
                  <a:lnTo>
                    <a:pt x="661" y="474"/>
                  </a:lnTo>
                  <a:lnTo>
                    <a:pt x="683" y="464"/>
                  </a:lnTo>
                  <a:lnTo>
                    <a:pt x="706" y="459"/>
                  </a:lnTo>
                  <a:lnTo>
                    <a:pt x="719" y="459"/>
                  </a:lnTo>
                  <a:lnTo>
                    <a:pt x="736" y="462"/>
                  </a:lnTo>
                  <a:lnTo>
                    <a:pt x="752" y="468"/>
                  </a:lnTo>
                  <a:lnTo>
                    <a:pt x="767" y="476"/>
                  </a:lnTo>
                  <a:lnTo>
                    <a:pt x="780" y="489"/>
                  </a:lnTo>
                  <a:lnTo>
                    <a:pt x="793" y="499"/>
                  </a:lnTo>
                  <a:lnTo>
                    <a:pt x="808" y="506"/>
                  </a:lnTo>
                  <a:lnTo>
                    <a:pt x="824" y="508"/>
                  </a:lnTo>
                  <a:lnTo>
                    <a:pt x="841" y="507"/>
                  </a:lnTo>
                  <a:lnTo>
                    <a:pt x="855" y="501"/>
                  </a:lnTo>
                  <a:lnTo>
                    <a:pt x="869" y="492"/>
                  </a:lnTo>
                  <a:lnTo>
                    <a:pt x="880" y="479"/>
                  </a:lnTo>
                  <a:lnTo>
                    <a:pt x="887" y="464"/>
                  </a:lnTo>
                  <a:lnTo>
                    <a:pt x="889" y="448"/>
                  </a:lnTo>
                  <a:lnTo>
                    <a:pt x="888" y="431"/>
                  </a:lnTo>
                  <a:lnTo>
                    <a:pt x="882" y="416"/>
                  </a:lnTo>
                  <a:lnTo>
                    <a:pt x="872" y="403"/>
                  </a:lnTo>
                  <a:lnTo>
                    <a:pt x="851" y="383"/>
                  </a:lnTo>
                  <a:lnTo>
                    <a:pt x="827" y="366"/>
                  </a:lnTo>
                  <a:lnTo>
                    <a:pt x="802" y="353"/>
                  </a:lnTo>
                  <a:lnTo>
                    <a:pt x="774" y="344"/>
                  </a:lnTo>
                  <a:lnTo>
                    <a:pt x="774" y="300"/>
                  </a:lnTo>
                  <a:lnTo>
                    <a:pt x="772" y="283"/>
                  </a:lnTo>
                  <a:lnTo>
                    <a:pt x="766" y="268"/>
                  </a:lnTo>
                  <a:lnTo>
                    <a:pt x="756" y="256"/>
                  </a:lnTo>
                  <a:lnTo>
                    <a:pt x="743" y="245"/>
                  </a:lnTo>
                  <a:lnTo>
                    <a:pt x="728" y="239"/>
                  </a:lnTo>
                  <a:lnTo>
                    <a:pt x="711" y="237"/>
                  </a:lnTo>
                  <a:close/>
                  <a:moveTo>
                    <a:pt x="713" y="0"/>
                  </a:moveTo>
                  <a:lnTo>
                    <a:pt x="781" y="3"/>
                  </a:lnTo>
                  <a:lnTo>
                    <a:pt x="848" y="12"/>
                  </a:lnTo>
                  <a:lnTo>
                    <a:pt x="912" y="28"/>
                  </a:lnTo>
                  <a:lnTo>
                    <a:pt x="974" y="49"/>
                  </a:lnTo>
                  <a:lnTo>
                    <a:pt x="1033" y="76"/>
                  </a:lnTo>
                  <a:lnTo>
                    <a:pt x="1090" y="108"/>
                  </a:lnTo>
                  <a:lnTo>
                    <a:pt x="1143" y="144"/>
                  </a:lnTo>
                  <a:lnTo>
                    <a:pt x="1192" y="186"/>
                  </a:lnTo>
                  <a:lnTo>
                    <a:pt x="1238" y="231"/>
                  </a:lnTo>
                  <a:lnTo>
                    <a:pt x="1279" y="280"/>
                  </a:lnTo>
                  <a:lnTo>
                    <a:pt x="1316" y="333"/>
                  </a:lnTo>
                  <a:lnTo>
                    <a:pt x="1348" y="390"/>
                  </a:lnTo>
                  <a:lnTo>
                    <a:pt x="1375" y="449"/>
                  </a:lnTo>
                  <a:lnTo>
                    <a:pt x="1396" y="511"/>
                  </a:lnTo>
                  <a:lnTo>
                    <a:pt x="1412" y="576"/>
                  </a:lnTo>
                  <a:lnTo>
                    <a:pt x="1421" y="642"/>
                  </a:lnTo>
                  <a:lnTo>
                    <a:pt x="1424" y="711"/>
                  </a:lnTo>
                  <a:lnTo>
                    <a:pt x="1421" y="779"/>
                  </a:lnTo>
                  <a:lnTo>
                    <a:pt x="1412" y="846"/>
                  </a:lnTo>
                  <a:lnTo>
                    <a:pt x="1396" y="910"/>
                  </a:lnTo>
                  <a:lnTo>
                    <a:pt x="1375" y="972"/>
                  </a:lnTo>
                  <a:lnTo>
                    <a:pt x="1348" y="1031"/>
                  </a:lnTo>
                  <a:lnTo>
                    <a:pt x="1316" y="1087"/>
                  </a:lnTo>
                  <a:lnTo>
                    <a:pt x="1279" y="1140"/>
                  </a:lnTo>
                  <a:lnTo>
                    <a:pt x="1238" y="1189"/>
                  </a:lnTo>
                  <a:lnTo>
                    <a:pt x="1192" y="1235"/>
                  </a:lnTo>
                  <a:lnTo>
                    <a:pt x="1143" y="1276"/>
                  </a:lnTo>
                  <a:lnTo>
                    <a:pt x="1090" y="1313"/>
                  </a:lnTo>
                  <a:lnTo>
                    <a:pt x="1033" y="1345"/>
                  </a:lnTo>
                  <a:lnTo>
                    <a:pt x="974" y="1371"/>
                  </a:lnTo>
                  <a:lnTo>
                    <a:pt x="912" y="1393"/>
                  </a:lnTo>
                  <a:lnTo>
                    <a:pt x="848" y="1408"/>
                  </a:lnTo>
                  <a:lnTo>
                    <a:pt x="781" y="1417"/>
                  </a:lnTo>
                  <a:lnTo>
                    <a:pt x="713" y="1421"/>
                  </a:lnTo>
                  <a:lnTo>
                    <a:pt x="644" y="1417"/>
                  </a:lnTo>
                  <a:lnTo>
                    <a:pt x="577" y="1408"/>
                  </a:lnTo>
                  <a:lnTo>
                    <a:pt x="513" y="1393"/>
                  </a:lnTo>
                  <a:lnTo>
                    <a:pt x="450" y="1371"/>
                  </a:lnTo>
                  <a:lnTo>
                    <a:pt x="391" y="1345"/>
                  </a:lnTo>
                  <a:lnTo>
                    <a:pt x="334" y="1313"/>
                  </a:lnTo>
                  <a:lnTo>
                    <a:pt x="282" y="1276"/>
                  </a:lnTo>
                  <a:lnTo>
                    <a:pt x="232" y="1235"/>
                  </a:lnTo>
                  <a:lnTo>
                    <a:pt x="187" y="1190"/>
                  </a:lnTo>
                  <a:lnTo>
                    <a:pt x="146" y="1140"/>
                  </a:lnTo>
                  <a:lnTo>
                    <a:pt x="109" y="1088"/>
                  </a:lnTo>
                  <a:lnTo>
                    <a:pt x="77" y="1032"/>
                  </a:lnTo>
                  <a:lnTo>
                    <a:pt x="50" y="972"/>
                  </a:lnTo>
                  <a:lnTo>
                    <a:pt x="29" y="910"/>
                  </a:lnTo>
                  <a:lnTo>
                    <a:pt x="13" y="846"/>
                  </a:lnTo>
                  <a:lnTo>
                    <a:pt x="3" y="779"/>
                  </a:lnTo>
                  <a:lnTo>
                    <a:pt x="0" y="711"/>
                  </a:lnTo>
                  <a:lnTo>
                    <a:pt x="3" y="642"/>
                  </a:lnTo>
                  <a:lnTo>
                    <a:pt x="13" y="576"/>
                  </a:lnTo>
                  <a:lnTo>
                    <a:pt x="29" y="511"/>
                  </a:lnTo>
                  <a:lnTo>
                    <a:pt x="50" y="449"/>
                  </a:lnTo>
                  <a:lnTo>
                    <a:pt x="77" y="390"/>
                  </a:lnTo>
                  <a:lnTo>
                    <a:pt x="109" y="333"/>
                  </a:lnTo>
                  <a:lnTo>
                    <a:pt x="146" y="280"/>
                  </a:lnTo>
                  <a:lnTo>
                    <a:pt x="187" y="231"/>
                  </a:lnTo>
                  <a:lnTo>
                    <a:pt x="232" y="186"/>
                  </a:lnTo>
                  <a:lnTo>
                    <a:pt x="281" y="144"/>
                  </a:lnTo>
                  <a:lnTo>
                    <a:pt x="334" y="107"/>
                  </a:lnTo>
                  <a:lnTo>
                    <a:pt x="391" y="76"/>
                  </a:lnTo>
                  <a:lnTo>
                    <a:pt x="450" y="49"/>
                  </a:lnTo>
                  <a:lnTo>
                    <a:pt x="513" y="28"/>
                  </a:lnTo>
                  <a:lnTo>
                    <a:pt x="577" y="12"/>
                  </a:lnTo>
                  <a:lnTo>
                    <a:pt x="644" y="3"/>
                  </a:lnTo>
                  <a:lnTo>
                    <a:pt x="7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" name="Freeform 50">
              <a:extLst>
                <a:ext uri="{FF2B5EF4-FFF2-40B4-BE49-F238E27FC236}">
                  <a16:creationId xmlns:a16="http://schemas.microsoft.com/office/drawing/2014/main" id="{7100392F-C6ED-4276-B1D6-6B5445484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1575" y="620713"/>
              <a:ext cx="161925" cy="160338"/>
            </a:xfrm>
            <a:custGeom>
              <a:avLst/>
              <a:gdLst>
                <a:gd name="T0" fmla="*/ 681 w 1424"/>
                <a:gd name="T1" fmla="*/ 272 h 1421"/>
                <a:gd name="T2" fmla="*/ 525 w 1424"/>
                <a:gd name="T3" fmla="*/ 373 h 1421"/>
                <a:gd name="T4" fmla="*/ 421 w 1424"/>
                <a:gd name="T5" fmla="*/ 534 h 1421"/>
                <a:gd name="T6" fmla="*/ 265 w 1424"/>
                <a:gd name="T7" fmla="*/ 553 h 1421"/>
                <a:gd name="T8" fmla="*/ 249 w 1424"/>
                <a:gd name="T9" fmla="*/ 616 h 1421"/>
                <a:gd name="T10" fmla="*/ 294 w 1424"/>
                <a:gd name="T11" fmla="*/ 661 h 1421"/>
                <a:gd name="T12" fmla="*/ 390 w 1424"/>
                <a:gd name="T13" fmla="*/ 711 h 1421"/>
                <a:gd name="T14" fmla="*/ 294 w 1424"/>
                <a:gd name="T15" fmla="*/ 760 h 1421"/>
                <a:gd name="T16" fmla="*/ 249 w 1424"/>
                <a:gd name="T17" fmla="*/ 805 h 1421"/>
                <a:gd name="T18" fmla="*/ 265 w 1424"/>
                <a:gd name="T19" fmla="*/ 869 h 1421"/>
                <a:gd name="T20" fmla="*/ 421 w 1424"/>
                <a:gd name="T21" fmla="*/ 887 h 1421"/>
                <a:gd name="T22" fmla="*/ 525 w 1424"/>
                <a:gd name="T23" fmla="*/ 1049 h 1421"/>
                <a:gd name="T24" fmla="*/ 681 w 1424"/>
                <a:gd name="T25" fmla="*/ 1150 h 1421"/>
                <a:gd name="T26" fmla="*/ 861 w 1424"/>
                <a:gd name="T27" fmla="*/ 1173 h 1421"/>
                <a:gd name="T28" fmla="*/ 970 w 1424"/>
                <a:gd name="T29" fmla="*/ 1139 h 1421"/>
                <a:gd name="T30" fmla="*/ 984 w 1424"/>
                <a:gd name="T31" fmla="*/ 1075 h 1421"/>
                <a:gd name="T32" fmla="*/ 936 w 1424"/>
                <a:gd name="T33" fmla="*/ 1032 h 1421"/>
                <a:gd name="T34" fmla="*/ 849 w 1424"/>
                <a:gd name="T35" fmla="*/ 1045 h 1421"/>
                <a:gd name="T36" fmla="*/ 705 w 1424"/>
                <a:gd name="T37" fmla="*/ 1021 h 1421"/>
                <a:gd name="T38" fmla="*/ 585 w 1424"/>
                <a:gd name="T39" fmla="*/ 922 h 1421"/>
                <a:gd name="T40" fmla="*/ 869 w 1424"/>
                <a:gd name="T41" fmla="*/ 879 h 1421"/>
                <a:gd name="T42" fmla="*/ 902 w 1424"/>
                <a:gd name="T43" fmla="*/ 823 h 1421"/>
                <a:gd name="T44" fmla="*/ 869 w 1424"/>
                <a:gd name="T45" fmla="*/ 767 h 1421"/>
                <a:gd name="T46" fmla="*/ 520 w 1424"/>
                <a:gd name="T47" fmla="*/ 735 h 1421"/>
                <a:gd name="T48" fmla="*/ 836 w 1424"/>
                <a:gd name="T49" fmla="*/ 663 h 1421"/>
                <a:gd name="T50" fmla="*/ 893 w 1424"/>
                <a:gd name="T51" fmla="*/ 632 h 1421"/>
                <a:gd name="T52" fmla="*/ 893 w 1424"/>
                <a:gd name="T53" fmla="*/ 566 h 1421"/>
                <a:gd name="T54" fmla="*/ 836 w 1424"/>
                <a:gd name="T55" fmla="*/ 534 h 1421"/>
                <a:gd name="T56" fmla="*/ 640 w 1424"/>
                <a:gd name="T57" fmla="*/ 442 h 1421"/>
                <a:gd name="T58" fmla="*/ 780 w 1424"/>
                <a:gd name="T59" fmla="*/ 379 h 1421"/>
                <a:gd name="T60" fmla="*/ 921 w 1424"/>
                <a:gd name="T61" fmla="*/ 394 h 1421"/>
                <a:gd name="T62" fmla="*/ 983 w 1424"/>
                <a:gd name="T63" fmla="*/ 385 h 1421"/>
                <a:gd name="T64" fmla="*/ 1008 w 1424"/>
                <a:gd name="T65" fmla="*/ 325 h 1421"/>
                <a:gd name="T66" fmla="*/ 967 w 1424"/>
                <a:gd name="T67" fmla="*/ 274 h 1421"/>
                <a:gd name="T68" fmla="*/ 712 w 1424"/>
                <a:gd name="T69" fmla="*/ 0 h 1421"/>
                <a:gd name="T70" fmla="*/ 975 w 1424"/>
                <a:gd name="T71" fmla="*/ 50 h 1421"/>
                <a:gd name="T72" fmla="*/ 1193 w 1424"/>
                <a:gd name="T73" fmla="*/ 186 h 1421"/>
                <a:gd name="T74" fmla="*/ 1348 w 1424"/>
                <a:gd name="T75" fmla="*/ 389 h 1421"/>
                <a:gd name="T76" fmla="*/ 1421 w 1424"/>
                <a:gd name="T77" fmla="*/ 642 h 1421"/>
                <a:gd name="T78" fmla="*/ 1396 w 1424"/>
                <a:gd name="T79" fmla="*/ 910 h 1421"/>
                <a:gd name="T80" fmla="*/ 1279 w 1424"/>
                <a:gd name="T81" fmla="*/ 1140 h 1421"/>
                <a:gd name="T82" fmla="*/ 1091 w 1424"/>
                <a:gd name="T83" fmla="*/ 1312 h 1421"/>
                <a:gd name="T84" fmla="*/ 848 w 1424"/>
                <a:gd name="T85" fmla="*/ 1408 h 1421"/>
                <a:gd name="T86" fmla="*/ 577 w 1424"/>
                <a:gd name="T87" fmla="*/ 1408 h 1421"/>
                <a:gd name="T88" fmla="*/ 334 w 1424"/>
                <a:gd name="T89" fmla="*/ 1312 h 1421"/>
                <a:gd name="T90" fmla="*/ 145 w 1424"/>
                <a:gd name="T91" fmla="*/ 1141 h 1421"/>
                <a:gd name="T92" fmla="*/ 29 w 1424"/>
                <a:gd name="T93" fmla="*/ 910 h 1421"/>
                <a:gd name="T94" fmla="*/ 3 w 1424"/>
                <a:gd name="T95" fmla="*/ 642 h 1421"/>
                <a:gd name="T96" fmla="*/ 77 w 1424"/>
                <a:gd name="T97" fmla="*/ 389 h 1421"/>
                <a:gd name="T98" fmla="*/ 232 w 1424"/>
                <a:gd name="T99" fmla="*/ 186 h 1421"/>
                <a:gd name="T100" fmla="*/ 450 w 1424"/>
                <a:gd name="T101" fmla="*/ 50 h 1421"/>
                <a:gd name="T102" fmla="*/ 712 w 1424"/>
                <a:gd name="T103" fmla="*/ 0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24" h="1421">
                  <a:moveTo>
                    <a:pt x="820" y="247"/>
                  </a:moveTo>
                  <a:lnTo>
                    <a:pt x="772" y="249"/>
                  </a:lnTo>
                  <a:lnTo>
                    <a:pt x="726" y="258"/>
                  </a:lnTo>
                  <a:lnTo>
                    <a:pt x="681" y="272"/>
                  </a:lnTo>
                  <a:lnTo>
                    <a:pt x="638" y="290"/>
                  </a:lnTo>
                  <a:lnTo>
                    <a:pt x="598" y="314"/>
                  </a:lnTo>
                  <a:lnTo>
                    <a:pt x="560" y="341"/>
                  </a:lnTo>
                  <a:lnTo>
                    <a:pt x="525" y="373"/>
                  </a:lnTo>
                  <a:lnTo>
                    <a:pt x="493" y="409"/>
                  </a:lnTo>
                  <a:lnTo>
                    <a:pt x="465" y="447"/>
                  </a:lnTo>
                  <a:lnTo>
                    <a:pt x="442" y="489"/>
                  </a:lnTo>
                  <a:lnTo>
                    <a:pt x="421" y="534"/>
                  </a:lnTo>
                  <a:lnTo>
                    <a:pt x="312" y="534"/>
                  </a:lnTo>
                  <a:lnTo>
                    <a:pt x="294" y="536"/>
                  </a:lnTo>
                  <a:lnTo>
                    <a:pt x="279" y="544"/>
                  </a:lnTo>
                  <a:lnTo>
                    <a:pt x="265" y="553"/>
                  </a:lnTo>
                  <a:lnTo>
                    <a:pt x="255" y="566"/>
                  </a:lnTo>
                  <a:lnTo>
                    <a:pt x="249" y="581"/>
                  </a:lnTo>
                  <a:lnTo>
                    <a:pt x="247" y="599"/>
                  </a:lnTo>
                  <a:lnTo>
                    <a:pt x="249" y="616"/>
                  </a:lnTo>
                  <a:lnTo>
                    <a:pt x="255" y="632"/>
                  </a:lnTo>
                  <a:lnTo>
                    <a:pt x="265" y="645"/>
                  </a:lnTo>
                  <a:lnTo>
                    <a:pt x="279" y="655"/>
                  </a:lnTo>
                  <a:lnTo>
                    <a:pt x="294" y="661"/>
                  </a:lnTo>
                  <a:lnTo>
                    <a:pt x="312" y="663"/>
                  </a:lnTo>
                  <a:lnTo>
                    <a:pt x="392" y="663"/>
                  </a:lnTo>
                  <a:lnTo>
                    <a:pt x="390" y="687"/>
                  </a:lnTo>
                  <a:lnTo>
                    <a:pt x="390" y="711"/>
                  </a:lnTo>
                  <a:lnTo>
                    <a:pt x="390" y="735"/>
                  </a:lnTo>
                  <a:lnTo>
                    <a:pt x="392" y="758"/>
                  </a:lnTo>
                  <a:lnTo>
                    <a:pt x="312" y="758"/>
                  </a:lnTo>
                  <a:lnTo>
                    <a:pt x="294" y="760"/>
                  </a:lnTo>
                  <a:lnTo>
                    <a:pt x="279" y="767"/>
                  </a:lnTo>
                  <a:lnTo>
                    <a:pt x="265" y="778"/>
                  </a:lnTo>
                  <a:lnTo>
                    <a:pt x="255" y="790"/>
                  </a:lnTo>
                  <a:lnTo>
                    <a:pt x="249" y="805"/>
                  </a:lnTo>
                  <a:lnTo>
                    <a:pt x="247" y="823"/>
                  </a:lnTo>
                  <a:lnTo>
                    <a:pt x="249" y="840"/>
                  </a:lnTo>
                  <a:lnTo>
                    <a:pt x="255" y="855"/>
                  </a:lnTo>
                  <a:lnTo>
                    <a:pt x="265" y="869"/>
                  </a:lnTo>
                  <a:lnTo>
                    <a:pt x="279" y="879"/>
                  </a:lnTo>
                  <a:lnTo>
                    <a:pt x="294" y="885"/>
                  </a:lnTo>
                  <a:lnTo>
                    <a:pt x="312" y="887"/>
                  </a:lnTo>
                  <a:lnTo>
                    <a:pt x="421" y="887"/>
                  </a:lnTo>
                  <a:lnTo>
                    <a:pt x="442" y="932"/>
                  </a:lnTo>
                  <a:lnTo>
                    <a:pt x="465" y="974"/>
                  </a:lnTo>
                  <a:lnTo>
                    <a:pt x="493" y="1013"/>
                  </a:lnTo>
                  <a:lnTo>
                    <a:pt x="525" y="1049"/>
                  </a:lnTo>
                  <a:lnTo>
                    <a:pt x="560" y="1080"/>
                  </a:lnTo>
                  <a:lnTo>
                    <a:pt x="598" y="1108"/>
                  </a:lnTo>
                  <a:lnTo>
                    <a:pt x="638" y="1131"/>
                  </a:lnTo>
                  <a:lnTo>
                    <a:pt x="681" y="1150"/>
                  </a:lnTo>
                  <a:lnTo>
                    <a:pt x="726" y="1164"/>
                  </a:lnTo>
                  <a:lnTo>
                    <a:pt x="772" y="1172"/>
                  </a:lnTo>
                  <a:lnTo>
                    <a:pt x="820" y="1175"/>
                  </a:lnTo>
                  <a:lnTo>
                    <a:pt x="861" y="1173"/>
                  </a:lnTo>
                  <a:lnTo>
                    <a:pt x="902" y="1167"/>
                  </a:lnTo>
                  <a:lnTo>
                    <a:pt x="942" y="1157"/>
                  </a:lnTo>
                  <a:lnTo>
                    <a:pt x="957" y="1149"/>
                  </a:lnTo>
                  <a:lnTo>
                    <a:pt x="970" y="1139"/>
                  </a:lnTo>
                  <a:lnTo>
                    <a:pt x="979" y="1124"/>
                  </a:lnTo>
                  <a:lnTo>
                    <a:pt x="985" y="1109"/>
                  </a:lnTo>
                  <a:lnTo>
                    <a:pt x="987" y="1093"/>
                  </a:lnTo>
                  <a:lnTo>
                    <a:pt x="984" y="1075"/>
                  </a:lnTo>
                  <a:lnTo>
                    <a:pt x="976" y="1060"/>
                  </a:lnTo>
                  <a:lnTo>
                    <a:pt x="966" y="1048"/>
                  </a:lnTo>
                  <a:lnTo>
                    <a:pt x="951" y="1038"/>
                  </a:lnTo>
                  <a:lnTo>
                    <a:pt x="936" y="1032"/>
                  </a:lnTo>
                  <a:lnTo>
                    <a:pt x="920" y="1030"/>
                  </a:lnTo>
                  <a:lnTo>
                    <a:pt x="902" y="1033"/>
                  </a:lnTo>
                  <a:lnTo>
                    <a:pt x="875" y="1040"/>
                  </a:lnTo>
                  <a:lnTo>
                    <a:pt x="849" y="1045"/>
                  </a:lnTo>
                  <a:lnTo>
                    <a:pt x="820" y="1046"/>
                  </a:lnTo>
                  <a:lnTo>
                    <a:pt x="780" y="1044"/>
                  </a:lnTo>
                  <a:lnTo>
                    <a:pt x="742" y="1034"/>
                  </a:lnTo>
                  <a:lnTo>
                    <a:pt x="705" y="1021"/>
                  </a:lnTo>
                  <a:lnTo>
                    <a:pt x="671" y="1003"/>
                  </a:lnTo>
                  <a:lnTo>
                    <a:pt x="640" y="979"/>
                  </a:lnTo>
                  <a:lnTo>
                    <a:pt x="611" y="953"/>
                  </a:lnTo>
                  <a:lnTo>
                    <a:pt x="585" y="922"/>
                  </a:lnTo>
                  <a:lnTo>
                    <a:pt x="564" y="887"/>
                  </a:lnTo>
                  <a:lnTo>
                    <a:pt x="836" y="887"/>
                  </a:lnTo>
                  <a:lnTo>
                    <a:pt x="854" y="885"/>
                  </a:lnTo>
                  <a:lnTo>
                    <a:pt x="869" y="879"/>
                  </a:lnTo>
                  <a:lnTo>
                    <a:pt x="883" y="869"/>
                  </a:lnTo>
                  <a:lnTo>
                    <a:pt x="893" y="855"/>
                  </a:lnTo>
                  <a:lnTo>
                    <a:pt x="899" y="840"/>
                  </a:lnTo>
                  <a:lnTo>
                    <a:pt x="902" y="823"/>
                  </a:lnTo>
                  <a:lnTo>
                    <a:pt x="899" y="805"/>
                  </a:lnTo>
                  <a:lnTo>
                    <a:pt x="893" y="790"/>
                  </a:lnTo>
                  <a:lnTo>
                    <a:pt x="883" y="778"/>
                  </a:lnTo>
                  <a:lnTo>
                    <a:pt x="869" y="767"/>
                  </a:lnTo>
                  <a:lnTo>
                    <a:pt x="854" y="760"/>
                  </a:lnTo>
                  <a:lnTo>
                    <a:pt x="836" y="758"/>
                  </a:lnTo>
                  <a:lnTo>
                    <a:pt x="522" y="758"/>
                  </a:lnTo>
                  <a:lnTo>
                    <a:pt x="520" y="735"/>
                  </a:lnTo>
                  <a:lnTo>
                    <a:pt x="519" y="711"/>
                  </a:lnTo>
                  <a:lnTo>
                    <a:pt x="520" y="687"/>
                  </a:lnTo>
                  <a:lnTo>
                    <a:pt x="522" y="663"/>
                  </a:lnTo>
                  <a:lnTo>
                    <a:pt x="836" y="663"/>
                  </a:lnTo>
                  <a:lnTo>
                    <a:pt x="854" y="661"/>
                  </a:lnTo>
                  <a:lnTo>
                    <a:pt x="869" y="655"/>
                  </a:lnTo>
                  <a:lnTo>
                    <a:pt x="883" y="645"/>
                  </a:lnTo>
                  <a:lnTo>
                    <a:pt x="893" y="632"/>
                  </a:lnTo>
                  <a:lnTo>
                    <a:pt x="899" y="616"/>
                  </a:lnTo>
                  <a:lnTo>
                    <a:pt x="902" y="599"/>
                  </a:lnTo>
                  <a:lnTo>
                    <a:pt x="899" y="581"/>
                  </a:lnTo>
                  <a:lnTo>
                    <a:pt x="893" y="566"/>
                  </a:lnTo>
                  <a:lnTo>
                    <a:pt x="883" y="553"/>
                  </a:lnTo>
                  <a:lnTo>
                    <a:pt x="869" y="544"/>
                  </a:lnTo>
                  <a:lnTo>
                    <a:pt x="854" y="536"/>
                  </a:lnTo>
                  <a:lnTo>
                    <a:pt x="836" y="534"/>
                  </a:lnTo>
                  <a:lnTo>
                    <a:pt x="564" y="534"/>
                  </a:lnTo>
                  <a:lnTo>
                    <a:pt x="585" y="501"/>
                  </a:lnTo>
                  <a:lnTo>
                    <a:pt x="611" y="470"/>
                  </a:lnTo>
                  <a:lnTo>
                    <a:pt x="640" y="442"/>
                  </a:lnTo>
                  <a:lnTo>
                    <a:pt x="671" y="420"/>
                  </a:lnTo>
                  <a:lnTo>
                    <a:pt x="705" y="401"/>
                  </a:lnTo>
                  <a:lnTo>
                    <a:pt x="742" y="387"/>
                  </a:lnTo>
                  <a:lnTo>
                    <a:pt x="780" y="379"/>
                  </a:lnTo>
                  <a:lnTo>
                    <a:pt x="820" y="376"/>
                  </a:lnTo>
                  <a:lnTo>
                    <a:pt x="855" y="378"/>
                  </a:lnTo>
                  <a:lnTo>
                    <a:pt x="888" y="384"/>
                  </a:lnTo>
                  <a:lnTo>
                    <a:pt x="921" y="394"/>
                  </a:lnTo>
                  <a:lnTo>
                    <a:pt x="937" y="398"/>
                  </a:lnTo>
                  <a:lnTo>
                    <a:pt x="953" y="398"/>
                  </a:lnTo>
                  <a:lnTo>
                    <a:pt x="970" y="393"/>
                  </a:lnTo>
                  <a:lnTo>
                    <a:pt x="983" y="385"/>
                  </a:lnTo>
                  <a:lnTo>
                    <a:pt x="995" y="373"/>
                  </a:lnTo>
                  <a:lnTo>
                    <a:pt x="1004" y="357"/>
                  </a:lnTo>
                  <a:lnTo>
                    <a:pt x="1008" y="341"/>
                  </a:lnTo>
                  <a:lnTo>
                    <a:pt x="1008" y="325"/>
                  </a:lnTo>
                  <a:lnTo>
                    <a:pt x="1003" y="308"/>
                  </a:lnTo>
                  <a:lnTo>
                    <a:pt x="994" y="294"/>
                  </a:lnTo>
                  <a:lnTo>
                    <a:pt x="982" y="283"/>
                  </a:lnTo>
                  <a:lnTo>
                    <a:pt x="967" y="274"/>
                  </a:lnTo>
                  <a:lnTo>
                    <a:pt x="920" y="259"/>
                  </a:lnTo>
                  <a:lnTo>
                    <a:pt x="870" y="250"/>
                  </a:lnTo>
                  <a:lnTo>
                    <a:pt x="820" y="247"/>
                  </a:lnTo>
                  <a:close/>
                  <a:moveTo>
                    <a:pt x="712" y="0"/>
                  </a:moveTo>
                  <a:lnTo>
                    <a:pt x="781" y="4"/>
                  </a:lnTo>
                  <a:lnTo>
                    <a:pt x="848" y="13"/>
                  </a:lnTo>
                  <a:lnTo>
                    <a:pt x="912" y="28"/>
                  </a:lnTo>
                  <a:lnTo>
                    <a:pt x="975" y="50"/>
                  </a:lnTo>
                  <a:lnTo>
                    <a:pt x="1034" y="76"/>
                  </a:lnTo>
                  <a:lnTo>
                    <a:pt x="1091" y="108"/>
                  </a:lnTo>
                  <a:lnTo>
                    <a:pt x="1143" y="145"/>
                  </a:lnTo>
                  <a:lnTo>
                    <a:pt x="1193" y="186"/>
                  </a:lnTo>
                  <a:lnTo>
                    <a:pt x="1238" y="232"/>
                  </a:lnTo>
                  <a:lnTo>
                    <a:pt x="1279" y="281"/>
                  </a:lnTo>
                  <a:lnTo>
                    <a:pt x="1316" y="333"/>
                  </a:lnTo>
                  <a:lnTo>
                    <a:pt x="1348" y="389"/>
                  </a:lnTo>
                  <a:lnTo>
                    <a:pt x="1375" y="448"/>
                  </a:lnTo>
                  <a:lnTo>
                    <a:pt x="1396" y="511"/>
                  </a:lnTo>
                  <a:lnTo>
                    <a:pt x="1412" y="575"/>
                  </a:lnTo>
                  <a:lnTo>
                    <a:pt x="1421" y="642"/>
                  </a:lnTo>
                  <a:lnTo>
                    <a:pt x="1424" y="710"/>
                  </a:lnTo>
                  <a:lnTo>
                    <a:pt x="1421" y="779"/>
                  </a:lnTo>
                  <a:lnTo>
                    <a:pt x="1412" y="845"/>
                  </a:lnTo>
                  <a:lnTo>
                    <a:pt x="1396" y="910"/>
                  </a:lnTo>
                  <a:lnTo>
                    <a:pt x="1375" y="972"/>
                  </a:lnTo>
                  <a:lnTo>
                    <a:pt x="1348" y="1031"/>
                  </a:lnTo>
                  <a:lnTo>
                    <a:pt x="1316" y="1088"/>
                  </a:lnTo>
                  <a:lnTo>
                    <a:pt x="1279" y="1140"/>
                  </a:lnTo>
                  <a:lnTo>
                    <a:pt x="1238" y="1189"/>
                  </a:lnTo>
                  <a:lnTo>
                    <a:pt x="1193" y="1235"/>
                  </a:lnTo>
                  <a:lnTo>
                    <a:pt x="1143" y="1276"/>
                  </a:lnTo>
                  <a:lnTo>
                    <a:pt x="1091" y="1312"/>
                  </a:lnTo>
                  <a:lnTo>
                    <a:pt x="1034" y="1344"/>
                  </a:lnTo>
                  <a:lnTo>
                    <a:pt x="975" y="1371"/>
                  </a:lnTo>
                  <a:lnTo>
                    <a:pt x="912" y="1392"/>
                  </a:lnTo>
                  <a:lnTo>
                    <a:pt x="848" y="1408"/>
                  </a:lnTo>
                  <a:lnTo>
                    <a:pt x="781" y="1417"/>
                  </a:lnTo>
                  <a:lnTo>
                    <a:pt x="712" y="1421"/>
                  </a:lnTo>
                  <a:lnTo>
                    <a:pt x="644" y="1417"/>
                  </a:lnTo>
                  <a:lnTo>
                    <a:pt x="577" y="1408"/>
                  </a:lnTo>
                  <a:lnTo>
                    <a:pt x="513" y="1392"/>
                  </a:lnTo>
                  <a:lnTo>
                    <a:pt x="450" y="1371"/>
                  </a:lnTo>
                  <a:lnTo>
                    <a:pt x="391" y="1344"/>
                  </a:lnTo>
                  <a:lnTo>
                    <a:pt x="334" y="1312"/>
                  </a:lnTo>
                  <a:lnTo>
                    <a:pt x="282" y="1276"/>
                  </a:lnTo>
                  <a:lnTo>
                    <a:pt x="232" y="1235"/>
                  </a:lnTo>
                  <a:lnTo>
                    <a:pt x="187" y="1190"/>
                  </a:lnTo>
                  <a:lnTo>
                    <a:pt x="145" y="1141"/>
                  </a:lnTo>
                  <a:lnTo>
                    <a:pt x="109" y="1088"/>
                  </a:lnTo>
                  <a:lnTo>
                    <a:pt x="77" y="1031"/>
                  </a:lnTo>
                  <a:lnTo>
                    <a:pt x="50" y="972"/>
                  </a:lnTo>
                  <a:lnTo>
                    <a:pt x="29" y="910"/>
                  </a:lnTo>
                  <a:lnTo>
                    <a:pt x="13" y="845"/>
                  </a:lnTo>
                  <a:lnTo>
                    <a:pt x="3" y="779"/>
                  </a:lnTo>
                  <a:lnTo>
                    <a:pt x="0" y="710"/>
                  </a:lnTo>
                  <a:lnTo>
                    <a:pt x="3" y="642"/>
                  </a:lnTo>
                  <a:lnTo>
                    <a:pt x="13" y="575"/>
                  </a:lnTo>
                  <a:lnTo>
                    <a:pt x="29" y="511"/>
                  </a:lnTo>
                  <a:lnTo>
                    <a:pt x="50" y="448"/>
                  </a:lnTo>
                  <a:lnTo>
                    <a:pt x="77" y="389"/>
                  </a:lnTo>
                  <a:lnTo>
                    <a:pt x="109" y="333"/>
                  </a:lnTo>
                  <a:lnTo>
                    <a:pt x="145" y="281"/>
                  </a:lnTo>
                  <a:lnTo>
                    <a:pt x="187" y="232"/>
                  </a:lnTo>
                  <a:lnTo>
                    <a:pt x="232" y="186"/>
                  </a:lnTo>
                  <a:lnTo>
                    <a:pt x="281" y="145"/>
                  </a:lnTo>
                  <a:lnTo>
                    <a:pt x="334" y="108"/>
                  </a:lnTo>
                  <a:lnTo>
                    <a:pt x="391" y="76"/>
                  </a:lnTo>
                  <a:lnTo>
                    <a:pt x="450" y="50"/>
                  </a:lnTo>
                  <a:lnTo>
                    <a:pt x="513" y="28"/>
                  </a:lnTo>
                  <a:lnTo>
                    <a:pt x="577" y="13"/>
                  </a:lnTo>
                  <a:lnTo>
                    <a:pt x="644" y="4"/>
                  </a:lnTo>
                  <a:lnTo>
                    <a:pt x="7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15EBC90-F0BE-4418-A4CB-21AAF3B931F9}"/>
              </a:ext>
            </a:extLst>
          </p:cNvPr>
          <p:cNvGrpSpPr/>
          <p:nvPr/>
        </p:nvGrpSpPr>
        <p:grpSpPr>
          <a:xfrm>
            <a:off x="4928862" y="681510"/>
            <a:ext cx="310356" cy="309068"/>
            <a:chOff x="4041775" y="395288"/>
            <a:chExt cx="382588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7D26E43E-B4BB-4B64-A823-E8FC1C2AD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775" y="673100"/>
              <a:ext cx="142875" cy="103188"/>
            </a:xfrm>
            <a:custGeom>
              <a:avLst/>
              <a:gdLst>
                <a:gd name="T0" fmla="*/ 630 w 1258"/>
                <a:gd name="T1" fmla="*/ 0 h 910"/>
                <a:gd name="T2" fmla="*/ 691 w 1258"/>
                <a:gd name="T3" fmla="*/ 3 h 910"/>
                <a:gd name="T4" fmla="*/ 749 w 1258"/>
                <a:gd name="T5" fmla="*/ 11 h 910"/>
                <a:gd name="T6" fmla="*/ 807 w 1258"/>
                <a:gd name="T7" fmla="*/ 26 h 910"/>
                <a:gd name="T8" fmla="*/ 862 w 1258"/>
                <a:gd name="T9" fmla="*/ 44 h 910"/>
                <a:gd name="T10" fmla="*/ 915 w 1258"/>
                <a:gd name="T11" fmla="*/ 68 h 910"/>
                <a:gd name="T12" fmla="*/ 964 w 1258"/>
                <a:gd name="T13" fmla="*/ 96 h 910"/>
                <a:gd name="T14" fmla="*/ 1011 w 1258"/>
                <a:gd name="T15" fmla="*/ 129 h 910"/>
                <a:gd name="T16" fmla="*/ 1055 w 1258"/>
                <a:gd name="T17" fmla="*/ 166 h 910"/>
                <a:gd name="T18" fmla="*/ 1096 w 1258"/>
                <a:gd name="T19" fmla="*/ 206 h 910"/>
                <a:gd name="T20" fmla="*/ 1131 w 1258"/>
                <a:gd name="T21" fmla="*/ 250 h 910"/>
                <a:gd name="T22" fmla="*/ 1164 w 1258"/>
                <a:gd name="T23" fmla="*/ 298 h 910"/>
                <a:gd name="T24" fmla="*/ 1192 w 1258"/>
                <a:gd name="T25" fmla="*/ 348 h 910"/>
                <a:gd name="T26" fmla="*/ 1216 w 1258"/>
                <a:gd name="T27" fmla="*/ 400 h 910"/>
                <a:gd name="T28" fmla="*/ 1234 w 1258"/>
                <a:gd name="T29" fmla="*/ 456 h 910"/>
                <a:gd name="T30" fmla="*/ 1248 w 1258"/>
                <a:gd name="T31" fmla="*/ 513 h 910"/>
                <a:gd name="T32" fmla="*/ 1256 w 1258"/>
                <a:gd name="T33" fmla="*/ 573 h 910"/>
                <a:gd name="T34" fmla="*/ 1258 w 1258"/>
                <a:gd name="T35" fmla="*/ 634 h 910"/>
                <a:gd name="T36" fmla="*/ 1256 w 1258"/>
                <a:gd name="T37" fmla="*/ 679 h 910"/>
                <a:gd name="T38" fmla="*/ 1252 w 1258"/>
                <a:gd name="T39" fmla="*/ 723 h 910"/>
                <a:gd name="T40" fmla="*/ 1245 w 1258"/>
                <a:gd name="T41" fmla="*/ 765 h 910"/>
                <a:gd name="T42" fmla="*/ 1178 w 1258"/>
                <a:gd name="T43" fmla="*/ 798 h 910"/>
                <a:gd name="T44" fmla="*/ 1108 w 1258"/>
                <a:gd name="T45" fmla="*/ 827 h 910"/>
                <a:gd name="T46" fmla="*/ 1034 w 1258"/>
                <a:gd name="T47" fmla="*/ 851 h 910"/>
                <a:gd name="T48" fmla="*/ 958 w 1258"/>
                <a:gd name="T49" fmla="*/ 872 h 910"/>
                <a:gd name="T50" fmla="*/ 879 w 1258"/>
                <a:gd name="T51" fmla="*/ 888 h 910"/>
                <a:gd name="T52" fmla="*/ 797 w 1258"/>
                <a:gd name="T53" fmla="*/ 900 h 910"/>
                <a:gd name="T54" fmla="*/ 714 w 1258"/>
                <a:gd name="T55" fmla="*/ 908 h 910"/>
                <a:gd name="T56" fmla="*/ 629 w 1258"/>
                <a:gd name="T57" fmla="*/ 910 h 910"/>
                <a:gd name="T58" fmla="*/ 545 w 1258"/>
                <a:gd name="T59" fmla="*/ 908 h 910"/>
                <a:gd name="T60" fmla="*/ 461 w 1258"/>
                <a:gd name="T61" fmla="*/ 900 h 910"/>
                <a:gd name="T62" fmla="*/ 380 w 1258"/>
                <a:gd name="T63" fmla="*/ 888 h 910"/>
                <a:gd name="T64" fmla="*/ 301 w 1258"/>
                <a:gd name="T65" fmla="*/ 872 h 910"/>
                <a:gd name="T66" fmla="*/ 225 w 1258"/>
                <a:gd name="T67" fmla="*/ 851 h 910"/>
                <a:gd name="T68" fmla="*/ 151 w 1258"/>
                <a:gd name="T69" fmla="*/ 827 h 910"/>
                <a:gd name="T70" fmla="*/ 80 w 1258"/>
                <a:gd name="T71" fmla="*/ 798 h 910"/>
                <a:gd name="T72" fmla="*/ 13 w 1258"/>
                <a:gd name="T73" fmla="*/ 765 h 910"/>
                <a:gd name="T74" fmla="*/ 7 w 1258"/>
                <a:gd name="T75" fmla="*/ 722 h 910"/>
                <a:gd name="T76" fmla="*/ 2 w 1258"/>
                <a:gd name="T77" fmla="*/ 679 h 910"/>
                <a:gd name="T78" fmla="*/ 0 w 1258"/>
                <a:gd name="T79" fmla="*/ 634 h 910"/>
                <a:gd name="T80" fmla="*/ 3 w 1258"/>
                <a:gd name="T81" fmla="*/ 573 h 910"/>
                <a:gd name="T82" fmla="*/ 11 w 1258"/>
                <a:gd name="T83" fmla="*/ 513 h 910"/>
                <a:gd name="T84" fmla="*/ 26 w 1258"/>
                <a:gd name="T85" fmla="*/ 456 h 910"/>
                <a:gd name="T86" fmla="*/ 44 w 1258"/>
                <a:gd name="T87" fmla="*/ 400 h 910"/>
                <a:gd name="T88" fmla="*/ 68 w 1258"/>
                <a:gd name="T89" fmla="*/ 348 h 910"/>
                <a:gd name="T90" fmla="*/ 96 w 1258"/>
                <a:gd name="T91" fmla="*/ 298 h 910"/>
                <a:gd name="T92" fmla="*/ 128 w 1258"/>
                <a:gd name="T93" fmla="*/ 250 h 910"/>
                <a:gd name="T94" fmla="*/ 164 w 1258"/>
                <a:gd name="T95" fmla="*/ 206 h 910"/>
                <a:gd name="T96" fmla="*/ 204 w 1258"/>
                <a:gd name="T97" fmla="*/ 166 h 910"/>
                <a:gd name="T98" fmla="*/ 249 w 1258"/>
                <a:gd name="T99" fmla="*/ 129 h 910"/>
                <a:gd name="T100" fmla="*/ 295 w 1258"/>
                <a:gd name="T101" fmla="*/ 96 h 910"/>
                <a:gd name="T102" fmla="*/ 345 w 1258"/>
                <a:gd name="T103" fmla="*/ 68 h 910"/>
                <a:gd name="T104" fmla="*/ 398 w 1258"/>
                <a:gd name="T105" fmla="*/ 44 h 910"/>
                <a:gd name="T106" fmla="*/ 453 w 1258"/>
                <a:gd name="T107" fmla="*/ 26 h 910"/>
                <a:gd name="T108" fmla="*/ 510 w 1258"/>
                <a:gd name="T109" fmla="*/ 11 h 910"/>
                <a:gd name="T110" fmla="*/ 569 w 1258"/>
                <a:gd name="T111" fmla="*/ 3 h 910"/>
                <a:gd name="T112" fmla="*/ 630 w 1258"/>
                <a:gd name="T113" fmla="*/ 0 h 9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58" h="910">
                  <a:moveTo>
                    <a:pt x="630" y="0"/>
                  </a:moveTo>
                  <a:lnTo>
                    <a:pt x="691" y="3"/>
                  </a:lnTo>
                  <a:lnTo>
                    <a:pt x="749" y="11"/>
                  </a:lnTo>
                  <a:lnTo>
                    <a:pt x="807" y="26"/>
                  </a:lnTo>
                  <a:lnTo>
                    <a:pt x="862" y="44"/>
                  </a:lnTo>
                  <a:lnTo>
                    <a:pt x="915" y="68"/>
                  </a:lnTo>
                  <a:lnTo>
                    <a:pt x="964" y="96"/>
                  </a:lnTo>
                  <a:lnTo>
                    <a:pt x="1011" y="129"/>
                  </a:lnTo>
                  <a:lnTo>
                    <a:pt x="1055" y="166"/>
                  </a:lnTo>
                  <a:lnTo>
                    <a:pt x="1096" y="206"/>
                  </a:lnTo>
                  <a:lnTo>
                    <a:pt x="1131" y="250"/>
                  </a:lnTo>
                  <a:lnTo>
                    <a:pt x="1164" y="298"/>
                  </a:lnTo>
                  <a:lnTo>
                    <a:pt x="1192" y="348"/>
                  </a:lnTo>
                  <a:lnTo>
                    <a:pt x="1216" y="400"/>
                  </a:lnTo>
                  <a:lnTo>
                    <a:pt x="1234" y="456"/>
                  </a:lnTo>
                  <a:lnTo>
                    <a:pt x="1248" y="513"/>
                  </a:lnTo>
                  <a:lnTo>
                    <a:pt x="1256" y="573"/>
                  </a:lnTo>
                  <a:lnTo>
                    <a:pt x="1258" y="634"/>
                  </a:lnTo>
                  <a:lnTo>
                    <a:pt x="1256" y="679"/>
                  </a:lnTo>
                  <a:lnTo>
                    <a:pt x="1252" y="723"/>
                  </a:lnTo>
                  <a:lnTo>
                    <a:pt x="1245" y="765"/>
                  </a:lnTo>
                  <a:lnTo>
                    <a:pt x="1178" y="798"/>
                  </a:lnTo>
                  <a:lnTo>
                    <a:pt x="1108" y="827"/>
                  </a:lnTo>
                  <a:lnTo>
                    <a:pt x="1034" y="851"/>
                  </a:lnTo>
                  <a:lnTo>
                    <a:pt x="958" y="872"/>
                  </a:lnTo>
                  <a:lnTo>
                    <a:pt x="879" y="888"/>
                  </a:lnTo>
                  <a:lnTo>
                    <a:pt x="797" y="900"/>
                  </a:lnTo>
                  <a:lnTo>
                    <a:pt x="714" y="908"/>
                  </a:lnTo>
                  <a:lnTo>
                    <a:pt x="629" y="910"/>
                  </a:lnTo>
                  <a:lnTo>
                    <a:pt x="545" y="908"/>
                  </a:lnTo>
                  <a:lnTo>
                    <a:pt x="461" y="900"/>
                  </a:lnTo>
                  <a:lnTo>
                    <a:pt x="380" y="888"/>
                  </a:lnTo>
                  <a:lnTo>
                    <a:pt x="301" y="872"/>
                  </a:lnTo>
                  <a:lnTo>
                    <a:pt x="225" y="851"/>
                  </a:lnTo>
                  <a:lnTo>
                    <a:pt x="151" y="827"/>
                  </a:lnTo>
                  <a:lnTo>
                    <a:pt x="80" y="798"/>
                  </a:lnTo>
                  <a:lnTo>
                    <a:pt x="13" y="765"/>
                  </a:lnTo>
                  <a:lnTo>
                    <a:pt x="7" y="722"/>
                  </a:lnTo>
                  <a:lnTo>
                    <a:pt x="2" y="679"/>
                  </a:lnTo>
                  <a:lnTo>
                    <a:pt x="0" y="634"/>
                  </a:lnTo>
                  <a:lnTo>
                    <a:pt x="3" y="573"/>
                  </a:lnTo>
                  <a:lnTo>
                    <a:pt x="11" y="513"/>
                  </a:lnTo>
                  <a:lnTo>
                    <a:pt x="26" y="456"/>
                  </a:lnTo>
                  <a:lnTo>
                    <a:pt x="44" y="400"/>
                  </a:lnTo>
                  <a:lnTo>
                    <a:pt x="68" y="348"/>
                  </a:lnTo>
                  <a:lnTo>
                    <a:pt x="96" y="298"/>
                  </a:lnTo>
                  <a:lnTo>
                    <a:pt x="128" y="250"/>
                  </a:lnTo>
                  <a:lnTo>
                    <a:pt x="164" y="206"/>
                  </a:lnTo>
                  <a:lnTo>
                    <a:pt x="204" y="166"/>
                  </a:lnTo>
                  <a:lnTo>
                    <a:pt x="249" y="129"/>
                  </a:lnTo>
                  <a:lnTo>
                    <a:pt x="295" y="96"/>
                  </a:lnTo>
                  <a:lnTo>
                    <a:pt x="345" y="68"/>
                  </a:lnTo>
                  <a:lnTo>
                    <a:pt x="398" y="44"/>
                  </a:lnTo>
                  <a:lnTo>
                    <a:pt x="453" y="26"/>
                  </a:lnTo>
                  <a:lnTo>
                    <a:pt x="510" y="11"/>
                  </a:lnTo>
                  <a:lnTo>
                    <a:pt x="569" y="3"/>
                  </a:lnTo>
                  <a:lnTo>
                    <a:pt x="6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4C5DD05E-CF6D-42A5-BAA8-E7F84D2A6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113" y="581025"/>
              <a:ext cx="76200" cy="76200"/>
            </a:xfrm>
            <a:custGeom>
              <a:avLst/>
              <a:gdLst>
                <a:gd name="T0" fmla="*/ 332 w 664"/>
                <a:gd name="T1" fmla="*/ 0 h 670"/>
                <a:gd name="T2" fmla="*/ 377 w 664"/>
                <a:gd name="T3" fmla="*/ 4 h 670"/>
                <a:gd name="T4" fmla="*/ 420 w 664"/>
                <a:gd name="T5" fmla="*/ 13 h 670"/>
                <a:gd name="T6" fmla="*/ 461 w 664"/>
                <a:gd name="T7" fmla="*/ 27 h 670"/>
                <a:gd name="T8" fmla="*/ 499 w 664"/>
                <a:gd name="T9" fmla="*/ 47 h 670"/>
                <a:gd name="T10" fmla="*/ 534 w 664"/>
                <a:gd name="T11" fmla="*/ 70 h 670"/>
                <a:gd name="T12" fmla="*/ 566 w 664"/>
                <a:gd name="T13" fmla="*/ 99 h 670"/>
                <a:gd name="T14" fmla="*/ 594 w 664"/>
                <a:gd name="T15" fmla="*/ 131 h 670"/>
                <a:gd name="T16" fmla="*/ 619 w 664"/>
                <a:gd name="T17" fmla="*/ 167 h 670"/>
                <a:gd name="T18" fmla="*/ 637 w 664"/>
                <a:gd name="T19" fmla="*/ 205 h 670"/>
                <a:gd name="T20" fmla="*/ 652 w 664"/>
                <a:gd name="T21" fmla="*/ 247 h 670"/>
                <a:gd name="T22" fmla="*/ 661 w 664"/>
                <a:gd name="T23" fmla="*/ 290 h 670"/>
                <a:gd name="T24" fmla="*/ 664 w 664"/>
                <a:gd name="T25" fmla="*/ 335 h 670"/>
                <a:gd name="T26" fmla="*/ 661 w 664"/>
                <a:gd name="T27" fmla="*/ 380 h 670"/>
                <a:gd name="T28" fmla="*/ 652 w 664"/>
                <a:gd name="T29" fmla="*/ 425 h 670"/>
                <a:gd name="T30" fmla="*/ 637 w 664"/>
                <a:gd name="T31" fmla="*/ 466 h 670"/>
                <a:gd name="T32" fmla="*/ 619 w 664"/>
                <a:gd name="T33" fmla="*/ 504 h 670"/>
                <a:gd name="T34" fmla="*/ 594 w 664"/>
                <a:gd name="T35" fmla="*/ 540 h 670"/>
                <a:gd name="T36" fmla="*/ 566 w 664"/>
                <a:gd name="T37" fmla="*/ 571 h 670"/>
                <a:gd name="T38" fmla="*/ 534 w 664"/>
                <a:gd name="T39" fmla="*/ 600 h 670"/>
                <a:gd name="T40" fmla="*/ 499 w 664"/>
                <a:gd name="T41" fmla="*/ 624 h 670"/>
                <a:gd name="T42" fmla="*/ 461 w 664"/>
                <a:gd name="T43" fmla="*/ 643 h 670"/>
                <a:gd name="T44" fmla="*/ 420 w 664"/>
                <a:gd name="T45" fmla="*/ 658 h 670"/>
                <a:gd name="T46" fmla="*/ 377 w 664"/>
                <a:gd name="T47" fmla="*/ 667 h 670"/>
                <a:gd name="T48" fmla="*/ 332 w 664"/>
                <a:gd name="T49" fmla="*/ 670 h 670"/>
                <a:gd name="T50" fmla="*/ 287 w 664"/>
                <a:gd name="T51" fmla="*/ 667 h 670"/>
                <a:gd name="T52" fmla="*/ 244 w 664"/>
                <a:gd name="T53" fmla="*/ 658 h 670"/>
                <a:gd name="T54" fmla="*/ 202 w 664"/>
                <a:gd name="T55" fmla="*/ 643 h 670"/>
                <a:gd name="T56" fmla="*/ 164 w 664"/>
                <a:gd name="T57" fmla="*/ 624 h 670"/>
                <a:gd name="T58" fmla="*/ 128 w 664"/>
                <a:gd name="T59" fmla="*/ 600 h 670"/>
                <a:gd name="T60" fmla="*/ 97 w 664"/>
                <a:gd name="T61" fmla="*/ 571 h 670"/>
                <a:gd name="T62" fmla="*/ 69 w 664"/>
                <a:gd name="T63" fmla="*/ 540 h 670"/>
                <a:gd name="T64" fmla="*/ 45 w 664"/>
                <a:gd name="T65" fmla="*/ 504 h 670"/>
                <a:gd name="T66" fmla="*/ 26 w 664"/>
                <a:gd name="T67" fmla="*/ 466 h 670"/>
                <a:gd name="T68" fmla="*/ 11 w 664"/>
                <a:gd name="T69" fmla="*/ 425 h 670"/>
                <a:gd name="T70" fmla="*/ 3 w 664"/>
                <a:gd name="T71" fmla="*/ 380 h 670"/>
                <a:gd name="T72" fmla="*/ 0 w 664"/>
                <a:gd name="T73" fmla="*/ 335 h 670"/>
                <a:gd name="T74" fmla="*/ 3 w 664"/>
                <a:gd name="T75" fmla="*/ 290 h 670"/>
                <a:gd name="T76" fmla="*/ 11 w 664"/>
                <a:gd name="T77" fmla="*/ 247 h 670"/>
                <a:gd name="T78" fmla="*/ 26 w 664"/>
                <a:gd name="T79" fmla="*/ 205 h 670"/>
                <a:gd name="T80" fmla="*/ 45 w 664"/>
                <a:gd name="T81" fmla="*/ 167 h 670"/>
                <a:gd name="T82" fmla="*/ 69 w 664"/>
                <a:gd name="T83" fmla="*/ 131 h 670"/>
                <a:gd name="T84" fmla="*/ 97 w 664"/>
                <a:gd name="T85" fmla="*/ 99 h 670"/>
                <a:gd name="T86" fmla="*/ 128 w 664"/>
                <a:gd name="T87" fmla="*/ 70 h 670"/>
                <a:gd name="T88" fmla="*/ 164 w 664"/>
                <a:gd name="T89" fmla="*/ 47 h 670"/>
                <a:gd name="T90" fmla="*/ 202 w 664"/>
                <a:gd name="T91" fmla="*/ 27 h 670"/>
                <a:gd name="T92" fmla="*/ 244 w 664"/>
                <a:gd name="T93" fmla="*/ 13 h 670"/>
                <a:gd name="T94" fmla="*/ 287 w 664"/>
                <a:gd name="T95" fmla="*/ 4 h 670"/>
                <a:gd name="T96" fmla="*/ 332 w 664"/>
                <a:gd name="T97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64" h="670">
                  <a:moveTo>
                    <a:pt x="332" y="0"/>
                  </a:moveTo>
                  <a:lnTo>
                    <a:pt x="377" y="4"/>
                  </a:lnTo>
                  <a:lnTo>
                    <a:pt x="420" y="13"/>
                  </a:lnTo>
                  <a:lnTo>
                    <a:pt x="461" y="27"/>
                  </a:lnTo>
                  <a:lnTo>
                    <a:pt x="499" y="47"/>
                  </a:lnTo>
                  <a:lnTo>
                    <a:pt x="534" y="70"/>
                  </a:lnTo>
                  <a:lnTo>
                    <a:pt x="566" y="99"/>
                  </a:lnTo>
                  <a:lnTo>
                    <a:pt x="594" y="131"/>
                  </a:lnTo>
                  <a:lnTo>
                    <a:pt x="619" y="167"/>
                  </a:lnTo>
                  <a:lnTo>
                    <a:pt x="637" y="205"/>
                  </a:lnTo>
                  <a:lnTo>
                    <a:pt x="652" y="247"/>
                  </a:lnTo>
                  <a:lnTo>
                    <a:pt x="661" y="290"/>
                  </a:lnTo>
                  <a:lnTo>
                    <a:pt x="664" y="335"/>
                  </a:lnTo>
                  <a:lnTo>
                    <a:pt x="661" y="380"/>
                  </a:lnTo>
                  <a:lnTo>
                    <a:pt x="652" y="425"/>
                  </a:lnTo>
                  <a:lnTo>
                    <a:pt x="637" y="466"/>
                  </a:lnTo>
                  <a:lnTo>
                    <a:pt x="619" y="504"/>
                  </a:lnTo>
                  <a:lnTo>
                    <a:pt x="594" y="540"/>
                  </a:lnTo>
                  <a:lnTo>
                    <a:pt x="566" y="571"/>
                  </a:lnTo>
                  <a:lnTo>
                    <a:pt x="534" y="600"/>
                  </a:lnTo>
                  <a:lnTo>
                    <a:pt x="499" y="624"/>
                  </a:lnTo>
                  <a:lnTo>
                    <a:pt x="461" y="643"/>
                  </a:lnTo>
                  <a:lnTo>
                    <a:pt x="420" y="658"/>
                  </a:lnTo>
                  <a:lnTo>
                    <a:pt x="377" y="667"/>
                  </a:lnTo>
                  <a:lnTo>
                    <a:pt x="332" y="670"/>
                  </a:lnTo>
                  <a:lnTo>
                    <a:pt x="287" y="667"/>
                  </a:lnTo>
                  <a:lnTo>
                    <a:pt x="244" y="658"/>
                  </a:lnTo>
                  <a:lnTo>
                    <a:pt x="202" y="643"/>
                  </a:lnTo>
                  <a:lnTo>
                    <a:pt x="164" y="624"/>
                  </a:lnTo>
                  <a:lnTo>
                    <a:pt x="128" y="600"/>
                  </a:lnTo>
                  <a:lnTo>
                    <a:pt x="97" y="571"/>
                  </a:lnTo>
                  <a:lnTo>
                    <a:pt x="69" y="540"/>
                  </a:lnTo>
                  <a:lnTo>
                    <a:pt x="45" y="504"/>
                  </a:lnTo>
                  <a:lnTo>
                    <a:pt x="26" y="466"/>
                  </a:lnTo>
                  <a:lnTo>
                    <a:pt x="11" y="425"/>
                  </a:lnTo>
                  <a:lnTo>
                    <a:pt x="3" y="380"/>
                  </a:lnTo>
                  <a:lnTo>
                    <a:pt x="0" y="335"/>
                  </a:lnTo>
                  <a:lnTo>
                    <a:pt x="3" y="290"/>
                  </a:lnTo>
                  <a:lnTo>
                    <a:pt x="11" y="247"/>
                  </a:lnTo>
                  <a:lnTo>
                    <a:pt x="26" y="205"/>
                  </a:lnTo>
                  <a:lnTo>
                    <a:pt x="45" y="167"/>
                  </a:lnTo>
                  <a:lnTo>
                    <a:pt x="69" y="131"/>
                  </a:lnTo>
                  <a:lnTo>
                    <a:pt x="97" y="99"/>
                  </a:lnTo>
                  <a:lnTo>
                    <a:pt x="128" y="70"/>
                  </a:lnTo>
                  <a:lnTo>
                    <a:pt x="164" y="47"/>
                  </a:lnTo>
                  <a:lnTo>
                    <a:pt x="202" y="27"/>
                  </a:lnTo>
                  <a:lnTo>
                    <a:pt x="244" y="13"/>
                  </a:lnTo>
                  <a:lnTo>
                    <a:pt x="287" y="4"/>
                  </a:lnTo>
                  <a:lnTo>
                    <a:pt x="3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62B021B3-81B0-4B3F-8424-88AF1F7AE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488" y="673100"/>
              <a:ext cx="142875" cy="103188"/>
            </a:xfrm>
            <a:custGeom>
              <a:avLst/>
              <a:gdLst>
                <a:gd name="T0" fmla="*/ 629 w 1257"/>
                <a:gd name="T1" fmla="*/ 0 h 911"/>
                <a:gd name="T2" fmla="*/ 690 w 1257"/>
                <a:gd name="T3" fmla="*/ 3 h 911"/>
                <a:gd name="T4" fmla="*/ 749 w 1257"/>
                <a:gd name="T5" fmla="*/ 11 h 911"/>
                <a:gd name="T6" fmla="*/ 806 w 1257"/>
                <a:gd name="T7" fmla="*/ 26 h 911"/>
                <a:gd name="T8" fmla="*/ 861 w 1257"/>
                <a:gd name="T9" fmla="*/ 44 h 911"/>
                <a:gd name="T10" fmla="*/ 914 w 1257"/>
                <a:gd name="T11" fmla="*/ 68 h 911"/>
                <a:gd name="T12" fmla="*/ 963 w 1257"/>
                <a:gd name="T13" fmla="*/ 96 h 911"/>
                <a:gd name="T14" fmla="*/ 1010 w 1257"/>
                <a:gd name="T15" fmla="*/ 129 h 911"/>
                <a:gd name="T16" fmla="*/ 1053 w 1257"/>
                <a:gd name="T17" fmla="*/ 166 h 911"/>
                <a:gd name="T18" fmla="*/ 1094 w 1257"/>
                <a:gd name="T19" fmla="*/ 206 h 911"/>
                <a:gd name="T20" fmla="*/ 1131 w 1257"/>
                <a:gd name="T21" fmla="*/ 250 h 911"/>
                <a:gd name="T22" fmla="*/ 1162 w 1257"/>
                <a:gd name="T23" fmla="*/ 298 h 911"/>
                <a:gd name="T24" fmla="*/ 1190 w 1257"/>
                <a:gd name="T25" fmla="*/ 348 h 911"/>
                <a:gd name="T26" fmla="*/ 1214 w 1257"/>
                <a:gd name="T27" fmla="*/ 400 h 911"/>
                <a:gd name="T28" fmla="*/ 1232 w 1257"/>
                <a:gd name="T29" fmla="*/ 456 h 911"/>
                <a:gd name="T30" fmla="*/ 1247 w 1257"/>
                <a:gd name="T31" fmla="*/ 513 h 911"/>
                <a:gd name="T32" fmla="*/ 1255 w 1257"/>
                <a:gd name="T33" fmla="*/ 573 h 911"/>
                <a:gd name="T34" fmla="*/ 1257 w 1257"/>
                <a:gd name="T35" fmla="*/ 635 h 911"/>
                <a:gd name="T36" fmla="*/ 1256 w 1257"/>
                <a:gd name="T37" fmla="*/ 680 h 911"/>
                <a:gd name="T38" fmla="*/ 1251 w 1257"/>
                <a:gd name="T39" fmla="*/ 723 h 911"/>
                <a:gd name="T40" fmla="*/ 1245 w 1257"/>
                <a:gd name="T41" fmla="*/ 766 h 911"/>
                <a:gd name="T42" fmla="*/ 1178 w 1257"/>
                <a:gd name="T43" fmla="*/ 798 h 911"/>
                <a:gd name="T44" fmla="*/ 1107 w 1257"/>
                <a:gd name="T45" fmla="*/ 827 h 911"/>
                <a:gd name="T46" fmla="*/ 1034 w 1257"/>
                <a:gd name="T47" fmla="*/ 851 h 911"/>
                <a:gd name="T48" fmla="*/ 958 w 1257"/>
                <a:gd name="T49" fmla="*/ 872 h 911"/>
                <a:gd name="T50" fmla="*/ 879 w 1257"/>
                <a:gd name="T51" fmla="*/ 888 h 911"/>
                <a:gd name="T52" fmla="*/ 798 w 1257"/>
                <a:gd name="T53" fmla="*/ 901 h 911"/>
                <a:gd name="T54" fmla="*/ 714 w 1257"/>
                <a:gd name="T55" fmla="*/ 908 h 911"/>
                <a:gd name="T56" fmla="*/ 629 w 1257"/>
                <a:gd name="T57" fmla="*/ 911 h 911"/>
                <a:gd name="T58" fmla="*/ 543 w 1257"/>
                <a:gd name="T59" fmla="*/ 908 h 911"/>
                <a:gd name="T60" fmla="*/ 459 w 1257"/>
                <a:gd name="T61" fmla="*/ 901 h 911"/>
                <a:gd name="T62" fmla="*/ 378 w 1257"/>
                <a:gd name="T63" fmla="*/ 888 h 911"/>
                <a:gd name="T64" fmla="*/ 300 w 1257"/>
                <a:gd name="T65" fmla="*/ 872 h 911"/>
                <a:gd name="T66" fmla="*/ 224 w 1257"/>
                <a:gd name="T67" fmla="*/ 851 h 911"/>
                <a:gd name="T68" fmla="*/ 150 w 1257"/>
                <a:gd name="T69" fmla="*/ 827 h 911"/>
                <a:gd name="T70" fmla="*/ 80 w 1257"/>
                <a:gd name="T71" fmla="*/ 798 h 911"/>
                <a:gd name="T72" fmla="*/ 13 w 1257"/>
                <a:gd name="T73" fmla="*/ 766 h 911"/>
                <a:gd name="T74" fmla="*/ 6 w 1257"/>
                <a:gd name="T75" fmla="*/ 723 h 911"/>
                <a:gd name="T76" fmla="*/ 1 w 1257"/>
                <a:gd name="T77" fmla="*/ 679 h 911"/>
                <a:gd name="T78" fmla="*/ 0 w 1257"/>
                <a:gd name="T79" fmla="*/ 635 h 911"/>
                <a:gd name="T80" fmla="*/ 3 w 1257"/>
                <a:gd name="T81" fmla="*/ 573 h 911"/>
                <a:gd name="T82" fmla="*/ 11 w 1257"/>
                <a:gd name="T83" fmla="*/ 513 h 911"/>
                <a:gd name="T84" fmla="*/ 25 w 1257"/>
                <a:gd name="T85" fmla="*/ 456 h 911"/>
                <a:gd name="T86" fmla="*/ 43 w 1257"/>
                <a:gd name="T87" fmla="*/ 400 h 911"/>
                <a:gd name="T88" fmla="*/ 67 w 1257"/>
                <a:gd name="T89" fmla="*/ 348 h 911"/>
                <a:gd name="T90" fmla="*/ 96 w 1257"/>
                <a:gd name="T91" fmla="*/ 298 h 911"/>
                <a:gd name="T92" fmla="*/ 127 w 1257"/>
                <a:gd name="T93" fmla="*/ 250 h 911"/>
                <a:gd name="T94" fmla="*/ 164 w 1257"/>
                <a:gd name="T95" fmla="*/ 206 h 911"/>
                <a:gd name="T96" fmla="*/ 205 w 1257"/>
                <a:gd name="T97" fmla="*/ 166 h 911"/>
                <a:gd name="T98" fmla="*/ 248 w 1257"/>
                <a:gd name="T99" fmla="*/ 129 h 911"/>
                <a:gd name="T100" fmla="*/ 295 w 1257"/>
                <a:gd name="T101" fmla="*/ 96 h 911"/>
                <a:gd name="T102" fmla="*/ 344 w 1257"/>
                <a:gd name="T103" fmla="*/ 68 h 911"/>
                <a:gd name="T104" fmla="*/ 397 w 1257"/>
                <a:gd name="T105" fmla="*/ 44 h 911"/>
                <a:gd name="T106" fmla="*/ 452 w 1257"/>
                <a:gd name="T107" fmla="*/ 26 h 911"/>
                <a:gd name="T108" fmla="*/ 510 w 1257"/>
                <a:gd name="T109" fmla="*/ 11 h 911"/>
                <a:gd name="T110" fmla="*/ 568 w 1257"/>
                <a:gd name="T111" fmla="*/ 3 h 911"/>
                <a:gd name="T112" fmla="*/ 629 w 1257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57" h="911">
                  <a:moveTo>
                    <a:pt x="629" y="0"/>
                  </a:moveTo>
                  <a:lnTo>
                    <a:pt x="690" y="3"/>
                  </a:lnTo>
                  <a:lnTo>
                    <a:pt x="749" y="11"/>
                  </a:lnTo>
                  <a:lnTo>
                    <a:pt x="806" y="26"/>
                  </a:lnTo>
                  <a:lnTo>
                    <a:pt x="861" y="44"/>
                  </a:lnTo>
                  <a:lnTo>
                    <a:pt x="914" y="68"/>
                  </a:lnTo>
                  <a:lnTo>
                    <a:pt x="963" y="96"/>
                  </a:lnTo>
                  <a:lnTo>
                    <a:pt x="1010" y="129"/>
                  </a:lnTo>
                  <a:lnTo>
                    <a:pt x="1053" y="166"/>
                  </a:lnTo>
                  <a:lnTo>
                    <a:pt x="1094" y="206"/>
                  </a:lnTo>
                  <a:lnTo>
                    <a:pt x="1131" y="250"/>
                  </a:lnTo>
                  <a:lnTo>
                    <a:pt x="1162" y="298"/>
                  </a:lnTo>
                  <a:lnTo>
                    <a:pt x="1190" y="348"/>
                  </a:lnTo>
                  <a:lnTo>
                    <a:pt x="1214" y="400"/>
                  </a:lnTo>
                  <a:lnTo>
                    <a:pt x="1232" y="456"/>
                  </a:lnTo>
                  <a:lnTo>
                    <a:pt x="1247" y="513"/>
                  </a:lnTo>
                  <a:lnTo>
                    <a:pt x="1255" y="573"/>
                  </a:lnTo>
                  <a:lnTo>
                    <a:pt x="1257" y="635"/>
                  </a:lnTo>
                  <a:lnTo>
                    <a:pt x="1256" y="680"/>
                  </a:lnTo>
                  <a:lnTo>
                    <a:pt x="1251" y="723"/>
                  </a:lnTo>
                  <a:lnTo>
                    <a:pt x="1245" y="766"/>
                  </a:lnTo>
                  <a:lnTo>
                    <a:pt x="1178" y="798"/>
                  </a:lnTo>
                  <a:lnTo>
                    <a:pt x="1107" y="827"/>
                  </a:lnTo>
                  <a:lnTo>
                    <a:pt x="1034" y="851"/>
                  </a:lnTo>
                  <a:lnTo>
                    <a:pt x="958" y="872"/>
                  </a:lnTo>
                  <a:lnTo>
                    <a:pt x="879" y="888"/>
                  </a:lnTo>
                  <a:lnTo>
                    <a:pt x="798" y="901"/>
                  </a:lnTo>
                  <a:lnTo>
                    <a:pt x="714" y="908"/>
                  </a:lnTo>
                  <a:lnTo>
                    <a:pt x="629" y="911"/>
                  </a:lnTo>
                  <a:lnTo>
                    <a:pt x="543" y="908"/>
                  </a:lnTo>
                  <a:lnTo>
                    <a:pt x="459" y="901"/>
                  </a:lnTo>
                  <a:lnTo>
                    <a:pt x="378" y="888"/>
                  </a:lnTo>
                  <a:lnTo>
                    <a:pt x="300" y="872"/>
                  </a:lnTo>
                  <a:lnTo>
                    <a:pt x="224" y="851"/>
                  </a:lnTo>
                  <a:lnTo>
                    <a:pt x="150" y="827"/>
                  </a:lnTo>
                  <a:lnTo>
                    <a:pt x="80" y="798"/>
                  </a:lnTo>
                  <a:lnTo>
                    <a:pt x="13" y="766"/>
                  </a:lnTo>
                  <a:lnTo>
                    <a:pt x="6" y="723"/>
                  </a:lnTo>
                  <a:lnTo>
                    <a:pt x="1" y="679"/>
                  </a:lnTo>
                  <a:lnTo>
                    <a:pt x="0" y="635"/>
                  </a:lnTo>
                  <a:lnTo>
                    <a:pt x="3" y="573"/>
                  </a:lnTo>
                  <a:lnTo>
                    <a:pt x="11" y="513"/>
                  </a:lnTo>
                  <a:lnTo>
                    <a:pt x="25" y="456"/>
                  </a:lnTo>
                  <a:lnTo>
                    <a:pt x="43" y="400"/>
                  </a:lnTo>
                  <a:lnTo>
                    <a:pt x="67" y="348"/>
                  </a:lnTo>
                  <a:lnTo>
                    <a:pt x="96" y="298"/>
                  </a:lnTo>
                  <a:lnTo>
                    <a:pt x="127" y="250"/>
                  </a:lnTo>
                  <a:lnTo>
                    <a:pt x="164" y="206"/>
                  </a:lnTo>
                  <a:lnTo>
                    <a:pt x="205" y="166"/>
                  </a:lnTo>
                  <a:lnTo>
                    <a:pt x="248" y="129"/>
                  </a:lnTo>
                  <a:lnTo>
                    <a:pt x="295" y="96"/>
                  </a:lnTo>
                  <a:lnTo>
                    <a:pt x="344" y="68"/>
                  </a:lnTo>
                  <a:lnTo>
                    <a:pt x="397" y="44"/>
                  </a:lnTo>
                  <a:lnTo>
                    <a:pt x="452" y="26"/>
                  </a:lnTo>
                  <a:lnTo>
                    <a:pt x="510" y="11"/>
                  </a:lnTo>
                  <a:lnTo>
                    <a:pt x="568" y="3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E58D4232-961A-4215-B02A-901F7073C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825" y="581025"/>
              <a:ext cx="76200" cy="76200"/>
            </a:xfrm>
            <a:custGeom>
              <a:avLst/>
              <a:gdLst>
                <a:gd name="T0" fmla="*/ 332 w 664"/>
                <a:gd name="T1" fmla="*/ 0 h 670"/>
                <a:gd name="T2" fmla="*/ 377 w 664"/>
                <a:gd name="T3" fmla="*/ 4 h 670"/>
                <a:gd name="T4" fmla="*/ 420 w 664"/>
                <a:gd name="T5" fmla="*/ 13 h 670"/>
                <a:gd name="T6" fmla="*/ 462 w 664"/>
                <a:gd name="T7" fmla="*/ 27 h 670"/>
                <a:gd name="T8" fmla="*/ 500 w 664"/>
                <a:gd name="T9" fmla="*/ 47 h 670"/>
                <a:gd name="T10" fmla="*/ 535 w 664"/>
                <a:gd name="T11" fmla="*/ 70 h 670"/>
                <a:gd name="T12" fmla="*/ 567 w 664"/>
                <a:gd name="T13" fmla="*/ 99 h 670"/>
                <a:gd name="T14" fmla="*/ 595 w 664"/>
                <a:gd name="T15" fmla="*/ 131 h 670"/>
                <a:gd name="T16" fmla="*/ 619 w 664"/>
                <a:gd name="T17" fmla="*/ 167 h 670"/>
                <a:gd name="T18" fmla="*/ 638 w 664"/>
                <a:gd name="T19" fmla="*/ 205 h 670"/>
                <a:gd name="T20" fmla="*/ 653 w 664"/>
                <a:gd name="T21" fmla="*/ 247 h 670"/>
                <a:gd name="T22" fmla="*/ 661 w 664"/>
                <a:gd name="T23" fmla="*/ 290 h 670"/>
                <a:gd name="T24" fmla="*/ 664 w 664"/>
                <a:gd name="T25" fmla="*/ 335 h 670"/>
                <a:gd name="T26" fmla="*/ 661 w 664"/>
                <a:gd name="T27" fmla="*/ 380 h 670"/>
                <a:gd name="T28" fmla="*/ 653 w 664"/>
                <a:gd name="T29" fmla="*/ 425 h 670"/>
                <a:gd name="T30" fmla="*/ 638 w 664"/>
                <a:gd name="T31" fmla="*/ 466 h 670"/>
                <a:gd name="T32" fmla="*/ 619 w 664"/>
                <a:gd name="T33" fmla="*/ 504 h 670"/>
                <a:gd name="T34" fmla="*/ 595 w 664"/>
                <a:gd name="T35" fmla="*/ 540 h 670"/>
                <a:gd name="T36" fmla="*/ 567 w 664"/>
                <a:gd name="T37" fmla="*/ 571 h 670"/>
                <a:gd name="T38" fmla="*/ 535 w 664"/>
                <a:gd name="T39" fmla="*/ 600 h 670"/>
                <a:gd name="T40" fmla="*/ 500 w 664"/>
                <a:gd name="T41" fmla="*/ 624 h 670"/>
                <a:gd name="T42" fmla="*/ 462 w 664"/>
                <a:gd name="T43" fmla="*/ 643 h 670"/>
                <a:gd name="T44" fmla="*/ 420 w 664"/>
                <a:gd name="T45" fmla="*/ 658 h 670"/>
                <a:gd name="T46" fmla="*/ 377 w 664"/>
                <a:gd name="T47" fmla="*/ 667 h 670"/>
                <a:gd name="T48" fmla="*/ 332 w 664"/>
                <a:gd name="T49" fmla="*/ 670 h 670"/>
                <a:gd name="T50" fmla="*/ 287 w 664"/>
                <a:gd name="T51" fmla="*/ 667 h 670"/>
                <a:gd name="T52" fmla="*/ 244 w 664"/>
                <a:gd name="T53" fmla="*/ 658 h 670"/>
                <a:gd name="T54" fmla="*/ 203 w 664"/>
                <a:gd name="T55" fmla="*/ 643 h 670"/>
                <a:gd name="T56" fmla="*/ 164 w 664"/>
                <a:gd name="T57" fmla="*/ 624 h 670"/>
                <a:gd name="T58" fmla="*/ 130 w 664"/>
                <a:gd name="T59" fmla="*/ 600 h 670"/>
                <a:gd name="T60" fmla="*/ 98 w 664"/>
                <a:gd name="T61" fmla="*/ 571 h 670"/>
                <a:gd name="T62" fmla="*/ 70 w 664"/>
                <a:gd name="T63" fmla="*/ 540 h 670"/>
                <a:gd name="T64" fmla="*/ 45 w 664"/>
                <a:gd name="T65" fmla="*/ 504 h 670"/>
                <a:gd name="T66" fmla="*/ 27 w 664"/>
                <a:gd name="T67" fmla="*/ 466 h 670"/>
                <a:gd name="T68" fmla="*/ 12 w 664"/>
                <a:gd name="T69" fmla="*/ 425 h 670"/>
                <a:gd name="T70" fmla="*/ 3 w 664"/>
                <a:gd name="T71" fmla="*/ 380 h 670"/>
                <a:gd name="T72" fmla="*/ 0 w 664"/>
                <a:gd name="T73" fmla="*/ 335 h 670"/>
                <a:gd name="T74" fmla="*/ 3 w 664"/>
                <a:gd name="T75" fmla="*/ 290 h 670"/>
                <a:gd name="T76" fmla="*/ 12 w 664"/>
                <a:gd name="T77" fmla="*/ 247 h 670"/>
                <a:gd name="T78" fmla="*/ 27 w 664"/>
                <a:gd name="T79" fmla="*/ 205 h 670"/>
                <a:gd name="T80" fmla="*/ 45 w 664"/>
                <a:gd name="T81" fmla="*/ 167 h 670"/>
                <a:gd name="T82" fmla="*/ 70 w 664"/>
                <a:gd name="T83" fmla="*/ 131 h 670"/>
                <a:gd name="T84" fmla="*/ 98 w 664"/>
                <a:gd name="T85" fmla="*/ 99 h 670"/>
                <a:gd name="T86" fmla="*/ 130 w 664"/>
                <a:gd name="T87" fmla="*/ 70 h 670"/>
                <a:gd name="T88" fmla="*/ 164 w 664"/>
                <a:gd name="T89" fmla="*/ 47 h 670"/>
                <a:gd name="T90" fmla="*/ 203 w 664"/>
                <a:gd name="T91" fmla="*/ 27 h 670"/>
                <a:gd name="T92" fmla="*/ 244 w 664"/>
                <a:gd name="T93" fmla="*/ 13 h 670"/>
                <a:gd name="T94" fmla="*/ 287 w 664"/>
                <a:gd name="T95" fmla="*/ 4 h 670"/>
                <a:gd name="T96" fmla="*/ 332 w 664"/>
                <a:gd name="T97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64" h="670">
                  <a:moveTo>
                    <a:pt x="332" y="0"/>
                  </a:moveTo>
                  <a:lnTo>
                    <a:pt x="377" y="4"/>
                  </a:lnTo>
                  <a:lnTo>
                    <a:pt x="420" y="13"/>
                  </a:lnTo>
                  <a:lnTo>
                    <a:pt x="462" y="27"/>
                  </a:lnTo>
                  <a:lnTo>
                    <a:pt x="500" y="47"/>
                  </a:lnTo>
                  <a:lnTo>
                    <a:pt x="535" y="70"/>
                  </a:lnTo>
                  <a:lnTo>
                    <a:pt x="567" y="99"/>
                  </a:lnTo>
                  <a:lnTo>
                    <a:pt x="595" y="131"/>
                  </a:lnTo>
                  <a:lnTo>
                    <a:pt x="619" y="167"/>
                  </a:lnTo>
                  <a:lnTo>
                    <a:pt x="638" y="205"/>
                  </a:lnTo>
                  <a:lnTo>
                    <a:pt x="653" y="247"/>
                  </a:lnTo>
                  <a:lnTo>
                    <a:pt x="661" y="290"/>
                  </a:lnTo>
                  <a:lnTo>
                    <a:pt x="664" y="335"/>
                  </a:lnTo>
                  <a:lnTo>
                    <a:pt x="661" y="380"/>
                  </a:lnTo>
                  <a:lnTo>
                    <a:pt x="653" y="425"/>
                  </a:lnTo>
                  <a:lnTo>
                    <a:pt x="638" y="466"/>
                  </a:lnTo>
                  <a:lnTo>
                    <a:pt x="619" y="504"/>
                  </a:lnTo>
                  <a:lnTo>
                    <a:pt x="595" y="540"/>
                  </a:lnTo>
                  <a:lnTo>
                    <a:pt x="567" y="571"/>
                  </a:lnTo>
                  <a:lnTo>
                    <a:pt x="535" y="600"/>
                  </a:lnTo>
                  <a:lnTo>
                    <a:pt x="500" y="624"/>
                  </a:lnTo>
                  <a:lnTo>
                    <a:pt x="462" y="643"/>
                  </a:lnTo>
                  <a:lnTo>
                    <a:pt x="420" y="658"/>
                  </a:lnTo>
                  <a:lnTo>
                    <a:pt x="377" y="667"/>
                  </a:lnTo>
                  <a:lnTo>
                    <a:pt x="332" y="670"/>
                  </a:lnTo>
                  <a:lnTo>
                    <a:pt x="287" y="667"/>
                  </a:lnTo>
                  <a:lnTo>
                    <a:pt x="244" y="658"/>
                  </a:lnTo>
                  <a:lnTo>
                    <a:pt x="203" y="643"/>
                  </a:lnTo>
                  <a:lnTo>
                    <a:pt x="164" y="624"/>
                  </a:lnTo>
                  <a:lnTo>
                    <a:pt x="130" y="600"/>
                  </a:lnTo>
                  <a:lnTo>
                    <a:pt x="98" y="571"/>
                  </a:lnTo>
                  <a:lnTo>
                    <a:pt x="70" y="540"/>
                  </a:lnTo>
                  <a:lnTo>
                    <a:pt x="45" y="504"/>
                  </a:lnTo>
                  <a:lnTo>
                    <a:pt x="27" y="466"/>
                  </a:lnTo>
                  <a:lnTo>
                    <a:pt x="12" y="425"/>
                  </a:lnTo>
                  <a:lnTo>
                    <a:pt x="3" y="380"/>
                  </a:lnTo>
                  <a:lnTo>
                    <a:pt x="0" y="335"/>
                  </a:lnTo>
                  <a:lnTo>
                    <a:pt x="3" y="290"/>
                  </a:lnTo>
                  <a:lnTo>
                    <a:pt x="12" y="247"/>
                  </a:lnTo>
                  <a:lnTo>
                    <a:pt x="27" y="205"/>
                  </a:lnTo>
                  <a:lnTo>
                    <a:pt x="45" y="167"/>
                  </a:lnTo>
                  <a:lnTo>
                    <a:pt x="70" y="131"/>
                  </a:lnTo>
                  <a:lnTo>
                    <a:pt x="98" y="99"/>
                  </a:lnTo>
                  <a:lnTo>
                    <a:pt x="130" y="70"/>
                  </a:lnTo>
                  <a:lnTo>
                    <a:pt x="164" y="47"/>
                  </a:lnTo>
                  <a:lnTo>
                    <a:pt x="203" y="27"/>
                  </a:lnTo>
                  <a:lnTo>
                    <a:pt x="244" y="13"/>
                  </a:lnTo>
                  <a:lnTo>
                    <a:pt x="287" y="4"/>
                  </a:lnTo>
                  <a:lnTo>
                    <a:pt x="3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12EF2891-CFEE-44F0-A72F-5236F1E98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738" y="395288"/>
              <a:ext cx="220663" cy="174625"/>
            </a:xfrm>
            <a:custGeom>
              <a:avLst/>
              <a:gdLst>
                <a:gd name="T0" fmla="*/ 267 w 1955"/>
                <a:gd name="T1" fmla="*/ 0 h 1552"/>
                <a:gd name="T2" fmla="*/ 1687 w 1955"/>
                <a:gd name="T3" fmla="*/ 0 h 1552"/>
                <a:gd name="T4" fmla="*/ 1727 w 1955"/>
                <a:gd name="T5" fmla="*/ 3 h 1552"/>
                <a:gd name="T6" fmla="*/ 1764 w 1955"/>
                <a:gd name="T7" fmla="*/ 12 h 1552"/>
                <a:gd name="T8" fmla="*/ 1800 w 1955"/>
                <a:gd name="T9" fmla="*/ 25 h 1552"/>
                <a:gd name="T10" fmla="*/ 1833 w 1955"/>
                <a:gd name="T11" fmla="*/ 43 h 1552"/>
                <a:gd name="T12" fmla="*/ 1862 w 1955"/>
                <a:gd name="T13" fmla="*/ 66 h 1552"/>
                <a:gd name="T14" fmla="*/ 1889 w 1955"/>
                <a:gd name="T15" fmla="*/ 93 h 1552"/>
                <a:gd name="T16" fmla="*/ 1912 w 1955"/>
                <a:gd name="T17" fmla="*/ 122 h 1552"/>
                <a:gd name="T18" fmla="*/ 1929 w 1955"/>
                <a:gd name="T19" fmla="*/ 156 h 1552"/>
                <a:gd name="T20" fmla="*/ 1944 w 1955"/>
                <a:gd name="T21" fmla="*/ 192 h 1552"/>
                <a:gd name="T22" fmla="*/ 1952 w 1955"/>
                <a:gd name="T23" fmla="*/ 230 h 1552"/>
                <a:gd name="T24" fmla="*/ 1955 w 1955"/>
                <a:gd name="T25" fmla="*/ 270 h 1552"/>
                <a:gd name="T26" fmla="*/ 1955 w 1955"/>
                <a:gd name="T27" fmla="*/ 811 h 1552"/>
                <a:gd name="T28" fmla="*/ 1952 w 1955"/>
                <a:gd name="T29" fmla="*/ 851 h 1552"/>
                <a:gd name="T30" fmla="*/ 1944 w 1955"/>
                <a:gd name="T31" fmla="*/ 889 h 1552"/>
                <a:gd name="T32" fmla="*/ 1929 w 1955"/>
                <a:gd name="T33" fmla="*/ 924 h 1552"/>
                <a:gd name="T34" fmla="*/ 1912 w 1955"/>
                <a:gd name="T35" fmla="*/ 958 h 1552"/>
                <a:gd name="T36" fmla="*/ 1889 w 1955"/>
                <a:gd name="T37" fmla="*/ 988 h 1552"/>
                <a:gd name="T38" fmla="*/ 1862 w 1955"/>
                <a:gd name="T39" fmla="*/ 1015 h 1552"/>
                <a:gd name="T40" fmla="*/ 1833 w 1955"/>
                <a:gd name="T41" fmla="*/ 1037 h 1552"/>
                <a:gd name="T42" fmla="*/ 1800 w 1955"/>
                <a:gd name="T43" fmla="*/ 1056 h 1552"/>
                <a:gd name="T44" fmla="*/ 1765 w 1955"/>
                <a:gd name="T45" fmla="*/ 1070 h 1552"/>
                <a:gd name="T46" fmla="*/ 1727 w 1955"/>
                <a:gd name="T47" fmla="*/ 1079 h 1552"/>
                <a:gd name="T48" fmla="*/ 1688 w 1955"/>
                <a:gd name="T49" fmla="*/ 1082 h 1552"/>
                <a:gd name="T50" fmla="*/ 736 w 1955"/>
                <a:gd name="T51" fmla="*/ 1082 h 1552"/>
                <a:gd name="T52" fmla="*/ 270 w 1955"/>
                <a:gd name="T53" fmla="*/ 1552 h 1552"/>
                <a:gd name="T54" fmla="*/ 270 w 1955"/>
                <a:gd name="T55" fmla="*/ 1082 h 1552"/>
                <a:gd name="T56" fmla="*/ 230 w 1955"/>
                <a:gd name="T57" fmla="*/ 1079 h 1552"/>
                <a:gd name="T58" fmla="*/ 192 w 1955"/>
                <a:gd name="T59" fmla="*/ 1070 h 1552"/>
                <a:gd name="T60" fmla="*/ 156 w 1955"/>
                <a:gd name="T61" fmla="*/ 1057 h 1552"/>
                <a:gd name="T62" fmla="*/ 122 w 1955"/>
                <a:gd name="T63" fmla="*/ 1038 h 1552"/>
                <a:gd name="T64" fmla="*/ 93 w 1955"/>
                <a:gd name="T65" fmla="*/ 1016 h 1552"/>
                <a:gd name="T66" fmla="*/ 66 w 1955"/>
                <a:gd name="T67" fmla="*/ 989 h 1552"/>
                <a:gd name="T68" fmla="*/ 43 w 1955"/>
                <a:gd name="T69" fmla="*/ 958 h 1552"/>
                <a:gd name="T70" fmla="*/ 25 w 1955"/>
                <a:gd name="T71" fmla="*/ 926 h 1552"/>
                <a:gd name="T72" fmla="*/ 11 w 1955"/>
                <a:gd name="T73" fmla="*/ 890 h 1552"/>
                <a:gd name="T74" fmla="*/ 2 w 1955"/>
                <a:gd name="T75" fmla="*/ 852 h 1552"/>
                <a:gd name="T76" fmla="*/ 0 w 1955"/>
                <a:gd name="T77" fmla="*/ 812 h 1552"/>
                <a:gd name="T78" fmla="*/ 0 w 1955"/>
                <a:gd name="T79" fmla="*/ 270 h 1552"/>
                <a:gd name="T80" fmla="*/ 2 w 1955"/>
                <a:gd name="T81" fmla="*/ 230 h 1552"/>
                <a:gd name="T82" fmla="*/ 11 w 1955"/>
                <a:gd name="T83" fmla="*/ 192 h 1552"/>
                <a:gd name="T84" fmla="*/ 25 w 1955"/>
                <a:gd name="T85" fmla="*/ 156 h 1552"/>
                <a:gd name="T86" fmla="*/ 43 w 1955"/>
                <a:gd name="T87" fmla="*/ 122 h 1552"/>
                <a:gd name="T88" fmla="*/ 66 w 1955"/>
                <a:gd name="T89" fmla="*/ 93 h 1552"/>
                <a:gd name="T90" fmla="*/ 92 w 1955"/>
                <a:gd name="T91" fmla="*/ 66 h 1552"/>
                <a:gd name="T92" fmla="*/ 121 w 1955"/>
                <a:gd name="T93" fmla="*/ 43 h 1552"/>
                <a:gd name="T94" fmla="*/ 155 w 1955"/>
                <a:gd name="T95" fmla="*/ 25 h 1552"/>
                <a:gd name="T96" fmla="*/ 190 w 1955"/>
                <a:gd name="T97" fmla="*/ 12 h 1552"/>
                <a:gd name="T98" fmla="*/ 228 w 1955"/>
                <a:gd name="T99" fmla="*/ 3 h 1552"/>
                <a:gd name="T100" fmla="*/ 267 w 1955"/>
                <a:gd name="T101" fmla="*/ 0 h 1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55" h="1552">
                  <a:moveTo>
                    <a:pt x="267" y="0"/>
                  </a:moveTo>
                  <a:lnTo>
                    <a:pt x="1687" y="0"/>
                  </a:lnTo>
                  <a:lnTo>
                    <a:pt x="1727" y="3"/>
                  </a:lnTo>
                  <a:lnTo>
                    <a:pt x="1764" y="12"/>
                  </a:lnTo>
                  <a:lnTo>
                    <a:pt x="1800" y="25"/>
                  </a:lnTo>
                  <a:lnTo>
                    <a:pt x="1833" y="43"/>
                  </a:lnTo>
                  <a:lnTo>
                    <a:pt x="1862" y="66"/>
                  </a:lnTo>
                  <a:lnTo>
                    <a:pt x="1889" y="93"/>
                  </a:lnTo>
                  <a:lnTo>
                    <a:pt x="1912" y="122"/>
                  </a:lnTo>
                  <a:lnTo>
                    <a:pt x="1929" y="156"/>
                  </a:lnTo>
                  <a:lnTo>
                    <a:pt x="1944" y="192"/>
                  </a:lnTo>
                  <a:lnTo>
                    <a:pt x="1952" y="230"/>
                  </a:lnTo>
                  <a:lnTo>
                    <a:pt x="1955" y="270"/>
                  </a:lnTo>
                  <a:lnTo>
                    <a:pt x="1955" y="811"/>
                  </a:lnTo>
                  <a:lnTo>
                    <a:pt x="1952" y="851"/>
                  </a:lnTo>
                  <a:lnTo>
                    <a:pt x="1944" y="889"/>
                  </a:lnTo>
                  <a:lnTo>
                    <a:pt x="1929" y="924"/>
                  </a:lnTo>
                  <a:lnTo>
                    <a:pt x="1912" y="958"/>
                  </a:lnTo>
                  <a:lnTo>
                    <a:pt x="1889" y="988"/>
                  </a:lnTo>
                  <a:lnTo>
                    <a:pt x="1862" y="1015"/>
                  </a:lnTo>
                  <a:lnTo>
                    <a:pt x="1833" y="1037"/>
                  </a:lnTo>
                  <a:lnTo>
                    <a:pt x="1800" y="1056"/>
                  </a:lnTo>
                  <a:lnTo>
                    <a:pt x="1765" y="1070"/>
                  </a:lnTo>
                  <a:lnTo>
                    <a:pt x="1727" y="1079"/>
                  </a:lnTo>
                  <a:lnTo>
                    <a:pt x="1688" y="1082"/>
                  </a:lnTo>
                  <a:lnTo>
                    <a:pt x="736" y="1082"/>
                  </a:lnTo>
                  <a:lnTo>
                    <a:pt x="270" y="1552"/>
                  </a:lnTo>
                  <a:lnTo>
                    <a:pt x="270" y="1082"/>
                  </a:lnTo>
                  <a:lnTo>
                    <a:pt x="230" y="1079"/>
                  </a:lnTo>
                  <a:lnTo>
                    <a:pt x="192" y="1070"/>
                  </a:lnTo>
                  <a:lnTo>
                    <a:pt x="156" y="1057"/>
                  </a:lnTo>
                  <a:lnTo>
                    <a:pt x="122" y="1038"/>
                  </a:lnTo>
                  <a:lnTo>
                    <a:pt x="93" y="1016"/>
                  </a:lnTo>
                  <a:lnTo>
                    <a:pt x="66" y="989"/>
                  </a:lnTo>
                  <a:lnTo>
                    <a:pt x="43" y="958"/>
                  </a:lnTo>
                  <a:lnTo>
                    <a:pt x="25" y="926"/>
                  </a:lnTo>
                  <a:lnTo>
                    <a:pt x="11" y="890"/>
                  </a:lnTo>
                  <a:lnTo>
                    <a:pt x="2" y="852"/>
                  </a:lnTo>
                  <a:lnTo>
                    <a:pt x="0" y="812"/>
                  </a:lnTo>
                  <a:lnTo>
                    <a:pt x="0" y="270"/>
                  </a:lnTo>
                  <a:lnTo>
                    <a:pt x="2" y="230"/>
                  </a:lnTo>
                  <a:lnTo>
                    <a:pt x="11" y="192"/>
                  </a:lnTo>
                  <a:lnTo>
                    <a:pt x="25" y="156"/>
                  </a:lnTo>
                  <a:lnTo>
                    <a:pt x="43" y="122"/>
                  </a:lnTo>
                  <a:lnTo>
                    <a:pt x="66" y="93"/>
                  </a:lnTo>
                  <a:lnTo>
                    <a:pt x="92" y="66"/>
                  </a:lnTo>
                  <a:lnTo>
                    <a:pt x="121" y="43"/>
                  </a:lnTo>
                  <a:lnTo>
                    <a:pt x="155" y="25"/>
                  </a:lnTo>
                  <a:lnTo>
                    <a:pt x="190" y="12"/>
                  </a:lnTo>
                  <a:lnTo>
                    <a:pt x="228" y="3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F529AE2-6D00-4117-83A9-D1FA4C1470B2}"/>
              </a:ext>
            </a:extLst>
          </p:cNvPr>
          <p:cNvGrpSpPr/>
          <p:nvPr/>
        </p:nvGrpSpPr>
        <p:grpSpPr>
          <a:xfrm>
            <a:off x="5635699" y="680867"/>
            <a:ext cx="301340" cy="310355"/>
            <a:chOff x="4579938" y="360363"/>
            <a:chExt cx="371474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0" name="Rectangle 64">
              <a:extLst>
                <a:ext uri="{FF2B5EF4-FFF2-40B4-BE49-F238E27FC236}">
                  <a16:creationId xmlns:a16="http://schemas.microsoft.com/office/drawing/2014/main" id="{A0E86E86-9FBA-44BD-981F-AA1D37159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0" y="438150"/>
              <a:ext cx="61912" cy="3048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" name="Rectangle 65">
              <a:extLst>
                <a:ext uri="{FF2B5EF4-FFF2-40B4-BE49-F238E27FC236}">
                  <a16:creationId xmlns:a16="http://schemas.microsoft.com/office/drawing/2014/main" id="{AC0074B4-8C51-44D8-965B-F6C8B3777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075" y="438150"/>
              <a:ext cx="204787" cy="3048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" name="Rectangle 66">
              <a:extLst>
                <a:ext uri="{FF2B5EF4-FFF2-40B4-BE49-F238E27FC236}">
                  <a16:creationId xmlns:a16="http://schemas.microsoft.com/office/drawing/2014/main" id="{5A0444A2-C11C-41E5-815E-F9C771273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9938" y="438150"/>
              <a:ext cx="63500" cy="3048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" name="Freeform 67">
              <a:extLst>
                <a:ext uri="{FF2B5EF4-FFF2-40B4-BE49-F238E27FC236}">
                  <a16:creationId xmlns:a16="http://schemas.microsoft.com/office/drawing/2014/main" id="{6D7C6D7B-D8DA-4ED5-83C4-D1A3B1AB0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650" y="360363"/>
              <a:ext cx="146050" cy="57150"/>
            </a:xfrm>
            <a:custGeom>
              <a:avLst/>
              <a:gdLst>
                <a:gd name="T0" fmla="*/ 89 w 1295"/>
                <a:gd name="T1" fmla="*/ 0 h 503"/>
                <a:gd name="T2" fmla="*/ 1206 w 1295"/>
                <a:gd name="T3" fmla="*/ 0 h 503"/>
                <a:gd name="T4" fmla="*/ 1230 w 1295"/>
                <a:gd name="T5" fmla="*/ 3 h 503"/>
                <a:gd name="T6" fmla="*/ 1251 w 1295"/>
                <a:gd name="T7" fmla="*/ 12 h 503"/>
                <a:gd name="T8" fmla="*/ 1268 w 1295"/>
                <a:gd name="T9" fmla="*/ 26 h 503"/>
                <a:gd name="T10" fmla="*/ 1283 w 1295"/>
                <a:gd name="T11" fmla="*/ 44 h 503"/>
                <a:gd name="T12" fmla="*/ 1291 w 1295"/>
                <a:gd name="T13" fmla="*/ 64 h 503"/>
                <a:gd name="T14" fmla="*/ 1295 w 1295"/>
                <a:gd name="T15" fmla="*/ 88 h 503"/>
                <a:gd name="T16" fmla="*/ 1295 w 1295"/>
                <a:gd name="T17" fmla="*/ 503 h 503"/>
                <a:gd name="T18" fmla="*/ 1117 w 1295"/>
                <a:gd name="T19" fmla="*/ 503 h 503"/>
                <a:gd name="T20" fmla="*/ 1117 w 1295"/>
                <a:gd name="T21" fmla="*/ 177 h 503"/>
                <a:gd name="T22" fmla="*/ 176 w 1295"/>
                <a:gd name="T23" fmla="*/ 177 h 503"/>
                <a:gd name="T24" fmla="*/ 176 w 1295"/>
                <a:gd name="T25" fmla="*/ 503 h 503"/>
                <a:gd name="T26" fmla="*/ 0 w 1295"/>
                <a:gd name="T27" fmla="*/ 503 h 503"/>
                <a:gd name="T28" fmla="*/ 0 w 1295"/>
                <a:gd name="T29" fmla="*/ 88 h 503"/>
                <a:gd name="T30" fmla="*/ 4 w 1295"/>
                <a:gd name="T31" fmla="*/ 64 h 503"/>
                <a:gd name="T32" fmla="*/ 12 w 1295"/>
                <a:gd name="T33" fmla="*/ 44 h 503"/>
                <a:gd name="T34" fmla="*/ 26 w 1295"/>
                <a:gd name="T35" fmla="*/ 26 h 503"/>
                <a:gd name="T36" fmla="*/ 44 w 1295"/>
                <a:gd name="T37" fmla="*/ 12 h 503"/>
                <a:gd name="T38" fmla="*/ 65 w 1295"/>
                <a:gd name="T39" fmla="*/ 3 h 503"/>
                <a:gd name="T40" fmla="*/ 89 w 1295"/>
                <a:gd name="T41" fmla="*/ 0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5" h="503">
                  <a:moveTo>
                    <a:pt x="89" y="0"/>
                  </a:moveTo>
                  <a:lnTo>
                    <a:pt x="1206" y="0"/>
                  </a:lnTo>
                  <a:lnTo>
                    <a:pt x="1230" y="3"/>
                  </a:lnTo>
                  <a:lnTo>
                    <a:pt x="1251" y="12"/>
                  </a:lnTo>
                  <a:lnTo>
                    <a:pt x="1268" y="26"/>
                  </a:lnTo>
                  <a:lnTo>
                    <a:pt x="1283" y="44"/>
                  </a:lnTo>
                  <a:lnTo>
                    <a:pt x="1291" y="64"/>
                  </a:lnTo>
                  <a:lnTo>
                    <a:pt x="1295" y="88"/>
                  </a:lnTo>
                  <a:lnTo>
                    <a:pt x="1295" y="503"/>
                  </a:lnTo>
                  <a:lnTo>
                    <a:pt x="1117" y="503"/>
                  </a:lnTo>
                  <a:lnTo>
                    <a:pt x="1117" y="177"/>
                  </a:lnTo>
                  <a:lnTo>
                    <a:pt x="176" y="177"/>
                  </a:lnTo>
                  <a:lnTo>
                    <a:pt x="176" y="503"/>
                  </a:lnTo>
                  <a:lnTo>
                    <a:pt x="0" y="503"/>
                  </a:lnTo>
                  <a:lnTo>
                    <a:pt x="0" y="88"/>
                  </a:lnTo>
                  <a:lnTo>
                    <a:pt x="4" y="64"/>
                  </a:lnTo>
                  <a:lnTo>
                    <a:pt x="12" y="44"/>
                  </a:lnTo>
                  <a:lnTo>
                    <a:pt x="26" y="26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09CD307-38B2-4CA7-8D83-52D0A104B6F2}"/>
              </a:ext>
            </a:extLst>
          </p:cNvPr>
          <p:cNvGrpSpPr/>
          <p:nvPr/>
        </p:nvGrpSpPr>
        <p:grpSpPr>
          <a:xfrm>
            <a:off x="6333522" y="680866"/>
            <a:ext cx="280737" cy="310356"/>
            <a:chOff x="5083175" y="390525"/>
            <a:chExt cx="3460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5" name="Rectangle 72">
              <a:extLst>
                <a:ext uri="{FF2B5EF4-FFF2-40B4-BE49-F238E27FC236}">
                  <a16:creationId xmlns:a16="http://schemas.microsoft.com/office/drawing/2014/main" id="{309AD6AA-5456-474D-8B54-CBB1726DC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525" y="631825"/>
              <a:ext cx="84138" cy="14128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6" name="Rectangle 73">
              <a:extLst>
                <a:ext uri="{FF2B5EF4-FFF2-40B4-BE49-F238E27FC236}">
                  <a16:creationId xmlns:a16="http://schemas.microsoft.com/office/drawing/2014/main" id="{C5A08F3F-957E-4A46-B984-66FA5BA53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1763" y="584200"/>
              <a:ext cx="84138" cy="1889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7" name="Rectangle 74">
              <a:extLst>
                <a:ext uri="{FF2B5EF4-FFF2-40B4-BE49-F238E27FC236}">
                  <a16:creationId xmlns:a16="http://schemas.microsoft.com/office/drawing/2014/main" id="{DDE8321E-633A-4463-A9DB-E72A1EABD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413" y="520700"/>
              <a:ext cx="84138" cy="2524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8" name="Freeform 75">
              <a:extLst>
                <a:ext uri="{FF2B5EF4-FFF2-40B4-BE49-F238E27FC236}">
                  <a16:creationId xmlns:a16="http://schemas.microsoft.com/office/drawing/2014/main" id="{7D8BCEB5-2FF5-4CBB-A6CC-30B7D0827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3175" y="474663"/>
              <a:ext cx="219075" cy="111125"/>
            </a:xfrm>
            <a:custGeom>
              <a:avLst/>
              <a:gdLst>
                <a:gd name="T0" fmla="*/ 1545 w 1934"/>
                <a:gd name="T1" fmla="*/ 0 h 991"/>
                <a:gd name="T2" fmla="*/ 1567 w 1934"/>
                <a:gd name="T3" fmla="*/ 3 h 991"/>
                <a:gd name="T4" fmla="*/ 1875 w 1934"/>
                <a:gd name="T5" fmla="*/ 99 h 991"/>
                <a:gd name="T6" fmla="*/ 1893 w 1934"/>
                <a:gd name="T7" fmla="*/ 108 h 991"/>
                <a:gd name="T8" fmla="*/ 1908 w 1934"/>
                <a:gd name="T9" fmla="*/ 119 h 991"/>
                <a:gd name="T10" fmla="*/ 1920 w 1934"/>
                <a:gd name="T11" fmla="*/ 134 h 991"/>
                <a:gd name="T12" fmla="*/ 1928 w 1934"/>
                <a:gd name="T13" fmla="*/ 150 h 991"/>
                <a:gd name="T14" fmla="*/ 1934 w 1934"/>
                <a:gd name="T15" fmla="*/ 169 h 991"/>
                <a:gd name="T16" fmla="*/ 1934 w 1934"/>
                <a:gd name="T17" fmla="*/ 188 h 991"/>
                <a:gd name="T18" fmla="*/ 1930 w 1934"/>
                <a:gd name="T19" fmla="*/ 208 h 991"/>
                <a:gd name="T20" fmla="*/ 1828 w 1934"/>
                <a:gd name="T21" fmla="*/ 507 h 991"/>
                <a:gd name="T22" fmla="*/ 1820 w 1934"/>
                <a:gd name="T23" fmla="*/ 526 h 991"/>
                <a:gd name="T24" fmla="*/ 1807 w 1934"/>
                <a:gd name="T25" fmla="*/ 540 h 991"/>
                <a:gd name="T26" fmla="*/ 1790 w 1934"/>
                <a:gd name="T27" fmla="*/ 551 h 991"/>
                <a:gd name="T28" fmla="*/ 1772 w 1934"/>
                <a:gd name="T29" fmla="*/ 557 h 991"/>
                <a:gd name="T30" fmla="*/ 1752 w 1934"/>
                <a:gd name="T31" fmla="*/ 558 h 991"/>
                <a:gd name="T32" fmla="*/ 1732 w 1934"/>
                <a:gd name="T33" fmla="*/ 554 h 991"/>
                <a:gd name="T34" fmla="*/ 1716 w 1934"/>
                <a:gd name="T35" fmla="*/ 547 h 991"/>
                <a:gd name="T36" fmla="*/ 1703 w 1934"/>
                <a:gd name="T37" fmla="*/ 536 h 991"/>
                <a:gd name="T38" fmla="*/ 1693 w 1934"/>
                <a:gd name="T39" fmla="*/ 523 h 991"/>
                <a:gd name="T40" fmla="*/ 1686 w 1934"/>
                <a:gd name="T41" fmla="*/ 507 h 991"/>
                <a:gd name="T42" fmla="*/ 1682 w 1934"/>
                <a:gd name="T43" fmla="*/ 491 h 991"/>
                <a:gd name="T44" fmla="*/ 1682 w 1934"/>
                <a:gd name="T45" fmla="*/ 475 h 991"/>
                <a:gd name="T46" fmla="*/ 1686 w 1934"/>
                <a:gd name="T47" fmla="*/ 457 h 991"/>
                <a:gd name="T48" fmla="*/ 1736 w 1934"/>
                <a:gd name="T49" fmla="*/ 319 h 991"/>
                <a:gd name="T50" fmla="*/ 107 w 1934"/>
                <a:gd name="T51" fmla="*/ 986 h 991"/>
                <a:gd name="T52" fmla="*/ 86 w 1934"/>
                <a:gd name="T53" fmla="*/ 991 h 991"/>
                <a:gd name="T54" fmla="*/ 67 w 1934"/>
                <a:gd name="T55" fmla="*/ 990 h 991"/>
                <a:gd name="T56" fmla="*/ 47 w 1934"/>
                <a:gd name="T57" fmla="*/ 985 h 991"/>
                <a:gd name="T58" fmla="*/ 31 w 1934"/>
                <a:gd name="T59" fmla="*/ 976 h 991"/>
                <a:gd name="T60" fmla="*/ 16 w 1934"/>
                <a:gd name="T61" fmla="*/ 961 h 991"/>
                <a:gd name="T62" fmla="*/ 5 w 1934"/>
                <a:gd name="T63" fmla="*/ 944 h 991"/>
                <a:gd name="T64" fmla="*/ 0 w 1934"/>
                <a:gd name="T65" fmla="*/ 923 h 991"/>
                <a:gd name="T66" fmla="*/ 1 w 1934"/>
                <a:gd name="T67" fmla="*/ 904 h 991"/>
                <a:gd name="T68" fmla="*/ 6 w 1934"/>
                <a:gd name="T69" fmla="*/ 885 h 991"/>
                <a:gd name="T70" fmla="*/ 15 w 1934"/>
                <a:gd name="T71" fmla="*/ 867 h 991"/>
                <a:gd name="T72" fmla="*/ 30 w 1934"/>
                <a:gd name="T73" fmla="*/ 853 h 991"/>
                <a:gd name="T74" fmla="*/ 48 w 1934"/>
                <a:gd name="T75" fmla="*/ 843 h 991"/>
                <a:gd name="T76" fmla="*/ 1645 w 1934"/>
                <a:gd name="T77" fmla="*/ 184 h 991"/>
                <a:gd name="T78" fmla="*/ 1521 w 1934"/>
                <a:gd name="T79" fmla="*/ 147 h 991"/>
                <a:gd name="T80" fmla="*/ 1502 w 1934"/>
                <a:gd name="T81" fmla="*/ 139 h 991"/>
                <a:gd name="T82" fmla="*/ 1487 w 1934"/>
                <a:gd name="T83" fmla="*/ 128 h 991"/>
                <a:gd name="T84" fmla="*/ 1476 w 1934"/>
                <a:gd name="T85" fmla="*/ 112 h 991"/>
                <a:gd name="T86" fmla="*/ 1469 w 1934"/>
                <a:gd name="T87" fmla="*/ 93 h 991"/>
                <a:gd name="T88" fmla="*/ 1467 w 1934"/>
                <a:gd name="T89" fmla="*/ 74 h 991"/>
                <a:gd name="T90" fmla="*/ 1470 w 1934"/>
                <a:gd name="T91" fmla="*/ 53 h 991"/>
                <a:gd name="T92" fmla="*/ 1479 w 1934"/>
                <a:gd name="T93" fmla="*/ 36 h 991"/>
                <a:gd name="T94" fmla="*/ 1491 w 1934"/>
                <a:gd name="T95" fmla="*/ 21 h 991"/>
                <a:gd name="T96" fmla="*/ 1508 w 1934"/>
                <a:gd name="T97" fmla="*/ 9 h 991"/>
                <a:gd name="T98" fmla="*/ 1525 w 1934"/>
                <a:gd name="T99" fmla="*/ 2 h 991"/>
                <a:gd name="T100" fmla="*/ 1545 w 1934"/>
                <a:gd name="T101" fmla="*/ 0 h 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34" h="991">
                  <a:moveTo>
                    <a:pt x="1545" y="0"/>
                  </a:moveTo>
                  <a:lnTo>
                    <a:pt x="1567" y="3"/>
                  </a:lnTo>
                  <a:lnTo>
                    <a:pt x="1875" y="99"/>
                  </a:lnTo>
                  <a:lnTo>
                    <a:pt x="1893" y="108"/>
                  </a:lnTo>
                  <a:lnTo>
                    <a:pt x="1908" y="119"/>
                  </a:lnTo>
                  <a:lnTo>
                    <a:pt x="1920" y="134"/>
                  </a:lnTo>
                  <a:lnTo>
                    <a:pt x="1928" y="150"/>
                  </a:lnTo>
                  <a:lnTo>
                    <a:pt x="1934" y="169"/>
                  </a:lnTo>
                  <a:lnTo>
                    <a:pt x="1934" y="188"/>
                  </a:lnTo>
                  <a:lnTo>
                    <a:pt x="1930" y="208"/>
                  </a:lnTo>
                  <a:lnTo>
                    <a:pt x="1828" y="507"/>
                  </a:lnTo>
                  <a:lnTo>
                    <a:pt x="1820" y="526"/>
                  </a:lnTo>
                  <a:lnTo>
                    <a:pt x="1807" y="540"/>
                  </a:lnTo>
                  <a:lnTo>
                    <a:pt x="1790" y="551"/>
                  </a:lnTo>
                  <a:lnTo>
                    <a:pt x="1772" y="557"/>
                  </a:lnTo>
                  <a:lnTo>
                    <a:pt x="1752" y="558"/>
                  </a:lnTo>
                  <a:lnTo>
                    <a:pt x="1732" y="554"/>
                  </a:lnTo>
                  <a:lnTo>
                    <a:pt x="1716" y="547"/>
                  </a:lnTo>
                  <a:lnTo>
                    <a:pt x="1703" y="536"/>
                  </a:lnTo>
                  <a:lnTo>
                    <a:pt x="1693" y="523"/>
                  </a:lnTo>
                  <a:lnTo>
                    <a:pt x="1686" y="507"/>
                  </a:lnTo>
                  <a:lnTo>
                    <a:pt x="1682" y="491"/>
                  </a:lnTo>
                  <a:lnTo>
                    <a:pt x="1682" y="475"/>
                  </a:lnTo>
                  <a:lnTo>
                    <a:pt x="1686" y="457"/>
                  </a:lnTo>
                  <a:lnTo>
                    <a:pt x="1736" y="319"/>
                  </a:lnTo>
                  <a:lnTo>
                    <a:pt x="107" y="986"/>
                  </a:lnTo>
                  <a:lnTo>
                    <a:pt x="86" y="991"/>
                  </a:lnTo>
                  <a:lnTo>
                    <a:pt x="67" y="990"/>
                  </a:lnTo>
                  <a:lnTo>
                    <a:pt x="47" y="985"/>
                  </a:lnTo>
                  <a:lnTo>
                    <a:pt x="31" y="976"/>
                  </a:lnTo>
                  <a:lnTo>
                    <a:pt x="16" y="961"/>
                  </a:lnTo>
                  <a:lnTo>
                    <a:pt x="5" y="944"/>
                  </a:lnTo>
                  <a:lnTo>
                    <a:pt x="0" y="923"/>
                  </a:lnTo>
                  <a:lnTo>
                    <a:pt x="1" y="904"/>
                  </a:lnTo>
                  <a:lnTo>
                    <a:pt x="6" y="885"/>
                  </a:lnTo>
                  <a:lnTo>
                    <a:pt x="15" y="867"/>
                  </a:lnTo>
                  <a:lnTo>
                    <a:pt x="30" y="853"/>
                  </a:lnTo>
                  <a:lnTo>
                    <a:pt x="48" y="843"/>
                  </a:lnTo>
                  <a:lnTo>
                    <a:pt x="1645" y="184"/>
                  </a:lnTo>
                  <a:lnTo>
                    <a:pt x="1521" y="147"/>
                  </a:lnTo>
                  <a:lnTo>
                    <a:pt x="1502" y="139"/>
                  </a:lnTo>
                  <a:lnTo>
                    <a:pt x="1487" y="128"/>
                  </a:lnTo>
                  <a:lnTo>
                    <a:pt x="1476" y="112"/>
                  </a:lnTo>
                  <a:lnTo>
                    <a:pt x="1469" y="93"/>
                  </a:lnTo>
                  <a:lnTo>
                    <a:pt x="1467" y="74"/>
                  </a:lnTo>
                  <a:lnTo>
                    <a:pt x="1470" y="53"/>
                  </a:lnTo>
                  <a:lnTo>
                    <a:pt x="1479" y="36"/>
                  </a:lnTo>
                  <a:lnTo>
                    <a:pt x="1491" y="21"/>
                  </a:lnTo>
                  <a:lnTo>
                    <a:pt x="1508" y="9"/>
                  </a:lnTo>
                  <a:lnTo>
                    <a:pt x="1525" y="2"/>
                  </a:lnTo>
                  <a:lnTo>
                    <a:pt x="15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9" name="Freeform 76">
              <a:extLst>
                <a:ext uri="{FF2B5EF4-FFF2-40B4-BE49-F238E27FC236}">
                  <a16:creationId xmlns:a16="http://schemas.microsoft.com/office/drawing/2014/main" id="{4B44C320-5182-421E-97DE-BE93EA2FAD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1300" y="390525"/>
              <a:ext cx="107950" cy="107950"/>
            </a:xfrm>
            <a:custGeom>
              <a:avLst/>
              <a:gdLst>
                <a:gd name="T0" fmla="*/ 445 w 949"/>
                <a:gd name="T1" fmla="*/ 125 h 948"/>
                <a:gd name="T2" fmla="*/ 426 w 949"/>
                <a:gd name="T3" fmla="*/ 164 h 948"/>
                <a:gd name="T4" fmla="*/ 372 w 949"/>
                <a:gd name="T5" fmla="*/ 223 h 948"/>
                <a:gd name="T6" fmla="*/ 319 w 949"/>
                <a:gd name="T7" fmla="*/ 294 h 948"/>
                <a:gd name="T8" fmla="*/ 310 w 949"/>
                <a:gd name="T9" fmla="*/ 385 h 948"/>
                <a:gd name="T10" fmla="*/ 347 w 949"/>
                <a:gd name="T11" fmla="*/ 463 h 948"/>
                <a:gd name="T12" fmla="*/ 416 w 949"/>
                <a:gd name="T13" fmla="*/ 511 h 948"/>
                <a:gd name="T14" fmla="*/ 493 w 949"/>
                <a:gd name="T15" fmla="*/ 525 h 948"/>
                <a:gd name="T16" fmla="*/ 535 w 949"/>
                <a:gd name="T17" fmla="*/ 557 h 948"/>
                <a:gd name="T18" fmla="*/ 542 w 949"/>
                <a:gd name="T19" fmla="*/ 611 h 948"/>
                <a:gd name="T20" fmla="*/ 511 w 949"/>
                <a:gd name="T21" fmla="*/ 654 h 948"/>
                <a:gd name="T22" fmla="*/ 455 w 949"/>
                <a:gd name="T23" fmla="*/ 662 h 948"/>
                <a:gd name="T24" fmla="*/ 410 w 949"/>
                <a:gd name="T25" fmla="*/ 632 h 948"/>
                <a:gd name="T26" fmla="*/ 367 w 949"/>
                <a:gd name="T27" fmla="*/ 631 h 948"/>
                <a:gd name="T28" fmla="*/ 341 w 949"/>
                <a:gd name="T29" fmla="*/ 666 h 948"/>
                <a:gd name="T30" fmla="*/ 353 w 949"/>
                <a:gd name="T31" fmla="*/ 706 h 948"/>
                <a:gd name="T32" fmla="*/ 427 w 949"/>
                <a:gd name="T33" fmla="*/ 751 h 948"/>
                <a:gd name="T34" fmla="*/ 436 w 949"/>
                <a:gd name="T35" fmla="*/ 813 h 948"/>
                <a:gd name="T36" fmla="*/ 474 w 949"/>
                <a:gd name="T37" fmla="*/ 832 h 948"/>
                <a:gd name="T38" fmla="*/ 513 w 949"/>
                <a:gd name="T39" fmla="*/ 813 h 948"/>
                <a:gd name="T40" fmla="*/ 522 w 949"/>
                <a:gd name="T41" fmla="*/ 751 h 948"/>
                <a:gd name="T42" fmla="*/ 598 w 949"/>
                <a:gd name="T43" fmla="*/ 704 h 948"/>
                <a:gd name="T44" fmla="*/ 638 w 949"/>
                <a:gd name="T45" fmla="*/ 625 h 948"/>
                <a:gd name="T46" fmla="*/ 630 w 949"/>
                <a:gd name="T47" fmla="*/ 535 h 948"/>
                <a:gd name="T48" fmla="*/ 581 w 949"/>
                <a:gd name="T49" fmla="*/ 465 h 948"/>
                <a:gd name="T50" fmla="*/ 503 w 949"/>
                <a:gd name="T51" fmla="*/ 428 h 948"/>
                <a:gd name="T52" fmla="*/ 438 w 949"/>
                <a:gd name="T53" fmla="*/ 416 h 948"/>
                <a:gd name="T54" fmla="*/ 405 w 949"/>
                <a:gd name="T55" fmla="*/ 374 h 948"/>
                <a:gd name="T56" fmla="*/ 412 w 949"/>
                <a:gd name="T57" fmla="*/ 319 h 948"/>
                <a:gd name="T58" fmla="*/ 454 w 949"/>
                <a:gd name="T59" fmla="*/ 287 h 948"/>
                <a:gd name="T60" fmla="*/ 510 w 949"/>
                <a:gd name="T61" fmla="*/ 294 h 948"/>
                <a:gd name="T62" fmla="*/ 552 w 949"/>
                <a:gd name="T63" fmla="*/ 321 h 948"/>
                <a:gd name="T64" fmla="*/ 593 w 949"/>
                <a:gd name="T65" fmla="*/ 309 h 948"/>
                <a:gd name="T66" fmla="*/ 608 w 949"/>
                <a:gd name="T67" fmla="*/ 269 h 948"/>
                <a:gd name="T68" fmla="*/ 573 w 949"/>
                <a:gd name="T69" fmla="*/ 222 h 948"/>
                <a:gd name="T70" fmla="*/ 521 w 949"/>
                <a:gd name="T71" fmla="*/ 164 h 948"/>
                <a:gd name="T72" fmla="*/ 501 w 949"/>
                <a:gd name="T73" fmla="*/ 125 h 948"/>
                <a:gd name="T74" fmla="*/ 474 w 949"/>
                <a:gd name="T75" fmla="*/ 0 h 948"/>
                <a:gd name="T76" fmla="*/ 635 w 949"/>
                <a:gd name="T77" fmla="*/ 28 h 948"/>
                <a:gd name="T78" fmla="*/ 772 w 949"/>
                <a:gd name="T79" fmla="*/ 104 h 948"/>
                <a:gd name="T80" fmla="*/ 875 w 949"/>
                <a:gd name="T81" fmla="*/ 220 h 948"/>
                <a:gd name="T82" fmla="*/ 937 w 949"/>
                <a:gd name="T83" fmla="*/ 365 h 948"/>
                <a:gd name="T84" fmla="*/ 946 w 949"/>
                <a:gd name="T85" fmla="*/ 530 h 948"/>
                <a:gd name="T86" fmla="*/ 901 w 949"/>
                <a:gd name="T87" fmla="*/ 682 h 948"/>
                <a:gd name="T88" fmla="*/ 810 w 949"/>
                <a:gd name="T89" fmla="*/ 809 h 948"/>
                <a:gd name="T90" fmla="*/ 684 w 949"/>
                <a:gd name="T91" fmla="*/ 900 h 948"/>
                <a:gd name="T92" fmla="*/ 530 w 949"/>
                <a:gd name="T93" fmla="*/ 945 h 948"/>
                <a:gd name="T94" fmla="*/ 365 w 949"/>
                <a:gd name="T95" fmla="*/ 934 h 948"/>
                <a:gd name="T96" fmla="*/ 220 w 949"/>
                <a:gd name="T97" fmla="*/ 874 h 948"/>
                <a:gd name="T98" fmla="*/ 104 w 949"/>
                <a:gd name="T99" fmla="*/ 770 h 948"/>
                <a:gd name="T100" fmla="*/ 27 w 949"/>
                <a:gd name="T101" fmla="*/ 634 h 948"/>
                <a:gd name="T102" fmla="*/ 0 w 949"/>
                <a:gd name="T103" fmla="*/ 473 h 948"/>
                <a:gd name="T104" fmla="*/ 27 w 949"/>
                <a:gd name="T105" fmla="*/ 314 h 948"/>
                <a:gd name="T106" fmla="*/ 104 w 949"/>
                <a:gd name="T107" fmla="*/ 177 h 948"/>
                <a:gd name="T108" fmla="*/ 220 w 949"/>
                <a:gd name="T109" fmla="*/ 74 h 948"/>
                <a:gd name="T110" fmla="*/ 365 w 949"/>
                <a:gd name="T111" fmla="*/ 12 h 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49" h="948">
                  <a:moveTo>
                    <a:pt x="474" y="116"/>
                  </a:moveTo>
                  <a:lnTo>
                    <a:pt x="458" y="119"/>
                  </a:lnTo>
                  <a:lnTo>
                    <a:pt x="445" y="125"/>
                  </a:lnTo>
                  <a:lnTo>
                    <a:pt x="435" y="135"/>
                  </a:lnTo>
                  <a:lnTo>
                    <a:pt x="429" y="148"/>
                  </a:lnTo>
                  <a:lnTo>
                    <a:pt x="426" y="164"/>
                  </a:lnTo>
                  <a:lnTo>
                    <a:pt x="426" y="196"/>
                  </a:lnTo>
                  <a:lnTo>
                    <a:pt x="398" y="208"/>
                  </a:lnTo>
                  <a:lnTo>
                    <a:pt x="372" y="223"/>
                  </a:lnTo>
                  <a:lnTo>
                    <a:pt x="351" y="243"/>
                  </a:lnTo>
                  <a:lnTo>
                    <a:pt x="332" y="268"/>
                  </a:lnTo>
                  <a:lnTo>
                    <a:pt x="319" y="294"/>
                  </a:lnTo>
                  <a:lnTo>
                    <a:pt x="310" y="324"/>
                  </a:lnTo>
                  <a:lnTo>
                    <a:pt x="307" y="356"/>
                  </a:lnTo>
                  <a:lnTo>
                    <a:pt x="310" y="385"/>
                  </a:lnTo>
                  <a:lnTo>
                    <a:pt x="318" y="413"/>
                  </a:lnTo>
                  <a:lnTo>
                    <a:pt x="330" y="440"/>
                  </a:lnTo>
                  <a:lnTo>
                    <a:pt x="347" y="463"/>
                  </a:lnTo>
                  <a:lnTo>
                    <a:pt x="367" y="483"/>
                  </a:lnTo>
                  <a:lnTo>
                    <a:pt x="390" y="499"/>
                  </a:lnTo>
                  <a:lnTo>
                    <a:pt x="416" y="511"/>
                  </a:lnTo>
                  <a:lnTo>
                    <a:pt x="444" y="519"/>
                  </a:lnTo>
                  <a:lnTo>
                    <a:pt x="474" y="521"/>
                  </a:lnTo>
                  <a:lnTo>
                    <a:pt x="493" y="525"/>
                  </a:lnTo>
                  <a:lnTo>
                    <a:pt x="511" y="532"/>
                  </a:lnTo>
                  <a:lnTo>
                    <a:pt x="525" y="543"/>
                  </a:lnTo>
                  <a:lnTo>
                    <a:pt x="535" y="557"/>
                  </a:lnTo>
                  <a:lnTo>
                    <a:pt x="542" y="574"/>
                  </a:lnTo>
                  <a:lnTo>
                    <a:pt x="545" y="593"/>
                  </a:lnTo>
                  <a:lnTo>
                    <a:pt x="542" y="611"/>
                  </a:lnTo>
                  <a:lnTo>
                    <a:pt x="535" y="629"/>
                  </a:lnTo>
                  <a:lnTo>
                    <a:pt x="525" y="643"/>
                  </a:lnTo>
                  <a:lnTo>
                    <a:pt x="511" y="654"/>
                  </a:lnTo>
                  <a:lnTo>
                    <a:pt x="493" y="662"/>
                  </a:lnTo>
                  <a:lnTo>
                    <a:pt x="474" y="664"/>
                  </a:lnTo>
                  <a:lnTo>
                    <a:pt x="455" y="662"/>
                  </a:lnTo>
                  <a:lnTo>
                    <a:pt x="438" y="653"/>
                  </a:lnTo>
                  <a:lnTo>
                    <a:pt x="423" y="641"/>
                  </a:lnTo>
                  <a:lnTo>
                    <a:pt x="410" y="632"/>
                  </a:lnTo>
                  <a:lnTo>
                    <a:pt x="396" y="627"/>
                  </a:lnTo>
                  <a:lnTo>
                    <a:pt x="382" y="627"/>
                  </a:lnTo>
                  <a:lnTo>
                    <a:pt x="367" y="631"/>
                  </a:lnTo>
                  <a:lnTo>
                    <a:pt x="355" y="639"/>
                  </a:lnTo>
                  <a:lnTo>
                    <a:pt x="346" y="651"/>
                  </a:lnTo>
                  <a:lnTo>
                    <a:pt x="341" y="666"/>
                  </a:lnTo>
                  <a:lnTo>
                    <a:pt x="341" y="680"/>
                  </a:lnTo>
                  <a:lnTo>
                    <a:pt x="345" y="694"/>
                  </a:lnTo>
                  <a:lnTo>
                    <a:pt x="353" y="706"/>
                  </a:lnTo>
                  <a:lnTo>
                    <a:pt x="374" y="726"/>
                  </a:lnTo>
                  <a:lnTo>
                    <a:pt x="400" y="741"/>
                  </a:lnTo>
                  <a:lnTo>
                    <a:pt x="427" y="751"/>
                  </a:lnTo>
                  <a:lnTo>
                    <a:pt x="427" y="785"/>
                  </a:lnTo>
                  <a:lnTo>
                    <a:pt x="429" y="800"/>
                  </a:lnTo>
                  <a:lnTo>
                    <a:pt x="436" y="813"/>
                  </a:lnTo>
                  <a:lnTo>
                    <a:pt x="446" y="823"/>
                  </a:lnTo>
                  <a:lnTo>
                    <a:pt x="459" y="830"/>
                  </a:lnTo>
                  <a:lnTo>
                    <a:pt x="474" y="832"/>
                  </a:lnTo>
                  <a:lnTo>
                    <a:pt x="489" y="830"/>
                  </a:lnTo>
                  <a:lnTo>
                    <a:pt x="502" y="823"/>
                  </a:lnTo>
                  <a:lnTo>
                    <a:pt x="513" y="813"/>
                  </a:lnTo>
                  <a:lnTo>
                    <a:pt x="520" y="800"/>
                  </a:lnTo>
                  <a:lnTo>
                    <a:pt x="522" y="785"/>
                  </a:lnTo>
                  <a:lnTo>
                    <a:pt x="522" y="751"/>
                  </a:lnTo>
                  <a:lnTo>
                    <a:pt x="550" y="740"/>
                  </a:lnTo>
                  <a:lnTo>
                    <a:pt x="575" y="725"/>
                  </a:lnTo>
                  <a:lnTo>
                    <a:pt x="598" y="704"/>
                  </a:lnTo>
                  <a:lnTo>
                    <a:pt x="615" y="681"/>
                  </a:lnTo>
                  <a:lnTo>
                    <a:pt x="628" y="653"/>
                  </a:lnTo>
                  <a:lnTo>
                    <a:pt x="638" y="625"/>
                  </a:lnTo>
                  <a:lnTo>
                    <a:pt x="641" y="593"/>
                  </a:lnTo>
                  <a:lnTo>
                    <a:pt x="638" y="562"/>
                  </a:lnTo>
                  <a:lnTo>
                    <a:pt x="630" y="535"/>
                  </a:lnTo>
                  <a:lnTo>
                    <a:pt x="617" y="508"/>
                  </a:lnTo>
                  <a:lnTo>
                    <a:pt x="601" y="486"/>
                  </a:lnTo>
                  <a:lnTo>
                    <a:pt x="581" y="465"/>
                  </a:lnTo>
                  <a:lnTo>
                    <a:pt x="558" y="449"/>
                  </a:lnTo>
                  <a:lnTo>
                    <a:pt x="531" y="437"/>
                  </a:lnTo>
                  <a:lnTo>
                    <a:pt x="503" y="428"/>
                  </a:lnTo>
                  <a:lnTo>
                    <a:pt x="474" y="426"/>
                  </a:lnTo>
                  <a:lnTo>
                    <a:pt x="454" y="423"/>
                  </a:lnTo>
                  <a:lnTo>
                    <a:pt x="438" y="416"/>
                  </a:lnTo>
                  <a:lnTo>
                    <a:pt x="424" y="406"/>
                  </a:lnTo>
                  <a:lnTo>
                    <a:pt x="412" y="392"/>
                  </a:lnTo>
                  <a:lnTo>
                    <a:pt x="405" y="374"/>
                  </a:lnTo>
                  <a:lnTo>
                    <a:pt x="402" y="356"/>
                  </a:lnTo>
                  <a:lnTo>
                    <a:pt x="405" y="336"/>
                  </a:lnTo>
                  <a:lnTo>
                    <a:pt x="412" y="319"/>
                  </a:lnTo>
                  <a:lnTo>
                    <a:pt x="424" y="305"/>
                  </a:lnTo>
                  <a:lnTo>
                    <a:pt x="438" y="294"/>
                  </a:lnTo>
                  <a:lnTo>
                    <a:pt x="454" y="287"/>
                  </a:lnTo>
                  <a:lnTo>
                    <a:pt x="474" y="284"/>
                  </a:lnTo>
                  <a:lnTo>
                    <a:pt x="492" y="287"/>
                  </a:lnTo>
                  <a:lnTo>
                    <a:pt x="510" y="294"/>
                  </a:lnTo>
                  <a:lnTo>
                    <a:pt x="525" y="307"/>
                  </a:lnTo>
                  <a:lnTo>
                    <a:pt x="537" y="317"/>
                  </a:lnTo>
                  <a:lnTo>
                    <a:pt x="552" y="321"/>
                  </a:lnTo>
                  <a:lnTo>
                    <a:pt x="566" y="322"/>
                  </a:lnTo>
                  <a:lnTo>
                    <a:pt x="580" y="318"/>
                  </a:lnTo>
                  <a:lnTo>
                    <a:pt x="593" y="309"/>
                  </a:lnTo>
                  <a:lnTo>
                    <a:pt x="602" y="297"/>
                  </a:lnTo>
                  <a:lnTo>
                    <a:pt x="607" y="283"/>
                  </a:lnTo>
                  <a:lnTo>
                    <a:pt x="608" y="269"/>
                  </a:lnTo>
                  <a:lnTo>
                    <a:pt x="604" y="255"/>
                  </a:lnTo>
                  <a:lnTo>
                    <a:pt x="595" y="241"/>
                  </a:lnTo>
                  <a:lnTo>
                    <a:pt x="573" y="222"/>
                  </a:lnTo>
                  <a:lnTo>
                    <a:pt x="548" y="207"/>
                  </a:lnTo>
                  <a:lnTo>
                    <a:pt x="521" y="196"/>
                  </a:lnTo>
                  <a:lnTo>
                    <a:pt x="521" y="164"/>
                  </a:lnTo>
                  <a:lnTo>
                    <a:pt x="519" y="148"/>
                  </a:lnTo>
                  <a:lnTo>
                    <a:pt x="512" y="135"/>
                  </a:lnTo>
                  <a:lnTo>
                    <a:pt x="501" y="125"/>
                  </a:lnTo>
                  <a:lnTo>
                    <a:pt x="488" y="119"/>
                  </a:lnTo>
                  <a:lnTo>
                    <a:pt x="474" y="116"/>
                  </a:lnTo>
                  <a:close/>
                  <a:moveTo>
                    <a:pt x="474" y="0"/>
                  </a:moveTo>
                  <a:lnTo>
                    <a:pt x="530" y="3"/>
                  </a:lnTo>
                  <a:lnTo>
                    <a:pt x="583" y="12"/>
                  </a:lnTo>
                  <a:lnTo>
                    <a:pt x="635" y="28"/>
                  </a:lnTo>
                  <a:lnTo>
                    <a:pt x="684" y="48"/>
                  </a:lnTo>
                  <a:lnTo>
                    <a:pt x="729" y="74"/>
                  </a:lnTo>
                  <a:lnTo>
                    <a:pt x="772" y="104"/>
                  </a:lnTo>
                  <a:lnTo>
                    <a:pt x="810" y="138"/>
                  </a:lnTo>
                  <a:lnTo>
                    <a:pt x="844" y="177"/>
                  </a:lnTo>
                  <a:lnTo>
                    <a:pt x="875" y="220"/>
                  </a:lnTo>
                  <a:lnTo>
                    <a:pt x="901" y="265"/>
                  </a:lnTo>
                  <a:lnTo>
                    <a:pt x="921" y="314"/>
                  </a:lnTo>
                  <a:lnTo>
                    <a:pt x="937" y="365"/>
                  </a:lnTo>
                  <a:lnTo>
                    <a:pt x="946" y="418"/>
                  </a:lnTo>
                  <a:lnTo>
                    <a:pt x="949" y="473"/>
                  </a:lnTo>
                  <a:lnTo>
                    <a:pt x="946" y="530"/>
                  </a:lnTo>
                  <a:lnTo>
                    <a:pt x="937" y="583"/>
                  </a:lnTo>
                  <a:lnTo>
                    <a:pt x="921" y="634"/>
                  </a:lnTo>
                  <a:lnTo>
                    <a:pt x="901" y="682"/>
                  </a:lnTo>
                  <a:lnTo>
                    <a:pt x="875" y="728"/>
                  </a:lnTo>
                  <a:lnTo>
                    <a:pt x="844" y="770"/>
                  </a:lnTo>
                  <a:lnTo>
                    <a:pt x="810" y="809"/>
                  </a:lnTo>
                  <a:lnTo>
                    <a:pt x="772" y="844"/>
                  </a:lnTo>
                  <a:lnTo>
                    <a:pt x="729" y="874"/>
                  </a:lnTo>
                  <a:lnTo>
                    <a:pt x="684" y="900"/>
                  </a:lnTo>
                  <a:lnTo>
                    <a:pt x="635" y="920"/>
                  </a:lnTo>
                  <a:lnTo>
                    <a:pt x="583" y="934"/>
                  </a:lnTo>
                  <a:lnTo>
                    <a:pt x="530" y="945"/>
                  </a:lnTo>
                  <a:lnTo>
                    <a:pt x="474" y="948"/>
                  </a:lnTo>
                  <a:lnTo>
                    <a:pt x="418" y="945"/>
                  </a:lnTo>
                  <a:lnTo>
                    <a:pt x="365" y="934"/>
                  </a:lnTo>
                  <a:lnTo>
                    <a:pt x="314" y="920"/>
                  </a:lnTo>
                  <a:lnTo>
                    <a:pt x="265" y="900"/>
                  </a:lnTo>
                  <a:lnTo>
                    <a:pt x="220" y="874"/>
                  </a:lnTo>
                  <a:lnTo>
                    <a:pt x="177" y="844"/>
                  </a:lnTo>
                  <a:lnTo>
                    <a:pt x="139" y="809"/>
                  </a:lnTo>
                  <a:lnTo>
                    <a:pt x="104" y="770"/>
                  </a:lnTo>
                  <a:lnTo>
                    <a:pt x="73" y="728"/>
                  </a:lnTo>
                  <a:lnTo>
                    <a:pt x="48" y="682"/>
                  </a:lnTo>
                  <a:lnTo>
                    <a:pt x="27" y="634"/>
                  </a:lnTo>
                  <a:lnTo>
                    <a:pt x="12" y="583"/>
                  </a:lnTo>
                  <a:lnTo>
                    <a:pt x="3" y="530"/>
                  </a:lnTo>
                  <a:lnTo>
                    <a:pt x="0" y="473"/>
                  </a:lnTo>
                  <a:lnTo>
                    <a:pt x="3" y="418"/>
                  </a:lnTo>
                  <a:lnTo>
                    <a:pt x="12" y="365"/>
                  </a:lnTo>
                  <a:lnTo>
                    <a:pt x="27" y="314"/>
                  </a:lnTo>
                  <a:lnTo>
                    <a:pt x="48" y="265"/>
                  </a:lnTo>
                  <a:lnTo>
                    <a:pt x="73" y="220"/>
                  </a:lnTo>
                  <a:lnTo>
                    <a:pt x="104" y="177"/>
                  </a:lnTo>
                  <a:lnTo>
                    <a:pt x="139" y="138"/>
                  </a:lnTo>
                  <a:lnTo>
                    <a:pt x="177" y="104"/>
                  </a:lnTo>
                  <a:lnTo>
                    <a:pt x="220" y="74"/>
                  </a:lnTo>
                  <a:lnTo>
                    <a:pt x="265" y="48"/>
                  </a:lnTo>
                  <a:lnTo>
                    <a:pt x="314" y="28"/>
                  </a:lnTo>
                  <a:lnTo>
                    <a:pt x="365" y="12"/>
                  </a:lnTo>
                  <a:lnTo>
                    <a:pt x="418" y="3"/>
                  </a:lnTo>
                  <a:lnTo>
                    <a:pt x="4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770413F-F8A5-41BE-929E-FC3A7CE02657}"/>
              </a:ext>
            </a:extLst>
          </p:cNvPr>
          <p:cNvGrpSpPr/>
          <p:nvPr/>
        </p:nvGrpSpPr>
        <p:grpSpPr>
          <a:xfrm>
            <a:off x="7010741" y="680866"/>
            <a:ext cx="310356" cy="310356"/>
            <a:chOff x="5654675" y="373063"/>
            <a:chExt cx="38258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1" name="Freeform 81">
              <a:extLst>
                <a:ext uri="{FF2B5EF4-FFF2-40B4-BE49-F238E27FC236}">
                  <a16:creationId xmlns:a16="http://schemas.microsoft.com/office/drawing/2014/main" id="{A2A6FF22-B645-4A27-BC3A-11B2C55C1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675" y="373063"/>
              <a:ext cx="382588" cy="382588"/>
            </a:xfrm>
            <a:custGeom>
              <a:avLst/>
              <a:gdLst>
                <a:gd name="T0" fmla="*/ 81 w 3373"/>
                <a:gd name="T1" fmla="*/ 0 h 3379"/>
                <a:gd name="T2" fmla="*/ 102 w 3373"/>
                <a:gd name="T3" fmla="*/ 3 h 3379"/>
                <a:gd name="T4" fmla="*/ 122 w 3373"/>
                <a:gd name="T5" fmla="*/ 11 h 3379"/>
                <a:gd name="T6" fmla="*/ 138 w 3373"/>
                <a:gd name="T7" fmla="*/ 25 h 3379"/>
                <a:gd name="T8" fmla="*/ 151 w 3373"/>
                <a:gd name="T9" fmla="*/ 41 h 3379"/>
                <a:gd name="T10" fmla="*/ 159 w 3373"/>
                <a:gd name="T11" fmla="*/ 61 h 3379"/>
                <a:gd name="T12" fmla="*/ 161 w 3373"/>
                <a:gd name="T13" fmla="*/ 81 h 3379"/>
                <a:gd name="T14" fmla="*/ 161 w 3373"/>
                <a:gd name="T15" fmla="*/ 3217 h 3379"/>
                <a:gd name="T16" fmla="*/ 3293 w 3373"/>
                <a:gd name="T17" fmla="*/ 3217 h 3379"/>
                <a:gd name="T18" fmla="*/ 3315 w 3373"/>
                <a:gd name="T19" fmla="*/ 3220 h 3379"/>
                <a:gd name="T20" fmla="*/ 3334 w 3373"/>
                <a:gd name="T21" fmla="*/ 3229 h 3379"/>
                <a:gd name="T22" fmla="*/ 3350 w 3373"/>
                <a:gd name="T23" fmla="*/ 3241 h 3379"/>
                <a:gd name="T24" fmla="*/ 3363 w 3373"/>
                <a:gd name="T25" fmla="*/ 3258 h 3379"/>
                <a:gd name="T26" fmla="*/ 3371 w 3373"/>
                <a:gd name="T27" fmla="*/ 3277 h 3379"/>
                <a:gd name="T28" fmla="*/ 3373 w 3373"/>
                <a:gd name="T29" fmla="*/ 3298 h 3379"/>
                <a:gd name="T30" fmla="*/ 3371 w 3373"/>
                <a:gd name="T31" fmla="*/ 3319 h 3379"/>
                <a:gd name="T32" fmla="*/ 3362 w 3373"/>
                <a:gd name="T33" fmla="*/ 3339 h 3379"/>
                <a:gd name="T34" fmla="*/ 3349 w 3373"/>
                <a:gd name="T35" fmla="*/ 3355 h 3379"/>
                <a:gd name="T36" fmla="*/ 3333 w 3373"/>
                <a:gd name="T37" fmla="*/ 3367 h 3379"/>
                <a:gd name="T38" fmla="*/ 3313 w 3373"/>
                <a:gd name="T39" fmla="*/ 3376 h 3379"/>
                <a:gd name="T40" fmla="*/ 3293 w 3373"/>
                <a:gd name="T41" fmla="*/ 3379 h 3379"/>
                <a:gd name="T42" fmla="*/ 81 w 3373"/>
                <a:gd name="T43" fmla="*/ 3379 h 3379"/>
                <a:gd name="T44" fmla="*/ 59 w 3373"/>
                <a:gd name="T45" fmla="*/ 3376 h 3379"/>
                <a:gd name="T46" fmla="*/ 40 w 3373"/>
                <a:gd name="T47" fmla="*/ 3366 h 3379"/>
                <a:gd name="T48" fmla="*/ 24 w 3373"/>
                <a:gd name="T49" fmla="*/ 3354 h 3379"/>
                <a:gd name="T50" fmla="*/ 11 w 3373"/>
                <a:gd name="T51" fmla="*/ 3338 h 3379"/>
                <a:gd name="T52" fmla="*/ 3 w 3373"/>
                <a:gd name="T53" fmla="*/ 3318 h 3379"/>
                <a:gd name="T54" fmla="*/ 0 w 3373"/>
                <a:gd name="T55" fmla="*/ 3298 h 3379"/>
                <a:gd name="T56" fmla="*/ 0 w 3373"/>
                <a:gd name="T57" fmla="*/ 81 h 3379"/>
                <a:gd name="T58" fmla="*/ 3 w 3373"/>
                <a:gd name="T59" fmla="*/ 60 h 3379"/>
                <a:gd name="T60" fmla="*/ 11 w 3373"/>
                <a:gd name="T61" fmla="*/ 40 h 3379"/>
                <a:gd name="T62" fmla="*/ 24 w 3373"/>
                <a:gd name="T63" fmla="*/ 24 h 3379"/>
                <a:gd name="T64" fmla="*/ 40 w 3373"/>
                <a:gd name="T65" fmla="*/ 11 h 3379"/>
                <a:gd name="T66" fmla="*/ 59 w 3373"/>
                <a:gd name="T67" fmla="*/ 3 h 3379"/>
                <a:gd name="T68" fmla="*/ 81 w 3373"/>
                <a:gd name="T69" fmla="*/ 0 h 3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73" h="3379">
                  <a:moveTo>
                    <a:pt x="81" y="0"/>
                  </a:moveTo>
                  <a:lnTo>
                    <a:pt x="102" y="3"/>
                  </a:lnTo>
                  <a:lnTo>
                    <a:pt x="122" y="11"/>
                  </a:lnTo>
                  <a:lnTo>
                    <a:pt x="138" y="25"/>
                  </a:lnTo>
                  <a:lnTo>
                    <a:pt x="151" y="41"/>
                  </a:lnTo>
                  <a:lnTo>
                    <a:pt x="159" y="61"/>
                  </a:lnTo>
                  <a:lnTo>
                    <a:pt x="161" y="81"/>
                  </a:lnTo>
                  <a:lnTo>
                    <a:pt x="161" y="3217"/>
                  </a:lnTo>
                  <a:lnTo>
                    <a:pt x="3293" y="3217"/>
                  </a:lnTo>
                  <a:lnTo>
                    <a:pt x="3315" y="3220"/>
                  </a:lnTo>
                  <a:lnTo>
                    <a:pt x="3334" y="3229"/>
                  </a:lnTo>
                  <a:lnTo>
                    <a:pt x="3350" y="3241"/>
                  </a:lnTo>
                  <a:lnTo>
                    <a:pt x="3363" y="3258"/>
                  </a:lnTo>
                  <a:lnTo>
                    <a:pt x="3371" y="3277"/>
                  </a:lnTo>
                  <a:lnTo>
                    <a:pt x="3373" y="3298"/>
                  </a:lnTo>
                  <a:lnTo>
                    <a:pt x="3371" y="3319"/>
                  </a:lnTo>
                  <a:lnTo>
                    <a:pt x="3362" y="3339"/>
                  </a:lnTo>
                  <a:lnTo>
                    <a:pt x="3349" y="3355"/>
                  </a:lnTo>
                  <a:lnTo>
                    <a:pt x="3333" y="3367"/>
                  </a:lnTo>
                  <a:lnTo>
                    <a:pt x="3313" y="3376"/>
                  </a:lnTo>
                  <a:lnTo>
                    <a:pt x="3293" y="3379"/>
                  </a:lnTo>
                  <a:lnTo>
                    <a:pt x="81" y="3379"/>
                  </a:lnTo>
                  <a:lnTo>
                    <a:pt x="59" y="3376"/>
                  </a:lnTo>
                  <a:lnTo>
                    <a:pt x="40" y="3366"/>
                  </a:lnTo>
                  <a:lnTo>
                    <a:pt x="24" y="3354"/>
                  </a:lnTo>
                  <a:lnTo>
                    <a:pt x="11" y="3338"/>
                  </a:lnTo>
                  <a:lnTo>
                    <a:pt x="3" y="3318"/>
                  </a:lnTo>
                  <a:lnTo>
                    <a:pt x="0" y="3298"/>
                  </a:lnTo>
                  <a:lnTo>
                    <a:pt x="0" y="81"/>
                  </a:lnTo>
                  <a:lnTo>
                    <a:pt x="3" y="60"/>
                  </a:lnTo>
                  <a:lnTo>
                    <a:pt x="11" y="40"/>
                  </a:lnTo>
                  <a:lnTo>
                    <a:pt x="24" y="24"/>
                  </a:lnTo>
                  <a:lnTo>
                    <a:pt x="40" y="11"/>
                  </a:lnTo>
                  <a:lnTo>
                    <a:pt x="59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2" name="Rectangle 82">
              <a:extLst>
                <a:ext uri="{FF2B5EF4-FFF2-40B4-BE49-F238E27FC236}">
                  <a16:creationId xmlns:a16="http://schemas.microsoft.com/office/drawing/2014/main" id="{9E860072-D9BA-4263-969F-792BE0B4C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485776"/>
              <a:ext cx="76200" cy="23495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3" name="Rectangle 83">
              <a:extLst>
                <a:ext uri="{FF2B5EF4-FFF2-40B4-BE49-F238E27FC236}">
                  <a16:creationId xmlns:a16="http://schemas.microsoft.com/office/drawing/2014/main" id="{D0CBBE42-8D88-448B-9A2D-778398DAC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7075" y="395288"/>
              <a:ext cx="76200" cy="32543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4" name="Rectangle 84">
              <a:extLst>
                <a:ext uri="{FF2B5EF4-FFF2-40B4-BE49-F238E27FC236}">
                  <a16:creationId xmlns:a16="http://schemas.microsoft.com/office/drawing/2014/main" id="{888E03E7-E882-4998-BF4E-520AA0A49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6613" y="498476"/>
              <a:ext cx="76200" cy="22225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CCB68F9-E0F6-46CF-8447-259051910A7E}"/>
              </a:ext>
            </a:extLst>
          </p:cNvPr>
          <p:cNvGrpSpPr/>
          <p:nvPr/>
        </p:nvGrpSpPr>
        <p:grpSpPr>
          <a:xfrm>
            <a:off x="7717579" y="680867"/>
            <a:ext cx="310355" cy="310355"/>
            <a:chOff x="6135688" y="319088"/>
            <a:chExt cx="382587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6" name="Rectangle 89">
              <a:extLst>
                <a:ext uri="{FF2B5EF4-FFF2-40B4-BE49-F238E27FC236}">
                  <a16:creationId xmlns:a16="http://schemas.microsoft.com/office/drawing/2014/main" id="{3286C0CC-31D4-4756-8094-956B5CB56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5688" y="446088"/>
              <a:ext cx="92075" cy="255587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7" name="Rectangle 90">
              <a:extLst>
                <a:ext uri="{FF2B5EF4-FFF2-40B4-BE49-F238E27FC236}">
                  <a16:creationId xmlns:a16="http://schemas.microsoft.com/office/drawing/2014/main" id="{2AF58E36-E33A-4722-925A-A7F023F1F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1738" y="319088"/>
              <a:ext cx="92075" cy="382587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58" name="Rectangle 91">
              <a:extLst>
                <a:ext uri="{FF2B5EF4-FFF2-40B4-BE49-F238E27FC236}">
                  <a16:creationId xmlns:a16="http://schemas.microsoft.com/office/drawing/2014/main" id="{C05153BD-B981-4AAE-AD92-96859080A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6200" y="384175"/>
              <a:ext cx="92075" cy="3175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C7E8707-0C32-4C8C-A44E-D797C557DFBE}"/>
              </a:ext>
            </a:extLst>
          </p:cNvPr>
          <p:cNvGrpSpPr/>
          <p:nvPr/>
        </p:nvGrpSpPr>
        <p:grpSpPr>
          <a:xfrm>
            <a:off x="8424415" y="681510"/>
            <a:ext cx="310356" cy="309068"/>
            <a:chOff x="6648450" y="360363"/>
            <a:chExt cx="382588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0" name="Rectangle 96">
              <a:extLst>
                <a:ext uri="{FF2B5EF4-FFF2-40B4-BE49-F238E27FC236}">
                  <a16:creationId xmlns:a16="http://schemas.microsoft.com/office/drawing/2014/main" id="{3FEF3013-EB58-4ED4-A577-45D78371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360363"/>
              <a:ext cx="382588" cy="47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1" name="Freeform 97">
              <a:extLst>
                <a:ext uri="{FF2B5EF4-FFF2-40B4-BE49-F238E27FC236}">
                  <a16:creationId xmlns:a16="http://schemas.microsoft.com/office/drawing/2014/main" id="{8FC3D81C-D116-4814-93E1-C06148CE8F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4963" y="427038"/>
              <a:ext cx="311150" cy="314325"/>
            </a:xfrm>
            <a:custGeom>
              <a:avLst/>
              <a:gdLst>
                <a:gd name="T0" fmla="*/ 1109 w 2747"/>
                <a:gd name="T1" fmla="*/ 309 h 2775"/>
                <a:gd name="T2" fmla="*/ 1070 w 2747"/>
                <a:gd name="T3" fmla="*/ 359 h 2775"/>
                <a:gd name="T4" fmla="*/ 799 w 2747"/>
                <a:gd name="T5" fmla="*/ 1290 h 2775"/>
                <a:gd name="T6" fmla="*/ 788 w 2747"/>
                <a:gd name="T7" fmla="*/ 635 h 2775"/>
                <a:gd name="T8" fmla="*/ 737 w 2747"/>
                <a:gd name="T9" fmla="*/ 596 h 2775"/>
                <a:gd name="T10" fmla="*/ 670 w 2747"/>
                <a:gd name="T11" fmla="*/ 604 h 2775"/>
                <a:gd name="T12" fmla="*/ 631 w 2747"/>
                <a:gd name="T13" fmla="*/ 655 h 2775"/>
                <a:gd name="T14" fmla="*/ 455 w 2747"/>
                <a:gd name="T15" fmla="*/ 1290 h 2775"/>
                <a:gd name="T16" fmla="*/ 393 w 2747"/>
                <a:gd name="T17" fmla="*/ 1315 h 2775"/>
                <a:gd name="T18" fmla="*/ 369 w 2747"/>
                <a:gd name="T19" fmla="*/ 1373 h 2775"/>
                <a:gd name="T20" fmla="*/ 393 w 2747"/>
                <a:gd name="T21" fmla="*/ 1433 h 2775"/>
                <a:gd name="T22" fmla="*/ 455 w 2747"/>
                <a:gd name="T23" fmla="*/ 1458 h 2775"/>
                <a:gd name="T24" fmla="*/ 2333 w 2747"/>
                <a:gd name="T25" fmla="*/ 1447 h 2775"/>
                <a:gd name="T26" fmla="*/ 2372 w 2747"/>
                <a:gd name="T27" fmla="*/ 1396 h 2775"/>
                <a:gd name="T28" fmla="*/ 2364 w 2747"/>
                <a:gd name="T29" fmla="*/ 1329 h 2775"/>
                <a:gd name="T30" fmla="*/ 2313 w 2747"/>
                <a:gd name="T31" fmla="*/ 1290 h 2775"/>
                <a:gd name="T32" fmla="*/ 2116 w 2747"/>
                <a:gd name="T33" fmla="*/ 623 h 2775"/>
                <a:gd name="T34" fmla="*/ 2091 w 2747"/>
                <a:gd name="T35" fmla="*/ 562 h 2775"/>
                <a:gd name="T36" fmla="*/ 2031 w 2747"/>
                <a:gd name="T37" fmla="*/ 538 h 2775"/>
                <a:gd name="T38" fmla="*/ 1969 w 2747"/>
                <a:gd name="T39" fmla="*/ 562 h 2775"/>
                <a:gd name="T40" fmla="*/ 1945 w 2747"/>
                <a:gd name="T41" fmla="*/ 623 h 2775"/>
                <a:gd name="T42" fmla="*/ 1677 w 2747"/>
                <a:gd name="T43" fmla="*/ 785 h 2775"/>
                <a:gd name="T44" fmla="*/ 1652 w 2747"/>
                <a:gd name="T45" fmla="*/ 725 h 2775"/>
                <a:gd name="T46" fmla="*/ 1592 w 2747"/>
                <a:gd name="T47" fmla="*/ 700 h 2775"/>
                <a:gd name="T48" fmla="*/ 1530 w 2747"/>
                <a:gd name="T49" fmla="*/ 725 h 2775"/>
                <a:gd name="T50" fmla="*/ 1506 w 2747"/>
                <a:gd name="T51" fmla="*/ 785 h 2775"/>
                <a:gd name="T52" fmla="*/ 1238 w 2747"/>
                <a:gd name="T53" fmla="*/ 382 h 2775"/>
                <a:gd name="T54" fmla="*/ 1214 w 2747"/>
                <a:gd name="T55" fmla="*/ 322 h 2775"/>
                <a:gd name="T56" fmla="*/ 1153 w 2747"/>
                <a:gd name="T57" fmla="*/ 297 h 2775"/>
                <a:gd name="T58" fmla="*/ 2747 w 2747"/>
                <a:gd name="T59" fmla="*/ 1758 h 2775"/>
                <a:gd name="T60" fmla="*/ 1475 w 2747"/>
                <a:gd name="T61" fmla="*/ 2365 h 2775"/>
                <a:gd name="T62" fmla="*/ 1553 w 2747"/>
                <a:gd name="T63" fmla="*/ 2429 h 2775"/>
                <a:gd name="T64" fmla="*/ 1593 w 2747"/>
                <a:gd name="T65" fmla="*/ 2522 h 2775"/>
                <a:gd name="T66" fmla="*/ 1585 w 2747"/>
                <a:gd name="T67" fmla="*/ 2627 h 2775"/>
                <a:gd name="T68" fmla="*/ 1530 w 2747"/>
                <a:gd name="T69" fmla="*/ 2711 h 2775"/>
                <a:gd name="T70" fmla="*/ 1443 w 2747"/>
                <a:gd name="T71" fmla="*/ 2764 h 2775"/>
                <a:gd name="T72" fmla="*/ 1337 w 2747"/>
                <a:gd name="T73" fmla="*/ 2772 h 2775"/>
                <a:gd name="T74" fmla="*/ 1241 w 2747"/>
                <a:gd name="T75" fmla="*/ 2733 h 2775"/>
                <a:gd name="T76" fmla="*/ 1176 w 2747"/>
                <a:gd name="T77" fmla="*/ 2658 h 2775"/>
                <a:gd name="T78" fmla="*/ 1151 w 2747"/>
                <a:gd name="T79" fmla="*/ 2558 h 2775"/>
                <a:gd name="T80" fmla="*/ 1176 w 2747"/>
                <a:gd name="T81" fmla="*/ 2459 h 2775"/>
                <a:gd name="T82" fmla="*/ 1242 w 2747"/>
                <a:gd name="T83" fmla="*/ 2383 h 2775"/>
                <a:gd name="T84" fmla="*/ 1304 w 2747"/>
                <a:gd name="T85" fmla="*/ 1758 h 2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747" h="2775">
                  <a:moveTo>
                    <a:pt x="1153" y="297"/>
                  </a:moveTo>
                  <a:lnTo>
                    <a:pt x="1130" y="300"/>
                  </a:lnTo>
                  <a:lnTo>
                    <a:pt x="1109" y="309"/>
                  </a:lnTo>
                  <a:lnTo>
                    <a:pt x="1092" y="322"/>
                  </a:lnTo>
                  <a:lnTo>
                    <a:pt x="1079" y="338"/>
                  </a:lnTo>
                  <a:lnTo>
                    <a:pt x="1070" y="359"/>
                  </a:lnTo>
                  <a:lnTo>
                    <a:pt x="1067" y="382"/>
                  </a:lnTo>
                  <a:lnTo>
                    <a:pt x="1067" y="1290"/>
                  </a:lnTo>
                  <a:lnTo>
                    <a:pt x="799" y="1290"/>
                  </a:lnTo>
                  <a:lnTo>
                    <a:pt x="799" y="678"/>
                  </a:lnTo>
                  <a:lnTo>
                    <a:pt x="796" y="655"/>
                  </a:lnTo>
                  <a:lnTo>
                    <a:pt x="788" y="635"/>
                  </a:lnTo>
                  <a:lnTo>
                    <a:pt x="775" y="618"/>
                  </a:lnTo>
                  <a:lnTo>
                    <a:pt x="757" y="604"/>
                  </a:lnTo>
                  <a:lnTo>
                    <a:pt x="737" y="596"/>
                  </a:lnTo>
                  <a:lnTo>
                    <a:pt x="714" y="593"/>
                  </a:lnTo>
                  <a:lnTo>
                    <a:pt x="691" y="596"/>
                  </a:lnTo>
                  <a:lnTo>
                    <a:pt x="670" y="604"/>
                  </a:lnTo>
                  <a:lnTo>
                    <a:pt x="654" y="618"/>
                  </a:lnTo>
                  <a:lnTo>
                    <a:pt x="641" y="635"/>
                  </a:lnTo>
                  <a:lnTo>
                    <a:pt x="631" y="655"/>
                  </a:lnTo>
                  <a:lnTo>
                    <a:pt x="629" y="678"/>
                  </a:lnTo>
                  <a:lnTo>
                    <a:pt x="629" y="1290"/>
                  </a:lnTo>
                  <a:lnTo>
                    <a:pt x="455" y="1290"/>
                  </a:lnTo>
                  <a:lnTo>
                    <a:pt x="431" y="1293"/>
                  </a:lnTo>
                  <a:lnTo>
                    <a:pt x="411" y="1302"/>
                  </a:lnTo>
                  <a:lnTo>
                    <a:pt x="393" y="1315"/>
                  </a:lnTo>
                  <a:lnTo>
                    <a:pt x="380" y="1331"/>
                  </a:lnTo>
                  <a:lnTo>
                    <a:pt x="372" y="1351"/>
                  </a:lnTo>
                  <a:lnTo>
                    <a:pt x="369" y="1373"/>
                  </a:lnTo>
                  <a:lnTo>
                    <a:pt x="372" y="1396"/>
                  </a:lnTo>
                  <a:lnTo>
                    <a:pt x="380" y="1416"/>
                  </a:lnTo>
                  <a:lnTo>
                    <a:pt x="393" y="1433"/>
                  </a:lnTo>
                  <a:lnTo>
                    <a:pt x="411" y="1447"/>
                  </a:lnTo>
                  <a:lnTo>
                    <a:pt x="431" y="1455"/>
                  </a:lnTo>
                  <a:lnTo>
                    <a:pt x="455" y="1458"/>
                  </a:lnTo>
                  <a:lnTo>
                    <a:pt x="2290" y="1458"/>
                  </a:lnTo>
                  <a:lnTo>
                    <a:pt x="2313" y="1455"/>
                  </a:lnTo>
                  <a:lnTo>
                    <a:pt x="2333" y="1447"/>
                  </a:lnTo>
                  <a:lnTo>
                    <a:pt x="2351" y="1433"/>
                  </a:lnTo>
                  <a:lnTo>
                    <a:pt x="2364" y="1416"/>
                  </a:lnTo>
                  <a:lnTo>
                    <a:pt x="2372" y="1396"/>
                  </a:lnTo>
                  <a:lnTo>
                    <a:pt x="2375" y="1373"/>
                  </a:lnTo>
                  <a:lnTo>
                    <a:pt x="2372" y="1350"/>
                  </a:lnTo>
                  <a:lnTo>
                    <a:pt x="2364" y="1329"/>
                  </a:lnTo>
                  <a:lnTo>
                    <a:pt x="2351" y="1312"/>
                  </a:lnTo>
                  <a:lnTo>
                    <a:pt x="2333" y="1298"/>
                  </a:lnTo>
                  <a:lnTo>
                    <a:pt x="2313" y="1290"/>
                  </a:lnTo>
                  <a:lnTo>
                    <a:pt x="2290" y="1287"/>
                  </a:lnTo>
                  <a:lnTo>
                    <a:pt x="2116" y="1287"/>
                  </a:lnTo>
                  <a:lnTo>
                    <a:pt x="2116" y="623"/>
                  </a:lnTo>
                  <a:lnTo>
                    <a:pt x="2113" y="599"/>
                  </a:lnTo>
                  <a:lnTo>
                    <a:pt x="2105" y="579"/>
                  </a:lnTo>
                  <a:lnTo>
                    <a:pt x="2091" y="562"/>
                  </a:lnTo>
                  <a:lnTo>
                    <a:pt x="2074" y="549"/>
                  </a:lnTo>
                  <a:lnTo>
                    <a:pt x="2053" y="541"/>
                  </a:lnTo>
                  <a:lnTo>
                    <a:pt x="2031" y="538"/>
                  </a:lnTo>
                  <a:lnTo>
                    <a:pt x="2007" y="541"/>
                  </a:lnTo>
                  <a:lnTo>
                    <a:pt x="1987" y="549"/>
                  </a:lnTo>
                  <a:lnTo>
                    <a:pt x="1969" y="562"/>
                  </a:lnTo>
                  <a:lnTo>
                    <a:pt x="1956" y="579"/>
                  </a:lnTo>
                  <a:lnTo>
                    <a:pt x="1948" y="599"/>
                  </a:lnTo>
                  <a:lnTo>
                    <a:pt x="1945" y="623"/>
                  </a:lnTo>
                  <a:lnTo>
                    <a:pt x="1945" y="1290"/>
                  </a:lnTo>
                  <a:lnTo>
                    <a:pt x="1677" y="1290"/>
                  </a:lnTo>
                  <a:lnTo>
                    <a:pt x="1677" y="785"/>
                  </a:lnTo>
                  <a:lnTo>
                    <a:pt x="1674" y="763"/>
                  </a:lnTo>
                  <a:lnTo>
                    <a:pt x="1666" y="742"/>
                  </a:lnTo>
                  <a:lnTo>
                    <a:pt x="1652" y="725"/>
                  </a:lnTo>
                  <a:lnTo>
                    <a:pt x="1635" y="712"/>
                  </a:lnTo>
                  <a:lnTo>
                    <a:pt x="1614" y="703"/>
                  </a:lnTo>
                  <a:lnTo>
                    <a:pt x="1592" y="700"/>
                  </a:lnTo>
                  <a:lnTo>
                    <a:pt x="1568" y="703"/>
                  </a:lnTo>
                  <a:lnTo>
                    <a:pt x="1548" y="712"/>
                  </a:lnTo>
                  <a:lnTo>
                    <a:pt x="1530" y="725"/>
                  </a:lnTo>
                  <a:lnTo>
                    <a:pt x="1517" y="742"/>
                  </a:lnTo>
                  <a:lnTo>
                    <a:pt x="1509" y="763"/>
                  </a:lnTo>
                  <a:lnTo>
                    <a:pt x="1506" y="785"/>
                  </a:lnTo>
                  <a:lnTo>
                    <a:pt x="1506" y="1290"/>
                  </a:lnTo>
                  <a:lnTo>
                    <a:pt x="1238" y="1290"/>
                  </a:lnTo>
                  <a:lnTo>
                    <a:pt x="1238" y="382"/>
                  </a:lnTo>
                  <a:lnTo>
                    <a:pt x="1235" y="359"/>
                  </a:lnTo>
                  <a:lnTo>
                    <a:pt x="1227" y="338"/>
                  </a:lnTo>
                  <a:lnTo>
                    <a:pt x="1214" y="322"/>
                  </a:lnTo>
                  <a:lnTo>
                    <a:pt x="1196" y="309"/>
                  </a:lnTo>
                  <a:lnTo>
                    <a:pt x="1176" y="300"/>
                  </a:lnTo>
                  <a:lnTo>
                    <a:pt x="1153" y="297"/>
                  </a:lnTo>
                  <a:close/>
                  <a:moveTo>
                    <a:pt x="0" y="0"/>
                  </a:moveTo>
                  <a:lnTo>
                    <a:pt x="2747" y="0"/>
                  </a:lnTo>
                  <a:lnTo>
                    <a:pt x="2747" y="1758"/>
                  </a:lnTo>
                  <a:lnTo>
                    <a:pt x="1443" y="1758"/>
                  </a:lnTo>
                  <a:lnTo>
                    <a:pt x="1443" y="2353"/>
                  </a:lnTo>
                  <a:lnTo>
                    <a:pt x="1475" y="2365"/>
                  </a:lnTo>
                  <a:lnTo>
                    <a:pt x="1504" y="2382"/>
                  </a:lnTo>
                  <a:lnTo>
                    <a:pt x="1530" y="2404"/>
                  </a:lnTo>
                  <a:lnTo>
                    <a:pt x="1553" y="2429"/>
                  </a:lnTo>
                  <a:lnTo>
                    <a:pt x="1570" y="2458"/>
                  </a:lnTo>
                  <a:lnTo>
                    <a:pt x="1585" y="2490"/>
                  </a:lnTo>
                  <a:lnTo>
                    <a:pt x="1593" y="2522"/>
                  </a:lnTo>
                  <a:lnTo>
                    <a:pt x="1596" y="2558"/>
                  </a:lnTo>
                  <a:lnTo>
                    <a:pt x="1593" y="2593"/>
                  </a:lnTo>
                  <a:lnTo>
                    <a:pt x="1585" y="2627"/>
                  </a:lnTo>
                  <a:lnTo>
                    <a:pt x="1571" y="2658"/>
                  </a:lnTo>
                  <a:lnTo>
                    <a:pt x="1553" y="2686"/>
                  </a:lnTo>
                  <a:lnTo>
                    <a:pt x="1530" y="2711"/>
                  </a:lnTo>
                  <a:lnTo>
                    <a:pt x="1505" y="2733"/>
                  </a:lnTo>
                  <a:lnTo>
                    <a:pt x="1476" y="2750"/>
                  </a:lnTo>
                  <a:lnTo>
                    <a:pt x="1443" y="2764"/>
                  </a:lnTo>
                  <a:lnTo>
                    <a:pt x="1409" y="2772"/>
                  </a:lnTo>
                  <a:lnTo>
                    <a:pt x="1374" y="2775"/>
                  </a:lnTo>
                  <a:lnTo>
                    <a:pt x="1337" y="2772"/>
                  </a:lnTo>
                  <a:lnTo>
                    <a:pt x="1303" y="2764"/>
                  </a:lnTo>
                  <a:lnTo>
                    <a:pt x="1271" y="2750"/>
                  </a:lnTo>
                  <a:lnTo>
                    <a:pt x="1241" y="2733"/>
                  </a:lnTo>
                  <a:lnTo>
                    <a:pt x="1216" y="2711"/>
                  </a:lnTo>
                  <a:lnTo>
                    <a:pt x="1193" y="2686"/>
                  </a:lnTo>
                  <a:lnTo>
                    <a:pt x="1176" y="2658"/>
                  </a:lnTo>
                  <a:lnTo>
                    <a:pt x="1162" y="2627"/>
                  </a:lnTo>
                  <a:lnTo>
                    <a:pt x="1154" y="2593"/>
                  </a:lnTo>
                  <a:lnTo>
                    <a:pt x="1151" y="2558"/>
                  </a:lnTo>
                  <a:lnTo>
                    <a:pt x="1154" y="2523"/>
                  </a:lnTo>
                  <a:lnTo>
                    <a:pt x="1162" y="2490"/>
                  </a:lnTo>
                  <a:lnTo>
                    <a:pt x="1176" y="2459"/>
                  </a:lnTo>
                  <a:lnTo>
                    <a:pt x="1194" y="2430"/>
                  </a:lnTo>
                  <a:lnTo>
                    <a:pt x="1217" y="2406"/>
                  </a:lnTo>
                  <a:lnTo>
                    <a:pt x="1242" y="2383"/>
                  </a:lnTo>
                  <a:lnTo>
                    <a:pt x="1272" y="2366"/>
                  </a:lnTo>
                  <a:lnTo>
                    <a:pt x="1304" y="2353"/>
                  </a:lnTo>
                  <a:lnTo>
                    <a:pt x="1304" y="1758"/>
                  </a:lnTo>
                  <a:lnTo>
                    <a:pt x="0" y="17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BD3ADA9-87D3-495F-ABD2-885C752602E0}"/>
              </a:ext>
            </a:extLst>
          </p:cNvPr>
          <p:cNvGrpSpPr/>
          <p:nvPr/>
        </p:nvGrpSpPr>
        <p:grpSpPr>
          <a:xfrm>
            <a:off x="9131253" y="680866"/>
            <a:ext cx="310355" cy="310356"/>
            <a:chOff x="7281863" y="309563"/>
            <a:chExt cx="382587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3" name="Freeform 102">
              <a:extLst>
                <a:ext uri="{FF2B5EF4-FFF2-40B4-BE49-F238E27FC236}">
                  <a16:creationId xmlns:a16="http://schemas.microsoft.com/office/drawing/2014/main" id="{F425C3A7-D392-4CC8-BB77-FF76F40FC7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81863" y="309563"/>
              <a:ext cx="382587" cy="382588"/>
            </a:xfrm>
            <a:custGeom>
              <a:avLst/>
              <a:gdLst>
                <a:gd name="T0" fmla="*/ 1496 w 3374"/>
                <a:gd name="T1" fmla="*/ 219 h 3379"/>
                <a:gd name="T2" fmla="*/ 1221 w 3374"/>
                <a:gd name="T3" fmla="*/ 282 h 3379"/>
                <a:gd name="T4" fmla="*/ 969 w 3374"/>
                <a:gd name="T5" fmla="*/ 394 h 3379"/>
                <a:gd name="T6" fmla="*/ 744 w 3374"/>
                <a:gd name="T7" fmla="*/ 549 h 3379"/>
                <a:gd name="T8" fmla="*/ 552 w 3374"/>
                <a:gd name="T9" fmla="*/ 741 h 3379"/>
                <a:gd name="T10" fmla="*/ 397 w 3374"/>
                <a:gd name="T11" fmla="*/ 967 h 3379"/>
                <a:gd name="T12" fmla="*/ 285 w 3374"/>
                <a:gd name="T13" fmla="*/ 1220 h 3379"/>
                <a:gd name="T14" fmla="*/ 222 w 3374"/>
                <a:gd name="T15" fmla="*/ 1494 h 3379"/>
                <a:gd name="T16" fmla="*/ 212 w 3374"/>
                <a:gd name="T17" fmla="*/ 1783 h 3379"/>
                <a:gd name="T18" fmla="*/ 258 w 3374"/>
                <a:gd name="T19" fmla="*/ 2065 h 3379"/>
                <a:gd name="T20" fmla="*/ 355 w 3374"/>
                <a:gd name="T21" fmla="*/ 2324 h 3379"/>
                <a:gd name="T22" fmla="*/ 495 w 3374"/>
                <a:gd name="T23" fmla="*/ 2560 h 3379"/>
                <a:gd name="T24" fmla="*/ 676 w 3374"/>
                <a:gd name="T25" fmla="*/ 2764 h 3379"/>
                <a:gd name="T26" fmla="*/ 891 w 3374"/>
                <a:gd name="T27" fmla="*/ 2932 h 3379"/>
                <a:gd name="T28" fmla="*/ 1135 w 3374"/>
                <a:gd name="T29" fmla="*/ 3058 h 3379"/>
                <a:gd name="T30" fmla="*/ 1401 w 3374"/>
                <a:gd name="T31" fmla="*/ 3139 h 3379"/>
                <a:gd name="T32" fmla="*/ 1687 w 3374"/>
                <a:gd name="T33" fmla="*/ 3166 h 3379"/>
                <a:gd name="T34" fmla="*/ 1974 w 3374"/>
                <a:gd name="T35" fmla="*/ 3139 h 3379"/>
                <a:gd name="T36" fmla="*/ 2240 w 3374"/>
                <a:gd name="T37" fmla="*/ 3059 h 3379"/>
                <a:gd name="T38" fmla="*/ 2484 w 3374"/>
                <a:gd name="T39" fmla="*/ 2933 h 3379"/>
                <a:gd name="T40" fmla="*/ 2699 w 3374"/>
                <a:gd name="T41" fmla="*/ 2765 h 3379"/>
                <a:gd name="T42" fmla="*/ 2880 w 3374"/>
                <a:gd name="T43" fmla="*/ 2561 h 3379"/>
                <a:gd name="T44" fmla="*/ 3020 w 3374"/>
                <a:gd name="T45" fmla="*/ 2325 h 3379"/>
                <a:gd name="T46" fmla="*/ 3117 w 3374"/>
                <a:gd name="T47" fmla="*/ 2066 h 3379"/>
                <a:gd name="T48" fmla="*/ 3163 w 3374"/>
                <a:gd name="T49" fmla="*/ 1784 h 3379"/>
                <a:gd name="T50" fmla="*/ 3153 w 3374"/>
                <a:gd name="T51" fmla="*/ 1494 h 3379"/>
                <a:gd name="T52" fmla="*/ 3090 w 3374"/>
                <a:gd name="T53" fmla="*/ 1220 h 3379"/>
                <a:gd name="T54" fmla="*/ 2978 w 3374"/>
                <a:gd name="T55" fmla="*/ 967 h 3379"/>
                <a:gd name="T56" fmla="*/ 2823 w 3374"/>
                <a:gd name="T57" fmla="*/ 741 h 3379"/>
                <a:gd name="T58" fmla="*/ 2631 w 3374"/>
                <a:gd name="T59" fmla="*/ 549 h 3379"/>
                <a:gd name="T60" fmla="*/ 2406 w 3374"/>
                <a:gd name="T61" fmla="*/ 394 h 3379"/>
                <a:gd name="T62" fmla="*/ 2154 w 3374"/>
                <a:gd name="T63" fmla="*/ 282 h 3379"/>
                <a:gd name="T64" fmla="*/ 1879 w 3374"/>
                <a:gd name="T65" fmla="*/ 219 h 3379"/>
                <a:gd name="T66" fmla="*/ 389 w 3374"/>
                <a:gd name="T67" fmla="*/ 0 h 3379"/>
                <a:gd name="T68" fmla="*/ 3082 w 3374"/>
                <a:gd name="T69" fmla="*/ 11 h 3379"/>
                <a:gd name="T70" fmla="*/ 3208 w 3374"/>
                <a:gd name="T71" fmla="*/ 70 h 3379"/>
                <a:gd name="T72" fmla="*/ 3305 w 3374"/>
                <a:gd name="T73" fmla="*/ 166 h 3379"/>
                <a:gd name="T74" fmla="*/ 3363 w 3374"/>
                <a:gd name="T75" fmla="*/ 293 h 3379"/>
                <a:gd name="T76" fmla="*/ 3374 w 3374"/>
                <a:gd name="T77" fmla="*/ 2990 h 3379"/>
                <a:gd name="T78" fmla="*/ 3348 w 3374"/>
                <a:gd name="T79" fmla="*/ 3130 h 3379"/>
                <a:gd name="T80" fmla="*/ 3276 w 3374"/>
                <a:gd name="T81" fmla="*/ 3247 h 3379"/>
                <a:gd name="T82" fmla="*/ 3168 w 3374"/>
                <a:gd name="T83" fmla="*/ 3333 h 3379"/>
                <a:gd name="T84" fmla="*/ 3035 w 3374"/>
                <a:gd name="T85" fmla="*/ 3376 h 3379"/>
                <a:gd name="T86" fmla="*/ 340 w 3374"/>
                <a:gd name="T87" fmla="*/ 3376 h 3379"/>
                <a:gd name="T88" fmla="*/ 206 w 3374"/>
                <a:gd name="T89" fmla="*/ 3333 h 3379"/>
                <a:gd name="T90" fmla="*/ 98 w 3374"/>
                <a:gd name="T91" fmla="*/ 3247 h 3379"/>
                <a:gd name="T92" fmla="*/ 27 w 3374"/>
                <a:gd name="T93" fmla="*/ 3130 h 3379"/>
                <a:gd name="T94" fmla="*/ 0 w 3374"/>
                <a:gd name="T95" fmla="*/ 2990 h 3379"/>
                <a:gd name="T96" fmla="*/ 12 w 3374"/>
                <a:gd name="T97" fmla="*/ 293 h 3379"/>
                <a:gd name="T98" fmla="*/ 70 w 3374"/>
                <a:gd name="T99" fmla="*/ 166 h 3379"/>
                <a:gd name="T100" fmla="*/ 167 w 3374"/>
                <a:gd name="T101" fmla="*/ 70 h 3379"/>
                <a:gd name="T102" fmla="*/ 293 w 3374"/>
                <a:gd name="T103" fmla="*/ 11 h 3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74" h="3379">
                  <a:moveTo>
                    <a:pt x="1687" y="206"/>
                  </a:moveTo>
                  <a:lnTo>
                    <a:pt x="1590" y="209"/>
                  </a:lnTo>
                  <a:lnTo>
                    <a:pt x="1496" y="219"/>
                  </a:lnTo>
                  <a:lnTo>
                    <a:pt x="1401" y="234"/>
                  </a:lnTo>
                  <a:lnTo>
                    <a:pt x="1310" y="256"/>
                  </a:lnTo>
                  <a:lnTo>
                    <a:pt x="1221" y="282"/>
                  </a:lnTo>
                  <a:lnTo>
                    <a:pt x="1135" y="314"/>
                  </a:lnTo>
                  <a:lnTo>
                    <a:pt x="1050" y="352"/>
                  </a:lnTo>
                  <a:lnTo>
                    <a:pt x="969" y="394"/>
                  </a:lnTo>
                  <a:lnTo>
                    <a:pt x="891" y="441"/>
                  </a:lnTo>
                  <a:lnTo>
                    <a:pt x="816" y="493"/>
                  </a:lnTo>
                  <a:lnTo>
                    <a:pt x="744" y="549"/>
                  </a:lnTo>
                  <a:lnTo>
                    <a:pt x="676" y="609"/>
                  </a:lnTo>
                  <a:lnTo>
                    <a:pt x="612" y="674"/>
                  </a:lnTo>
                  <a:lnTo>
                    <a:pt x="552" y="741"/>
                  </a:lnTo>
                  <a:lnTo>
                    <a:pt x="495" y="813"/>
                  </a:lnTo>
                  <a:lnTo>
                    <a:pt x="444" y="889"/>
                  </a:lnTo>
                  <a:lnTo>
                    <a:pt x="397" y="967"/>
                  </a:lnTo>
                  <a:lnTo>
                    <a:pt x="355" y="1048"/>
                  </a:lnTo>
                  <a:lnTo>
                    <a:pt x="317" y="1132"/>
                  </a:lnTo>
                  <a:lnTo>
                    <a:pt x="285" y="1220"/>
                  </a:lnTo>
                  <a:lnTo>
                    <a:pt x="258" y="1309"/>
                  </a:lnTo>
                  <a:lnTo>
                    <a:pt x="238" y="1400"/>
                  </a:lnTo>
                  <a:lnTo>
                    <a:pt x="222" y="1494"/>
                  </a:lnTo>
                  <a:lnTo>
                    <a:pt x="212" y="1589"/>
                  </a:lnTo>
                  <a:lnTo>
                    <a:pt x="209" y="1687"/>
                  </a:lnTo>
                  <a:lnTo>
                    <a:pt x="212" y="1783"/>
                  </a:lnTo>
                  <a:lnTo>
                    <a:pt x="222" y="1879"/>
                  </a:lnTo>
                  <a:lnTo>
                    <a:pt x="238" y="1972"/>
                  </a:lnTo>
                  <a:lnTo>
                    <a:pt x="258" y="2065"/>
                  </a:lnTo>
                  <a:lnTo>
                    <a:pt x="285" y="2154"/>
                  </a:lnTo>
                  <a:lnTo>
                    <a:pt x="317" y="2240"/>
                  </a:lnTo>
                  <a:lnTo>
                    <a:pt x="355" y="2324"/>
                  </a:lnTo>
                  <a:lnTo>
                    <a:pt x="397" y="2407"/>
                  </a:lnTo>
                  <a:lnTo>
                    <a:pt x="444" y="2485"/>
                  </a:lnTo>
                  <a:lnTo>
                    <a:pt x="495" y="2560"/>
                  </a:lnTo>
                  <a:lnTo>
                    <a:pt x="552" y="2631"/>
                  </a:lnTo>
                  <a:lnTo>
                    <a:pt x="612" y="2700"/>
                  </a:lnTo>
                  <a:lnTo>
                    <a:pt x="676" y="2764"/>
                  </a:lnTo>
                  <a:lnTo>
                    <a:pt x="744" y="2824"/>
                  </a:lnTo>
                  <a:lnTo>
                    <a:pt x="816" y="2881"/>
                  </a:lnTo>
                  <a:lnTo>
                    <a:pt x="891" y="2932"/>
                  </a:lnTo>
                  <a:lnTo>
                    <a:pt x="969" y="2979"/>
                  </a:lnTo>
                  <a:lnTo>
                    <a:pt x="1050" y="3022"/>
                  </a:lnTo>
                  <a:lnTo>
                    <a:pt x="1135" y="3058"/>
                  </a:lnTo>
                  <a:lnTo>
                    <a:pt x="1221" y="3091"/>
                  </a:lnTo>
                  <a:lnTo>
                    <a:pt x="1310" y="3118"/>
                  </a:lnTo>
                  <a:lnTo>
                    <a:pt x="1401" y="3139"/>
                  </a:lnTo>
                  <a:lnTo>
                    <a:pt x="1496" y="3154"/>
                  </a:lnTo>
                  <a:lnTo>
                    <a:pt x="1590" y="3163"/>
                  </a:lnTo>
                  <a:lnTo>
                    <a:pt x="1687" y="3166"/>
                  </a:lnTo>
                  <a:lnTo>
                    <a:pt x="1785" y="3163"/>
                  </a:lnTo>
                  <a:lnTo>
                    <a:pt x="1879" y="3154"/>
                  </a:lnTo>
                  <a:lnTo>
                    <a:pt x="1974" y="3139"/>
                  </a:lnTo>
                  <a:lnTo>
                    <a:pt x="2065" y="3118"/>
                  </a:lnTo>
                  <a:lnTo>
                    <a:pt x="2154" y="3091"/>
                  </a:lnTo>
                  <a:lnTo>
                    <a:pt x="2240" y="3059"/>
                  </a:lnTo>
                  <a:lnTo>
                    <a:pt x="2325" y="3023"/>
                  </a:lnTo>
                  <a:lnTo>
                    <a:pt x="2406" y="2979"/>
                  </a:lnTo>
                  <a:lnTo>
                    <a:pt x="2484" y="2933"/>
                  </a:lnTo>
                  <a:lnTo>
                    <a:pt x="2559" y="2881"/>
                  </a:lnTo>
                  <a:lnTo>
                    <a:pt x="2631" y="2825"/>
                  </a:lnTo>
                  <a:lnTo>
                    <a:pt x="2699" y="2765"/>
                  </a:lnTo>
                  <a:lnTo>
                    <a:pt x="2763" y="2701"/>
                  </a:lnTo>
                  <a:lnTo>
                    <a:pt x="2823" y="2632"/>
                  </a:lnTo>
                  <a:lnTo>
                    <a:pt x="2880" y="2561"/>
                  </a:lnTo>
                  <a:lnTo>
                    <a:pt x="2931" y="2486"/>
                  </a:lnTo>
                  <a:lnTo>
                    <a:pt x="2978" y="2408"/>
                  </a:lnTo>
                  <a:lnTo>
                    <a:pt x="3020" y="2325"/>
                  </a:lnTo>
                  <a:lnTo>
                    <a:pt x="3058" y="2241"/>
                  </a:lnTo>
                  <a:lnTo>
                    <a:pt x="3090" y="2155"/>
                  </a:lnTo>
                  <a:lnTo>
                    <a:pt x="3117" y="2066"/>
                  </a:lnTo>
                  <a:lnTo>
                    <a:pt x="3137" y="1973"/>
                  </a:lnTo>
                  <a:lnTo>
                    <a:pt x="3153" y="1880"/>
                  </a:lnTo>
                  <a:lnTo>
                    <a:pt x="3163" y="1784"/>
                  </a:lnTo>
                  <a:lnTo>
                    <a:pt x="3166" y="1687"/>
                  </a:lnTo>
                  <a:lnTo>
                    <a:pt x="3163" y="1589"/>
                  </a:lnTo>
                  <a:lnTo>
                    <a:pt x="3153" y="1494"/>
                  </a:lnTo>
                  <a:lnTo>
                    <a:pt x="3137" y="1400"/>
                  </a:lnTo>
                  <a:lnTo>
                    <a:pt x="3117" y="1309"/>
                  </a:lnTo>
                  <a:lnTo>
                    <a:pt x="3090" y="1220"/>
                  </a:lnTo>
                  <a:lnTo>
                    <a:pt x="3058" y="1132"/>
                  </a:lnTo>
                  <a:lnTo>
                    <a:pt x="3020" y="1048"/>
                  </a:lnTo>
                  <a:lnTo>
                    <a:pt x="2978" y="967"/>
                  </a:lnTo>
                  <a:lnTo>
                    <a:pt x="2931" y="889"/>
                  </a:lnTo>
                  <a:lnTo>
                    <a:pt x="2880" y="813"/>
                  </a:lnTo>
                  <a:lnTo>
                    <a:pt x="2823" y="741"/>
                  </a:lnTo>
                  <a:lnTo>
                    <a:pt x="2763" y="674"/>
                  </a:lnTo>
                  <a:lnTo>
                    <a:pt x="2699" y="609"/>
                  </a:lnTo>
                  <a:lnTo>
                    <a:pt x="2631" y="549"/>
                  </a:lnTo>
                  <a:lnTo>
                    <a:pt x="2559" y="493"/>
                  </a:lnTo>
                  <a:lnTo>
                    <a:pt x="2484" y="441"/>
                  </a:lnTo>
                  <a:lnTo>
                    <a:pt x="2406" y="394"/>
                  </a:lnTo>
                  <a:lnTo>
                    <a:pt x="2325" y="352"/>
                  </a:lnTo>
                  <a:lnTo>
                    <a:pt x="2240" y="314"/>
                  </a:lnTo>
                  <a:lnTo>
                    <a:pt x="2154" y="282"/>
                  </a:lnTo>
                  <a:lnTo>
                    <a:pt x="2065" y="256"/>
                  </a:lnTo>
                  <a:lnTo>
                    <a:pt x="1974" y="234"/>
                  </a:lnTo>
                  <a:lnTo>
                    <a:pt x="1879" y="219"/>
                  </a:lnTo>
                  <a:lnTo>
                    <a:pt x="1785" y="209"/>
                  </a:lnTo>
                  <a:lnTo>
                    <a:pt x="1687" y="206"/>
                  </a:lnTo>
                  <a:close/>
                  <a:moveTo>
                    <a:pt x="389" y="0"/>
                  </a:moveTo>
                  <a:lnTo>
                    <a:pt x="2986" y="0"/>
                  </a:lnTo>
                  <a:lnTo>
                    <a:pt x="3035" y="3"/>
                  </a:lnTo>
                  <a:lnTo>
                    <a:pt x="3082" y="11"/>
                  </a:lnTo>
                  <a:lnTo>
                    <a:pt x="3127" y="26"/>
                  </a:lnTo>
                  <a:lnTo>
                    <a:pt x="3169" y="45"/>
                  </a:lnTo>
                  <a:lnTo>
                    <a:pt x="3208" y="70"/>
                  </a:lnTo>
                  <a:lnTo>
                    <a:pt x="3244" y="98"/>
                  </a:lnTo>
                  <a:lnTo>
                    <a:pt x="3277" y="130"/>
                  </a:lnTo>
                  <a:lnTo>
                    <a:pt x="3305" y="166"/>
                  </a:lnTo>
                  <a:lnTo>
                    <a:pt x="3329" y="206"/>
                  </a:lnTo>
                  <a:lnTo>
                    <a:pt x="3348" y="248"/>
                  </a:lnTo>
                  <a:lnTo>
                    <a:pt x="3363" y="293"/>
                  </a:lnTo>
                  <a:lnTo>
                    <a:pt x="3371" y="340"/>
                  </a:lnTo>
                  <a:lnTo>
                    <a:pt x="3374" y="389"/>
                  </a:lnTo>
                  <a:lnTo>
                    <a:pt x="3374" y="2990"/>
                  </a:lnTo>
                  <a:lnTo>
                    <a:pt x="3371" y="3038"/>
                  </a:lnTo>
                  <a:lnTo>
                    <a:pt x="3363" y="3085"/>
                  </a:lnTo>
                  <a:lnTo>
                    <a:pt x="3348" y="3130"/>
                  </a:lnTo>
                  <a:lnTo>
                    <a:pt x="3329" y="3172"/>
                  </a:lnTo>
                  <a:lnTo>
                    <a:pt x="3304" y="3211"/>
                  </a:lnTo>
                  <a:lnTo>
                    <a:pt x="3276" y="3247"/>
                  </a:lnTo>
                  <a:lnTo>
                    <a:pt x="3244" y="3280"/>
                  </a:lnTo>
                  <a:lnTo>
                    <a:pt x="3208" y="3309"/>
                  </a:lnTo>
                  <a:lnTo>
                    <a:pt x="3168" y="3333"/>
                  </a:lnTo>
                  <a:lnTo>
                    <a:pt x="3126" y="3352"/>
                  </a:lnTo>
                  <a:lnTo>
                    <a:pt x="3081" y="3366"/>
                  </a:lnTo>
                  <a:lnTo>
                    <a:pt x="3035" y="3376"/>
                  </a:lnTo>
                  <a:lnTo>
                    <a:pt x="2985" y="3379"/>
                  </a:lnTo>
                  <a:lnTo>
                    <a:pt x="389" y="3379"/>
                  </a:lnTo>
                  <a:lnTo>
                    <a:pt x="340" y="3376"/>
                  </a:lnTo>
                  <a:lnTo>
                    <a:pt x="293" y="3366"/>
                  </a:lnTo>
                  <a:lnTo>
                    <a:pt x="248" y="3352"/>
                  </a:lnTo>
                  <a:lnTo>
                    <a:pt x="206" y="3333"/>
                  </a:lnTo>
                  <a:lnTo>
                    <a:pt x="167" y="3309"/>
                  </a:lnTo>
                  <a:lnTo>
                    <a:pt x="131" y="3280"/>
                  </a:lnTo>
                  <a:lnTo>
                    <a:pt x="98" y="3247"/>
                  </a:lnTo>
                  <a:lnTo>
                    <a:pt x="70" y="3211"/>
                  </a:lnTo>
                  <a:lnTo>
                    <a:pt x="46" y="3172"/>
                  </a:lnTo>
                  <a:lnTo>
                    <a:pt x="27" y="3130"/>
                  </a:lnTo>
                  <a:lnTo>
                    <a:pt x="12" y="3085"/>
                  </a:lnTo>
                  <a:lnTo>
                    <a:pt x="3" y="3038"/>
                  </a:lnTo>
                  <a:lnTo>
                    <a:pt x="0" y="2990"/>
                  </a:lnTo>
                  <a:lnTo>
                    <a:pt x="0" y="389"/>
                  </a:lnTo>
                  <a:lnTo>
                    <a:pt x="3" y="340"/>
                  </a:lnTo>
                  <a:lnTo>
                    <a:pt x="12" y="293"/>
                  </a:lnTo>
                  <a:lnTo>
                    <a:pt x="27" y="248"/>
                  </a:lnTo>
                  <a:lnTo>
                    <a:pt x="46" y="206"/>
                  </a:lnTo>
                  <a:lnTo>
                    <a:pt x="70" y="166"/>
                  </a:lnTo>
                  <a:lnTo>
                    <a:pt x="98" y="130"/>
                  </a:lnTo>
                  <a:lnTo>
                    <a:pt x="131" y="98"/>
                  </a:lnTo>
                  <a:lnTo>
                    <a:pt x="167" y="70"/>
                  </a:lnTo>
                  <a:lnTo>
                    <a:pt x="206" y="45"/>
                  </a:lnTo>
                  <a:lnTo>
                    <a:pt x="248" y="26"/>
                  </a:lnTo>
                  <a:lnTo>
                    <a:pt x="293" y="11"/>
                  </a:lnTo>
                  <a:lnTo>
                    <a:pt x="340" y="3"/>
                  </a:lnTo>
                  <a:lnTo>
                    <a:pt x="3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4" name="Freeform 103">
              <a:extLst>
                <a:ext uri="{FF2B5EF4-FFF2-40B4-BE49-F238E27FC236}">
                  <a16:creationId xmlns:a16="http://schemas.microsoft.com/office/drawing/2014/main" id="{01A7A116-5D4B-4BFE-AF56-30AA63C8F9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1550" y="349251"/>
              <a:ext cx="303212" cy="303213"/>
            </a:xfrm>
            <a:custGeom>
              <a:avLst/>
              <a:gdLst>
                <a:gd name="T0" fmla="*/ 1274 w 2671"/>
                <a:gd name="T1" fmla="*/ 2282 h 2676"/>
                <a:gd name="T2" fmla="*/ 1303 w 2671"/>
                <a:gd name="T3" fmla="*/ 2468 h 2676"/>
                <a:gd name="T4" fmla="*/ 1391 w 2671"/>
                <a:gd name="T5" fmla="*/ 2446 h 2676"/>
                <a:gd name="T6" fmla="*/ 1382 w 2671"/>
                <a:gd name="T7" fmla="*/ 2256 h 2676"/>
                <a:gd name="T8" fmla="*/ 1983 w 2671"/>
                <a:gd name="T9" fmla="*/ 1963 h 2676"/>
                <a:gd name="T10" fmla="*/ 1958 w 2671"/>
                <a:gd name="T11" fmla="*/ 2050 h 2676"/>
                <a:gd name="T12" fmla="*/ 2110 w 2671"/>
                <a:gd name="T13" fmla="*/ 2161 h 2676"/>
                <a:gd name="T14" fmla="*/ 2157 w 2671"/>
                <a:gd name="T15" fmla="*/ 2083 h 2676"/>
                <a:gd name="T16" fmla="*/ 2015 w 2671"/>
                <a:gd name="T17" fmla="*/ 1954 h 2676"/>
                <a:gd name="T18" fmla="*/ 521 w 2671"/>
                <a:gd name="T19" fmla="*/ 2067 h 2676"/>
                <a:gd name="T20" fmla="*/ 545 w 2671"/>
                <a:gd name="T21" fmla="*/ 2154 h 2676"/>
                <a:gd name="T22" fmla="*/ 702 w 2671"/>
                <a:gd name="T23" fmla="*/ 2065 h 2676"/>
                <a:gd name="T24" fmla="*/ 702 w 2671"/>
                <a:gd name="T25" fmla="*/ 1973 h 2676"/>
                <a:gd name="T26" fmla="*/ 231 w 2671"/>
                <a:gd name="T27" fmla="*/ 1283 h 2676"/>
                <a:gd name="T28" fmla="*/ 208 w 2671"/>
                <a:gd name="T29" fmla="*/ 1372 h 2676"/>
                <a:gd name="T30" fmla="*/ 392 w 2671"/>
                <a:gd name="T31" fmla="*/ 1401 h 2676"/>
                <a:gd name="T32" fmla="*/ 437 w 2671"/>
                <a:gd name="T33" fmla="*/ 1323 h 2676"/>
                <a:gd name="T34" fmla="*/ 263 w 2671"/>
                <a:gd name="T35" fmla="*/ 1275 h 2676"/>
                <a:gd name="T36" fmla="*/ 2234 w 2671"/>
                <a:gd name="T37" fmla="*/ 1321 h 2676"/>
                <a:gd name="T38" fmla="*/ 2278 w 2671"/>
                <a:gd name="T39" fmla="*/ 1400 h 2676"/>
                <a:gd name="T40" fmla="*/ 2463 w 2671"/>
                <a:gd name="T41" fmla="*/ 1372 h 2676"/>
                <a:gd name="T42" fmla="*/ 2441 w 2671"/>
                <a:gd name="T43" fmla="*/ 1283 h 2676"/>
                <a:gd name="T44" fmla="*/ 1304 w 2671"/>
                <a:gd name="T45" fmla="*/ 630 h 2676"/>
                <a:gd name="T46" fmla="*/ 1274 w 2671"/>
                <a:gd name="T47" fmla="*/ 1357 h 2676"/>
                <a:gd name="T48" fmla="*/ 1831 w 2671"/>
                <a:gd name="T49" fmla="*/ 1405 h 2676"/>
                <a:gd name="T50" fmla="*/ 1892 w 2671"/>
                <a:gd name="T51" fmla="*/ 1337 h 2676"/>
                <a:gd name="T52" fmla="*/ 1828 w 2671"/>
                <a:gd name="T53" fmla="*/ 1273 h 2676"/>
                <a:gd name="T54" fmla="*/ 1368 w 2671"/>
                <a:gd name="T55" fmla="*/ 630 h 2676"/>
                <a:gd name="T56" fmla="*/ 2048 w 2671"/>
                <a:gd name="T57" fmla="*/ 534 h 2676"/>
                <a:gd name="T58" fmla="*/ 1958 w 2671"/>
                <a:gd name="T59" fmla="*/ 690 h 2676"/>
                <a:gd name="T60" fmla="*/ 2046 w 2671"/>
                <a:gd name="T61" fmla="*/ 716 h 2676"/>
                <a:gd name="T62" fmla="*/ 2157 w 2671"/>
                <a:gd name="T63" fmla="*/ 564 h 2676"/>
                <a:gd name="T64" fmla="*/ 578 w 2671"/>
                <a:gd name="T65" fmla="*/ 515 h 2676"/>
                <a:gd name="T66" fmla="*/ 512 w 2671"/>
                <a:gd name="T67" fmla="*/ 579 h 2676"/>
                <a:gd name="T68" fmla="*/ 639 w 2671"/>
                <a:gd name="T69" fmla="*/ 722 h 2676"/>
                <a:gd name="T70" fmla="*/ 718 w 2671"/>
                <a:gd name="T71" fmla="*/ 676 h 2676"/>
                <a:gd name="T72" fmla="*/ 610 w 2671"/>
                <a:gd name="T73" fmla="*/ 524 h 2676"/>
                <a:gd name="T74" fmla="*/ 1290 w 2671"/>
                <a:gd name="T75" fmla="*/ 219 h 2676"/>
                <a:gd name="T76" fmla="*/ 1280 w 2671"/>
                <a:gd name="T77" fmla="*/ 410 h 2676"/>
                <a:gd name="T78" fmla="*/ 1367 w 2671"/>
                <a:gd name="T79" fmla="*/ 433 h 2676"/>
                <a:gd name="T80" fmla="*/ 1397 w 2671"/>
                <a:gd name="T81" fmla="*/ 249 h 2676"/>
                <a:gd name="T82" fmla="*/ 1335 w 2671"/>
                <a:gd name="T83" fmla="*/ 0 h 2676"/>
                <a:gd name="T84" fmla="*/ 1855 w 2671"/>
                <a:gd name="T85" fmla="*/ 105 h 2676"/>
                <a:gd name="T86" fmla="*/ 2280 w 2671"/>
                <a:gd name="T87" fmla="*/ 392 h 2676"/>
                <a:gd name="T88" fmla="*/ 2567 w 2671"/>
                <a:gd name="T89" fmla="*/ 817 h 2676"/>
                <a:gd name="T90" fmla="*/ 2671 w 2671"/>
                <a:gd name="T91" fmla="*/ 1338 h 2676"/>
                <a:gd name="T92" fmla="*/ 2567 w 2671"/>
                <a:gd name="T93" fmla="*/ 1857 h 2676"/>
                <a:gd name="T94" fmla="*/ 2280 w 2671"/>
                <a:gd name="T95" fmla="*/ 2283 h 2676"/>
                <a:gd name="T96" fmla="*/ 1855 w 2671"/>
                <a:gd name="T97" fmla="*/ 2570 h 2676"/>
                <a:gd name="T98" fmla="*/ 1335 w 2671"/>
                <a:gd name="T99" fmla="*/ 2676 h 2676"/>
                <a:gd name="T100" fmla="*/ 816 w 2671"/>
                <a:gd name="T101" fmla="*/ 2570 h 2676"/>
                <a:gd name="T102" fmla="*/ 391 w 2671"/>
                <a:gd name="T103" fmla="*/ 2283 h 2676"/>
                <a:gd name="T104" fmla="*/ 104 w 2671"/>
                <a:gd name="T105" fmla="*/ 1857 h 2676"/>
                <a:gd name="T106" fmla="*/ 0 w 2671"/>
                <a:gd name="T107" fmla="*/ 1338 h 2676"/>
                <a:gd name="T108" fmla="*/ 104 w 2671"/>
                <a:gd name="T109" fmla="*/ 817 h 2676"/>
                <a:gd name="T110" fmla="*/ 391 w 2671"/>
                <a:gd name="T111" fmla="*/ 392 h 2676"/>
                <a:gd name="T112" fmla="*/ 816 w 2671"/>
                <a:gd name="T113" fmla="*/ 105 h 2676"/>
                <a:gd name="T114" fmla="*/ 1335 w 2671"/>
                <a:gd name="T115" fmla="*/ 0 h 2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71" h="2676">
                  <a:moveTo>
                    <a:pt x="1335" y="2236"/>
                  </a:moveTo>
                  <a:lnTo>
                    <a:pt x="1319" y="2238"/>
                  </a:lnTo>
                  <a:lnTo>
                    <a:pt x="1304" y="2244"/>
                  </a:lnTo>
                  <a:lnTo>
                    <a:pt x="1290" y="2255"/>
                  </a:lnTo>
                  <a:lnTo>
                    <a:pt x="1280" y="2267"/>
                  </a:lnTo>
                  <a:lnTo>
                    <a:pt x="1274" y="2282"/>
                  </a:lnTo>
                  <a:lnTo>
                    <a:pt x="1272" y="2301"/>
                  </a:lnTo>
                  <a:lnTo>
                    <a:pt x="1272" y="2413"/>
                  </a:lnTo>
                  <a:lnTo>
                    <a:pt x="1274" y="2429"/>
                  </a:lnTo>
                  <a:lnTo>
                    <a:pt x="1280" y="2445"/>
                  </a:lnTo>
                  <a:lnTo>
                    <a:pt x="1289" y="2458"/>
                  </a:lnTo>
                  <a:lnTo>
                    <a:pt x="1303" y="2468"/>
                  </a:lnTo>
                  <a:lnTo>
                    <a:pt x="1318" y="2474"/>
                  </a:lnTo>
                  <a:lnTo>
                    <a:pt x="1335" y="2477"/>
                  </a:lnTo>
                  <a:lnTo>
                    <a:pt x="1352" y="2474"/>
                  </a:lnTo>
                  <a:lnTo>
                    <a:pt x="1367" y="2468"/>
                  </a:lnTo>
                  <a:lnTo>
                    <a:pt x="1381" y="2459"/>
                  </a:lnTo>
                  <a:lnTo>
                    <a:pt x="1391" y="2446"/>
                  </a:lnTo>
                  <a:lnTo>
                    <a:pt x="1397" y="2430"/>
                  </a:lnTo>
                  <a:lnTo>
                    <a:pt x="1399" y="2413"/>
                  </a:lnTo>
                  <a:lnTo>
                    <a:pt x="1399" y="2301"/>
                  </a:lnTo>
                  <a:lnTo>
                    <a:pt x="1397" y="2283"/>
                  </a:lnTo>
                  <a:lnTo>
                    <a:pt x="1391" y="2268"/>
                  </a:lnTo>
                  <a:lnTo>
                    <a:pt x="1382" y="2256"/>
                  </a:lnTo>
                  <a:lnTo>
                    <a:pt x="1368" y="2245"/>
                  </a:lnTo>
                  <a:lnTo>
                    <a:pt x="1353" y="2238"/>
                  </a:lnTo>
                  <a:lnTo>
                    <a:pt x="1335" y="2236"/>
                  </a:lnTo>
                  <a:close/>
                  <a:moveTo>
                    <a:pt x="2015" y="1954"/>
                  </a:moveTo>
                  <a:lnTo>
                    <a:pt x="1999" y="1956"/>
                  </a:lnTo>
                  <a:lnTo>
                    <a:pt x="1983" y="1963"/>
                  </a:lnTo>
                  <a:lnTo>
                    <a:pt x="1969" y="1973"/>
                  </a:lnTo>
                  <a:lnTo>
                    <a:pt x="1959" y="1987"/>
                  </a:lnTo>
                  <a:lnTo>
                    <a:pt x="1953" y="2002"/>
                  </a:lnTo>
                  <a:lnTo>
                    <a:pt x="1950" y="2019"/>
                  </a:lnTo>
                  <a:lnTo>
                    <a:pt x="1952" y="2035"/>
                  </a:lnTo>
                  <a:lnTo>
                    <a:pt x="1958" y="2050"/>
                  </a:lnTo>
                  <a:lnTo>
                    <a:pt x="1969" y="2065"/>
                  </a:lnTo>
                  <a:lnTo>
                    <a:pt x="2048" y="2144"/>
                  </a:lnTo>
                  <a:lnTo>
                    <a:pt x="2061" y="2154"/>
                  </a:lnTo>
                  <a:lnTo>
                    <a:pt x="2077" y="2160"/>
                  </a:lnTo>
                  <a:lnTo>
                    <a:pt x="2093" y="2163"/>
                  </a:lnTo>
                  <a:lnTo>
                    <a:pt x="2110" y="2161"/>
                  </a:lnTo>
                  <a:lnTo>
                    <a:pt x="2125" y="2155"/>
                  </a:lnTo>
                  <a:lnTo>
                    <a:pt x="2139" y="2144"/>
                  </a:lnTo>
                  <a:lnTo>
                    <a:pt x="2150" y="2130"/>
                  </a:lnTo>
                  <a:lnTo>
                    <a:pt x="2156" y="2115"/>
                  </a:lnTo>
                  <a:lnTo>
                    <a:pt x="2159" y="2099"/>
                  </a:lnTo>
                  <a:lnTo>
                    <a:pt x="2157" y="2083"/>
                  </a:lnTo>
                  <a:lnTo>
                    <a:pt x="2151" y="2067"/>
                  </a:lnTo>
                  <a:lnTo>
                    <a:pt x="2139" y="2052"/>
                  </a:lnTo>
                  <a:lnTo>
                    <a:pt x="2060" y="1973"/>
                  </a:lnTo>
                  <a:lnTo>
                    <a:pt x="2046" y="1963"/>
                  </a:lnTo>
                  <a:lnTo>
                    <a:pt x="2032" y="1957"/>
                  </a:lnTo>
                  <a:lnTo>
                    <a:pt x="2015" y="1954"/>
                  </a:lnTo>
                  <a:close/>
                  <a:moveTo>
                    <a:pt x="657" y="1954"/>
                  </a:moveTo>
                  <a:lnTo>
                    <a:pt x="640" y="1956"/>
                  </a:lnTo>
                  <a:lnTo>
                    <a:pt x="625" y="1963"/>
                  </a:lnTo>
                  <a:lnTo>
                    <a:pt x="611" y="1973"/>
                  </a:lnTo>
                  <a:lnTo>
                    <a:pt x="532" y="2052"/>
                  </a:lnTo>
                  <a:lnTo>
                    <a:pt x="521" y="2067"/>
                  </a:lnTo>
                  <a:lnTo>
                    <a:pt x="515" y="2081"/>
                  </a:lnTo>
                  <a:lnTo>
                    <a:pt x="512" y="2098"/>
                  </a:lnTo>
                  <a:lnTo>
                    <a:pt x="514" y="2114"/>
                  </a:lnTo>
                  <a:lnTo>
                    <a:pt x="521" y="2129"/>
                  </a:lnTo>
                  <a:lnTo>
                    <a:pt x="532" y="2144"/>
                  </a:lnTo>
                  <a:lnTo>
                    <a:pt x="545" y="2154"/>
                  </a:lnTo>
                  <a:lnTo>
                    <a:pt x="560" y="2160"/>
                  </a:lnTo>
                  <a:lnTo>
                    <a:pt x="577" y="2163"/>
                  </a:lnTo>
                  <a:lnTo>
                    <a:pt x="593" y="2161"/>
                  </a:lnTo>
                  <a:lnTo>
                    <a:pt x="609" y="2155"/>
                  </a:lnTo>
                  <a:lnTo>
                    <a:pt x="623" y="2144"/>
                  </a:lnTo>
                  <a:lnTo>
                    <a:pt x="702" y="2065"/>
                  </a:lnTo>
                  <a:lnTo>
                    <a:pt x="712" y="2051"/>
                  </a:lnTo>
                  <a:lnTo>
                    <a:pt x="719" y="2036"/>
                  </a:lnTo>
                  <a:lnTo>
                    <a:pt x="721" y="2020"/>
                  </a:lnTo>
                  <a:lnTo>
                    <a:pt x="719" y="2003"/>
                  </a:lnTo>
                  <a:lnTo>
                    <a:pt x="713" y="1988"/>
                  </a:lnTo>
                  <a:lnTo>
                    <a:pt x="702" y="1973"/>
                  </a:lnTo>
                  <a:lnTo>
                    <a:pt x="689" y="1963"/>
                  </a:lnTo>
                  <a:lnTo>
                    <a:pt x="673" y="1957"/>
                  </a:lnTo>
                  <a:lnTo>
                    <a:pt x="657" y="1954"/>
                  </a:lnTo>
                  <a:close/>
                  <a:moveTo>
                    <a:pt x="263" y="1275"/>
                  </a:moveTo>
                  <a:lnTo>
                    <a:pt x="247" y="1277"/>
                  </a:lnTo>
                  <a:lnTo>
                    <a:pt x="231" y="1283"/>
                  </a:lnTo>
                  <a:lnTo>
                    <a:pt x="218" y="1294"/>
                  </a:lnTo>
                  <a:lnTo>
                    <a:pt x="208" y="1306"/>
                  </a:lnTo>
                  <a:lnTo>
                    <a:pt x="202" y="1322"/>
                  </a:lnTo>
                  <a:lnTo>
                    <a:pt x="200" y="1340"/>
                  </a:lnTo>
                  <a:lnTo>
                    <a:pt x="202" y="1356"/>
                  </a:lnTo>
                  <a:lnTo>
                    <a:pt x="208" y="1372"/>
                  </a:lnTo>
                  <a:lnTo>
                    <a:pt x="217" y="1385"/>
                  </a:lnTo>
                  <a:lnTo>
                    <a:pt x="230" y="1395"/>
                  </a:lnTo>
                  <a:lnTo>
                    <a:pt x="246" y="1401"/>
                  </a:lnTo>
                  <a:lnTo>
                    <a:pt x="263" y="1404"/>
                  </a:lnTo>
                  <a:lnTo>
                    <a:pt x="376" y="1404"/>
                  </a:lnTo>
                  <a:lnTo>
                    <a:pt x="392" y="1401"/>
                  </a:lnTo>
                  <a:lnTo>
                    <a:pt x="408" y="1395"/>
                  </a:lnTo>
                  <a:lnTo>
                    <a:pt x="421" y="1386"/>
                  </a:lnTo>
                  <a:lnTo>
                    <a:pt x="430" y="1373"/>
                  </a:lnTo>
                  <a:lnTo>
                    <a:pt x="437" y="1357"/>
                  </a:lnTo>
                  <a:lnTo>
                    <a:pt x="439" y="1340"/>
                  </a:lnTo>
                  <a:lnTo>
                    <a:pt x="437" y="1323"/>
                  </a:lnTo>
                  <a:lnTo>
                    <a:pt x="431" y="1308"/>
                  </a:lnTo>
                  <a:lnTo>
                    <a:pt x="421" y="1295"/>
                  </a:lnTo>
                  <a:lnTo>
                    <a:pt x="409" y="1284"/>
                  </a:lnTo>
                  <a:lnTo>
                    <a:pt x="393" y="1278"/>
                  </a:lnTo>
                  <a:lnTo>
                    <a:pt x="376" y="1275"/>
                  </a:lnTo>
                  <a:lnTo>
                    <a:pt x="263" y="1275"/>
                  </a:lnTo>
                  <a:close/>
                  <a:moveTo>
                    <a:pt x="2295" y="1275"/>
                  </a:moveTo>
                  <a:lnTo>
                    <a:pt x="2279" y="1277"/>
                  </a:lnTo>
                  <a:lnTo>
                    <a:pt x="2263" y="1283"/>
                  </a:lnTo>
                  <a:lnTo>
                    <a:pt x="2251" y="1293"/>
                  </a:lnTo>
                  <a:lnTo>
                    <a:pt x="2241" y="1306"/>
                  </a:lnTo>
                  <a:lnTo>
                    <a:pt x="2234" y="1321"/>
                  </a:lnTo>
                  <a:lnTo>
                    <a:pt x="2232" y="1339"/>
                  </a:lnTo>
                  <a:lnTo>
                    <a:pt x="2234" y="1355"/>
                  </a:lnTo>
                  <a:lnTo>
                    <a:pt x="2240" y="1371"/>
                  </a:lnTo>
                  <a:lnTo>
                    <a:pt x="2250" y="1384"/>
                  </a:lnTo>
                  <a:lnTo>
                    <a:pt x="2262" y="1394"/>
                  </a:lnTo>
                  <a:lnTo>
                    <a:pt x="2278" y="1400"/>
                  </a:lnTo>
                  <a:lnTo>
                    <a:pt x="2295" y="1404"/>
                  </a:lnTo>
                  <a:lnTo>
                    <a:pt x="2408" y="1404"/>
                  </a:lnTo>
                  <a:lnTo>
                    <a:pt x="2424" y="1401"/>
                  </a:lnTo>
                  <a:lnTo>
                    <a:pt x="2440" y="1394"/>
                  </a:lnTo>
                  <a:lnTo>
                    <a:pt x="2453" y="1385"/>
                  </a:lnTo>
                  <a:lnTo>
                    <a:pt x="2463" y="1372"/>
                  </a:lnTo>
                  <a:lnTo>
                    <a:pt x="2469" y="1356"/>
                  </a:lnTo>
                  <a:lnTo>
                    <a:pt x="2471" y="1339"/>
                  </a:lnTo>
                  <a:lnTo>
                    <a:pt x="2469" y="1322"/>
                  </a:lnTo>
                  <a:lnTo>
                    <a:pt x="2463" y="1307"/>
                  </a:lnTo>
                  <a:lnTo>
                    <a:pt x="2454" y="1294"/>
                  </a:lnTo>
                  <a:lnTo>
                    <a:pt x="2441" y="1283"/>
                  </a:lnTo>
                  <a:lnTo>
                    <a:pt x="2425" y="1277"/>
                  </a:lnTo>
                  <a:lnTo>
                    <a:pt x="2408" y="1275"/>
                  </a:lnTo>
                  <a:lnTo>
                    <a:pt x="2295" y="1275"/>
                  </a:lnTo>
                  <a:close/>
                  <a:moveTo>
                    <a:pt x="1335" y="622"/>
                  </a:moveTo>
                  <a:lnTo>
                    <a:pt x="1319" y="624"/>
                  </a:lnTo>
                  <a:lnTo>
                    <a:pt x="1304" y="630"/>
                  </a:lnTo>
                  <a:lnTo>
                    <a:pt x="1290" y="640"/>
                  </a:lnTo>
                  <a:lnTo>
                    <a:pt x="1280" y="653"/>
                  </a:lnTo>
                  <a:lnTo>
                    <a:pt x="1274" y="668"/>
                  </a:lnTo>
                  <a:lnTo>
                    <a:pt x="1272" y="686"/>
                  </a:lnTo>
                  <a:lnTo>
                    <a:pt x="1272" y="1340"/>
                  </a:lnTo>
                  <a:lnTo>
                    <a:pt x="1274" y="1357"/>
                  </a:lnTo>
                  <a:lnTo>
                    <a:pt x="1280" y="1373"/>
                  </a:lnTo>
                  <a:lnTo>
                    <a:pt x="1289" y="1385"/>
                  </a:lnTo>
                  <a:lnTo>
                    <a:pt x="1303" y="1395"/>
                  </a:lnTo>
                  <a:lnTo>
                    <a:pt x="1318" y="1403"/>
                  </a:lnTo>
                  <a:lnTo>
                    <a:pt x="1335" y="1405"/>
                  </a:lnTo>
                  <a:lnTo>
                    <a:pt x="1831" y="1405"/>
                  </a:lnTo>
                  <a:lnTo>
                    <a:pt x="1848" y="1403"/>
                  </a:lnTo>
                  <a:lnTo>
                    <a:pt x="1862" y="1395"/>
                  </a:lnTo>
                  <a:lnTo>
                    <a:pt x="1876" y="1385"/>
                  </a:lnTo>
                  <a:lnTo>
                    <a:pt x="1885" y="1372"/>
                  </a:lnTo>
                  <a:lnTo>
                    <a:pt x="1891" y="1355"/>
                  </a:lnTo>
                  <a:lnTo>
                    <a:pt x="1892" y="1337"/>
                  </a:lnTo>
                  <a:lnTo>
                    <a:pt x="1890" y="1320"/>
                  </a:lnTo>
                  <a:lnTo>
                    <a:pt x="1884" y="1305"/>
                  </a:lnTo>
                  <a:lnTo>
                    <a:pt x="1874" y="1292"/>
                  </a:lnTo>
                  <a:lnTo>
                    <a:pt x="1861" y="1281"/>
                  </a:lnTo>
                  <a:lnTo>
                    <a:pt x="1846" y="1275"/>
                  </a:lnTo>
                  <a:lnTo>
                    <a:pt x="1828" y="1273"/>
                  </a:lnTo>
                  <a:lnTo>
                    <a:pt x="1399" y="1273"/>
                  </a:lnTo>
                  <a:lnTo>
                    <a:pt x="1399" y="686"/>
                  </a:lnTo>
                  <a:lnTo>
                    <a:pt x="1397" y="669"/>
                  </a:lnTo>
                  <a:lnTo>
                    <a:pt x="1391" y="654"/>
                  </a:lnTo>
                  <a:lnTo>
                    <a:pt x="1382" y="641"/>
                  </a:lnTo>
                  <a:lnTo>
                    <a:pt x="1368" y="630"/>
                  </a:lnTo>
                  <a:lnTo>
                    <a:pt x="1353" y="624"/>
                  </a:lnTo>
                  <a:lnTo>
                    <a:pt x="1335" y="622"/>
                  </a:lnTo>
                  <a:close/>
                  <a:moveTo>
                    <a:pt x="2094" y="515"/>
                  </a:moveTo>
                  <a:lnTo>
                    <a:pt x="2078" y="517"/>
                  </a:lnTo>
                  <a:lnTo>
                    <a:pt x="2062" y="524"/>
                  </a:lnTo>
                  <a:lnTo>
                    <a:pt x="2048" y="534"/>
                  </a:lnTo>
                  <a:lnTo>
                    <a:pt x="1969" y="613"/>
                  </a:lnTo>
                  <a:lnTo>
                    <a:pt x="1959" y="627"/>
                  </a:lnTo>
                  <a:lnTo>
                    <a:pt x="1952" y="643"/>
                  </a:lnTo>
                  <a:lnTo>
                    <a:pt x="1950" y="658"/>
                  </a:lnTo>
                  <a:lnTo>
                    <a:pt x="1952" y="675"/>
                  </a:lnTo>
                  <a:lnTo>
                    <a:pt x="1958" y="690"/>
                  </a:lnTo>
                  <a:lnTo>
                    <a:pt x="1969" y="704"/>
                  </a:lnTo>
                  <a:lnTo>
                    <a:pt x="1982" y="715"/>
                  </a:lnTo>
                  <a:lnTo>
                    <a:pt x="1998" y="722"/>
                  </a:lnTo>
                  <a:lnTo>
                    <a:pt x="2014" y="724"/>
                  </a:lnTo>
                  <a:lnTo>
                    <a:pt x="2031" y="722"/>
                  </a:lnTo>
                  <a:lnTo>
                    <a:pt x="2046" y="716"/>
                  </a:lnTo>
                  <a:lnTo>
                    <a:pt x="2060" y="704"/>
                  </a:lnTo>
                  <a:lnTo>
                    <a:pt x="2139" y="625"/>
                  </a:lnTo>
                  <a:lnTo>
                    <a:pt x="2150" y="612"/>
                  </a:lnTo>
                  <a:lnTo>
                    <a:pt x="2156" y="597"/>
                  </a:lnTo>
                  <a:lnTo>
                    <a:pt x="2159" y="580"/>
                  </a:lnTo>
                  <a:lnTo>
                    <a:pt x="2157" y="564"/>
                  </a:lnTo>
                  <a:lnTo>
                    <a:pt x="2150" y="548"/>
                  </a:lnTo>
                  <a:lnTo>
                    <a:pt x="2139" y="534"/>
                  </a:lnTo>
                  <a:lnTo>
                    <a:pt x="2126" y="524"/>
                  </a:lnTo>
                  <a:lnTo>
                    <a:pt x="2111" y="518"/>
                  </a:lnTo>
                  <a:lnTo>
                    <a:pt x="2094" y="515"/>
                  </a:lnTo>
                  <a:close/>
                  <a:moveTo>
                    <a:pt x="578" y="515"/>
                  </a:moveTo>
                  <a:lnTo>
                    <a:pt x="561" y="517"/>
                  </a:lnTo>
                  <a:lnTo>
                    <a:pt x="546" y="524"/>
                  </a:lnTo>
                  <a:lnTo>
                    <a:pt x="532" y="534"/>
                  </a:lnTo>
                  <a:lnTo>
                    <a:pt x="521" y="547"/>
                  </a:lnTo>
                  <a:lnTo>
                    <a:pt x="515" y="563"/>
                  </a:lnTo>
                  <a:lnTo>
                    <a:pt x="512" y="579"/>
                  </a:lnTo>
                  <a:lnTo>
                    <a:pt x="514" y="596"/>
                  </a:lnTo>
                  <a:lnTo>
                    <a:pt x="520" y="611"/>
                  </a:lnTo>
                  <a:lnTo>
                    <a:pt x="532" y="625"/>
                  </a:lnTo>
                  <a:lnTo>
                    <a:pt x="611" y="704"/>
                  </a:lnTo>
                  <a:lnTo>
                    <a:pt x="625" y="715"/>
                  </a:lnTo>
                  <a:lnTo>
                    <a:pt x="639" y="722"/>
                  </a:lnTo>
                  <a:lnTo>
                    <a:pt x="656" y="724"/>
                  </a:lnTo>
                  <a:lnTo>
                    <a:pt x="672" y="722"/>
                  </a:lnTo>
                  <a:lnTo>
                    <a:pt x="688" y="716"/>
                  </a:lnTo>
                  <a:lnTo>
                    <a:pt x="702" y="704"/>
                  </a:lnTo>
                  <a:lnTo>
                    <a:pt x="712" y="691"/>
                  </a:lnTo>
                  <a:lnTo>
                    <a:pt x="718" y="676"/>
                  </a:lnTo>
                  <a:lnTo>
                    <a:pt x="721" y="659"/>
                  </a:lnTo>
                  <a:lnTo>
                    <a:pt x="719" y="643"/>
                  </a:lnTo>
                  <a:lnTo>
                    <a:pt x="713" y="627"/>
                  </a:lnTo>
                  <a:lnTo>
                    <a:pt x="702" y="613"/>
                  </a:lnTo>
                  <a:lnTo>
                    <a:pt x="623" y="534"/>
                  </a:lnTo>
                  <a:lnTo>
                    <a:pt x="610" y="524"/>
                  </a:lnTo>
                  <a:lnTo>
                    <a:pt x="594" y="518"/>
                  </a:lnTo>
                  <a:lnTo>
                    <a:pt x="578" y="515"/>
                  </a:lnTo>
                  <a:close/>
                  <a:moveTo>
                    <a:pt x="1335" y="201"/>
                  </a:moveTo>
                  <a:lnTo>
                    <a:pt x="1319" y="203"/>
                  </a:lnTo>
                  <a:lnTo>
                    <a:pt x="1304" y="210"/>
                  </a:lnTo>
                  <a:lnTo>
                    <a:pt x="1290" y="219"/>
                  </a:lnTo>
                  <a:lnTo>
                    <a:pt x="1280" y="232"/>
                  </a:lnTo>
                  <a:lnTo>
                    <a:pt x="1274" y="248"/>
                  </a:lnTo>
                  <a:lnTo>
                    <a:pt x="1272" y="265"/>
                  </a:lnTo>
                  <a:lnTo>
                    <a:pt x="1272" y="378"/>
                  </a:lnTo>
                  <a:lnTo>
                    <a:pt x="1274" y="394"/>
                  </a:lnTo>
                  <a:lnTo>
                    <a:pt x="1280" y="410"/>
                  </a:lnTo>
                  <a:lnTo>
                    <a:pt x="1289" y="423"/>
                  </a:lnTo>
                  <a:lnTo>
                    <a:pt x="1303" y="432"/>
                  </a:lnTo>
                  <a:lnTo>
                    <a:pt x="1318" y="440"/>
                  </a:lnTo>
                  <a:lnTo>
                    <a:pt x="1335" y="442"/>
                  </a:lnTo>
                  <a:lnTo>
                    <a:pt x="1352" y="440"/>
                  </a:lnTo>
                  <a:lnTo>
                    <a:pt x="1367" y="433"/>
                  </a:lnTo>
                  <a:lnTo>
                    <a:pt x="1381" y="424"/>
                  </a:lnTo>
                  <a:lnTo>
                    <a:pt x="1391" y="411"/>
                  </a:lnTo>
                  <a:lnTo>
                    <a:pt x="1397" y="395"/>
                  </a:lnTo>
                  <a:lnTo>
                    <a:pt x="1399" y="378"/>
                  </a:lnTo>
                  <a:lnTo>
                    <a:pt x="1399" y="265"/>
                  </a:lnTo>
                  <a:lnTo>
                    <a:pt x="1397" y="249"/>
                  </a:lnTo>
                  <a:lnTo>
                    <a:pt x="1391" y="233"/>
                  </a:lnTo>
                  <a:lnTo>
                    <a:pt x="1382" y="220"/>
                  </a:lnTo>
                  <a:lnTo>
                    <a:pt x="1368" y="210"/>
                  </a:lnTo>
                  <a:lnTo>
                    <a:pt x="1353" y="203"/>
                  </a:lnTo>
                  <a:lnTo>
                    <a:pt x="1335" y="201"/>
                  </a:lnTo>
                  <a:close/>
                  <a:moveTo>
                    <a:pt x="1335" y="0"/>
                  </a:moveTo>
                  <a:lnTo>
                    <a:pt x="1427" y="3"/>
                  </a:lnTo>
                  <a:lnTo>
                    <a:pt x="1516" y="12"/>
                  </a:lnTo>
                  <a:lnTo>
                    <a:pt x="1604" y="27"/>
                  </a:lnTo>
                  <a:lnTo>
                    <a:pt x="1690" y="47"/>
                  </a:lnTo>
                  <a:lnTo>
                    <a:pt x="1773" y="74"/>
                  </a:lnTo>
                  <a:lnTo>
                    <a:pt x="1855" y="105"/>
                  </a:lnTo>
                  <a:lnTo>
                    <a:pt x="1933" y="142"/>
                  </a:lnTo>
                  <a:lnTo>
                    <a:pt x="2009" y="183"/>
                  </a:lnTo>
                  <a:lnTo>
                    <a:pt x="2082" y="229"/>
                  </a:lnTo>
                  <a:lnTo>
                    <a:pt x="2152" y="279"/>
                  </a:lnTo>
                  <a:lnTo>
                    <a:pt x="2217" y="334"/>
                  </a:lnTo>
                  <a:lnTo>
                    <a:pt x="2280" y="392"/>
                  </a:lnTo>
                  <a:lnTo>
                    <a:pt x="2338" y="455"/>
                  </a:lnTo>
                  <a:lnTo>
                    <a:pt x="2392" y="521"/>
                  </a:lnTo>
                  <a:lnTo>
                    <a:pt x="2443" y="590"/>
                  </a:lnTo>
                  <a:lnTo>
                    <a:pt x="2489" y="663"/>
                  </a:lnTo>
                  <a:lnTo>
                    <a:pt x="2530" y="739"/>
                  </a:lnTo>
                  <a:lnTo>
                    <a:pt x="2567" y="817"/>
                  </a:lnTo>
                  <a:lnTo>
                    <a:pt x="2598" y="898"/>
                  </a:lnTo>
                  <a:lnTo>
                    <a:pt x="2624" y="983"/>
                  </a:lnTo>
                  <a:lnTo>
                    <a:pt x="2645" y="1069"/>
                  </a:lnTo>
                  <a:lnTo>
                    <a:pt x="2659" y="1156"/>
                  </a:lnTo>
                  <a:lnTo>
                    <a:pt x="2668" y="1246"/>
                  </a:lnTo>
                  <a:lnTo>
                    <a:pt x="2671" y="1338"/>
                  </a:lnTo>
                  <a:lnTo>
                    <a:pt x="2668" y="1429"/>
                  </a:lnTo>
                  <a:lnTo>
                    <a:pt x="2659" y="1519"/>
                  </a:lnTo>
                  <a:lnTo>
                    <a:pt x="2645" y="1607"/>
                  </a:lnTo>
                  <a:lnTo>
                    <a:pt x="2624" y="1693"/>
                  </a:lnTo>
                  <a:lnTo>
                    <a:pt x="2598" y="1776"/>
                  </a:lnTo>
                  <a:lnTo>
                    <a:pt x="2567" y="1857"/>
                  </a:lnTo>
                  <a:lnTo>
                    <a:pt x="2530" y="1936"/>
                  </a:lnTo>
                  <a:lnTo>
                    <a:pt x="2489" y="2012"/>
                  </a:lnTo>
                  <a:lnTo>
                    <a:pt x="2443" y="2085"/>
                  </a:lnTo>
                  <a:lnTo>
                    <a:pt x="2392" y="2154"/>
                  </a:lnTo>
                  <a:lnTo>
                    <a:pt x="2338" y="2221"/>
                  </a:lnTo>
                  <a:lnTo>
                    <a:pt x="2280" y="2283"/>
                  </a:lnTo>
                  <a:lnTo>
                    <a:pt x="2217" y="2342"/>
                  </a:lnTo>
                  <a:lnTo>
                    <a:pt x="2152" y="2396"/>
                  </a:lnTo>
                  <a:lnTo>
                    <a:pt x="2082" y="2447"/>
                  </a:lnTo>
                  <a:lnTo>
                    <a:pt x="2009" y="2493"/>
                  </a:lnTo>
                  <a:lnTo>
                    <a:pt x="1933" y="2534"/>
                  </a:lnTo>
                  <a:lnTo>
                    <a:pt x="1855" y="2570"/>
                  </a:lnTo>
                  <a:lnTo>
                    <a:pt x="1773" y="2602"/>
                  </a:lnTo>
                  <a:lnTo>
                    <a:pt x="1690" y="2627"/>
                  </a:lnTo>
                  <a:lnTo>
                    <a:pt x="1604" y="2648"/>
                  </a:lnTo>
                  <a:lnTo>
                    <a:pt x="1516" y="2663"/>
                  </a:lnTo>
                  <a:lnTo>
                    <a:pt x="1427" y="2673"/>
                  </a:lnTo>
                  <a:lnTo>
                    <a:pt x="1335" y="2676"/>
                  </a:lnTo>
                  <a:lnTo>
                    <a:pt x="1244" y="2673"/>
                  </a:lnTo>
                  <a:lnTo>
                    <a:pt x="1155" y="2663"/>
                  </a:lnTo>
                  <a:lnTo>
                    <a:pt x="1067" y="2648"/>
                  </a:lnTo>
                  <a:lnTo>
                    <a:pt x="981" y="2627"/>
                  </a:lnTo>
                  <a:lnTo>
                    <a:pt x="898" y="2602"/>
                  </a:lnTo>
                  <a:lnTo>
                    <a:pt x="816" y="2570"/>
                  </a:lnTo>
                  <a:lnTo>
                    <a:pt x="738" y="2534"/>
                  </a:lnTo>
                  <a:lnTo>
                    <a:pt x="662" y="2493"/>
                  </a:lnTo>
                  <a:lnTo>
                    <a:pt x="589" y="2447"/>
                  </a:lnTo>
                  <a:lnTo>
                    <a:pt x="519" y="2396"/>
                  </a:lnTo>
                  <a:lnTo>
                    <a:pt x="454" y="2342"/>
                  </a:lnTo>
                  <a:lnTo>
                    <a:pt x="391" y="2283"/>
                  </a:lnTo>
                  <a:lnTo>
                    <a:pt x="333" y="2221"/>
                  </a:lnTo>
                  <a:lnTo>
                    <a:pt x="278" y="2154"/>
                  </a:lnTo>
                  <a:lnTo>
                    <a:pt x="228" y="2085"/>
                  </a:lnTo>
                  <a:lnTo>
                    <a:pt x="182" y="2012"/>
                  </a:lnTo>
                  <a:lnTo>
                    <a:pt x="141" y="1936"/>
                  </a:lnTo>
                  <a:lnTo>
                    <a:pt x="104" y="1857"/>
                  </a:lnTo>
                  <a:lnTo>
                    <a:pt x="73" y="1776"/>
                  </a:lnTo>
                  <a:lnTo>
                    <a:pt x="47" y="1693"/>
                  </a:lnTo>
                  <a:lnTo>
                    <a:pt x="26" y="1607"/>
                  </a:lnTo>
                  <a:lnTo>
                    <a:pt x="12" y="1519"/>
                  </a:lnTo>
                  <a:lnTo>
                    <a:pt x="3" y="1429"/>
                  </a:lnTo>
                  <a:lnTo>
                    <a:pt x="0" y="1338"/>
                  </a:lnTo>
                  <a:lnTo>
                    <a:pt x="3" y="1246"/>
                  </a:lnTo>
                  <a:lnTo>
                    <a:pt x="12" y="1156"/>
                  </a:lnTo>
                  <a:lnTo>
                    <a:pt x="26" y="1069"/>
                  </a:lnTo>
                  <a:lnTo>
                    <a:pt x="47" y="983"/>
                  </a:lnTo>
                  <a:lnTo>
                    <a:pt x="73" y="898"/>
                  </a:lnTo>
                  <a:lnTo>
                    <a:pt x="104" y="817"/>
                  </a:lnTo>
                  <a:lnTo>
                    <a:pt x="141" y="739"/>
                  </a:lnTo>
                  <a:lnTo>
                    <a:pt x="182" y="663"/>
                  </a:lnTo>
                  <a:lnTo>
                    <a:pt x="228" y="590"/>
                  </a:lnTo>
                  <a:lnTo>
                    <a:pt x="278" y="521"/>
                  </a:lnTo>
                  <a:lnTo>
                    <a:pt x="333" y="455"/>
                  </a:lnTo>
                  <a:lnTo>
                    <a:pt x="391" y="392"/>
                  </a:lnTo>
                  <a:lnTo>
                    <a:pt x="454" y="334"/>
                  </a:lnTo>
                  <a:lnTo>
                    <a:pt x="519" y="279"/>
                  </a:lnTo>
                  <a:lnTo>
                    <a:pt x="589" y="229"/>
                  </a:lnTo>
                  <a:lnTo>
                    <a:pt x="662" y="183"/>
                  </a:lnTo>
                  <a:lnTo>
                    <a:pt x="738" y="142"/>
                  </a:lnTo>
                  <a:lnTo>
                    <a:pt x="816" y="105"/>
                  </a:lnTo>
                  <a:lnTo>
                    <a:pt x="898" y="74"/>
                  </a:lnTo>
                  <a:lnTo>
                    <a:pt x="981" y="47"/>
                  </a:lnTo>
                  <a:lnTo>
                    <a:pt x="1067" y="27"/>
                  </a:lnTo>
                  <a:lnTo>
                    <a:pt x="1155" y="12"/>
                  </a:lnTo>
                  <a:lnTo>
                    <a:pt x="1244" y="3"/>
                  </a:lnTo>
                  <a:lnTo>
                    <a:pt x="13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84883C-8EE0-4E9E-8F58-21AAE59A845D}"/>
              </a:ext>
            </a:extLst>
          </p:cNvPr>
          <p:cNvGrpSpPr/>
          <p:nvPr/>
        </p:nvGrpSpPr>
        <p:grpSpPr>
          <a:xfrm>
            <a:off x="9838091" y="681510"/>
            <a:ext cx="220211" cy="309068"/>
            <a:chOff x="7797800" y="352425"/>
            <a:chExt cx="271463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6" name="Freeform 108">
              <a:extLst>
                <a:ext uri="{FF2B5EF4-FFF2-40B4-BE49-F238E27FC236}">
                  <a16:creationId xmlns:a16="http://schemas.microsoft.com/office/drawing/2014/main" id="{A6AA40EB-E523-49BB-997B-43C2556C9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1475" y="368300"/>
              <a:ext cx="61913" cy="61913"/>
            </a:xfrm>
            <a:custGeom>
              <a:avLst/>
              <a:gdLst>
                <a:gd name="T0" fmla="*/ 0 w 542"/>
                <a:gd name="T1" fmla="*/ 0 h 542"/>
                <a:gd name="T2" fmla="*/ 542 w 542"/>
                <a:gd name="T3" fmla="*/ 542 h 542"/>
                <a:gd name="T4" fmla="*/ 0 w 542"/>
                <a:gd name="T5" fmla="*/ 542 h 542"/>
                <a:gd name="T6" fmla="*/ 0 w 542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2" h="542">
                  <a:moveTo>
                    <a:pt x="0" y="0"/>
                  </a:moveTo>
                  <a:lnTo>
                    <a:pt x="542" y="542"/>
                  </a:lnTo>
                  <a:lnTo>
                    <a:pt x="0" y="5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67" name="Freeform 109">
              <a:extLst>
                <a:ext uri="{FF2B5EF4-FFF2-40B4-BE49-F238E27FC236}">
                  <a16:creationId xmlns:a16="http://schemas.microsoft.com/office/drawing/2014/main" id="{EE1D5671-2484-479A-B298-E56F0EF49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7800" y="352425"/>
              <a:ext cx="271463" cy="381000"/>
            </a:xfrm>
            <a:custGeom>
              <a:avLst/>
              <a:gdLst>
                <a:gd name="T0" fmla="*/ 414 w 2391"/>
                <a:gd name="T1" fmla="*/ 1351 h 3364"/>
                <a:gd name="T2" fmla="*/ 383 w 2391"/>
                <a:gd name="T3" fmla="*/ 1368 h 3364"/>
                <a:gd name="T4" fmla="*/ 365 w 2391"/>
                <a:gd name="T5" fmla="*/ 1400 h 3364"/>
                <a:gd name="T6" fmla="*/ 363 w 2391"/>
                <a:gd name="T7" fmla="*/ 2906 h 3364"/>
                <a:gd name="T8" fmla="*/ 373 w 2391"/>
                <a:gd name="T9" fmla="*/ 2945 h 3364"/>
                <a:gd name="T10" fmla="*/ 401 w 2391"/>
                <a:gd name="T11" fmla="*/ 2972 h 3364"/>
                <a:gd name="T12" fmla="*/ 440 w 2391"/>
                <a:gd name="T13" fmla="*/ 2982 h 3364"/>
                <a:gd name="T14" fmla="*/ 1952 w 2391"/>
                <a:gd name="T15" fmla="*/ 2980 h 3364"/>
                <a:gd name="T16" fmla="*/ 1981 w 2391"/>
                <a:gd name="T17" fmla="*/ 2964 h 3364"/>
                <a:gd name="T18" fmla="*/ 1998 w 2391"/>
                <a:gd name="T19" fmla="*/ 2935 h 3364"/>
                <a:gd name="T20" fmla="*/ 1999 w 2391"/>
                <a:gd name="T21" fmla="*/ 2900 h 3364"/>
                <a:gd name="T22" fmla="*/ 1981 w 2391"/>
                <a:gd name="T23" fmla="*/ 2869 h 3364"/>
                <a:gd name="T24" fmla="*/ 1950 w 2391"/>
                <a:gd name="T25" fmla="*/ 2851 h 3364"/>
                <a:gd name="T26" fmla="*/ 597 w 2391"/>
                <a:gd name="T27" fmla="*/ 2849 h 3364"/>
                <a:gd name="T28" fmla="*/ 1197 w 2391"/>
                <a:gd name="T29" fmla="*/ 2622 h 3364"/>
                <a:gd name="T30" fmla="*/ 1228 w 2391"/>
                <a:gd name="T31" fmla="*/ 2640 h 3364"/>
                <a:gd name="T32" fmla="*/ 1262 w 2391"/>
                <a:gd name="T33" fmla="*/ 2640 h 3364"/>
                <a:gd name="T34" fmla="*/ 1293 w 2391"/>
                <a:gd name="T35" fmla="*/ 2622 h 3364"/>
                <a:gd name="T36" fmla="*/ 1891 w 2391"/>
                <a:gd name="T37" fmla="*/ 2192 h 3364"/>
                <a:gd name="T38" fmla="*/ 1901 w 2391"/>
                <a:gd name="T39" fmla="*/ 2227 h 3364"/>
                <a:gd name="T40" fmla="*/ 1926 w 2391"/>
                <a:gd name="T41" fmla="*/ 2252 h 3364"/>
                <a:gd name="T42" fmla="*/ 1961 w 2391"/>
                <a:gd name="T43" fmla="*/ 2261 h 3364"/>
                <a:gd name="T44" fmla="*/ 1993 w 2391"/>
                <a:gd name="T45" fmla="*/ 2251 h 3364"/>
                <a:gd name="T46" fmla="*/ 2017 w 2391"/>
                <a:gd name="T47" fmla="*/ 2228 h 3364"/>
                <a:gd name="T48" fmla="*/ 2026 w 2391"/>
                <a:gd name="T49" fmla="*/ 2194 h 3364"/>
                <a:gd name="T50" fmla="*/ 2021 w 2391"/>
                <a:gd name="T51" fmla="*/ 1871 h 3364"/>
                <a:gd name="T52" fmla="*/ 2011 w 2391"/>
                <a:gd name="T53" fmla="*/ 1833 h 3364"/>
                <a:gd name="T54" fmla="*/ 1983 w 2391"/>
                <a:gd name="T55" fmla="*/ 1807 h 3364"/>
                <a:gd name="T56" fmla="*/ 1945 w 2391"/>
                <a:gd name="T57" fmla="*/ 1796 h 3364"/>
                <a:gd name="T58" fmla="*/ 1600 w 2391"/>
                <a:gd name="T59" fmla="*/ 1798 h 3364"/>
                <a:gd name="T60" fmla="*/ 1571 w 2391"/>
                <a:gd name="T61" fmla="*/ 1815 h 3364"/>
                <a:gd name="T62" fmla="*/ 1554 w 2391"/>
                <a:gd name="T63" fmla="*/ 1843 h 3364"/>
                <a:gd name="T64" fmla="*/ 1553 w 2391"/>
                <a:gd name="T65" fmla="*/ 1879 h 3364"/>
                <a:gd name="T66" fmla="*/ 1571 w 2391"/>
                <a:gd name="T67" fmla="*/ 1910 h 3364"/>
                <a:gd name="T68" fmla="*/ 1602 w 2391"/>
                <a:gd name="T69" fmla="*/ 1927 h 3364"/>
                <a:gd name="T70" fmla="*/ 1789 w 2391"/>
                <a:gd name="T71" fmla="*/ 1930 h 3364"/>
                <a:gd name="T72" fmla="*/ 1054 w 2391"/>
                <a:gd name="T73" fmla="*/ 2290 h 3364"/>
                <a:gd name="T74" fmla="*/ 1023 w 2391"/>
                <a:gd name="T75" fmla="*/ 2273 h 3364"/>
                <a:gd name="T76" fmla="*/ 989 w 2391"/>
                <a:gd name="T77" fmla="*/ 2273 h 3364"/>
                <a:gd name="T78" fmla="*/ 958 w 2391"/>
                <a:gd name="T79" fmla="*/ 2290 h 3364"/>
                <a:gd name="T80" fmla="*/ 497 w 2391"/>
                <a:gd name="T81" fmla="*/ 1415 h 3364"/>
                <a:gd name="T82" fmla="*/ 489 w 2391"/>
                <a:gd name="T83" fmla="*/ 1381 h 3364"/>
                <a:gd name="T84" fmla="*/ 465 w 2391"/>
                <a:gd name="T85" fmla="*/ 1358 h 3364"/>
                <a:gd name="T86" fmla="*/ 432 w 2391"/>
                <a:gd name="T87" fmla="*/ 1349 h 3364"/>
                <a:gd name="T88" fmla="*/ 1555 w 2391"/>
                <a:gd name="T89" fmla="*/ 0 h 3364"/>
                <a:gd name="T90" fmla="*/ 1558 w 2391"/>
                <a:gd name="T91" fmla="*/ 779 h 3364"/>
                <a:gd name="T92" fmla="*/ 1577 w 2391"/>
                <a:gd name="T93" fmla="*/ 813 h 3364"/>
                <a:gd name="T94" fmla="*/ 1612 w 2391"/>
                <a:gd name="T95" fmla="*/ 833 h 3364"/>
                <a:gd name="T96" fmla="*/ 2391 w 2391"/>
                <a:gd name="T97" fmla="*/ 836 h 3364"/>
                <a:gd name="T98" fmla="*/ 0 w 2391"/>
                <a:gd name="T99" fmla="*/ 3364 h 3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391" h="3364">
                  <a:moveTo>
                    <a:pt x="432" y="1349"/>
                  </a:moveTo>
                  <a:lnTo>
                    <a:pt x="414" y="1351"/>
                  </a:lnTo>
                  <a:lnTo>
                    <a:pt x="398" y="1358"/>
                  </a:lnTo>
                  <a:lnTo>
                    <a:pt x="383" y="1368"/>
                  </a:lnTo>
                  <a:lnTo>
                    <a:pt x="372" y="1382"/>
                  </a:lnTo>
                  <a:lnTo>
                    <a:pt x="365" y="1400"/>
                  </a:lnTo>
                  <a:lnTo>
                    <a:pt x="363" y="1418"/>
                  </a:lnTo>
                  <a:lnTo>
                    <a:pt x="363" y="2906"/>
                  </a:lnTo>
                  <a:lnTo>
                    <a:pt x="366" y="2926"/>
                  </a:lnTo>
                  <a:lnTo>
                    <a:pt x="373" y="2945"/>
                  </a:lnTo>
                  <a:lnTo>
                    <a:pt x="385" y="2960"/>
                  </a:lnTo>
                  <a:lnTo>
                    <a:pt x="401" y="2972"/>
                  </a:lnTo>
                  <a:lnTo>
                    <a:pt x="419" y="2979"/>
                  </a:lnTo>
                  <a:lnTo>
                    <a:pt x="440" y="2982"/>
                  </a:lnTo>
                  <a:lnTo>
                    <a:pt x="1935" y="2982"/>
                  </a:lnTo>
                  <a:lnTo>
                    <a:pt x="1952" y="2980"/>
                  </a:lnTo>
                  <a:lnTo>
                    <a:pt x="1968" y="2973"/>
                  </a:lnTo>
                  <a:lnTo>
                    <a:pt x="1981" y="2964"/>
                  </a:lnTo>
                  <a:lnTo>
                    <a:pt x="1991" y="2951"/>
                  </a:lnTo>
                  <a:lnTo>
                    <a:pt x="1998" y="2935"/>
                  </a:lnTo>
                  <a:lnTo>
                    <a:pt x="2001" y="2918"/>
                  </a:lnTo>
                  <a:lnTo>
                    <a:pt x="1999" y="2900"/>
                  </a:lnTo>
                  <a:lnTo>
                    <a:pt x="1992" y="2882"/>
                  </a:lnTo>
                  <a:lnTo>
                    <a:pt x="1981" y="2869"/>
                  </a:lnTo>
                  <a:lnTo>
                    <a:pt x="1967" y="2858"/>
                  </a:lnTo>
                  <a:lnTo>
                    <a:pt x="1950" y="2851"/>
                  </a:lnTo>
                  <a:lnTo>
                    <a:pt x="1932" y="2849"/>
                  </a:lnTo>
                  <a:lnTo>
                    <a:pt x="597" y="2849"/>
                  </a:lnTo>
                  <a:lnTo>
                    <a:pt x="1010" y="2434"/>
                  </a:lnTo>
                  <a:lnTo>
                    <a:pt x="1197" y="2622"/>
                  </a:lnTo>
                  <a:lnTo>
                    <a:pt x="1211" y="2633"/>
                  </a:lnTo>
                  <a:lnTo>
                    <a:pt x="1228" y="2640"/>
                  </a:lnTo>
                  <a:lnTo>
                    <a:pt x="1245" y="2642"/>
                  </a:lnTo>
                  <a:lnTo>
                    <a:pt x="1262" y="2640"/>
                  </a:lnTo>
                  <a:lnTo>
                    <a:pt x="1279" y="2633"/>
                  </a:lnTo>
                  <a:lnTo>
                    <a:pt x="1293" y="2622"/>
                  </a:lnTo>
                  <a:lnTo>
                    <a:pt x="1891" y="2023"/>
                  </a:lnTo>
                  <a:lnTo>
                    <a:pt x="1891" y="2192"/>
                  </a:lnTo>
                  <a:lnTo>
                    <a:pt x="1894" y="2211"/>
                  </a:lnTo>
                  <a:lnTo>
                    <a:pt x="1901" y="2227"/>
                  </a:lnTo>
                  <a:lnTo>
                    <a:pt x="1912" y="2241"/>
                  </a:lnTo>
                  <a:lnTo>
                    <a:pt x="1926" y="2252"/>
                  </a:lnTo>
                  <a:lnTo>
                    <a:pt x="1942" y="2259"/>
                  </a:lnTo>
                  <a:lnTo>
                    <a:pt x="1961" y="2261"/>
                  </a:lnTo>
                  <a:lnTo>
                    <a:pt x="1978" y="2259"/>
                  </a:lnTo>
                  <a:lnTo>
                    <a:pt x="1993" y="2251"/>
                  </a:lnTo>
                  <a:lnTo>
                    <a:pt x="2007" y="2241"/>
                  </a:lnTo>
                  <a:lnTo>
                    <a:pt x="2017" y="2228"/>
                  </a:lnTo>
                  <a:lnTo>
                    <a:pt x="2023" y="2212"/>
                  </a:lnTo>
                  <a:lnTo>
                    <a:pt x="2026" y="2194"/>
                  </a:lnTo>
                  <a:lnTo>
                    <a:pt x="2021" y="2194"/>
                  </a:lnTo>
                  <a:lnTo>
                    <a:pt x="2021" y="1871"/>
                  </a:lnTo>
                  <a:lnTo>
                    <a:pt x="2018" y="1851"/>
                  </a:lnTo>
                  <a:lnTo>
                    <a:pt x="2011" y="1833"/>
                  </a:lnTo>
                  <a:lnTo>
                    <a:pt x="1998" y="1818"/>
                  </a:lnTo>
                  <a:lnTo>
                    <a:pt x="1983" y="1807"/>
                  </a:lnTo>
                  <a:lnTo>
                    <a:pt x="1966" y="1798"/>
                  </a:lnTo>
                  <a:lnTo>
                    <a:pt x="1945" y="1796"/>
                  </a:lnTo>
                  <a:lnTo>
                    <a:pt x="1617" y="1796"/>
                  </a:lnTo>
                  <a:lnTo>
                    <a:pt x="1600" y="1798"/>
                  </a:lnTo>
                  <a:lnTo>
                    <a:pt x="1584" y="1805"/>
                  </a:lnTo>
                  <a:lnTo>
                    <a:pt x="1571" y="1815"/>
                  </a:lnTo>
                  <a:lnTo>
                    <a:pt x="1561" y="1828"/>
                  </a:lnTo>
                  <a:lnTo>
                    <a:pt x="1554" y="1843"/>
                  </a:lnTo>
                  <a:lnTo>
                    <a:pt x="1551" y="1861"/>
                  </a:lnTo>
                  <a:lnTo>
                    <a:pt x="1553" y="1879"/>
                  </a:lnTo>
                  <a:lnTo>
                    <a:pt x="1560" y="1896"/>
                  </a:lnTo>
                  <a:lnTo>
                    <a:pt x="1571" y="1910"/>
                  </a:lnTo>
                  <a:lnTo>
                    <a:pt x="1585" y="1920"/>
                  </a:lnTo>
                  <a:lnTo>
                    <a:pt x="1602" y="1927"/>
                  </a:lnTo>
                  <a:lnTo>
                    <a:pt x="1620" y="1930"/>
                  </a:lnTo>
                  <a:lnTo>
                    <a:pt x="1789" y="1930"/>
                  </a:lnTo>
                  <a:lnTo>
                    <a:pt x="1241" y="2477"/>
                  </a:lnTo>
                  <a:lnTo>
                    <a:pt x="1054" y="2290"/>
                  </a:lnTo>
                  <a:lnTo>
                    <a:pt x="1040" y="2279"/>
                  </a:lnTo>
                  <a:lnTo>
                    <a:pt x="1023" y="2273"/>
                  </a:lnTo>
                  <a:lnTo>
                    <a:pt x="1006" y="2271"/>
                  </a:lnTo>
                  <a:lnTo>
                    <a:pt x="989" y="2273"/>
                  </a:lnTo>
                  <a:lnTo>
                    <a:pt x="973" y="2279"/>
                  </a:lnTo>
                  <a:lnTo>
                    <a:pt x="958" y="2290"/>
                  </a:lnTo>
                  <a:lnTo>
                    <a:pt x="497" y="2752"/>
                  </a:lnTo>
                  <a:lnTo>
                    <a:pt x="497" y="1415"/>
                  </a:lnTo>
                  <a:lnTo>
                    <a:pt x="495" y="1398"/>
                  </a:lnTo>
                  <a:lnTo>
                    <a:pt x="489" y="1381"/>
                  </a:lnTo>
                  <a:lnTo>
                    <a:pt x="478" y="1368"/>
                  </a:lnTo>
                  <a:lnTo>
                    <a:pt x="465" y="1358"/>
                  </a:lnTo>
                  <a:lnTo>
                    <a:pt x="450" y="1351"/>
                  </a:lnTo>
                  <a:lnTo>
                    <a:pt x="432" y="1349"/>
                  </a:lnTo>
                  <a:close/>
                  <a:moveTo>
                    <a:pt x="0" y="0"/>
                  </a:moveTo>
                  <a:lnTo>
                    <a:pt x="1555" y="0"/>
                  </a:lnTo>
                  <a:lnTo>
                    <a:pt x="1555" y="759"/>
                  </a:lnTo>
                  <a:lnTo>
                    <a:pt x="1558" y="779"/>
                  </a:lnTo>
                  <a:lnTo>
                    <a:pt x="1566" y="798"/>
                  </a:lnTo>
                  <a:lnTo>
                    <a:pt x="1577" y="813"/>
                  </a:lnTo>
                  <a:lnTo>
                    <a:pt x="1594" y="825"/>
                  </a:lnTo>
                  <a:lnTo>
                    <a:pt x="1612" y="833"/>
                  </a:lnTo>
                  <a:lnTo>
                    <a:pt x="1632" y="836"/>
                  </a:lnTo>
                  <a:lnTo>
                    <a:pt x="2391" y="836"/>
                  </a:lnTo>
                  <a:lnTo>
                    <a:pt x="2391" y="3364"/>
                  </a:lnTo>
                  <a:lnTo>
                    <a:pt x="0" y="33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69E3575-E086-4363-8F91-E16ACE047061}"/>
              </a:ext>
            </a:extLst>
          </p:cNvPr>
          <p:cNvGrpSpPr/>
          <p:nvPr/>
        </p:nvGrpSpPr>
        <p:grpSpPr>
          <a:xfrm>
            <a:off x="10454783" y="680866"/>
            <a:ext cx="311644" cy="310356"/>
            <a:chOff x="8270875" y="374650"/>
            <a:chExt cx="384176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69" name="Freeform 114">
              <a:extLst>
                <a:ext uri="{FF2B5EF4-FFF2-40B4-BE49-F238E27FC236}">
                  <a16:creationId xmlns:a16="http://schemas.microsoft.com/office/drawing/2014/main" id="{DF172C74-F4BD-4636-BFC4-C029E6C14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688" y="446088"/>
              <a:ext cx="106363" cy="311150"/>
            </a:xfrm>
            <a:custGeom>
              <a:avLst/>
              <a:gdLst>
                <a:gd name="T0" fmla="*/ 441 w 944"/>
                <a:gd name="T1" fmla="*/ 2040 h 2750"/>
                <a:gd name="T2" fmla="*/ 380 w 944"/>
                <a:gd name="T3" fmla="*/ 2061 h 2750"/>
                <a:gd name="T4" fmla="*/ 331 w 944"/>
                <a:gd name="T5" fmla="*/ 2099 h 2750"/>
                <a:gd name="T6" fmla="*/ 294 w 944"/>
                <a:gd name="T7" fmla="*/ 2151 h 2750"/>
                <a:gd name="T8" fmla="*/ 274 w 944"/>
                <a:gd name="T9" fmla="*/ 2213 h 2750"/>
                <a:gd name="T10" fmla="*/ 274 w 944"/>
                <a:gd name="T11" fmla="*/ 2281 h 2750"/>
                <a:gd name="T12" fmla="*/ 294 w 944"/>
                <a:gd name="T13" fmla="*/ 2342 h 2750"/>
                <a:gd name="T14" fmla="*/ 331 w 944"/>
                <a:gd name="T15" fmla="*/ 2394 h 2750"/>
                <a:gd name="T16" fmla="*/ 381 w 944"/>
                <a:gd name="T17" fmla="*/ 2432 h 2750"/>
                <a:gd name="T18" fmla="*/ 441 w 944"/>
                <a:gd name="T19" fmla="*/ 2452 h 2750"/>
                <a:gd name="T20" fmla="*/ 506 w 944"/>
                <a:gd name="T21" fmla="*/ 2452 h 2750"/>
                <a:gd name="T22" fmla="*/ 565 w 944"/>
                <a:gd name="T23" fmla="*/ 2432 h 2750"/>
                <a:gd name="T24" fmla="*/ 615 w 944"/>
                <a:gd name="T25" fmla="*/ 2394 h 2750"/>
                <a:gd name="T26" fmla="*/ 652 w 944"/>
                <a:gd name="T27" fmla="*/ 2342 h 2750"/>
                <a:gd name="T28" fmla="*/ 672 w 944"/>
                <a:gd name="T29" fmla="*/ 2281 h 2750"/>
                <a:gd name="T30" fmla="*/ 672 w 944"/>
                <a:gd name="T31" fmla="*/ 2213 h 2750"/>
                <a:gd name="T32" fmla="*/ 652 w 944"/>
                <a:gd name="T33" fmla="*/ 2151 h 2750"/>
                <a:gd name="T34" fmla="*/ 615 w 944"/>
                <a:gd name="T35" fmla="*/ 2099 h 2750"/>
                <a:gd name="T36" fmla="*/ 565 w 944"/>
                <a:gd name="T37" fmla="*/ 2061 h 2750"/>
                <a:gd name="T38" fmla="*/ 506 w 944"/>
                <a:gd name="T39" fmla="*/ 2040 h 2750"/>
                <a:gd name="T40" fmla="*/ 255 w 944"/>
                <a:gd name="T41" fmla="*/ 439 h 2750"/>
                <a:gd name="T42" fmla="*/ 215 w 944"/>
                <a:gd name="T43" fmla="*/ 449 h 2750"/>
                <a:gd name="T44" fmla="*/ 184 w 944"/>
                <a:gd name="T45" fmla="*/ 473 h 2750"/>
                <a:gd name="T46" fmla="*/ 167 w 944"/>
                <a:gd name="T47" fmla="*/ 509 h 2750"/>
                <a:gd name="T48" fmla="*/ 167 w 944"/>
                <a:gd name="T49" fmla="*/ 551 h 2750"/>
                <a:gd name="T50" fmla="*/ 184 w 944"/>
                <a:gd name="T51" fmla="*/ 588 h 2750"/>
                <a:gd name="T52" fmla="*/ 215 w 944"/>
                <a:gd name="T53" fmla="*/ 612 h 2750"/>
                <a:gd name="T54" fmla="*/ 255 w 944"/>
                <a:gd name="T55" fmla="*/ 621 h 2750"/>
                <a:gd name="T56" fmla="*/ 712 w 944"/>
                <a:gd name="T57" fmla="*/ 618 h 2750"/>
                <a:gd name="T58" fmla="*/ 749 w 944"/>
                <a:gd name="T59" fmla="*/ 601 h 2750"/>
                <a:gd name="T60" fmla="*/ 774 w 944"/>
                <a:gd name="T61" fmla="*/ 570 h 2750"/>
                <a:gd name="T62" fmla="*/ 782 w 944"/>
                <a:gd name="T63" fmla="*/ 530 h 2750"/>
                <a:gd name="T64" fmla="*/ 774 w 944"/>
                <a:gd name="T65" fmla="*/ 489 h 2750"/>
                <a:gd name="T66" fmla="*/ 748 w 944"/>
                <a:gd name="T67" fmla="*/ 459 h 2750"/>
                <a:gd name="T68" fmla="*/ 712 w 944"/>
                <a:gd name="T69" fmla="*/ 441 h 2750"/>
                <a:gd name="T70" fmla="*/ 255 w 944"/>
                <a:gd name="T71" fmla="*/ 439 h 2750"/>
                <a:gd name="T72" fmla="*/ 944 w 944"/>
                <a:gd name="T73" fmla="*/ 0 h 2750"/>
                <a:gd name="T74" fmla="*/ 0 w 944"/>
                <a:gd name="T75" fmla="*/ 2750 h 2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4" h="2750">
                  <a:moveTo>
                    <a:pt x="473" y="2038"/>
                  </a:moveTo>
                  <a:lnTo>
                    <a:pt x="441" y="2040"/>
                  </a:lnTo>
                  <a:lnTo>
                    <a:pt x="410" y="2049"/>
                  </a:lnTo>
                  <a:lnTo>
                    <a:pt x="380" y="2061"/>
                  </a:lnTo>
                  <a:lnTo>
                    <a:pt x="355" y="2078"/>
                  </a:lnTo>
                  <a:lnTo>
                    <a:pt x="331" y="2099"/>
                  </a:lnTo>
                  <a:lnTo>
                    <a:pt x="311" y="2123"/>
                  </a:lnTo>
                  <a:lnTo>
                    <a:pt x="294" y="2151"/>
                  </a:lnTo>
                  <a:lnTo>
                    <a:pt x="282" y="2181"/>
                  </a:lnTo>
                  <a:lnTo>
                    <a:pt x="274" y="2213"/>
                  </a:lnTo>
                  <a:lnTo>
                    <a:pt x="272" y="2247"/>
                  </a:lnTo>
                  <a:lnTo>
                    <a:pt x="274" y="2281"/>
                  </a:lnTo>
                  <a:lnTo>
                    <a:pt x="282" y="2312"/>
                  </a:lnTo>
                  <a:lnTo>
                    <a:pt x="294" y="2342"/>
                  </a:lnTo>
                  <a:lnTo>
                    <a:pt x="311" y="2370"/>
                  </a:lnTo>
                  <a:lnTo>
                    <a:pt x="331" y="2394"/>
                  </a:lnTo>
                  <a:lnTo>
                    <a:pt x="355" y="2415"/>
                  </a:lnTo>
                  <a:lnTo>
                    <a:pt x="381" y="2432"/>
                  </a:lnTo>
                  <a:lnTo>
                    <a:pt x="410" y="2444"/>
                  </a:lnTo>
                  <a:lnTo>
                    <a:pt x="441" y="2452"/>
                  </a:lnTo>
                  <a:lnTo>
                    <a:pt x="473" y="2456"/>
                  </a:lnTo>
                  <a:lnTo>
                    <a:pt x="506" y="2452"/>
                  </a:lnTo>
                  <a:lnTo>
                    <a:pt x="536" y="2444"/>
                  </a:lnTo>
                  <a:lnTo>
                    <a:pt x="565" y="2432"/>
                  </a:lnTo>
                  <a:lnTo>
                    <a:pt x="592" y="2415"/>
                  </a:lnTo>
                  <a:lnTo>
                    <a:pt x="615" y="2394"/>
                  </a:lnTo>
                  <a:lnTo>
                    <a:pt x="636" y="2370"/>
                  </a:lnTo>
                  <a:lnTo>
                    <a:pt x="652" y="2342"/>
                  </a:lnTo>
                  <a:lnTo>
                    <a:pt x="665" y="2312"/>
                  </a:lnTo>
                  <a:lnTo>
                    <a:pt x="672" y="2281"/>
                  </a:lnTo>
                  <a:lnTo>
                    <a:pt x="675" y="2247"/>
                  </a:lnTo>
                  <a:lnTo>
                    <a:pt x="672" y="2213"/>
                  </a:lnTo>
                  <a:lnTo>
                    <a:pt x="665" y="2181"/>
                  </a:lnTo>
                  <a:lnTo>
                    <a:pt x="652" y="2151"/>
                  </a:lnTo>
                  <a:lnTo>
                    <a:pt x="636" y="2123"/>
                  </a:lnTo>
                  <a:lnTo>
                    <a:pt x="615" y="2099"/>
                  </a:lnTo>
                  <a:lnTo>
                    <a:pt x="592" y="2078"/>
                  </a:lnTo>
                  <a:lnTo>
                    <a:pt x="565" y="2061"/>
                  </a:lnTo>
                  <a:lnTo>
                    <a:pt x="536" y="2049"/>
                  </a:lnTo>
                  <a:lnTo>
                    <a:pt x="506" y="2040"/>
                  </a:lnTo>
                  <a:lnTo>
                    <a:pt x="473" y="2038"/>
                  </a:lnTo>
                  <a:close/>
                  <a:moveTo>
                    <a:pt x="255" y="439"/>
                  </a:moveTo>
                  <a:lnTo>
                    <a:pt x="235" y="441"/>
                  </a:lnTo>
                  <a:lnTo>
                    <a:pt x="215" y="449"/>
                  </a:lnTo>
                  <a:lnTo>
                    <a:pt x="198" y="459"/>
                  </a:lnTo>
                  <a:lnTo>
                    <a:pt x="184" y="473"/>
                  </a:lnTo>
                  <a:lnTo>
                    <a:pt x="173" y="489"/>
                  </a:lnTo>
                  <a:lnTo>
                    <a:pt x="167" y="509"/>
                  </a:lnTo>
                  <a:lnTo>
                    <a:pt x="164" y="530"/>
                  </a:lnTo>
                  <a:lnTo>
                    <a:pt x="167" y="551"/>
                  </a:lnTo>
                  <a:lnTo>
                    <a:pt x="173" y="570"/>
                  </a:lnTo>
                  <a:lnTo>
                    <a:pt x="184" y="588"/>
                  </a:lnTo>
                  <a:lnTo>
                    <a:pt x="198" y="601"/>
                  </a:lnTo>
                  <a:lnTo>
                    <a:pt x="215" y="612"/>
                  </a:lnTo>
                  <a:lnTo>
                    <a:pt x="235" y="618"/>
                  </a:lnTo>
                  <a:lnTo>
                    <a:pt x="255" y="621"/>
                  </a:lnTo>
                  <a:lnTo>
                    <a:pt x="691" y="621"/>
                  </a:lnTo>
                  <a:lnTo>
                    <a:pt x="712" y="618"/>
                  </a:lnTo>
                  <a:lnTo>
                    <a:pt x="731" y="612"/>
                  </a:lnTo>
                  <a:lnTo>
                    <a:pt x="749" y="601"/>
                  </a:lnTo>
                  <a:lnTo>
                    <a:pt x="762" y="588"/>
                  </a:lnTo>
                  <a:lnTo>
                    <a:pt x="774" y="570"/>
                  </a:lnTo>
                  <a:lnTo>
                    <a:pt x="780" y="551"/>
                  </a:lnTo>
                  <a:lnTo>
                    <a:pt x="782" y="530"/>
                  </a:lnTo>
                  <a:lnTo>
                    <a:pt x="780" y="509"/>
                  </a:lnTo>
                  <a:lnTo>
                    <a:pt x="774" y="489"/>
                  </a:lnTo>
                  <a:lnTo>
                    <a:pt x="762" y="473"/>
                  </a:lnTo>
                  <a:lnTo>
                    <a:pt x="748" y="459"/>
                  </a:lnTo>
                  <a:lnTo>
                    <a:pt x="731" y="449"/>
                  </a:lnTo>
                  <a:lnTo>
                    <a:pt x="712" y="441"/>
                  </a:lnTo>
                  <a:lnTo>
                    <a:pt x="691" y="439"/>
                  </a:lnTo>
                  <a:lnTo>
                    <a:pt x="255" y="439"/>
                  </a:lnTo>
                  <a:close/>
                  <a:moveTo>
                    <a:pt x="0" y="0"/>
                  </a:moveTo>
                  <a:lnTo>
                    <a:pt x="944" y="0"/>
                  </a:lnTo>
                  <a:lnTo>
                    <a:pt x="944" y="2750"/>
                  </a:lnTo>
                  <a:lnTo>
                    <a:pt x="0" y="27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0" name="Freeform 115">
              <a:extLst>
                <a:ext uri="{FF2B5EF4-FFF2-40B4-BE49-F238E27FC236}">
                  <a16:creationId xmlns:a16="http://schemas.microsoft.com/office/drawing/2014/main" id="{54347113-E196-4EF1-8F75-905A0107D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08988" y="374650"/>
              <a:ext cx="107950" cy="382588"/>
            </a:xfrm>
            <a:custGeom>
              <a:avLst/>
              <a:gdLst>
                <a:gd name="T0" fmla="*/ 438 w 944"/>
                <a:gd name="T1" fmla="*/ 2664 h 3374"/>
                <a:gd name="T2" fmla="*/ 379 w 944"/>
                <a:gd name="T3" fmla="*/ 2685 h 3374"/>
                <a:gd name="T4" fmla="*/ 328 w 944"/>
                <a:gd name="T5" fmla="*/ 2723 h 3374"/>
                <a:gd name="T6" fmla="*/ 291 w 944"/>
                <a:gd name="T7" fmla="*/ 2775 h 3374"/>
                <a:gd name="T8" fmla="*/ 272 w 944"/>
                <a:gd name="T9" fmla="*/ 2837 h 3374"/>
                <a:gd name="T10" fmla="*/ 272 w 944"/>
                <a:gd name="T11" fmla="*/ 2905 h 3374"/>
                <a:gd name="T12" fmla="*/ 292 w 944"/>
                <a:gd name="T13" fmla="*/ 2966 h 3374"/>
                <a:gd name="T14" fmla="*/ 329 w 944"/>
                <a:gd name="T15" fmla="*/ 3018 h 3374"/>
                <a:gd name="T16" fmla="*/ 379 w 944"/>
                <a:gd name="T17" fmla="*/ 3056 h 3374"/>
                <a:gd name="T18" fmla="*/ 438 w 944"/>
                <a:gd name="T19" fmla="*/ 3076 h 3374"/>
                <a:gd name="T20" fmla="*/ 504 w 944"/>
                <a:gd name="T21" fmla="*/ 3076 h 3374"/>
                <a:gd name="T22" fmla="*/ 563 w 944"/>
                <a:gd name="T23" fmla="*/ 3056 h 3374"/>
                <a:gd name="T24" fmla="*/ 613 w 944"/>
                <a:gd name="T25" fmla="*/ 3018 h 3374"/>
                <a:gd name="T26" fmla="*/ 650 w 944"/>
                <a:gd name="T27" fmla="*/ 2966 h 3374"/>
                <a:gd name="T28" fmla="*/ 670 w 944"/>
                <a:gd name="T29" fmla="*/ 2905 h 3374"/>
                <a:gd name="T30" fmla="*/ 670 w 944"/>
                <a:gd name="T31" fmla="*/ 2837 h 3374"/>
                <a:gd name="T32" fmla="*/ 651 w 944"/>
                <a:gd name="T33" fmla="*/ 2775 h 3374"/>
                <a:gd name="T34" fmla="*/ 614 w 944"/>
                <a:gd name="T35" fmla="*/ 2723 h 3374"/>
                <a:gd name="T36" fmla="*/ 563 w 944"/>
                <a:gd name="T37" fmla="*/ 2685 h 3374"/>
                <a:gd name="T38" fmla="*/ 504 w 944"/>
                <a:gd name="T39" fmla="*/ 2664 h 3374"/>
                <a:gd name="T40" fmla="*/ 296 w 944"/>
                <a:gd name="T41" fmla="*/ 326 h 3374"/>
                <a:gd name="T42" fmla="*/ 255 w 944"/>
                <a:gd name="T43" fmla="*/ 336 h 3374"/>
                <a:gd name="T44" fmla="*/ 224 w 944"/>
                <a:gd name="T45" fmla="*/ 362 h 3374"/>
                <a:gd name="T46" fmla="*/ 206 w 944"/>
                <a:gd name="T47" fmla="*/ 398 h 3374"/>
                <a:gd name="T48" fmla="*/ 207 w 944"/>
                <a:gd name="T49" fmla="*/ 439 h 3374"/>
                <a:gd name="T50" fmla="*/ 225 w 944"/>
                <a:gd name="T51" fmla="*/ 474 h 3374"/>
                <a:gd name="T52" fmla="*/ 255 w 944"/>
                <a:gd name="T53" fmla="*/ 499 h 3374"/>
                <a:gd name="T54" fmla="*/ 296 w 944"/>
                <a:gd name="T55" fmla="*/ 508 h 3374"/>
                <a:gd name="T56" fmla="*/ 753 w 944"/>
                <a:gd name="T57" fmla="*/ 506 h 3374"/>
                <a:gd name="T58" fmla="*/ 789 w 944"/>
                <a:gd name="T59" fmla="*/ 489 h 3374"/>
                <a:gd name="T60" fmla="*/ 814 w 944"/>
                <a:gd name="T61" fmla="*/ 458 h 3374"/>
                <a:gd name="T62" fmla="*/ 823 w 944"/>
                <a:gd name="T63" fmla="*/ 417 h 3374"/>
                <a:gd name="T64" fmla="*/ 814 w 944"/>
                <a:gd name="T65" fmla="*/ 377 h 3374"/>
                <a:gd name="T66" fmla="*/ 789 w 944"/>
                <a:gd name="T67" fmla="*/ 347 h 3374"/>
                <a:gd name="T68" fmla="*/ 753 w 944"/>
                <a:gd name="T69" fmla="*/ 329 h 3374"/>
                <a:gd name="T70" fmla="*/ 296 w 944"/>
                <a:gd name="T71" fmla="*/ 326 h 3374"/>
                <a:gd name="T72" fmla="*/ 944 w 944"/>
                <a:gd name="T73" fmla="*/ 0 h 3374"/>
                <a:gd name="T74" fmla="*/ 0 w 944"/>
                <a:gd name="T75" fmla="*/ 3374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4" h="3374">
                  <a:moveTo>
                    <a:pt x="471" y="2662"/>
                  </a:moveTo>
                  <a:lnTo>
                    <a:pt x="438" y="2664"/>
                  </a:lnTo>
                  <a:lnTo>
                    <a:pt x="407" y="2673"/>
                  </a:lnTo>
                  <a:lnTo>
                    <a:pt x="379" y="2685"/>
                  </a:lnTo>
                  <a:lnTo>
                    <a:pt x="352" y="2702"/>
                  </a:lnTo>
                  <a:lnTo>
                    <a:pt x="328" y="2723"/>
                  </a:lnTo>
                  <a:lnTo>
                    <a:pt x="309" y="2747"/>
                  </a:lnTo>
                  <a:lnTo>
                    <a:pt x="291" y="2775"/>
                  </a:lnTo>
                  <a:lnTo>
                    <a:pt x="279" y="2805"/>
                  </a:lnTo>
                  <a:lnTo>
                    <a:pt x="272" y="2837"/>
                  </a:lnTo>
                  <a:lnTo>
                    <a:pt x="269" y="2871"/>
                  </a:lnTo>
                  <a:lnTo>
                    <a:pt x="272" y="2905"/>
                  </a:lnTo>
                  <a:lnTo>
                    <a:pt x="280" y="2936"/>
                  </a:lnTo>
                  <a:lnTo>
                    <a:pt x="292" y="2966"/>
                  </a:lnTo>
                  <a:lnTo>
                    <a:pt x="309" y="2994"/>
                  </a:lnTo>
                  <a:lnTo>
                    <a:pt x="329" y="3018"/>
                  </a:lnTo>
                  <a:lnTo>
                    <a:pt x="353" y="3039"/>
                  </a:lnTo>
                  <a:lnTo>
                    <a:pt x="379" y="3056"/>
                  </a:lnTo>
                  <a:lnTo>
                    <a:pt x="407" y="3068"/>
                  </a:lnTo>
                  <a:lnTo>
                    <a:pt x="438" y="3076"/>
                  </a:lnTo>
                  <a:lnTo>
                    <a:pt x="471" y="3080"/>
                  </a:lnTo>
                  <a:lnTo>
                    <a:pt x="504" y="3076"/>
                  </a:lnTo>
                  <a:lnTo>
                    <a:pt x="535" y="3068"/>
                  </a:lnTo>
                  <a:lnTo>
                    <a:pt x="563" y="3056"/>
                  </a:lnTo>
                  <a:lnTo>
                    <a:pt x="589" y="3039"/>
                  </a:lnTo>
                  <a:lnTo>
                    <a:pt x="613" y="3018"/>
                  </a:lnTo>
                  <a:lnTo>
                    <a:pt x="633" y="2994"/>
                  </a:lnTo>
                  <a:lnTo>
                    <a:pt x="650" y="2966"/>
                  </a:lnTo>
                  <a:lnTo>
                    <a:pt x="662" y="2936"/>
                  </a:lnTo>
                  <a:lnTo>
                    <a:pt x="670" y="2905"/>
                  </a:lnTo>
                  <a:lnTo>
                    <a:pt x="673" y="2871"/>
                  </a:lnTo>
                  <a:lnTo>
                    <a:pt x="670" y="2837"/>
                  </a:lnTo>
                  <a:lnTo>
                    <a:pt x="663" y="2805"/>
                  </a:lnTo>
                  <a:lnTo>
                    <a:pt x="651" y="2775"/>
                  </a:lnTo>
                  <a:lnTo>
                    <a:pt x="633" y="2747"/>
                  </a:lnTo>
                  <a:lnTo>
                    <a:pt x="614" y="2723"/>
                  </a:lnTo>
                  <a:lnTo>
                    <a:pt x="590" y="2702"/>
                  </a:lnTo>
                  <a:lnTo>
                    <a:pt x="563" y="2685"/>
                  </a:lnTo>
                  <a:lnTo>
                    <a:pt x="535" y="2673"/>
                  </a:lnTo>
                  <a:lnTo>
                    <a:pt x="504" y="2664"/>
                  </a:lnTo>
                  <a:lnTo>
                    <a:pt x="471" y="2662"/>
                  </a:lnTo>
                  <a:close/>
                  <a:moveTo>
                    <a:pt x="296" y="326"/>
                  </a:moveTo>
                  <a:lnTo>
                    <a:pt x="275" y="329"/>
                  </a:lnTo>
                  <a:lnTo>
                    <a:pt x="255" y="336"/>
                  </a:lnTo>
                  <a:lnTo>
                    <a:pt x="238" y="348"/>
                  </a:lnTo>
                  <a:lnTo>
                    <a:pt x="224" y="362"/>
                  </a:lnTo>
                  <a:lnTo>
                    <a:pt x="212" y="378"/>
                  </a:lnTo>
                  <a:lnTo>
                    <a:pt x="206" y="398"/>
                  </a:lnTo>
                  <a:lnTo>
                    <a:pt x="205" y="417"/>
                  </a:lnTo>
                  <a:lnTo>
                    <a:pt x="207" y="439"/>
                  </a:lnTo>
                  <a:lnTo>
                    <a:pt x="214" y="458"/>
                  </a:lnTo>
                  <a:lnTo>
                    <a:pt x="225" y="474"/>
                  </a:lnTo>
                  <a:lnTo>
                    <a:pt x="239" y="489"/>
                  </a:lnTo>
                  <a:lnTo>
                    <a:pt x="255" y="499"/>
                  </a:lnTo>
                  <a:lnTo>
                    <a:pt x="275" y="506"/>
                  </a:lnTo>
                  <a:lnTo>
                    <a:pt x="296" y="508"/>
                  </a:lnTo>
                  <a:lnTo>
                    <a:pt x="732" y="508"/>
                  </a:lnTo>
                  <a:lnTo>
                    <a:pt x="753" y="506"/>
                  </a:lnTo>
                  <a:lnTo>
                    <a:pt x="772" y="499"/>
                  </a:lnTo>
                  <a:lnTo>
                    <a:pt x="789" y="489"/>
                  </a:lnTo>
                  <a:lnTo>
                    <a:pt x="803" y="474"/>
                  </a:lnTo>
                  <a:lnTo>
                    <a:pt x="814" y="458"/>
                  </a:lnTo>
                  <a:lnTo>
                    <a:pt x="820" y="439"/>
                  </a:lnTo>
                  <a:lnTo>
                    <a:pt x="823" y="417"/>
                  </a:lnTo>
                  <a:lnTo>
                    <a:pt x="820" y="397"/>
                  </a:lnTo>
                  <a:lnTo>
                    <a:pt x="814" y="377"/>
                  </a:lnTo>
                  <a:lnTo>
                    <a:pt x="803" y="360"/>
                  </a:lnTo>
                  <a:lnTo>
                    <a:pt x="789" y="347"/>
                  </a:lnTo>
                  <a:lnTo>
                    <a:pt x="772" y="335"/>
                  </a:lnTo>
                  <a:lnTo>
                    <a:pt x="753" y="329"/>
                  </a:lnTo>
                  <a:lnTo>
                    <a:pt x="732" y="326"/>
                  </a:lnTo>
                  <a:lnTo>
                    <a:pt x="296" y="326"/>
                  </a:lnTo>
                  <a:close/>
                  <a:moveTo>
                    <a:pt x="0" y="0"/>
                  </a:moveTo>
                  <a:lnTo>
                    <a:pt x="944" y="0"/>
                  </a:lnTo>
                  <a:lnTo>
                    <a:pt x="944" y="3374"/>
                  </a:lnTo>
                  <a:lnTo>
                    <a:pt x="0" y="33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1" name="Freeform 116">
              <a:extLst>
                <a:ext uri="{FF2B5EF4-FFF2-40B4-BE49-F238E27FC236}">
                  <a16:creationId xmlns:a16="http://schemas.microsoft.com/office/drawing/2014/main" id="{4996A195-75A4-4C89-A280-797862F1D6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70875" y="425450"/>
              <a:ext cx="106363" cy="331788"/>
            </a:xfrm>
            <a:custGeom>
              <a:avLst/>
              <a:gdLst>
                <a:gd name="T0" fmla="*/ 438 w 944"/>
                <a:gd name="T1" fmla="*/ 2217 h 2927"/>
                <a:gd name="T2" fmla="*/ 379 w 944"/>
                <a:gd name="T3" fmla="*/ 2238 h 2927"/>
                <a:gd name="T4" fmla="*/ 329 w 944"/>
                <a:gd name="T5" fmla="*/ 2276 h 2927"/>
                <a:gd name="T6" fmla="*/ 292 w 944"/>
                <a:gd name="T7" fmla="*/ 2328 h 2927"/>
                <a:gd name="T8" fmla="*/ 272 w 944"/>
                <a:gd name="T9" fmla="*/ 2390 h 2927"/>
                <a:gd name="T10" fmla="*/ 272 w 944"/>
                <a:gd name="T11" fmla="*/ 2458 h 2927"/>
                <a:gd name="T12" fmla="*/ 292 w 944"/>
                <a:gd name="T13" fmla="*/ 2519 h 2927"/>
                <a:gd name="T14" fmla="*/ 329 w 944"/>
                <a:gd name="T15" fmla="*/ 2571 h 2927"/>
                <a:gd name="T16" fmla="*/ 379 w 944"/>
                <a:gd name="T17" fmla="*/ 2609 h 2927"/>
                <a:gd name="T18" fmla="*/ 438 w 944"/>
                <a:gd name="T19" fmla="*/ 2629 h 2927"/>
                <a:gd name="T20" fmla="*/ 504 w 944"/>
                <a:gd name="T21" fmla="*/ 2629 h 2927"/>
                <a:gd name="T22" fmla="*/ 565 w 944"/>
                <a:gd name="T23" fmla="*/ 2609 h 2927"/>
                <a:gd name="T24" fmla="*/ 614 w 944"/>
                <a:gd name="T25" fmla="*/ 2571 h 2927"/>
                <a:gd name="T26" fmla="*/ 651 w 944"/>
                <a:gd name="T27" fmla="*/ 2519 h 2927"/>
                <a:gd name="T28" fmla="*/ 670 w 944"/>
                <a:gd name="T29" fmla="*/ 2458 h 2927"/>
                <a:gd name="T30" fmla="*/ 670 w 944"/>
                <a:gd name="T31" fmla="*/ 2390 h 2927"/>
                <a:gd name="T32" fmla="*/ 650 w 944"/>
                <a:gd name="T33" fmla="*/ 2328 h 2927"/>
                <a:gd name="T34" fmla="*/ 613 w 944"/>
                <a:gd name="T35" fmla="*/ 2276 h 2927"/>
                <a:gd name="T36" fmla="*/ 564 w 944"/>
                <a:gd name="T37" fmla="*/ 2238 h 2927"/>
                <a:gd name="T38" fmla="*/ 503 w 944"/>
                <a:gd name="T39" fmla="*/ 2217 h 2927"/>
                <a:gd name="T40" fmla="*/ 264 w 944"/>
                <a:gd name="T41" fmla="*/ 302 h 2927"/>
                <a:gd name="T42" fmla="*/ 223 w 944"/>
                <a:gd name="T43" fmla="*/ 312 h 2927"/>
                <a:gd name="T44" fmla="*/ 192 w 944"/>
                <a:gd name="T45" fmla="*/ 336 h 2927"/>
                <a:gd name="T46" fmla="*/ 175 w 944"/>
                <a:gd name="T47" fmla="*/ 373 h 2927"/>
                <a:gd name="T48" fmla="*/ 175 w 944"/>
                <a:gd name="T49" fmla="*/ 415 h 2927"/>
                <a:gd name="T50" fmla="*/ 192 w 944"/>
                <a:gd name="T51" fmla="*/ 451 h 2927"/>
                <a:gd name="T52" fmla="*/ 223 w 944"/>
                <a:gd name="T53" fmla="*/ 475 h 2927"/>
                <a:gd name="T54" fmla="*/ 264 w 944"/>
                <a:gd name="T55" fmla="*/ 484 h 2927"/>
                <a:gd name="T56" fmla="*/ 720 w 944"/>
                <a:gd name="T57" fmla="*/ 482 h 2927"/>
                <a:gd name="T58" fmla="*/ 757 w 944"/>
                <a:gd name="T59" fmla="*/ 465 h 2927"/>
                <a:gd name="T60" fmla="*/ 781 w 944"/>
                <a:gd name="T61" fmla="*/ 434 h 2927"/>
                <a:gd name="T62" fmla="*/ 791 w 944"/>
                <a:gd name="T63" fmla="*/ 393 h 2927"/>
                <a:gd name="T64" fmla="*/ 781 w 944"/>
                <a:gd name="T65" fmla="*/ 354 h 2927"/>
                <a:gd name="T66" fmla="*/ 757 w 944"/>
                <a:gd name="T67" fmla="*/ 323 h 2927"/>
                <a:gd name="T68" fmla="*/ 720 w 944"/>
                <a:gd name="T69" fmla="*/ 306 h 2927"/>
                <a:gd name="T70" fmla="*/ 264 w 944"/>
                <a:gd name="T71" fmla="*/ 302 h 2927"/>
                <a:gd name="T72" fmla="*/ 944 w 944"/>
                <a:gd name="T73" fmla="*/ 0 h 2927"/>
                <a:gd name="T74" fmla="*/ 0 w 944"/>
                <a:gd name="T75" fmla="*/ 2927 h 2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44" h="2927">
                  <a:moveTo>
                    <a:pt x="471" y="2215"/>
                  </a:moveTo>
                  <a:lnTo>
                    <a:pt x="438" y="2217"/>
                  </a:lnTo>
                  <a:lnTo>
                    <a:pt x="408" y="2226"/>
                  </a:lnTo>
                  <a:lnTo>
                    <a:pt x="379" y="2238"/>
                  </a:lnTo>
                  <a:lnTo>
                    <a:pt x="352" y="2255"/>
                  </a:lnTo>
                  <a:lnTo>
                    <a:pt x="329" y="2276"/>
                  </a:lnTo>
                  <a:lnTo>
                    <a:pt x="308" y="2300"/>
                  </a:lnTo>
                  <a:lnTo>
                    <a:pt x="292" y="2328"/>
                  </a:lnTo>
                  <a:lnTo>
                    <a:pt x="279" y="2358"/>
                  </a:lnTo>
                  <a:lnTo>
                    <a:pt x="272" y="2390"/>
                  </a:lnTo>
                  <a:lnTo>
                    <a:pt x="269" y="2424"/>
                  </a:lnTo>
                  <a:lnTo>
                    <a:pt x="272" y="2458"/>
                  </a:lnTo>
                  <a:lnTo>
                    <a:pt x="279" y="2489"/>
                  </a:lnTo>
                  <a:lnTo>
                    <a:pt x="292" y="2519"/>
                  </a:lnTo>
                  <a:lnTo>
                    <a:pt x="308" y="2547"/>
                  </a:lnTo>
                  <a:lnTo>
                    <a:pt x="329" y="2571"/>
                  </a:lnTo>
                  <a:lnTo>
                    <a:pt x="352" y="2592"/>
                  </a:lnTo>
                  <a:lnTo>
                    <a:pt x="379" y="2609"/>
                  </a:lnTo>
                  <a:lnTo>
                    <a:pt x="408" y="2621"/>
                  </a:lnTo>
                  <a:lnTo>
                    <a:pt x="438" y="2629"/>
                  </a:lnTo>
                  <a:lnTo>
                    <a:pt x="471" y="2633"/>
                  </a:lnTo>
                  <a:lnTo>
                    <a:pt x="504" y="2629"/>
                  </a:lnTo>
                  <a:lnTo>
                    <a:pt x="535" y="2621"/>
                  </a:lnTo>
                  <a:lnTo>
                    <a:pt x="565" y="2609"/>
                  </a:lnTo>
                  <a:lnTo>
                    <a:pt x="590" y="2592"/>
                  </a:lnTo>
                  <a:lnTo>
                    <a:pt x="614" y="2571"/>
                  </a:lnTo>
                  <a:lnTo>
                    <a:pt x="634" y="2547"/>
                  </a:lnTo>
                  <a:lnTo>
                    <a:pt x="651" y="2519"/>
                  </a:lnTo>
                  <a:lnTo>
                    <a:pt x="662" y="2489"/>
                  </a:lnTo>
                  <a:lnTo>
                    <a:pt x="670" y="2458"/>
                  </a:lnTo>
                  <a:lnTo>
                    <a:pt x="672" y="2424"/>
                  </a:lnTo>
                  <a:lnTo>
                    <a:pt x="670" y="2390"/>
                  </a:lnTo>
                  <a:lnTo>
                    <a:pt x="662" y="2358"/>
                  </a:lnTo>
                  <a:lnTo>
                    <a:pt x="650" y="2328"/>
                  </a:lnTo>
                  <a:lnTo>
                    <a:pt x="633" y="2300"/>
                  </a:lnTo>
                  <a:lnTo>
                    <a:pt x="613" y="2276"/>
                  </a:lnTo>
                  <a:lnTo>
                    <a:pt x="589" y="2255"/>
                  </a:lnTo>
                  <a:lnTo>
                    <a:pt x="564" y="2238"/>
                  </a:lnTo>
                  <a:lnTo>
                    <a:pt x="534" y="2226"/>
                  </a:lnTo>
                  <a:lnTo>
                    <a:pt x="503" y="2217"/>
                  </a:lnTo>
                  <a:lnTo>
                    <a:pt x="471" y="2215"/>
                  </a:lnTo>
                  <a:close/>
                  <a:moveTo>
                    <a:pt x="264" y="302"/>
                  </a:moveTo>
                  <a:lnTo>
                    <a:pt x="242" y="306"/>
                  </a:lnTo>
                  <a:lnTo>
                    <a:pt x="223" y="312"/>
                  </a:lnTo>
                  <a:lnTo>
                    <a:pt x="206" y="323"/>
                  </a:lnTo>
                  <a:lnTo>
                    <a:pt x="192" y="336"/>
                  </a:lnTo>
                  <a:lnTo>
                    <a:pt x="182" y="354"/>
                  </a:lnTo>
                  <a:lnTo>
                    <a:pt x="175" y="373"/>
                  </a:lnTo>
                  <a:lnTo>
                    <a:pt x="172" y="393"/>
                  </a:lnTo>
                  <a:lnTo>
                    <a:pt x="175" y="415"/>
                  </a:lnTo>
                  <a:lnTo>
                    <a:pt x="182" y="434"/>
                  </a:lnTo>
                  <a:lnTo>
                    <a:pt x="192" y="451"/>
                  </a:lnTo>
                  <a:lnTo>
                    <a:pt x="206" y="465"/>
                  </a:lnTo>
                  <a:lnTo>
                    <a:pt x="223" y="475"/>
                  </a:lnTo>
                  <a:lnTo>
                    <a:pt x="242" y="482"/>
                  </a:lnTo>
                  <a:lnTo>
                    <a:pt x="264" y="484"/>
                  </a:lnTo>
                  <a:lnTo>
                    <a:pt x="699" y="484"/>
                  </a:lnTo>
                  <a:lnTo>
                    <a:pt x="720" y="482"/>
                  </a:lnTo>
                  <a:lnTo>
                    <a:pt x="739" y="475"/>
                  </a:lnTo>
                  <a:lnTo>
                    <a:pt x="757" y="465"/>
                  </a:lnTo>
                  <a:lnTo>
                    <a:pt x="770" y="451"/>
                  </a:lnTo>
                  <a:lnTo>
                    <a:pt x="781" y="434"/>
                  </a:lnTo>
                  <a:lnTo>
                    <a:pt x="787" y="415"/>
                  </a:lnTo>
                  <a:lnTo>
                    <a:pt x="791" y="393"/>
                  </a:lnTo>
                  <a:lnTo>
                    <a:pt x="787" y="373"/>
                  </a:lnTo>
                  <a:lnTo>
                    <a:pt x="781" y="354"/>
                  </a:lnTo>
                  <a:lnTo>
                    <a:pt x="770" y="336"/>
                  </a:lnTo>
                  <a:lnTo>
                    <a:pt x="757" y="323"/>
                  </a:lnTo>
                  <a:lnTo>
                    <a:pt x="739" y="312"/>
                  </a:lnTo>
                  <a:lnTo>
                    <a:pt x="720" y="306"/>
                  </a:lnTo>
                  <a:lnTo>
                    <a:pt x="699" y="302"/>
                  </a:lnTo>
                  <a:lnTo>
                    <a:pt x="264" y="302"/>
                  </a:lnTo>
                  <a:close/>
                  <a:moveTo>
                    <a:pt x="0" y="0"/>
                  </a:moveTo>
                  <a:lnTo>
                    <a:pt x="944" y="0"/>
                  </a:lnTo>
                  <a:lnTo>
                    <a:pt x="944" y="2927"/>
                  </a:lnTo>
                  <a:lnTo>
                    <a:pt x="0" y="29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22C913E-89D9-47A3-BAE0-70AA7358787B}"/>
              </a:ext>
            </a:extLst>
          </p:cNvPr>
          <p:cNvGrpSpPr/>
          <p:nvPr/>
        </p:nvGrpSpPr>
        <p:grpSpPr>
          <a:xfrm>
            <a:off x="11162905" y="682798"/>
            <a:ext cx="311643" cy="306492"/>
            <a:chOff x="8974138" y="341313"/>
            <a:chExt cx="384175" cy="3778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3" name="Freeform 121">
              <a:extLst>
                <a:ext uri="{FF2B5EF4-FFF2-40B4-BE49-F238E27FC236}">
                  <a16:creationId xmlns:a16="http://schemas.microsoft.com/office/drawing/2014/main" id="{1AA3F87F-149F-4F38-A13B-AE00BD853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74138" y="341313"/>
              <a:ext cx="300038" cy="377825"/>
            </a:xfrm>
            <a:custGeom>
              <a:avLst/>
              <a:gdLst>
                <a:gd name="T0" fmla="*/ 0 w 2644"/>
                <a:gd name="T1" fmla="*/ 0 h 3336"/>
                <a:gd name="T2" fmla="*/ 2644 w 2644"/>
                <a:gd name="T3" fmla="*/ 0 h 3336"/>
                <a:gd name="T4" fmla="*/ 2644 w 2644"/>
                <a:gd name="T5" fmla="*/ 1187 h 3336"/>
                <a:gd name="T6" fmla="*/ 2335 w 2644"/>
                <a:gd name="T7" fmla="*/ 1496 h 3336"/>
                <a:gd name="T8" fmla="*/ 2335 w 2644"/>
                <a:gd name="T9" fmla="*/ 335 h 3336"/>
                <a:gd name="T10" fmla="*/ 309 w 2644"/>
                <a:gd name="T11" fmla="*/ 335 h 3336"/>
                <a:gd name="T12" fmla="*/ 309 w 2644"/>
                <a:gd name="T13" fmla="*/ 3000 h 3336"/>
                <a:gd name="T14" fmla="*/ 1324 w 2644"/>
                <a:gd name="T15" fmla="*/ 3000 h 3336"/>
                <a:gd name="T16" fmla="*/ 1260 w 2644"/>
                <a:gd name="T17" fmla="*/ 3238 h 3336"/>
                <a:gd name="T18" fmla="*/ 2155 w 2644"/>
                <a:gd name="T19" fmla="*/ 3000 h 3336"/>
                <a:gd name="T20" fmla="*/ 2644 w 2644"/>
                <a:gd name="T21" fmla="*/ 2526 h 3336"/>
                <a:gd name="T22" fmla="*/ 2644 w 2644"/>
                <a:gd name="T23" fmla="*/ 3336 h 3336"/>
                <a:gd name="T24" fmla="*/ 0 w 2644"/>
                <a:gd name="T25" fmla="*/ 3336 h 3336"/>
                <a:gd name="T26" fmla="*/ 0 w 2644"/>
                <a:gd name="T27" fmla="*/ 0 h 3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44" h="3336">
                  <a:moveTo>
                    <a:pt x="0" y="0"/>
                  </a:moveTo>
                  <a:lnTo>
                    <a:pt x="2644" y="0"/>
                  </a:lnTo>
                  <a:lnTo>
                    <a:pt x="2644" y="1187"/>
                  </a:lnTo>
                  <a:lnTo>
                    <a:pt x="2335" y="1496"/>
                  </a:lnTo>
                  <a:lnTo>
                    <a:pt x="2335" y="335"/>
                  </a:lnTo>
                  <a:lnTo>
                    <a:pt x="309" y="335"/>
                  </a:lnTo>
                  <a:lnTo>
                    <a:pt x="309" y="3000"/>
                  </a:lnTo>
                  <a:lnTo>
                    <a:pt x="1324" y="3000"/>
                  </a:lnTo>
                  <a:lnTo>
                    <a:pt x="1260" y="3238"/>
                  </a:lnTo>
                  <a:lnTo>
                    <a:pt x="2155" y="3000"/>
                  </a:lnTo>
                  <a:lnTo>
                    <a:pt x="2644" y="2526"/>
                  </a:lnTo>
                  <a:lnTo>
                    <a:pt x="2644" y="3336"/>
                  </a:lnTo>
                  <a:lnTo>
                    <a:pt x="0" y="33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4" name="Freeform 122">
              <a:extLst>
                <a:ext uri="{FF2B5EF4-FFF2-40B4-BE49-F238E27FC236}">
                  <a16:creationId xmlns:a16="http://schemas.microsoft.com/office/drawing/2014/main" id="{1831FCCA-42FC-4F7E-97C7-FFC71BA21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2413" y="623888"/>
              <a:ext cx="58738" cy="58737"/>
            </a:xfrm>
            <a:custGeom>
              <a:avLst/>
              <a:gdLst>
                <a:gd name="T0" fmla="*/ 139 w 518"/>
                <a:gd name="T1" fmla="*/ 0 h 514"/>
                <a:gd name="T2" fmla="*/ 518 w 518"/>
                <a:gd name="T3" fmla="*/ 378 h 514"/>
                <a:gd name="T4" fmla="*/ 0 w 518"/>
                <a:gd name="T5" fmla="*/ 514 h 514"/>
                <a:gd name="T6" fmla="*/ 139 w 518"/>
                <a:gd name="T7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8" h="514">
                  <a:moveTo>
                    <a:pt x="139" y="0"/>
                  </a:moveTo>
                  <a:lnTo>
                    <a:pt x="518" y="378"/>
                  </a:lnTo>
                  <a:lnTo>
                    <a:pt x="0" y="514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5" name="Freeform 123">
              <a:extLst>
                <a:ext uri="{FF2B5EF4-FFF2-40B4-BE49-F238E27FC236}">
                  <a16:creationId xmlns:a16="http://schemas.microsoft.com/office/drawing/2014/main" id="{AC00E132-C526-4F54-8D21-E639EC277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7813" y="468313"/>
              <a:ext cx="190500" cy="188912"/>
            </a:xfrm>
            <a:custGeom>
              <a:avLst/>
              <a:gdLst>
                <a:gd name="T0" fmla="*/ 1237 w 1680"/>
                <a:gd name="T1" fmla="*/ 0 h 1675"/>
                <a:gd name="T2" fmla="*/ 1680 w 1680"/>
                <a:gd name="T3" fmla="*/ 442 h 1675"/>
                <a:gd name="T4" fmla="*/ 448 w 1680"/>
                <a:gd name="T5" fmla="*/ 1675 h 1675"/>
                <a:gd name="T6" fmla="*/ 445 w 1680"/>
                <a:gd name="T7" fmla="*/ 1675 h 1675"/>
                <a:gd name="T8" fmla="*/ 3 w 1680"/>
                <a:gd name="T9" fmla="*/ 1235 h 1675"/>
                <a:gd name="T10" fmla="*/ 0 w 1680"/>
                <a:gd name="T11" fmla="*/ 1233 h 1675"/>
                <a:gd name="T12" fmla="*/ 1237 w 1680"/>
                <a:gd name="T13" fmla="*/ 0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80" h="1675">
                  <a:moveTo>
                    <a:pt x="1237" y="0"/>
                  </a:moveTo>
                  <a:lnTo>
                    <a:pt x="1680" y="442"/>
                  </a:lnTo>
                  <a:lnTo>
                    <a:pt x="448" y="1675"/>
                  </a:lnTo>
                  <a:lnTo>
                    <a:pt x="445" y="1675"/>
                  </a:lnTo>
                  <a:lnTo>
                    <a:pt x="3" y="1235"/>
                  </a:lnTo>
                  <a:lnTo>
                    <a:pt x="0" y="1233"/>
                  </a:lnTo>
                  <a:lnTo>
                    <a:pt x="12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6" name="Freeform 124">
              <a:extLst>
                <a:ext uri="{FF2B5EF4-FFF2-40B4-BE49-F238E27FC236}">
                  <a16:creationId xmlns:a16="http://schemas.microsoft.com/office/drawing/2014/main" id="{01667DF7-48C4-4356-B4B5-24E01DDA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638" y="420688"/>
              <a:ext cx="174625" cy="19050"/>
            </a:xfrm>
            <a:custGeom>
              <a:avLst/>
              <a:gdLst>
                <a:gd name="T0" fmla="*/ 81 w 1551"/>
                <a:gd name="T1" fmla="*/ 0 h 162"/>
                <a:gd name="T2" fmla="*/ 1471 w 1551"/>
                <a:gd name="T3" fmla="*/ 0 h 162"/>
                <a:gd name="T4" fmla="*/ 1491 w 1551"/>
                <a:gd name="T5" fmla="*/ 3 h 162"/>
                <a:gd name="T6" fmla="*/ 1511 w 1551"/>
                <a:gd name="T7" fmla="*/ 11 h 162"/>
                <a:gd name="T8" fmla="*/ 1527 w 1551"/>
                <a:gd name="T9" fmla="*/ 24 h 162"/>
                <a:gd name="T10" fmla="*/ 1539 w 1551"/>
                <a:gd name="T11" fmla="*/ 41 h 162"/>
                <a:gd name="T12" fmla="*/ 1548 w 1551"/>
                <a:gd name="T13" fmla="*/ 60 h 162"/>
                <a:gd name="T14" fmla="*/ 1551 w 1551"/>
                <a:gd name="T15" fmla="*/ 81 h 162"/>
                <a:gd name="T16" fmla="*/ 1548 w 1551"/>
                <a:gd name="T17" fmla="*/ 103 h 162"/>
                <a:gd name="T18" fmla="*/ 1539 w 1551"/>
                <a:gd name="T19" fmla="*/ 122 h 162"/>
                <a:gd name="T20" fmla="*/ 1527 w 1551"/>
                <a:gd name="T21" fmla="*/ 138 h 162"/>
                <a:gd name="T22" fmla="*/ 1511 w 1551"/>
                <a:gd name="T23" fmla="*/ 152 h 162"/>
                <a:gd name="T24" fmla="*/ 1491 w 1551"/>
                <a:gd name="T25" fmla="*/ 159 h 162"/>
                <a:gd name="T26" fmla="*/ 1471 w 1551"/>
                <a:gd name="T27" fmla="*/ 162 h 162"/>
                <a:gd name="T28" fmla="*/ 81 w 1551"/>
                <a:gd name="T29" fmla="*/ 162 h 162"/>
                <a:gd name="T30" fmla="*/ 59 w 1551"/>
                <a:gd name="T31" fmla="*/ 159 h 162"/>
                <a:gd name="T32" fmla="*/ 39 w 1551"/>
                <a:gd name="T33" fmla="*/ 151 h 162"/>
                <a:gd name="T34" fmla="*/ 23 w 1551"/>
                <a:gd name="T35" fmla="*/ 137 h 162"/>
                <a:gd name="T36" fmla="*/ 11 w 1551"/>
                <a:gd name="T37" fmla="*/ 121 h 162"/>
                <a:gd name="T38" fmla="*/ 3 w 1551"/>
                <a:gd name="T39" fmla="*/ 102 h 162"/>
                <a:gd name="T40" fmla="*/ 0 w 1551"/>
                <a:gd name="T41" fmla="*/ 81 h 162"/>
                <a:gd name="T42" fmla="*/ 3 w 1551"/>
                <a:gd name="T43" fmla="*/ 59 h 162"/>
                <a:gd name="T44" fmla="*/ 12 w 1551"/>
                <a:gd name="T45" fmla="*/ 40 h 162"/>
                <a:gd name="T46" fmla="*/ 25 w 1551"/>
                <a:gd name="T47" fmla="*/ 23 h 162"/>
                <a:gd name="T48" fmla="*/ 41 w 1551"/>
                <a:gd name="T49" fmla="*/ 11 h 162"/>
                <a:gd name="T50" fmla="*/ 60 w 1551"/>
                <a:gd name="T51" fmla="*/ 3 h 162"/>
                <a:gd name="T52" fmla="*/ 81 w 1551"/>
                <a:gd name="T5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1" h="162">
                  <a:moveTo>
                    <a:pt x="81" y="0"/>
                  </a:moveTo>
                  <a:lnTo>
                    <a:pt x="1471" y="0"/>
                  </a:lnTo>
                  <a:lnTo>
                    <a:pt x="1491" y="3"/>
                  </a:lnTo>
                  <a:lnTo>
                    <a:pt x="1511" y="11"/>
                  </a:lnTo>
                  <a:lnTo>
                    <a:pt x="1527" y="24"/>
                  </a:lnTo>
                  <a:lnTo>
                    <a:pt x="1539" y="41"/>
                  </a:lnTo>
                  <a:lnTo>
                    <a:pt x="1548" y="60"/>
                  </a:lnTo>
                  <a:lnTo>
                    <a:pt x="1551" y="81"/>
                  </a:lnTo>
                  <a:lnTo>
                    <a:pt x="1548" y="103"/>
                  </a:lnTo>
                  <a:lnTo>
                    <a:pt x="1539" y="122"/>
                  </a:lnTo>
                  <a:lnTo>
                    <a:pt x="1527" y="138"/>
                  </a:lnTo>
                  <a:lnTo>
                    <a:pt x="1511" y="152"/>
                  </a:lnTo>
                  <a:lnTo>
                    <a:pt x="1491" y="159"/>
                  </a:lnTo>
                  <a:lnTo>
                    <a:pt x="1471" y="162"/>
                  </a:lnTo>
                  <a:lnTo>
                    <a:pt x="81" y="162"/>
                  </a:lnTo>
                  <a:lnTo>
                    <a:pt x="59" y="159"/>
                  </a:lnTo>
                  <a:lnTo>
                    <a:pt x="39" y="151"/>
                  </a:lnTo>
                  <a:lnTo>
                    <a:pt x="23" y="137"/>
                  </a:lnTo>
                  <a:lnTo>
                    <a:pt x="11" y="121"/>
                  </a:lnTo>
                  <a:lnTo>
                    <a:pt x="3" y="102"/>
                  </a:lnTo>
                  <a:lnTo>
                    <a:pt x="0" y="81"/>
                  </a:lnTo>
                  <a:lnTo>
                    <a:pt x="3" y="59"/>
                  </a:lnTo>
                  <a:lnTo>
                    <a:pt x="12" y="40"/>
                  </a:lnTo>
                  <a:lnTo>
                    <a:pt x="25" y="23"/>
                  </a:lnTo>
                  <a:lnTo>
                    <a:pt x="41" y="11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7" name="Freeform 125">
              <a:extLst>
                <a:ext uri="{FF2B5EF4-FFF2-40B4-BE49-F238E27FC236}">
                  <a16:creationId xmlns:a16="http://schemas.microsoft.com/office/drawing/2014/main" id="{EB95ABC7-2942-4C62-B7E9-01B5569DE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638" y="477838"/>
              <a:ext cx="174625" cy="17462"/>
            </a:xfrm>
            <a:custGeom>
              <a:avLst/>
              <a:gdLst>
                <a:gd name="T0" fmla="*/ 81 w 1551"/>
                <a:gd name="T1" fmla="*/ 0 h 162"/>
                <a:gd name="T2" fmla="*/ 1471 w 1551"/>
                <a:gd name="T3" fmla="*/ 0 h 162"/>
                <a:gd name="T4" fmla="*/ 1491 w 1551"/>
                <a:gd name="T5" fmla="*/ 3 h 162"/>
                <a:gd name="T6" fmla="*/ 1511 w 1551"/>
                <a:gd name="T7" fmla="*/ 11 h 162"/>
                <a:gd name="T8" fmla="*/ 1527 w 1551"/>
                <a:gd name="T9" fmla="*/ 24 h 162"/>
                <a:gd name="T10" fmla="*/ 1539 w 1551"/>
                <a:gd name="T11" fmla="*/ 41 h 162"/>
                <a:gd name="T12" fmla="*/ 1548 w 1551"/>
                <a:gd name="T13" fmla="*/ 60 h 162"/>
                <a:gd name="T14" fmla="*/ 1551 w 1551"/>
                <a:gd name="T15" fmla="*/ 81 h 162"/>
                <a:gd name="T16" fmla="*/ 1548 w 1551"/>
                <a:gd name="T17" fmla="*/ 102 h 162"/>
                <a:gd name="T18" fmla="*/ 1539 w 1551"/>
                <a:gd name="T19" fmla="*/ 122 h 162"/>
                <a:gd name="T20" fmla="*/ 1527 w 1551"/>
                <a:gd name="T21" fmla="*/ 138 h 162"/>
                <a:gd name="T22" fmla="*/ 1511 w 1551"/>
                <a:gd name="T23" fmla="*/ 150 h 162"/>
                <a:gd name="T24" fmla="*/ 1491 w 1551"/>
                <a:gd name="T25" fmla="*/ 158 h 162"/>
                <a:gd name="T26" fmla="*/ 1471 w 1551"/>
                <a:gd name="T27" fmla="*/ 162 h 162"/>
                <a:gd name="T28" fmla="*/ 81 w 1551"/>
                <a:gd name="T29" fmla="*/ 162 h 162"/>
                <a:gd name="T30" fmla="*/ 59 w 1551"/>
                <a:gd name="T31" fmla="*/ 158 h 162"/>
                <a:gd name="T32" fmla="*/ 39 w 1551"/>
                <a:gd name="T33" fmla="*/ 150 h 162"/>
                <a:gd name="T34" fmla="*/ 23 w 1551"/>
                <a:gd name="T35" fmla="*/ 137 h 162"/>
                <a:gd name="T36" fmla="*/ 11 w 1551"/>
                <a:gd name="T37" fmla="*/ 121 h 162"/>
                <a:gd name="T38" fmla="*/ 3 w 1551"/>
                <a:gd name="T39" fmla="*/ 101 h 162"/>
                <a:gd name="T40" fmla="*/ 0 w 1551"/>
                <a:gd name="T41" fmla="*/ 81 h 162"/>
                <a:gd name="T42" fmla="*/ 3 w 1551"/>
                <a:gd name="T43" fmla="*/ 59 h 162"/>
                <a:gd name="T44" fmla="*/ 12 w 1551"/>
                <a:gd name="T45" fmla="*/ 40 h 162"/>
                <a:gd name="T46" fmla="*/ 25 w 1551"/>
                <a:gd name="T47" fmla="*/ 23 h 162"/>
                <a:gd name="T48" fmla="*/ 41 w 1551"/>
                <a:gd name="T49" fmla="*/ 11 h 162"/>
                <a:gd name="T50" fmla="*/ 60 w 1551"/>
                <a:gd name="T51" fmla="*/ 3 h 162"/>
                <a:gd name="T52" fmla="*/ 81 w 1551"/>
                <a:gd name="T5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1" h="162">
                  <a:moveTo>
                    <a:pt x="81" y="0"/>
                  </a:moveTo>
                  <a:lnTo>
                    <a:pt x="1471" y="0"/>
                  </a:lnTo>
                  <a:lnTo>
                    <a:pt x="1491" y="3"/>
                  </a:lnTo>
                  <a:lnTo>
                    <a:pt x="1511" y="11"/>
                  </a:lnTo>
                  <a:lnTo>
                    <a:pt x="1527" y="24"/>
                  </a:lnTo>
                  <a:lnTo>
                    <a:pt x="1539" y="41"/>
                  </a:lnTo>
                  <a:lnTo>
                    <a:pt x="1548" y="60"/>
                  </a:lnTo>
                  <a:lnTo>
                    <a:pt x="1551" y="81"/>
                  </a:lnTo>
                  <a:lnTo>
                    <a:pt x="1548" y="102"/>
                  </a:lnTo>
                  <a:lnTo>
                    <a:pt x="1539" y="122"/>
                  </a:lnTo>
                  <a:lnTo>
                    <a:pt x="1527" y="138"/>
                  </a:lnTo>
                  <a:lnTo>
                    <a:pt x="1511" y="150"/>
                  </a:lnTo>
                  <a:lnTo>
                    <a:pt x="1491" y="158"/>
                  </a:lnTo>
                  <a:lnTo>
                    <a:pt x="1471" y="162"/>
                  </a:lnTo>
                  <a:lnTo>
                    <a:pt x="81" y="162"/>
                  </a:lnTo>
                  <a:lnTo>
                    <a:pt x="59" y="158"/>
                  </a:lnTo>
                  <a:lnTo>
                    <a:pt x="39" y="150"/>
                  </a:lnTo>
                  <a:lnTo>
                    <a:pt x="23" y="137"/>
                  </a:lnTo>
                  <a:lnTo>
                    <a:pt x="11" y="121"/>
                  </a:lnTo>
                  <a:lnTo>
                    <a:pt x="3" y="101"/>
                  </a:lnTo>
                  <a:lnTo>
                    <a:pt x="0" y="81"/>
                  </a:lnTo>
                  <a:lnTo>
                    <a:pt x="3" y="59"/>
                  </a:lnTo>
                  <a:lnTo>
                    <a:pt x="12" y="40"/>
                  </a:lnTo>
                  <a:lnTo>
                    <a:pt x="25" y="23"/>
                  </a:lnTo>
                  <a:lnTo>
                    <a:pt x="41" y="11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78" name="Freeform 126">
              <a:extLst>
                <a:ext uri="{FF2B5EF4-FFF2-40B4-BE49-F238E27FC236}">
                  <a16:creationId xmlns:a16="http://schemas.microsoft.com/office/drawing/2014/main" id="{51EA3551-220D-4ACF-B17F-48164E16A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7638" y="533400"/>
              <a:ext cx="174625" cy="17462"/>
            </a:xfrm>
            <a:custGeom>
              <a:avLst/>
              <a:gdLst>
                <a:gd name="T0" fmla="*/ 81 w 1551"/>
                <a:gd name="T1" fmla="*/ 0 h 162"/>
                <a:gd name="T2" fmla="*/ 1471 w 1551"/>
                <a:gd name="T3" fmla="*/ 0 h 162"/>
                <a:gd name="T4" fmla="*/ 1492 w 1551"/>
                <a:gd name="T5" fmla="*/ 3 h 162"/>
                <a:gd name="T6" fmla="*/ 1512 w 1551"/>
                <a:gd name="T7" fmla="*/ 12 h 162"/>
                <a:gd name="T8" fmla="*/ 1528 w 1551"/>
                <a:gd name="T9" fmla="*/ 25 h 162"/>
                <a:gd name="T10" fmla="*/ 1540 w 1551"/>
                <a:gd name="T11" fmla="*/ 41 h 162"/>
                <a:gd name="T12" fmla="*/ 1549 w 1551"/>
                <a:gd name="T13" fmla="*/ 61 h 162"/>
                <a:gd name="T14" fmla="*/ 1551 w 1551"/>
                <a:gd name="T15" fmla="*/ 81 h 162"/>
                <a:gd name="T16" fmla="*/ 1548 w 1551"/>
                <a:gd name="T17" fmla="*/ 102 h 162"/>
                <a:gd name="T18" fmla="*/ 1539 w 1551"/>
                <a:gd name="T19" fmla="*/ 121 h 162"/>
                <a:gd name="T20" fmla="*/ 1527 w 1551"/>
                <a:gd name="T21" fmla="*/ 138 h 162"/>
                <a:gd name="T22" fmla="*/ 1511 w 1551"/>
                <a:gd name="T23" fmla="*/ 150 h 162"/>
                <a:gd name="T24" fmla="*/ 1491 w 1551"/>
                <a:gd name="T25" fmla="*/ 159 h 162"/>
                <a:gd name="T26" fmla="*/ 1471 w 1551"/>
                <a:gd name="T27" fmla="*/ 162 h 162"/>
                <a:gd name="T28" fmla="*/ 81 w 1551"/>
                <a:gd name="T29" fmla="*/ 162 h 162"/>
                <a:gd name="T30" fmla="*/ 59 w 1551"/>
                <a:gd name="T31" fmla="*/ 159 h 162"/>
                <a:gd name="T32" fmla="*/ 39 w 1551"/>
                <a:gd name="T33" fmla="*/ 151 h 162"/>
                <a:gd name="T34" fmla="*/ 23 w 1551"/>
                <a:gd name="T35" fmla="*/ 138 h 162"/>
                <a:gd name="T36" fmla="*/ 11 w 1551"/>
                <a:gd name="T37" fmla="*/ 121 h 162"/>
                <a:gd name="T38" fmla="*/ 3 w 1551"/>
                <a:gd name="T39" fmla="*/ 102 h 162"/>
                <a:gd name="T40" fmla="*/ 0 w 1551"/>
                <a:gd name="T41" fmla="*/ 81 h 162"/>
                <a:gd name="T42" fmla="*/ 3 w 1551"/>
                <a:gd name="T43" fmla="*/ 60 h 162"/>
                <a:gd name="T44" fmla="*/ 12 w 1551"/>
                <a:gd name="T45" fmla="*/ 40 h 162"/>
                <a:gd name="T46" fmla="*/ 25 w 1551"/>
                <a:gd name="T47" fmla="*/ 24 h 162"/>
                <a:gd name="T48" fmla="*/ 41 w 1551"/>
                <a:gd name="T49" fmla="*/ 12 h 162"/>
                <a:gd name="T50" fmla="*/ 60 w 1551"/>
                <a:gd name="T51" fmla="*/ 3 h 162"/>
                <a:gd name="T52" fmla="*/ 81 w 1551"/>
                <a:gd name="T5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51" h="162">
                  <a:moveTo>
                    <a:pt x="81" y="0"/>
                  </a:moveTo>
                  <a:lnTo>
                    <a:pt x="1471" y="0"/>
                  </a:lnTo>
                  <a:lnTo>
                    <a:pt x="1492" y="3"/>
                  </a:lnTo>
                  <a:lnTo>
                    <a:pt x="1512" y="12"/>
                  </a:lnTo>
                  <a:lnTo>
                    <a:pt x="1528" y="25"/>
                  </a:lnTo>
                  <a:lnTo>
                    <a:pt x="1540" y="41"/>
                  </a:lnTo>
                  <a:lnTo>
                    <a:pt x="1549" y="61"/>
                  </a:lnTo>
                  <a:lnTo>
                    <a:pt x="1551" y="81"/>
                  </a:lnTo>
                  <a:lnTo>
                    <a:pt x="1548" y="102"/>
                  </a:lnTo>
                  <a:lnTo>
                    <a:pt x="1539" y="121"/>
                  </a:lnTo>
                  <a:lnTo>
                    <a:pt x="1527" y="138"/>
                  </a:lnTo>
                  <a:lnTo>
                    <a:pt x="1511" y="150"/>
                  </a:lnTo>
                  <a:lnTo>
                    <a:pt x="1491" y="159"/>
                  </a:lnTo>
                  <a:lnTo>
                    <a:pt x="1471" y="162"/>
                  </a:lnTo>
                  <a:lnTo>
                    <a:pt x="81" y="162"/>
                  </a:lnTo>
                  <a:lnTo>
                    <a:pt x="59" y="159"/>
                  </a:lnTo>
                  <a:lnTo>
                    <a:pt x="39" y="151"/>
                  </a:lnTo>
                  <a:lnTo>
                    <a:pt x="23" y="138"/>
                  </a:lnTo>
                  <a:lnTo>
                    <a:pt x="11" y="121"/>
                  </a:lnTo>
                  <a:lnTo>
                    <a:pt x="3" y="102"/>
                  </a:lnTo>
                  <a:lnTo>
                    <a:pt x="0" y="81"/>
                  </a:lnTo>
                  <a:lnTo>
                    <a:pt x="3" y="60"/>
                  </a:lnTo>
                  <a:lnTo>
                    <a:pt x="12" y="40"/>
                  </a:lnTo>
                  <a:lnTo>
                    <a:pt x="25" y="24"/>
                  </a:lnTo>
                  <a:lnTo>
                    <a:pt x="41" y="12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689E4DD-E1DA-4134-A9A4-B5D03F430EA4}"/>
              </a:ext>
            </a:extLst>
          </p:cNvPr>
          <p:cNvGrpSpPr/>
          <p:nvPr/>
        </p:nvGrpSpPr>
        <p:grpSpPr>
          <a:xfrm>
            <a:off x="715201" y="1719143"/>
            <a:ext cx="311643" cy="310356"/>
            <a:chOff x="747713" y="1292225"/>
            <a:chExt cx="3841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40F49C1F-8FB9-420A-9435-D94FC8A83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713" y="1292225"/>
              <a:ext cx="327025" cy="382588"/>
            </a:xfrm>
            <a:custGeom>
              <a:avLst/>
              <a:gdLst>
                <a:gd name="T0" fmla="*/ 1603 w 2883"/>
                <a:gd name="T1" fmla="*/ 0 h 3374"/>
                <a:gd name="T2" fmla="*/ 2455 w 2883"/>
                <a:gd name="T3" fmla="*/ 723 h 3374"/>
                <a:gd name="T4" fmla="*/ 2394 w 2883"/>
                <a:gd name="T5" fmla="*/ 750 h 3374"/>
                <a:gd name="T6" fmla="*/ 2337 w 2883"/>
                <a:gd name="T7" fmla="*/ 783 h 3374"/>
                <a:gd name="T8" fmla="*/ 2282 w 2883"/>
                <a:gd name="T9" fmla="*/ 820 h 3374"/>
                <a:gd name="T10" fmla="*/ 2232 w 2883"/>
                <a:gd name="T11" fmla="*/ 861 h 3374"/>
                <a:gd name="T12" fmla="*/ 2185 w 2883"/>
                <a:gd name="T13" fmla="*/ 906 h 3374"/>
                <a:gd name="T14" fmla="*/ 2142 w 2883"/>
                <a:gd name="T15" fmla="*/ 955 h 3374"/>
                <a:gd name="T16" fmla="*/ 2103 w 2883"/>
                <a:gd name="T17" fmla="*/ 1006 h 3374"/>
                <a:gd name="T18" fmla="*/ 2069 w 2883"/>
                <a:gd name="T19" fmla="*/ 1061 h 3374"/>
                <a:gd name="T20" fmla="*/ 2039 w 2883"/>
                <a:gd name="T21" fmla="*/ 1120 h 3374"/>
                <a:gd name="T22" fmla="*/ 2014 w 2883"/>
                <a:gd name="T23" fmla="*/ 1180 h 3374"/>
                <a:gd name="T24" fmla="*/ 1995 w 2883"/>
                <a:gd name="T25" fmla="*/ 1242 h 3374"/>
                <a:gd name="T26" fmla="*/ 1980 w 2883"/>
                <a:gd name="T27" fmla="*/ 1307 h 3374"/>
                <a:gd name="T28" fmla="*/ 1971 w 2883"/>
                <a:gd name="T29" fmla="*/ 1373 h 3374"/>
                <a:gd name="T30" fmla="*/ 1968 w 2883"/>
                <a:gd name="T31" fmla="*/ 1441 h 3374"/>
                <a:gd name="T32" fmla="*/ 1968 w 2883"/>
                <a:gd name="T33" fmla="*/ 1446 h 3374"/>
                <a:gd name="T34" fmla="*/ 1972 w 2883"/>
                <a:gd name="T35" fmla="*/ 1516 h 3374"/>
                <a:gd name="T36" fmla="*/ 1982 w 2883"/>
                <a:gd name="T37" fmla="*/ 1585 h 3374"/>
                <a:gd name="T38" fmla="*/ 1998 w 2883"/>
                <a:gd name="T39" fmla="*/ 1651 h 3374"/>
                <a:gd name="T40" fmla="*/ 2019 w 2883"/>
                <a:gd name="T41" fmla="*/ 1715 h 3374"/>
                <a:gd name="T42" fmla="*/ 2046 w 2883"/>
                <a:gd name="T43" fmla="*/ 1776 h 3374"/>
                <a:gd name="T44" fmla="*/ 2078 w 2883"/>
                <a:gd name="T45" fmla="*/ 1835 h 3374"/>
                <a:gd name="T46" fmla="*/ 2114 w 2883"/>
                <a:gd name="T47" fmla="*/ 1890 h 3374"/>
                <a:gd name="T48" fmla="*/ 2156 w 2883"/>
                <a:gd name="T49" fmla="*/ 1943 h 3374"/>
                <a:gd name="T50" fmla="*/ 2201 w 2883"/>
                <a:gd name="T51" fmla="*/ 1992 h 3374"/>
                <a:gd name="T52" fmla="*/ 2250 w 2883"/>
                <a:gd name="T53" fmla="*/ 2036 h 3374"/>
                <a:gd name="T54" fmla="*/ 2304 w 2883"/>
                <a:gd name="T55" fmla="*/ 2076 h 3374"/>
                <a:gd name="T56" fmla="*/ 2360 w 2883"/>
                <a:gd name="T57" fmla="*/ 2112 h 3374"/>
                <a:gd name="T58" fmla="*/ 2420 w 2883"/>
                <a:gd name="T59" fmla="*/ 2143 h 3374"/>
                <a:gd name="T60" fmla="*/ 2482 w 2883"/>
                <a:gd name="T61" fmla="*/ 2169 h 3374"/>
                <a:gd name="T62" fmla="*/ 2547 w 2883"/>
                <a:gd name="T63" fmla="*/ 2190 h 3374"/>
                <a:gd name="T64" fmla="*/ 2615 w 2883"/>
                <a:gd name="T65" fmla="*/ 2204 h 3374"/>
                <a:gd name="T66" fmla="*/ 2685 w 2883"/>
                <a:gd name="T67" fmla="*/ 2215 h 3374"/>
                <a:gd name="T68" fmla="*/ 2756 w 2883"/>
                <a:gd name="T69" fmla="*/ 2218 h 3374"/>
                <a:gd name="T70" fmla="*/ 2799 w 2883"/>
                <a:gd name="T71" fmla="*/ 2216 h 3374"/>
                <a:gd name="T72" fmla="*/ 2840 w 2883"/>
                <a:gd name="T73" fmla="*/ 2212 h 3374"/>
                <a:gd name="T74" fmla="*/ 2883 w 2883"/>
                <a:gd name="T75" fmla="*/ 2206 h 3374"/>
                <a:gd name="T76" fmla="*/ 2883 w 2883"/>
                <a:gd name="T77" fmla="*/ 3374 h 3374"/>
                <a:gd name="T78" fmla="*/ 323 w 2883"/>
                <a:gd name="T79" fmla="*/ 3374 h 3374"/>
                <a:gd name="T80" fmla="*/ 323 w 2883"/>
                <a:gd name="T81" fmla="*/ 1444 h 3374"/>
                <a:gd name="T82" fmla="*/ 0 w 2883"/>
                <a:gd name="T83" fmla="*/ 1444 h 3374"/>
                <a:gd name="T84" fmla="*/ 1603 w 2883"/>
                <a:gd name="T85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83" h="3374">
                  <a:moveTo>
                    <a:pt x="1603" y="0"/>
                  </a:moveTo>
                  <a:lnTo>
                    <a:pt x="2455" y="723"/>
                  </a:lnTo>
                  <a:lnTo>
                    <a:pt x="2394" y="750"/>
                  </a:lnTo>
                  <a:lnTo>
                    <a:pt x="2337" y="783"/>
                  </a:lnTo>
                  <a:lnTo>
                    <a:pt x="2282" y="820"/>
                  </a:lnTo>
                  <a:lnTo>
                    <a:pt x="2232" y="861"/>
                  </a:lnTo>
                  <a:lnTo>
                    <a:pt x="2185" y="906"/>
                  </a:lnTo>
                  <a:lnTo>
                    <a:pt x="2142" y="955"/>
                  </a:lnTo>
                  <a:lnTo>
                    <a:pt x="2103" y="1006"/>
                  </a:lnTo>
                  <a:lnTo>
                    <a:pt x="2069" y="1061"/>
                  </a:lnTo>
                  <a:lnTo>
                    <a:pt x="2039" y="1120"/>
                  </a:lnTo>
                  <a:lnTo>
                    <a:pt x="2014" y="1180"/>
                  </a:lnTo>
                  <a:lnTo>
                    <a:pt x="1995" y="1242"/>
                  </a:lnTo>
                  <a:lnTo>
                    <a:pt x="1980" y="1307"/>
                  </a:lnTo>
                  <a:lnTo>
                    <a:pt x="1971" y="1373"/>
                  </a:lnTo>
                  <a:lnTo>
                    <a:pt x="1968" y="1441"/>
                  </a:lnTo>
                  <a:lnTo>
                    <a:pt x="1968" y="1446"/>
                  </a:lnTo>
                  <a:lnTo>
                    <a:pt x="1972" y="1516"/>
                  </a:lnTo>
                  <a:lnTo>
                    <a:pt x="1982" y="1585"/>
                  </a:lnTo>
                  <a:lnTo>
                    <a:pt x="1998" y="1651"/>
                  </a:lnTo>
                  <a:lnTo>
                    <a:pt x="2019" y="1715"/>
                  </a:lnTo>
                  <a:lnTo>
                    <a:pt x="2046" y="1776"/>
                  </a:lnTo>
                  <a:lnTo>
                    <a:pt x="2078" y="1835"/>
                  </a:lnTo>
                  <a:lnTo>
                    <a:pt x="2114" y="1890"/>
                  </a:lnTo>
                  <a:lnTo>
                    <a:pt x="2156" y="1943"/>
                  </a:lnTo>
                  <a:lnTo>
                    <a:pt x="2201" y="1992"/>
                  </a:lnTo>
                  <a:lnTo>
                    <a:pt x="2250" y="2036"/>
                  </a:lnTo>
                  <a:lnTo>
                    <a:pt x="2304" y="2076"/>
                  </a:lnTo>
                  <a:lnTo>
                    <a:pt x="2360" y="2112"/>
                  </a:lnTo>
                  <a:lnTo>
                    <a:pt x="2420" y="2143"/>
                  </a:lnTo>
                  <a:lnTo>
                    <a:pt x="2482" y="2169"/>
                  </a:lnTo>
                  <a:lnTo>
                    <a:pt x="2547" y="2190"/>
                  </a:lnTo>
                  <a:lnTo>
                    <a:pt x="2615" y="2204"/>
                  </a:lnTo>
                  <a:lnTo>
                    <a:pt x="2685" y="2215"/>
                  </a:lnTo>
                  <a:lnTo>
                    <a:pt x="2756" y="2218"/>
                  </a:lnTo>
                  <a:lnTo>
                    <a:pt x="2799" y="2216"/>
                  </a:lnTo>
                  <a:lnTo>
                    <a:pt x="2840" y="2212"/>
                  </a:lnTo>
                  <a:lnTo>
                    <a:pt x="2883" y="2206"/>
                  </a:lnTo>
                  <a:lnTo>
                    <a:pt x="2883" y="3374"/>
                  </a:lnTo>
                  <a:lnTo>
                    <a:pt x="323" y="3374"/>
                  </a:lnTo>
                  <a:lnTo>
                    <a:pt x="323" y="1444"/>
                  </a:lnTo>
                  <a:lnTo>
                    <a:pt x="0" y="1444"/>
                  </a:lnTo>
                  <a:lnTo>
                    <a:pt x="16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3B7294E7-E6CB-4AF4-AEFC-7143AD2C6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988" y="1316038"/>
              <a:ext cx="57150" cy="74613"/>
            </a:xfrm>
            <a:custGeom>
              <a:avLst/>
              <a:gdLst>
                <a:gd name="T0" fmla="*/ 0 w 506"/>
                <a:gd name="T1" fmla="*/ 0 h 659"/>
                <a:gd name="T2" fmla="*/ 506 w 506"/>
                <a:gd name="T3" fmla="*/ 0 h 659"/>
                <a:gd name="T4" fmla="*/ 506 w 506"/>
                <a:gd name="T5" fmla="*/ 190 h 659"/>
                <a:gd name="T6" fmla="*/ 0 w 506"/>
                <a:gd name="T7" fmla="*/ 659 h 659"/>
                <a:gd name="T8" fmla="*/ 0 w 506"/>
                <a:gd name="T9" fmla="*/ 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659">
                  <a:moveTo>
                    <a:pt x="0" y="0"/>
                  </a:moveTo>
                  <a:lnTo>
                    <a:pt x="506" y="0"/>
                  </a:lnTo>
                  <a:lnTo>
                    <a:pt x="506" y="190"/>
                  </a:lnTo>
                  <a:lnTo>
                    <a:pt x="0" y="6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447B1DB9-EBA2-4B69-BBE1-38A35ED60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9013" y="1384300"/>
              <a:ext cx="142875" cy="142875"/>
            </a:xfrm>
            <a:custGeom>
              <a:avLst/>
              <a:gdLst>
                <a:gd name="T0" fmla="*/ 588 w 1264"/>
                <a:gd name="T1" fmla="*/ 180 h 1258"/>
                <a:gd name="T2" fmla="*/ 570 w 1264"/>
                <a:gd name="T3" fmla="*/ 266 h 1258"/>
                <a:gd name="T4" fmla="*/ 458 w 1264"/>
                <a:gd name="T5" fmla="*/ 343 h 1258"/>
                <a:gd name="T6" fmla="*/ 414 w 1264"/>
                <a:gd name="T7" fmla="*/ 474 h 1258"/>
                <a:gd name="T8" fmla="*/ 456 w 1264"/>
                <a:gd name="T9" fmla="*/ 602 h 1258"/>
                <a:gd name="T10" fmla="*/ 563 w 1264"/>
                <a:gd name="T11" fmla="*/ 680 h 1258"/>
                <a:gd name="T12" fmla="*/ 673 w 1264"/>
                <a:gd name="T13" fmla="*/ 700 h 1258"/>
                <a:gd name="T14" fmla="*/ 723 w 1264"/>
                <a:gd name="T15" fmla="*/ 763 h 1258"/>
                <a:gd name="T16" fmla="*/ 704 w 1264"/>
                <a:gd name="T17" fmla="*/ 841 h 1258"/>
                <a:gd name="T18" fmla="*/ 632 w 1264"/>
                <a:gd name="T19" fmla="*/ 877 h 1258"/>
                <a:gd name="T20" fmla="*/ 564 w 1264"/>
                <a:gd name="T21" fmla="*/ 847 h 1258"/>
                <a:gd name="T22" fmla="*/ 505 w 1264"/>
                <a:gd name="T23" fmla="*/ 830 h 1258"/>
                <a:gd name="T24" fmla="*/ 459 w 1264"/>
                <a:gd name="T25" fmla="*/ 873 h 1258"/>
                <a:gd name="T26" fmla="*/ 473 w 1264"/>
                <a:gd name="T27" fmla="*/ 932 h 1258"/>
                <a:gd name="T28" fmla="*/ 570 w 1264"/>
                <a:gd name="T29" fmla="*/ 992 h 1258"/>
                <a:gd name="T30" fmla="*/ 588 w 1264"/>
                <a:gd name="T31" fmla="*/ 1079 h 1258"/>
                <a:gd name="T32" fmla="*/ 649 w 1264"/>
                <a:gd name="T33" fmla="*/ 1095 h 1258"/>
                <a:gd name="T34" fmla="*/ 692 w 1264"/>
                <a:gd name="T35" fmla="*/ 1052 h 1258"/>
                <a:gd name="T36" fmla="*/ 757 w 1264"/>
                <a:gd name="T37" fmla="*/ 962 h 1258"/>
                <a:gd name="T38" fmla="*/ 838 w 1264"/>
                <a:gd name="T39" fmla="*/ 855 h 1258"/>
                <a:gd name="T40" fmla="*/ 839 w 1264"/>
                <a:gd name="T41" fmla="*/ 715 h 1258"/>
                <a:gd name="T42" fmla="*/ 761 w 1264"/>
                <a:gd name="T43" fmla="*/ 609 h 1258"/>
                <a:gd name="T44" fmla="*/ 632 w 1264"/>
                <a:gd name="T45" fmla="*/ 567 h 1258"/>
                <a:gd name="T46" fmla="*/ 560 w 1264"/>
                <a:gd name="T47" fmla="*/ 532 h 1258"/>
                <a:gd name="T48" fmla="*/ 541 w 1264"/>
                <a:gd name="T49" fmla="*/ 454 h 1258"/>
                <a:gd name="T50" fmla="*/ 592 w 1264"/>
                <a:gd name="T51" fmla="*/ 391 h 1258"/>
                <a:gd name="T52" fmla="*/ 669 w 1264"/>
                <a:gd name="T53" fmla="*/ 389 h 1258"/>
                <a:gd name="T54" fmla="*/ 727 w 1264"/>
                <a:gd name="T55" fmla="*/ 427 h 1258"/>
                <a:gd name="T56" fmla="*/ 788 w 1264"/>
                <a:gd name="T57" fmla="*/ 413 h 1258"/>
                <a:gd name="T58" fmla="*/ 806 w 1264"/>
                <a:gd name="T59" fmla="*/ 355 h 1258"/>
                <a:gd name="T60" fmla="*/ 747 w 1264"/>
                <a:gd name="T61" fmla="*/ 290 h 1258"/>
                <a:gd name="T62" fmla="*/ 692 w 1264"/>
                <a:gd name="T63" fmla="*/ 206 h 1258"/>
                <a:gd name="T64" fmla="*/ 649 w 1264"/>
                <a:gd name="T65" fmla="*/ 163 h 1258"/>
                <a:gd name="T66" fmla="*/ 759 w 1264"/>
                <a:gd name="T67" fmla="*/ 13 h 1258"/>
                <a:gd name="T68" fmla="*/ 985 w 1264"/>
                <a:gd name="T69" fmla="*/ 107 h 1258"/>
                <a:gd name="T70" fmla="*/ 1156 w 1264"/>
                <a:gd name="T71" fmla="*/ 278 h 1258"/>
                <a:gd name="T72" fmla="*/ 1251 w 1264"/>
                <a:gd name="T73" fmla="*/ 503 h 1258"/>
                <a:gd name="T74" fmla="*/ 1252 w 1264"/>
                <a:gd name="T75" fmla="*/ 756 h 1258"/>
                <a:gd name="T76" fmla="*/ 1156 w 1264"/>
                <a:gd name="T77" fmla="*/ 981 h 1258"/>
                <a:gd name="T78" fmla="*/ 986 w 1264"/>
                <a:gd name="T79" fmla="*/ 1151 h 1258"/>
                <a:gd name="T80" fmla="*/ 760 w 1264"/>
                <a:gd name="T81" fmla="*/ 1246 h 1258"/>
                <a:gd name="T82" fmla="*/ 504 w 1264"/>
                <a:gd name="T83" fmla="*/ 1246 h 1258"/>
                <a:gd name="T84" fmla="*/ 278 w 1264"/>
                <a:gd name="T85" fmla="*/ 1151 h 1258"/>
                <a:gd name="T86" fmla="*/ 108 w 1264"/>
                <a:gd name="T87" fmla="*/ 981 h 1258"/>
                <a:gd name="T88" fmla="*/ 12 w 1264"/>
                <a:gd name="T89" fmla="*/ 756 h 1258"/>
                <a:gd name="T90" fmla="*/ 12 w 1264"/>
                <a:gd name="T91" fmla="*/ 503 h 1258"/>
                <a:gd name="T92" fmla="*/ 108 w 1264"/>
                <a:gd name="T93" fmla="*/ 278 h 1258"/>
                <a:gd name="T94" fmla="*/ 278 w 1264"/>
                <a:gd name="T95" fmla="*/ 107 h 1258"/>
                <a:gd name="T96" fmla="*/ 504 w 1264"/>
                <a:gd name="T97" fmla="*/ 13 h 1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64" h="1258">
                  <a:moveTo>
                    <a:pt x="632" y="161"/>
                  </a:moveTo>
                  <a:lnTo>
                    <a:pt x="615" y="163"/>
                  </a:lnTo>
                  <a:lnTo>
                    <a:pt x="601" y="170"/>
                  </a:lnTo>
                  <a:lnTo>
                    <a:pt x="588" y="180"/>
                  </a:lnTo>
                  <a:lnTo>
                    <a:pt x="578" y="192"/>
                  </a:lnTo>
                  <a:lnTo>
                    <a:pt x="572" y="206"/>
                  </a:lnTo>
                  <a:lnTo>
                    <a:pt x="570" y="224"/>
                  </a:lnTo>
                  <a:lnTo>
                    <a:pt x="570" y="266"/>
                  </a:lnTo>
                  <a:lnTo>
                    <a:pt x="537" y="279"/>
                  </a:lnTo>
                  <a:lnTo>
                    <a:pt x="507" y="296"/>
                  </a:lnTo>
                  <a:lnTo>
                    <a:pt x="481" y="318"/>
                  </a:lnTo>
                  <a:lnTo>
                    <a:pt x="458" y="343"/>
                  </a:lnTo>
                  <a:lnTo>
                    <a:pt x="440" y="372"/>
                  </a:lnTo>
                  <a:lnTo>
                    <a:pt x="426" y="404"/>
                  </a:lnTo>
                  <a:lnTo>
                    <a:pt x="417" y="438"/>
                  </a:lnTo>
                  <a:lnTo>
                    <a:pt x="414" y="474"/>
                  </a:lnTo>
                  <a:lnTo>
                    <a:pt x="417" y="509"/>
                  </a:lnTo>
                  <a:lnTo>
                    <a:pt x="425" y="543"/>
                  </a:lnTo>
                  <a:lnTo>
                    <a:pt x="439" y="573"/>
                  </a:lnTo>
                  <a:lnTo>
                    <a:pt x="456" y="602"/>
                  </a:lnTo>
                  <a:lnTo>
                    <a:pt x="478" y="628"/>
                  </a:lnTo>
                  <a:lnTo>
                    <a:pt x="503" y="649"/>
                  </a:lnTo>
                  <a:lnTo>
                    <a:pt x="532" y="666"/>
                  </a:lnTo>
                  <a:lnTo>
                    <a:pt x="563" y="680"/>
                  </a:lnTo>
                  <a:lnTo>
                    <a:pt x="597" y="688"/>
                  </a:lnTo>
                  <a:lnTo>
                    <a:pt x="632" y="691"/>
                  </a:lnTo>
                  <a:lnTo>
                    <a:pt x="653" y="693"/>
                  </a:lnTo>
                  <a:lnTo>
                    <a:pt x="673" y="700"/>
                  </a:lnTo>
                  <a:lnTo>
                    <a:pt x="690" y="711"/>
                  </a:lnTo>
                  <a:lnTo>
                    <a:pt x="704" y="726"/>
                  </a:lnTo>
                  <a:lnTo>
                    <a:pt x="716" y="743"/>
                  </a:lnTo>
                  <a:lnTo>
                    <a:pt x="723" y="763"/>
                  </a:lnTo>
                  <a:lnTo>
                    <a:pt x="725" y="784"/>
                  </a:lnTo>
                  <a:lnTo>
                    <a:pt x="723" y="804"/>
                  </a:lnTo>
                  <a:lnTo>
                    <a:pt x="716" y="825"/>
                  </a:lnTo>
                  <a:lnTo>
                    <a:pt x="704" y="841"/>
                  </a:lnTo>
                  <a:lnTo>
                    <a:pt x="690" y="857"/>
                  </a:lnTo>
                  <a:lnTo>
                    <a:pt x="673" y="867"/>
                  </a:lnTo>
                  <a:lnTo>
                    <a:pt x="653" y="874"/>
                  </a:lnTo>
                  <a:lnTo>
                    <a:pt x="632" y="877"/>
                  </a:lnTo>
                  <a:lnTo>
                    <a:pt x="613" y="875"/>
                  </a:lnTo>
                  <a:lnTo>
                    <a:pt x="596" y="869"/>
                  </a:lnTo>
                  <a:lnTo>
                    <a:pt x="579" y="860"/>
                  </a:lnTo>
                  <a:lnTo>
                    <a:pt x="564" y="847"/>
                  </a:lnTo>
                  <a:lnTo>
                    <a:pt x="551" y="837"/>
                  </a:lnTo>
                  <a:lnTo>
                    <a:pt x="536" y="831"/>
                  </a:lnTo>
                  <a:lnTo>
                    <a:pt x="521" y="828"/>
                  </a:lnTo>
                  <a:lnTo>
                    <a:pt x="505" y="830"/>
                  </a:lnTo>
                  <a:lnTo>
                    <a:pt x="490" y="835"/>
                  </a:lnTo>
                  <a:lnTo>
                    <a:pt x="477" y="845"/>
                  </a:lnTo>
                  <a:lnTo>
                    <a:pt x="466" y="858"/>
                  </a:lnTo>
                  <a:lnTo>
                    <a:pt x="459" y="873"/>
                  </a:lnTo>
                  <a:lnTo>
                    <a:pt x="457" y="888"/>
                  </a:lnTo>
                  <a:lnTo>
                    <a:pt x="458" y="904"/>
                  </a:lnTo>
                  <a:lnTo>
                    <a:pt x="464" y="919"/>
                  </a:lnTo>
                  <a:lnTo>
                    <a:pt x="473" y="932"/>
                  </a:lnTo>
                  <a:lnTo>
                    <a:pt x="495" y="952"/>
                  </a:lnTo>
                  <a:lnTo>
                    <a:pt x="518" y="968"/>
                  </a:lnTo>
                  <a:lnTo>
                    <a:pt x="543" y="981"/>
                  </a:lnTo>
                  <a:lnTo>
                    <a:pt x="570" y="992"/>
                  </a:lnTo>
                  <a:lnTo>
                    <a:pt x="570" y="1035"/>
                  </a:lnTo>
                  <a:lnTo>
                    <a:pt x="572" y="1052"/>
                  </a:lnTo>
                  <a:lnTo>
                    <a:pt x="578" y="1066"/>
                  </a:lnTo>
                  <a:lnTo>
                    <a:pt x="588" y="1079"/>
                  </a:lnTo>
                  <a:lnTo>
                    <a:pt x="601" y="1089"/>
                  </a:lnTo>
                  <a:lnTo>
                    <a:pt x="615" y="1095"/>
                  </a:lnTo>
                  <a:lnTo>
                    <a:pt x="632" y="1097"/>
                  </a:lnTo>
                  <a:lnTo>
                    <a:pt x="649" y="1095"/>
                  </a:lnTo>
                  <a:lnTo>
                    <a:pt x="663" y="1089"/>
                  </a:lnTo>
                  <a:lnTo>
                    <a:pt x="676" y="1079"/>
                  </a:lnTo>
                  <a:lnTo>
                    <a:pt x="686" y="1066"/>
                  </a:lnTo>
                  <a:lnTo>
                    <a:pt x="692" y="1052"/>
                  </a:lnTo>
                  <a:lnTo>
                    <a:pt x="694" y="1035"/>
                  </a:lnTo>
                  <a:lnTo>
                    <a:pt x="694" y="993"/>
                  </a:lnTo>
                  <a:lnTo>
                    <a:pt x="727" y="979"/>
                  </a:lnTo>
                  <a:lnTo>
                    <a:pt x="757" y="962"/>
                  </a:lnTo>
                  <a:lnTo>
                    <a:pt x="782" y="940"/>
                  </a:lnTo>
                  <a:lnTo>
                    <a:pt x="806" y="915"/>
                  </a:lnTo>
                  <a:lnTo>
                    <a:pt x="825" y="886"/>
                  </a:lnTo>
                  <a:lnTo>
                    <a:pt x="838" y="855"/>
                  </a:lnTo>
                  <a:lnTo>
                    <a:pt x="847" y="821"/>
                  </a:lnTo>
                  <a:lnTo>
                    <a:pt x="850" y="784"/>
                  </a:lnTo>
                  <a:lnTo>
                    <a:pt x="847" y="749"/>
                  </a:lnTo>
                  <a:lnTo>
                    <a:pt x="839" y="715"/>
                  </a:lnTo>
                  <a:lnTo>
                    <a:pt x="826" y="685"/>
                  </a:lnTo>
                  <a:lnTo>
                    <a:pt x="808" y="656"/>
                  </a:lnTo>
                  <a:lnTo>
                    <a:pt x="786" y="631"/>
                  </a:lnTo>
                  <a:lnTo>
                    <a:pt x="761" y="609"/>
                  </a:lnTo>
                  <a:lnTo>
                    <a:pt x="732" y="592"/>
                  </a:lnTo>
                  <a:lnTo>
                    <a:pt x="701" y="578"/>
                  </a:lnTo>
                  <a:lnTo>
                    <a:pt x="668" y="570"/>
                  </a:lnTo>
                  <a:lnTo>
                    <a:pt x="632" y="567"/>
                  </a:lnTo>
                  <a:lnTo>
                    <a:pt x="611" y="565"/>
                  </a:lnTo>
                  <a:lnTo>
                    <a:pt x="592" y="558"/>
                  </a:lnTo>
                  <a:lnTo>
                    <a:pt x="574" y="547"/>
                  </a:lnTo>
                  <a:lnTo>
                    <a:pt x="560" y="532"/>
                  </a:lnTo>
                  <a:lnTo>
                    <a:pt x="548" y="515"/>
                  </a:lnTo>
                  <a:lnTo>
                    <a:pt x="541" y="496"/>
                  </a:lnTo>
                  <a:lnTo>
                    <a:pt x="539" y="474"/>
                  </a:lnTo>
                  <a:lnTo>
                    <a:pt x="541" y="454"/>
                  </a:lnTo>
                  <a:lnTo>
                    <a:pt x="548" y="434"/>
                  </a:lnTo>
                  <a:lnTo>
                    <a:pt x="560" y="417"/>
                  </a:lnTo>
                  <a:lnTo>
                    <a:pt x="574" y="403"/>
                  </a:lnTo>
                  <a:lnTo>
                    <a:pt x="592" y="391"/>
                  </a:lnTo>
                  <a:lnTo>
                    <a:pt x="611" y="384"/>
                  </a:lnTo>
                  <a:lnTo>
                    <a:pt x="632" y="381"/>
                  </a:lnTo>
                  <a:lnTo>
                    <a:pt x="651" y="383"/>
                  </a:lnTo>
                  <a:lnTo>
                    <a:pt x="669" y="389"/>
                  </a:lnTo>
                  <a:lnTo>
                    <a:pt x="685" y="399"/>
                  </a:lnTo>
                  <a:lnTo>
                    <a:pt x="699" y="411"/>
                  </a:lnTo>
                  <a:lnTo>
                    <a:pt x="713" y="421"/>
                  </a:lnTo>
                  <a:lnTo>
                    <a:pt x="727" y="427"/>
                  </a:lnTo>
                  <a:lnTo>
                    <a:pt x="743" y="430"/>
                  </a:lnTo>
                  <a:lnTo>
                    <a:pt x="759" y="428"/>
                  </a:lnTo>
                  <a:lnTo>
                    <a:pt x="774" y="423"/>
                  </a:lnTo>
                  <a:lnTo>
                    <a:pt x="788" y="413"/>
                  </a:lnTo>
                  <a:lnTo>
                    <a:pt x="798" y="401"/>
                  </a:lnTo>
                  <a:lnTo>
                    <a:pt x="805" y="385"/>
                  </a:lnTo>
                  <a:lnTo>
                    <a:pt x="807" y="370"/>
                  </a:lnTo>
                  <a:lnTo>
                    <a:pt x="806" y="355"/>
                  </a:lnTo>
                  <a:lnTo>
                    <a:pt x="800" y="339"/>
                  </a:lnTo>
                  <a:lnTo>
                    <a:pt x="791" y="326"/>
                  </a:lnTo>
                  <a:lnTo>
                    <a:pt x="769" y="307"/>
                  </a:lnTo>
                  <a:lnTo>
                    <a:pt x="747" y="290"/>
                  </a:lnTo>
                  <a:lnTo>
                    <a:pt x="721" y="277"/>
                  </a:lnTo>
                  <a:lnTo>
                    <a:pt x="694" y="267"/>
                  </a:lnTo>
                  <a:lnTo>
                    <a:pt x="694" y="224"/>
                  </a:lnTo>
                  <a:lnTo>
                    <a:pt x="692" y="206"/>
                  </a:lnTo>
                  <a:lnTo>
                    <a:pt x="686" y="192"/>
                  </a:lnTo>
                  <a:lnTo>
                    <a:pt x="676" y="180"/>
                  </a:lnTo>
                  <a:lnTo>
                    <a:pt x="663" y="170"/>
                  </a:lnTo>
                  <a:lnTo>
                    <a:pt x="649" y="163"/>
                  </a:lnTo>
                  <a:lnTo>
                    <a:pt x="632" y="161"/>
                  </a:lnTo>
                  <a:close/>
                  <a:moveTo>
                    <a:pt x="632" y="0"/>
                  </a:moveTo>
                  <a:lnTo>
                    <a:pt x="696" y="4"/>
                  </a:lnTo>
                  <a:lnTo>
                    <a:pt x="759" y="13"/>
                  </a:lnTo>
                  <a:lnTo>
                    <a:pt x="819" y="28"/>
                  </a:lnTo>
                  <a:lnTo>
                    <a:pt x="878" y="50"/>
                  </a:lnTo>
                  <a:lnTo>
                    <a:pt x="933" y="76"/>
                  </a:lnTo>
                  <a:lnTo>
                    <a:pt x="985" y="107"/>
                  </a:lnTo>
                  <a:lnTo>
                    <a:pt x="1034" y="144"/>
                  </a:lnTo>
                  <a:lnTo>
                    <a:pt x="1079" y="185"/>
                  </a:lnTo>
                  <a:lnTo>
                    <a:pt x="1119" y="229"/>
                  </a:lnTo>
                  <a:lnTo>
                    <a:pt x="1156" y="278"/>
                  </a:lnTo>
                  <a:lnTo>
                    <a:pt x="1188" y="329"/>
                  </a:lnTo>
                  <a:lnTo>
                    <a:pt x="1215" y="384"/>
                  </a:lnTo>
                  <a:lnTo>
                    <a:pt x="1235" y="442"/>
                  </a:lnTo>
                  <a:lnTo>
                    <a:pt x="1251" y="503"/>
                  </a:lnTo>
                  <a:lnTo>
                    <a:pt x="1261" y="565"/>
                  </a:lnTo>
                  <a:lnTo>
                    <a:pt x="1264" y="630"/>
                  </a:lnTo>
                  <a:lnTo>
                    <a:pt x="1261" y="694"/>
                  </a:lnTo>
                  <a:lnTo>
                    <a:pt x="1252" y="756"/>
                  </a:lnTo>
                  <a:lnTo>
                    <a:pt x="1235" y="817"/>
                  </a:lnTo>
                  <a:lnTo>
                    <a:pt x="1215" y="875"/>
                  </a:lnTo>
                  <a:lnTo>
                    <a:pt x="1188" y="929"/>
                  </a:lnTo>
                  <a:lnTo>
                    <a:pt x="1156" y="981"/>
                  </a:lnTo>
                  <a:lnTo>
                    <a:pt x="1119" y="1030"/>
                  </a:lnTo>
                  <a:lnTo>
                    <a:pt x="1079" y="1074"/>
                  </a:lnTo>
                  <a:lnTo>
                    <a:pt x="1034" y="1115"/>
                  </a:lnTo>
                  <a:lnTo>
                    <a:pt x="986" y="1151"/>
                  </a:lnTo>
                  <a:lnTo>
                    <a:pt x="933" y="1183"/>
                  </a:lnTo>
                  <a:lnTo>
                    <a:pt x="878" y="1209"/>
                  </a:lnTo>
                  <a:lnTo>
                    <a:pt x="820" y="1231"/>
                  </a:lnTo>
                  <a:lnTo>
                    <a:pt x="760" y="1246"/>
                  </a:lnTo>
                  <a:lnTo>
                    <a:pt x="696" y="1255"/>
                  </a:lnTo>
                  <a:lnTo>
                    <a:pt x="632" y="1258"/>
                  </a:lnTo>
                  <a:lnTo>
                    <a:pt x="567" y="1255"/>
                  </a:lnTo>
                  <a:lnTo>
                    <a:pt x="504" y="1246"/>
                  </a:lnTo>
                  <a:lnTo>
                    <a:pt x="444" y="1231"/>
                  </a:lnTo>
                  <a:lnTo>
                    <a:pt x="386" y="1209"/>
                  </a:lnTo>
                  <a:lnTo>
                    <a:pt x="331" y="1183"/>
                  </a:lnTo>
                  <a:lnTo>
                    <a:pt x="278" y="1151"/>
                  </a:lnTo>
                  <a:lnTo>
                    <a:pt x="230" y="1115"/>
                  </a:lnTo>
                  <a:lnTo>
                    <a:pt x="185" y="1074"/>
                  </a:lnTo>
                  <a:lnTo>
                    <a:pt x="144" y="1030"/>
                  </a:lnTo>
                  <a:lnTo>
                    <a:pt x="108" y="981"/>
                  </a:lnTo>
                  <a:lnTo>
                    <a:pt x="76" y="929"/>
                  </a:lnTo>
                  <a:lnTo>
                    <a:pt x="49" y="875"/>
                  </a:lnTo>
                  <a:lnTo>
                    <a:pt x="29" y="817"/>
                  </a:lnTo>
                  <a:lnTo>
                    <a:pt x="12" y="756"/>
                  </a:lnTo>
                  <a:lnTo>
                    <a:pt x="3" y="694"/>
                  </a:lnTo>
                  <a:lnTo>
                    <a:pt x="0" y="630"/>
                  </a:lnTo>
                  <a:lnTo>
                    <a:pt x="3" y="565"/>
                  </a:lnTo>
                  <a:lnTo>
                    <a:pt x="12" y="503"/>
                  </a:lnTo>
                  <a:lnTo>
                    <a:pt x="29" y="442"/>
                  </a:lnTo>
                  <a:lnTo>
                    <a:pt x="49" y="384"/>
                  </a:lnTo>
                  <a:lnTo>
                    <a:pt x="76" y="329"/>
                  </a:lnTo>
                  <a:lnTo>
                    <a:pt x="108" y="278"/>
                  </a:lnTo>
                  <a:lnTo>
                    <a:pt x="144" y="229"/>
                  </a:lnTo>
                  <a:lnTo>
                    <a:pt x="185" y="185"/>
                  </a:lnTo>
                  <a:lnTo>
                    <a:pt x="230" y="144"/>
                  </a:lnTo>
                  <a:lnTo>
                    <a:pt x="278" y="107"/>
                  </a:lnTo>
                  <a:lnTo>
                    <a:pt x="331" y="76"/>
                  </a:lnTo>
                  <a:lnTo>
                    <a:pt x="386" y="50"/>
                  </a:lnTo>
                  <a:lnTo>
                    <a:pt x="444" y="28"/>
                  </a:lnTo>
                  <a:lnTo>
                    <a:pt x="504" y="13"/>
                  </a:lnTo>
                  <a:lnTo>
                    <a:pt x="567" y="4"/>
                  </a:lnTo>
                  <a:lnTo>
                    <a:pt x="6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D3DD90D-32DC-4839-94D8-4CA9E1DA54E0}"/>
              </a:ext>
            </a:extLst>
          </p:cNvPr>
          <p:cNvGrpSpPr/>
          <p:nvPr/>
        </p:nvGrpSpPr>
        <p:grpSpPr>
          <a:xfrm>
            <a:off x="1432039" y="1719143"/>
            <a:ext cx="296191" cy="310356"/>
            <a:chOff x="1338263" y="1265238"/>
            <a:chExt cx="36512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84" name="Freeform 138">
              <a:extLst>
                <a:ext uri="{FF2B5EF4-FFF2-40B4-BE49-F238E27FC236}">
                  <a16:creationId xmlns:a16="http://schemas.microsoft.com/office/drawing/2014/main" id="{95692803-D5C4-4CDB-9864-0D86E397F1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38263" y="1265238"/>
              <a:ext cx="365125" cy="333375"/>
            </a:xfrm>
            <a:custGeom>
              <a:avLst/>
              <a:gdLst>
                <a:gd name="T0" fmla="*/ 1369 w 3226"/>
                <a:gd name="T1" fmla="*/ 640 h 2939"/>
                <a:gd name="T2" fmla="*/ 1075 w 3226"/>
                <a:gd name="T3" fmla="*/ 757 h 2939"/>
                <a:gd name="T4" fmla="*/ 833 w 3226"/>
                <a:gd name="T5" fmla="*/ 952 h 2939"/>
                <a:gd name="T6" fmla="*/ 656 w 3226"/>
                <a:gd name="T7" fmla="*/ 1209 h 2939"/>
                <a:gd name="T8" fmla="*/ 560 w 3226"/>
                <a:gd name="T9" fmla="*/ 1513 h 2939"/>
                <a:gd name="T10" fmla="*/ 560 w 3226"/>
                <a:gd name="T11" fmla="*/ 1844 h 2939"/>
                <a:gd name="T12" fmla="*/ 656 w 3226"/>
                <a:gd name="T13" fmla="*/ 2148 h 2939"/>
                <a:gd name="T14" fmla="*/ 833 w 3226"/>
                <a:gd name="T15" fmla="*/ 2405 h 2939"/>
                <a:gd name="T16" fmla="*/ 1075 w 3226"/>
                <a:gd name="T17" fmla="*/ 2601 h 2939"/>
                <a:gd name="T18" fmla="*/ 1369 w 3226"/>
                <a:gd name="T19" fmla="*/ 2718 h 2939"/>
                <a:gd name="T20" fmla="*/ 1695 w 3226"/>
                <a:gd name="T21" fmla="*/ 2743 h 2939"/>
                <a:gd name="T22" fmla="*/ 2009 w 3226"/>
                <a:gd name="T23" fmla="*/ 2670 h 2939"/>
                <a:gd name="T24" fmla="*/ 2279 w 3226"/>
                <a:gd name="T25" fmla="*/ 2512 h 2939"/>
                <a:gd name="T26" fmla="*/ 2490 w 3226"/>
                <a:gd name="T27" fmla="*/ 2283 h 2939"/>
                <a:gd name="T28" fmla="*/ 2629 w 3226"/>
                <a:gd name="T29" fmla="*/ 2001 h 2939"/>
                <a:gd name="T30" fmla="*/ 2678 w 3226"/>
                <a:gd name="T31" fmla="*/ 1679 h 2939"/>
                <a:gd name="T32" fmla="*/ 2629 w 3226"/>
                <a:gd name="T33" fmla="*/ 1356 h 2939"/>
                <a:gd name="T34" fmla="*/ 2490 w 3226"/>
                <a:gd name="T35" fmla="*/ 1074 h 2939"/>
                <a:gd name="T36" fmla="*/ 2279 w 3226"/>
                <a:gd name="T37" fmla="*/ 846 h 2939"/>
                <a:gd name="T38" fmla="*/ 2009 w 3226"/>
                <a:gd name="T39" fmla="*/ 688 h 2939"/>
                <a:gd name="T40" fmla="*/ 1695 w 3226"/>
                <a:gd name="T41" fmla="*/ 614 h 2939"/>
                <a:gd name="T42" fmla="*/ 727 w 3226"/>
                <a:gd name="T43" fmla="*/ 8 h 2939"/>
                <a:gd name="T44" fmla="*/ 929 w 3226"/>
                <a:gd name="T45" fmla="*/ 78 h 2939"/>
                <a:gd name="T46" fmla="*/ 805 w 3226"/>
                <a:gd name="T47" fmla="*/ 711 h 2939"/>
                <a:gd name="T48" fmla="*/ 1096 w 3226"/>
                <a:gd name="T49" fmla="*/ 529 h 2939"/>
                <a:gd name="T50" fmla="*/ 1432 w 3226"/>
                <a:gd name="T51" fmla="*/ 431 h 2939"/>
                <a:gd name="T52" fmla="*/ 1794 w 3226"/>
                <a:gd name="T53" fmla="*/ 431 h 2939"/>
                <a:gd name="T54" fmla="*/ 2130 w 3226"/>
                <a:gd name="T55" fmla="*/ 529 h 2939"/>
                <a:gd name="T56" fmla="*/ 2420 w 3226"/>
                <a:gd name="T57" fmla="*/ 713 h 2939"/>
                <a:gd name="T58" fmla="*/ 2302 w 3226"/>
                <a:gd name="T59" fmla="*/ 75 h 2939"/>
                <a:gd name="T60" fmla="*/ 2517 w 3226"/>
                <a:gd name="T61" fmla="*/ 6 h 2939"/>
                <a:gd name="T62" fmla="*/ 2741 w 3226"/>
                <a:gd name="T63" fmla="*/ 16 h 2939"/>
                <a:gd name="T64" fmla="*/ 2950 w 3226"/>
                <a:gd name="T65" fmla="*/ 109 h 2939"/>
                <a:gd name="T66" fmla="*/ 3118 w 3226"/>
                <a:gd name="T67" fmla="*/ 277 h 2939"/>
                <a:gd name="T68" fmla="*/ 3209 w 3226"/>
                <a:gd name="T69" fmla="*/ 487 h 2939"/>
                <a:gd name="T70" fmla="*/ 3221 w 3226"/>
                <a:gd name="T71" fmla="*/ 710 h 2939"/>
                <a:gd name="T72" fmla="*/ 3152 w 3226"/>
                <a:gd name="T73" fmla="*/ 927 h 2939"/>
                <a:gd name="T74" fmla="*/ 2520 w 3226"/>
                <a:gd name="T75" fmla="*/ 805 h 2939"/>
                <a:gd name="T76" fmla="*/ 2722 w 3226"/>
                <a:gd name="T77" fmla="*/ 1082 h 2939"/>
                <a:gd name="T78" fmla="*/ 2843 w 3226"/>
                <a:gd name="T79" fmla="*/ 1410 h 2939"/>
                <a:gd name="T80" fmla="*/ 2868 w 3226"/>
                <a:gd name="T81" fmla="*/ 1769 h 2939"/>
                <a:gd name="T82" fmla="*/ 2796 w 3226"/>
                <a:gd name="T83" fmla="*/ 2110 h 2939"/>
                <a:gd name="T84" fmla="*/ 2639 w 3226"/>
                <a:gd name="T85" fmla="*/ 2410 h 2939"/>
                <a:gd name="T86" fmla="*/ 2409 w 3226"/>
                <a:gd name="T87" fmla="*/ 2655 h 2939"/>
                <a:gd name="T88" fmla="*/ 2123 w 3226"/>
                <a:gd name="T89" fmla="*/ 2832 h 2939"/>
                <a:gd name="T90" fmla="*/ 1792 w 3226"/>
                <a:gd name="T91" fmla="*/ 2927 h 2939"/>
                <a:gd name="T92" fmla="*/ 1435 w 3226"/>
                <a:gd name="T93" fmla="*/ 2927 h 2939"/>
                <a:gd name="T94" fmla="*/ 1104 w 3226"/>
                <a:gd name="T95" fmla="*/ 2832 h 2939"/>
                <a:gd name="T96" fmla="*/ 817 w 3226"/>
                <a:gd name="T97" fmla="*/ 2655 h 2939"/>
                <a:gd name="T98" fmla="*/ 588 w 3226"/>
                <a:gd name="T99" fmla="*/ 2410 h 2939"/>
                <a:gd name="T100" fmla="*/ 431 w 3226"/>
                <a:gd name="T101" fmla="*/ 2110 h 2939"/>
                <a:gd name="T102" fmla="*/ 359 w 3226"/>
                <a:gd name="T103" fmla="*/ 1769 h 2939"/>
                <a:gd name="T104" fmla="*/ 384 w 3226"/>
                <a:gd name="T105" fmla="*/ 1410 h 2939"/>
                <a:gd name="T106" fmla="*/ 505 w 3226"/>
                <a:gd name="T107" fmla="*/ 1082 h 2939"/>
                <a:gd name="T108" fmla="*/ 707 w 3226"/>
                <a:gd name="T109" fmla="*/ 805 h 2939"/>
                <a:gd name="T110" fmla="*/ 74 w 3226"/>
                <a:gd name="T111" fmla="*/ 926 h 2939"/>
                <a:gd name="T112" fmla="*/ 4 w 3226"/>
                <a:gd name="T113" fmla="*/ 709 h 2939"/>
                <a:gd name="T114" fmla="*/ 15 w 3226"/>
                <a:gd name="T115" fmla="*/ 485 h 2939"/>
                <a:gd name="T116" fmla="*/ 108 w 3226"/>
                <a:gd name="T117" fmla="*/ 276 h 2939"/>
                <a:gd name="T118" fmla="*/ 269 w 3226"/>
                <a:gd name="T119" fmla="*/ 112 h 2939"/>
                <a:gd name="T120" fmla="*/ 464 w 3226"/>
                <a:gd name="T121" fmla="*/ 22 h 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26" h="2939">
                  <a:moveTo>
                    <a:pt x="1612" y="611"/>
                  </a:moveTo>
                  <a:lnTo>
                    <a:pt x="1529" y="614"/>
                  </a:lnTo>
                  <a:lnTo>
                    <a:pt x="1447" y="624"/>
                  </a:lnTo>
                  <a:lnTo>
                    <a:pt x="1369" y="640"/>
                  </a:lnTo>
                  <a:lnTo>
                    <a:pt x="1291" y="660"/>
                  </a:lnTo>
                  <a:lnTo>
                    <a:pt x="1216" y="688"/>
                  </a:lnTo>
                  <a:lnTo>
                    <a:pt x="1144" y="720"/>
                  </a:lnTo>
                  <a:lnTo>
                    <a:pt x="1075" y="757"/>
                  </a:lnTo>
                  <a:lnTo>
                    <a:pt x="1009" y="799"/>
                  </a:lnTo>
                  <a:lnTo>
                    <a:pt x="947" y="846"/>
                  </a:lnTo>
                  <a:lnTo>
                    <a:pt x="887" y="896"/>
                  </a:lnTo>
                  <a:lnTo>
                    <a:pt x="833" y="952"/>
                  </a:lnTo>
                  <a:lnTo>
                    <a:pt x="782" y="1011"/>
                  </a:lnTo>
                  <a:lnTo>
                    <a:pt x="734" y="1074"/>
                  </a:lnTo>
                  <a:lnTo>
                    <a:pt x="692" y="1140"/>
                  </a:lnTo>
                  <a:lnTo>
                    <a:pt x="656" y="1209"/>
                  </a:lnTo>
                  <a:lnTo>
                    <a:pt x="624" y="1281"/>
                  </a:lnTo>
                  <a:lnTo>
                    <a:pt x="597" y="1356"/>
                  </a:lnTo>
                  <a:lnTo>
                    <a:pt x="576" y="1434"/>
                  </a:lnTo>
                  <a:lnTo>
                    <a:pt x="560" y="1513"/>
                  </a:lnTo>
                  <a:lnTo>
                    <a:pt x="550" y="1595"/>
                  </a:lnTo>
                  <a:lnTo>
                    <a:pt x="547" y="1679"/>
                  </a:lnTo>
                  <a:lnTo>
                    <a:pt x="550" y="1762"/>
                  </a:lnTo>
                  <a:lnTo>
                    <a:pt x="560" y="1844"/>
                  </a:lnTo>
                  <a:lnTo>
                    <a:pt x="576" y="1924"/>
                  </a:lnTo>
                  <a:lnTo>
                    <a:pt x="597" y="2001"/>
                  </a:lnTo>
                  <a:lnTo>
                    <a:pt x="624" y="2076"/>
                  </a:lnTo>
                  <a:lnTo>
                    <a:pt x="656" y="2148"/>
                  </a:lnTo>
                  <a:lnTo>
                    <a:pt x="692" y="2218"/>
                  </a:lnTo>
                  <a:lnTo>
                    <a:pt x="734" y="2283"/>
                  </a:lnTo>
                  <a:lnTo>
                    <a:pt x="782" y="2346"/>
                  </a:lnTo>
                  <a:lnTo>
                    <a:pt x="833" y="2405"/>
                  </a:lnTo>
                  <a:lnTo>
                    <a:pt x="887" y="2461"/>
                  </a:lnTo>
                  <a:lnTo>
                    <a:pt x="947" y="2512"/>
                  </a:lnTo>
                  <a:lnTo>
                    <a:pt x="1009" y="2558"/>
                  </a:lnTo>
                  <a:lnTo>
                    <a:pt x="1075" y="2601"/>
                  </a:lnTo>
                  <a:lnTo>
                    <a:pt x="1144" y="2638"/>
                  </a:lnTo>
                  <a:lnTo>
                    <a:pt x="1216" y="2670"/>
                  </a:lnTo>
                  <a:lnTo>
                    <a:pt x="1291" y="2697"/>
                  </a:lnTo>
                  <a:lnTo>
                    <a:pt x="1369" y="2718"/>
                  </a:lnTo>
                  <a:lnTo>
                    <a:pt x="1447" y="2734"/>
                  </a:lnTo>
                  <a:lnTo>
                    <a:pt x="1529" y="2743"/>
                  </a:lnTo>
                  <a:lnTo>
                    <a:pt x="1612" y="2746"/>
                  </a:lnTo>
                  <a:lnTo>
                    <a:pt x="1695" y="2743"/>
                  </a:lnTo>
                  <a:lnTo>
                    <a:pt x="1777" y="2734"/>
                  </a:lnTo>
                  <a:lnTo>
                    <a:pt x="1857" y="2718"/>
                  </a:lnTo>
                  <a:lnTo>
                    <a:pt x="1934" y="2697"/>
                  </a:lnTo>
                  <a:lnTo>
                    <a:pt x="2009" y="2670"/>
                  </a:lnTo>
                  <a:lnTo>
                    <a:pt x="2082" y="2638"/>
                  </a:lnTo>
                  <a:lnTo>
                    <a:pt x="2150" y="2601"/>
                  </a:lnTo>
                  <a:lnTo>
                    <a:pt x="2217" y="2558"/>
                  </a:lnTo>
                  <a:lnTo>
                    <a:pt x="2279" y="2512"/>
                  </a:lnTo>
                  <a:lnTo>
                    <a:pt x="2338" y="2461"/>
                  </a:lnTo>
                  <a:lnTo>
                    <a:pt x="2393" y="2405"/>
                  </a:lnTo>
                  <a:lnTo>
                    <a:pt x="2444" y="2346"/>
                  </a:lnTo>
                  <a:lnTo>
                    <a:pt x="2490" y="2283"/>
                  </a:lnTo>
                  <a:lnTo>
                    <a:pt x="2532" y="2218"/>
                  </a:lnTo>
                  <a:lnTo>
                    <a:pt x="2569" y="2148"/>
                  </a:lnTo>
                  <a:lnTo>
                    <a:pt x="2602" y="2076"/>
                  </a:lnTo>
                  <a:lnTo>
                    <a:pt x="2629" y="2001"/>
                  </a:lnTo>
                  <a:lnTo>
                    <a:pt x="2650" y="1924"/>
                  </a:lnTo>
                  <a:lnTo>
                    <a:pt x="2665" y="1844"/>
                  </a:lnTo>
                  <a:lnTo>
                    <a:pt x="2675" y="1762"/>
                  </a:lnTo>
                  <a:lnTo>
                    <a:pt x="2678" y="1679"/>
                  </a:lnTo>
                  <a:lnTo>
                    <a:pt x="2675" y="1595"/>
                  </a:lnTo>
                  <a:lnTo>
                    <a:pt x="2665" y="1513"/>
                  </a:lnTo>
                  <a:lnTo>
                    <a:pt x="2650" y="1434"/>
                  </a:lnTo>
                  <a:lnTo>
                    <a:pt x="2629" y="1356"/>
                  </a:lnTo>
                  <a:lnTo>
                    <a:pt x="2602" y="1281"/>
                  </a:lnTo>
                  <a:lnTo>
                    <a:pt x="2569" y="1209"/>
                  </a:lnTo>
                  <a:lnTo>
                    <a:pt x="2532" y="1140"/>
                  </a:lnTo>
                  <a:lnTo>
                    <a:pt x="2490" y="1074"/>
                  </a:lnTo>
                  <a:lnTo>
                    <a:pt x="2444" y="1011"/>
                  </a:lnTo>
                  <a:lnTo>
                    <a:pt x="2393" y="952"/>
                  </a:lnTo>
                  <a:lnTo>
                    <a:pt x="2338" y="896"/>
                  </a:lnTo>
                  <a:lnTo>
                    <a:pt x="2279" y="846"/>
                  </a:lnTo>
                  <a:lnTo>
                    <a:pt x="2217" y="799"/>
                  </a:lnTo>
                  <a:lnTo>
                    <a:pt x="2150" y="757"/>
                  </a:lnTo>
                  <a:lnTo>
                    <a:pt x="2082" y="720"/>
                  </a:lnTo>
                  <a:lnTo>
                    <a:pt x="2009" y="688"/>
                  </a:lnTo>
                  <a:lnTo>
                    <a:pt x="1934" y="660"/>
                  </a:lnTo>
                  <a:lnTo>
                    <a:pt x="1857" y="640"/>
                  </a:lnTo>
                  <a:lnTo>
                    <a:pt x="1777" y="624"/>
                  </a:lnTo>
                  <a:lnTo>
                    <a:pt x="1695" y="614"/>
                  </a:lnTo>
                  <a:lnTo>
                    <a:pt x="1612" y="611"/>
                  </a:lnTo>
                  <a:close/>
                  <a:moveTo>
                    <a:pt x="622" y="0"/>
                  </a:moveTo>
                  <a:lnTo>
                    <a:pt x="675" y="2"/>
                  </a:lnTo>
                  <a:lnTo>
                    <a:pt x="727" y="8"/>
                  </a:lnTo>
                  <a:lnTo>
                    <a:pt x="780" y="18"/>
                  </a:lnTo>
                  <a:lnTo>
                    <a:pt x="831" y="34"/>
                  </a:lnTo>
                  <a:lnTo>
                    <a:pt x="881" y="53"/>
                  </a:lnTo>
                  <a:lnTo>
                    <a:pt x="929" y="78"/>
                  </a:lnTo>
                  <a:lnTo>
                    <a:pt x="976" y="106"/>
                  </a:lnTo>
                  <a:lnTo>
                    <a:pt x="1021" y="139"/>
                  </a:lnTo>
                  <a:lnTo>
                    <a:pt x="627" y="533"/>
                  </a:lnTo>
                  <a:lnTo>
                    <a:pt x="805" y="711"/>
                  </a:lnTo>
                  <a:lnTo>
                    <a:pt x="873" y="659"/>
                  </a:lnTo>
                  <a:lnTo>
                    <a:pt x="943" y="611"/>
                  </a:lnTo>
                  <a:lnTo>
                    <a:pt x="1018" y="568"/>
                  </a:lnTo>
                  <a:lnTo>
                    <a:pt x="1096" y="529"/>
                  </a:lnTo>
                  <a:lnTo>
                    <a:pt x="1176" y="496"/>
                  </a:lnTo>
                  <a:lnTo>
                    <a:pt x="1259" y="468"/>
                  </a:lnTo>
                  <a:lnTo>
                    <a:pt x="1344" y="447"/>
                  </a:lnTo>
                  <a:lnTo>
                    <a:pt x="1432" y="431"/>
                  </a:lnTo>
                  <a:lnTo>
                    <a:pt x="1521" y="421"/>
                  </a:lnTo>
                  <a:lnTo>
                    <a:pt x="1612" y="418"/>
                  </a:lnTo>
                  <a:lnTo>
                    <a:pt x="1704" y="421"/>
                  </a:lnTo>
                  <a:lnTo>
                    <a:pt x="1794" y="431"/>
                  </a:lnTo>
                  <a:lnTo>
                    <a:pt x="1881" y="447"/>
                  </a:lnTo>
                  <a:lnTo>
                    <a:pt x="1966" y="468"/>
                  </a:lnTo>
                  <a:lnTo>
                    <a:pt x="2049" y="496"/>
                  </a:lnTo>
                  <a:lnTo>
                    <a:pt x="2130" y="529"/>
                  </a:lnTo>
                  <a:lnTo>
                    <a:pt x="2207" y="568"/>
                  </a:lnTo>
                  <a:lnTo>
                    <a:pt x="2281" y="611"/>
                  </a:lnTo>
                  <a:lnTo>
                    <a:pt x="2352" y="659"/>
                  </a:lnTo>
                  <a:lnTo>
                    <a:pt x="2420" y="713"/>
                  </a:lnTo>
                  <a:lnTo>
                    <a:pt x="2598" y="534"/>
                  </a:lnTo>
                  <a:lnTo>
                    <a:pt x="2204" y="140"/>
                  </a:lnTo>
                  <a:lnTo>
                    <a:pt x="2252" y="105"/>
                  </a:lnTo>
                  <a:lnTo>
                    <a:pt x="2302" y="75"/>
                  </a:lnTo>
                  <a:lnTo>
                    <a:pt x="2353" y="50"/>
                  </a:lnTo>
                  <a:lnTo>
                    <a:pt x="2407" y="30"/>
                  </a:lnTo>
                  <a:lnTo>
                    <a:pt x="2462" y="15"/>
                  </a:lnTo>
                  <a:lnTo>
                    <a:pt x="2517" y="6"/>
                  </a:lnTo>
                  <a:lnTo>
                    <a:pt x="2573" y="1"/>
                  </a:lnTo>
                  <a:lnTo>
                    <a:pt x="2630" y="1"/>
                  </a:lnTo>
                  <a:lnTo>
                    <a:pt x="2685" y="6"/>
                  </a:lnTo>
                  <a:lnTo>
                    <a:pt x="2741" y="16"/>
                  </a:lnTo>
                  <a:lnTo>
                    <a:pt x="2796" y="32"/>
                  </a:lnTo>
                  <a:lnTo>
                    <a:pt x="2849" y="52"/>
                  </a:lnTo>
                  <a:lnTo>
                    <a:pt x="2900" y="78"/>
                  </a:lnTo>
                  <a:lnTo>
                    <a:pt x="2950" y="109"/>
                  </a:lnTo>
                  <a:lnTo>
                    <a:pt x="2997" y="144"/>
                  </a:lnTo>
                  <a:lnTo>
                    <a:pt x="3041" y="185"/>
                  </a:lnTo>
                  <a:lnTo>
                    <a:pt x="3082" y="230"/>
                  </a:lnTo>
                  <a:lnTo>
                    <a:pt x="3118" y="277"/>
                  </a:lnTo>
                  <a:lnTo>
                    <a:pt x="3148" y="326"/>
                  </a:lnTo>
                  <a:lnTo>
                    <a:pt x="3174" y="379"/>
                  </a:lnTo>
                  <a:lnTo>
                    <a:pt x="3194" y="432"/>
                  </a:lnTo>
                  <a:lnTo>
                    <a:pt x="3209" y="487"/>
                  </a:lnTo>
                  <a:lnTo>
                    <a:pt x="3220" y="542"/>
                  </a:lnTo>
                  <a:lnTo>
                    <a:pt x="3225" y="599"/>
                  </a:lnTo>
                  <a:lnTo>
                    <a:pt x="3226" y="655"/>
                  </a:lnTo>
                  <a:lnTo>
                    <a:pt x="3221" y="710"/>
                  </a:lnTo>
                  <a:lnTo>
                    <a:pt x="3210" y="767"/>
                  </a:lnTo>
                  <a:lnTo>
                    <a:pt x="3196" y="821"/>
                  </a:lnTo>
                  <a:lnTo>
                    <a:pt x="3177" y="875"/>
                  </a:lnTo>
                  <a:lnTo>
                    <a:pt x="3152" y="927"/>
                  </a:lnTo>
                  <a:lnTo>
                    <a:pt x="3122" y="976"/>
                  </a:lnTo>
                  <a:lnTo>
                    <a:pt x="3088" y="1025"/>
                  </a:lnTo>
                  <a:lnTo>
                    <a:pt x="2695" y="629"/>
                  </a:lnTo>
                  <a:lnTo>
                    <a:pt x="2520" y="805"/>
                  </a:lnTo>
                  <a:lnTo>
                    <a:pt x="2577" y="869"/>
                  </a:lnTo>
                  <a:lnTo>
                    <a:pt x="2631" y="936"/>
                  </a:lnTo>
                  <a:lnTo>
                    <a:pt x="2679" y="1007"/>
                  </a:lnTo>
                  <a:lnTo>
                    <a:pt x="2722" y="1082"/>
                  </a:lnTo>
                  <a:lnTo>
                    <a:pt x="2760" y="1160"/>
                  </a:lnTo>
                  <a:lnTo>
                    <a:pt x="2794" y="1240"/>
                  </a:lnTo>
                  <a:lnTo>
                    <a:pt x="2820" y="1323"/>
                  </a:lnTo>
                  <a:lnTo>
                    <a:pt x="2843" y="1410"/>
                  </a:lnTo>
                  <a:lnTo>
                    <a:pt x="2858" y="1497"/>
                  </a:lnTo>
                  <a:lnTo>
                    <a:pt x="2868" y="1587"/>
                  </a:lnTo>
                  <a:lnTo>
                    <a:pt x="2871" y="1679"/>
                  </a:lnTo>
                  <a:lnTo>
                    <a:pt x="2868" y="1769"/>
                  </a:lnTo>
                  <a:lnTo>
                    <a:pt x="2859" y="1857"/>
                  </a:lnTo>
                  <a:lnTo>
                    <a:pt x="2844" y="1943"/>
                  </a:lnTo>
                  <a:lnTo>
                    <a:pt x="2822" y="2028"/>
                  </a:lnTo>
                  <a:lnTo>
                    <a:pt x="2796" y="2110"/>
                  </a:lnTo>
                  <a:lnTo>
                    <a:pt x="2764" y="2189"/>
                  </a:lnTo>
                  <a:lnTo>
                    <a:pt x="2727" y="2266"/>
                  </a:lnTo>
                  <a:lnTo>
                    <a:pt x="2685" y="2340"/>
                  </a:lnTo>
                  <a:lnTo>
                    <a:pt x="2639" y="2410"/>
                  </a:lnTo>
                  <a:lnTo>
                    <a:pt x="2588" y="2476"/>
                  </a:lnTo>
                  <a:lnTo>
                    <a:pt x="2532" y="2540"/>
                  </a:lnTo>
                  <a:lnTo>
                    <a:pt x="2473" y="2600"/>
                  </a:lnTo>
                  <a:lnTo>
                    <a:pt x="2409" y="2655"/>
                  </a:lnTo>
                  <a:lnTo>
                    <a:pt x="2343" y="2706"/>
                  </a:lnTo>
                  <a:lnTo>
                    <a:pt x="2272" y="2752"/>
                  </a:lnTo>
                  <a:lnTo>
                    <a:pt x="2199" y="2795"/>
                  </a:lnTo>
                  <a:lnTo>
                    <a:pt x="2123" y="2832"/>
                  </a:lnTo>
                  <a:lnTo>
                    <a:pt x="2044" y="2863"/>
                  </a:lnTo>
                  <a:lnTo>
                    <a:pt x="1962" y="2890"/>
                  </a:lnTo>
                  <a:lnTo>
                    <a:pt x="1878" y="2912"/>
                  </a:lnTo>
                  <a:lnTo>
                    <a:pt x="1792" y="2927"/>
                  </a:lnTo>
                  <a:lnTo>
                    <a:pt x="1704" y="2936"/>
                  </a:lnTo>
                  <a:lnTo>
                    <a:pt x="1613" y="2939"/>
                  </a:lnTo>
                  <a:lnTo>
                    <a:pt x="1523" y="2936"/>
                  </a:lnTo>
                  <a:lnTo>
                    <a:pt x="1435" y="2927"/>
                  </a:lnTo>
                  <a:lnTo>
                    <a:pt x="1349" y="2912"/>
                  </a:lnTo>
                  <a:lnTo>
                    <a:pt x="1265" y="2890"/>
                  </a:lnTo>
                  <a:lnTo>
                    <a:pt x="1183" y="2863"/>
                  </a:lnTo>
                  <a:lnTo>
                    <a:pt x="1104" y="2832"/>
                  </a:lnTo>
                  <a:lnTo>
                    <a:pt x="1027" y="2795"/>
                  </a:lnTo>
                  <a:lnTo>
                    <a:pt x="954" y="2752"/>
                  </a:lnTo>
                  <a:lnTo>
                    <a:pt x="884" y="2706"/>
                  </a:lnTo>
                  <a:lnTo>
                    <a:pt x="817" y="2655"/>
                  </a:lnTo>
                  <a:lnTo>
                    <a:pt x="754" y="2600"/>
                  </a:lnTo>
                  <a:lnTo>
                    <a:pt x="695" y="2540"/>
                  </a:lnTo>
                  <a:lnTo>
                    <a:pt x="639" y="2476"/>
                  </a:lnTo>
                  <a:lnTo>
                    <a:pt x="588" y="2410"/>
                  </a:lnTo>
                  <a:lnTo>
                    <a:pt x="542" y="2339"/>
                  </a:lnTo>
                  <a:lnTo>
                    <a:pt x="500" y="2266"/>
                  </a:lnTo>
                  <a:lnTo>
                    <a:pt x="463" y="2189"/>
                  </a:lnTo>
                  <a:lnTo>
                    <a:pt x="431" y="2110"/>
                  </a:lnTo>
                  <a:lnTo>
                    <a:pt x="405" y="2028"/>
                  </a:lnTo>
                  <a:lnTo>
                    <a:pt x="383" y="1943"/>
                  </a:lnTo>
                  <a:lnTo>
                    <a:pt x="368" y="1857"/>
                  </a:lnTo>
                  <a:lnTo>
                    <a:pt x="359" y="1769"/>
                  </a:lnTo>
                  <a:lnTo>
                    <a:pt x="355" y="1679"/>
                  </a:lnTo>
                  <a:lnTo>
                    <a:pt x="359" y="1587"/>
                  </a:lnTo>
                  <a:lnTo>
                    <a:pt x="369" y="1497"/>
                  </a:lnTo>
                  <a:lnTo>
                    <a:pt x="384" y="1410"/>
                  </a:lnTo>
                  <a:lnTo>
                    <a:pt x="406" y="1323"/>
                  </a:lnTo>
                  <a:lnTo>
                    <a:pt x="433" y="1240"/>
                  </a:lnTo>
                  <a:lnTo>
                    <a:pt x="466" y="1160"/>
                  </a:lnTo>
                  <a:lnTo>
                    <a:pt x="505" y="1082"/>
                  </a:lnTo>
                  <a:lnTo>
                    <a:pt x="548" y="1007"/>
                  </a:lnTo>
                  <a:lnTo>
                    <a:pt x="596" y="936"/>
                  </a:lnTo>
                  <a:lnTo>
                    <a:pt x="649" y="869"/>
                  </a:lnTo>
                  <a:lnTo>
                    <a:pt x="707" y="805"/>
                  </a:lnTo>
                  <a:lnTo>
                    <a:pt x="532" y="629"/>
                  </a:lnTo>
                  <a:lnTo>
                    <a:pt x="138" y="1025"/>
                  </a:lnTo>
                  <a:lnTo>
                    <a:pt x="103" y="976"/>
                  </a:lnTo>
                  <a:lnTo>
                    <a:pt x="74" y="926"/>
                  </a:lnTo>
                  <a:lnTo>
                    <a:pt x="49" y="874"/>
                  </a:lnTo>
                  <a:lnTo>
                    <a:pt x="29" y="820"/>
                  </a:lnTo>
                  <a:lnTo>
                    <a:pt x="14" y="765"/>
                  </a:lnTo>
                  <a:lnTo>
                    <a:pt x="4" y="709"/>
                  </a:lnTo>
                  <a:lnTo>
                    <a:pt x="0" y="653"/>
                  </a:lnTo>
                  <a:lnTo>
                    <a:pt x="0" y="596"/>
                  </a:lnTo>
                  <a:lnTo>
                    <a:pt x="5" y="541"/>
                  </a:lnTo>
                  <a:lnTo>
                    <a:pt x="15" y="485"/>
                  </a:lnTo>
                  <a:lnTo>
                    <a:pt x="31" y="430"/>
                  </a:lnTo>
                  <a:lnTo>
                    <a:pt x="51" y="377"/>
                  </a:lnTo>
                  <a:lnTo>
                    <a:pt x="77" y="325"/>
                  </a:lnTo>
                  <a:lnTo>
                    <a:pt x="108" y="276"/>
                  </a:lnTo>
                  <a:lnTo>
                    <a:pt x="142" y="229"/>
                  </a:lnTo>
                  <a:lnTo>
                    <a:pt x="183" y="185"/>
                  </a:lnTo>
                  <a:lnTo>
                    <a:pt x="225" y="147"/>
                  </a:lnTo>
                  <a:lnTo>
                    <a:pt x="269" y="112"/>
                  </a:lnTo>
                  <a:lnTo>
                    <a:pt x="316" y="83"/>
                  </a:lnTo>
                  <a:lnTo>
                    <a:pt x="364" y="57"/>
                  </a:lnTo>
                  <a:lnTo>
                    <a:pt x="413" y="37"/>
                  </a:lnTo>
                  <a:lnTo>
                    <a:pt x="464" y="22"/>
                  </a:lnTo>
                  <a:lnTo>
                    <a:pt x="516" y="10"/>
                  </a:lnTo>
                  <a:lnTo>
                    <a:pt x="569" y="3"/>
                  </a:lnTo>
                  <a:lnTo>
                    <a:pt x="6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5" name="Freeform 139">
              <a:extLst>
                <a:ext uri="{FF2B5EF4-FFF2-40B4-BE49-F238E27FC236}">
                  <a16:creationId xmlns:a16="http://schemas.microsoft.com/office/drawing/2014/main" id="{9DD9936A-7EDA-484D-A2A0-53AE2AC3C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38" y="1589088"/>
              <a:ext cx="60325" cy="58738"/>
            </a:xfrm>
            <a:custGeom>
              <a:avLst/>
              <a:gdLst>
                <a:gd name="T0" fmla="*/ 326 w 532"/>
                <a:gd name="T1" fmla="*/ 0 h 529"/>
                <a:gd name="T2" fmla="*/ 532 w 532"/>
                <a:gd name="T3" fmla="*/ 529 h 529"/>
                <a:gd name="T4" fmla="*/ 144 w 532"/>
                <a:gd name="T5" fmla="*/ 529 h 529"/>
                <a:gd name="T6" fmla="*/ 0 w 532"/>
                <a:gd name="T7" fmla="*/ 155 h 529"/>
                <a:gd name="T8" fmla="*/ 67 w 532"/>
                <a:gd name="T9" fmla="*/ 131 h 529"/>
                <a:gd name="T10" fmla="*/ 135 w 532"/>
                <a:gd name="T11" fmla="*/ 104 h 529"/>
                <a:gd name="T12" fmla="*/ 200 w 532"/>
                <a:gd name="T13" fmla="*/ 73 h 529"/>
                <a:gd name="T14" fmla="*/ 264 w 532"/>
                <a:gd name="T15" fmla="*/ 38 h 529"/>
                <a:gd name="T16" fmla="*/ 326 w 532"/>
                <a:gd name="T17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2" h="529">
                  <a:moveTo>
                    <a:pt x="326" y="0"/>
                  </a:moveTo>
                  <a:lnTo>
                    <a:pt x="532" y="529"/>
                  </a:lnTo>
                  <a:lnTo>
                    <a:pt x="144" y="529"/>
                  </a:lnTo>
                  <a:lnTo>
                    <a:pt x="0" y="155"/>
                  </a:lnTo>
                  <a:lnTo>
                    <a:pt x="67" y="131"/>
                  </a:lnTo>
                  <a:lnTo>
                    <a:pt x="135" y="104"/>
                  </a:lnTo>
                  <a:lnTo>
                    <a:pt x="200" y="73"/>
                  </a:lnTo>
                  <a:lnTo>
                    <a:pt x="264" y="38"/>
                  </a:lnTo>
                  <a:lnTo>
                    <a:pt x="3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6" name="Freeform 140">
              <a:extLst>
                <a:ext uri="{FF2B5EF4-FFF2-40B4-BE49-F238E27FC236}">
                  <a16:creationId xmlns:a16="http://schemas.microsoft.com/office/drawing/2014/main" id="{4CF59E72-5756-4E5D-9EAB-3A385917E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88" y="1589088"/>
              <a:ext cx="60325" cy="58738"/>
            </a:xfrm>
            <a:custGeom>
              <a:avLst/>
              <a:gdLst>
                <a:gd name="T0" fmla="*/ 206 w 533"/>
                <a:gd name="T1" fmla="*/ 0 h 530"/>
                <a:gd name="T2" fmla="*/ 284 w 533"/>
                <a:gd name="T3" fmla="*/ 47 h 530"/>
                <a:gd name="T4" fmla="*/ 364 w 533"/>
                <a:gd name="T5" fmla="*/ 88 h 530"/>
                <a:gd name="T6" fmla="*/ 448 w 533"/>
                <a:gd name="T7" fmla="*/ 125 h 530"/>
                <a:gd name="T8" fmla="*/ 533 w 533"/>
                <a:gd name="T9" fmla="*/ 156 h 530"/>
                <a:gd name="T10" fmla="*/ 389 w 533"/>
                <a:gd name="T11" fmla="*/ 530 h 530"/>
                <a:gd name="T12" fmla="*/ 0 w 533"/>
                <a:gd name="T13" fmla="*/ 530 h 530"/>
                <a:gd name="T14" fmla="*/ 206 w 533"/>
                <a:gd name="T15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3" h="530">
                  <a:moveTo>
                    <a:pt x="206" y="0"/>
                  </a:moveTo>
                  <a:lnTo>
                    <a:pt x="284" y="47"/>
                  </a:lnTo>
                  <a:lnTo>
                    <a:pt x="364" y="88"/>
                  </a:lnTo>
                  <a:lnTo>
                    <a:pt x="448" y="125"/>
                  </a:lnTo>
                  <a:lnTo>
                    <a:pt x="533" y="156"/>
                  </a:lnTo>
                  <a:lnTo>
                    <a:pt x="389" y="530"/>
                  </a:lnTo>
                  <a:lnTo>
                    <a:pt x="0" y="530"/>
                  </a:lnTo>
                  <a:lnTo>
                    <a:pt x="2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87" name="Freeform 141">
              <a:extLst>
                <a:ext uri="{FF2B5EF4-FFF2-40B4-BE49-F238E27FC236}">
                  <a16:creationId xmlns:a16="http://schemas.microsoft.com/office/drawing/2014/main" id="{B2E59052-46AC-442E-A83E-7DBA107495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16050" y="1350963"/>
              <a:ext cx="209550" cy="211138"/>
            </a:xfrm>
            <a:custGeom>
              <a:avLst/>
              <a:gdLst>
                <a:gd name="T0" fmla="*/ 864 w 1856"/>
                <a:gd name="T1" fmla="*/ 1608 h 1862"/>
                <a:gd name="T2" fmla="*/ 895 w 1856"/>
                <a:gd name="T3" fmla="*/ 1761 h 1862"/>
                <a:gd name="T4" fmla="*/ 987 w 1856"/>
                <a:gd name="T5" fmla="*/ 1738 h 1862"/>
                <a:gd name="T6" fmla="*/ 976 w 1856"/>
                <a:gd name="T7" fmla="*/ 1578 h 1862"/>
                <a:gd name="T8" fmla="*/ 1386 w 1856"/>
                <a:gd name="T9" fmla="*/ 1364 h 1862"/>
                <a:gd name="T10" fmla="*/ 1362 w 1856"/>
                <a:gd name="T11" fmla="*/ 1455 h 1862"/>
                <a:gd name="T12" fmla="*/ 1492 w 1856"/>
                <a:gd name="T13" fmla="*/ 1543 h 1862"/>
                <a:gd name="T14" fmla="*/ 1540 w 1856"/>
                <a:gd name="T15" fmla="*/ 1460 h 1862"/>
                <a:gd name="T16" fmla="*/ 1420 w 1856"/>
                <a:gd name="T17" fmla="*/ 1356 h 1862"/>
                <a:gd name="T18" fmla="*/ 325 w 1856"/>
                <a:gd name="T19" fmla="*/ 1444 h 1862"/>
                <a:gd name="T20" fmla="*/ 350 w 1856"/>
                <a:gd name="T21" fmla="*/ 1535 h 1862"/>
                <a:gd name="T22" fmla="*/ 485 w 1856"/>
                <a:gd name="T23" fmla="*/ 1470 h 1862"/>
                <a:gd name="T24" fmla="*/ 485 w 1856"/>
                <a:gd name="T25" fmla="*/ 1375 h 1862"/>
                <a:gd name="T26" fmla="*/ 1589 w 1856"/>
                <a:gd name="T27" fmla="*/ 872 h 1862"/>
                <a:gd name="T28" fmla="*/ 1566 w 1856"/>
                <a:gd name="T29" fmla="*/ 964 h 1862"/>
                <a:gd name="T30" fmla="*/ 1718 w 1856"/>
                <a:gd name="T31" fmla="*/ 994 h 1862"/>
                <a:gd name="T32" fmla="*/ 1765 w 1856"/>
                <a:gd name="T33" fmla="*/ 912 h 1862"/>
                <a:gd name="T34" fmla="*/ 1623 w 1856"/>
                <a:gd name="T35" fmla="*/ 863 h 1862"/>
                <a:gd name="T36" fmla="*/ 92 w 1856"/>
                <a:gd name="T37" fmla="*/ 912 h 1862"/>
                <a:gd name="T38" fmla="*/ 139 w 1856"/>
                <a:gd name="T39" fmla="*/ 994 h 1862"/>
                <a:gd name="T40" fmla="*/ 292 w 1856"/>
                <a:gd name="T41" fmla="*/ 964 h 1862"/>
                <a:gd name="T42" fmla="*/ 268 w 1856"/>
                <a:gd name="T43" fmla="*/ 872 h 1862"/>
                <a:gd name="T44" fmla="*/ 895 w 1856"/>
                <a:gd name="T45" fmla="*/ 437 h 1862"/>
                <a:gd name="T46" fmla="*/ 864 w 1856"/>
                <a:gd name="T47" fmla="*/ 946 h 1862"/>
                <a:gd name="T48" fmla="*/ 928 w 1856"/>
                <a:gd name="T49" fmla="*/ 998 h 1862"/>
                <a:gd name="T50" fmla="*/ 1376 w 1856"/>
                <a:gd name="T51" fmla="*/ 949 h 1862"/>
                <a:gd name="T52" fmla="*/ 1329 w 1856"/>
                <a:gd name="T53" fmla="*/ 867 h 1862"/>
                <a:gd name="T54" fmla="*/ 976 w 1856"/>
                <a:gd name="T55" fmla="*/ 447 h 1862"/>
                <a:gd name="T56" fmla="*/ 1442 w 1856"/>
                <a:gd name="T57" fmla="*/ 325 h 1862"/>
                <a:gd name="T58" fmla="*/ 1355 w 1856"/>
                <a:gd name="T59" fmla="*/ 455 h 1862"/>
                <a:gd name="T60" fmla="*/ 1436 w 1856"/>
                <a:gd name="T61" fmla="*/ 503 h 1862"/>
                <a:gd name="T62" fmla="*/ 1541 w 1856"/>
                <a:gd name="T63" fmla="*/ 382 h 1862"/>
                <a:gd name="T64" fmla="*/ 1474 w 1856"/>
                <a:gd name="T65" fmla="*/ 316 h 1862"/>
                <a:gd name="T66" fmla="*/ 318 w 1856"/>
                <a:gd name="T67" fmla="*/ 366 h 1862"/>
                <a:gd name="T68" fmla="*/ 405 w 1856"/>
                <a:gd name="T69" fmla="*/ 496 h 1862"/>
                <a:gd name="T70" fmla="*/ 496 w 1856"/>
                <a:gd name="T71" fmla="*/ 471 h 1862"/>
                <a:gd name="T72" fmla="*/ 430 w 1856"/>
                <a:gd name="T73" fmla="*/ 335 h 1862"/>
                <a:gd name="T74" fmla="*/ 895 w 1856"/>
                <a:gd name="T75" fmla="*/ 98 h 1862"/>
                <a:gd name="T76" fmla="*/ 864 w 1856"/>
                <a:gd name="T77" fmla="*/ 252 h 1862"/>
                <a:gd name="T78" fmla="*/ 947 w 1856"/>
                <a:gd name="T79" fmla="*/ 298 h 1862"/>
                <a:gd name="T80" fmla="*/ 995 w 1856"/>
                <a:gd name="T81" fmla="*/ 157 h 1862"/>
                <a:gd name="T82" fmla="*/ 928 w 1856"/>
                <a:gd name="T83" fmla="*/ 90 h 1862"/>
                <a:gd name="T84" fmla="*/ 1289 w 1856"/>
                <a:gd name="T85" fmla="*/ 73 h 1862"/>
                <a:gd name="T86" fmla="*/ 1633 w 1856"/>
                <a:gd name="T87" fmla="*/ 325 h 1862"/>
                <a:gd name="T88" fmla="*/ 1830 w 1856"/>
                <a:gd name="T89" fmla="*/ 707 h 1862"/>
                <a:gd name="T90" fmla="*/ 1830 w 1856"/>
                <a:gd name="T91" fmla="*/ 1154 h 1862"/>
                <a:gd name="T92" fmla="*/ 1633 w 1856"/>
                <a:gd name="T93" fmla="*/ 1536 h 1862"/>
                <a:gd name="T94" fmla="*/ 1289 w 1856"/>
                <a:gd name="T95" fmla="*/ 1788 h 1862"/>
                <a:gd name="T96" fmla="*/ 853 w 1856"/>
                <a:gd name="T97" fmla="*/ 1859 h 1862"/>
                <a:gd name="T98" fmla="*/ 440 w 1856"/>
                <a:gd name="T99" fmla="*/ 1721 h 1862"/>
                <a:gd name="T100" fmla="*/ 140 w 1856"/>
                <a:gd name="T101" fmla="*/ 1420 h 1862"/>
                <a:gd name="T102" fmla="*/ 3 w 1856"/>
                <a:gd name="T103" fmla="*/ 1007 h 1862"/>
                <a:gd name="T104" fmla="*/ 73 w 1856"/>
                <a:gd name="T105" fmla="*/ 569 h 1862"/>
                <a:gd name="T106" fmla="*/ 325 w 1856"/>
                <a:gd name="T107" fmla="*/ 225 h 1862"/>
                <a:gd name="T108" fmla="*/ 706 w 1856"/>
                <a:gd name="T109" fmla="*/ 27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56" h="1862">
                  <a:moveTo>
                    <a:pt x="928" y="1559"/>
                  </a:moveTo>
                  <a:lnTo>
                    <a:pt x="911" y="1561"/>
                  </a:lnTo>
                  <a:lnTo>
                    <a:pt x="895" y="1568"/>
                  </a:lnTo>
                  <a:lnTo>
                    <a:pt x="881" y="1578"/>
                  </a:lnTo>
                  <a:lnTo>
                    <a:pt x="871" y="1592"/>
                  </a:lnTo>
                  <a:lnTo>
                    <a:pt x="864" y="1608"/>
                  </a:lnTo>
                  <a:lnTo>
                    <a:pt x="862" y="1626"/>
                  </a:lnTo>
                  <a:lnTo>
                    <a:pt x="862" y="1704"/>
                  </a:lnTo>
                  <a:lnTo>
                    <a:pt x="864" y="1722"/>
                  </a:lnTo>
                  <a:lnTo>
                    <a:pt x="871" y="1738"/>
                  </a:lnTo>
                  <a:lnTo>
                    <a:pt x="881" y="1751"/>
                  </a:lnTo>
                  <a:lnTo>
                    <a:pt x="895" y="1761"/>
                  </a:lnTo>
                  <a:lnTo>
                    <a:pt x="911" y="1768"/>
                  </a:lnTo>
                  <a:lnTo>
                    <a:pt x="928" y="1770"/>
                  </a:lnTo>
                  <a:lnTo>
                    <a:pt x="947" y="1768"/>
                  </a:lnTo>
                  <a:lnTo>
                    <a:pt x="962" y="1761"/>
                  </a:lnTo>
                  <a:lnTo>
                    <a:pt x="976" y="1751"/>
                  </a:lnTo>
                  <a:lnTo>
                    <a:pt x="987" y="1738"/>
                  </a:lnTo>
                  <a:lnTo>
                    <a:pt x="993" y="1722"/>
                  </a:lnTo>
                  <a:lnTo>
                    <a:pt x="995" y="1704"/>
                  </a:lnTo>
                  <a:lnTo>
                    <a:pt x="995" y="1626"/>
                  </a:lnTo>
                  <a:lnTo>
                    <a:pt x="993" y="1608"/>
                  </a:lnTo>
                  <a:lnTo>
                    <a:pt x="987" y="1592"/>
                  </a:lnTo>
                  <a:lnTo>
                    <a:pt x="976" y="1578"/>
                  </a:lnTo>
                  <a:lnTo>
                    <a:pt x="962" y="1568"/>
                  </a:lnTo>
                  <a:lnTo>
                    <a:pt x="947" y="1561"/>
                  </a:lnTo>
                  <a:lnTo>
                    <a:pt x="928" y="1559"/>
                  </a:lnTo>
                  <a:close/>
                  <a:moveTo>
                    <a:pt x="1420" y="1356"/>
                  </a:moveTo>
                  <a:lnTo>
                    <a:pt x="1403" y="1358"/>
                  </a:lnTo>
                  <a:lnTo>
                    <a:pt x="1386" y="1364"/>
                  </a:lnTo>
                  <a:lnTo>
                    <a:pt x="1372" y="1375"/>
                  </a:lnTo>
                  <a:lnTo>
                    <a:pt x="1362" y="1390"/>
                  </a:lnTo>
                  <a:lnTo>
                    <a:pt x="1355" y="1405"/>
                  </a:lnTo>
                  <a:lnTo>
                    <a:pt x="1352" y="1422"/>
                  </a:lnTo>
                  <a:lnTo>
                    <a:pt x="1355" y="1439"/>
                  </a:lnTo>
                  <a:lnTo>
                    <a:pt x="1362" y="1455"/>
                  </a:lnTo>
                  <a:lnTo>
                    <a:pt x="1372" y="1470"/>
                  </a:lnTo>
                  <a:lnTo>
                    <a:pt x="1427" y="1524"/>
                  </a:lnTo>
                  <a:lnTo>
                    <a:pt x="1442" y="1535"/>
                  </a:lnTo>
                  <a:lnTo>
                    <a:pt x="1458" y="1543"/>
                  </a:lnTo>
                  <a:lnTo>
                    <a:pt x="1474" y="1545"/>
                  </a:lnTo>
                  <a:lnTo>
                    <a:pt x="1492" y="1543"/>
                  </a:lnTo>
                  <a:lnTo>
                    <a:pt x="1507" y="1535"/>
                  </a:lnTo>
                  <a:lnTo>
                    <a:pt x="1522" y="1524"/>
                  </a:lnTo>
                  <a:lnTo>
                    <a:pt x="1533" y="1511"/>
                  </a:lnTo>
                  <a:lnTo>
                    <a:pt x="1540" y="1494"/>
                  </a:lnTo>
                  <a:lnTo>
                    <a:pt x="1542" y="1477"/>
                  </a:lnTo>
                  <a:lnTo>
                    <a:pt x="1540" y="1460"/>
                  </a:lnTo>
                  <a:lnTo>
                    <a:pt x="1533" y="1444"/>
                  </a:lnTo>
                  <a:lnTo>
                    <a:pt x="1522" y="1430"/>
                  </a:lnTo>
                  <a:lnTo>
                    <a:pt x="1467" y="1375"/>
                  </a:lnTo>
                  <a:lnTo>
                    <a:pt x="1453" y="1364"/>
                  </a:lnTo>
                  <a:lnTo>
                    <a:pt x="1436" y="1358"/>
                  </a:lnTo>
                  <a:lnTo>
                    <a:pt x="1420" y="1356"/>
                  </a:lnTo>
                  <a:close/>
                  <a:moveTo>
                    <a:pt x="438" y="1356"/>
                  </a:moveTo>
                  <a:lnTo>
                    <a:pt x="420" y="1358"/>
                  </a:lnTo>
                  <a:lnTo>
                    <a:pt x="405" y="1364"/>
                  </a:lnTo>
                  <a:lnTo>
                    <a:pt x="391" y="1375"/>
                  </a:lnTo>
                  <a:lnTo>
                    <a:pt x="335" y="1430"/>
                  </a:lnTo>
                  <a:lnTo>
                    <a:pt x="325" y="1444"/>
                  </a:lnTo>
                  <a:lnTo>
                    <a:pt x="318" y="1460"/>
                  </a:lnTo>
                  <a:lnTo>
                    <a:pt x="316" y="1477"/>
                  </a:lnTo>
                  <a:lnTo>
                    <a:pt x="318" y="1494"/>
                  </a:lnTo>
                  <a:lnTo>
                    <a:pt x="325" y="1510"/>
                  </a:lnTo>
                  <a:lnTo>
                    <a:pt x="335" y="1524"/>
                  </a:lnTo>
                  <a:lnTo>
                    <a:pt x="350" y="1535"/>
                  </a:lnTo>
                  <a:lnTo>
                    <a:pt x="366" y="1543"/>
                  </a:lnTo>
                  <a:lnTo>
                    <a:pt x="382" y="1545"/>
                  </a:lnTo>
                  <a:lnTo>
                    <a:pt x="400" y="1543"/>
                  </a:lnTo>
                  <a:lnTo>
                    <a:pt x="415" y="1535"/>
                  </a:lnTo>
                  <a:lnTo>
                    <a:pt x="430" y="1524"/>
                  </a:lnTo>
                  <a:lnTo>
                    <a:pt x="485" y="1470"/>
                  </a:lnTo>
                  <a:lnTo>
                    <a:pt x="496" y="1455"/>
                  </a:lnTo>
                  <a:lnTo>
                    <a:pt x="502" y="1439"/>
                  </a:lnTo>
                  <a:lnTo>
                    <a:pt x="505" y="1422"/>
                  </a:lnTo>
                  <a:lnTo>
                    <a:pt x="502" y="1405"/>
                  </a:lnTo>
                  <a:lnTo>
                    <a:pt x="496" y="1390"/>
                  </a:lnTo>
                  <a:lnTo>
                    <a:pt x="485" y="1375"/>
                  </a:lnTo>
                  <a:lnTo>
                    <a:pt x="470" y="1364"/>
                  </a:lnTo>
                  <a:lnTo>
                    <a:pt x="454" y="1358"/>
                  </a:lnTo>
                  <a:lnTo>
                    <a:pt x="438" y="1356"/>
                  </a:lnTo>
                  <a:close/>
                  <a:moveTo>
                    <a:pt x="1623" y="863"/>
                  </a:moveTo>
                  <a:lnTo>
                    <a:pt x="1606" y="866"/>
                  </a:lnTo>
                  <a:lnTo>
                    <a:pt x="1589" y="872"/>
                  </a:lnTo>
                  <a:lnTo>
                    <a:pt x="1576" y="882"/>
                  </a:lnTo>
                  <a:lnTo>
                    <a:pt x="1566" y="896"/>
                  </a:lnTo>
                  <a:lnTo>
                    <a:pt x="1558" y="912"/>
                  </a:lnTo>
                  <a:lnTo>
                    <a:pt x="1556" y="930"/>
                  </a:lnTo>
                  <a:lnTo>
                    <a:pt x="1558" y="948"/>
                  </a:lnTo>
                  <a:lnTo>
                    <a:pt x="1566" y="964"/>
                  </a:lnTo>
                  <a:lnTo>
                    <a:pt x="1576" y="978"/>
                  </a:lnTo>
                  <a:lnTo>
                    <a:pt x="1589" y="988"/>
                  </a:lnTo>
                  <a:lnTo>
                    <a:pt x="1606" y="994"/>
                  </a:lnTo>
                  <a:lnTo>
                    <a:pt x="1623" y="997"/>
                  </a:lnTo>
                  <a:lnTo>
                    <a:pt x="1701" y="997"/>
                  </a:lnTo>
                  <a:lnTo>
                    <a:pt x="1718" y="994"/>
                  </a:lnTo>
                  <a:lnTo>
                    <a:pt x="1735" y="988"/>
                  </a:lnTo>
                  <a:lnTo>
                    <a:pt x="1748" y="978"/>
                  </a:lnTo>
                  <a:lnTo>
                    <a:pt x="1758" y="964"/>
                  </a:lnTo>
                  <a:lnTo>
                    <a:pt x="1765" y="948"/>
                  </a:lnTo>
                  <a:lnTo>
                    <a:pt x="1767" y="930"/>
                  </a:lnTo>
                  <a:lnTo>
                    <a:pt x="1765" y="912"/>
                  </a:lnTo>
                  <a:lnTo>
                    <a:pt x="1758" y="896"/>
                  </a:lnTo>
                  <a:lnTo>
                    <a:pt x="1748" y="882"/>
                  </a:lnTo>
                  <a:lnTo>
                    <a:pt x="1735" y="872"/>
                  </a:lnTo>
                  <a:lnTo>
                    <a:pt x="1718" y="866"/>
                  </a:lnTo>
                  <a:lnTo>
                    <a:pt x="1701" y="863"/>
                  </a:lnTo>
                  <a:lnTo>
                    <a:pt x="1623" y="863"/>
                  </a:lnTo>
                  <a:close/>
                  <a:moveTo>
                    <a:pt x="157" y="863"/>
                  </a:moveTo>
                  <a:lnTo>
                    <a:pt x="139" y="866"/>
                  </a:lnTo>
                  <a:lnTo>
                    <a:pt x="122" y="872"/>
                  </a:lnTo>
                  <a:lnTo>
                    <a:pt x="109" y="882"/>
                  </a:lnTo>
                  <a:lnTo>
                    <a:pt x="99" y="896"/>
                  </a:lnTo>
                  <a:lnTo>
                    <a:pt x="92" y="912"/>
                  </a:lnTo>
                  <a:lnTo>
                    <a:pt x="89" y="930"/>
                  </a:lnTo>
                  <a:lnTo>
                    <a:pt x="92" y="948"/>
                  </a:lnTo>
                  <a:lnTo>
                    <a:pt x="99" y="964"/>
                  </a:lnTo>
                  <a:lnTo>
                    <a:pt x="109" y="978"/>
                  </a:lnTo>
                  <a:lnTo>
                    <a:pt x="122" y="988"/>
                  </a:lnTo>
                  <a:lnTo>
                    <a:pt x="139" y="994"/>
                  </a:lnTo>
                  <a:lnTo>
                    <a:pt x="157" y="997"/>
                  </a:lnTo>
                  <a:lnTo>
                    <a:pt x="234" y="997"/>
                  </a:lnTo>
                  <a:lnTo>
                    <a:pt x="252" y="994"/>
                  </a:lnTo>
                  <a:lnTo>
                    <a:pt x="268" y="988"/>
                  </a:lnTo>
                  <a:lnTo>
                    <a:pt x="282" y="978"/>
                  </a:lnTo>
                  <a:lnTo>
                    <a:pt x="292" y="964"/>
                  </a:lnTo>
                  <a:lnTo>
                    <a:pt x="298" y="948"/>
                  </a:lnTo>
                  <a:lnTo>
                    <a:pt x="301" y="930"/>
                  </a:lnTo>
                  <a:lnTo>
                    <a:pt x="298" y="912"/>
                  </a:lnTo>
                  <a:lnTo>
                    <a:pt x="292" y="896"/>
                  </a:lnTo>
                  <a:lnTo>
                    <a:pt x="282" y="882"/>
                  </a:lnTo>
                  <a:lnTo>
                    <a:pt x="268" y="872"/>
                  </a:lnTo>
                  <a:lnTo>
                    <a:pt x="252" y="866"/>
                  </a:lnTo>
                  <a:lnTo>
                    <a:pt x="234" y="863"/>
                  </a:lnTo>
                  <a:lnTo>
                    <a:pt x="157" y="863"/>
                  </a:lnTo>
                  <a:close/>
                  <a:moveTo>
                    <a:pt x="928" y="428"/>
                  </a:moveTo>
                  <a:lnTo>
                    <a:pt x="911" y="430"/>
                  </a:lnTo>
                  <a:lnTo>
                    <a:pt x="895" y="437"/>
                  </a:lnTo>
                  <a:lnTo>
                    <a:pt x="881" y="447"/>
                  </a:lnTo>
                  <a:lnTo>
                    <a:pt x="871" y="460"/>
                  </a:lnTo>
                  <a:lnTo>
                    <a:pt x="864" y="476"/>
                  </a:lnTo>
                  <a:lnTo>
                    <a:pt x="862" y="494"/>
                  </a:lnTo>
                  <a:lnTo>
                    <a:pt x="862" y="929"/>
                  </a:lnTo>
                  <a:lnTo>
                    <a:pt x="864" y="946"/>
                  </a:lnTo>
                  <a:lnTo>
                    <a:pt x="871" y="962"/>
                  </a:lnTo>
                  <a:lnTo>
                    <a:pt x="881" y="976"/>
                  </a:lnTo>
                  <a:lnTo>
                    <a:pt x="895" y="986"/>
                  </a:lnTo>
                  <a:lnTo>
                    <a:pt x="911" y="993"/>
                  </a:lnTo>
                  <a:lnTo>
                    <a:pt x="928" y="995"/>
                  </a:lnTo>
                  <a:lnTo>
                    <a:pt x="928" y="998"/>
                  </a:lnTo>
                  <a:lnTo>
                    <a:pt x="1312" y="998"/>
                  </a:lnTo>
                  <a:lnTo>
                    <a:pt x="1329" y="996"/>
                  </a:lnTo>
                  <a:lnTo>
                    <a:pt x="1345" y="989"/>
                  </a:lnTo>
                  <a:lnTo>
                    <a:pt x="1359" y="979"/>
                  </a:lnTo>
                  <a:lnTo>
                    <a:pt x="1369" y="966"/>
                  </a:lnTo>
                  <a:lnTo>
                    <a:pt x="1376" y="949"/>
                  </a:lnTo>
                  <a:lnTo>
                    <a:pt x="1378" y="932"/>
                  </a:lnTo>
                  <a:lnTo>
                    <a:pt x="1376" y="913"/>
                  </a:lnTo>
                  <a:lnTo>
                    <a:pt x="1369" y="898"/>
                  </a:lnTo>
                  <a:lnTo>
                    <a:pt x="1359" y="884"/>
                  </a:lnTo>
                  <a:lnTo>
                    <a:pt x="1345" y="873"/>
                  </a:lnTo>
                  <a:lnTo>
                    <a:pt x="1329" y="867"/>
                  </a:lnTo>
                  <a:lnTo>
                    <a:pt x="1312" y="865"/>
                  </a:lnTo>
                  <a:lnTo>
                    <a:pt x="995" y="865"/>
                  </a:lnTo>
                  <a:lnTo>
                    <a:pt x="995" y="494"/>
                  </a:lnTo>
                  <a:lnTo>
                    <a:pt x="993" y="476"/>
                  </a:lnTo>
                  <a:lnTo>
                    <a:pt x="987" y="460"/>
                  </a:lnTo>
                  <a:lnTo>
                    <a:pt x="976" y="447"/>
                  </a:lnTo>
                  <a:lnTo>
                    <a:pt x="962" y="437"/>
                  </a:lnTo>
                  <a:lnTo>
                    <a:pt x="947" y="430"/>
                  </a:lnTo>
                  <a:lnTo>
                    <a:pt x="928" y="428"/>
                  </a:lnTo>
                  <a:close/>
                  <a:moveTo>
                    <a:pt x="1474" y="316"/>
                  </a:moveTo>
                  <a:lnTo>
                    <a:pt x="1458" y="318"/>
                  </a:lnTo>
                  <a:lnTo>
                    <a:pt x="1442" y="325"/>
                  </a:lnTo>
                  <a:lnTo>
                    <a:pt x="1427" y="335"/>
                  </a:lnTo>
                  <a:lnTo>
                    <a:pt x="1372" y="391"/>
                  </a:lnTo>
                  <a:lnTo>
                    <a:pt x="1362" y="405"/>
                  </a:lnTo>
                  <a:lnTo>
                    <a:pt x="1355" y="421"/>
                  </a:lnTo>
                  <a:lnTo>
                    <a:pt x="1352" y="438"/>
                  </a:lnTo>
                  <a:lnTo>
                    <a:pt x="1355" y="455"/>
                  </a:lnTo>
                  <a:lnTo>
                    <a:pt x="1362" y="471"/>
                  </a:lnTo>
                  <a:lnTo>
                    <a:pt x="1372" y="485"/>
                  </a:lnTo>
                  <a:lnTo>
                    <a:pt x="1386" y="496"/>
                  </a:lnTo>
                  <a:lnTo>
                    <a:pt x="1403" y="503"/>
                  </a:lnTo>
                  <a:lnTo>
                    <a:pt x="1420" y="505"/>
                  </a:lnTo>
                  <a:lnTo>
                    <a:pt x="1436" y="503"/>
                  </a:lnTo>
                  <a:lnTo>
                    <a:pt x="1453" y="496"/>
                  </a:lnTo>
                  <a:lnTo>
                    <a:pt x="1467" y="485"/>
                  </a:lnTo>
                  <a:lnTo>
                    <a:pt x="1522" y="430"/>
                  </a:lnTo>
                  <a:lnTo>
                    <a:pt x="1533" y="415"/>
                  </a:lnTo>
                  <a:lnTo>
                    <a:pt x="1539" y="400"/>
                  </a:lnTo>
                  <a:lnTo>
                    <a:pt x="1541" y="382"/>
                  </a:lnTo>
                  <a:lnTo>
                    <a:pt x="1539" y="366"/>
                  </a:lnTo>
                  <a:lnTo>
                    <a:pt x="1533" y="350"/>
                  </a:lnTo>
                  <a:lnTo>
                    <a:pt x="1522" y="335"/>
                  </a:lnTo>
                  <a:lnTo>
                    <a:pt x="1507" y="325"/>
                  </a:lnTo>
                  <a:lnTo>
                    <a:pt x="1492" y="318"/>
                  </a:lnTo>
                  <a:lnTo>
                    <a:pt x="1474" y="316"/>
                  </a:lnTo>
                  <a:close/>
                  <a:moveTo>
                    <a:pt x="382" y="316"/>
                  </a:moveTo>
                  <a:lnTo>
                    <a:pt x="366" y="318"/>
                  </a:lnTo>
                  <a:lnTo>
                    <a:pt x="350" y="325"/>
                  </a:lnTo>
                  <a:lnTo>
                    <a:pt x="335" y="335"/>
                  </a:lnTo>
                  <a:lnTo>
                    <a:pt x="324" y="350"/>
                  </a:lnTo>
                  <a:lnTo>
                    <a:pt x="318" y="366"/>
                  </a:lnTo>
                  <a:lnTo>
                    <a:pt x="316" y="382"/>
                  </a:lnTo>
                  <a:lnTo>
                    <a:pt x="318" y="400"/>
                  </a:lnTo>
                  <a:lnTo>
                    <a:pt x="324" y="415"/>
                  </a:lnTo>
                  <a:lnTo>
                    <a:pt x="335" y="430"/>
                  </a:lnTo>
                  <a:lnTo>
                    <a:pt x="391" y="485"/>
                  </a:lnTo>
                  <a:lnTo>
                    <a:pt x="405" y="496"/>
                  </a:lnTo>
                  <a:lnTo>
                    <a:pt x="420" y="504"/>
                  </a:lnTo>
                  <a:lnTo>
                    <a:pt x="438" y="506"/>
                  </a:lnTo>
                  <a:lnTo>
                    <a:pt x="454" y="504"/>
                  </a:lnTo>
                  <a:lnTo>
                    <a:pt x="470" y="496"/>
                  </a:lnTo>
                  <a:lnTo>
                    <a:pt x="485" y="485"/>
                  </a:lnTo>
                  <a:lnTo>
                    <a:pt x="496" y="471"/>
                  </a:lnTo>
                  <a:lnTo>
                    <a:pt x="502" y="455"/>
                  </a:lnTo>
                  <a:lnTo>
                    <a:pt x="504" y="438"/>
                  </a:lnTo>
                  <a:lnTo>
                    <a:pt x="502" y="421"/>
                  </a:lnTo>
                  <a:lnTo>
                    <a:pt x="496" y="405"/>
                  </a:lnTo>
                  <a:lnTo>
                    <a:pt x="485" y="391"/>
                  </a:lnTo>
                  <a:lnTo>
                    <a:pt x="430" y="335"/>
                  </a:lnTo>
                  <a:lnTo>
                    <a:pt x="415" y="325"/>
                  </a:lnTo>
                  <a:lnTo>
                    <a:pt x="400" y="318"/>
                  </a:lnTo>
                  <a:lnTo>
                    <a:pt x="382" y="316"/>
                  </a:lnTo>
                  <a:close/>
                  <a:moveTo>
                    <a:pt x="928" y="90"/>
                  </a:moveTo>
                  <a:lnTo>
                    <a:pt x="911" y="92"/>
                  </a:lnTo>
                  <a:lnTo>
                    <a:pt x="895" y="98"/>
                  </a:lnTo>
                  <a:lnTo>
                    <a:pt x="881" y="108"/>
                  </a:lnTo>
                  <a:lnTo>
                    <a:pt x="871" y="123"/>
                  </a:lnTo>
                  <a:lnTo>
                    <a:pt x="864" y="138"/>
                  </a:lnTo>
                  <a:lnTo>
                    <a:pt x="862" y="157"/>
                  </a:lnTo>
                  <a:lnTo>
                    <a:pt x="862" y="235"/>
                  </a:lnTo>
                  <a:lnTo>
                    <a:pt x="864" y="252"/>
                  </a:lnTo>
                  <a:lnTo>
                    <a:pt x="871" y="268"/>
                  </a:lnTo>
                  <a:lnTo>
                    <a:pt x="881" y="282"/>
                  </a:lnTo>
                  <a:lnTo>
                    <a:pt x="895" y="292"/>
                  </a:lnTo>
                  <a:lnTo>
                    <a:pt x="911" y="298"/>
                  </a:lnTo>
                  <a:lnTo>
                    <a:pt x="928" y="301"/>
                  </a:lnTo>
                  <a:lnTo>
                    <a:pt x="947" y="298"/>
                  </a:lnTo>
                  <a:lnTo>
                    <a:pt x="962" y="292"/>
                  </a:lnTo>
                  <a:lnTo>
                    <a:pt x="976" y="282"/>
                  </a:lnTo>
                  <a:lnTo>
                    <a:pt x="987" y="268"/>
                  </a:lnTo>
                  <a:lnTo>
                    <a:pt x="993" y="252"/>
                  </a:lnTo>
                  <a:lnTo>
                    <a:pt x="995" y="235"/>
                  </a:lnTo>
                  <a:lnTo>
                    <a:pt x="995" y="157"/>
                  </a:lnTo>
                  <a:lnTo>
                    <a:pt x="993" y="138"/>
                  </a:lnTo>
                  <a:lnTo>
                    <a:pt x="987" y="123"/>
                  </a:lnTo>
                  <a:lnTo>
                    <a:pt x="976" y="108"/>
                  </a:lnTo>
                  <a:lnTo>
                    <a:pt x="962" y="98"/>
                  </a:lnTo>
                  <a:lnTo>
                    <a:pt x="947" y="92"/>
                  </a:lnTo>
                  <a:lnTo>
                    <a:pt x="928" y="90"/>
                  </a:lnTo>
                  <a:close/>
                  <a:moveTo>
                    <a:pt x="928" y="0"/>
                  </a:moveTo>
                  <a:lnTo>
                    <a:pt x="1004" y="4"/>
                  </a:lnTo>
                  <a:lnTo>
                    <a:pt x="1079" y="13"/>
                  </a:lnTo>
                  <a:lnTo>
                    <a:pt x="1152" y="27"/>
                  </a:lnTo>
                  <a:lnTo>
                    <a:pt x="1221" y="48"/>
                  </a:lnTo>
                  <a:lnTo>
                    <a:pt x="1289" y="73"/>
                  </a:lnTo>
                  <a:lnTo>
                    <a:pt x="1355" y="104"/>
                  </a:lnTo>
                  <a:lnTo>
                    <a:pt x="1417" y="140"/>
                  </a:lnTo>
                  <a:lnTo>
                    <a:pt x="1476" y="180"/>
                  </a:lnTo>
                  <a:lnTo>
                    <a:pt x="1532" y="224"/>
                  </a:lnTo>
                  <a:lnTo>
                    <a:pt x="1584" y="273"/>
                  </a:lnTo>
                  <a:lnTo>
                    <a:pt x="1633" y="325"/>
                  </a:lnTo>
                  <a:lnTo>
                    <a:pt x="1677" y="381"/>
                  </a:lnTo>
                  <a:lnTo>
                    <a:pt x="1717" y="441"/>
                  </a:lnTo>
                  <a:lnTo>
                    <a:pt x="1753" y="504"/>
                  </a:lnTo>
                  <a:lnTo>
                    <a:pt x="1784" y="568"/>
                  </a:lnTo>
                  <a:lnTo>
                    <a:pt x="1809" y="637"/>
                  </a:lnTo>
                  <a:lnTo>
                    <a:pt x="1830" y="707"/>
                  </a:lnTo>
                  <a:lnTo>
                    <a:pt x="1845" y="780"/>
                  </a:lnTo>
                  <a:lnTo>
                    <a:pt x="1853" y="855"/>
                  </a:lnTo>
                  <a:lnTo>
                    <a:pt x="1856" y="932"/>
                  </a:lnTo>
                  <a:lnTo>
                    <a:pt x="1853" y="1008"/>
                  </a:lnTo>
                  <a:lnTo>
                    <a:pt x="1845" y="1082"/>
                  </a:lnTo>
                  <a:lnTo>
                    <a:pt x="1830" y="1154"/>
                  </a:lnTo>
                  <a:lnTo>
                    <a:pt x="1809" y="1224"/>
                  </a:lnTo>
                  <a:lnTo>
                    <a:pt x="1784" y="1293"/>
                  </a:lnTo>
                  <a:lnTo>
                    <a:pt x="1753" y="1358"/>
                  </a:lnTo>
                  <a:lnTo>
                    <a:pt x="1717" y="1420"/>
                  </a:lnTo>
                  <a:lnTo>
                    <a:pt x="1677" y="1480"/>
                  </a:lnTo>
                  <a:lnTo>
                    <a:pt x="1633" y="1536"/>
                  </a:lnTo>
                  <a:lnTo>
                    <a:pt x="1584" y="1589"/>
                  </a:lnTo>
                  <a:lnTo>
                    <a:pt x="1532" y="1637"/>
                  </a:lnTo>
                  <a:lnTo>
                    <a:pt x="1476" y="1682"/>
                  </a:lnTo>
                  <a:lnTo>
                    <a:pt x="1417" y="1722"/>
                  </a:lnTo>
                  <a:lnTo>
                    <a:pt x="1355" y="1757"/>
                  </a:lnTo>
                  <a:lnTo>
                    <a:pt x="1289" y="1788"/>
                  </a:lnTo>
                  <a:lnTo>
                    <a:pt x="1221" y="1815"/>
                  </a:lnTo>
                  <a:lnTo>
                    <a:pt x="1152" y="1834"/>
                  </a:lnTo>
                  <a:lnTo>
                    <a:pt x="1079" y="1850"/>
                  </a:lnTo>
                  <a:lnTo>
                    <a:pt x="1004" y="1859"/>
                  </a:lnTo>
                  <a:lnTo>
                    <a:pt x="928" y="1862"/>
                  </a:lnTo>
                  <a:lnTo>
                    <a:pt x="853" y="1859"/>
                  </a:lnTo>
                  <a:lnTo>
                    <a:pt x="779" y="1850"/>
                  </a:lnTo>
                  <a:lnTo>
                    <a:pt x="706" y="1834"/>
                  </a:lnTo>
                  <a:lnTo>
                    <a:pt x="635" y="1814"/>
                  </a:lnTo>
                  <a:lnTo>
                    <a:pt x="568" y="1788"/>
                  </a:lnTo>
                  <a:lnTo>
                    <a:pt x="502" y="1757"/>
                  </a:lnTo>
                  <a:lnTo>
                    <a:pt x="440" y="1721"/>
                  </a:lnTo>
                  <a:lnTo>
                    <a:pt x="381" y="1681"/>
                  </a:lnTo>
                  <a:lnTo>
                    <a:pt x="325" y="1637"/>
                  </a:lnTo>
                  <a:lnTo>
                    <a:pt x="273" y="1588"/>
                  </a:lnTo>
                  <a:lnTo>
                    <a:pt x="225" y="1535"/>
                  </a:lnTo>
                  <a:lnTo>
                    <a:pt x="180" y="1480"/>
                  </a:lnTo>
                  <a:lnTo>
                    <a:pt x="140" y="1420"/>
                  </a:lnTo>
                  <a:lnTo>
                    <a:pt x="104" y="1358"/>
                  </a:lnTo>
                  <a:lnTo>
                    <a:pt x="73" y="1292"/>
                  </a:lnTo>
                  <a:lnTo>
                    <a:pt x="47" y="1224"/>
                  </a:lnTo>
                  <a:lnTo>
                    <a:pt x="27" y="1153"/>
                  </a:lnTo>
                  <a:lnTo>
                    <a:pt x="13" y="1082"/>
                  </a:lnTo>
                  <a:lnTo>
                    <a:pt x="3" y="1007"/>
                  </a:lnTo>
                  <a:lnTo>
                    <a:pt x="0" y="931"/>
                  </a:lnTo>
                  <a:lnTo>
                    <a:pt x="3" y="855"/>
                  </a:lnTo>
                  <a:lnTo>
                    <a:pt x="13" y="781"/>
                  </a:lnTo>
                  <a:lnTo>
                    <a:pt x="27" y="708"/>
                  </a:lnTo>
                  <a:lnTo>
                    <a:pt x="47" y="637"/>
                  </a:lnTo>
                  <a:lnTo>
                    <a:pt x="73" y="569"/>
                  </a:lnTo>
                  <a:lnTo>
                    <a:pt x="104" y="505"/>
                  </a:lnTo>
                  <a:lnTo>
                    <a:pt x="140" y="442"/>
                  </a:lnTo>
                  <a:lnTo>
                    <a:pt x="180" y="382"/>
                  </a:lnTo>
                  <a:lnTo>
                    <a:pt x="225" y="326"/>
                  </a:lnTo>
                  <a:lnTo>
                    <a:pt x="273" y="274"/>
                  </a:lnTo>
                  <a:lnTo>
                    <a:pt x="325" y="225"/>
                  </a:lnTo>
                  <a:lnTo>
                    <a:pt x="381" y="180"/>
                  </a:lnTo>
                  <a:lnTo>
                    <a:pt x="440" y="140"/>
                  </a:lnTo>
                  <a:lnTo>
                    <a:pt x="502" y="104"/>
                  </a:lnTo>
                  <a:lnTo>
                    <a:pt x="568" y="73"/>
                  </a:lnTo>
                  <a:lnTo>
                    <a:pt x="635" y="48"/>
                  </a:lnTo>
                  <a:lnTo>
                    <a:pt x="706" y="27"/>
                  </a:lnTo>
                  <a:lnTo>
                    <a:pt x="779" y="13"/>
                  </a:lnTo>
                  <a:lnTo>
                    <a:pt x="853" y="4"/>
                  </a:lnTo>
                  <a:lnTo>
                    <a:pt x="9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23C5AF0-FE95-4198-B2CC-623ECF321FCF}"/>
              </a:ext>
            </a:extLst>
          </p:cNvPr>
          <p:cNvGrpSpPr/>
          <p:nvPr/>
        </p:nvGrpSpPr>
        <p:grpSpPr>
          <a:xfrm>
            <a:off x="2133426" y="1719143"/>
            <a:ext cx="310356" cy="310356"/>
            <a:chOff x="1800225" y="1258888"/>
            <a:chExt cx="38258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89" name="Freeform 146">
              <a:extLst>
                <a:ext uri="{FF2B5EF4-FFF2-40B4-BE49-F238E27FC236}">
                  <a16:creationId xmlns:a16="http://schemas.microsoft.com/office/drawing/2014/main" id="{59E0218C-E21C-47F3-9871-A1D6F1F85E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8813" y="1387476"/>
              <a:ext cx="254000" cy="254000"/>
            </a:xfrm>
            <a:custGeom>
              <a:avLst/>
              <a:gdLst>
                <a:gd name="T0" fmla="*/ 1020 w 2241"/>
                <a:gd name="T1" fmla="*/ 688 h 2245"/>
                <a:gd name="T2" fmla="*/ 883 w 2241"/>
                <a:gd name="T3" fmla="*/ 747 h 2245"/>
                <a:gd name="T4" fmla="*/ 774 w 2241"/>
                <a:gd name="T5" fmla="*/ 844 h 2245"/>
                <a:gd name="T6" fmla="*/ 701 w 2241"/>
                <a:gd name="T7" fmla="*/ 974 h 2245"/>
                <a:gd name="T8" fmla="*/ 675 w 2241"/>
                <a:gd name="T9" fmla="*/ 1125 h 2245"/>
                <a:gd name="T10" fmla="*/ 701 w 2241"/>
                <a:gd name="T11" fmla="*/ 1275 h 2245"/>
                <a:gd name="T12" fmla="*/ 773 w 2241"/>
                <a:gd name="T13" fmla="*/ 1404 h 2245"/>
                <a:gd name="T14" fmla="*/ 883 w 2241"/>
                <a:gd name="T15" fmla="*/ 1503 h 2245"/>
                <a:gd name="T16" fmla="*/ 1020 w 2241"/>
                <a:gd name="T17" fmla="*/ 1560 h 2245"/>
                <a:gd name="T18" fmla="*/ 1174 w 2241"/>
                <a:gd name="T19" fmla="*/ 1569 h 2245"/>
                <a:gd name="T20" fmla="*/ 1318 w 2241"/>
                <a:gd name="T21" fmla="*/ 1526 h 2245"/>
                <a:gd name="T22" fmla="*/ 1437 w 2241"/>
                <a:gd name="T23" fmla="*/ 1441 h 2245"/>
                <a:gd name="T24" fmla="*/ 1523 w 2241"/>
                <a:gd name="T25" fmla="*/ 1321 h 2245"/>
                <a:gd name="T26" fmla="*/ 1566 w 2241"/>
                <a:gd name="T27" fmla="*/ 1176 h 2245"/>
                <a:gd name="T28" fmla="*/ 1557 w 2241"/>
                <a:gd name="T29" fmla="*/ 1022 h 2245"/>
                <a:gd name="T30" fmla="*/ 1499 w 2241"/>
                <a:gd name="T31" fmla="*/ 884 h 2245"/>
                <a:gd name="T32" fmla="*/ 1401 w 2241"/>
                <a:gd name="T33" fmla="*/ 776 h 2245"/>
                <a:gd name="T34" fmla="*/ 1272 w 2241"/>
                <a:gd name="T35" fmla="*/ 703 h 2245"/>
                <a:gd name="T36" fmla="*/ 1122 w 2241"/>
                <a:gd name="T37" fmla="*/ 677 h 2245"/>
                <a:gd name="T38" fmla="*/ 1284 w 2241"/>
                <a:gd name="T39" fmla="*/ 169 h 2245"/>
                <a:gd name="T40" fmla="*/ 1495 w 2241"/>
                <a:gd name="T41" fmla="*/ 228 h 2245"/>
                <a:gd name="T42" fmla="*/ 1681 w 2241"/>
                <a:gd name="T43" fmla="*/ 332 h 2245"/>
                <a:gd name="T44" fmla="*/ 1912 w 2241"/>
                <a:gd name="T45" fmla="*/ 563 h 2245"/>
                <a:gd name="T46" fmla="*/ 2014 w 2241"/>
                <a:gd name="T47" fmla="*/ 752 h 2245"/>
                <a:gd name="T48" fmla="*/ 2075 w 2241"/>
                <a:gd name="T49" fmla="*/ 960 h 2245"/>
                <a:gd name="T50" fmla="*/ 2241 w 2241"/>
                <a:gd name="T51" fmla="*/ 1285 h 2245"/>
                <a:gd name="T52" fmla="*/ 2038 w 2241"/>
                <a:gd name="T53" fmla="*/ 1428 h 2245"/>
                <a:gd name="T54" fmla="*/ 1949 w 2241"/>
                <a:gd name="T55" fmla="*/ 1623 h 2245"/>
                <a:gd name="T56" fmla="*/ 1800 w 2241"/>
                <a:gd name="T57" fmla="*/ 2032 h 2245"/>
                <a:gd name="T58" fmla="*/ 1556 w 2241"/>
                <a:gd name="T59" fmla="*/ 1984 h 2245"/>
                <a:gd name="T60" fmla="*/ 1354 w 2241"/>
                <a:gd name="T61" fmla="*/ 2060 h 2245"/>
                <a:gd name="T62" fmla="*/ 958 w 2241"/>
                <a:gd name="T63" fmla="*/ 2245 h 2245"/>
                <a:gd name="T64" fmla="*/ 815 w 2241"/>
                <a:gd name="T65" fmla="*/ 2040 h 2245"/>
                <a:gd name="T66" fmla="*/ 620 w 2241"/>
                <a:gd name="T67" fmla="*/ 1951 h 2245"/>
                <a:gd name="T68" fmla="*/ 211 w 2241"/>
                <a:gd name="T69" fmla="*/ 1802 h 2245"/>
                <a:gd name="T70" fmla="*/ 259 w 2241"/>
                <a:gd name="T71" fmla="*/ 1559 h 2245"/>
                <a:gd name="T72" fmla="*/ 183 w 2241"/>
                <a:gd name="T73" fmla="*/ 1357 h 2245"/>
                <a:gd name="T74" fmla="*/ 0 w 2241"/>
                <a:gd name="T75" fmla="*/ 960 h 2245"/>
                <a:gd name="T76" fmla="*/ 203 w 2241"/>
                <a:gd name="T77" fmla="*/ 818 h 2245"/>
                <a:gd name="T78" fmla="*/ 292 w 2241"/>
                <a:gd name="T79" fmla="*/ 623 h 2245"/>
                <a:gd name="T80" fmla="*/ 442 w 2241"/>
                <a:gd name="T81" fmla="*/ 212 h 2245"/>
                <a:gd name="T82" fmla="*/ 685 w 2241"/>
                <a:gd name="T83" fmla="*/ 260 h 2245"/>
                <a:gd name="T84" fmla="*/ 887 w 2241"/>
                <a:gd name="T85" fmla="*/ 184 h 2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41" h="2245">
                  <a:moveTo>
                    <a:pt x="1122" y="677"/>
                  </a:moveTo>
                  <a:lnTo>
                    <a:pt x="1070" y="680"/>
                  </a:lnTo>
                  <a:lnTo>
                    <a:pt x="1020" y="688"/>
                  </a:lnTo>
                  <a:lnTo>
                    <a:pt x="972" y="703"/>
                  </a:lnTo>
                  <a:lnTo>
                    <a:pt x="926" y="722"/>
                  </a:lnTo>
                  <a:lnTo>
                    <a:pt x="883" y="747"/>
                  </a:lnTo>
                  <a:lnTo>
                    <a:pt x="843" y="776"/>
                  </a:lnTo>
                  <a:lnTo>
                    <a:pt x="807" y="808"/>
                  </a:lnTo>
                  <a:lnTo>
                    <a:pt x="774" y="844"/>
                  </a:lnTo>
                  <a:lnTo>
                    <a:pt x="745" y="884"/>
                  </a:lnTo>
                  <a:lnTo>
                    <a:pt x="721" y="928"/>
                  </a:lnTo>
                  <a:lnTo>
                    <a:pt x="701" y="974"/>
                  </a:lnTo>
                  <a:lnTo>
                    <a:pt x="687" y="1022"/>
                  </a:lnTo>
                  <a:lnTo>
                    <a:pt x="678" y="1072"/>
                  </a:lnTo>
                  <a:lnTo>
                    <a:pt x="675" y="1125"/>
                  </a:lnTo>
                  <a:lnTo>
                    <a:pt x="677" y="1176"/>
                  </a:lnTo>
                  <a:lnTo>
                    <a:pt x="687" y="1226"/>
                  </a:lnTo>
                  <a:lnTo>
                    <a:pt x="701" y="1275"/>
                  </a:lnTo>
                  <a:lnTo>
                    <a:pt x="721" y="1321"/>
                  </a:lnTo>
                  <a:lnTo>
                    <a:pt x="744" y="1364"/>
                  </a:lnTo>
                  <a:lnTo>
                    <a:pt x="773" y="1404"/>
                  </a:lnTo>
                  <a:lnTo>
                    <a:pt x="806" y="1441"/>
                  </a:lnTo>
                  <a:lnTo>
                    <a:pt x="843" y="1474"/>
                  </a:lnTo>
                  <a:lnTo>
                    <a:pt x="883" y="1503"/>
                  </a:lnTo>
                  <a:lnTo>
                    <a:pt x="926" y="1526"/>
                  </a:lnTo>
                  <a:lnTo>
                    <a:pt x="972" y="1546"/>
                  </a:lnTo>
                  <a:lnTo>
                    <a:pt x="1020" y="1560"/>
                  </a:lnTo>
                  <a:lnTo>
                    <a:pt x="1070" y="1569"/>
                  </a:lnTo>
                  <a:lnTo>
                    <a:pt x="1122" y="1572"/>
                  </a:lnTo>
                  <a:lnTo>
                    <a:pt x="1174" y="1569"/>
                  </a:lnTo>
                  <a:lnTo>
                    <a:pt x="1224" y="1560"/>
                  </a:lnTo>
                  <a:lnTo>
                    <a:pt x="1272" y="1546"/>
                  </a:lnTo>
                  <a:lnTo>
                    <a:pt x="1318" y="1526"/>
                  </a:lnTo>
                  <a:lnTo>
                    <a:pt x="1361" y="1503"/>
                  </a:lnTo>
                  <a:lnTo>
                    <a:pt x="1401" y="1474"/>
                  </a:lnTo>
                  <a:lnTo>
                    <a:pt x="1437" y="1441"/>
                  </a:lnTo>
                  <a:lnTo>
                    <a:pt x="1470" y="1404"/>
                  </a:lnTo>
                  <a:lnTo>
                    <a:pt x="1499" y="1364"/>
                  </a:lnTo>
                  <a:lnTo>
                    <a:pt x="1523" y="1321"/>
                  </a:lnTo>
                  <a:lnTo>
                    <a:pt x="1543" y="1275"/>
                  </a:lnTo>
                  <a:lnTo>
                    <a:pt x="1557" y="1226"/>
                  </a:lnTo>
                  <a:lnTo>
                    <a:pt x="1566" y="1176"/>
                  </a:lnTo>
                  <a:lnTo>
                    <a:pt x="1568" y="1125"/>
                  </a:lnTo>
                  <a:lnTo>
                    <a:pt x="1566" y="1072"/>
                  </a:lnTo>
                  <a:lnTo>
                    <a:pt x="1557" y="1022"/>
                  </a:lnTo>
                  <a:lnTo>
                    <a:pt x="1543" y="974"/>
                  </a:lnTo>
                  <a:lnTo>
                    <a:pt x="1523" y="928"/>
                  </a:lnTo>
                  <a:lnTo>
                    <a:pt x="1499" y="884"/>
                  </a:lnTo>
                  <a:lnTo>
                    <a:pt x="1470" y="844"/>
                  </a:lnTo>
                  <a:lnTo>
                    <a:pt x="1437" y="808"/>
                  </a:lnTo>
                  <a:lnTo>
                    <a:pt x="1401" y="776"/>
                  </a:lnTo>
                  <a:lnTo>
                    <a:pt x="1361" y="747"/>
                  </a:lnTo>
                  <a:lnTo>
                    <a:pt x="1318" y="722"/>
                  </a:lnTo>
                  <a:lnTo>
                    <a:pt x="1272" y="703"/>
                  </a:lnTo>
                  <a:lnTo>
                    <a:pt x="1224" y="688"/>
                  </a:lnTo>
                  <a:lnTo>
                    <a:pt x="1174" y="680"/>
                  </a:lnTo>
                  <a:lnTo>
                    <a:pt x="1122" y="677"/>
                  </a:lnTo>
                  <a:close/>
                  <a:moveTo>
                    <a:pt x="958" y="0"/>
                  </a:moveTo>
                  <a:lnTo>
                    <a:pt x="1284" y="0"/>
                  </a:lnTo>
                  <a:lnTo>
                    <a:pt x="1284" y="169"/>
                  </a:lnTo>
                  <a:lnTo>
                    <a:pt x="1357" y="184"/>
                  </a:lnTo>
                  <a:lnTo>
                    <a:pt x="1427" y="204"/>
                  </a:lnTo>
                  <a:lnTo>
                    <a:pt x="1495" y="228"/>
                  </a:lnTo>
                  <a:lnTo>
                    <a:pt x="1560" y="258"/>
                  </a:lnTo>
                  <a:lnTo>
                    <a:pt x="1622" y="293"/>
                  </a:lnTo>
                  <a:lnTo>
                    <a:pt x="1681" y="332"/>
                  </a:lnTo>
                  <a:lnTo>
                    <a:pt x="1802" y="212"/>
                  </a:lnTo>
                  <a:lnTo>
                    <a:pt x="2033" y="442"/>
                  </a:lnTo>
                  <a:lnTo>
                    <a:pt x="1912" y="563"/>
                  </a:lnTo>
                  <a:lnTo>
                    <a:pt x="1950" y="624"/>
                  </a:lnTo>
                  <a:lnTo>
                    <a:pt x="1985" y="686"/>
                  </a:lnTo>
                  <a:lnTo>
                    <a:pt x="2014" y="752"/>
                  </a:lnTo>
                  <a:lnTo>
                    <a:pt x="2040" y="819"/>
                  </a:lnTo>
                  <a:lnTo>
                    <a:pt x="2060" y="889"/>
                  </a:lnTo>
                  <a:lnTo>
                    <a:pt x="2075" y="960"/>
                  </a:lnTo>
                  <a:lnTo>
                    <a:pt x="2075" y="959"/>
                  </a:lnTo>
                  <a:lnTo>
                    <a:pt x="2241" y="959"/>
                  </a:lnTo>
                  <a:lnTo>
                    <a:pt x="2241" y="1285"/>
                  </a:lnTo>
                  <a:lnTo>
                    <a:pt x="2073" y="1285"/>
                  </a:lnTo>
                  <a:lnTo>
                    <a:pt x="2057" y="1357"/>
                  </a:lnTo>
                  <a:lnTo>
                    <a:pt x="2038" y="1428"/>
                  </a:lnTo>
                  <a:lnTo>
                    <a:pt x="2013" y="1495"/>
                  </a:lnTo>
                  <a:lnTo>
                    <a:pt x="1984" y="1560"/>
                  </a:lnTo>
                  <a:lnTo>
                    <a:pt x="1949" y="1623"/>
                  </a:lnTo>
                  <a:lnTo>
                    <a:pt x="1909" y="1681"/>
                  </a:lnTo>
                  <a:lnTo>
                    <a:pt x="2030" y="1802"/>
                  </a:lnTo>
                  <a:lnTo>
                    <a:pt x="1800" y="2032"/>
                  </a:lnTo>
                  <a:lnTo>
                    <a:pt x="1679" y="1912"/>
                  </a:lnTo>
                  <a:lnTo>
                    <a:pt x="1619" y="1950"/>
                  </a:lnTo>
                  <a:lnTo>
                    <a:pt x="1556" y="1984"/>
                  </a:lnTo>
                  <a:lnTo>
                    <a:pt x="1490" y="2015"/>
                  </a:lnTo>
                  <a:lnTo>
                    <a:pt x="1423" y="2040"/>
                  </a:lnTo>
                  <a:lnTo>
                    <a:pt x="1354" y="2060"/>
                  </a:lnTo>
                  <a:lnTo>
                    <a:pt x="1282" y="2075"/>
                  </a:lnTo>
                  <a:lnTo>
                    <a:pt x="1282" y="2245"/>
                  </a:lnTo>
                  <a:lnTo>
                    <a:pt x="958" y="2245"/>
                  </a:lnTo>
                  <a:lnTo>
                    <a:pt x="958" y="2075"/>
                  </a:lnTo>
                  <a:lnTo>
                    <a:pt x="886" y="2061"/>
                  </a:lnTo>
                  <a:lnTo>
                    <a:pt x="815" y="2040"/>
                  </a:lnTo>
                  <a:lnTo>
                    <a:pt x="747" y="2016"/>
                  </a:lnTo>
                  <a:lnTo>
                    <a:pt x="683" y="1986"/>
                  </a:lnTo>
                  <a:lnTo>
                    <a:pt x="620" y="1951"/>
                  </a:lnTo>
                  <a:lnTo>
                    <a:pt x="562" y="1912"/>
                  </a:lnTo>
                  <a:lnTo>
                    <a:pt x="441" y="2032"/>
                  </a:lnTo>
                  <a:lnTo>
                    <a:pt x="211" y="1802"/>
                  </a:lnTo>
                  <a:lnTo>
                    <a:pt x="331" y="1683"/>
                  </a:lnTo>
                  <a:lnTo>
                    <a:pt x="293" y="1623"/>
                  </a:lnTo>
                  <a:lnTo>
                    <a:pt x="259" y="1559"/>
                  </a:lnTo>
                  <a:lnTo>
                    <a:pt x="228" y="1494"/>
                  </a:lnTo>
                  <a:lnTo>
                    <a:pt x="204" y="1427"/>
                  </a:lnTo>
                  <a:lnTo>
                    <a:pt x="183" y="1357"/>
                  </a:lnTo>
                  <a:lnTo>
                    <a:pt x="168" y="1286"/>
                  </a:lnTo>
                  <a:lnTo>
                    <a:pt x="0" y="1286"/>
                  </a:lnTo>
                  <a:lnTo>
                    <a:pt x="0" y="960"/>
                  </a:lnTo>
                  <a:lnTo>
                    <a:pt x="168" y="960"/>
                  </a:lnTo>
                  <a:lnTo>
                    <a:pt x="182" y="889"/>
                  </a:lnTo>
                  <a:lnTo>
                    <a:pt x="203" y="818"/>
                  </a:lnTo>
                  <a:lnTo>
                    <a:pt x="227" y="750"/>
                  </a:lnTo>
                  <a:lnTo>
                    <a:pt x="257" y="685"/>
                  </a:lnTo>
                  <a:lnTo>
                    <a:pt x="292" y="623"/>
                  </a:lnTo>
                  <a:lnTo>
                    <a:pt x="331" y="564"/>
                  </a:lnTo>
                  <a:lnTo>
                    <a:pt x="211" y="443"/>
                  </a:lnTo>
                  <a:lnTo>
                    <a:pt x="442" y="212"/>
                  </a:lnTo>
                  <a:lnTo>
                    <a:pt x="562" y="332"/>
                  </a:lnTo>
                  <a:lnTo>
                    <a:pt x="622" y="294"/>
                  </a:lnTo>
                  <a:lnTo>
                    <a:pt x="685" y="260"/>
                  </a:lnTo>
                  <a:lnTo>
                    <a:pt x="750" y="229"/>
                  </a:lnTo>
                  <a:lnTo>
                    <a:pt x="817" y="205"/>
                  </a:lnTo>
                  <a:lnTo>
                    <a:pt x="887" y="184"/>
                  </a:lnTo>
                  <a:lnTo>
                    <a:pt x="958" y="169"/>
                  </a:lnTo>
                  <a:lnTo>
                    <a:pt x="9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0" name="Freeform 147">
              <a:extLst>
                <a:ext uri="{FF2B5EF4-FFF2-40B4-BE49-F238E27FC236}">
                  <a16:creationId xmlns:a16="http://schemas.microsoft.com/office/drawing/2014/main" id="{96761A53-18BD-43E1-905D-97851F9C4B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0225" y="1258888"/>
              <a:ext cx="166688" cy="166688"/>
            </a:xfrm>
            <a:custGeom>
              <a:avLst/>
              <a:gdLst>
                <a:gd name="T0" fmla="*/ 691 w 1468"/>
                <a:gd name="T1" fmla="*/ 446 h 1470"/>
                <a:gd name="T2" fmla="*/ 611 w 1468"/>
                <a:gd name="T3" fmla="*/ 470 h 1470"/>
                <a:gd name="T4" fmla="*/ 542 w 1468"/>
                <a:gd name="T5" fmla="*/ 514 h 1470"/>
                <a:gd name="T6" fmla="*/ 489 w 1468"/>
                <a:gd name="T7" fmla="*/ 576 h 1470"/>
                <a:gd name="T8" fmla="*/ 454 w 1468"/>
                <a:gd name="T9" fmla="*/ 651 h 1470"/>
                <a:gd name="T10" fmla="*/ 442 w 1468"/>
                <a:gd name="T11" fmla="*/ 735 h 1470"/>
                <a:gd name="T12" fmla="*/ 454 w 1468"/>
                <a:gd name="T13" fmla="*/ 819 h 1470"/>
                <a:gd name="T14" fmla="*/ 489 w 1468"/>
                <a:gd name="T15" fmla="*/ 894 h 1470"/>
                <a:gd name="T16" fmla="*/ 542 w 1468"/>
                <a:gd name="T17" fmla="*/ 955 h 1470"/>
                <a:gd name="T18" fmla="*/ 611 w 1468"/>
                <a:gd name="T19" fmla="*/ 1000 h 1470"/>
                <a:gd name="T20" fmla="*/ 691 w 1468"/>
                <a:gd name="T21" fmla="*/ 1025 h 1470"/>
                <a:gd name="T22" fmla="*/ 777 w 1468"/>
                <a:gd name="T23" fmla="*/ 1025 h 1470"/>
                <a:gd name="T24" fmla="*/ 857 w 1468"/>
                <a:gd name="T25" fmla="*/ 1000 h 1470"/>
                <a:gd name="T26" fmla="*/ 925 w 1468"/>
                <a:gd name="T27" fmla="*/ 955 h 1470"/>
                <a:gd name="T28" fmla="*/ 979 w 1468"/>
                <a:gd name="T29" fmla="*/ 894 h 1470"/>
                <a:gd name="T30" fmla="*/ 1013 w 1468"/>
                <a:gd name="T31" fmla="*/ 819 h 1470"/>
                <a:gd name="T32" fmla="*/ 1025 w 1468"/>
                <a:gd name="T33" fmla="*/ 735 h 1470"/>
                <a:gd name="T34" fmla="*/ 1013 w 1468"/>
                <a:gd name="T35" fmla="*/ 651 h 1470"/>
                <a:gd name="T36" fmla="*/ 978 w 1468"/>
                <a:gd name="T37" fmla="*/ 576 h 1470"/>
                <a:gd name="T38" fmla="*/ 925 w 1468"/>
                <a:gd name="T39" fmla="*/ 514 h 1470"/>
                <a:gd name="T40" fmla="*/ 856 w 1468"/>
                <a:gd name="T41" fmla="*/ 470 h 1470"/>
                <a:gd name="T42" fmla="*/ 777 w 1468"/>
                <a:gd name="T43" fmla="*/ 446 h 1470"/>
                <a:gd name="T44" fmla="*/ 627 w 1468"/>
                <a:gd name="T45" fmla="*/ 0 h 1470"/>
                <a:gd name="T46" fmla="*/ 839 w 1468"/>
                <a:gd name="T47" fmla="*/ 110 h 1470"/>
                <a:gd name="T48" fmla="*/ 949 w 1468"/>
                <a:gd name="T49" fmla="*/ 140 h 1470"/>
                <a:gd name="T50" fmla="*/ 1052 w 1468"/>
                <a:gd name="T51" fmla="*/ 187 h 1470"/>
                <a:gd name="T52" fmla="*/ 1179 w 1468"/>
                <a:gd name="T53" fmla="*/ 140 h 1470"/>
                <a:gd name="T54" fmla="*/ 1251 w 1468"/>
                <a:gd name="T55" fmla="*/ 368 h 1470"/>
                <a:gd name="T56" fmla="*/ 1307 w 1468"/>
                <a:gd name="T57" fmla="*/ 465 h 1470"/>
                <a:gd name="T58" fmla="*/ 1346 w 1468"/>
                <a:gd name="T59" fmla="*/ 572 h 1470"/>
                <a:gd name="T60" fmla="*/ 1468 w 1468"/>
                <a:gd name="T61" fmla="*/ 628 h 1470"/>
                <a:gd name="T62" fmla="*/ 1358 w 1468"/>
                <a:gd name="T63" fmla="*/ 840 h 1470"/>
                <a:gd name="T64" fmla="*/ 1329 w 1468"/>
                <a:gd name="T65" fmla="*/ 952 h 1470"/>
                <a:gd name="T66" fmla="*/ 1282 w 1468"/>
                <a:gd name="T67" fmla="*/ 1053 h 1470"/>
                <a:gd name="T68" fmla="*/ 1329 w 1468"/>
                <a:gd name="T69" fmla="*/ 1181 h 1470"/>
                <a:gd name="T70" fmla="*/ 1098 w 1468"/>
                <a:gd name="T71" fmla="*/ 1253 h 1470"/>
                <a:gd name="T72" fmla="*/ 1001 w 1468"/>
                <a:gd name="T73" fmla="*/ 1309 h 1470"/>
                <a:gd name="T74" fmla="*/ 895 w 1468"/>
                <a:gd name="T75" fmla="*/ 1348 h 1470"/>
                <a:gd name="T76" fmla="*/ 839 w 1468"/>
                <a:gd name="T77" fmla="*/ 1470 h 1470"/>
                <a:gd name="T78" fmla="*/ 627 w 1468"/>
                <a:gd name="T79" fmla="*/ 1360 h 1470"/>
                <a:gd name="T80" fmla="*/ 516 w 1468"/>
                <a:gd name="T81" fmla="*/ 1331 h 1470"/>
                <a:gd name="T82" fmla="*/ 414 w 1468"/>
                <a:gd name="T83" fmla="*/ 1283 h 1470"/>
                <a:gd name="T84" fmla="*/ 289 w 1468"/>
                <a:gd name="T85" fmla="*/ 1331 h 1470"/>
                <a:gd name="T86" fmla="*/ 217 w 1468"/>
                <a:gd name="T87" fmla="*/ 1100 h 1470"/>
                <a:gd name="T88" fmla="*/ 161 w 1468"/>
                <a:gd name="T89" fmla="*/ 1002 h 1470"/>
                <a:gd name="T90" fmla="*/ 122 w 1468"/>
                <a:gd name="T91" fmla="*/ 896 h 1470"/>
                <a:gd name="T92" fmla="*/ 0 w 1468"/>
                <a:gd name="T93" fmla="*/ 840 h 1470"/>
                <a:gd name="T94" fmla="*/ 110 w 1468"/>
                <a:gd name="T95" fmla="*/ 628 h 1470"/>
                <a:gd name="T96" fmla="*/ 139 w 1468"/>
                <a:gd name="T97" fmla="*/ 516 h 1470"/>
                <a:gd name="T98" fmla="*/ 187 w 1468"/>
                <a:gd name="T99" fmla="*/ 415 h 1470"/>
                <a:gd name="T100" fmla="*/ 139 w 1468"/>
                <a:gd name="T101" fmla="*/ 291 h 1470"/>
                <a:gd name="T102" fmla="*/ 367 w 1468"/>
                <a:gd name="T103" fmla="*/ 218 h 1470"/>
                <a:gd name="T104" fmla="*/ 464 w 1468"/>
                <a:gd name="T105" fmla="*/ 161 h 1470"/>
                <a:gd name="T106" fmla="*/ 570 w 1468"/>
                <a:gd name="T107" fmla="*/ 122 h 1470"/>
                <a:gd name="T108" fmla="*/ 627 w 1468"/>
                <a:gd name="T109" fmla="*/ 0 h 1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68" h="1470">
                  <a:moveTo>
                    <a:pt x="734" y="443"/>
                  </a:moveTo>
                  <a:lnTo>
                    <a:pt x="691" y="446"/>
                  </a:lnTo>
                  <a:lnTo>
                    <a:pt x="650" y="455"/>
                  </a:lnTo>
                  <a:lnTo>
                    <a:pt x="611" y="470"/>
                  </a:lnTo>
                  <a:lnTo>
                    <a:pt x="575" y="490"/>
                  </a:lnTo>
                  <a:lnTo>
                    <a:pt x="542" y="514"/>
                  </a:lnTo>
                  <a:lnTo>
                    <a:pt x="514" y="543"/>
                  </a:lnTo>
                  <a:lnTo>
                    <a:pt x="489" y="576"/>
                  </a:lnTo>
                  <a:lnTo>
                    <a:pt x="469" y="612"/>
                  </a:lnTo>
                  <a:lnTo>
                    <a:pt x="454" y="651"/>
                  </a:lnTo>
                  <a:lnTo>
                    <a:pt x="445" y="692"/>
                  </a:lnTo>
                  <a:lnTo>
                    <a:pt x="442" y="735"/>
                  </a:lnTo>
                  <a:lnTo>
                    <a:pt x="445" y="778"/>
                  </a:lnTo>
                  <a:lnTo>
                    <a:pt x="454" y="819"/>
                  </a:lnTo>
                  <a:lnTo>
                    <a:pt x="469" y="858"/>
                  </a:lnTo>
                  <a:lnTo>
                    <a:pt x="489" y="894"/>
                  </a:lnTo>
                  <a:lnTo>
                    <a:pt x="514" y="926"/>
                  </a:lnTo>
                  <a:lnTo>
                    <a:pt x="542" y="955"/>
                  </a:lnTo>
                  <a:lnTo>
                    <a:pt x="575" y="981"/>
                  </a:lnTo>
                  <a:lnTo>
                    <a:pt x="611" y="1000"/>
                  </a:lnTo>
                  <a:lnTo>
                    <a:pt x="650" y="1014"/>
                  </a:lnTo>
                  <a:lnTo>
                    <a:pt x="691" y="1025"/>
                  </a:lnTo>
                  <a:lnTo>
                    <a:pt x="734" y="1028"/>
                  </a:lnTo>
                  <a:lnTo>
                    <a:pt x="777" y="1025"/>
                  </a:lnTo>
                  <a:lnTo>
                    <a:pt x="818" y="1014"/>
                  </a:lnTo>
                  <a:lnTo>
                    <a:pt x="857" y="1000"/>
                  </a:lnTo>
                  <a:lnTo>
                    <a:pt x="893" y="981"/>
                  </a:lnTo>
                  <a:lnTo>
                    <a:pt x="925" y="955"/>
                  </a:lnTo>
                  <a:lnTo>
                    <a:pt x="954" y="926"/>
                  </a:lnTo>
                  <a:lnTo>
                    <a:pt x="979" y="894"/>
                  </a:lnTo>
                  <a:lnTo>
                    <a:pt x="999" y="858"/>
                  </a:lnTo>
                  <a:lnTo>
                    <a:pt x="1013" y="819"/>
                  </a:lnTo>
                  <a:lnTo>
                    <a:pt x="1022" y="778"/>
                  </a:lnTo>
                  <a:lnTo>
                    <a:pt x="1025" y="735"/>
                  </a:lnTo>
                  <a:lnTo>
                    <a:pt x="1022" y="692"/>
                  </a:lnTo>
                  <a:lnTo>
                    <a:pt x="1013" y="651"/>
                  </a:lnTo>
                  <a:lnTo>
                    <a:pt x="999" y="612"/>
                  </a:lnTo>
                  <a:lnTo>
                    <a:pt x="978" y="576"/>
                  </a:lnTo>
                  <a:lnTo>
                    <a:pt x="953" y="543"/>
                  </a:lnTo>
                  <a:lnTo>
                    <a:pt x="925" y="514"/>
                  </a:lnTo>
                  <a:lnTo>
                    <a:pt x="892" y="490"/>
                  </a:lnTo>
                  <a:lnTo>
                    <a:pt x="856" y="470"/>
                  </a:lnTo>
                  <a:lnTo>
                    <a:pt x="818" y="455"/>
                  </a:lnTo>
                  <a:lnTo>
                    <a:pt x="777" y="446"/>
                  </a:lnTo>
                  <a:lnTo>
                    <a:pt x="734" y="443"/>
                  </a:lnTo>
                  <a:close/>
                  <a:moveTo>
                    <a:pt x="627" y="0"/>
                  </a:moveTo>
                  <a:lnTo>
                    <a:pt x="839" y="0"/>
                  </a:lnTo>
                  <a:lnTo>
                    <a:pt x="839" y="110"/>
                  </a:lnTo>
                  <a:lnTo>
                    <a:pt x="895" y="122"/>
                  </a:lnTo>
                  <a:lnTo>
                    <a:pt x="949" y="140"/>
                  </a:lnTo>
                  <a:lnTo>
                    <a:pt x="1002" y="161"/>
                  </a:lnTo>
                  <a:lnTo>
                    <a:pt x="1052" y="187"/>
                  </a:lnTo>
                  <a:lnTo>
                    <a:pt x="1098" y="218"/>
                  </a:lnTo>
                  <a:lnTo>
                    <a:pt x="1179" y="140"/>
                  </a:lnTo>
                  <a:lnTo>
                    <a:pt x="1329" y="291"/>
                  </a:lnTo>
                  <a:lnTo>
                    <a:pt x="1251" y="368"/>
                  </a:lnTo>
                  <a:lnTo>
                    <a:pt x="1282" y="416"/>
                  </a:lnTo>
                  <a:lnTo>
                    <a:pt x="1307" y="465"/>
                  </a:lnTo>
                  <a:lnTo>
                    <a:pt x="1329" y="518"/>
                  </a:lnTo>
                  <a:lnTo>
                    <a:pt x="1346" y="572"/>
                  </a:lnTo>
                  <a:lnTo>
                    <a:pt x="1358" y="628"/>
                  </a:lnTo>
                  <a:lnTo>
                    <a:pt x="1468" y="628"/>
                  </a:lnTo>
                  <a:lnTo>
                    <a:pt x="1468" y="840"/>
                  </a:lnTo>
                  <a:lnTo>
                    <a:pt x="1358" y="840"/>
                  </a:lnTo>
                  <a:lnTo>
                    <a:pt x="1346" y="896"/>
                  </a:lnTo>
                  <a:lnTo>
                    <a:pt x="1329" y="952"/>
                  </a:lnTo>
                  <a:lnTo>
                    <a:pt x="1307" y="1003"/>
                  </a:lnTo>
                  <a:lnTo>
                    <a:pt x="1282" y="1053"/>
                  </a:lnTo>
                  <a:lnTo>
                    <a:pt x="1251" y="1100"/>
                  </a:lnTo>
                  <a:lnTo>
                    <a:pt x="1329" y="1181"/>
                  </a:lnTo>
                  <a:lnTo>
                    <a:pt x="1176" y="1331"/>
                  </a:lnTo>
                  <a:lnTo>
                    <a:pt x="1098" y="1253"/>
                  </a:lnTo>
                  <a:lnTo>
                    <a:pt x="1051" y="1283"/>
                  </a:lnTo>
                  <a:lnTo>
                    <a:pt x="1001" y="1309"/>
                  </a:lnTo>
                  <a:lnTo>
                    <a:pt x="949" y="1332"/>
                  </a:lnTo>
                  <a:lnTo>
                    <a:pt x="895" y="1348"/>
                  </a:lnTo>
                  <a:lnTo>
                    <a:pt x="839" y="1360"/>
                  </a:lnTo>
                  <a:lnTo>
                    <a:pt x="839" y="1470"/>
                  </a:lnTo>
                  <a:lnTo>
                    <a:pt x="627" y="1470"/>
                  </a:lnTo>
                  <a:lnTo>
                    <a:pt x="627" y="1360"/>
                  </a:lnTo>
                  <a:lnTo>
                    <a:pt x="570" y="1348"/>
                  </a:lnTo>
                  <a:lnTo>
                    <a:pt x="516" y="1331"/>
                  </a:lnTo>
                  <a:lnTo>
                    <a:pt x="463" y="1309"/>
                  </a:lnTo>
                  <a:lnTo>
                    <a:pt x="414" y="1283"/>
                  </a:lnTo>
                  <a:lnTo>
                    <a:pt x="367" y="1253"/>
                  </a:lnTo>
                  <a:lnTo>
                    <a:pt x="289" y="1331"/>
                  </a:lnTo>
                  <a:lnTo>
                    <a:pt x="139" y="1181"/>
                  </a:lnTo>
                  <a:lnTo>
                    <a:pt x="217" y="1100"/>
                  </a:lnTo>
                  <a:lnTo>
                    <a:pt x="187" y="1052"/>
                  </a:lnTo>
                  <a:lnTo>
                    <a:pt x="161" y="1002"/>
                  </a:lnTo>
                  <a:lnTo>
                    <a:pt x="138" y="951"/>
                  </a:lnTo>
                  <a:lnTo>
                    <a:pt x="122" y="896"/>
                  </a:lnTo>
                  <a:lnTo>
                    <a:pt x="110" y="840"/>
                  </a:lnTo>
                  <a:lnTo>
                    <a:pt x="0" y="840"/>
                  </a:lnTo>
                  <a:lnTo>
                    <a:pt x="0" y="628"/>
                  </a:lnTo>
                  <a:lnTo>
                    <a:pt x="110" y="628"/>
                  </a:lnTo>
                  <a:lnTo>
                    <a:pt x="122" y="571"/>
                  </a:lnTo>
                  <a:lnTo>
                    <a:pt x="139" y="516"/>
                  </a:lnTo>
                  <a:lnTo>
                    <a:pt x="161" y="464"/>
                  </a:lnTo>
                  <a:lnTo>
                    <a:pt x="187" y="415"/>
                  </a:lnTo>
                  <a:lnTo>
                    <a:pt x="217" y="368"/>
                  </a:lnTo>
                  <a:lnTo>
                    <a:pt x="139" y="291"/>
                  </a:lnTo>
                  <a:lnTo>
                    <a:pt x="289" y="140"/>
                  </a:lnTo>
                  <a:lnTo>
                    <a:pt x="367" y="218"/>
                  </a:lnTo>
                  <a:lnTo>
                    <a:pt x="415" y="187"/>
                  </a:lnTo>
                  <a:lnTo>
                    <a:pt x="464" y="161"/>
                  </a:lnTo>
                  <a:lnTo>
                    <a:pt x="517" y="140"/>
                  </a:lnTo>
                  <a:lnTo>
                    <a:pt x="570" y="122"/>
                  </a:lnTo>
                  <a:lnTo>
                    <a:pt x="627" y="110"/>
                  </a:lnTo>
                  <a:lnTo>
                    <a:pt x="6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0399850-8F4E-45C5-B439-4D755DF23011}"/>
              </a:ext>
            </a:extLst>
          </p:cNvPr>
          <p:cNvGrpSpPr/>
          <p:nvPr/>
        </p:nvGrpSpPr>
        <p:grpSpPr>
          <a:xfrm>
            <a:off x="2848977" y="1719143"/>
            <a:ext cx="310355" cy="310356"/>
            <a:chOff x="2408238" y="1219200"/>
            <a:chExt cx="382587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2" name="Freeform 152">
              <a:extLst>
                <a:ext uri="{FF2B5EF4-FFF2-40B4-BE49-F238E27FC236}">
                  <a16:creationId xmlns:a16="http://schemas.microsoft.com/office/drawing/2014/main" id="{C0B93831-E8DB-454A-84CC-14A923025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813" y="1219200"/>
              <a:ext cx="71437" cy="71438"/>
            </a:xfrm>
            <a:custGeom>
              <a:avLst/>
              <a:gdLst>
                <a:gd name="T0" fmla="*/ 319 w 638"/>
                <a:gd name="T1" fmla="*/ 0 h 627"/>
                <a:gd name="T2" fmla="*/ 362 w 638"/>
                <a:gd name="T3" fmla="*/ 3 h 627"/>
                <a:gd name="T4" fmla="*/ 404 w 638"/>
                <a:gd name="T5" fmla="*/ 11 h 627"/>
                <a:gd name="T6" fmla="*/ 443 w 638"/>
                <a:gd name="T7" fmla="*/ 25 h 627"/>
                <a:gd name="T8" fmla="*/ 480 w 638"/>
                <a:gd name="T9" fmla="*/ 43 h 627"/>
                <a:gd name="T10" fmla="*/ 514 w 638"/>
                <a:gd name="T11" fmla="*/ 65 h 627"/>
                <a:gd name="T12" fmla="*/ 544 w 638"/>
                <a:gd name="T13" fmla="*/ 92 h 627"/>
                <a:gd name="T14" fmla="*/ 572 w 638"/>
                <a:gd name="T15" fmla="*/ 122 h 627"/>
                <a:gd name="T16" fmla="*/ 594 w 638"/>
                <a:gd name="T17" fmla="*/ 155 h 627"/>
                <a:gd name="T18" fmla="*/ 612 w 638"/>
                <a:gd name="T19" fmla="*/ 191 h 627"/>
                <a:gd name="T20" fmla="*/ 627 w 638"/>
                <a:gd name="T21" fmla="*/ 230 h 627"/>
                <a:gd name="T22" fmla="*/ 635 w 638"/>
                <a:gd name="T23" fmla="*/ 271 h 627"/>
                <a:gd name="T24" fmla="*/ 638 w 638"/>
                <a:gd name="T25" fmla="*/ 313 h 627"/>
                <a:gd name="T26" fmla="*/ 635 w 638"/>
                <a:gd name="T27" fmla="*/ 356 h 627"/>
                <a:gd name="T28" fmla="*/ 627 w 638"/>
                <a:gd name="T29" fmla="*/ 397 h 627"/>
                <a:gd name="T30" fmla="*/ 612 w 638"/>
                <a:gd name="T31" fmla="*/ 436 h 627"/>
                <a:gd name="T32" fmla="*/ 594 w 638"/>
                <a:gd name="T33" fmla="*/ 471 h 627"/>
                <a:gd name="T34" fmla="*/ 572 w 638"/>
                <a:gd name="T35" fmla="*/ 505 h 627"/>
                <a:gd name="T36" fmla="*/ 544 w 638"/>
                <a:gd name="T37" fmla="*/ 535 h 627"/>
                <a:gd name="T38" fmla="*/ 514 w 638"/>
                <a:gd name="T39" fmla="*/ 561 h 627"/>
                <a:gd name="T40" fmla="*/ 480 w 638"/>
                <a:gd name="T41" fmla="*/ 584 h 627"/>
                <a:gd name="T42" fmla="*/ 443 w 638"/>
                <a:gd name="T43" fmla="*/ 602 h 627"/>
                <a:gd name="T44" fmla="*/ 404 w 638"/>
                <a:gd name="T45" fmla="*/ 615 h 627"/>
                <a:gd name="T46" fmla="*/ 362 w 638"/>
                <a:gd name="T47" fmla="*/ 624 h 627"/>
                <a:gd name="T48" fmla="*/ 319 w 638"/>
                <a:gd name="T49" fmla="*/ 627 h 627"/>
                <a:gd name="T50" fmla="*/ 276 w 638"/>
                <a:gd name="T51" fmla="*/ 624 h 627"/>
                <a:gd name="T52" fmla="*/ 234 w 638"/>
                <a:gd name="T53" fmla="*/ 615 h 627"/>
                <a:gd name="T54" fmla="*/ 195 w 638"/>
                <a:gd name="T55" fmla="*/ 602 h 627"/>
                <a:gd name="T56" fmla="*/ 158 w 638"/>
                <a:gd name="T57" fmla="*/ 584 h 627"/>
                <a:gd name="T58" fmla="*/ 124 w 638"/>
                <a:gd name="T59" fmla="*/ 561 h 627"/>
                <a:gd name="T60" fmla="*/ 94 w 638"/>
                <a:gd name="T61" fmla="*/ 535 h 627"/>
                <a:gd name="T62" fmla="*/ 66 w 638"/>
                <a:gd name="T63" fmla="*/ 505 h 627"/>
                <a:gd name="T64" fmla="*/ 44 w 638"/>
                <a:gd name="T65" fmla="*/ 471 h 627"/>
                <a:gd name="T66" fmla="*/ 26 w 638"/>
                <a:gd name="T67" fmla="*/ 436 h 627"/>
                <a:gd name="T68" fmla="*/ 11 w 638"/>
                <a:gd name="T69" fmla="*/ 397 h 627"/>
                <a:gd name="T70" fmla="*/ 3 w 638"/>
                <a:gd name="T71" fmla="*/ 356 h 627"/>
                <a:gd name="T72" fmla="*/ 0 w 638"/>
                <a:gd name="T73" fmla="*/ 313 h 627"/>
                <a:gd name="T74" fmla="*/ 3 w 638"/>
                <a:gd name="T75" fmla="*/ 271 h 627"/>
                <a:gd name="T76" fmla="*/ 11 w 638"/>
                <a:gd name="T77" fmla="*/ 230 h 627"/>
                <a:gd name="T78" fmla="*/ 26 w 638"/>
                <a:gd name="T79" fmla="*/ 191 h 627"/>
                <a:gd name="T80" fmla="*/ 44 w 638"/>
                <a:gd name="T81" fmla="*/ 155 h 627"/>
                <a:gd name="T82" fmla="*/ 66 w 638"/>
                <a:gd name="T83" fmla="*/ 122 h 627"/>
                <a:gd name="T84" fmla="*/ 94 w 638"/>
                <a:gd name="T85" fmla="*/ 92 h 627"/>
                <a:gd name="T86" fmla="*/ 124 w 638"/>
                <a:gd name="T87" fmla="*/ 65 h 627"/>
                <a:gd name="T88" fmla="*/ 158 w 638"/>
                <a:gd name="T89" fmla="*/ 43 h 627"/>
                <a:gd name="T90" fmla="*/ 195 w 638"/>
                <a:gd name="T91" fmla="*/ 25 h 627"/>
                <a:gd name="T92" fmla="*/ 234 w 638"/>
                <a:gd name="T93" fmla="*/ 11 h 627"/>
                <a:gd name="T94" fmla="*/ 276 w 638"/>
                <a:gd name="T95" fmla="*/ 3 h 627"/>
                <a:gd name="T96" fmla="*/ 319 w 638"/>
                <a:gd name="T97" fmla="*/ 0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38" h="627">
                  <a:moveTo>
                    <a:pt x="319" y="0"/>
                  </a:moveTo>
                  <a:lnTo>
                    <a:pt x="362" y="3"/>
                  </a:lnTo>
                  <a:lnTo>
                    <a:pt x="404" y="11"/>
                  </a:lnTo>
                  <a:lnTo>
                    <a:pt x="443" y="25"/>
                  </a:lnTo>
                  <a:lnTo>
                    <a:pt x="480" y="43"/>
                  </a:lnTo>
                  <a:lnTo>
                    <a:pt x="514" y="65"/>
                  </a:lnTo>
                  <a:lnTo>
                    <a:pt x="544" y="92"/>
                  </a:lnTo>
                  <a:lnTo>
                    <a:pt x="572" y="122"/>
                  </a:lnTo>
                  <a:lnTo>
                    <a:pt x="594" y="155"/>
                  </a:lnTo>
                  <a:lnTo>
                    <a:pt x="612" y="191"/>
                  </a:lnTo>
                  <a:lnTo>
                    <a:pt x="627" y="230"/>
                  </a:lnTo>
                  <a:lnTo>
                    <a:pt x="635" y="271"/>
                  </a:lnTo>
                  <a:lnTo>
                    <a:pt x="638" y="313"/>
                  </a:lnTo>
                  <a:lnTo>
                    <a:pt x="635" y="356"/>
                  </a:lnTo>
                  <a:lnTo>
                    <a:pt x="627" y="397"/>
                  </a:lnTo>
                  <a:lnTo>
                    <a:pt x="612" y="436"/>
                  </a:lnTo>
                  <a:lnTo>
                    <a:pt x="594" y="471"/>
                  </a:lnTo>
                  <a:lnTo>
                    <a:pt x="572" y="505"/>
                  </a:lnTo>
                  <a:lnTo>
                    <a:pt x="544" y="535"/>
                  </a:lnTo>
                  <a:lnTo>
                    <a:pt x="514" y="561"/>
                  </a:lnTo>
                  <a:lnTo>
                    <a:pt x="480" y="584"/>
                  </a:lnTo>
                  <a:lnTo>
                    <a:pt x="443" y="602"/>
                  </a:lnTo>
                  <a:lnTo>
                    <a:pt x="404" y="615"/>
                  </a:lnTo>
                  <a:lnTo>
                    <a:pt x="362" y="624"/>
                  </a:lnTo>
                  <a:lnTo>
                    <a:pt x="319" y="627"/>
                  </a:lnTo>
                  <a:lnTo>
                    <a:pt x="276" y="624"/>
                  </a:lnTo>
                  <a:lnTo>
                    <a:pt x="234" y="615"/>
                  </a:lnTo>
                  <a:lnTo>
                    <a:pt x="195" y="602"/>
                  </a:lnTo>
                  <a:lnTo>
                    <a:pt x="158" y="584"/>
                  </a:lnTo>
                  <a:lnTo>
                    <a:pt x="124" y="561"/>
                  </a:lnTo>
                  <a:lnTo>
                    <a:pt x="94" y="535"/>
                  </a:lnTo>
                  <a:lnTo>
                    <a:pt x="66" y="505"/>
                  </a:lnTo>
                  <a:lnTo>
                    <a:pt x="44" y="471"/>
                  </a:lnTo>
                  <a:lnTo>
                    <a:pt x="26" y="436"/>
                  </a:lnTo>
                  <a:lnTo>
                    <a:pt x="11" y="397"/>
                  </a:lnTo>
                  <a:lnTo>
                    <a:pt x="3" y="356"/>
                  </a:lnTo>
                  <a:lnTo>
                    <a:pt x="0" y="313"/>
                  </a:lnTo>
                  <a:lnTo>
                    <a:pt x="3" y="271"/>
                  </a:lnTo>
                  <a:lnTo>
                    <a:pt x="11" y="230"/>
                  </a:lnTo>
                  <a:lnTo>
                    <a:pt x="26" y="191"/>
                  </a:lnTo>
                  <a:lnTo>
                    <a:pt x="44" y="155"/>
                  </a:lnTo>
                  <a:lnTo>
                    <a:pt x="66" y="122"/>
                  </a:lnTo>
                  <a:lnTo>
                    <a:pt x="94" y="92"/>
                  </a:lnTo>
                  <a:lnTo>
                    <a:pt x="124" y="65"/>
                  </a:lnTo>
                  <a:lnTo>
                    <a:pt x="158" y="43"/>
                  </a:lnTo>
                  <a:lnTo>
                    <a:pt x="195" y="25"/>
                  </a:lnTo>
                  <a:lnTo>
                    <a:pt x="234" y="11"/>
                  </a:lnTo>
                  <a:lnTo>
                    <a:pt x="276" y="3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3" name="Freeform 153">
              <a:extLst>
                <a:ext uri="{FF2B5EF4-FFF2-40B4-BE49-F238E27FC236}">
                  <a16:creationId xmlns:a16="http://schemas.microsoft.com/office/drawing/2014/main" id="{9CC1EA47-EFA4-46EC-B02C-E116754799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6838" y="1277938"/>
              <a:ext cx="107950" cy="84138"/>
            </a:xfrm>
            <a:custGeom>
              <a:avLst/>
              <a:gdLst>
                <a:gd name="T0" fmla="*/ 961 w 961"/>
                <a:gd name="T1" fmla="*/ 735 h 735"/>
                <a:gd name="T2" fmla="*/ 961 w 961"/>
                <a:gd name="T3" fmla="*/ 735 h 735"/>
                <a:gd name="T4" fmla="*/ 961 w 961"/>
                <a:gd name="T5" fmla="*/ 735 h 735"/>
                <a:gd name="T6" fmla="*/ 961 w 961"/>
                <a:gd name="T7" fmla="*/ 735 h 735"/>
                <a:gd name="T8" fmla="*/ 86 w 961"/>
                <a:gd name="T9" fmla="*/ 0 h 735"/>
                <a:gd name="T10" fmla="*/ 961 w 961"/>
                <a:gd name="T11" fmla="*/ 735 h 735"/>
                <a:gd name="T12" fmla="*/ 739 w 961"/>
                <a:gd name="T13" fmla="*/ 735 h 735"/>
                <a:gd name="T14" fmla="*/ 0 w 961"/>
                <a:gd name="T15" fmla="*/ 116 h 735"/>
                <a:gd name="T16" fmla="*/ 26 w 961"/>
                <a:gd name="T17" fmla="*/ 89 h 735"/>
                <a:gd name="T18" fmla="*/ 48 w 961"/>
                <a:gd name="T19" fmla="*/ 62 h 735"/>
                <a:gd name="T20" fmla="*/ 69 w 961"/>
                <a:gd name="T21" fmla="*/ 32 h 735"/>
                <a:gd name="T22" fmla="*/ 86 w 961"/>
                <a:gd name="T23" fmla="*/ 0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1" h="735">
                  <a:moveTo>
                    <a:pt x="961" y="735"/>
                  </a:moveTo>
                  <a:lnTo>
                    <a:pt x="961" y="735"/>
                  </a:lnTo>
                  <a:lnTo>
                    <a:pt x="961" y="735"/>
                  </a:lnTo>
                  <a:lnTo>
                    <a:pt x="961" y="735"/>
                  </a:lnTo>
                  <a:close/>
                  <a:moveTo>
                    <a:pt x="86" y="0"/>
                  </a:moveTo>
                  <a:lnTo>
                    <a:pt x="961" y="735"/>
                  </a:lnTo>
                  <a:lnTo>
                    <a:pt x="739" y="735"/>
                  </a:lnTo>
                  <a:lnTo>
                    <a:pt x="0" y="116"/>
                  </a:lnTo>
                  <a:lnTo>
                    <a:pt x="26" y="89"/>
                  </a:lnTo>
                  <a:lnTo>
                    <a:pt x="48" y="62"/>
                  </a:lnTo>
                  <a:lnTo>
                    <a:pt x="69" y="3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4" name="Freeform 154">
              <a:extLst>
                <a:ext uri="{FF2B5EF4-FFF2-40B4-BE49-F238E27FC236}">
                  <a16:creationId xmlns:a16="http://schemas.microsoft.com/office/drawing/2014/main" id="{2D99D34E-782E-481F-A9FA-AA7057C41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275" y="1277938"/>
              <a:ext cx="107950" cy="84138"/>
            </a:xfrm>
            <a:custGeom>
              <a:avLst/>
              <a:gdLst>
                <a:gd name="T0" fmla="*/ 875 w 961"/>
                <a:gd name="T1" fmla="*/ 0 h 734"/>
                <a:gd name="T2" fmla="*/ 892 w 961"/>
                <a:gd name="T3" fmla="*/ 32 h 734"/>
                <a:gd name="T4" fmla="*/ 913 w 961"/>
                <a:gd name="T5" fmla="*/ 61 h 734"/>
                <a:gd name="T6" fmla="*/ 935 w 961"/>
                <a:gd name="T7" fmla="*/ 88 h 734"/>
                <a:gd name="T8" fmla="*/ 961 w 961"/>
                <a:gd name="T9" fmla="*/ 116 h 734"/>
                <a:gd name="T10" fmla="*/ 225 w 961"/>
                <a:gd name="T11" fmla="*/ 734 h 734"/>
                <a:gd name="T12" fmla="*/ 0 w 961"/>
                <a:gd name="T13" fmla="*/ 734 h 734"/>
                <a:gd name="T14" fmla="*/ 875 w 961"/>
                <a:gd name="T15" fmla="*/ 0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1" h="734">
                  <a:moveTo>
                    <a:pt x="875" y="0"/>
                  </a:moveTo>
                  <a:lnTo>
                    <a:pt x="892" y="32"/>
                  </a:lnTo>
                  <a:lnTo>
                    <a:pt x="913" y="61"/>
                  </a:lnTo>
                  <a:lnTo>
                    <a:pt x="935" y="88"/>
                  </a:lnTo>
                  <a:lnTo>
                    <a:pt x="961" y="116"/>
                  </a:lnTo>
                  <a:lnTo>
                    <a:pt x="225" y="734"/>
                  </a:lnTo>
                  <a:lnTo>
                    <a:pt x="0" y="734"/>
                  </a:lnTo>
                  <a:lnTo>
                    <a:pt x="8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5" name="Freeform 155">
              <a:extLst>
                <a:ext uri="{FF2B5EF4-FFF2-40B4-BE49-F238E27FC236}">
                  <a16:creationId xmlns:a16="http://schemas.microsoft.com/office/drawing/2014/main" id="{F592B0B8-7E87-4A08-BF00-79CDCE933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513" y="1428750"/>
              <a:ext cx="15875" cy="38100"/>
            </a:xfrm>
            <a:custGeom>
              <a:avLst/>
              <a:gdLst>
                <a:gd name="T0" fmla="*/ 65 w 130"/>
                <a:gd name="T1" fmla="*/ 0 h 324"/>
                <a:gd name="T2" fmla="*/ 78 w 130"/>
                <a:gd name="T3" fmla="*/ 3 h 324"/>
                <a:gd name="T4" fmla="*/ 91 w 130"/>
                <a:gd name="T5" fmla="*/ 12 h 324"/>
                <a:gd name="T6" fmla="*/ 102 w 130"/>
                <a:gd name="T7" fmla="*/ 27 h 324"/>
                <a:gd name="T8" fmla="*/ 112 w 130"/>
                <a:gd name="T9" fmla="*/ 47 h 324"/>
                <a:gd name="T10" fmla="*/ 119 w 130"/>
                <a:gd name="T11" fmla="*/ 71 h 324"/>
                <a:gd name="T12" fmla="*/ 125 w 130"/>
                <a:gd name="T13" fmla="*/ 99 h 324"/>
                <a:gd name="T14" fmla="*/ 129 w 130"/>
                <a:gd name="T15" fmla="*/ 128 h 324"/>
                <a:gd name="T16" fmla="*/ 130 w 130"/>
                <a:gd name="T17" fmla="*/ 161 h 324"/>
                <a:gd name="T18" fmla="*/ 129 w 130"/>
                <a:gd name="T19" fmla="*/ 194 h 324"/>
                <a:gd name="T20" fmla="*/ 125 w 130"/>
                <a:gd name="T21" fmla="*/ 225 h 324"/>
                <a:gd name="T22" fmla="*/ 119 w 130"/>
                <a:gd name="T23" fmla="*/ 252 h 324"/>
                <a:gd name="T24" fmla="*/ 112 w 130"/>
                <a:gd name="T25" fmla="*/ 276 h 324"/>
                <a:gd name="T26" fmla="*/ 102 w 130"/>
                <a:gd name="T27" fmla="*/ 295 h 324"/>
                <a:gd name="T28" fmla="*/ 91 w 130"/>
                <a:gd name="T29" fmla="*/ 310 h 324"/>
                <a:gd name="T30" fmla="*/ 78 w 130"/>
                <a:gd name="T31" fmla="*/ 320 h 324"/>
                <a:gd name="T32" fmla="*/ 65 w 130"/>
                <a:gd name="T33" fmla="*/ 324 h 324"/>
                <a:gd name="T34" fmla="*/ 52 w 130"/>
                <a:gd name="T35" fmla="*/ 320 h 324"/>
                <a:gd name="T36" fmla="*/ 40 w 130"/>
                <a:gd name="T37" fmla="*/ 310 h 324"/>
                <a:gd name="T38" fmla="*/ 29 w 130"/>
                <a:gd name="T39" fmla="*/ 295 h 324"/>
                <a:gd name="T40" fmla="*/ 19 w 130"/>
                <a:gd name="T41" fmla="*/ 276 h 324"/>
                <a:gd name="T42" fmla="*/ 11 w 130"/>
                <a:gd name="T43" fmla="*/ 252 h 324"/>
                <a:gd name="T44" fmla="*/ 5 w 130"/>
                <a:gd name="T45" fmla="*/ 225 h 324"/>
                <a:gd name="T46" fmla="*/ 2 w 130"/>
                <a:gd name="T47" fmla="*/ 194 h 324"/>
                <a:gd name="T48" fmla="*/ 0 w 130"/>
                <a:gd name="T49" fmla="*/ 161 h 324"/>
                <a:gd name="T50" fmla="*/ 2 w 130"/>
                <a:gd name="T51" fmla="*/ 128 h 324"/>
                <a:gd name="T52" fmla="*/ 5 w 130"/>
                <a:gd name="T53" fmla="*/ 99 h 324"/>
                <a:gd name="T54" fmla="*/ 11 w 130"/>
                <a:gd name="T55" fmla="*/ 71 h 324"/>
                <a:gd name="T56" fmla="*/ 19 w 130"/>
                <a:gd name="T57" fmla="*/ 47 h 324"/>
                <a:gd name="T58" fmla="*/ 29 w 130"/>
                <a:gd name="T59" fmla="*/ 27 h 324"/>
                <a:gd name="T60" fmla="*/ 40 w 130"/>
                <a:gd name="T61" fmla="*/ 12 h 324"/>
                <a:gd name="T62" fmla="*/ 52 w 130"/>
                <a:gd name="T63" fmla="*/ 3 h 324"/>
                <a:gd name="T64" fmla="*/ 65 w 130"/>
                <a:gd name="T65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0" h="324">
                  <a:moveTo>
                    <a:pt x="65" y="0"/>
                  </a:moveTo>
                  <a:lnTo>
                    <a:pt x="78" y="3"/>
                  </a:lnTo>
                  <a:lnTo>
                    <a:pt x="91" y="12"/>
                  </a:lnTo>
                  <a:lnTo>
                    <a:pt x="102" y="27"/>
                  </a:lnTo>
                  <a:lnTo>
                    <a:pt x="112" y="47"/>
                  </a:lnTo>
                  <a:lnTo>
                    <a:pt x="119" y="71"/>
                  </a:lnTo>
                  <a:lnTo>
                    <a:pt x="125" y="99"/>
                  </a:lnTo>
                  <a:lnTo>
                    <a:pt x="129" y="128"/>
                  </a:lnTo>
                  <a:lnTo>
                    <a:pt x="130" y="161"/>
                  </a:lnTo>
                  <a:lnTo>
                    <a:pt x="129" y="194"/>
                  </a:lnTo>
                  <a:lnTo>
                    <a:pt x="125" y="225"/>
                  </a:lnTo>
                  <a:lnTo>
                    <a:pt x="119" y="252"/>
                  </a:lnTo>
                  <a:lnTo>
                    <a:pt x="112" y="276"/>
                  </a:lnTo>
                  <a:lnTo>
                    <a:pt x="102" y="295"/>
                  </a:lnTo>
                  <a:lnTo>
                    <a:pt x="91" y="310"/>
                  </a:lnTo>
                  <a:lnTo>
                    <a:pt x="78" y="320"/>
                  </a:lnTo>
                  <a:lnTo>
                    <a:pt x="65" y="324"/>
                  </a:lnTo>
                  <a:lnTo>
                    <a:pt x="52" y="320"/>
                  </a:lnTo>
                  <a:lnTo>
                    <a:pt x="40" y="310"/>
                  </a:lnTo>
                  <a:lnTo>
                    <a:pt x="29" y="295"/>
                  </a:lnTo>
                  <a:lnTo>
                    <a:pt x="19" y="276"/>
                  </a:lnTo>
                  <a:lnTo>
                    <a:pt x="11" y="252"/>
                  </a:lnTo>
                  <a:lnTo>
                    <a:pt x="5" y="225"/>
                  </a:lnTo>
                  <a:lnTo>
                    <a:pt x="2" y="194"/>
                  </a:lnTo>
                  <a:lnTo>
                    <a:pt x="0" y="161"/>
                  </a:lnTo>
                  <a:lnTo>
                    <a:pt x="2" y="128"/>
                  </a:lnTo>
                  <a:lnTo>
                    <a:pt x="5" y="99"/>
                  </a:lnTo>
                  <a:lnTo>
                    <a:pt x="11" y="71"/>
                  </a:lnTo>
                  <a:lnTo>
                    <a:pt x="19" y="47"/>
                  </a:lnTo>
                  <a:lnTo>
                    <a:pt x="29" y="27"/>
                  </a:lnTo>
                  <a:lnTo>
                    <a:pt x="40" y="12"/>
                  </a:lnTo>
                  <a:lnTo>
                    <a:pt x="52" y="3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6" name="Freeform 156">
              <a:extLst>
                <a:ext uri="{FF2B5EF4-FFF2-40B4-BE49-F238E27FC236}">
                  <a16:creationId xmlns:a16="http://schemas.microsoft.com/office/drawing/2014/main" id="{9EEB3823-A158-4B43-AE50-FB471FA6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463" y="1512888"/>
              <a:ext cx="15875" cy="14288"/>
            </a:xfrm>
            <a:custGeom>
              <a:avLst/>
              <a:gdLst>
                <a:gd name="T0" fmla="*/ 0 w 132"/>
                <a:gd name="T1" fmla="*/ 0 h 122"/>
                <a:gd name="T2" fmla="*/ 64 w 132"/>
                <a:gd name="T3" fmla="*/ 0 h 122"/>
                <a:gd name="T4" fmla="*/ 83 w 132"/>
                <a:gd name="T5" fmla="*/ 2 h 122"/>
                <a:gd name="T6" fmla="*/ 98 w 132"/>
                <a:gd name="T7" fmla="*/ 8 h 122"/>
                <a:gd name="T8" fmla="*/ 112 w 132"/>
                <a:gd name="T9" fmla="*/ 18 h 122"/>
                <a:gd name="T10" fmla="*/ 123 w 132"/>
                <a:gd name="T11" fmla="*/ 31 h 122"/>
                <a:gd name="T12" fmla="*/ 130 w 132"/>
                <a:gd name="T13" fmla="*/ 45 h 122"/>
                <a:gd name="T14" fmla="*/ 132 w 132"/>
                <a:gd name="T15" fmla="*/ 61 h 122"/>
                <a:gd name="T16" fmla="*/ 130 w 132"/>
                <a:gd name="T17" fmla="*/ 77 h 122"/>
                <a:gd name="T18" fmla="*/ 123 w 132"/>
                <a:gd name="T19" fmla="*/ 92 h 122"/>
                <a:gd name="T20" fmla="*/ 112 w 132"/>
                <a:gd name="T21" fmla="*/ 104 h 122"/>
                <a:gd name="T22" fmla="*/ 98 w 132"/>
                <a:gd name="T23" fmla="*/ 113 h 122"/>
                <a:gd name="T24" fmla="*/ 83 w 132"/>
                <a:gd name="T25" fmla="*/ 120 h 122"/>
                <a:gd name="T26" fmla="*/ 64 w 132"/>
                <a:gd name="T27" fmla="*/ 122 h 122"/>
                <a:gd name="T28" fmla="*/ 0 w 132"/>
                <a:gd name="T29" fmla="*/ 122 h 122"/>
                <a:gd name="T30" fmla="*/ 0 w 132"/>
                <a:gd name="T3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2" h="122">
                  <a:moveTo>
                    <a:pt x="0" y="0"/>
                  </a:moveTo>
                  <a:lnTo>
                    <a:pt x="64" y="0"/>
                  </a:lnTo>
                  <a:lnTo>
                    <a:pt x="83" y="2"/>
                  </a:lnTo>
                  <a:lnTo>
                    <a:pt x="98" y="8"/>
                  </a:lnTo>
                  <a:lnTo>
                    <a:pt x="112" y="18"/>
                  </a:lnTo>
                  <a:lnTo>
                    <a:pt x="123" y="31"/>
                  </a:lnTo>
                  <a:lnTo>
                    <a:pt x="130" y="45"/>
                  </a:lnTo>
                  <a:lnTo>
                    <a:pt x="132" y="61"/>
                  </a:lnTo>
                  <a:lnTo>
                    <a:pt x="130" y="77"/>
                  </a:lnTo>
                  <a:lnTo>
                    <a:pt x="123" y="92"/>
                  </a:lnTo>
                  <a:lnTo>
                    <a:pt x="112" y="104"/>
                  </a:lnTo>
                  <a:lnTo>
                    <a:pt x="98" y="113"/>
                  </a:lnTo>
                  <a:lnTo>
                    <a:pt x="83" y="120"/>
                  </a:lnTo>
                  <a:lnTo>
                    <a:pt x="64" y="122"/>
                  </a:lnTo>
                  <a:lnTo>
                    <a:pt x="0" y="1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97" name="Freeform 157">
              <a:extLst>
                <a:ext uri="{FF2B5EF4-FFF2-40B4-BE49-F238E27FC236}">
                  <a16:creationId xmlns:a16="http://schemas.microsoft.com/office/drawing/2014/main" id="{47F33F0A-52A1-452F-9839-802621A1C7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8238" y="1377950"/>
              <a:ext cx="382587" cy="223838"/>
            </a:xfrm>
            <a:custGeom>
              <a:avLst/>
              <a:gdLst>
                <a:gd name="T0" fmla="*/ 2405 w 3374"/>
                <a:gd name="T1" fmla="*/ 1187 h 1976"/>
                <a:gd name="T2" fmla="*/ 2340 w 3374"/>
                <a:gd name="T3" fmla="*/ 1340 h 1976"/>
                <a:gd name="T4" fmla="*/ 2409 w 3374"/>
                <a:gd name="T5" fmla="*/ 1535 h 1976"/>
                <a:gd name="T6" fmla="*/ 2588 w 3374"/>
                <a:gd name="T7" fmla="*/ 1599 h 1976"/>
                <a:gd name="T8" fmla="*/ 2737 w 3374"/>
                <a:gd name="T9" fmla="*/ 1493 h 1976"/>
                <a:gd name="T10" fmla="*/ 2772 w 3374"/>
                <a:gd name="T11" fmla="*/ 1346 h 1976"/>
                <a:gd name="T12" fmla="*/ 2531 w 3374"/>
                <a:gd name="T13" fmla="*/ 1327 h 1976"/>
                <a:gd name="T14" fmla="*/ 2543 w 3374"/>
                <a:gd name="T15" fmla="*/ 1397 h 1976"/>
                <a:gd name="T16" fmla="*/ 2650 w 3374"/>
                <a:gd name="T17" fmla="*/ 1471 h 1976"/>
                <a:gd name="T18" fmla="*/ 2513 w 3374"/>
                <a:gd name="T19" fmla="*/ 1512 h 1976"/>
                <a:gd name="T20" fmla="*/ 2430 w 3374"/>
                <a:gd name="T21" fmla="*/ 1383 h 1976"/>
                <a:gd name="T22" fmla="*/ 2466 w 3374"/>
                <a:gd name="T23" fmla="*/ 1247 h 1976"/>
                <a:gd name="T24" fmla="*/ 2606 w 3374"/>
                <a:gd name="T25" fmla="*/ 1210 h 1976"/>
                <a:gd name="T26" fmla="*/ 2710 w 3374"/>
                <a:gd name="T27" fmla="*/ 1257 h 1976"/>
                <a:gd name="T28" fmla="*/ 2675 w 3374"/>
                <a:gd name="T29" fmla="*/ 1155 h 1976"/>
                <a:gd name="T30" fmla="*/ 2158 w 3374"/>
                <a:gd name="T31" fmla="*/ 1124 h 1976"/>
                <a:gd name="T32" fmla="*/ 1933 w 3374"/>
                <a:gd name="T33" fmla="*/ 1119 h 1976"/>
                <a:gd name="T34" fmla="*/ 1871 w 3374"/>
                <a:gd name="T35" fmla="*/ 1561 h 1976"/>
                <a:gd name="T36" fmla="*/ 1943 w 3374"/>
                <a:gd name="T37" fmla="*/ 1594 h 1976"/>
                <a:gd name="T38" fmla="*/ 2167 w 3374"/>
                <a:gd name="T39" fmla="*/ 1598 h 1976"/>
                <a:gd name="T40" fmla="*/ 2227 w 3374"/>
                <a:gd name="T41" fmla="*/ 1574 h 1976"/>
                <a:gd name="T42" fmla="*/ 2185 w 3374"/>
                <a:gd name="T43" fmla="*/ 1116 h 1976"/>
                <a:gd name="T44" fmla="*/ 1656 w 3374"/>
                <a:gd name="T45" fmla="*/ 1561 h 1976"/>
                <a:gd name="T46" fmla="*/ 1728 w 3374"/>
                <a:gd name="T47" fmla="*/ 1594 h 1976"/>
                <a:gd name="T48" fmla="*/ 1728 w 3374"/>
                <a:gd name="T49" fmla="*/ 1123 h 1976"/>
                <a:gd name="T50" fmla="*/ 1231 w 3374"/>
                <a:gd name="T51" fmla="*/ 1144 h 1976"/>
                <a:gd name="T52" fmla="*/ 1273 w 3374"/>
                <a:gd name="T53" fmla="*/ 1602 h 1976"/>
                <a:gd name="T54" fmla="*/ 1357 w 3374"/>
                <a:gd name="T55" fmla="*/ 1399 h 1976"/>
                <a:gd name="T56" fmla="*/ 1515 w 3374"/>
                <a:gd name="T57" fmla="*/ 1592 h 1976"/>
                <a:gd name="T58" fmla="*/ 1474 w 3374"/>
                <a:gd name="T59" fmla="*/ 1372 h 1976"/>
                <a:gd name="T60" fmla="*/ 1528 w 3374"/>
                <a:gd name="T61" fmla="*/ 1202 h 1976"/>
                <a:gd name="T62" fmla="*/ 1273 w 3374"/>
                <a:gd name="T63" fmla="*/ 1116 h 1976"/>
                <a:gd name="T64" fmla="*/ 1017 w 3374"/>
                <a:gd name="T65" fmla="*/ 1561 h 1976"/>
                <a:gd name="T66" fmla="*/ 1089 w 3374"/>
                <a:gd name="T67" fmla="*/ 1594 h 1976"/>
                <a:gd name="T68" fmla="*/ 1089 w 3374"/>
                <a:gd name="T69" fmla="*/ 1123 h 1976"/>
                <a:gd name="T70" fmla="*/ 603 w 3374"/>
                <a:gd name="T71" fmla="*/ 1144 h 1976"/>
                <a:gd name="T72" fmla="*/ 645 w 3374"/>
                <a:gd name="T73" fmla="*/ 1602 h 1976"/>
                <a:gd name="T74" fmla="*/ 811 w 3374"/>
                <a:gd name="T75" fmla="*/ 1399 h 1976"/>
                <a:gd name="T76" fmla="*/ 870 w 3374"/>
                <a:gd name="T77" fmla="*/ 1600 h 1976"/>
                <a:gd name="T78" fmla="*/ 892 w 3374"/>
                <a:gd name="T79" fmla="*/ 1133 h 1976"/>
                <a:gd name="T80" fmla="*/ 814 w 3374"/>
                <a:gd name="T81" fmla="*/ 1144 h 1976"/>
                <a:gd name="T82" fmla="*/ 672 w 3374"/>
                <a:gd name="T83" fmla="*/ 1123 h 1976"/>
                <a:gd name="T84" fmla="*/ 1462 w 3374"/>
                <a:gd name="T85" fmla="*/ 422 h 1976"/>
                <a:gd name="T86" fmla="*/ 1401 w 3374"/>
                <a:gd name="T87" fmla="*/ 657 h 1976"/>
                <a:gd name="T88" fmla="*/ 1505 w 3374"/>
                <a:gd name="T89" fmla="*/ 847 h 1976"/>
                <a:gd name="T90" fmla="*/ 1662 w 3374"/>
                <a:gd name="T91" fmla="*/ 789 h 1976"/>
                <a:gd name="T92" fmla="*/ 1700 w 3374"/>
                <a:gd name="T93" fmla="*/ 541 h 1976"/>
                <a:gd name="T94" fmla="*/ 1579 w 3374"/>
                <a:gd name="T95" fmla="*/ 378 h 1976"/>
                <a:gd name="T96" fmla="*/ 1201 w 3374"/>
                <a:gd name="T97" fmla="*/ 416 h 1976"/>
                <a:gd name="T98" fmla="*/ 953 w 3374"/>
                <a:gd name="T99" fmla="*/ 382 h 1976"/>
                <a:gd name="T100" fmla="*/ 951 w 3374"/>
                <a:gd name="T101" fmla="*/ 852 h 1976"/>
                <a:gd name="T102" fmla="*/ 1022 w 3374"/>
                <a:gd name="T103" fmla="*/ 820 h 1976"/>
                <a:gd name="T104" fmla="*/ 1258 w 3374"/>
                <a:gd name="T105" fmla="*/ 858 h 1976"/>
                <a:gd name="T106" fmla="*/ 1282 w 3374"/>
                <a:gd name="T107" fmla="*/ 391 h 1976"/>
                <a:gd name="T108" fmla="*/ 2002 w 3374"/>
                <a:gd name="T109" fmla="*/ 397 h 1976"/>
                <a:gd name="T110" fmla="*/ 1810 w 3374"/>
                <a:gd name="T111" fmla="*/ 375 h 1976"/>
                <a:gd name="T112" fmla="*/ 1883 w 3374"/>
                <a:gd name="T113" fmla="*/ 829 h 1976"/>
                <a:gd name="T114" fmla="*/ 1964 w 3374"/>
                <a:gd name="T115" fmla="*/ 841 h 1976"/>
                <a:gd name="T116" fmla="*/ 2167 w 3374"/>
                <a:gd name="T117" fmla="*/ 860 h 1976"/>
                <a:gd name="T118" fmla="*/ 2328 w 3374"/>
                <a:gd name="T119" fmla="*/ 400 h 1976"/>
                <a:gd name="T120" fmla="*/ 2248 w 3374"/>
                <a:gd name="T121" fmla="*/ 393 h 1976"/>
                <a:gd name="T122" fmla="*/ 2045 w 3374"/>
                <a:gd name="T123" fmla="*/ 375 h 1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4" h="1976">
                  <a:moveTo>
                    <a:pt x="2557" y="1117"/>
                  </a:moveTo>
                  <a:lnTo>
                    <a:pt x="2524" y="1119"/>
                  </a:lnTo>
                  <a:lnTo>
                    <a:pt x="2495" y="1125"/>
                  </a:lnTo>
                  <a:lnTo>
                    <a:pt x="2468" y="1137"/>
                  </a:lnTo>
                  <a:lnTo>
                    <a:pt x="2445" y="1151"/>
                  </a:lnTo>
                  <a:lnTo>
                    <a:pt x="2423" y="1167"/>
                  </a:lnTo>
                  <a:lnTo>
                    <a:pt x="2405" y="1187"/>
                  </a:lnTo>
                  <a:lnTo>
                    <a:pt x="2388" y="1207"/>
                  </a:lnTo>
                  <a:lnTo>
                    <a:pt x="2375" y="1230"/>
                  </a:lnTo>
                  <a:lnTo>
                    <a:pt x="2364" y="1252"/>
                  </a:lnTo>
                  <a:lnTo>
                    <a:pt x="2355" y="1276"/>
                  </a:lnTo>
                  <a:lnTo>
                    <a:pt x="2347" y="1298"/>
                  </a:lnTo>
                  <a:lnTo>
                    <a:pt x="2342" y="1320"/>
                  </a:lnTo>
                  <a:lnTo>
                    <a:pt x="2340" y="1340"/>
                  </a:lnTo>
                  <a:lnTo>
                    <a:pt x="2339" y="1359"/>
                  </a:lnTo>
                  <a:lnTo>
                    <a:pt x="2341" y="1395"/>
                  </a:lnTo>
                  <a:lnTo>
                    <a:pt x="2349" y="1428"/>
                  </a:lnTo>
                  <a:lnTo>
                    <a:pt x="2359" y="1460"/>
                  </a:lnTo>
                  <a:lnTo>
                    <a:pt x="2373" y="1487"/>
                  </a:lnTo>
                  <a:lnTo>
                    <a:pt x="2389" y="1513"/>
                  </a:lnTo>
                  <a:lnTo>
                    <a:pt x="2409" y="1535"/>
                  </a:lnTo>
                  <a:lnTo>
                    <a:pt x="2431" y="1555"/>
                  </a:lnTo>
                  <a:lnTo>
                    <a:pt x="2455" y="1571"/>
                  </a:lnTo>
                  <a:lnTo>
                    <a:pt x="2479" y="1584"/>
                  </a:lnTo>
                  <a:lnTo>
                    <a:pt x="2505" y="1594"/>
                  </a:lnTo>
                  <a:lnTo>
                    <a:pt x="2531" y="1600"/>
                  </a:lnTo>
                  <a:lnTo>
                    <a:pt x="2557" y="1602"/>
                  </a:lnTo>
                  <a:lnTo>
                    <a:pt x="2588" y="1599"/>
                  </a:lnTo>
                  <a:lnTo>
                    <a:pt x="2617" y="1593"/>
                  </a:lnTo>
                  <a:lnTo>
                    <a:pt x="2643" y="1583"/>
                  </a:lnTo>
                  <a:lnTo>
                    <a:pt x="2666" y="1570"/>
                  </a:lnTo>
                  <a:lnTo>
                    <a:pt x="2688" y="1554"/>
                  </a:lnTo>
                  <a:lnTo>
                    <a:pt x="2706" y="1535"/>
                  </a:lnTo>
                  <a:lnTo>
                    <a:pt x="2723" y="1515"/>
                  </a:lnTo>
                  <a:lnTo>
                    <a:pt x="2737" y="1493"/>
                  </a:lnTo>
                  <a:lnTo>
                    <a:pt x="2748" y="1471"/>
                  </a:lnTo>
                  <a:lnTo>
                    <a:pt x="2757" y="1448"/>
                  </a:lnTo>
                  <a:lnTo>
                    <a:pt x="2766" y="1425"/>
                  </a:lnTo>
                  <a:lnTo>
                    <a:pt x="2771" y="1402"/>
                  </a:lnTo>
                  <a:lnTo>
                    <a:pt x="2773" y="1380"/>
                  </a:lnTo>
                  <a:lnTo>
                    <a:pt x="2774" y="1359"/>
                  </a:lnTo>
                  <a:lnTo>
                    <a:pt x="2772" y="1346"/>
                  </a:lnTo>
                  <a:lnTo>
                    <a:pt x="2766" y="1335"/>
                  </a:lnTo>
                  <a:lnTo>
                    <a:pt x="2756" y="1326"/>
                  </a:lnTo>
                  <a:lnTo>
                    <a:pt x="2743" y="1321"/>
                  </a:lnTo>
                  <a:lnTo>
                    <a:pt x="2730" y="1319"/>
                  </a:lnTo>
                  <a:lnTo>
                    <a:pt x="2557" y="1319"/>
                  </a:lnTo>
                  <a:lnTo>
                    <a:pt x="2543" y="1321"/>
                  </a:lnTo>
                  <a:lnTo>
                    <a:pt x="2531" y="1327"/>
                  </a:lnTo>
                  <a:lnTo>
                    <a:pt x="2520" y="1335"/>
                  </a:lnTo>
                  <a:lnTo>
                    <a:pt x="2514" y="1346"/>
                  </a:lnTo>
                  <a:lnTo>
                    <a:pt x="2512" y="1359"/>
                  </a:lnTo>
                  <a:lnTo>
                    <a:pt x="2514" y="1372"/>
                  </a:lnTo>
                  <a:lnTo>
                    <a:pt x="2520" y="1383"/>
                  </a:lnTo>
                  <a:lnTo>
                    <a:pt x="2531" y="1392"/>
                  </a:lnTo>
                  <a:lnTo>
                    <a:pt x="2543" y="1397"/>
                  </a:lnTo>
                  <a:lnTo>
                    <a:pt x="2557" y="1399"/>
                  </a:lnTo>
                  <a:lnTo>
                    <a:pt x="2681" y="1399"/>
                  </a:lnTo>
                  <a:lnTo>
                    <a:pt x="2680" y="1411"/>
                  </a:lnTo>
                  <a:lnTo>
                    <a:pt x="2676" y="1424"/>
                  </a:lnTo>
                  <a:lnTo>
                    <a:pt x="2670" y="1439"/>
                  </a:lnTo>
                  <a:lnTo>
                    <a:pt x="2661" y="1456"/>
                  </a:lnTo>
                  <a:lnTo>
                    <a:pt x="2650" y="1471"/>
                  </a:lnTo>
                  <a:lnTo>
                    <a:pt x="2636" y="1486"/>
                  </a:lnTo>
                  <a:lnTo>
                    <a:pt x="2620" y="1501"/>
                  </a:lnTo>
                  <a:lnTo>
                    <a:pt x="2601" y="1511"/>
                  </a:lnTo>
                  <a:lnTo>
                    <a:pt x="2581" y="1518"/>
                  </a:lnTo>
                  <a:lnTo>
                    <a:pt x="2557" y="1521"/>
                  </a:lnTo>
                  <a:lnTo>
                    <a:pt x="2534" y="1518"/>
                  </a:lnTo>
                  <a:lnTo>
                    <a:pt x="2513" y="1512"/>
                  </a:lnTo>
                  <a:lnTo>
                    <a:pt x="2495" y="1501"/>
                  </a:lnTo>
                  <a:lnTo>
                    <a:pt x="2477" y="1486"/>
                  </a:lnTo>
                  <a:lnTo>
                    <a:pt x="2463" y="1470"/>
                  </a:lnTo>
                  <a:lnTo>
                    <a:pt x="2451" y="1449"/>
                  </a:lnTo>
                  <a:lnTo>
                    <a:pt x="2442" y="1429"/>
                  </a:lnTo>
                  <a:lnTo>
                    <a:pt x="2434" y="1407"/>
                  </a:lnTo>
                  <a:lnTo>
                    <a:pt x="2430" y="1383"/>
                  </a:lnTo>
                  <a:lnTo>
                    <a:pt x="2428" y="1359"/>
                  </a:lnTo>
                  <a:lnTo>
                    <a:pt x="2429" y="1342"/>
                  </a:lnTo>
                  <a:lnTo>
                    <a:pt x="2432" y="1323"/>
                  </a:lnTo>
                  <a:lnTo>
                    <a:pt x="2437" y="1303"/>
                  </a:lnTo>
                  <a:lnTo>
                    <a:pt x="2445" y="1284"/>
                  </a:lnTo>
                  <a:lnTo>
                    <a:pt x="2454" y="1264"/>
                  </a:lnTo>
                  <a:lnTo>
                    <a:pt x="2466" y="1247"/>
                  </a:lnTo>
                  <a:lnTo>
                    <a:pt x="2479" y="1231"/>
                  </a:lnTo>
                  <a:lnTo>
                    <a:pt x="2495" y="1217"/>
                  </a:lnTo>
                  <a:lnTo>
                    <a:pt x="2513" y="1206"/>
                  </a:lnTo>
                  <a:lnTo>
                    <a:pt x="2534" y="1200"/>
                  </a:lnTo>
                  <a:lnTo>
                    <a:pt x="2557" y="1197"/>
                  </a:lnTo>
                  <a:lnTo>
                    <a:pt x="2582" y="1201"/>
                  </a:lnTo>
                  <a:lnTo>
                    <a:pt x="2606" y="1210"/>
                  </a:lnTo>
                  <a:lnTo>
                    <a:pt x="2629" y="1226"/>
                  </a:lnTo>
                  <a:lnTo>
                    <a:pt x="2648" y="1247"/>
                  </a:lnTo>
                  <a:lnTo>
                    <a:pt x="2658" y="1256"/>
                  </a:lnTo>
                  <a:lnTo>
                    <a:pt x="2671" y="1262"/>
                  </a:lnTo>
                  <a:lnTo>
                    <a:pt x="2685" y="1264"/>
                  </a:lnTo>
                  <a:lnTo>
                    <a:pt x="2698" y="1263"/>
                  </a:lnTo>
                  <a:lnTo>
                    <a:pt x="2710" y="1257"/>
                  </a:lnTo>
                  <a:lnTo>
                    <a:pt x="2721" y="1248"/>
                  </a:lnTo>
                  <a:lnTo>
                    <a:pt x="2728" y="1237"/>
                  </a:lnTo>
                  <a:lnTo>
                    <a:pt x="2730" y="1225"/>
                  </a:lnTo>
                  <a:lnTo>
                    <a:pt x="2728" y="1212"/>
                  </a:lnTo>
                  <a:lnTo>
                    <a:pt x="2722" y="1201"/>
                  </a:lnTo>
                  <a:lnTo>
                    <a:pt x="2700" y="1175"/>
                  </a:lnTo>
                  <a:lnTo>
                    <a:pt x="2675" y="1155"/>
                  </a:lnTo>
                  <a:lnTo>
                    <a:pt x="2648" y="1139"/>
                  </a:lnTo>
                  <a:lnTo>
                    <a:pt x="2618" y="1126"/>
                  </a:lnTo>
                  <a:lnTo>
                    <a:pt x="2589" y="1119"/>
                  </a:lnTo>
                  <a:lnTo>
                    <a:pt x="2557" y="1117"/>
                  </a:lnTo>
                  <a:close/>
                  <a:moveTo>
                    <a:pt x="2185" y="1116"/>
                  </a:moveTo>
                  <a:lnTo>
                    <a:pt x="2171" y="1118"/>
                  </a:lnTo>
                  <a:lnTo>
                    <a:pt x="2158" y="1124"/>
                  </a:lnTo>
                  <a:lnTo>
                    <a:pt x="2149" y="1133"/>
                  </a:lnTo>
                  <a:lnTo>
                    <a:pt x="2142" y="1144"/>
                  </a:lnTo>
                  <a:lnTo>
                    <a:pt x="2140" y="1157"/>
                  </a:lnTo>
                  <a:lnTo>
                    <a:pt x="2140" y="1414"/>
                  </a:lnTo>
                  <a:lnTo>
                    <a:pt x="1955" y="1136"/>
                  </a:lnTo>
                  <a:lnTo>
                    <a:pt x="1946" y="1125"/>
                  </a:lnTo>
                  <a:lnTo>
                    <a:pt x="1933" y="1119"/>
                  </a:lnTo>
                  <a:lnTo>
                    <a:pt x="1919" y="1116"/>
                  </a:lnTo>
                  <a:lnTo>
                    <a:pt x="1905" y="1117"/>
                  </a:lnTo>
                  <a:lnTo>
                    <a:pt x="1891" y="1123"/>
                  </a:lnTo>
                  <a:lnTo>
                    <a:pt x="1881" y="1133"/>
                  </a:lnTo>
                  <a:lnTo>
                    <a:pt x="1874" y="1144"/>
                  </a:lnTo>
                  <a:lnTo>
                    <a:pt x="1871" y="1157"/>
                  </a:lnTo>
                  <a:lnTo>
                    <a:pt x="1871" y="1561"/>
                  </a:lnTo>
                  <a:lnTo>
                    <a:pt x="1874" y="1574"/>
                  </a:lnTo>
                  <a:lnTo>
                    <a:pt x="1880" y="1584"/>
                  </a:lnTo>
                  <a:lnTo>
                    <a:pt x="1889" y="1594"/>
                  </a:lnTo>
                  <a:lnTo>
                    <a:pt x="1902" y="1600"/>
                  </a:lnTo>
                  <a:lnTo>
                    <a:pt x="1916" y="1602"/>
                  </a:lnTo>
                  <a:lnTo>
                    <a:pt x="1930" y="1600"/>
                  </a:lnTo>
                  <a:lnTo>
                    <a:pt x="1943" y="1594"/>
                  </a:lnTo>
                  <a:lnTo>
                    <a:pt x="1953" y="1584"/>
                  </a:lnTo>
                  <a:lnTo>
                    <a:pt x="1959" y="1573"/>
                  </a:lnTo>
                  <a:lnTo>
                    <a:pt x="1961" y="1561"/>
                  </a:lnTo>
                  <a:lnTo>
                    <a:pt x="1961" y="1303"/>
                  </a:lnTo>
                  <a:lnTo>
                    <a:pt x="2146" y="1582"/>
                  </a:lnTo>
                  <a:lnTo>
                    <a:pt x="2156" y="1593"/>
                  </a:lnTo>
                  <a:lnTo>
                    <a:pt x="2167" y="1598"/>
                  </a:lnTo>
                  <a:lnTo>
                    <a:pt x="2177" y="1601"/>
                  </a:lnTo>
                  <a:lnTo>
                    <a:pt x="2186" y="1601"/>
                  </a:lnTo>
                  <a:lnTo>
                    <a:pt x="2193" y="1601"/>
                  </a:lnTo>
                  <a:lnTo>
                    <a:pt x="2196" y="1600"/>
                  </a:lnTo>
                  <a:lnTo>
                    <a:pt x="2209" y="1595"/>
                  </a:lnTo>
                  <a:lnTo>
                    <a:pt x="2221" y="1585"/>
                  </a:lnTo>
                  <a:lnTo>
                    <a:pt x="2227" y="1574"/>
                  </a:lnTo>
                  <a:lnTo>
                    <a:pt x="2230" y="1561"/>
                  </a:lnTo>
                  <a:lnTo>
                    <a:pt x="2230" y="1157"/>
                  </a:lnTo>
                  <a:lnTo>
                    <a:pt x="2227" y="1144"/>
                  </a:lnTo>
                  <a:lnTo>
                    <a:pt x="2221" y="1133"/>
                  </a:lnTo>
                  <a:lnTo>
                    <a:pt x="2212" y="1123"/>
                  </a:lnTo>
                  <a:lnTo>
                    <a:pt x="2199" y="1118"/>
                  </a:lnTo>
                  <a:lnTo>
                    <a:pt x="2185" y="1116"/>
                  </a:lnTo>
                  <a:close/>
                  <a:moveTo>
                    <a:pt x="1701" y="1116"/>
                  </a:moveTo>
                  <a:lnTo>
                    <a:pt x="1687" y="1118"/>
                  </a:lnTo>
                  <a:lnTo>
                    <a:pt x="1675" y="1124"/>
                  </a:lnTo>
                  <a:lnTo>
                    <a:pt x="1666" y="1133"/>
                  </a:lnTo>
                  <a:lnTo>
                    <a:pt x="1659" y="1144"/>
                  </a:lnTo>
                  <a:lnTo>
                    <a:pt x="1656" y="1157"/>
                  </a:lnTo>
                  <a:lnTo>
                    <a:pt x="1656" y="1561"/>
                  </a:lnTo>
                  <a:lnTo>
                    <a:pt x="1659" y="1574"/>
                  </a:lnTo>
                  <a:lnTo>
                    <a:pt x="1666" y="1584"/>
                  </a:lnTo>
                  <a:lnTo>
                    <a:pt x="1675" y="1594"/>
                  </a:lnTo>
                  <a:lnTo>
                    <a:pt x="1687" y="1600"/>
                  </a:lnTo>
                  <a:lnTo>
                    <a:pt x="1701" y="1602"/>
                  </a:lnTo>
                  <a:lnTo>
                    <a:pt x="1716" y="1600"/>
                  </a:lnTo>
                  <a:lnTo>
                    <a:pt x="1728" y="1594"/>
                  </a:lnTo>
                  <a:lnTo>
                    <a:pt x="1737" y="1584"/>
                  </a:lnTo>
                  <a:lnTo>
                    <a:pt x="1744" y="1573"/>
                  </a:lnTo>
                  <a:lnTo>
                    <a:pt x="1746" y="1561"/>
                  </a:lnTo>
                  <a:lnTo>
                    <a:pt x="1746" y="1157"/>
                  </a:lnTo>
                  <a:lnTo>
                    <a:pt x="1744" y="1144"/>
                  </a:lnTo>
                  <a:lnTo>
                    <a:pt x="1737" y="1133"/>
                  </a:lnTo>
                  <a:lnTo>
                    <a:pt x="1728" y="1123"/>
                  </a:lnTo>
                  <a:lnTo>
                    <a:pt x="1716" y="1118"/>
                  </a:lnTo>
                  <a:lnTo>
                    <a:pt x="1701" y="1116"/>
                  </a:lnTo>
                  <a:close/>
                  <a:moveTo>
                    <a:pt x="1273" y="1116"/>
                  </a:moveTo>
                  <a:lnTo>
                    <a:pt x="1259" y="1118"/>
                  </a:lnTo>
                  <a:lnTo>
                    <a:pt x="1246" y="1124"/>
                  </a:lnTo>
                  <a:lnTo>
                    <a:pt x="1237" y="1133"/>
                  </a:lnTo>
                  <a:lnTo>
                    <a:pt x="1231" y="1144"/>
                  </a:lnTo>
                  <a:lnTo>
                    <a:pt x="1228" y="1157"/>
                  </a:lnTo>
                  <a:lnTo>
                    <a:pt x="1228" y="1561"/>
                  </a:lnTo>
                  <a:lnTo>
                    <a:pt x="1231" y="1574"/>
                  </a:lnTo>
                  <a:lnTo>
                    <a:pt x="1237" y="1584"/>
                  </a:lnTo>
                  <a:lnTo>
                    <a:pt x="1246" y="1594"/>
                  </a:lnTo>
                  <a:lnTo>
                    <a:pt x="1259" y="1600"/>
                  </a:lnTo>
                  <a:lnTo>
                    <a:pt x="1273" y="1602"/>
                  </a:lnTo>
                  <a:lnTo>
                    <a:pt x="1287" y="1600"/>
                  </a:lnTo>
                  <a:lnTo>
                    <a:pt x="1300" y="1594"/>
                  </a:lnTo>
                  <a:lnTo>
                    <a:pt x="1310" y="1584"/>
                  </a:lnTo>
                  <a:lnTo>
                    <a:pt x="1316" y="1573"/>
                  </a:lnTo>
                  <a:lnTo>
                    <a:pt x="1318" y="1561"/>
                  </a:lnTo>
                  <a:lnTo>
                    <a:pt x="1318" y="1399"/>
                  </a:lnTo>
                  <a:lnTo>
                    <a:pt x="1357" y="1399"/>
                  </a:lnTo>
                  <a:lnTo>
                    <a:pt x="1455" y="1574"/>
                  </a:lnTo>
                  <a:lnTo>
                    <a:pt x="1465" y="1585"/>
                  </a:lnTo>
                  <a:lnTo>
                    <a:pt x="1476" y="1593"/>
                  </a:lnTo>
                  <a:lnTo>
                    <a:pt x="1488" y="1596"/>
                  </a:lnTo>
                  <a:lnTo>
                    <a:pt x="1498" y="1597"/>
                  </a:lnTo>
                  <a:lnTo>
                    <a:pt x="1508" y="1595"/>
                  </a:lnTo>
                  <a:lnTo>
                    <a:pt x="1515" y="1592"/>
                  </a:lnTo>
                  <a:lnTo>
                    <a:pt x="1526" y="1584"/>
                  </a:lnTo>
                  <a:lnTo>
                    <a:pt x="1535" y="1574"/>
                  </a:lnTo>
                  <a:lnTo>
                    <a:pt x="1540" y="1562"/>
                  </a:lnTo>
                  <a:lnTo>
                    <a:pt x="1540" y="1550"/>
                  </a:lnTo>
                  <a:lnTo>
                    <a:pt x="1536" y="1537"/>
                  </a:lnTo>
                  <a:lnTo>
                    <a:pt x="1450" y="1385"/>
                  </a:lnTo>
                  <a:lnTo>
                    <a:pt x="1474" y="1372"/>
                  </a:lnTo>
                  <a:lnTo>
                    <a:pt x="1497" y="1354"/>
                  </a:lnTo>
                  <a:lnTo>
                    <a:pt x="1514" y="1334"/>
                  </a:lnTo>
                  <a:lnTo>
                    <a:pt x="1529" y="1310"/>
                  </a:lnTo>
                  <a:lnTo>
                    <a:pt x="1537" y="1285"/>
                  </a:lnTo>
                  <a:lnTo>
                    <a:pt x="1540" y="1257"/>
                  </a:lnTo>
                  <a:lnTo>
                    <a:pt x="1537" y="1229"/>
                  </a:lnTo>
                  <a:lnTo>
                    <a:pt x="1528" y="1202"/>
                  </a:lnTo>
                  <a:lnTo>
                    <a:pt x="1513" y="1179"/>
                  </a:lnTo>
                  <a:lnTo>
                    <a:pt x="1494" y="1157"/>
                  </a:lnTo>
                  <a:lnTo>
                    <a:pt x="1470" y="1140"/>
                  </a:lnTo>
                  <a:lnTo>
                    <a:pt x="1444" y="1127"/>
                  </a:lnTo>
                  <a:lnTo>
                    <a:pt x="1414" y="1119"/>
                  </a:lnTo>
                  <a:lnTo>
                    <a:pt x="1382" y="1116"/>
                  </a:lnTo>
                  <a:lnTo>
                    <a:pt x="1273" y="1116"/>
                  </a:lnTo>
                  <a:close/>
                  <a:moveTo>
                    <a:pt x="1062" y="1116"/>
                  </a:moveTo>
                  <a:lnTo>
                    <a:pt x="1048" y="1118"/>
                  </a:lnTo>
                  <a:lnTo>
                    <a:pt x="1036" y="1124"/>
                  </a:lnTo>
                  <a:lnTo>
                    <a:pt x="1027" y="1133"/>
                  </a:lnTo>
                  <a:lnTo>
                    <a:pt x="1020" y="1144"/>
                  </a:lnTo>
                  <a:lnTo>
                    <a:pt x="1017" y="1157"/>
                  </a:lnTo>
                  <a:lnTo>
                    <a:pt x="1017" y="1561"/>
                  </a:lnTo>
                  <a:lnTo>
                    <a:pt x="1020" y="1574"/>
                  </a:lnTo>
                  <a:lnTo>
                    <a:pt x="1027" y="1584"/>
                  </a:lnTo>
                  <a:lnTo>
                    <a:pt x="1036" y="1594"/>
                  </a:lnTo>
                  <a:lnTo>
                    <a:pt x="1048" y="1600"/>
                  </a:lnTo>
                  <a:lnTo>
                    <a:pt x="1062" y="1602"/>
                  </a:lnTo>
                  <a:lnTo>
                    <a:pt x="1077" y="1600"/>
                  </a:lnTo>
                  <a:lnTo>
                    <a:pt x="1089" y="1594"/>
                  </a:lnTo>
                  <a:lnTo>
                    <a:pt x="1099" y="1584"/>
                  </a:lnTo>
                  <a:lnTo>
                    <a:pt x="1105" y="1573"/>
                  </a:lnTo>
                  <a:lnTo>
                    <a:pt x="1107" y="1561"/>
                  </a:lnTo>
                  <a:lnTo>
                    <a:pt x="1107" y="1157"/>
                  </a:lnTo>
                  <a:lnTo>
                    <a:pt x="1105" y="1144"/>
                  </a:lnTo>
                  <a:lnTo>
                    <a:pt x="1099" y="1133"/>
                  </a:lnTo>
                  <a:lnTo>
                    <a:pt x="1089" y="1123"/>
                  </a:lnTo>
                  <a:lnTo>
                    <a:pt x="1077" y="1118"/>
                  </a:lnTo>
                  <a:lnTo>
                    <a:pt x="1062" y="1116"/>
                  </a:lnTo>
                  <a:close/>
                  <a:moveTo>
                    <a:pt x="645" y="1116"/>
                  </a:moveTo>
                  <a:lnTo>
                    <a:pt x="631" y="1118"/>
                  </a:lnTo>
                  <a:lnTo>
                    <a:pt x="619" y="1124"/>
                  </a:lnTo>
                  <a:lnTo>
                    <a:pt x="609" y="1133"/>
                  </a:lnTo>
                  <a:lnTo>
                    <a:pt x="603" y="1144"/>
                  </a:lnTo>
                  <a:lnTo>
                    <a:pt x="600" y="1157"/>
                  </a:lnTo>
                  <a:lnTo>
                    <a:pt x="600" y="1561"/>
                  </a:lnTo>
                  <a:lnTo>
                    <a:pt x="603" y="1574"/>
                  </a:lnTo>
                  <a:lnTo>
                    <a:pt x="609" y="1584"/>
                  </a:lnTo>
                  <a:lnTo>
                    <a:pt x="619" y="1594"/>
                  </a:lnTo>
                  <a:lnTo>
                    <a:pt x="631" y="1600"/>
                  </a:lnTo>
                  <a:lnTo>
                    <a:pt x="645" y="1602"/>
                  </a:lnTo>
                  <a:lnTo>
                    <a:pt x="659" y="1600"/>
                  </a:lnTo>
                  <a:lnTo>
                    <a:pt x="672" y="1594"/>
                  </a:lnTo>
                  <a:lnTo>
                    <a:pt x="681" y="1584"/>
                  </a:lnTo>
                  <a:lnTo>
                    <a:pt x="688" y="1573"/>
                  </a:lnTo>
                  <a:lnTo>
                    <a:pt x="690" y="1561"/>
                  </a:lnTo>
                  <a:lnTo>
                    <a:pt x="690" y="1399"/>
                  </a:lnTo>
                  <a:lnTo>
                    <a:pt x="811" y="1399"/>
                  </a:lnTo>
                  <a:lnTo>
                    <a:pt x="811" y="1561"/>
                  </a:lnTo>
                  <a:lnTo>
                    <a:pt x="814" y="1574"/>
                  </a:lnTo>
                  <a:lnTo>
                    <a:pt x="820" y="1584"/>
                  </a:lnTo>
                  <a:lnTo>
                    <a:pt x="829" y="1594"/>
                  </a:lnTo>
                  <a:lnTo>
                    <a:pt x="841" y="1600"/>
                  </a:lnTo>
                  <a:lnTo>
                    <a:pt x="856" y="1602"/>
                  </a:lnTo>
                  <a:lnTo>
                    <a:pt x="870" y="1600"/>
                  </a:lnTo>
                  <a:lnTo>
                    <a:pt x="882" y="1594"/>
                  </a:lnTo>
                  <a:lnTo>
                    <a:pt x="892" y="1584"/>
                  </a:lnTo>
                  <a:lnTo>
                    <a:pt x="899" y="1573"/>
                  </a:lnTo>
                  <a:lnTo>
                    <a:pt x="901" y="1561"/>
                  </a:lnTo>
                  <a:lnTo>
                    <a:pt x="901" y="1157"/>
                  </a:lnTo>
                  <a:lnTo>
                    <a:pt x="899" y="1144"/>
                  </a:lnTo>
                  <a:lnTo>
                    <a:pt x="892" y="1133"/>
                  </a:lnTo>
                  <a:lnTo>
                    <a:pt x="882" y="1123"/>
                  </a:lnTo>
                  <a:lnTo>
                    <a:pt x="870" y="1118"/>
                  </a:lnTo>
                  <a:lnTo>
                    <a:pt x="856" y="1116"/>
                  </a:lnTo>
                  <a:lnTo>
                    <a:pt x="841" y="1118"/>
                  </a:lnTo>
                  <a:lnTo>
                    <a:pt x="829" y="1124"/>
                  </a:lnTo>
                  <a:lnTo>
                    <a:pt x="820" y="1133"/>
                  </a:lnTo>
                  <a:lnTo>
                    <a:pt x="814" y="1144"/>
                  </a:lnTo>
                  <a:lnTo>
                    <a:pt x="811" y="1157"/>
                  </a:lnTo>
                  <a:lnTo>
                    <a:pt x="811" y="1319"/>
                  </a:lnTo>
                  <a:lnTo>
                    <a:pt x="690" y="1319"/>
                  </a:lnTo>
                  <a:lnTo>
                    <a:pt x="690" y="1157"/>
                  </a:lnTo>
                  <a:lnTo>
                    <a:pt x="688" y="1144"/>
                  </a:lnTo>
                  <a:lnTo>
                    <a:pt x="681" y="1133"/>
                  </a:lnTo>
                  <a:lnTo>
                    <a:pt x="672" y="1123"/>
                  </a:lnTo>
                  <a:lnTo>
                    <a:pt x="659" y="1118"/>
                  </a:lnTo>
                  <a:lnTo>
                    <a:pt x="645" y="1116"/>
                  </a:lnTo>
                  <a:close/>
                  <a:moveTo>
                    <a:pt x="1553" y="375"/>
                  </a:moveTo>
                  <a:lnTo>
                    <a:pt x="1529" y="378"/>
                  </a:lnTo>
                  <a:lnTo>
                    <a:pt x="1505" y="387"/>
                  </a:lnTo>
                  <a:lnTo>
                    <a:pt x="1483" y="402"/>
                  </a:lnTo>
                  <a:lnTo>
                    <a:pt x="1462" y="422"/>
                  </a:lnTo>
                  <a:lnTo>
                    <a:pt x="1444" y="446"/>
                  </a:lnTo>
                  <a:lnTo>
                    <a:pt x="1428" y="474"/>
                  </a:lnTo>
                  <a:lnTo>
                    <a:pt x="1416" y="506"/>
                  </a:lnTo>
                  <a:lnTo>
                    <a:pt x="1407" y="541"/>
                  </a:lnTo>
                  <a:lnTo>
                    <a:pt x="1401" y="578"/>
                  </a:lnTo>
                  <a:lnTo>
                    <a:pt x="1399" y="617"/>
                  </a:lnTo>
                  <a:lnTo>
                    <a:pt x="1401" y="657"/>
                  </a:lnTo>
                  <a:lnTo>
                    <a:pt x="1407" y="694"/>
                  </a:lnTo>
                  <a:lnTo>
                    <a:pt x="1416" y="729"/>
                  </a:lnTo>
                  <a:lnTo>
                    <a:pt x="1428" y="760"/>
                  </a:lnTo>
                  <a:lnTo>
                    <a:pt x="1444" y="789"/>
                  </a:lnTo>
                  <a:lnTo>
                    <a:pt x="1462" y="812"/>
                  </a:lnTo>
                  <a:lnTo>
                    <a:pt x="1483" y="833"/>
                  </a:lnTo>
                  <a:lnTo>
                    <a:pt x="1505" y="847"/>
                  </a:lnTo>
                  <a:lnTo>
                    <a:pt x="1529" y="856"/>
                  </a:lnTo>
                  <a:lnTo>
                    <a:pt x="1553" y="860"/>
                  </a:lnTo>
                  <a:lnTo>
                    <a:pt x="1579" y="856"/>
                  </a:lnTo>
                  <a:lnTo>
                    <a:pt x="1602" y="847"/>
                  </a:lnTo>
                  <a:lnTo>
                    <a:pt x="1625" y="833"/>
                  </a:lnTo>
                  <a:lnTo>
                    <a:pt x="1645" y="812"/>
                  </a:lnTo>
                  <a:lnTo>
                    <a:pt x="1662" y="789"/>
                  </a:lnTo>
                  <a:lnTo>
                    <a:pt x="1679" y="760"/>
                  </a:lnTo>
                  <a:lnTo>
                    <a:pt x="1691" y="729"/>
                  </a:lnTo>
                  <a:lnTo>
                    <a:pt x="1700" y="694"/>
                  </a:lnTo>
                  <a:lnTo>
                    <a:pt x="1706" y="657"/>
                  </a:lnTo>
                  <a:lnTo>
                    <a:pt x="1708" y="617"/>
                  </a:lnTo>
                  <a:lnTo>
                    <a:pt x="1706" y="578"/>
                  </a:lnTo>
                  <a:lnTo>
                    <a:pt x="1700" y="541"/>
                  </a:lnTo>
                  <a:lnTo>
                    <a:pt x="1691" y="506"/>
                  </a:lnTo>
                  <a:lnTo>
                    <a:pt x="1679" y="474"/>
                  </a:lnTo>
                  <a:lnTo>
                    <a:pt x="1662" y="446"/>
                  </a:lnTo>
                  <a:lnTo>
                    <a:pt x="1645" y="422"/>
                  </a:lnTo>
                  <a:lnTo>
                    <a:pt x="1625" y="402"/>
                  </a:lnTo>
                  <a:lnTo>
                    <a:pt x="1602" y="387"/>
                  </a:lnTo>
                  <a:lnTo>
                    <a:pt x="1579" y="378"/>
                  </a:lnTo>
                  <a:lnTo>
                    <a:pt x="1553" y="375"/>
                  </a:lnTo>
                  <a:close/>
                  <a:moveTo>
                    <a:pt x="1246" y="375"/>
                  </a:moveTo>
                  <a:lnTo>
                    <a:pt x="1232" y="377"/>
                  </a:lnTo>
                  <a:lnTo>
                    <a:pt x="1220" y="383"/>
                  </a:lnTo>
                  <a:lnTo>
                    <a:pt x="1211" y="392"/>
                  </a:lnTo>
                  <a:lnTo>
                    <a:pt x="1203" y="404"/>
                  </a:lnTo>
                  <a:lnTo>
                    <a:pt x="1201" y="416"/>
                  </a:lnTo>
                  <a:lnTo>
                    <a:pt x="1201" y="673"/>
                  </a:lnTo>
                  <a:lnTo>
                    <a:pt x="1016" y="394"/>
                  </a:lnTo>
                  <a:lnTo>
                    <a:pt x="1007" y="384"/>
                  </a:lnTo>
                  <a:lnTo>
                    <a:pt x="995" y="378"/>
                  </a:lnTo>
                  <a:lnTo>
                    <a:pt x="981" y="375"/>
                  </a:lnTo>
                  <a:lnTo>
                    <a:pt x="966" y="377"/>
                  </a:lnTo>
                  <a:lnTo>
                    <a:pt x="953" y="382"/>
                  </a:lnTo>
                  <a:lnTo>
                    <a:pt x="943" y="391"/>
                  </a:lnTo>
                  <a:lnTo>
                    <a:pt x="936" y="402"/>
                  </a:lnTo>
                  <a:lnTo>
                    <a:pt x="933" y="416"/>
                  </a:lnTo>
                  <a:lnTo>
                    <a:pt x="933" y="820"/>
                  </a:lnTo>
                  <a:lnTo>
                    <a:pt x="936" y="832"/>
                  </a:lnTo>
                  <a:lnTo>
                    <a:pt x="942" y="843"/>
                  </a:lnTo>
                  <a:lnTo>
                    <a:pt x="951" y="852"/>
                  </a:lnTo>
                  <a:lnTo>
                    <a:pt x="963" y="857"/>
                  </a:lnTo>
                  <a:lnTo>
                    <a:pt x="977" y="860"/>
                  </a:lnTo>
                  <a:lnTo>
                    <a:pt x="992" y="857"/>
                  </a:lnTo>
                  <a:lnTo>
                    <a:pt x="1004" y="852"/>
                  </a:lnTo>
                  <a:lnTo>
                    <a:pt x="1014" y="843"/>
                  </a:lnTo>
                  <a:lnTo>
                    <a:pt x="1020" y="832"/>
                  </a:lnTo>
                  <a:lnTo>
                    <a:pt x="1022" y="820"/>
                  </a:lnTo>
                  <a:lnTo>
                    <a:pt x="1022" y="561"/>
                  </a:lnTo>
                  <a:lnTo>
                    <a:pt x="1207" y="840"/>
                  </a:lnTo>
                  <a:lnTo>
                    <a:pt x="1218" y="850"/>
                  </a:lnTo>
                  <a:lnTo>
                    <a:pt x="1229" y="856"/>
                  </a:lnTo>
                  <a:lnTo>
                    <a:pt x="1240" y="860"/>
                  </a:lnTo>
                  <a:lnTo>
                    <a:pt x="1250" y="860"/>
                  </a:lnTo>
                  <a:lnTo>
                    <a:pt x="1258" y="858"/>
                  </a:lnTo>
                  <a:lnTo>
                    <a:pt x="1271" y="852"/>
                  </a:lnTo>
                  <a:lnTo>
                    <a:pt x="1282" y="843"/>
                  </a:lnTo>
                  <a:lnTo>
                    <a:pt x="1288" y="832"/>
                  </a:lnTo>
                  <a:lnTo>
                    <a:pt x="1291" y="820"/>
                  </a:lnTo>
                  <a:lnTo>
                    <a:pt x="1291" y="416"/>
                  </a:lnTo>
                  <a:lnTo>
                    <a:pt x="1289" y="402"/>
                  </a:lnTo>
                  <a:lnTo>
                    <a:pt x="1282" y="391"/>
                  </a:lnTo>
                  <a:lnTo>
                    <a:pt x="1273" y="383"/>
                  </a:lnTo>
                  <a:lnTo>
                    <a:pt x="1261" y="377"/>
                  </a:lnTo>
                  <a:lnTo>
                    <a:pt x="1246" y="375"/>
                  </a:lnTo>
                  <a:close/>
                  <a:moveTo>
                    <a:pt x="2045" y="375"/>
                  </a:moveTo>
                  <a:lnTo>
                    <a:pt x="2028" y="377"/>
                  </a:lnTo>
                  <a:lnTo>
                    <a:pt x="2013" y="385"/>
                  </a:lnTo>
                  <a:lnTo>
                    <a:pt x="2002" y="397"/>
                  </a:lnTo>
                  <a:lnTo>
                    <a:pt x="1995" y="413"/>
                  </a:lnTo>
                  <a:lnTo>
                    <a:pt x="1926" y="662"/>
                  </a:lnTo>
                  <a:lnTo>
                    <a:pt x="1851" y="405"/>
                  </a:lnTo>
                  <a:lnTo>
                    <a:pt x="1844" y="392"/>
                  </a:lnTo>
                  <a:lnTo>
                    <a:pt x="1835" y="383"/>
                  </a:lnTo>
                  <a:lnTo>
                    <a:pt x="1823" y="377"/>
                  </a:lnTo>
                  <a:lnTo>
                    <a:pt x="1810" y="375"/>
                  </a:lnTo>
                  <a:lnTo>
                    <a:pt x="1795" y="376"/>
                  </a:lnTo>
                  <a:lnTo>
                    <a:pt x="1782" y="381"/>
                  </a:lnTo>
                  <a:lnTo>
                    <a:pt x="1772" y="390"/>
                  </a:lnTo>
                  <a:lnTo>
                    <a:pt x="1765" y="400"/>
                  </a:lnTo>
                  <a:lnTo>
                    <a:pt x="1762" y="413"/>
                  </a:lnTo>
                  <a:lnTo>
                    <a:pt x="1764" y="425"/>
                  </a:lnTo>
                  <a:lnTo>
                    <a:pt x="1883" y="829"/>
                  </a:lnTo>
                  <a:lnTo>
                    <a:pt x="1889" y="841"/>
                  </a:lnTo>
                  <a:lnTo>
                    <a:pt x="1900" y="850"/>
                  </a:lnTo>
                  <a:lnTo>
                    <a:pt x="1912" y="856"/>
                  </a:lnTo>
                  <a:lnTo>
                    <a:pt x="1926" y="860"/>
                  </a:lnTo>
                  <a:lnTo>
                    <a:pt x="1942" y="856"/>
                  </a:lnTo>
                  <a:lnTo>
                    <a:pt x="1954" y="850"/>
                  </a:lnTo>
                  <a:lnTo>
                    <a:pt x="1964" y="841"/>
                  </a:lnTo>
                  <a:lnTo>
                    <a:pt x="1970" y="829"/>
                  </a:lnTo>
                  <a:lnTo>
                    <a:pt x="2047" y="571"/>
                  </a:lnTo>
                  <a:lnTo>
                    <a:pt x="2124" y="829"/>
                  </a:lnTo>
                  <a:lnTo>
                    <a:pt x="2130" y="841"/>
                  </a:lnTo>
                  <a:lnTo>
                    <a:pt x="2140" y="850"/>
                  </a:lnTo>
                  <a:lnTo>
                    <a:pt x="2152" y="856"/>
                  </a:lnTo>
                  <a:lnTo>
                    <a:pt x="2167" y="860"/>
                  </a:lnTo>
                  <a:lnTo>
                    <a:pt x="2182" y="856"/>
                  </a:lnTo>
                  <a:lnTo>
                    <a:pt x="2194" y="850"/>
                  </a:lnTo>
                  <a:lnTo>
                    <a:pt x="2204" y="841"/>
                  </a:lnTo>
                  <a:lnTo>
                    <a:pt x="2210" y="829"/>
                  </a:lnTo>
                  <a:lnTo>
                    <a:pt x="2330" y="425"/>
                  </a:lnTo>
                  <a:lnTo>
                    <a:pt x="2331" y="413"/>
                  </a:lnTo>
                  <a:lnTo>
                    <a:pt x="2328" y="400"/>
                  </a:lnTo>
                  <a:lnTo>
                    <a:pt x="2321" y="390"/>
                  </a:lnTo>
                  <a:lnTo>
                    <a:pt x="2311" y="381"/>
                  </a:lnTo>
                  <a:lnTo>
                    <a:pt x="2297" y="376"/>
                  </a:lnTo>
                  <a:lnTo>
                    <a:pt x="2283" y="375"/>
                  </a:lnTo>
                  <a:lnTo>
                    <a:pt x="2270" y="377"/>
                  </a:lnTo>
                  <a:lnTo>
                    <a:pt x="2258" y="384"/>
                  </a:lnTo>
                  <a:lnTo>
                    <a:pt x="2248" y="393"/>
                  </a:lnTo>
                  <a:lnTo>
                    <a:pt x="2242" y="405"/>
                  </a:lnTo>
                  <a:lnTo>
                    <a:pt x="2167" y="662"/>
                  </a:lnTo>
                  <a:lnTo>
                    <a:pt x="2095" y="413"/>
                  </a:lnTo>
                  <a:lnTo>
                    <a:pt x="2088" y="397"/>
                  </a:lnTo>
                  <a:lnTo>
                    <a:pt x="2077" y="385"/>
                  </a:lnTo>
                  <a:lnTo>
                    <a:pt x="2062" y="377"/>
                  </a:lnTo>
                  <a:lnTo>
                    <a:pt x="2045" y="375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1976"/>
                  </a:lnTo>
                  <a:lnTo>
                    <a:pt x="0" y="197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D715D93-B7C3-4780-A6D4-2ECD226B5778}"/>
              </a:ext>
            </a:extLst>
          </p:cNvPr>
          <p:cNvGrpSpPr/>
          <p:nvPr/>
        </p:nvGrpSpPr>
        <p:grpSpPr>
          <a:xfrm>
            <a:off x="3564529" y="1719787"/>
            <a:ext cx="311644" cy="309068"/>
            <a:chOff x="2971800" y="1216025"/>
            <a:chExt cx="384175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99" name="Freeform 162">
              <a:extLst>
                <a:ext uri="{FF2B5EF4-FFF2-40B4-BE49-F238E27FC236}">
                  <a16:creationId xmlns:a16="http://schemas.microsoft.com/office/drawing/2014/main" id="{932988F0-DD0F-4EE7-BC07-1CE77216CE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1800" y="1304925"/>
              <a:ext cx="384175" cy="292100"/>
            </a:xfrm>
            <a:custGeom>
              <a:avLst/>
              <a:gdLst>
                <a:gd name="T0" fmla="*/ 1948 w 3386"/>
                <a:gd name="T1" fmla="*/ 607 h 2579"/>
                <a:gd name="T2" fmla="*/ 1919 w 3386"/>
                <a:gd name="T3" fmla="*/ 624 h 2579"/>
                <a:gd name="T4" fmla="*/ 1464 w 3386"/>
                <a:gd name="T5" fmla="*/ 1367 h 2579"/>
                <a:gd name="T6" fmla="*/ 1285 w 3386"/>
                <a:gd name="T7" fmla="*/ 972 h 2579"/>
                <a:gd name="T8" fmla="*/ 1255 w 3386"/>
                <a:gd name="T9" fmla="*/ 951 h 2579"/>
                <a:gd name="T10" fmla="*/ 1220 w 3386"/>
                <a:gd name="T11" fmla="*/ 947 h 2579"/>
                <a:gd name="T12" fmla="*/ 1185 w 3386"/>
                <a:gd name="T13" fmla="*/ 961 h 2579"/>
                <a:gd name="T14" fmla="*/ 821 w 3386"/>
                <a:gd name="T15" fmla="*/ 1127 h 2579"/>
                <a:gd name="T16" fmla="*/ 784 w 3386"/>
                <a:gd name="T17" fmla="*/ 1136 h 2579"/>
                <a:gd name="T18" fmla="*/ 758 w 3386"/>
                <a:gd name="T19" fmla="*/ 1162 h 2579"/>
                <a:gd name="T20" fmla="*/ 746 w 3386"/>
                <a:gd name="T21" fmla="*/ 1198 h 2579"/>
                <a:gd name="T22" fmla="*/ 756 w 3386"/>
                <a:gd name="T23" fmla="*/ 1234 h 2579"/>
                <a:gd name="T24" fmla="*/ 782 w 3386"/>
                <a:gd name="T25" fmla="*/ 1261 h 2579"/>
                <a:gd name="T26" fmla="*/ 819 w 3386"/>
                <a:gd name="T27" fmla="*/ 1271 h 2579"/>
                <a:gd name="T28" fmla="*/ 1018 w 3386"/>
                <a:gd name="T29" fmla="*/ 1269 h 2579"/>
                <a:gd name="T30" fmla="*/ 1049 w 3386"/>
                <a:gd name="T31" fmla="*/ 1257 h 2579"/>
                <a:gd name="T32" fmla="*/ 1084 w 3386"/>
                <a:gd name="T33" fmla="*/ 1235 h 2579"/>
                <a:gd name="T34" fmla="*/ 1119 w 3386"/>
                <a:gd name="T35" fmla="*/ 1210 h 2579"/>
                <a:gd name="T36" fmla="*/ 1152 w 3386"/>
                <a:gd name="T37" fmla="*/ 1182 h 2579"/>
                <a:gd name="T38" fmla="*/ 1179 w 3386"/>
                <a:gd name="T39" fmla="*/ 1159 h 2579"/>
                <a:gd name="T40" fmla="*/ 1197 w 3386"/>
                <a:gd name="T41" fmla="*/ 1141 h 2579"/>
                <a:gd name="T42" fmla="*/ 1203 w 3386"/>
                <a:gd name="T43" fmla="*/ 1135 h 2579"/>
                <a:gd name="T44" fmla="*/ 1400 w 3386"/>
                <a:gd name="T45" fmla="*/ 1570 h 2579"/>
                <a:gd name="T46" fmla="*/ 1427 w 3386"/>
                <a:gd name="T47" fmla="*/ 1591 h 2579"/>
                <a:gd name="T48" fmla="*/ 1460 w 3386"/>
                <a:gd name="T49" fmla="*/ 1597 h 2579"/>
                <a:gd name="T50" fmla="*/ 1492 w 3386"/>
                <a:gd name="T51" fmla="*/ 1588 h 2579"/>
                <a:gd name="T52" fmla="*/ 1517 w 3386"/>
                <a:gd name="T53" fmla="*/ 1563 h 2579"/>
                <a:gd name="T54" fmla="*/ 2081 w 3386"/>
                <a:gd name="T55" fmla="*/ 1384 h 2579"/>
                <a:gd name="T56" fmla="*/ 2099 w 3386"/>
                <a:gd name="T57" fmla="*/ 1416 h 2579"/>
                <a:gd name="T58" fmla="*/ 2130 w 3386"/>
                <a:gd name="T59" fmla="*/ 1435 h 2579"/>
                <a:gd name="T60" fmla="*/ 2165 w 3386"/>
                <a:gd name="T61" fmla="*/ 1436 h 2579"/>
                <a:gd name="T62" fmla="*/ 2199 w 3386"/>
                <a:gd name="T63" fmla="*/ 1418 h 2579"/>
                <a:gd name="T64" fmla="*/ 2515 w 3386"/>
                <a:gd name="T65" fmla="*/ 1156 h 2579"/>
                <a:gd name="T66" fmla="*/ 2524 w 3386"/>
                <a:gd name="T67" fmla="*/ 1192 h 2579"/>
                <a:gd name="T68" fmla="*/ 2551 w 3386"/>
                <a:gd name="T69" fmla="*/ 1219 h 2579"/>
                <a:gd name="T70" fmla="*/ 2588 w 3386"/>
                <a:gd name="T71" fmla="*/ 1228 h 2579"/>
                <a:gd name="T72" fmla="*/ 2624 w 3386"/>
                <a:gd name="T73" fmla="*/ 1218 h 2579"/>
                <a:gd name="T74" fmla="*/ 2650 w 3386"/>
                <a:gd name="T75" fmla="*/ 1191 h 2579"/>
                <a:gd name="T76" fmla="*/ 2660 w 3386"/>
                <a:gd name="T77" fmla="*/ 1154 h 2579"/>
                <a:gd name="T78" fmla="*/ 2657 w 3386"/>
                <a:gd name="T79" fmla="*/ 924 h 2579"/>
                <a:gd name="T80" fmla="*/ 2639 w 3386"/>
                <a:gd name="T81" fmla="*/ 892 h 2579"/>
                <a:gd name="T82" fmla="*/ 2607 w 3386"/>
                <a:gd name="T83" fmla="*/ 872 h 2579"/>
                <a:gd name="T84" fmla="*/ 2372 w 3386"/>
                <a:gd name="T85" fmla="*/ 870 h 2579"/>
                <a:gd name="T86" fmla="*/ 2335 w 3386"/>
                <a:gd name="T87" fmla="*/ 881 h 2579"/>
                <a:gd name="T88" fmla="*/ 2309 w 3386"/>
                <a:gd name="T89" fmla="*/ 906 h 2579"/>
                <a:gd name="T90" fmla="*/ 2300 w 3386"/>
                <a:gd name="T91" fmla="*/ 943 h 2579"/>
                <a:gd name="T92" fmla="*/ 2310 w 3386"/>
                <a:gd name="T93" fmla="*/ 980 h 2579"/>
                <a:gd name="T94" fmla="*/ 2337 w 3386"/>
                <a:gd name="T95" fmla="*/ 1005 h 2579"/>
                <a:gd name="T96" fmla="*/ 2374 w 3386"/>
                <a:gd name="T97" fmla="*/ 1015 h 2579"/>
                <a:gd name="T98" fmla="*/ 2190 w 3386"/>
                <a:gd name="T99" fmla="*/ 1228 h 2579"/>
                <a:gd name="T100" fmla="*/ 2032 w 3386"/>
                <a:gd name="T101" fmla="*/ 640 h 2579"/>
                <a:gd name="T102" fmla="*/ 2010 w 3386"/>
                <a:gd name="T103" fmla="*/ 616 h 2579"/>
                <a:gd name="T104" fmla="*/ 1980 w 3386"/>
                <a:gd name="T105" fmla="*/ 605 h 2579"/>
                <a:gd name="T106" fmla="*/ 0 w 3386"/>
                <a:gd name="T107" fmla="*/ 0 h 2579"/>
                <a:gd name="T108" fmla="*/ 3386 w 3386"/>
                <a:gd name="T109" fmla="*/ 2579 h 2579"/>
                <a:gd name="T110" fmla="*/ 0 w 3386"/>
                <a:gd name="T111" fmla="*/ 0 h 2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86" h="2579">
                  <a:moveTo>
                    <a:pt x="1963" y="603"/>
                  </a:moveTo>
                  <a:lnTo>
                    <a:pt x="1948" y="607"/>
                  </a:lnTo>
                  <a:lnTo>
                    <a:pt x="1932" y="614"/>
                  </a:lnTo>
                  <a:lnTo>
                    <a:pt x="1919" y="624"/>
                  </a:lnTo>
                  <a:lnTo>
                    <a:pt x="1909" y="638"/>
                  </a:lnTo>
                  <a:lnTo>
                    <a:pt x="1464" y="1367"/>
                  </a:lnTo>
                  <a:lnTo>
                    <a:pt x="1295" y="988"/>
                  </a:lnTo>
                  <a:lnTo>
                    <a:pt x="1285" y="972"/>
                  </a:lnTo>
                  <a:lnTo>
                    <a:pt x="1271" y="959"/>
                  </a:lnTo>
                  <a:lnTo>
                    <a:pt x="1255" y="951"/>
                  </a:lnTo>
                  <a:lnTo>
                    <a:pt x="1237" y="946"/>
                  </a:lnTo>
                  <a:lnTo>
                    <a:pt x="1220" y="947"/>
                  </a:lnTo>
                  <a:lnTo>
                    <a:pt x="1201" y="951"/>
                  </a:lnTo>
                  <a:lnTo>
                    <a:pt x="1185" y="961"/>
                  </a:lnTo>
                  <a:lnTo>
                    <a:pt x="978" y="1127"/>
                  </a:lnTo>
                  <a:lnTo>
                    <a:pt x="821" y="1127"/>
                  </a:lnTo>
                  <a:lnTo>
                    <a:pt x="802" y="1129"/>
                  </a:lnTo>
                  <a:lnTo>
                    <a:pt x="784" y="1136"/>
                  </a:lnTo>
                  <a:lnTo>
                    <a:pt x="770" y="1147"/>
                  </a:lnTo>
                  <a:lnTo>
                    <a:pt x="758" y="1162"/>
                  </a:lnTo>
                  <a:lnTo>
                    <a:pt x="749" y="1179"/>
                  </a:lnTo>
                  <a:lnTo>
                    <a:pt x="746" y="1198"/>
                  </a:lnTo>
                  <a:lnTo>
                    <a:pt x="748" y="1217"/>
                  </a:lnTo>
                  <a:lnTo>
                    <a:pt x="756" y="1234"/>
                  </a:lnTo>
                  <a:lnTo>
                    <a:pt x="767" y="1250"/>
                  </a:lnTo>
                  <a:lnTo>
                    <a:pt x="782" y="1261"/>
                  </a:lnTo>
                  <a:lnTo>
                    <a:pt x="800" y="1268"/>
                  </a:lnTo>
                  <a:lnTo>
                    <a:pt x="819" y="1271"/>
                  </a:lnTo>
                  <a:lnTo>
                    <a:pt x="1005" y="1271"/>
                  </a:lnTo>
                  <a:lnTo>
                    <a:pt x="1018" y="1269"/>
                  </a:lnTo>
                  <a:lnTo>
                    <a:pt x="1034" y="1264"/>
                  </a:lnTo>
                  <a:lnTo>
                    <a:pt x="1049" y="1257"/>
                  </a:lnTo>
                  <a:lnTo>
                    <a:pt x="1067" y="1247"/>
                  </a:lnTo>
                  <a:lnTo>
                    <a:pt x="1084" y="1235"/>
                  </a:lnTo>
                  <a:lnTo>
                    <a:pt x="1102" y="1223"/>
                  </a:lnTo>
                  <a:lnTo>
                    <a:pt x="1119" y="1210"/>
                  </a:lnTo>
                  <a:lnTo>
                    <a:pt x="1137" y="1195"/>
                  </a:lnTo>
                  <a:lnTo>
                    <a:pt x="1152" y="1182"/>
                  </a:lnTo>
                  <a:lnTo>
                    <a:pt x="1166" y="1170"/>
                  </a:lnTo>
                  <a:lnTo>
                    <a:pt x="1179" y="1159"/>
                  </a:lnTo>
                  <a:lnTo>
                    <a:pt x="1189" y="1148"/>
                  </a:lnTo>
                  <a:lnTo>
                    <a:pt x="1197" y="1141"/>
                  </a:lnTo>
                  <a:lnTo>
                    <a:pt x="1201" y="1136"/>
                  </a:lnTo>
                  <a:lnTo>
                    <a:pt x="1203" y="1135"/>
                  </a:lnTo>
                  <a:lnTo>
                    <a:pt x="1390" y="1554"/>
                  </a:lnTo>
                  <a:lnTo>
                    <a:pt x="1400" y="1570"/>
                  </a:lnTo>
                  <a:lnTo>
                    <a:pt x="1412" y="1582"/>
                  </a:lnTo>
                  <a:lnTo>
                    <a:pt x="1427" y="1591"/>
                  </a:lnTo>
                  <a:lnTo>
                    <a:pt x="1443" y="1596"/>
                  </a:lnTo>
                  <a:lnTo>
                    <a:pt x="1460" y="1597"/>
                  </a:lnTo>
                  <a:lnTo>
                    <a:pt x="1476" y="1594"/>
                  </a:lnTo>
                  <a:lnTo>
                    <a:pt x="1492" y="1588"/>
                  </a:lnTo>
                  <a:lnTo>
                    <a:pt x="1506" y="1577"/>
                  </a:lnTo>
                  <a:lnTo>
                    <a:pt x="1517" y="1563"/>
                  </a:lnTo>
                  <a:lnTo>
                    <a:pt x="1943" y="860"/>
                  </a:lnTo>
                  <a:lnTo>
                    <a:pt x="2081" y="1384"/>
                  </a:lnTo>
                  <a:lnTo>
                    <a:pt x="2088" y="1402"/>
                  </a:lnTo>
                  <a:lnTo>
                    <a:pt x="2099" y="1416"/>
                  </a:lnTo>
                  <a:lnTo>
                    <a:pt x="2113" y="1428"/>
                  </a:lnTo>
                  <a:lnTo>
                    <a:pt x="2130" y="1435"/>
                  </a:lnTo>
                  <a:lnTo>
                    <a:pt x="2147" y="1437"/>
                  </a:lnTo>
                  <a:lnTo>
                    <a:pt x="2165" y="1436"/>
                  </a:lnTo>
                  <a:lnTo>
                    <a:pt x="2182" y="1430"/>
                  </a:lnTo>
                  <a:lnTo>
                    <a:pt x="2199" y="1418"/>
                  </a:lnTo>
                  <a:lnTo>
                    <a:pt x="2515" y="1127"/>
                  </a:lnTo>
                  <a:lnTo>
                    <a:pt x="2515" y="1156"/>
                  </a:lnTo>
                  <a:lnTo>
                    <a:pt x="2517" y="1175"/>
                  </a:lnTo>
                  <a:lnTo>
                    <a:pt x="2524" y="1192"/>
                  </a:lnTo>
                  <a:lnTo>
                    <a:pt x="2536" y="1208"/>
                  </a:lnTo>
                  <a:lnTo>
                    <a:pt x="2551" y="1219"/>
                  </a:lnTo>
                  <a:lnTo>
                    <a:pt x="2569" y="1226"/>
                  </a:lnTo>
                  <a:lnTo>
                    <a:pt x="2588" y="1228"/>
                  </a:lnTo>
                  <a:lnTo>
                    <a:pt x="2608" y="1225"/>
                  </a:lnTo>
                  <a:lnTo>
                    <a:pt x="2624" y="1218"/>
                  </a:lnTo>
                  <a:lnTo>
                    <a:pt x="2639" y="1206"/>
                  </a:lnTo>
                  <a:lnTo>
                    <a:pt x="2650" y="1191"/>
                  </a:lnTo>
                  <a:lnTo>
                    <a:pt x="2657" y="1173"/>
                  </a:lnTo>
                  <a:lnTo>
                    <a:pt x="2660" y="1154"/>
                  </a:lnTo>
                  <a:lnTo>
                    <a:pt x="2660" y="942"/>
                  </a:lnTo>
                  <a:lnTo>
                    <a:pt x="2657" y="924"/>
                  </a:lnTo>
                  <a:lnTo>
                    <a:pt x="2650" y="906"/>
                  </a:lnTo>
                  <a:lnTo>
                    <a:pt x="2639" y="892"/>
                  </a:lnTo>
                  <a:lnTo>
                    <a:pt x="2624" y="881"/>
                  </a:lnTo>
                  <a:lnTo>
                    <a:pt x="2607" y="872"/>
                  </a:lnTo>
                  <a:lnTo>
                    <a:pt x="2587" y="870"/>
                  </a:lnTo>
                  <a:lnTo>
                    <a:pt x="2372" y="870"/>
                  </a:lnTo>
                  <a:lnTo>
                    <a:pt x="2352" y="872"/>
                  </a:lnTo>
                  <a:lnTo>
                    <a:pt x="2335" y="881"/>
                  </a:lnTo>
                  <a:lnTo>
                    <a:pt x="2320" y="892"/>
                  </a:lnTo>
                  <a:lnTo>
                    <a:pt x="2309" y="906"/>
                  </a:lnTo>
                  <a:lnTo>
                    <a:pt x="2302" y="924"/>
                  </a:lnTo>
                  <a:lnTo>
                    <a:pt x="2300" y="943"/>
                  </a:lnTo>
                  <a:lnTo>
                    <a:pt x="2302" y="962"/>
                  </a:lnTo>
                  <a:lnTo>
                    <a:pt x="2310" y="980"/>
                  </a:lnTo>
                  <a:lnTo>
                    <a:pt x="2321" y="994"/>
                  </a:lnTo>
                  <a:lnTo>
                    <a:pt x="2337" y="1005"/>
                  </a:lnTo>
                  <a:lnTo>
                    <a:pt x="2354" y="1012"/>
                  </a:lnTo>
                  <a:lnTo>
                    <a:pt x="2374" y="1015"/>
                  </a:lnTo>
                  <a:lnTo>
                    <a:pt x="2420" y="1015"/>
                  </a:lnTo>
                  <a:lnTo>
                    <a:pt x="2190" y="1228"/>
                  </a:lnTo>
                  <a:lnTo>
                    <a:pt x="2039" y="657"/>
                  </a:lnTo>
                  <a:lnTo>
                    <a:pt x="2032" y="640"/>
                  </a:lnTo>
                  <a:lnTo>
                    <a:pt x="2022" y="626"/>
                  </a:lnTo>
                  <a:lnTo>
                    <a:pt x="2010" y="616"/>
                  </a:lnTo>
                  <a:lnTo>
                    <a:pt x="1995" y="609"/>
                  </a:lnTo>
                  <a:lnTo>
                    <a:pt x="1980" y="605"/>
                  </a:lnTo>
                  <a:lnTo>
                    <a:pt x="1963" y="603"/>
                  </a:lnTo>
                  <a:close/>
                  <a:moveTo>
                    <a:pt x="0" y="0"/>
                  </a:moveTo>
                  <a:lnTo>
                    <a:pt x="3386" y="0"/>
                  </a:lnTo>
                  <a:lnTo>
                    <a:pt x="3386" y="2579"/>
                  </a:lnTo>
                  <a:lnTo>
                    <a:pt x="0" y="257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0" name="Freeform 163">
              <a:extLst>
                <a:ext uri="{FF2B5EF4-FFF2-40B4-BE49-F238E27FC236}">
                  <a16:creationId xmlns:a16="http://schemas.microsoft.com/office/drawing/2014/main" id="{D507CF1A-20C7-4F98-9829-5CFEA14305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1800" y="1216025"/>
              <a:ext cx="384175" cy="68263"/>
            </a:xfrm>
            <a:custGeom>
              <a:avLst/>
              <a:gdLst>
                <a:gd name="T0" fmla="*/ 2902 w 3386"/>
                <a:gd name="T1" fmla="*/ 175 h 602"/>
                <a:gd name="T2" fmla="*/ 2870 w 3386"/>
                <a:gd name="T3" fmla="*/ 194 h 602"/>
                <a:gd name="T4" fmla="*/ 2852 w 3386"/>
                <a:gd name="T5" fmla="*/ 226 h 602"/>
                <a:gd name="T6" fmla="*/ 2849 w 3386"/>
                <a:gd name="T7" fmla="*/ 358 h 602"/>
                <a:gd name="T8" fmla="*/ 2859 w 3386"/>
                <a:gd name="T9" fmla="*/ 394 h 602"/>
                <a:gd name="T10" fmla="*/ 2885 w 3386"/>
                <a:gd name="T11" fmla="*/ 420 h 602"/>
                <a:gd name="T12" fmla="*/ 2922 w 3386"/>
                <a:gd name="T13" fmla="*/ 429 h 602"/>
                <a:gd name="T14" fmla="*/ 2958 w 3386"/>
                <a:gd name="T15" fmla="*/ 420 h 602"/>
                <a:gd name="T16" fmla="*/ 2984 w 3386"/>
                <a:gd name="T17" fmla="*/ 394 h 602"/>
                <a:gd name="T18" fmla="*/ 2994 w 3386"/>
                <a:gd name="T19" fmla="*/ 358 h 602"/>
                <a:gd name="T20" fmla="*/ 2992 w 3386"/>
                <a:gd name="T21" fmla="*/ 226 h 602"/>
                <a:gd name="T22" fmla="*/ 2973 w 3386"/>
                <a:gd name="T23" fmla="*/ 194 h 602"/>
                <a:gd name="T24" fmla="*/ 2940 w 3386"/>
                <a:gd name="T25" fmla="*/ 175 h 602"/>
                <a:gd name="T26" fmla="*/ 2550 w 3386"/>
                <a:gd name="T27" fmla="*/ 173 h 602"/>
                <a:gd name="T28" fmla="*/ 2513 w 3386"/>
                <a:gd name="T29" fmla="*/ 183 h 602"/>
                <a:gd name="T30" fmla="*/ 2487 w 3386"/>
                <a:gd name="T31" fmla="*/ 209 h 602"/>
                <a:gd name="T32" fmla="*/ 2477 w 3386"/>
                <a:gd name="T33" fmla="*/ 244 h 602"/>
                <a:gd name="T34" fmla="*/ 2480 w 3386"/>
                <a:gd name="T35" fmla="*/ 376 h 602"/>
                <a:gd name="T36" fmla="*/ 2499 w 3386"/>
                <a:gd name="T37" fmla="*/ 409 h 602"/>
                <a:gd name="T38" fmla="*/ 2530 w 3386"/>
                <a:gd name="T39" fmla="*/ 427 h 602"/>
                <a:gd name="T40" fmla="*/ 2570 w 3386"/>
                <a:gd name="T41" fmla="*/ 427 h 602"/>
                <a:gd name="T42" fmla="*/ 2601 w 3386"/>
                <a:gd name="T43" fmla="*/ 409 h 602"/>
                <a:gd name="T44" fmla="*/ 2620 w 3386"/>
                <a:gd name="T45" fmla="*/ 376 h 602"/>
                <a:gd name="T46" fmla="*/ 2622 w 3386"/>
                <a:gd name="T47" fmla="*/ 244 h 602"/>
                <a:gd name="T48" fmla="*/ 2613 w 3386"/>
                <a:gd name="T49" fmla="*/ 209 h 602"/>
                <a:gd name="T50" fmla="*/ 2587 w 3386"/>
                <a:gd name="T51" fmla="*/ 183 h 602"/>
                <a:gd name="T52" fmla="*/ 2550 w 3386"/>
                <a:gd name="T53" fmla="*/ 173 h 602"/>
                <a:gd name="T54" fmla="*/ 2160 w 3386"/>
                <a:gd name="T55" fmla="*/ 175 h 602"/>
                <a:gd name="T56" fmla="*/ 2128 w 3386"/>
                <a:gd name="T57" fmla="*/ 194 h 602"/>
                <a:gd name="T58" fmla="*/ 2109 w 3386"/>
                <a:gd name="T59" fmla="*/ 226 h 602"/>
                <a:gd name="T60" fmla="*/ 2106 w 3386"/>
                <a:gd name="T61" fmla="*/ 358 h 602"/>
                <a:gd name="T62" fmla="*/ 2117 w 3386"/>
                <a:gd name="T63" fmla="*/ 394 h 602"/>
                <a:gd name="T64" fmla="*/ 2142 w 3386"/>
                <a:gd name="T65" fmla="*/ 420 h 602"/>
                <a:gd name="T66" fmla="*/ 2179 w 3386"/>
                <a:gd name="T67" fmla="*/ 429 h 602"/>
                <a:gd name="T68" fmla="*/ 2215 w 3386"/>
                <a:gd name="T69" fmla="*/ 420 h 602"/>
                <a:gd name="T70" fmla="*/ 2242 w 3386"/>
                <a:gd name="T71" fmla="*/ 394 h 602"/>
                <a:gd name="T72" fmla="*/ 2251 w 3386"/>
                <a:gd name="T73" fmla="*/ 358 h 602"/>
                <a:gd name="T74" fmla="*/ 2249 w 3386"/>
                <a:gd name="T75" fmla="*/ 226 h 602"/>
                <a:gd name="T76" fmla="*/ 2231 w 3386"/>
                <a:gd name="T77" fmla="*/ 194 h 602"/>
                <a:gd name="T78" fmla="*/ 2199 w 3386"/>
                <a:gd name="T79" fmla="*/ 175 h 602"/>
                <a:gd name="T80" fmla="*/ 0 w 3386"/>
                <a:gd name="T81" fmla="*/ 0 h 602"/>
                <a:gd name="T82" fmla="*/ 3386 w 3386"/>
                <a:gd name="T83" fmla="*/ 602 h 602"/>
                <a:gd name="T84" fmla="*/ 0 w 3386"/>
                <a:gd name="T85" fmla="*/ 0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86" h="602">
                  <a:moveTo>
                    <a:pt x="2922" y="173"/>
                  </a:moveTo>
                  <a:lnTo>
                    <a:pt x="2902" y="175"/>
                  </a:lnTo>
                  <a:lnTo>
                    <a:pt x="2885" y="183"/>
                  </a:lnTo>
                  <a:lnTo>
                    <a:pt x="2870" y="194"/>
                  </a:lnTo>
                  <a:lnTo>
                    <a:pt x="2859" y="209"/>
                  </a:lnTo>
                  <a:lnTo>
                    <a:pt x="2852" y="226"/>
                  </a:lnTo>
                  <a:lnTo>
                    <a:pt x="2849" y="244"/>
                  </a:lnTo>
                  <a:lnTo>
                    <a:pt x="2849" y="358"/>
                  </a:lnTo>
                  <a:lnTo>
                    <a:pt x="2852" y="376"/>
                  </a:lnTo>
                  <a:lnTo>
                    <a:pt x="2859" y="394"/>
                  </a:lnTo>
                  <a:lnTo>
                    <a:pt x="2870" y="409"/>
                  </a:lnTo>
                  <a:lnTo>
                    <a:pt x="2885" y="420"/>
                  </a:lnTo>
                  <a:lnTo>
                    <a:pt x="2902" y="427"/>
                  </a:lnTo>
                  <a:lnTo>
                    <a:pt x="2922" y="429"/>
                  </a:lnTo>
                  <a:lnTo>
                    <a:pt x="2940" y="427"/>
                  </a:lnTo>
                  <a:lnTo>
                    <a:pt x="2958" y="420"/>
                  </a:lnTo>
                  <a:lnTo>
                    <a:pt x="2973" y="409"/>
                  </a:lnTo>
                  <a:lnTo>
                    <a:pt x="2984" y="394"/>
                  </a:lnTo>
                  <a:lnTo>
                    <a:pt x="2992" y="376"/>
                  </a:lnTo>
                  <a:lnTo>
                    <a:pt x="2994" y="358"/>
                  </a:lnTo>
                  <a:lnTo>
                    <a:pt x="2994" y="244"/>
                  </a:lnTo>
                  <a:lnTo>
                    <a:pt x="2992" y="226"/>
                  </a:lnTo>
                  <a:lnTo>
                    <a:pt x="2984" y="209"/>
                  </a:lnTo>
                  <a:lnTo>
                    <a:pt x="2973" y="194"/>
                  </a:lnTo>
                  <a:lnTo>
                    <a:pt x="2958" y="183"/>
                  </a:lnTo>
                  <a:lnTo>
                    <a:pt x="2940" y="175"/>
                  </a:lnTo>
                  <a:lnTo>
                    <a:pt x="2922" y="173"/>
                  </a:lnTo>
                  <a:close/>
                  <a:moveTo>
                    <a:pt x="2550" y="173"/>
                  </a:moveTo>
                  <a:lnTo>
                    <a:pt x="2530" y="175"/>
                  </a:lnTo>
                  <a:lnTo>
                    <a:pt x="2513" y="183"/>
                  </a:lnTo>
                  <a:lnTo>
                    <a:pt x="2499" y="194"/>
                  </a:lnTo>
                  <a:lnTo>
                    <a:pt x="2487" y="209"/>
                  </a:lnTo>
                  <a:lnTo>
                    <a:pt x="2480" y="226"/>
                  </a:lnTo>
                  <a:lnTo>
                    <a:pt x="2477" y="244"/>
                  </a:lnTo>
                  <a:lnTo>
                    <a:pt x="2477" y="358"/>
                  </a:lnTo>
                  <a:lnTo>
                    <a:pt x="2480" y="376"/>
                  </a:lnTo>
                  <a:lnTo>
                    <a:pt x="2487" y="394"/>
                  </a:lnTo>
                  <a:lnTo>
                    <a:pt x="2499" y="409"/>
                  </a:lnTo>
                  <a:lnTo>
                    <a:pt x="2513" y="420"/>
                  </a:lnTo>
                  <a:lnTo>
                    <a:pt x="2530" y="427"/>
                  </a:lnTo>
                  <a:lnTo>
                    <a:pt x="2550" y="429"/>
                  </a:lnTo>
                  <a:lnTo>
                    <a:pt x="2570" y="427"/>
                  </a:lnTo>
                  <a:lnTo>
                    <a:pt x="2587" y="420"/>
                  </a:lnTo>
                  <a:lnTo>
                    <a:pt x="2601" y="409"/>
                  </a:lnTo>
                  <a:lnTo>
                    <a:pt x="2613" y="394"/>
                  </a:lnTo>
                  <a:lnTo>
                    <a:pt x="2620" y="376"/>
                  </a:lnTo>
                  <a:lnTo>
                    <a:pt x="2622" y="358"/>
                  </a:lnTo>
                  <a:lnTo>
                    <a:pt x="2622" y="244"/>
                  </a:lnTo>
                  <a:lnTo>
                    <a:pt x="2620" y="226"/>
                  </a:lnTo>
                  <a:lnTo>
                    <a:pt x="2613" y="209"/>
                  </a:lnTo>
                  <a:lnTo>
                    <a:pt x="2601" y="194"/>
                  </a:lnTo>
                  <a:lnTo>
                    <a:pt x="2587" y="183"/>
                  </a:lnTo>
                  <a:lnTo>
                    <a:pt x="2570" y="175"/>
                  </a:lnTo>
                  <a:lnTo>
                    <a:pt x="2550" y="173"/>
                  </a:lnTo>
                  <a:close/>
                  <a:moveTo>
                    <a:pt x="2179" y="173"/>
                  </a:moveTo>
                  <a:lnTo>
                    <a:pt x="2160" y="175"/>
                  </a:lnTo>
                  <a:lnTo>
                    <a:pt x="2142" y="183"/>
                  </a:lnTo>
                  <a:lnTo>
                    <a:pt x="2128" y="194"/>
                  </a:lnTo>
                  <a:lnTo>
                    <a:pt x="2117" y="209"/>
                  </a:lnTo>
                  <a:lnTo>
                    <a:pt x="2109" y="226"/>
                  </a:lnTo>
                  <a:lnTo>
                    <a:pt x="2106" y="244"/>
                  </a:lnTo>
                  <a:lnTo>
                    <a:pt x="2106" y="358"/>
                  </a:lnTo>
                  <a:lnTo>
                    <a:pt x="2109" y="376"/>
                  </a:lnTo>
                  <a:lnTo>
                    <a:pt x="2117" y="394"/>
                  </a:lnTo>
                  <a:lnTo>
                    <a:pt x="2128" y="409"/>
                  </a:lnTo>
                  <a:lnTo>
                    <a:pt x="2142" y="420"/>
                  </a:lnTo>
                  <a:lnTo>
                    <a:pt x="2160" y="427"/>
                  </a:lnTo>
                  <a:lnTo>
                    <a:pt x="2179" y="429"/>
                  </a:lnTo>
                  <a:lnTo>
                    <a:pt x="2199" y="427"/>
                  </a:lnTo>
                  <a:lnTo>
                    <a:pt x="2215" y="420"/>
                  </a:lnTo>
                  <a:lnTo>
                    <a:pt x="2231" y="409"/>
                  </a:lnTo>
                  <a:lnTo>
                    <a:pt x="2242" y="394"/>
                  </a:lnTo>
                  <a:lnTo>
                    <a:pt x="2249" y="376"/>
                  </a:lnTo>
                  <a:lnTo>
                    <a:pt x="2251" y="358"/>
                  </a:lnTo>
                  <a:lnTo>
                    <a:pt x="2251" y="244"/>
                  </a:lnTo>
                  <a:lnTo>
                    <a:pt x="2249" y="226"/>
                  </a:lnTo>
                  <a:lnTo>
                    <a:pt x="2242" y="209"/>
                  </a:lnTo>
                  <a:lnTo>
                    <a:pt x="2231" y="194"/>
                  </a:lnTo>
                  <a:lnTo>
                    <a:pt x="2215" y="183"/>
                  </a:lnTo>
                  <a:lnTo>
                    <a:pt x="2199" y="175"/>
                  </a:lnTo>
                  <a:lnTo>
                    <a:pt x="2179" y="173"/>
                  </a:lnTo>
                  <a:close/>
                  <a:moveTo>
                    <a:pt x="0" y="0"/>
                  </a:moveTo>
                  <a:lnTo>
                    <a:pt x="3386" y="0"/>
                  </a:lnTo>
                  <a:lnTo>
                    <a:pt x="3386" y="602"/>
                  </a:lnTo>
                  <a:lnTo>
                    <a:pt x="0" y="6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97AF2AC-6741-4F63-9CDA-E6D5E2BBD464}"/>
              </a:ext>
            </a:extLst>
          </p:cNvPr>
          <p:cNvGrpSpPr/>
          <p:nvPr/>
        </p:nvGrpSpPr>
        <p:grpSpPr>
          <a:xfrm>
            <a:off x="4281369" y="1719143"/>
            <a:ext cx="310356" cy="310356"/>
            <a:chOff x="3597275" y="1212850"/>
            <a:chExt cx="38258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02" name="Freeform 168">
              <a:extLst>
                <a:ext uri="{FF2B5EF4-FFF2-40B4-BE49-F238E27FC236}">
                  <a16:creationId xmlns:a16="http://schemas.microsoft.com/office/drawing/2014/main" id="{65BB7CBD-4962-461E-AC2C-D9B0C3ABE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675" y="1497013"/>
              <a:ext cx="73025" cy="73025"/>
            </a:xfrm>
            <a:custGeom>
              <a:avLst/>
              <a:gdLst>
                <a:gd name="T0" fmla="*/ 0 w 640"/>
                <a:gd name="T1" fmla="*/ 0 h 640"/>
                <a:gd name="T2" fmla="*/ 640 w 640"/>
                <a:gd name="T3" fmla="*/ 0 h 640"/>
                <a:gd name="T4" fmla="*/ 640 w 640"/>
                <a:gd name="T5" fmla="*/ 640 h 640"/>
                <a:gd name="T6" fmla="*/ 0 w 640"/>
                <a:gd name="T7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0" h="640">
                  <a:moveTo>
                    <a:pt x="0" y="0"/>
                  </a:moveTo>
                  <a:lnTo>
                    <a:pt x="640" y="0"/>
                  </a:lnTo>
                  <a:lnTo>
                    <a:pt x="640" y="6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3" name="Freeform 169">
              <a:extLst>
                <a:ext uri="{FF2B5EF4-FFF2-40B4-BE49-F238E27FC236}">
                  <a16:creationId xmlns:a16="http://schemas.microsoft.com/office/drawing/2014/main" id="{118D4DA3-4303-4006-882F-B7A452D76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350" y="1366838"/>
              <a:ext cx="30163" cy="23813"/>
            </a:xfrm>
            <a:custGeom>
              <a:avLst/>
              <a:gdLst>
                <a:gd name="T0" fmla="*/ 0 w 271"/>
                <a:gd name="T1" fmla="*/ 0 h 210"/>
                <a:gd name="T2" fmla="*/ 141 w 271"/>
                <a:gd name="T3" fmla="*/ 0 h 210"/>
                <a:gd name="T4" fmla="*/ 168 w 271"/>
                <a:gd name="T5" fmla="*/ 2 h 210"/>
                <a:gd name="T6" fmla="*/ 193 w 271"/>
                <a:gd name="T7" fmla="*/ 8 h 210"/>
                <a:gd name="T8" fmla="*/ 214 w 271"/>
                <a:gd name="T9" fmla="*/ 18 h 210"/>
                <a:gd name="T10" fmla="*/ 234 w 271"/>
                <a:gd name="T11" fmla="*/ 30 h 210"/>
                <a:gd name="T12" fmla="*/ 250 w 271"/>
                <a:gd name="T13" fmla="*/ 47 h 210"/>
                <a:gd name="T14" fmla="*/ 261 w 271"/>
                <a:gd name="T15" fmla="*/ 64 h 210"/>
                <a:gd name="T16" fmla="*/ 269 w 271"/>
                <a:gd name="T17" fmla="*/ 84 h 210"/>
                <a:gd name="T18" fmla="*/ 271 w 271"/>
                <a:gd name="T19" fmla="*/ 105 h 210"/>
                <a:gd name="T20" fmla="*/ 269 w 271"/>
                <a:gd name="T21" fmla="*/ 126 h 210"/>
                <a:gd name="T22" fmla="*/ 261 w 271"/>
                <a:gd name="T23" fmla="*/ 146 h 210"/>
                <a:gd name="T24" fmla="*/ 250 w 271"/>
                <a:gd name="T25" fmla="*/ 164 h 210"/>
                <a:gd name="T26" fmla="*/ 234 w 271"/>
                <a:gd name="T27" fmla="*/ 180 h 210"/>
                <a:gd name="T28" fmla="*/ 214 w 271"/>
                <a:gd name="T29" fmla="*/ 192 h 210"/>
                <a:gd name="T30" fmla="*/ 193 w 271"/>
                <a:gd name="T31" fmla="*/ 202 h 210"/>
                <a:gd name="T32" fmla="*/ 168 w 271"/>
                <a:gd name="T33" fmla="*/ 208 h 210"/>
                <a:gd name="T34" fmla="*/ 141 w 271"/>
                <a:gd name="T35" fmla="*/ 210 h 210"/>
                <a:gd name="T36" fmla="*/ 0 w 271"/>
                <a:gd name="T37" fmla="*/ 210 h 210"/>
                <a:gd name="T38" fmla="*/ 0 w 271"/>
                <a:gd name="T39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1" h="210">
                  <a:moveTo>
                    <a:pt x="0" y="0"/>
                  </a:moveTo>
                  <a:lnTo>
                    <a:pt x="141" y="0"/>
                  </a:lnTo>
                  <a:lnTo>
                    <a:pt x="168" y="2"/>
                  </a:lnTo>
                  <a:lnTo>
                    <a:pt x="193" y="8"/>
                  </a:lnTo>
                  <a:lnTo>
                    <a:pt x="214" y="18"/>
                  </a:lnTo>
                  <a:lnTo>
                    <a:pt x="234" y="30"/>
                  </a:lnTo>
                  <a:lnTo>
                    <a:pt x="250" y="47"/>
                  </a:lnTo>
                  <a:lnTo>
                    <a:pt x="261" y="64"/>
                  </a:lnTo>
                  <a:lnTo>
                    <a:pt x="269" y="84"/>
                  </a:lnTo>
                  <a:lnTo>
                    <a:pt x="271" y="105"/>
                  </a:lnTo>
                  <a:lnTo>
                    <a:pt x="269" y="126"/>
                  </a:lnTo>
                  <a:lnTo>
                    <a:pt x="261" y="146"/>
                  </a:lnTo>
                  <a:lnTo>
                    <a:pt x="250" y="164"/>
                  </a:lnTo>
                  <a:lnTo>
                    <a:pt x="234" y="180"/>
                  </a:lnTo>
                  <a:lnTo>
                    <a:pt x="214" y="192"/>
                  </a:lnTo>
                  <a:lnTo>
                    <a:pt x="193" y="202"/>
                  </a:lnTo>
                  <a:lnTo>
                    <a:pt x="168" y="208"/>
                  </a:lnTo>
                  <a:lnTo>
                    <a:pt x="141" y="210"/>
                  </a:lnTo>
                  <a:lnTo>
                    <a:pt x="0" y="21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4" name="Freeform 170">
              <a:extLst>
                <a:ext uri="{FF2B5EF4-FFF2-40B4-BE49-F238E27FC236}">
                  <a16:creationId xmlns:a16="http://schemas.microsoft.com/office/drawing/2014/main" id="{6770EA6A-28E0-43F2-AD82-093F44C2C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388" y="1325563"/>
              <a:ext cx="28575" cy="65088"/>
            </a:xfrm>
            <a:custGeom>
              <a:avLst/>
              <a:gdLst>
                <a:gd name="T0" fmla="*/ 126 w 252"/>
                <a:gd name="T1" fmla="*/ 0 h 564"/>
                <a:gd name="T2" fmla="*/ 145 w 252"/>
                <a:gd name="T3" fmla="*/ 3 h 564"/>
                <a:gd name="T4" fmla="*/ 162 w 252"/>
                <a:gd name="T5" fmla="*/ 12 h 564"/>
                <a:gd name="T6" fmla="*/ 179 w 252"/>
                <a:gd name="T7" fmla="*/ 27 h 564"/>
                <a:gd name="T8" fmla="*/ 194 w 252"/>
                <a:gd name="T9" fmla="*/ 45 h 564"/>
                <a:gd name="T10" fmla="*/ 208 w 252"/>
                <a:gd name="T11" fmla="*/ 69 h 564"/>
                <a:gd name="T12" fmla="*/ 221 w 252"/>
                <a:gd name="T13" fmla="*/ 97 h 564"/>
                <a:gd name="T14" fmla="*/ 232 w 252"/>
                <a:gd name="T15" fmla="*/ 129 h 564"/>
                <a:gd name="T16" fmla="*/ 240 w 252"/>
                <a:gd name="T17" fmla="*/ 164 h 564"/>
                <a:gd name="T18" fmla="*/ 246 w 252"/>
                <a:gd name="T19" fmla="*/ 200 h 564"/>
                <a:gd name="T20" fmla="*/ 250 w 252"/>
                <a:gd name="T21" fmla="*/ 240 h 564"/>
                <a:gd name="T22" fmla="*/ 252 w 252"/>
                <a:gd name="T23" fmla="*/ 282 h 564"/>
                <a:gd name="T24" fmla="*/ 250 w 252"/>
                <a:gd name="T25" fmla="*/ 324 h 564"/>
                <a:gd name="T26" fmla="*/ 246 w 252"/>
                <a:gd name="T27" fmla="*/ 364 h 564"/>
                <a:gd name="T28" fmla="*/ 240 w 252"/>
                <a:gd name="T29" fmla="*/ 401 h 564"/>
                <a:gd name="T30" fmla="*/ 232 w 252"/>
                <a:gd name="T31" fmla="*/ 435 h 564"/>
                <a:gd name="T32" fmla="*/ 221 w 252"/>
                <a:gd name="T33" fmla="*/ 467 h 564"/>
                <a:gd name="T34" fmla="*/ 208 w 252"/>
                <a:gd name="T35" fmla="*/ 495 h 564"/>
                <a:gd name="T36" fmla="*/ 194 w 252"/>
                <a:gd name="T37" fmla="*/ 519 h 564"/>
                <a:gd name="T38" fmla="*/ 179 w 252"/>
                <a:gd name="T39" fmla="*/ 538 h 564"/>
                <a:gd name="T40" fmla="*/ 162 w 252"/>
                <a:gd name="T41" fmla="*/ 552 h 564"/>
                <a:gd name="T42" fmla="*/ 145 w 252"/>
                <a:gd name="T43" fmla="*/ 561 h 564"/>
                <a:gd name="T44" fmla="*/ 126 w 252"/>
                <a:gd name="T45" fmla="*/ 564 h 564"/>
                <a:gd name="T46" fmla="*/ 107 w 252"/>
                <a:gd name="T47" fmla="*/ 561 h 564"/>
                <a:gd name="T48" fmla="*/ 90 w 252"/>
                <a:gd name="T49" fmla="*/ 552 h 564"/>
                <a:gd name="T50" fmla="*/ 72 w 252"/>
                <a:gd name="T51" fmla="*/ 538 h 564"/>
                <a:gd name="T52" fmla="*/ 57 w 252"/>
                <a:gd name="T53" fmla="*/ 519 h 564"/>
                <a:gd name="T54" fmla="*/ 43 w 252"/>
                <a:gd name="T55" fmla="*/ 495 h 564"/>
                <a:gd name="T56" fmla="*/ 30 w 252"/>
                <a:gd name="T57" fmla="*/ 467 h 564"/>
                <a:gd name="T58" fmla="*/ 20 w 252"/>
                <a:gd name="T59" fmla="*/ 435 h 564"/>
                <a:gd name="T60" fmla="*/ 12 w 252"/>
                <a:gd name="T61" fmla="*/ 401 h 564"/>
                <a:gd name="T62" fmla="*/ 5 w 252"/>
                <a:gd name="T63" fmla="*/ 364 h 564"/>
                <a:gd name="T64" fmla="*/ 1 w 252"/>
                <a:gd name="T65" fmla="*/ 324 h 564"/>
                <a:gd name="T66" fmla="*/ 0 w 252"/>
                <a:gd name="T67" fmla="*/ 282 h 564"/>
                <a:gd name="T68" fmla="*/ 1 w 252"/>
                <a:gd name="T69" fmla="*/ 240 h 564"/>
                <a:gd name="T70" fmla="*/ 5 w 252"/>
                <a:gd name="T71" fmla="*/ 200 h 564"/>
                <a:gd name="T72" fmla="*/ 12 w 252"/>
                <a:gd name="T73" fmla="*/ 164 h 564"/>
                <a:gd name="T74" fmla="*/ 20 w 252"/>
                <a:gd name="T75" fmla="*/ 129 h 564"/>
                <a:gd name="T76" fmla="*/ 30 w 252"/>
                <a:gd name="T77" fmla="*/ 97 h 564"/>
                <a:gd name="T78" fmla="*/ 43 w 252"/>
                <a:gd name="T79" fmla="*/ 69 h 564"/>
                <a:gd name="T80" fmla="*/ 57 w 252"/>
                <a:gd name="T81" fmla="*/ 45 h 564"/>
                <a:gd name="T82" fmla="*/ 72 w 252"/>
                <a:gd name="T83" fmla="*/ 27 h 564"/>
                <a:gd name="T84" fmla="*/ 90 w 252"/>
                <a:gd name="T85" fmla="*/ 12 h 564"/>
                <a:gd name="T86" fmla="*/ 107 w 252"/>
                <a:gd name="T87" fmla="*/ 3 h 564"/>
                <a:gd name="T88" fmla="*/ 126 w 252"/>
                <a:gd name="T89" fmla="*/ 0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2" h="564">
                  <a:moveTo>
                    <a:pt x="126" y="0"/>
                  </a:moveTo>
                  <a:lnTo>
                    <a:pt x="145" y="3"/>
                  </a:lnTo>
                  <a:lnTo>
                    <a:pt x="162" y="12"/>
                  </a:lnTo>
                  <a:lnTo>
                    <a:pt x="179" y="27"/>
                  </a:lnTo>
                  <a:lnTo>
                    <a:pt x="194" y="45"/>
                  </a:lnTo>
                  <a:lnTo>
                    <a:pt x="208" y="69"/>
                  </a:lnTo>
                  <a:lnTo>
                    <a:pt x="221" y="97"/>
                  </a:lnTo>
                  <a:lnTo>
                    <a:pt x="232" y="129"/>
                  </a:lnTo>
                  <a:lnTo>
                    <a:pt x="240" y="164"/>
                  </a:lnTo>
                  <a:lnTo>
                    <a:pt x="246" y="200"/>
                  </a:lnTo>
                  <a:lnTo>
                    <a:pt x="250" y="240"/>
                  </a:lnTo>
                  <a:lnTo>
                    <a:pt x="252" y="282"/>
                  </a:lnTo>
                  <a:lnTo>
                    <a:pt x="250" y="324"/>
                  </a:lnTo>
                  <a:lnTo>
                    <a:pt x="246" y="364"/>
                  </a:lnTo>
                  <a:lnTo>
                    <a:pt x="240" y="401"/>
                  </a:lnTo>
                  <a:lnTo>
                    <a:pt x="232" y="435"/>
                  </a:lnTo>
                  <a:lnTo>
                    <a:pt x="221" y="467"/>
                  </a:lnTo>
                  <a:lnTo>
                    <a:pt x="208" y="495"/>
                  </a:lnTo>
                  <a:lnTo>
                    <a:pt x="194" y="519"/>
                  </a:lnTo>
                  <a:lnTo>
                    <a:pt x="179" y="538"/>
                  </a:lnTo>
                  <a:lnTo>
                    <a:pt x="162" y="552"/>
                  </a:lnTo>
                  <a:lnTo>
                    <a:pt x="145" y="561"/>
                  </a:lnTo>
                  <a:lnTo>
                    <a:pt x="126" y="564"/>
                  </a:lnTo>
                  <a:lnTo>
                    <a:pt x="107" y="561"/>
                  </a:lnTo>
                  <a:lnTo>
                    <a:pt x="90" y="552"/>
                  </a:lnTo>
                  <a:lnTo>
                    <a:pt x="72" y="538"/>
                  </a:lnTo>
                  <a:lnTo>
                    <a:pt x="57" y="519"/>
                  </a:lnTo>
                  <a:lnTo>
                    <a:pt x="43" y="495"/>
                  </a:lnTo>
                  <a:lnTo>
                    <a:pt x="30" y="467"/>
                  </a:lnTo>
                  <a:lnTo>
                    <a:pt x="20" y="435"/>
                  </a:lnTo>
                  <a:lnTo>
                    <a:pt x="12" y="401"/>
                  </a:lnTo>
                  <a:lnTo>
                    <a:pt x="5" y="364"/>
                  </a:lnTo>
                  <a:lnTo>
                    <a:pt x="1" y="324"/>
                  </a:lnTo>
                  <a:lnTo>
                    <a:pt x="0" y="282"/>
                  </a:lnTo>
                  <a:lnTo>
                    <a:pt x="1" y="240"/>
                  </a:lnTo>
                  <a:lnTo>
                    <a:pt x="5" y="200"/>
                  </a:lnTo>
                  <a:lnTo>
                    <a:pt x="12" y="164"/>
                  </a:lnTo>
                  <a:lnTo>
                    <a:pt x="20" y="129"/>
                  </a:lnTo>
                  <a:lnTo>
                    <a:pt x="30" y="97"/>
                  </a:lnTo>
                  <a:lnTo>
                    <a:pt x="43" y="69"/>
                  </a:lnTo>
                  <a:lnTo>
                    <a:pt x="57" y="45"/>
                  </a:lnTo>
                  <a:lnTo>
                    <a:pt x="72" y="27"/>
                  </a:lnTo>
                  <a:lnTo>
                    <a:pt x="90" y="12"/>
                  </a:lnTo>
                  <a:lnTo>
                    <a:pt x="107" y="3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5" name="Freeform 171">
              <a:extLst>
                <a:ext uri="{FF2B5EF4-FFF2-40B4-BE49-F238E27FC236}">
                  <a16:creationId xmlns:a16="http://schemas.microsoft.com/office/drawing/2014/main" id="{B448C221-91CE-4734-A8BF-7A07D976C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350" y="1325563"/>
              <a:ext cx="30163" cy="25400"/>
            </a:xfrm>
            <a:custGeom>
              <a:avLst/>
              <a:gdLst>
                <a:gd name="T0" fmla="*/ 0 w 271"/>
                <a:gd name="T1" fmla="*/ 0 h 211"/>
                <a:gd name="T2" fmla="*/ 141 w 271"/>
                <a:gd name="T3" fmla="*/ 0 h 211"/>
                <a:gd name="T4" fmla="*/ 168 w 271"/>
                <a:gd name="T5" fmla="*/ 2 h 211"/>
                <a:gd name="T6" fmla="*/ 193 w 271"/>
                <a:gd name="T7" fmla="*/ 8 h 211"/>
                <a:gd name="T8" fmla="*/ 214 w 271"/>
                <a:gd name="T9" fmla="*/ 17 h 211"/>
                <a:gd name="T10" fmla="*/ 234 w 271"/>
                <a:gd name="T11" fmla="*/ 31 h 211"/>
                <a:gd name="T12" fmla="*/ 250 w 271"/>
                <a:gd name="T13" fmla="*/ 46 h 211"/>
                <a:gd name="T14" fmla="*/ 261 w 271"/>
                <a:gd name="T15" fmla="*/ 63 h 211"/>
                <a:gd name="T16" fmla="*/ 269 w 271"/>
                <a:gd name="T17" fmla="*/ 84 h 211"/>
                <a:gd name="T18" fmla="*/ 271 w 271"/>
                <a:gd name="T19" fmla="*/ 105 h 211"/>
                <a:gd name="T20" fmla="*/ 269 w 271"/>
                <a:gd name="T21" fmla="*/ 126 h 211"/>
                <a:gd name="T22" fmla="*/ 261 w 271"/>
                <a:gd name="T23" fmla="*/ 146 h 211"/>
                <a:gd name="T24" fmla="*/ 250 w 271"/>
                <a:gd name="T25" fmla="*/ 164 h 211"/>
                <a:gd name="T26" fmla="*/ 234 w 271"/>
                <a:gd name="T27" fmla="*/ 179 h 211"/>
                <a:gd name="T28" fmla="*/ 214 w 271"/>
                <a:gd name="T29" fmla="*/ 192 h 211"/>
                <a:gd name="T30" fmla="*/ 193 w 271"/>
                <a:gd name="T31" fmla="*/ 201 h 211"/>
                <a:gd name="T32" fmla="*/ 168 w 271"/>
                <a:gd name="T33" fmla="*/ 209 h 211"/>
                <a:gd name="T34" fmla="*/ 141 w 271"/>
                <a:gd name="T35" fmla="*/ 211 h 211"/>
                <a:gd name="T36" fmla="*/ 0 w 271"/>
                <a:gd name="T37" fmla="*/ 211 h 211"/>
                <a:gd name="T38" fmla="*/ 0 w 271"/>
                <a:gd name="T3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1" h="211">
                  <a:moveTo>
                    <a:pt x="0" y="0"/>
                  </a:moveTo>
                  <a:lnTo>
                    <a:pt x="141" y="0"/>
                  </a:lnTo>
                  <a:lnTo>
                    <a:pt x="168" y="2"/>
                  </a:lnTo>
                  <a:lnTo>
                    <a:pt x="193" y="8"/>
                  </a:lnTo>
                  <a:lnTo>
                    <a:pt x="214" y="17"/>
                  </a:lnTo>
                  <a:lnTo>
                    <a:pt x="234" y="31"/>
                  </a:lnTo>
                  <a:lnTo>
                    <a:pt x="250" y="46"/>
                  </a:lnTo>
                  <a:lnTo>
                    <a:pt x="261" y="63"/>
                  </a:lnTo>
                  <a:lnTo>
                    <a:pt x="269" y="84"/>
                  </a:lnTo>
                  <a:lnTo>
                    <a:pt x="271" y="105"/>
                  </a:lnTo>
                  <a:lnTo>
                    <a:pt x="269" y="126"/>
                  </a:lnTo>
                  <a:lnTo>
                    <a:pt x="261" y="146"/>
                  </a:lnTo>
                  <a:lnTo>
                    <a:pt x="250" y="164"/>
                  </a:lnTo>
                  <a:lnTo>
                    <a:pt x="234" y="179"/>
                  </a:lnTo>
                  <a:lnTo>
                    <a:pt x="214" y="192"/>
                  </a:lnTo>
                  <a:lnTo>
                    <a:pt x="193" y="201"/>
                  </a:lnTo>
                  <a:lnTo>
                    <a:pt x="168" y="209"/>
                  </a:lnTo>
                  <a:lnTo>
                    <a:pt x="141" y="211"/>
                  </a:lnTo>
                  <a:lnTo>
                    <a:pt x="0" y="21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6" name="Freeform 172">
              <a:extLst>
                <a:ext uri="{FF2B5EF4-FFF2-40B4-BE49-F238E27FC236}">
                  <a16:creationId xmlns:a16="http://schemas.microsoft.com/office/drawing/2014/main" id="{40301409-DC54-48A9-9CA0-C9066FBE4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97275" y="1212850"/>
              <a:ext cx="382588" cy="382588"/>
            </a:xfrm>
            <a:custGeom>
              <a:avLst/>
              <a:gdLst>
                <a:gd name="T0" fmla="*/ 1771 w 3374"/>
                <a:gd name="T1" fmla="*/ 894 h 3374"/>
                <a:gd name="T2" fmla="*/ 1771 w 3374"/>
                <a:gd name="T3" fmla="*/ 1672 h 3374"/>
                <a:gd name="T4" fmla="*/ 2074 w 3374"/>
                <a:gd name="T5" fmla="*/ 1706 h 3374"/>
                <a:gd name="T6" fmla="*/ 2275 w 3374"/>
                <a:gd name="T7" fmla="*/ 1645 h 3374"/>
                <a:gd name="T8" fmla="*/ 2377 w 3374"/>
                <a:gd name="T9" fmla="*/ 1496 h 3374"/>
                <a:gd name="T10" fmla="*/ 2337 w 3374"/>
                <a:gd name="T11" fmla="*/ 1333 h 3374"/>
                <a:gd name="T12" fmla="*/ 2356 w 3374"/>
                <a:gd name="T13" fmla="*/ 1203 h 3374"/>
                <a:gd name="T14" fmla="*/ 2368 w 3374"/>
                <a:gd name="T15" fmla="*/ 1035 h 3374"/>
                <a:gd name="T16" fmla="*/ 2241 w 3374"/>
                <a:gd name="T17" fmla="*/ 899 h 3374"/>
                <a:gd name="T18" fmla="*/ 1846 w 3374"/>
                <a:gd name="T19" fmla="*/ 859 h 3374"/>
                <a:gd name="T20" fmla="*/ 738 w 3374"/>
                <a:gd name="T21" fmla="*/ 894 h 3374"/>
                <a:gd name="T22" fmla="*/ 716 w 3374"/>
                <a:gd name="T23" fmla="*/ 1499 h 3374"/>
                <a:gd name="T24" fmla="*/ 621 w 3374"/>
                <a:gd name="T25" fmla="*/ 1562 h 3374"/>
                <a:gd name="T26" fmla="*/ 501 w 3374"/>
                <a:gd name="T27" fmla="*/ 1533 h 3374"/>
                <a:gd name="T28" fmla="*/ 463 w 3374"/>
                <a:gd name="T29" fmla="*/ 1445 h 3374"/>
                <a:gd name="T30" fmla="*/ 399 w 3374"/>
                <a:gd name="T31" fmla="*/ 1376 h 3374"/>
                <a:gd name="T32" fmla="*/ 300 w 3374"/>
                <a:gd name="T33" fmla="*/ 1409 h 3374"/>
                <a:gd name="T34" fmla="*/ 301 w 3374"/>
                <a:gd name="T35" fmla="*/ 1530 h 3374"/>
                <a:gd name="T36" fmla="*/ 427 w 3374"/>
                <a:gd name="T37" fmla="*/ 1667 h 3374"/>
                <a:gd name="T38" fmla="*/ 640 w 3374"/>
                <a:gd name="T39" fmla="*/ 1703 h 3374"/>
                <a:gd name="T40" fmla="*/ 827 w 3374"/>
                <a:gd name="T41" fmla="*/ 1621 h 3374"/>
                <a:gd name="T42" fmla="*/ 902 w 3374"/>
                <a:gd name="T43" fmla="*/ 1458 h 3374"/>
                <a:gd name="T44" fmla="*/ 875 w 3374"/>
                <a:gd name="T45" fmla="*/ 879 h 3374"/>
                <a:gd name="T46" fmla="*/ 1311 w 3374"/>
                <a:gd name="T47" fmla="*/ 861 h 3374"/>
                <a:gd name="T48" fmla="*/ 1148 w 3374"/>
                <a:gd name="T49" fmla="*/ 965 h 3374"/>
                <a:gd name="T50" fmla="*/ 1056 w 3374"/>
                <a:gd name="T51" fmla="*/ 1178 h 3374"/>
                <a:gd name="T52" fmla="*/ 1067 w 3374"/>
                <a:gd name="T53" fmla="*/ 1435 h 3374"/>
                <a:gd name="T54" fmla="*/ 1177 w 3374"/>
                <a:gd name="T55" fmla="*/ 1630 h 3374"/>
                <a:gd name="T56" fmla="*/ 1349 w 3374"/>
                <a:gd name="T57" fmla="*/ 1706 h 3374"/>
                <a:gd name="T58" fmla="*/ 1521 w 3374"/>
                <a:gd name="T59" fmla="*/ 1630 h 3374"/>
                <a:gd name="T60" fmla="*/ 1630 w 3374"/>
                <a:gd name="T61" fmla="*/ 1435 h 3374"/>
                <a:gd name="T62" fmla="*/ 1641 w 3374"/>
                <a:gd name="T63" fmla="*/ 1178 h 3374"/>
                <a:gd name="T64" fmla="*/ 1549 w 3374"/>
                <a:gd name="T65" fmla="*/ 965 h 3374"/>
                <a:gd name="T66" fmla="*/ 1386 w 3374"/>
                <a:gd name="T67" fmla="*/ 861 h 3374"/>
                <a:gd name="T68" fmla="*/ 2652 w 3374"/>
                <a:gd name="T69" fmla="*/ 880 h 3374"/>
                <a:gd name="T70" fmla="*/ 2504 w 3374"/>
                <a:gd name="T71" fmla="*/ 1001 h 3374"/>
                <a:gd name="T72" fmla="*/ 2489 w 3374"/>
                <a:gd name="T73" fmla="*/ 1177 h 3374"/>
                <a:gd name="T74" fmla="*/ 2614 w 3374"/>
                <a:gd name="T75" fmla="*/ 1313 h 3374"/>
                <a:gd name="T76" fmla="*/ 2808 w 3374"/>
                <a:gd name="T77" fmla="*/ 1355 h 3374"/>
                <a:gd name="T78" fmla="*/ 2901 w 3374"/>
                <a:gd name="T79" fmla="*/ 1417 h 3374"/>
                <a:gd name="T80" fmla="*/ 2889 w 3374"/>
                <a:gd name="T81" fmla="*/ 1517 h 3374"/>
                <a:gd name="T82" fmla="*/ 2781 w 3374"/>
                <a:gd name="T83" fmla="*/ 1563 h 3374"/>
                <a:gd name="T84" fmla="*/ 2671 w 3374"/>
                <a:gd name="T85" fmla="*/ 1520 h 3374"/>
                <a:gd name="T86" fmla="*/ 2579 w 3374"/>
                <a:gd name="T87" fmla="*/ 1518 h 3374"/>
                <a:gd name="T88" fmla="*/ 2536 w 3374"/>
                <a:gd name="T89" fmla="*/ 1586 h 3374"/>
                <a:gd name="T90" fmla="*/ 2624 w 3374"/>
                <a:gd name="T91" fmla="*/ 1671 h 3374"/>
                <a:gd name="T92" fmla="*/ 2826 w 3374"/>
                <a:gd name="T93" fmla="*/ 1703 h 3374"/>
                <a:gd name="T94" fmla="*/ 3012 w 3374"/>
                <a:gd name="T95" fmla="*/ 1622 h 3374"/>
                <a:gd name="T96" fmla="*/ 3087 w 3374"/>
                <a:gd name="T97" fmla="*/ 1458 h 3374"/>
                <a:gd name="T98" fmla="*/ 3012 w 3374"/>
                <a:gd name="T99" fmla="*/ 1295 h 3374"/>
                <a:gd name="T100" fmla="*/ 2826 w 3374"/>
                <a:gd name="T101" fmla="*/ 1214 h 3374"/>
                <a:gd name="T102" fmla="*/ 2689 w 3374"/>
                <a:gd name="T103" fmla="*/ 1180 h 3374"/>
                <a:gd name="T104" fmla="*/ 2653 w 3374"/>
                <a:gd name="T105" fmla="*/ 1084 h 3374"/>
                <a:gd name="T106" fmla="*/ 2731 w 3374"/>
                <a:gd name="T107" fmla="*/ 1008 h 3374"/>
                <a:gd name="T108" fmla="*/ 2856 w 3374"/>
                <a:gd name="T109" fmla="*/ 1018 h 3374"/>
                <a:gd name="T110" fmla="*/ 2947 w 3374"/>
                <a:gd name="T111" fmla="*/ 1055 h 3374"/>
                <a:gd name="T112" fmla="*/ 3022 w 3374"/>
                <a:gd name="T113" fmla="*/ 1009 h 3374"/>
                <a:gd name="T114" fmla="*/ 3004 w 3374"/>
                <a:gd name="T115" fmla="*/ 936 h 3374"/>
                <a:gd name="T116" fmla="*/ 2823 w 3374"/>
                <a:gd name="T117" fmla="*/ 860 h 3374"/>
                <a:gd name="T118" fmla="*/ 1057 w 3374"/>
                <a:gd name="T119" fmla="*/ 3374 h 3374"/>
                <a:gd name="T120" fmla="*/ 1022 w 3374"/>
                <a:gd name="T121" fmla="*/ 2337 h 3374"/>
                <a:gd name="T122" fmla="*/ 0 w 3374"/>
                <a:gd name="T123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4" h="3374">
                  <a:moveTo>
                    <a:pt x="1846" y="859"/>
                  </a:moveTo>
                  <a:lnTo>
                    <a:pt x="1823" y="861"/>
                  </a:lnTo>
                  <a:lnTo>
                    <a:pt x="1802" y="868"/>
                  </a:lnTo>
                  <a:lnTo>
                    <a:pt x="1784" y="879"/>
                  </a:lnTo>
                  <a:lnTo>
                    <a:pt x="1771" y="894"/>
                  </a:lnTo>
                  <a:lnTo>
                    <a:pt x="1762" y="911"/>
                  </a:lnTo>
                  <a:lnTo>
                    <a:pt x="1759" y="929"/>
                  </a:lnTo>
                  <a:lnTo>
                    <a:pt x="1759" y="1635"/>
                  </a:lnTo>
                  <a:lnTo>
                    <a:pt x="1762" y="1654"/>
                  </a:lnTo>
                  <a:lnTo>
                    <a:pt x="1771" y="1672"/>
                  </a:lnTo>
                  <a:lnTo>
                    <a:pt x="1784" y="1686"/>
                  </a:lnTo>
                  <a:lnTo>
                    <a:pt x="1802" y="1696"/>
                  </a:lnTo>
                  <a:lnTo>
                    <a:pt x="1823" y="1703"/>
                  </a:lnTo>
                  <a:lnTo>
                    <a:pt x="1846" y="1706"/>
                  </a:lnTo>
                  <a:lnTo>
                    <a:pt x="2074" y="1706"/>
                  </a:lnTo>
                  <a:lnTo>
                    <a:pt x="2119" y="1703"/>
                  </a:lnTo>
                  <a:lnTo>
                    <a:pt x="2162" y="1696"/>
                  </a:lnTo>
                  <a:lnTo>
                    <a:pt x="2203" y="1683"/>
                  </a:lnTo>
                  <a:lnTo>
                    <a:pt x="2241" y="1667"/>
                  </a:lnTo>
                  <a:lnTo>
                    <a:pt x="2275" y="1645"/>
                  </a:lnTo>
                  <a:lnTo>
                    <a:pt x="2306" y="1622"/>
                  </a:lnTo>
                  <a:lnTo>
                    <a:pt x="2331" y="1594"/>
                  </a:lnTo>
                  <a:lnTo>
                    <a:pt x="2352" y="1563"/>
                  </a:lnTo>
                  <a:lnTo>
                    <a:pt x="2368" y="1531"/>
                  </a:lnTo>
                  <a:lnTo>
                    <a:pt x="2377" y="1496"/>
                  </a:lnTo>
                  <a:lnTo>
                    <a:pt x="2380" y="1459"/>
                  </a:lnTo>
                  <a:lnTo>
                    <a:pt x="2377" y="1425"/>
                  </a:lnTo>
                  <a:lnTo>
                    <a:pt x="2369" y="1393"/>
                  </a:lnTo>
                  <a:lnTo>
                    <a:pt x="2356" y="1362"/>
                  </a:lnTo>
                  <a:lnTo>
                    <a:pt x="2337" y="1333"/>
                  </a:lnTo>
                  <a:lnTo>
                    <a:pt x="2315" y="1307"/>
                  </a:lnTo>
                  <a:lnTo>
                    <a:pt x="2288" y="1283"/>
                  </a:lnTo>
                  <a:lnTo>
                    <a:pt x="2315" y="1259"/>
                  </a:lnTo>
                  <a:lnTo>
                    <a:pt x="2337" y="1232"/>
                  </a:lnTo>
                  <a:lnTo>
                    <a:pt x="2356" y="1203"/>
                  </a:lnTo>
                  <a:lnTo>
                    <a:pt x="2369" y="1173"/>
                  </a:lnTo>
                  <a:lnTo>
                    <a:pt x="2377" y="1140"/>
                  </a:lnTo>
                  <a:lnTo>
                    <a:pt x="2380" y="1106"/>
                  </a:lnTo>
                  <a:lnTo>
                    <a:pt x="2377" y="1069"/>
                  </a:lnTo>
                  <a:lnTo>
                    <a:pt x="2368" y="1035"/>
                  </a:lnTo>
                  <a:lnTo>
                    <a:pt x="2352" y="1002"/>
                  </a:lnTo>
                  <a:lnTo>
                    <a:pt x="2331" y="971"/>
                  </a:lnTo>
                  <a:lnTo>
                    <a:pt x="2306" y="944"/>
                  </a:lnTo>
                  <a:lnTo>
                    <a:pt x="2275" y="919"/>
                  </a:lnTo>
                  <a:lnTo>
                    <a:pt x="2241" y="899"/>
                  </a:lnTo>
                  <a:lnTo>
                    <a:pt x="2203" y="881"/>
                  </a:lnTo>
                  <a:lnTo>
                    <a:pt x="2162" y="869"/>
                  </a:lnTo>
                  <a:lnTo>
                    <a:pt x="2119" y="861"/>
                  </a:lnTo>
                  <a:lnTo>
                    <a:pt x="2074" y="859"/>
                  </a:lnTo>
                  <a:lnTo>
                    <a:pt x="1846" y="859"/>
                  </a:lnTo>
                  <a:close/>
                  <a:moveTo>
                    <a:pt x="813" y="859"/>
                  </a:moveTo>
                  <a:lnTo>
                    <a:pt x="790" y="861"/>
                  </a:lnTo>
                  <a:lnTo>
                    <a:pt x="769" y="868"/>
                  </a:lnTo>
                  <a:lnTo>
                    <a:pt x="751" y="879"/>
                  </a:lnTo>
                  <a:lnTo>
                    <a:pt x="738" y="894"/>
                  </a:lnTo>
                  <a:lnTo>
                    <a:pt x="729" y="911"/>
                  </a:lnTo>
                  <a:lnTo>
                    <a:pt x="726" y="929"/>
                  </a:lnTo>
                  <a:lnTo>
                    <a:pt x="726" y="1458"/>
                  </a:lnTo>
                  <a:lnTo>
                    <a:pt x="723" y="1479"/>
                  </a:lnTo>
                  <a:lnTo>
                    <a:pt x="716" y="1499"/>
                  </a:lnTo>
                  <a:lnTo>
                    <a:pt x="703" y="1517"/>
                  </a:lnTo>
                  <a:lnTo>
                    <a:pt x="687" y="1533"/>
                  </a:lnTo>
                  <a:lnTo>
                    <a:pt x="668" y="1546"/>
                  </a:lnTo>
                  <a:lnTo>
                    <a:pt x="645" y="1556"/>
                  </a:lnTo>
                  <a:lnTo>
                    <a:pt x="621" y="1562"/>
                  </a:lnTo>
                  <a:lnTo>
                    <a:pt x="594" y="1564"/>
                  </a:lnTo>
                  <a:lnTo>
                    <a:pt x="567" y="1562"/>
                  </a:lnTo>
                  <a:lnTo>
                    <a:pt x="543" y="1556"/>
                  </a:lnTo>
                  <a:lnTo>
                    <a:pt x="520" y="1546"/>
                  </a:lnTo>
                  <a:lnTo>
                    <a:pt x="501" y="1533"/>
                  </a:lnTo>
                  <a:lnTo>
                    <a:pt x="486" y="1517"/>
                  </a:lnTo>
                  <a:lnTo>
                    <a:pt x="473" y="1499"/>
                  </a:lnTo>
                  <a:lnTo>
                    <a:pt x="465" y="1479"/>
                  </a:lnTo>
                  <a:lnTo>
                    <a:pt x="463" y="1458"/>
                  </a:lnTo>
                  <a:lnTo>
                    <a:pt x="463" y="1445"/>
                  </a:lnTo>
                  <a:lnTo>
                    <a:pt x="460" y="1425"/>
                  </a:lnTo>
                  <a:lnTo>
                    <a:pt x="451" y="1409"/>
                  </a:lnTo>
                  <a:lnTo>
                    <a:pt x="437" y="1395"/>
                  </a:lnTo>
                  <a:lnTo>
                    <a:pt x="419" y="1383"/>
                  </a:lnTo>
                  <a:lnTo>
                    <a:pt x="399" y="1376"/>
                  </a:lnTo>
                  <a:lnTo>
                    <a:pt x="375" y="1374"/>
                  </a:lnTo>
                  <a:lnTo>
                    <a:pt x="352" y="1376"/>
                  </a:lnTo>
                  <a:lnTo>
                    <a:pt x="331" y="1383"/>
                  </a:lnTo>
                  <a:lnTo>
                    <a:pt x="314" y="1395"/>
                  </a:lnTo>
                  <a:lnTo>
                    <a:pt x="300" y="1409"/>
                  </a:lnTo>
                  <a:lnTo>
                    <a:pt x="291" y="1425"/>
                  </a:lnTo>
                  <a:lnTo>
                    <a:pt x="288" y="1445"/>
                  </a:lnTo>
                  <a:lnTo>
                    <a:pt x="288" y="1458"/>
                  </a:lnTo>
                  <a:lnTo>
                    <a:pt x="291" y="1495"/>
                  </a:lnTo>
                  <a:lnTo>
                    <a:pt x="301" y="1530"/>
                  </a:lnTo>
                  <a:lnTo>
                    <a:pt x="316" y="1562"/>
                  </a:lnTo>
                  <a:lnTo>
                    <a:pt x="337" y="1593"/>
                  </a:lnTo>
                  <a:lnTo>
                    <a:pt x="363" y="1621"/>
                  </a:lnTo>
                  <a:lnTo>
                    <a:pt x="394" y="1645"/>
                  </a:lnTo>
                  <a:lnTo>
                    <a:pt x="427" y="1667"/>
                  </a:lnTo>
                  <a:lnTo>
                    <a:pt x="465" y="1683"/>
                  </a:lnTo>
                  <a:lnTo>
                    <a:pt x="506" y="1696"/>
                  </a:lnTo>
                  <a:lnTo>
                    <a:pt x="550" y="1703"/>
                  </a:lnTo>
                  <a:lnTo>
                    <a:pt x="595" y="1706"/>
                  </a:lnTo>
                  <a:lnTo>
                    <a:pt x="640" y="1703"/>
                  </a:lnTo>
                  <a:lnTo>
                    <a:pt x="684" y="1696"/>
                  </a:lnTo>
                  <a:lnTo>
                    <a:pt x="724" y="1683"/>
                  </a:lnTo>
                  <a:lnTo>
                    <a:pt x="762" y="1667"/>
                  </a:lnTo>
                  <a:lnTo>
                    <a:pt x="796" y="1645"/>
                  </a:lnTo>
                  <a:lnTo>
                    <a:pt x="827" y="1621"/>
                  </a:lnTo>
                  <a:lnTo>
                    <a:pt x="853" y="1593"/>
                  </a:lnTo>
                  <a:lnTo>
                    <a:pt x="873" y="1562"/>
                  </a:lnTo>
                  <a:lnTo>
                    <a:pt x="890" y="1530"/>
                  </a:lnTo>
                  <a:lnTo>
                    <a:pt x="899" y="1495"/>
                  </a:lnTo>
                  <a:lnTo>
                    <a:pt x="902" y="1458"/>
                  </a:lnTo>
                  <a:lnTo>
                    <a:pt x="901" y="1458"/>
                  </a:lnTo>
                  <a:lnTo>
                    <a:pt x="901" y="929"/>
                  </a:lnTo>
                  <a:lnTo>
                    <a:pt x="898" y="911"/>
                  </a:lnTo>
                  <a:lnTo>
                    <a:pt x="888" y="894"/>
                  </a:lnTo>
                  <a:lnTo>
                    <a:pt x="875" y="879"/>
                  </a:lnTo>
                  <a:lnTo>
                    <a:pt x="857" y="868"/>
                  </a:lnTo>
                  <a:lnTo>
                    <a:pt x="836" y="861"/>
                  </a:lnTo>
                  <a:lnTo>
                    <a:pt x="813" y="859"/>
                  </a:lnTo>
                  <a:close/>
                  <a:moveTo>
                    <a:pt x="1349" y="858"/>
                  </a:moveTo>
                  <a:lnTo>
                    <a:pt x="1311" y="861"/>
                  </a:lnTo>
                  <a:lnTo>
                    <a:pt x="1275" y="871"/>
                  </a:lnTo>
                  <a:lnTo>
                    <a:pt x="1240" y="886"/>
                  </a:lnTo>
                  <a:lnTo>
                    <a:pt x="1207" y="908"/>
                  </a:lnTo>
                  <a:lnTo>
                    <a:pt x="1177" y="934"/>
                  </a:lnTo>
                  <a:lnTo>
                    <a:pt x="1148" y="965"/>
                  </a:lnTo>
                  <a:lnTo>
                    <a:pt x="1124" y="1001"/>
                  </a:lnTo>
                  <a:lnTo>
                    <a:pt x="1101" y="1040"/>
                  </a:lnTo>
                  <a:lnTo>
                    <a:pt x="1083" y="1083"/>
                  </a:lnTo>
                  <a:lnTo>
                    <a:pt x="1067" y="1129"/>
                  </a:lnTo>
                  <a:lnTo>
                    <a:pt x="1056" y="1178"/>
                  </a:lnTo>
                  <a:lnTo>
                    <a:pt x="1050" y="1229"/>
                  </a:lnTo>
                  <a:lnTo>
                    <a:pt x="1047" y="1282"/>
                  </a:lnTo>
                  <a:lnTo>
                    <a:pt x="1050" y="1335"/>
                  </a:lnTo>
                  <a:lnTo>
                    <a:pt x="1056" y="1386"/>
                  </a:lnTo>
                  <a:lnTo>
                    <a:pt x="1067" y="1435"/>
                  </a:lnTo>
                  <a:lnTo>
                    <a:pt x="1083" y="1481"/>
                  </a:lnTo>
                  <a:lnTo>
                    <a:pt x="1101" y="1524"/>
                  </a:lnTo>
                  <a:lnTo>
                    <a:pt x="1124" y="1563"/>
                  </a:lnTo>
                  <a:lnTo>
                    <a:pt x="1148" y="1599"/>
                  </a:lnTo>
                  <a:lnTo>
                    <a:pt x="1177" y="1630"/>
                  </a:lnTo>
                  <a:lnTo>
                    <a:pt x="1207" y="1656"/>
                  </a:lnTo>
                  <a:lnTo>
                    <a:pt x="1240" y="1678"/>
                  </a:lnTo>
                  <a:lnTo>
                    <a:pt x="1275" y="1693"/>
                  </a:lnTo>
                  <a:lnTo>
                    <a:pt x="1311" y="1703"/>
                  </a:lnTo>
                  <a:lnTo>
                    <a:pt x="1349" y="1706"/>
                  </a:lnTo>
                  <a:lnTo>
                    <a:pt x="1386" y="1703"/>
                  </a:lnTo>
                  <a:lnTo>
                    <a:pt x="1423" y="1693"/>
                  </a:lnTo>
                  <a:lnTo>
                    <a:pt x="1458" y="1678"/>
                  </a:lnTo>
                  <a:lnTo>
                    <a:pt x="1491" y="1656"/>
                  </a:lnTo>
                  <a:lnTo>
                    <a:pt x="1521" y="1630"/>
                  </a:lnTo>
                  <a:lnTo>
                    <a:pt x="1549" y="1599"/>
                  </a:lnTo>
                  <a:lnTo>
                    <a:pt x="1575" y="1563"/>
                  </a:lnTo>
                  <a:lnTo>
                    <a:pt x="1596" y="1524"/>
                  </a:lnTo>
                  <a:lnTo>
                    <a:pt x="1615" y="1481"/>
                  </a:lnTo>
                  <a:lnTo>
                    <a:pt x="1630" y="1435"/>
                  </a:lnTo>
                  <a:lnTo>
                    <a:pt x="1641" y="1386"/>
                  </a:lnTo>
                  <a:lnTo>
                    <a:pt x="1648" y="1335"/>
                  </a:lnTo>
                  <a:lnTo>
                    <a:pt x="1650" y="1282"/>
                  </a:lnTo>
                  <a:lnTo>
                    <a:pt x="1648" y="1229"/>
                  </a:lnTo>
                  <a:lnTo>
                    <a:pt x="1641" y="1178"/>
                  </a:lnTo>
                  <a:lnTo>
                    <a:pt x="1630" y="1129"/>
                  </a:lnTo>
                  <a:lnTo>
                    <a:pt x="1615" y="1083"/>
                  </a:lnTo>
                  <a:lnTo>
                    <a:pt x="1596" y="1040"/>
                  </a:lnTo>
                  <a:lnTo>
                    <a:pt x="1575" y="1001"/>
                  </a:lnTo>
                  <a:lnTo>
                    <a:pt x="1549" y="965"/>
                  </a:lnTo>
                  <a:lnTo>
                    <a:pt x="1521" y="934"/>
                  </a:lnTo>
                  <a:lnTo>
                    <a:pt x="1491" y="908"/>
                  </a:lnTo>
                  <a:lnTo>
                    <a:pt x="1458" y="886"/>
                  </a:lnTo>
                  <a:lnTo>
                    <a:pt x="1423" y="871"/>
                  </a:lnTo>
                  <a:lnTo>
                    <a:pt x="1386" y="861"/>
                  </a:lnTo>
                  <a:lnTo>
                    <a:pt x="1349" y="858"/>
                  </a:lnTo>
                  <a:close/>
                  <a:moveTo>
                    <a:pt x="2781" y="857"/>
                  </a:moveTo>
                  <a:lnTo>
                    <a:pt x="2736" y="860"/>
                  </a:lnTo>
                  <a:lnTo>
                    <a:pt x="2693" y="868"/>
                  </a:lnTo>
                  <a:lnTo>
                    <a:pt x="2652" y="880"/>
                  </a:lnTo>
                  <a:lnTo>
                    <a:pt x="2614" y="898"/>
                  </a:lnTo>
                  <a:lnTo>
                    <a:pt x="2581" y="918"/>
                  </a:lnTo>
                  <a:lnTo>
                    <a:pt x="2551" y="943"/>
                  </a:lnTo>
                  <a:lnTo>
                    <a:pt x="2524" y="970"/>
                  </a:lnTo>
                  <a:lnTo>
                    <a:pt x="2504" y="1001"/>
                  </a:lnTo>
                  <a:lnTo>
                    <a:pt x="2489" y="1034"/>
                  </a:lnTo>
                  <a:lnTo>
                    <a:pt x="2478" y="1068"/>
                  </a:lnTo>
                  <a:lnTo>
                    <a:pt x="2475" y="1105"/>
                  </a:lnTo>
                  <a:lnTo>
                    <a:pt x="2478" y="1142"/>
                  </a:lnTo>
                  <a:lnTo>
                    <a:pt x="2489" y="1177"/>
                  </a:lnTo>
                  <a:lnTo>
                    <a:pt x="2504" y="1210"/>
                  </a:lnTo>
                  <a:lnTo>
                    <a:pt x="2524" y="1240"/>
                  </a:lnTo>
                  <a:lnTo>
                    <a:pt x="2551" y="1268"/>
                  </a:lnTo>
                  <a:lnTo>
                    <a:pt x="2581" y="1292"/>
                  </a:lnTo>
                  <a:lnTo>
                    <a:pt x="2614" y="1313"/>
                  </a:lnTo>
                  <a:lnTo>
                    <a:pt x="2652" y="1330"/>
                  </a:lnTo>
                  <a:lnTo>
                    <a:pt x="2693" y="1342"/>
                  </a:lnTo>
                  <a:lnTo>
                    <a:pt x="2736" y="1351"/>
                  </a:lnTo>
                  <a:lnTo>
                    <a:pt x="2781" y="1353"/>
                  </a:lnTo>
                  <a:lnTo>
                    <a:pt x="2808" y="1355"/>
                  </a:lnTo>
                  <a:lnTo>
                    <a:pt x="2832" y="1362"/>
                  </a:lnTo>
                  <a:lnTo>
                    <a:pt x="2854" y="1371"/>
                  </a:lnTo>
                  <a:lnTo>
                    <a:pt x="2873" y="1384"/>
                  </a:lnTo>
                  <a:lnTo>
                    <a:pt x="2889" y="1400"/>
                  </a:lnTo>
                  <a:lnTo>
                    <a:pt x="2901" y="1417"/>
                  </a:lnTo>
                  <a:lnTo>
                    <a:pt x="2909" y="1438"/>
                  </a:lnTo>
                  <a:lnTo>
                    <a:pt x="2911" y="1458"/>
                  </a:lnTo>
                  <a:lnTo>
                    <a:pt x="2909" y="1479"/>
                  </a:lnTo>
                  <a:lnTo>
                    <a:pt x="2901" y="1499"/>
                  </a:lnTo>
                  <a:lnTo>
                    <a:pt x="2889" y="1517"/>
                  </a:lnTo>
                  <a:lnTo>
                    <a:pt x="2873" y="1533"/>
                  </a:lnTo>
                  <a:lnTo>
                    <a:pt x="2854" y="1546"/>
                  </a:lnTo>
                  <a:lnTo>
                    <a:pt x="2832" y="1555"/>
                  </a:lnTo>
                  <a:lnTo>
                    <a:pt x="2808" y="1561"/>
                  </a:lnTo>
                  <a:lnTo>
                    <a:pt x="2781" y="1563"/>
                  </a:lnTo>
                  <a:lnTo>
                    <a:pt x="2754" y="1561"/>
                  </a:lnTo>
                  <a:lnTo>
                    <a:pt x="2729" y="1555"/>
                  </a:lnTo>
                  <a:lnTo>
                    <a:pt x="2706" y="1545"/>
                  </a:lnTo>
                  <a:lnTo>
                    <a:pt x="2686" y="1531"/>
                  </a:lnTo>
                  <a:lnTo>
                    <a:pt x="2671" y="1520"/>
                  </a:lnTo>
                  <a:lnTo>
                    <a:pt x="2653" y="1513"/>
                  </a:lnTo>
                  <a:lnTo>
                    <a:pt x="2635" y="1509"/>
                  </a:lnTo>
                  <a:lnTo>
                    <a:pt x="2615" y="1509"/>
                  </a:lnTo>
                  <a:lnTo>
                    <a:pt x="2596" y="1512"/>
                  </a:lnTo>
                  <a:lnTo>
                    <a:pt x="2579" y="1518"/>
                  </a:lnTo>
                  <a:lnTo>
                    <a:pt x="2562" y="1528"/>
                  </a:lnTo>
                  <a:lnTo>
                    <a:pt x="2549" y="1541"/>
                  </a:lnTo>
                  <a:lnTo>
                    <a:pt x="2541" y="1555"/>
                  </a:lnTo>
                  <a:lnTo>
                    <a:pt x="2536" y="1569"/>
                  </a:lnTo>
                  <a:lnTo>
                    <a:pt x="2536" y="1586"/>
                  </a:lnTo>
                  <a:lnTo>
                    <a:pt x="2539" y="1601"/>
                  </a:lnTo>
                  <a:lnTo>
                    <a:pt x="2547" y="1615"/>
                  </a:lnTo>
                  <a:lnTo>
                    <a:pt x="2559" y="1629"/>
                  </a:lnTo>
                  <a:lnTo>
                    <a:pt x="2589" y="1651"/>
                  </a:lnTo>
                  <a:lnTo>
                    <a:pt x="2624" y="1671"/>
                  </a:lnTo>
                  <a:lnTo>
                    <a:pt x="2660" y="1686"/>
                  </a:lnTo>
                  <a:lnTo>
                    <a:pt x="2699" y="1697"/>
                  </a:lnTo>
                  <a:lnTo>
                    <a:pt x="2739" y="1704"/>
                  </a:lnTo>
                  <a:lnTo>
                    <a:pt x="2781" y="1706"/>
                  </a:lnTo>
                  <a:lnTo>
                    <a:pt x="2826" y="1703"/>
                  </a:lnTo>
                  <a:lnTo>
                    <a:pt x="2869" y="1696"/>
                  </a:lnTo>
                  <a:lnTo>
                    <a:pt x="2910" y="1683"/>
                  </a:lnTo>
                  <a:lnTo>
                    <a:pt x="2948" y="1667"/>
                  </a:lnTo>
                  <a:lnTo>
                    <a:pt x="2981" y="1645"/>
                  </a:lnTo>
                  <a:lnTo>
                    <a:pt x="3012" y="1622"/>
                  </a:lnTo>
                  <a:lnTo>
                    <a:pt x="3038" y="1593"/>
                  </a:lnTo>
                  <a:lnTo>
                    <a:pt x="3058" y="1563"/>
                  </a:lnTo>
                  <a:lnTo>
                    <a:pt x="3073" y="1530"/>
                  </a:lnTo>
                  <a:lnTo>
                    <a:pt x="3084" y="1495"/>
                  </a:lnTo>
                  <a:lnTo>
                    <a:pt x="3087" y="1458"/>
                  </a:lnTo>
                  <a:lnTo>
                    <a:pt x="3084" y="1422"/>
                  </a:lnTo>
                  <a:lnTo>
                    <a:pt x="3073" y="1386"/>
                  </a:lnTo>
                  <a:lnTo>
                    <a:pt x="3058" y="1354"/>
                  </a:lnTo>
                  <a:lnTo>
                    <a:pt x="3038" y="1323"/>
                  </a:lnTo>
                  <a:lnTo>
                    <a:pt x="3012" y="1295"/>
                  </a:lnTo>
                  <a:lnTo>
                    <a:pt x="2981" y="1271"/>
                  </a:lnTo>
                  <a:lnTo>
                    <a:pt x="2948" y="1250"/>
                  </a:lnTo>
                  <a:lnTo>
                    <a:pt x="2910" y="1233"/>
                  </a:lnTo>
                  <a:lnTo>
                    <a:pt x="2869" y="1221"/>
                  </a:lnTo>
                  <a:lnTo>
                    <a:pt x="2826" y="1214"/>
                  </a:lnTo>
                  <a:lnTo>
                    <a:pt x="2781" y="1211"/>
                  </a:lnTo>
                  <a:lnTo>
                    <a:pt x="2755" y="1209"/>
                  </a:lnTo>
                  <a:lnTo>
                    <a:pt x="2731" y="1202"/>
                  </a:lnTo>
                  <a:lnTo>
                    <a:pt x="2708" y="1192"/>
                  </a:lnTo>
                  <a:lnTo>
                    <a:pt x="2689" y="1180"/>
                  </a:lnTo>
                  <a:lnTo>
                    <a:pt x="2674" y="1164"/>
                  </a:lnTo>
                  <a:lnTo>
                    <a:pt x="2661" y="1146"/>
                  </a:lnTo>
                  <a:lnTo>
                    <a:pt x="2653" y="1127"/>
                  </a:lnTo>
                  <a:lnTo>
                    <a:pt x="2651" y="1105"/>
                  </a:lnTo>
                  <a:lnTo>
                    <a:pt x="2653" y="1084"/>
                  </a:lnTo>
                  <a:lnTo>
                    <a:pt x="2661" y="1064"/>
                  </a:lnTo>
                  <a:lnTo>
                    <a:pt x="2674" y="1046"/>
                  </a:lnTo>
                  <a:lnTo>
                    <a:pt x="2689" y="1031"/>
                  </a:lnTo>
                  <a:lnTo>
                    <a:pt x="2708" y="1018"/>
                  </a:lnTo>
                  <a:lnTo>
                    <a:pt x="2731" y="1008"/>
                  </a:lnTo>
                  <a:lnTo>
                    <a:pt x="2755" y="1002"/>
                  </a:lnTo>
                  <a:lnTo>
                    <a:pt x="2781" y="1000"/>
                  </a:lnTo>
                  <a:lnTo>
                    <a:pt x="2808" y="1002"/>
                  </a:lnTo>
                  <a:lnTo>
                    <a:pt x="2833" y="1008"/>
                  </a:lnTo>
                  <a:lnTo>
                    <a:pt x="2856" y="1018"/>
                  </a:lnTo>
                  <a:lnTo>
                    <a:pt x="2876" y="1033"/>
                  </a:lnTo>
                  <a:lnTo>
                    <a:pt x="2891" y="1043"/>
                  </a:lnTo>
                  <a:lnTo>
                    <a:pt x="2909" y="1050"/>
                  </a:lnTo>
                  <a:lnTo>
                    <a:pt x="2928" y="1054"/>
                  </a:lnTo>
                  <a:lnTo>
                    <a:pt x="2947" y="1055"/>
                  </a:lnTo>
                  <a:lnTo>
                    <a:pt x="2966" y="1052"/>
                  </a:lnTo>
                  <a:lnTo>
                    <a:pt x="2983" y="1045"/>
                  </a:lnTo>
                  <a:lnTo>
                    <a:pt x="3000" y="1036"/>
                  </a:lnTo>
                  <a:lnTo>
                    <a:pt x="3013" y="1023"/>
                  </a:lnTo>
                  <a:lnTo>
                    <a:pt x="3022" y="1009"/>
                  </a:lnTo>
                  <a:lnTo>
                    <a:pt x="3026" y="994"/>
                  </a:lnTo>
                  <a:lnTo>
                    <a:pt x="3027" y="978"/>
                  </a:lnTo>
                  <a:lnTo>
                    <a:pt x="3023" y="963"/>
                  </a:lnTo>
                  <a:lnTo>
                    <a:pt x="3015" y="948"/>
                  </a:lnTo>
                  <a:lnTo>
                    <a:pt x="3004" y="936"/>
                  </a:lnTo>
                  <a:lnTo>
                    <a:pt x="2973" y="912"/>
                  </a:lnTo>
                  <a:lnTo>
                    <a:pt x="2939" y="893"/>
                  </a:lnTo>
                  <a:lnTo>
                    <a:pt x="2903" y="877"/>
                  </a:lnTo>
                  <a:lnTo>
                    <a:pt x="2864" y="866"/>
                  </a:lnTo>
                  <a:lnTo>
                    <a:pt x="2823" y="860"/>
                  </a:lnTo>
                  <a:lnTo>
                    <a:pt x="2781" y="857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3374"/>
                  </a:lnTo>
                  <a:lnTo>
                    <a:pt x="1057" y="3374"/>
                  </a:lnTo>
                  <a:lnTo>
                    <a:pt x="1057" y="2410"/>
                  </a:lnTo>
                  <a:lnTo>
                    <a:pt x="1055" y="2388"/>
                  </a:lnTo>
                  <a:lnTo>
                    <a:pt x="1048" y="2369"/>
                  </a:lnTo>
                  <a:lnTo>
                    <a:pt x="1037" y="2352"/>
                  </a:lnTo>
                  <a:lnTo>
                    <a:pt x="1022" y="2337"/>
                  </a:lnTo>
                  <a:lnTo>
                    <a:pt x="1005" y="2326"/>
                  </a:lnTo>
                  <a:lnTo>
                    <a:pt x="986" y="2319"/>
                  </a:lnTo>
                  <a:lnTo>
                    <a:pt x="964" y="2317"/>
                  </a:lnTo>
                  <a:lnTo>
                    <a:pt x="0" y="231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6FA318C-5587-4B7F-AD36-7C5D0EADE621}"/>
              </a:ext>
            </a:extLst>
          </p:cNvPr>
          <p:cNvGrpSpPr/>
          <p:nvPr/>
        </p:nvGrpSpPr>
        <p:grpSpPr>
          <a:xfrm>
            <a:off x="4996921" y="1719787"/>
            <a:ext cx="309068" cy="309068"/>
            <a:chOff x="4164013" y="1212851"/>
            <a:chExt cx="381000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08" name="Freeform 177">
              <a:extLst>
                <a:ext uri="{FF2B5EF4-FFF2-40B4-BE49-F238E27FC236}">
                  <a16:creationId xmlns:a16="http://schemas.microsoft.com/office/drawing/2014/main" id="{EDBFE68C-79A9-4499-BCE6-2B81FABF5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4013" y="1212851"/>
              <a:ext cx="381000" cy="381000"/>
            </a:xfrm>
            <a:custGeom>
              <a:avLst/>
              <a:gdLst>
                <a:gd name="T0" fmla="*/ 1761 w 3367"/>
                <a:gd name="T1" fmla="*/ 294 h 3373"/>
                <a:gd name="T2" fmla="*/ 1614 w 3367"/>
                <a:gd name="T3" fmla="*/ 382 h 3373"/>
                <a:gd name="T4" fmla="*/ 1572 w 3367"/>
                <a:gd name="T5" fmla="*/ 434 h 3373"/>
                <a:gd name="T6" fmla="*/ 1524 w 3367"/>
                <a:gd name="T7" fmla="*/ 499 h 3373"/>
                <a:gd name="T8" fmla="*/ 1449 w 3367"/>
                <a:gd name="T9" fmla="*/ 581 h 3373"/>
                <a:gd name="T10" fmla="*/ 1351 w 3367"/>
                <a:gd name="T11" fmla="*/ 647 h 3373"/>
                <a:gd name="T12" fmla="*/ 669 w 3367"/>
                <a:gd name="T13" fmla="*/ 666 h 3373"/>
                <a:gd name="T14" fmla="*/ 482 w 3367"/>
                <a:gd name="T15" fmla="*/ 713 h 3373"/>
                <a:gd name="T16" fmla="*/ 341 w 3367"/>
                <a:gd name="T17" fmla="*/ 837 h 3373"/>
                <a:gd name="T18" fmla="*/ 273 w 3367"/>
                <a:gd name="T19" fmla="*/ 1017 h 3373"/>
                <a:gd name="T20" fmla="*/ 282 w 3367"/>
                <a:gd name="T21" fmla="*/ 2798 h 3373"/>
                <a:gd name="T22" fmla="*/ 370 w 3367"/>
                <a:gd name="T23" fmla="*/ 2965 h 3373"/>
                <a:gd name="T24" fmla="*/ 525 w 3367"/>
                <a:gd name="T25" fmla="*/ 3073 h 3373"/>
                <a:gd name="T26" fmla="*/ 2693 w 3367"/>
                <a:gd name="T27" fmla="*/ 3100 h 3373"/>
                <a:gd name="T28" fmla="*/ 2882 w 3367"/>
                <a:gd name="T29" fmla="*/ 3053 h 3373"/>
                <a:gd name="T30" fmla="*/ 3022 w 3367"/>
                <a:gd name="T31" fmla="*/ 2928 h 3373"/>
                <a:gd name="T32" fmla="*/ 3091 w 3367"/>
                <a:gd name="T33" fmla="*/ 2749 h 3373"/>
                <a:gd name="T34" fmla="*/ 3092 w 3367"/>
                <a:gd name="T35" fmla="*/ 624 h 3373"/>
                <a:gd name="T36" fmla="*/ 3023 w 3367"/>
                <a:gd name="T37" fmla="*/ 445 h 3373"/>
                <a:gd name="T38" fmla="*/ 2883 w 3367"/>
                <a:gd name="T39" fmla="*/ 320 h 3373"/>
                <a:gd name="T40" fmla="*/ 2694 w 3367"/>
                <a:gd name="T41" fmla="*/ 273 h 3373"/>
                <a:gd name="T42" fmla="*/ 1039 w 3367"/>
                <a:gd name="T43" fmla="*/ 221 h 3373"/>
                <a:gd name="T44" fmla="*/ 990 w 3367"/>
                <a:gd name="T45" fmla="*/ 282 h 3373"/>
                <a:gd name="T46" fmla="*/ 998 w 3367"/>
                <a:gd name="T47" fmla="*/ 482 h 3373"/>
                <a:gd name="T48" fmla="*/ 1058 w 3367"/>
                <a:gd name="T49" fmla="*/ 530 h 3373"/>
                <a:gd name="T50" fmla="*/ 1136 w 3367"/>
                <a:gd name="T51" fmla="*/ 513 h 3373"/>
                <a:gd name="T52" fmla="*/ 1170 w 3367"/>
                <a:gd name="T53" fmla="*/ 442 h 3373"/>
                <a:gd name="T54" fmla="*/ 1149 w 3367"/>
                <a:gd name="T55" fmla="*/ 246 h 3373"/>
                <a:gd name="T56" fmla="*/ 1079 w 3367"/>
                <a:gd name="T57" fmla="*/ 212 h 3373"/>
                <a:gd name="T58" fmla="*/ 715 w 3367"/>
                <a:gd name="T59" fmla="*/ 231 h 3373"/>
                <a:gd name="T60" fmla="*/ 681 w 3367"/>
                <a:gd name="T61" fmla="*/ 303 h 3373"/>
                <a:gd name="T62" fmla="*/ 700 w 3367"/>
                <a:gd name="T63" fmla="*/ 499 h 3373"/>
                <a:gd name="T64" fmla="*/ 772 w 3367"/>
                <a:gd name="T65" fmla="*/ 532 h 3373"/>
                <a:gd name="T66" fmla="*/ 843 w 3367"/>
                <a:gd name="T67" fmla="*/ 499 h 3373"/>
                <a:gd name="T68" fmla="*/ 862 w 3367"/>
                <a:gd name="T69" fmla="*/ 303 h 3373"/>
                <a:gd name="T70" fmla="*/ 828 w 3367"/>
                <a:gd name="T71" fmla="*/ 231 h 3373"/>
                <a:gd name="T72" fmla="*/ 464 w 3367"/>
                <a:gd name="T73" fmla="*/ 212 h 3373"/>
                <a:gd name="T74" fmla="*/ 394 w 3367"/>
                <a:gd name="T75" fmla="*/ 246 h 3373"/>
                <a:gd name="T76" fmla="*/ 374 w 3367"/>
                <a:gd name="T77" fmla="*/ 442 h 3373"/>
                <a:gd name="T78" fmla="*/ 408 w 3367"/>
                <a:gd name="T79" fmla="*/ 513 h 3373"/>
                <a:gd name="T80" fmla="*/ 486 w 3367"/>
                <a:gd name="T81" fmla="*/ 530 h 3373"/>
                <a:gd name="T82" fmla="*/ 546 w 3367"/>
                <a:gd name="T83" fmla="*/ 482 h 3373"/>
                <a:gd name="T84" fmla="*/ 553 w 3367"/>
                <a:gd name="T85" fmla="*/ 282 h 3373"/>
                <a:gd name="T86" fmla="*/ 504 w 3367"/>
                <a:gd name="T87" fmla="*/ 221 h 3373"/>
                <a:gd name="T88" fmla="*/ 3060 w 3367"/>
                <a:gd name="T89" fmla="*/ 0 h 3373"/>
                <a:gd name="T90" fmla="*/ 3213 w 3367"/>
                <a:gd name="T91" fmla="*/ 41 h 3373"/>
                <a:gd name="T92" fmla="*/ 3324 w 3367"/>
                <a:gd name="T93" fmla="*/ 151 h 3373"/>
                <a:gd name="T94" fmla="*/ 3367 w 3367"/>
                <a:gd name="T95" fmla="*/ 305 h 3373"/>
                <a:gd name="T96" fmla="*/ 3343 w 3367"/>
                <a:gd name="T97" fmla="*/ 3186 h 3373"/>
                <a:gd name="T98" fmla="*/ 3249 w 3367"/>
                <a:gd name="T99" fmla="*/ 3309 h 3373"/>
                <a:gd name="T100" fmla="*/ 3104 w 3367"/>
                <a:gd name="T101" fmla="*/ 3370 h 3373"/>
                <a:gd name="T102" fmla="*/ 223 w 3367"/>
                <a:gd name="T103" fmla="*/ 3362 h 3373"/>
                <a:gd name="T104" fmla="*/ 89 w 3367"/>
                <a:gd name="T105" fmla="*/ 3283 h 3373"/>
                <a:gd name="T106" fmla="*/ 11 w 3367"/>
                <a:gd name="T107" fmla="*/ 3149 h 3373"/>
                <a:gd name="T108" fmla="*/ 3 w 3367"/>
                <a:gd name="T109" fmla="*/ 263 h 3373"/>
                <a:gd name="T110" fmla="*/ 64 w 3367"/>
                <a:gd name="T111" fmla="*/ 118 h 3373"/>
                <a:gd name="T112" fmla="*/ 186 w 3367"/>
                <a:gd name="T113" fmla="*/ 24 h 3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367" h="3373">
                  <a:moveTo>
                    <a:pt x="1890" y="273"/>
                  </a:moveTo>
                  <a:lnTo>
                    <a:pt x="1846" y="275"/>
                  </a:lnTo>
                  <a:lnTo>
                    <a:pt x="1803" y="283"/>
                  </a:lnTo>
                  <a:lnTo>
                    <a:pt x="1761" y="294"/>
                  </a:lnTo>
                  <a:lnTo>
                    <a:pt x="1721" y="310"/>
                  </a:lnTo>
                  <a:lnTo>
                    <a:pt x="1683" y="330"/>
                  </a:lnTo>
                  <a:lnTo>
                    <a:pt x="1648" y="355"/>
                  </a:lnTo>
                  <a:lnTo>
                    <a:pt x="1614" y="382"/>
                  </a:lnTo>
                  <a:lnTo>
                    <a:pt x="1584" y="415"/>
                  </a:lnTo>
                  <a:lnTo>
                    <a:pt x="1582" y="417"/>
                  </a:lnTo>
                  <a:lnTo>
                    <a:pt x="1579" y="423"/>
                  </a:lnTo>
                  <a:lnTo>
                    <a:pt x="1572" y="434"/>
                  </a:lnTo>
                  <a:lnTo>
                    <a:pt x="1563" y="447"/>
                  </a:lnTo>
                  <a:lnTo>
                    <a:pt x="1552" y="462"/>
                  </a:lnTo>
                  <a:lnTo>
                    <a:pt x="1540" y="480"/>
                  </a:lnTo>
                  <a:lnTo>
                    <a:pt x="1524" y="499"/>
                  </a:lnTo>
                  <a:lnTo>
                    <a:pt x="1508" y="520"/>
                  </a:lnTo>
                  <a:lnTo>
                    <a:pt x="1490" y="540"/>
                  </a:lnTo>
                  <a:lnTo>
                    <a:pt x="1470" y="561"/>
                  </a:lnTo>
                  <a:lnTo>
                    <a:pt x="1449" y="581"/>
                  </a:lnTo>
                  <a:lnTo>
                    <a:pt x="1426" y="601"/>
                  </a:lnTo>
                  <a:lnTo>
                    <a:pt x="1401" y="618"/>
                  </a:lnTo>
                  <a:lnTo>
                    <a:pt x="1377" y="634"/>
                  </a:lnTo>
                  <a:lnTo>
                    <a:pt x="1351" y="647"/>
                  </a:lnTo>
                  <a:lnTo>
                    <a:pt x="1324" y="657"/>
                  </a:lnTo>
                  <a:lnTo>
                    <a:pt x="1297" y="664"/>
                  </a:lnTo>
                  <a:lnTo>
                    <a:pt x="1268" y="666"/>
                  </a:lnTo>
                  <a:lnTo>
                    <a:pt x="669" y="666"/>
                  </a:lnTo>
                  <a:lnTo>
                    <a:pt x="619" y="669"/>
                  </a:lnTo>
                  <a:lnTo>
                    <a:pt x="571" y="678"/>
                  </a:lnTo>
                  <a:lnTo>
                    <a:pt x="525" y="693"/>
                  </a:lnTo>
                  <a:lnTo>
                    <a:pt x="482" y="713"/>
                  </a:lnTo>
                  <a:lnTo>
                    <a:pt x="441" y="738"/>
                  </a:lnTo>
                  <a:lnTo>
                    <a:pt x="404" y="767"/>
                  </a:lnTo>
                  <a:lnTo>
                    <a:pt x="370" y="800"/>
                  </a:lnTo>
                  <a:lnTo>
                    <a:pt x="341" y="837"/>
                  </a:lnTo>
                  <a:lnTo>
                    <a:pt x="316" y="878"/>
                  </a:lnTo>
                  <a:lnTo>
                    <a:pt x="296" y="921"/>
                  </a:lnTo>
                  <a:lnTo>
                    <a:pt x="282" y="969"/>
                  </a:lnTo>
                  <a:lnTo>
                    <a:pt x="273" y="1017"/>
                  </a:lnTo>
                  <a:lnTo>
                    <a:pt x="270" y="1067"/>
                  </a:lnTo>
                  <a:lnTo>
                    <a:pt x="270" y="2699"/>
                  </a:lnTo>
                  <a:lnTo>
                    <a:pt x="273" y="2749"/>
                  </a:lnTo>
                  <a:lnTo>
                    <a:pt x="282" y="2798"/>
                  </a:lnTo>
                  <a:lnTo>
                    <a:pt x="296" y="2844"/>
                  </a:lnTo>
                  <a:lnTo>
                    <a:pt x="316" y="2888"/>
                  </a:lnTo>
                  <a:lnTo>
                    <a:pt x="341" y="2928"/>
                  </a:lnTo>
                  <a:lnTo>
                    <a:pt x="370" y="2965"/>
                  </a:lnTo>
                  <a:lnTo>
                    <a:pt x="404" y="2999"/>
                  </a:lnTo>
                  <a:lnTo>
                    <a:pt x="441" y="3028"/>
                  </a:lnTo>
                  <a:lnTo>
                    <a:pt x="482" y="3053"/>
                  </a:lnTo>
                  <a:lnTo>
                    <a:pt x="525" y="3073"/>
                  </a:lnTo>
                  <a:lnTo>
                    <a:pt x="571" y="3087"/>
                  </a:lnTo>
                  <a:lnTo>
                    <a:pt x="619" y="3097"/>
                  </a:lnTo>
                  <a:lnTo>
                    <a:pt x="669" y="3100"/>
                  </a:lnTo>
                  <a:lnTo>
                    <a:pt x="2693" y="3100"/>
                  </a:lnTo>
                  <a:lnTo>
                    <a:pt x="2744" y="3097"/>
                  </a:lnTo>
                  <a:lnTo>
                    <a:pt x="2793" y="3087"/>
                  </a:lnTo>
                  <a:lnTo>
                    <a:pt x="2839" y="3073"/>
                  </a:lnTo>
                  <a:lnTo>
                    <a:pt x="2882" y="3053"/>
                  </a:lnTo>
                  <a:lnTo>
                    <a:pt x="2923" y="3028"/>
                  </a:lnTo>
                  <a:lnTo>
                    <a:pt x="2960" y="2999"/>
                  </a:lnTo>
                  <a:lnTo>
                    <a:pt x="2994" y="2965"/>
                  </a:lnTo>
                  <a:lnTo>
                    <a:pt x="3022" y="2928"/>
                  </a:lnTo>
                  <a:lnTo>
                    <a:pt x="3047" y="2888"/>
                  </a:lnTo>
                  <a:lnTo>
                    <a:pt x="3067" y="2844"/>
                  </a:lnTo>
                  <a:lnTo>
                    <a:pt x="3082" y="2798"/>
                  </a:lnTo>
                  <a:lnTo>
                    <a:pt x="3091" y="2749"/>
                  </a:lnTo>
                  <a:lnTo>
                    <a:pt x="3094" y="2699"/>
                  </a:lnTo>
                  <a:lnTo>
                    <a:pt x="3095" y="2699"/>
                  </a:lnTo>
                  <a:lnTo>
                    <a:pt x="3095" y="674"/>
                  </a:lnTo>
                  <a:lnTo>
                    <a:pt x="3092" y="624"/>
                  </a:lnTo>
                  <a:lnTo>
                    <a:pt x="3083" y="575"/>
                  </a:lnTo>
                  <a:lnTo>
                    <a:pt x="3068" y="529"/>
                  </a:lnTo>
                  <a:lnTo>
                    <a:pt x="3048" y="485"/>
                  </a:lnTo>
                  <a:lnTo>
                    <a:pt x="3023" y="445"/>
                  </a:lnTo>
                  <a:lnTo>
                    <a:pt x="2994" y="408"/>
                  </a:lnTo>
                  <a:lnTo>
                    <a:pt x="2961" y="374"/>
                  </a:lnTo>
                  <a:lnTo>
                    <a:pt x="2924" y="345"/>
                  </a:lnTo>
                  <a:lnTo>
                    <a:pt x="2883" y="320"/>
                  </a:lnTo>
                  <a:lnTo>
                    <a:pt x="2840" y="300"/>
                  </a:lnTo>
                  <a:lnTo>
                    <a:pt x="2794" y="286"/>
                  </a:lnTo>
                  <a:lnTo>
                    <a:pt x="2744" y="276"/>
                  </a:lnTo>
                  <a:lnTo>
                    <a:pt x="2694" y="273"/>
                  </a:lnTo>
                  <a:lnTo>
                    <a:pt x="1890" y="273"/>
                  </a:lnTo>
                  <a:close/>
                  <a:moveTo>
                    <a:pt x="1079" y="212"/>
                  </a:moveTo>
                  <a:lnTo>
                    <a:pt x="1058" y="214"/>
                  </a:lnTo>
                  <a:lnTo>
                    <a:pt x="1039" y="221"/>
                  </a:lnTo>
                  <a:lnTo>
                    <a:pt x="1022" y="231"/>
                  </a:lnTo>
                  <a:lnTo>
                    <a:pt x="1008" y="246"/>
                  </a:lnTo>
                  <a:lnTo>
                    <a:pt x="998" y="262"/>
                  </a:lnTo>
                  <a:lnTo>
                    <a:pt x="990" y="282"/>
                  </a:lnTo>
                  <a:lnTo>
                    <a:pt x="988" y="303"/>
                  </a:lnTo>
                  <a:lnTo>
                    <a:pt x="988" y="442"/>
                  </a:lnTo>
                  <a:lnTo>
                    <a:pt x="990" y="462"/>
                  </a:lnTo>
                  <a:lnTo>
                    <a:pt x="998" y="482"/>
                  </a:lnTo>
                  <a:lnTo>
                    <a:pt x="1008" y="499"/>
                  </a:lnTo>
                  <a:lnTo>
                    <a:pt x="1022" y="513"/>
                  </a:lnTo>
                  <a:lnTo>
                    <a:pt x="1039" y="523"/>
                  </a:lnTo>
                  <a:lnTo>
                    <a:pt x="1058" y="530"/>
                  </a:lnTo>
                  <a:lnTo>
                    <a:pt x="1079" y="532"/>
                  </a:lnTo>
                  <a:lnTo>
                    <a:pt x="1100" y="530"/>
                  </a:lnTo>
                  <a:lnTo>
                    <a:pt x="1118" y="523"/>
                  </a:lnTo>
                  <a:lnTo>
                    <a:pt x="1136" y="513"/>
                  </a:lnTo>
                  <a:lnTo>
                    <a:pt x="1149" y="499"/>
                  </a:lnTo>
                  <a:lnTo>
                    <a:pt x="1161" y="482"/>
                  </a:lnTo>
                  <a:lnTo>
                    <a:pt x="1167" y="462"/>
                  </a:lnTo>
                  <a:lnTo>
                    <a:pt x="1170" y="442"/>
                  </a:lnTo>
                  <a:lnTo>
                    <a:pt x="1170" y="303"/>
                  </a:lnTo>
                  <a:lnTo>
                    <a:pt x="1167" y="282"/>
                  </a:lnTo>
                  <a:lnTo>
                    <a:pt x="1161" y="262"/>
                  </a:lnTo>
                  <a:lnTo>
                    <a:pt x="1149" y="246"/>
                  </a:lnTo>
                  <a:lnTo>
                    <a:pt x="1136" y="231"/>
                  </a:lnTo>
                  <a:lnTo>
                    <a:pt x="1118" y="221"/>
                  </a:lnTo>
                  <a:lnTo>
                    <a:pt x="1100" y="214"/>
                  </a:lnTo>
                  <a:lnTo>
                    <a:pt x="1079" y="212"/>
                  </a:lnTo>
                  <a:close/>
                  <a:moveTo>
                    <a:pt x="772" y="212"/>
                  </a:moveTo>
                  <a:lnTo>
                    <a:pt x="750" y="214"/>
                  </a:lnTo>
                  <a:lnTo>
                    <a:pt x="731" y="221"/>
                  </a:lnTo>
                  <a:lnTo>
                    <a:pt x="715" y="231"/>
                  </a:lnTo>
                  <a:lnTo>
                    <a:pt x="700" y="246"/>
                  </a:lnTo>
                  <a:lnTo>
                    <a:pt x="690" y="262"/>
                  </a:lnTo>
                  <a:lnTo>
                    <a:pt x="684" y="282"/>
                  </a:lnTo>
                  <a:lnTo>
                    <a:pt x="681" y="303"/>
                  </a:lnTo>
                  <a:lnTo>
                    <a:pt x="681" y="442"/>
                  </a:lnTo>
                  <a:lnTo>
                    <a:pt x="684" y="462"/>
                  </a:lnTo>
                  <a:lnTo>
                    <a:pt x="690" y="482"/>
                  </a:lnTo>
                  <a:lnTo>
                    <a:pt x="700" y="499"/>
                  </a:lnTo>
                  <a:lnTo>
                    <a:pt x="715" y="513"/>
                  </a:lnTo>
                  <a:lnTo>
                    <a:pt x="731" y="523"/>
                  </a:lnTo>
                  <a:lnTo>
                    <a:pt x="750" y="530"/>
                  </a:lnTo>
                  <a:lnTo>
                    <a:pt x="772" y="532"/>
                  </a:lnTo>
                  <a:lnTo>
                    <a:pt x="792" y="530"/>
                  </a:lnTo>
                  <a:lnTo>
                    <a:pt x="812" y="523"/>
                  </a:lnTo>
                  <a:lnTo>
                    <a:pt x="828" y="513"/>
                  </a:lnTo>
                  <a:lnTo>
                    <a:pt x="843" y="499"/>
                  </a:lnTo>
                  <a:lnTo>
                    <a:pt x="853" y="482"/>
                  </a:lnTo>
                  <a:lnTo>
                    <a:pt x="860" y="462"/>
                  </a:lnTo>
                  <a:lnTo>
                    <a:pt x="862" y="442"/>
                  </a:lnTo>
                  <a:lnTo>
                    <a:pt x="862" y="303"/>
                  </a:lnTo>
                  <a:lnTo>
                    <a:pt x="860" y="282"/>
                  </a:lnTo>
                  <a:lnTo>
                    <a:pt x="853" y="262"/>
                  </a:lnTo>
                  <a:lnTo>
                    <a:pt x="843" y="246"/>
                  </a:lnTo>
                  <a:lnTo>
                    <a:pt x="828" y="231"/>
                  </a:lnTo>
                  <a:lnTo>
                    <a:pt x="812" y="221"/>
                  </a:lnTo>
                  <a:lnTo>
                    <a:pt x="792" y="214"/>
                  </a:lnTo>
                  <a:lnTo>
                    <a:pt x="772" y="212"/>
                  </a:lnTo>
                  <a:close/>
                  <a:moveTo>
                    <a:pt x="464" y="212"/>
                  </a:moveTo>
                  <a:lnTo>
                    <a:pt x="444" y="214"/>
                  </a:lnTo>
                  <a:lnTo>
                    <a:pt x="424" y="221"/>
                  </a:lnTo>
                  <a:lnTo>
                    <a:pt x="408" y="231"/>
                  </a:lnTo>
                  <a:lnTo>
                    <a:pt x="394" y="246"/>
                  </a:lnTo>
                  <a:lnTo>
                    <a:pt x="383" y="262"/>
                  </a:lnTo>
                  <a:lnTo>
                    <a:pt x="376" y="282"/>
                  </a:lnTo>
                  <a:lnTo>
                    <a:pt x="374" y="303"/>
                  </a:lnTo>
                  <a:lnTo>
                    <a:pt x="374" y="442"/>
                  </a:lnTo>
                  <a:lnTo>
                    <a:pt x="376" y="462"/>
                  </a:lnTo>
                  <a:lnTo>
                    <a:pt x="383" y="482"/>
                  </a:lnTo>
                  <a:lnTo>
                    <a:pt x="394" y="499"/>
                  </a:lnTo>
                  <a:lnTo>
                    <a:pt x="408" y="513"/>
                  </a:lnTo>
                  <a:lnTo>
                    <a:pt x="424" y="523"/>
                  </a:lnTo>
                  <a:lnTo>
                    <a:pt x="444" y="530"/>
                  </a:lnTo>
                  <a:lnTo>
                    <a:pt x="464" y="532"/>
                  </a:lnTo>
                  <a:lnTo>
                    <a:pt x="486" y="530"/>
                  </a:lnTo>
                  <a:lnTo>
                    <a:pt x="504" y="523"/>
                  </a:lnTo>
                  <a:lnTo>
                    <a:pt x="522" y="513"/>
                  </a:lnTo>
                  <a:lnTo>
                    <a:pt x="535" y="499"/>
                  </a:lnTo>
                  <a:lnTo>
                    <a:pt x="546" y="482"/>
                  </a:lnTo>
                  <a:lnTo>
                    <a:pt x="553" y="462"/>
                  </a:lnTo>
                  <a:lnTo>
                    <a:pt x="556" y="442"/>
                  </a:lnTo>
                  <a:lnTo>
                    <a:pt x="556" y="303"/>
                  </a:lnTo>
                  <a:lnTo>
                    <a:pt x="553" y="282"/>
                  </a:lnTo>
                  <a:lnTo>
                    <a:pt x="546" y="262"/>
                  </a:lnTo>
                  <a:lnTo>
                    <a:pt x="535" y="246"/>
                  </a:lnTo>
                  <a:lnTo>
                    <a:pt x="522" y="231"/>
                  </a:lnTo>
                  <a:lnTo>
                    <a:pt x="504" y="221"/>
                  </a:lnTo>
                  <a:lnTo>
                    <a:pt x="486" y="214"/>
                  </a:lnTo>
                  <a:lnTo>
                    <a:pt x="464" y="212"/>
                  </a:lnTo>
                  <a:close/>
                  <a:moveTo>
                    <a:pt x="304" y="0"/>
                  </a:moveTo>
                  <a:lnTo>
                    <a:pt x="3060" y="0"/>
                  </a:lnTo>
                  <a:lnTo>
                    <a:pt x="3101" y="2"/>
                  </a:lnTo>
                  <a:lnTo>
                    <a:pt x="3140" y="10"/>
                  </a:lnTo>
                  <a:lnTo>
                    <a:pt x="3178" y="24"/>
                  </a:lnTo>
                  <a:lnTo>
                    <a:pt x="3213" y="41"/>
                  </a:lnTo>
                  <a:lnTo>
                    <a:pt x="3246" y="64"/>
                  </a:lnTo>
                  <a:lnTo>
                    <a:pt x="3276" y="90"/>
                  </a:lnTo>
                  <a:lnTo>
                    <a:pt x="3301" y="118"/>
                  </a:lnTo>
                  <a:lnTo>
                    <a:pt x="3324" y="151"/>
                  </a:lnTo>
                  <a:lnTo>
                    <a:pt x="3341" y="186"/>
                  </a:lnTo>
                  <a:lnTo>
                    <a:pt x="3354" y="224"/>
                  </a:lnTo>
                  <a:lnTo>
                    <a:pt x="3364" y="264"/>
                  </a:lnTo>
                  <a:lnTo>
                    <a:pt x="3367" y="305"/>
                  </a:lnTo>
                  <a:lnTo>
                    <a:pt x="3367" y="3068"/>
                  </a:lnTo>
                  <a:lnTo>
                    <a:pt x="3364" y="3109"/>
                  </a:lnTo>
                  <a:lnTo>
                    <a:pt x="3357" y="3149"/>
                  </a:lnTo>
                  <a:lnTo>
                    <a:pt x="3343" y="3186"/>
                  </a:lnTo>
                  <a:lnTo>
                    <a:pt x="3326" y="3222"/>
                  </a:lnTo>
                  <a:lnTo>
                    <a:pt x="3303" y="3254"/>
                  </a:lnTo>
                  <a:lnTo>
                    <a:pt x="3278" y="3283"/>
                  </a:lnTo>
                  <a:lnTo>
                    <a:pt x="3249" y="3309"/>
                  </a:lnTo>
                  <a:lnTo>
                    <a:pt x="3216" y="3331"/>
                  </a:lnTo>
                  <a:lnTo>
                    <a:pt x="3181" y="3348"/>
                  </a:lnTo>
                  <a:lnTo>
                    <a:pt x="3143" y="3362"/>
                  </a:lnTo>
                  <a:lnTo>
                    <a:pt x="3104" y="3370"/>
                  </a:lnTo>
                  <a:lnTo>
                    <a:pt x="3062" y="3373"/>
                  </a:lnTo>
                  <a:lnTo>
                    <a:pt x="304" y="3373"/>
                  </a:lnTo>
                  <a:lnTo>
                    <a:pt x="263" y="3370"/>
                  </a:lnTo>
                  <a:lnTo>
                    <a:pt x="223" y="3362"/>
                  </a:lnTo>
                  <a:lnTo>
                    <a:pt x="186" y="3348"/>
                  </a:lnTo>
                  <a:lnTo>
                    <a:pt x="151" y="3331"/>
                  </a:lnTo>
                  <a:lnTo>
                    <a:pt x="119" y="3309"/>
                  </a:lnTo>
                  <a:lnTo>
                    <a:pt x="89" y="3283"/>
                  </a:lnTo>
                  <a:lnTo>
                    <a:pt x="64" y="3254"/>
                  </a:lnTo>
                  <a:lnTo>
                    <a:pt x="42" y="3222"/>
                  </a:lnTo>
                  <a:lnTo>
                    <a:pt x="24" y="3186"/>
                  </a:lnTo>
                  <a:lnTo>
                    <a:pt x="11" y="3149"/>
                  </a:lnTo>
                  <a:lnTo>
                    <a:pt x="3" y="3109"/>
                  </a:lnTo>
                  <a:lnTo>
                    <a:pt x="0" y="3068"/>
                  </a:lnTo>
                  <a:lnTo>
                    <a:pt x="0" y="305"/>
                  </a:lnTo>
                  <a:lnTo>
                    <a:pt x="3" y="263"/>
                  </a:lnTo>
                  <a:lnTo>
                    <a:pt x="11" y="224"/>
                  </a:lnTo>
                  <a:lnTo>
                    <a:pt x="24" y="186"/>
                  </a:lnTo>
                  <a:lnTo>
                    <a:pt x="42" y="151"/>
                  </a:lnTo>
                  <a:lnTo>
                    <a:pt x="64" y="118"/>
                  </a:lnTo>
                  <a:lnTo>
                    <a:pt x="89" y="90"/>
                  </a:lnTo>
                  <a:lnTo>
                    <a:pt x="119" y="63"/>
                  </a:lnTo>
                  <a:lnTo>
                    <a:pt x="151" y="41"/>
                  </a:lnTo>
                  <a:lnTo>
                    <a:pt x="186" y="24"/>
                  </a:lnTo>
                  <a:lnTo>
                    <a:pt x="223" y="10"/>
                  </a:lnTo>
                  <a:lnTo>
                    <a:pt x="263" y="2"/>
                  </a:lnTo>
                  <a:lnTo>
                    <a:pt x="3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09" name="Freeform 178">
              <a:extLst>
                <a:ext uri="{FF2B5EF4-FFF2-40B4-BE49-F238E27FC236}">
                  <a16:creationId xmlns:a16="http://schemas.microsoft.com/office/drawing/2014/main" id="{F78BC42A-66FE-404B-8CB3-81CC047CFB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14813" y="1263651"/>
              <a:ext cx="279400" cy="279400"/>
            </a:xfrm>
            <a:custGeom>
              <a:avLst/>
              <a:gdLst>
                <a:gd name="T0" fmla="*/ 1394 w 2468"/>
                <a:gd name="T1" fmla="*/ 664 h 2470"/>
                <a:gd name="T2" fmla="*/ 1315 w 2468"/>
                <a:gd name="T3" fmla="*/ 757 h 2470"/>
                <a:gd name="T4" fmla="*/ 1314 w 2468"/>
                <a:gd name="T5" fmla="*/ 884 h 2470"/>
                <a:gd name="T6" fmla="*/ 1048 w 2468"/>
                <a:gd name="T7" fmla="*/ 1627 h 2470"/>
                <a:gd name="T8" fmla="*/ 1012 w 2468"/>
                <a:gd name="T9" fmla="*/ 1584 h 2470"/>
                <a:gd name="T10" fmla="*/ 944 w 2468"/>
                <a:gd name="T11" fmla="*/ 1501 h 2470"/>
                <a:gd name="T12" fmla="*/ 863 w 2468"/>
                <a:gd name="T13" fmla="*/ 1400 h 2470"/>
                <a:gd name="T14" fmla="*/ 786 w 2468"/>
                <a:gd name="T15" fmla="*/ 1305 h 2470"/>
                <a:gd name="T16" fmla="*/ 733 w 2468"/>
                <a:gd name="T17" fmla="*/ 1240 h 2470"/>
                <a:gd name="T18" fmla="*/ 726 w 2468"/>
                <a:gd name="T19" fmla="*/ 1198 h 2470"/>
                <a:gd name="T20" fmla="*/ 721 w 2468"/>
                <a:gd name="T21" fmla="*/ 1087 h 2470"/>
                <a:gd name="T22" fmla="*/ 643 w 2468"/>
                <a:gd name="T23" fmla="*/ 993 h 2470"/>
                <a:gd name="T24" fmla="*/ 519 w 2468"/>
                <a:gd name="T25" fmla="*/ 971 h 2470"/>
                <a:gd name="T26" fmla="*/ 412 w 2468"/>
                <a:gd name="T27" fmla="*/ 1032 h 2470"/>
                <a:gd name="T28" fmla="*/ 369 w 2468"/>
                <a:gd name="T29" fmla="*/ 1150 h 2470"/>
                <a:gd name="T30" fmla="*/ 116 w 2468"/>
                <a:gd name="T31" fmla="*/ 1762 h 2470"/>
                <a:gd name="T32" fmla="*/ 114 w 2468"/>
                <a:gd name="T33" fmla="*/ 1841 h 2470"/>
                <a:gd name="T34" fmla="*/ 177 w 2468"/>
                <a:gd name="T35" fmla="*/ 1892 h 2470"/>
                <a:gd name="T36" fmla="*/ 254 w 2468"/>
                <a:gd name="T37" fmla="*/ 1873 h 2470"/>
                <a:gd name="T38" fmla="*/ 912 w 2468"/>
                <a:gd name="T39" fmla="*/ 1749 h 2470"/>
                <a:gd name="T40" fmla="*/ 904 w 2468"/>
                <a:gd name="T41" fmla="*/ 1837 h 2470"/>
                <a:gd name="T42" fmla="*/ 966 w 2468"/>
                <a:gd name="T43" fmla="*/ 1943 h 2470"/>
                <a:gd name="T44" fmla="*/ 1083 w 2468"/>
                <a:gd name="T45" fmla="*/ 1986 h 2470"/>
                <a:gd name="T46" fmla="*/ 1199 w 2468"/>
                <a:gd name="T47" fmla="*/ 1944 h 2470"/>
                <a:gd name="T48" fmla="*/ 1261 w 2468"/>
                <a:gd name="T49" fmla="*/ 1838 h 2470"/>
                <a:gd name="T50" fmla="*/ 1239 w 2468"/>
                <a:gd name="T51" fmla="*/ 1713 h 2470"/>
                <a:gd name="T52" fmla="*/ 1631 w 2468"/>
                <a:gd name="T53" fmla="*/ 1393 h 2470"/>
                <a:gd name="T54" fmla="*/ 1614 w 2468"/>
                <a:gd name="T55" fmla="*/ 1507 h 2470"/>
                <a:gd name="T56" fmla="*/ 1675 w 2468"/>
                <a:gd name="T57" fmla="*/ 1612 h 2470"/>
                <a:gd name="T58" fmla="*/ 1793 w 2468"/>
                <a:gd name="T59" fmla="*/ 1656 h 2470"/>
                <a:gd name="T60" fmla="*/ 1908 w 2468"/>
                <a:gd name="T61" fmla="*/ 1613 h 2470"/>
                <a:gd name="T62" fmla="*/ 1970 w 2468"/>
                <a:gd name="T63" fmla="*/ 1509 h 2470"/>
                <a:gd name="T64" fmla="*/ 2300 w 2468"/>
                <a:gd name="T65" fmla="*/ 1286 h 2470"/>
                <a:gd name="T66" fmla="*/ 2312 w 2468"/>
                <a:gd name="T67" fmla="*/ 1208 h 2470"/>
                <a:gd name="T68" fmla="*/ 2259 w 2468"/>
                <a:gd name="T69" fmla="*/ 1149 h 2470"/>
                <a:gd name="T70" fmla="*/ 2181 w 2468"/>
                <a:gd name="T71" fmla="*/ 1153 h 2470"/>
                <a:gd name="T72" fmla="*/ 1806 w 2468"/>
                <a:gd name="T73" fmla="*/ 1290 h 2470"/>
                <a:gd name="T74" fmla="*/ 1664 w 2468"/>
                <a:gd name="T75" fmla="*/ 850 h 2470"/>
                <a:gd name="T76" fmla="*/ 1641 w 2468"/>
                <a:gd name="T77" fmla="*/ 730 h 2470"/>
                <a:gd name="T78" fmla="*/ 1549 w 2468"/>
                <a:gd name="T79" fmla="*/ 651 h 2470"/>
                <a:gd name="T80" fmla="*/ 2246 w 2468"/>
                <a:gd name="T81" fmla="*/ 0 h 2470"/>
                <a:gd name="T82" fmla="*/ 2375 w 2468"/>
                <a:gd name="T83" fmla="*/ 42 h 2470"/>
                <a:gd name="T84" fmla="*/ 2455 w 2468"/>
                <a:gd name="T85" fmla="*/ 150 h 2470"/>
                <a:gd name="T86" fmla="*/ 2465 w 2468"/>
                <a:gd name="T87" fmla="*/ 2284 h 2470"/>
                <a:gd name="T88" fmla="*/ 2403 w 2468"/>
                <a:gd name="T89" fmla="*/ 2405 h 2470"/>
                <a:gd name="T90" fmla="*/ 2282 w 2468"/>
                <a:gd name="T91" fmla="*/ 2467 h 2470"/>
                <a:gd name="T92" fmla="*/ 152 w 2468"/>
                <a:gd name="T93" fmla="*/ 2459 h 2470"/>
                <a:gd name="T94" fmla="*/ 43 w 2468"/>
                <a:gd name="T95" fmla="*/ 2379 h 2470"/>
                <a:gd name="T96" fmla="*/ 0 w 2468"/>
                <a:gd name="T97" fmla="*/ 2247 h 2470"/>
                <a:gd name="T98" fmla="*/ 25 w 2468"/>
                <a:gd name="T99" fmla="*/ 514 h 2470"/>
                <a:gd name="T100" fmla="*/ 120 w 2468"/>
                <a:gd name="T101" fmla="*/ 418 h 2470"/>
                <a:gd name="T102" fmla="*/ 820 w 2468"/>
                <a:gd name="T103" fmla="*/ 393 h 2470"/>
                <a:gd name="T104" fmla="*/ 977 w 2468"/>
                <a:gd name="T105" fmla="*/ 364 h 2470"/>
                <a:gd name="T106" fmla="*/ 1091 w 2468"/>
                <a:gd name="T107" fmla="*/ 290 h 2470"/>
                <a:gd name="T108" fmla="*/ 1176 w 2468"/>
                <a:gd name="T109" fmla="*/ 196 h 2470"/>
                <a:gd name="T110" fmla="*/ 1244 w 2468"/>
                <a:gd name="T111" fmla="*/ 111 h 2470"/>
                <a:gd name="T112" fmla="*/ 1324 w 2468"/>
                <a:gd name="T113" fmla="*/ 36 h 2470"/>
                <a:gd name="T114" fmla="*/ 1442 w 2468"/>
                <a:gd name="T115" fmla="*/ 0 h 2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468" h="2470">
                  <a:moveTo>
                    <a:pt x="1484" y="639"/>
                  </a:moveTo>
                  <a:lnTo>
                    <a:pt x="1453" y="642"/>
                  </a:lnTo>
                  <a:lnTo>
                    <a:pt x="1422" y="650"/>
                  </a:lnTo>
                  <a:lnTo>
                    <a:pt x="1394" y="664"/>
                  </a:lnTo>
                  <a:lnTo>
                    <a:pt x="1369" y="682"/>
                  </a:lnTo>
                  <a:lnTo>
                    <a:pt x="1346" y="704"/>
                  </a:lnTo>
                  <a:lnTo>
                    <a:pt x="1329" y="728"/>
                  </a:lnTo>
                  <a:lnTo>
                    <a:pt x="1315" y="757"/>
                  </a:lnTo>
                  <a:lnTo>
                    <a:pt x="1306" y="788"/>
                  </a:lnTo>
                  <a:lnTo>
                    <a:pt x="1303" y="821"/>
                  </a:lnTo>
                  <a:lnTo>
                    <a:pt x="1306" y="854"/>
                  </a:lnTo>
                  <a:lnTo>
                    <a:pt x="1314" y="884"/>
                  </a:lnTo>
                  <a:lnTo>
                    <a:pt x="1329" y="913"/>
                  </a:lnTo>
                  <a:lnTo>
                    <a:pt x="1346" y="939"/>
                  </a:lnTo>
                  <a:lnTo>
                    <a:pt x="1050" y="1629"/>
                  </a:lnTo>
                  <a:lnTo>
                    <a:pt x="1048" y="1627"/>
                  </a:lnTo>
                  <a:lnTo>
                    <a:pt x="1043" y="1621"/>
                  </a:lnTo>
                  <a:lnTo>
                    <a:pt x="1035" y="1611"/>
                  </a:lnTo>
                  <a:lnTo>
                    <a:pt x="1024" y="1599"/>
                  </a:lnTo>
                  <a:lnTo>
                    <a:pt x="1012" y="1584"/>
                  </a:lnTo>
                  <a:lnTo>
                    <a:pt x="998" y="1565"/>
                  </a:lnTo>
                  <a:lnTo>
                    <a:pt x="981" y="1546"/>
                  </a:lnTo>
                  <a:lnTo>
                    <a:pt x="963" y="1523"/>
                  </a:lnTo>
                  <a:lnTo>
                    <a:pt x="944" y="1501"/>
                  </a:lnTo>
                  <a:lnTo>
                    <a:pt x="925" y="1476"/>
                  </a:lnTo>
                  <a:lnTo>
                    <a:pt x="904" y="1451"/>
                  </a:lnTo>
                  <a:lnTo>
                    <a:pt x="884" y="1426"/>
                  </a:lnTo>
                  <a:lnTo>
                    <a:pt x="863" y="1400"/>
                  </a:lnTo>
                  <a:lnTo>
                    <a:pt x="843" y="1375"/>
                  </a:lnTo>
                  <a:lnTo>
                    <a:pt x="823" y="1351"/>
                  </a:lnTo>
                  <a:lnTo>
                    <a:pt x="804" y="1328"/>
                  </a:lnTo>
                  <a:lnTo>
                    <a:pt x="786" y="1305"/>
                  </a:lnTo>
                  <a:lnTo>
                    <a:pt x="770" y="1286"/>
                  </a:lnTo>
                  <a:lnTo>
                    <a:pt x="756" y="1267"/>
                  </a:lnTo>
                  <a:lnTo>
                    <a:pt x="743" y="1252"/>
                  </a:lnTo>
                  <a:lnTo>
                    <a:pt x="733" y="1240"/>
                  </a:lnTo>
                  <a:lnTo>
                    <a:pt x="726" y="1230"/>
                  </a:lnTo>
                  <a:lnTo>
                    <a:pt x="721" y="1224"/>
                  </a:lnTo>
                  <a:lnTo>
                    <a:pt x="719" y="1222"/>
                  </a:lnTo>
                  <a:lnTo>
                    <a:pt x="726" y="1198"/>
                  </a:lnTo>
                  <a:lnTo>
                    <a:pt x="730" y="1174"/>
                  </a:lnTo>
                  <a:lnTo>
                    <a:pt x="732" y="1150"/>
                  </a:lnTo>
                  <a:lnTo>
                    <a:pt x="729" y="1117"/>
                  </a:lnTo>
                  <a:lnTo>
                    <a:pt x="721" y="1087"/>
                  </a:lnTo>
                  <a:lnTo>
                    <a:pt x="707" y="1059"/>
                  </a:lnTo>
                  <a:lnTo>
                    <a:pt x="690" y="1033"/>
                  </a:lnTo>
                  <a:lnTo>
                    <a:pt x="668" y="1012"/>
                  </a:lnTo>
                  <a:lnTo>
                    <a:pt x="643" y="993"/>
                  </a:lnTo>
                  <a:lnTo>
                    <a:pt x="614" y="980"/>
                  </a:lnTo>
                  <a:lnTo>
                    <a:pt x="583" y="972"/>
                  </a:lnTo>
                  <a:lnTo>
                    <a:pt x="551" y="969"/>
                  </a:lnTo>
                  <a:lnTo>
                    <a:pt x="519" y="971"/>
                  </a:lnTo>
                  <a:lnTo>
                    <a:pt x="488" y="980"/>
                  </a:lnTo>
                  <a:lnTo>
                    <a:pt x="459" y="993"/>
                  </a:lnTo>
                  <a:lnTo>
                    <a:pt x="435" y="1011"/>
                  </a:lnTo>
                  <a:lnTo>
                    <a:pt x="412" y="1032"/>
                  </a:lnTo>
                  <a:lnTo>
                    <a:pt x="395" y="1058"/>
                  </a:lnTo>
                  <a:lnTo>
                    <a:pt x="380" y="1086"/>
                  </a:lnTo>
                  <a:lnTo>
                    <a:pt x="372" y="1116"/>
                  </a:lnTo>
                  <a:lnTo>
                    <a:pt x="369" y="1150"/>
                  </a:lnTo>
                  <a:lnTo>
                    <a:pt x="372" y="1179"/>
                  </a:lnTo>
                  <a:lnTo>
                    <a:pt x="379" y="1207"/>
                  </a:lnTo>
                  <a:lnTo>
                    <a:pt x="391" y="1232"/>
                  </a:lnTo>
                  <a:lnTo>
                    <a:pt x="116" y="1762"/>
                  </a:lnTo>
                  <a:lnTo>
                    <a:pt x="109" y="1782"/>
                  </a:lnTo>
                  <a:lnTo>
                    <a:pt x="107" y="1802"/>
                  </a:lnTo>
                  <a:lnTo>
                    <a:pt x="109" y="1822"/>
                  </a:lnTo>
                  <a:lnTo>
                    <a:pt x="114" y="1841"/>
                  </a:lnTo>
                  <a:lnTo>
                    <a:pt x="124" y="1859"/>
                  </a:lnTo>
                  <a:lnTo>
                    <a:pt x="138" y="1873"/>
                  </a:lnTo>
                  <a:lnTo>
                    <a:pt x="156" y="1886"/>
                  </a:lnTo>
                  <a:lnTo>
                    <a:pt x="177" y="1892"/>
                  </a:lnTo>
                  <a:lnTo>
                    <a:pt x="199" y="1894"/>
                  </a:lnTo>
                  <a:lnTo>
                    <a:pt x="219" y="1891"/>
                  </a:lnTo>
                  <a:lnTo>
                    <a:pt x="238" y="1884"/>
                  </a:lnTo>
                  <a:lnTo>
                    <a:pt x="254" y="1873"/>
                  </a:lnTo>
                  <a:lnTo>
                    <a:pt x="267" y="1862"/>
                  </a:lnTo>
                  <a:lnTo>
                    <a:pt x="276" y="1849"/>
                  </a:lnTo>
                  <a:lnTo>
                    <a:pt x="563" y="1313"/>
                  </a:lnTo>
                  <a:lnTo>
                    <a:pt x="912" y="1749"/>
                  </a:lnTo>
                  <a:lnTo>
                    <a:pt x="906" y="1768"/>
                  </a:lnTo>
                  <a:lnTo>
                    <a:pt x="902" y="1786"/>
                  </a:lnTo>
                  <a:lnTo>
                    <a:pt x="901" y="1804"/>
                  </a:lnTo>
                  <a:lnTo>
                    <a:pt x="904" y="1837"/>
                  </a:lnTo>
                  <a:lnTo>
                    <a:pt x="912" y="1868"/>
                  </a:lnTo>
                  <a:lnTo>
                    <a:pt x="926" y="1896"/>
                  </a:lnTo>
                  <a:lnTo>
                    <a:pt x="944" y="1922"/>
                  </a:lnTo>
                  <a:lnTo>
                    <a:pt x="966" y="1943"/>
                  </a:lnTo>
                  <a:lnTo>
                    <a:pt x="990" y="1962"/>
                  </a:lnTo>
                  <a:lnTo>
                    <a:pt x="1019" y="1975"/>
                  </a:lnTo>
                  <a:lnTo>
                    <a:pt x="1050" y="1983"/>
                  </a:lnTo>
                  <a:lnTo>
                    <a:pt x="1083" y="1986"/>
                  </a:lnTo>
                  <a:lnTo>
                    <a:pt x="1115" y="1984"/>
                  </a:lnTo>
                  <a:lnTo>
                    <a:pt x="1146" y="1975"/>
                  </a:lnTo>
                  <a:lnTo>
                    <a:pt x="1174" y="1963"/>
                  </a:lnTo>
                  <a:lnTo>
                    <a:pt x="1199" y="1944"/>
                  </a:lnTo>
                  <a:lnTo>
                    <a:pt x="1221" y="1923"/>
                  </a:lnTo>
                  <a:lnTo>
                    <a:pt x="1239" y="1897"/>
                  </a:lnTo>
                  <a:lnTo>
                    <a:pt x="1253" y="1869"/>
                  </a:lnTo>
                  <a:lnTo>
                    <a:pt x="1261" y="1838"/>
                  </a:lnTo>
                  <a:lnTo>
                    <a:pt x="1264" y="1804"/>
                  </a:lnTo>
                  <a:lnTo>
                    <a:pt x="1261" y="1772"/>
                  </a:lnTo>
                  <a:lnTo>
                    <a:pt x="1253" y="1741"/>
                  </a:lnTo>
                  <a:lnTo>
                    <a:pt x="1239" y="1713"/>
                  </a:lnTo>
                  <a:lnTo>
                    <a:pt x="1222" y="1687"/>
                  </a:lnTo>
                  <a:lnTo>
                    <a:pt x="1497" y="1056"/>
                  </a:lnTo>
                  <a:lnTo>
                    <a:pt x="1646" y="1369"/>
                  </a:lnTo>
                  <a:lnTo>
                    <a:pt x="1631" y="1393"/>
                  </a:lnTo>
                  <a:lnTo>
                    <a:pt x="1621" y="1417"/>
                  </a:lnTo>
                  <a:lnTo>
                    <a:pt x="1614" y="1445"/>
                  </a:lnTo>
                  <a:lnTo>
                    <a:pt x="1612" y="1474"/>
                  </a:lnTo>
                  <a:lnTo>
                    <a:pt x="1614" y="1507"/>
                  </a:lnTo>
                  <a:lnTo>
                    <a:pt x="1623" y="1536"/>
                  </a:lnTo>
                  <a:lnTo>
                    <a:pt x="1635" y="1565"/>
                  </a:lnTo>
                  <a:lnTo>
                    <a:pt x="1654" y="1591"/>
                  </a:lnTo>
                  <a:lnTo>
                    <a:pt x="1675" y="1612"/>
                  </a:lnTo>
                  <a:lnTo>
                    <a:pt x="1701" y="1631"/>
                  </a:lnTo>
                  <a:lnTo>
                    <a:pt x="1728" y="1644"/>
                  </a:lnTo>
                  <a:lnTo>
                    <a:pt x="1759" y="1652"/>
                  </a:lnTo>
                  <a:lnTo>
                    <a:pt x="1793" y="1656"/>
                  </a:lnTo>
                  <a:lnTo>
                    <a:pt x="1825" y="1652"/>
                  </a:lnTo>
                  <a:lnTo>
                    <a:pt x="1855" y="1644"/>
                  </a:lnTo>
                  <a:lnTo>
                    <a:pt x="1883" y="1631"/>
                  </a:lnTo>
                  <a:lnTo>
                    <a:pt x="1908" y="1613"/>
                  </a:lnTo>
                  <a:lnTo>
                    <a:pt x="1929" y="1592"/>
                  </a:lnTo>
                  <a:lnTo>
                    <a:pt x="1948" y="1567"/>
                  </a:lnTo>
                  <a:lnTo>
                    <a:pt x="1961" y="1540"/>
                  </a:lnTo>
                  <a:lnTo>
                    <a:pt x="1970" y="1509"/>
                  </a:lnTo>
                  <a:lnTo>
                    <a:pt x="1974" y="1477"/>
                  </a:lnTo>
                  <a:lnTo>
                    <a:pt x="2268" y="1314"/>
                  </a:lnTo>
                  <a:lnTo>
                    <a:pt x="2285" y="1301"/>
                  </a:lnTo>
                  <a:lnTo>
                    <a:pt x="2300" y="1286"/>
                  </a:lnTo>
                  <a:lnTo>
                    <a:pt x="2310" y="1268"/>
                  </a:lnTo>
                  <a:lnTo>
                    <a:pt x="2315" y="1249"/>
                  </a:lnTo>
                  <a:lnTo>
                    <a:pt x="2316" y="1228"/>
                  </a:lnTo>
                  <a:lnTo>
                    <a:pt x="2312" y="1208"/>
                  </a:lnTo>
                  <a:lnTo>
                    <a:pt x="2304" y="1188"/>
                  </a:lnTo>
                  <a:lnTo>
                    <a:pt x="2291" y="1172"/>
                  </a:lnTo>
                  <a:lnTo>
                    <a:pt x="2276" y="1159"/>
                  </a:lnTo>
                  <a:lnTo>
                    <a:pt x="2259" y="1149"/>
                  </a:lnTo>
                  <a:lnTo>
                    <a:pt x="2239" y="1143"/>
                  </a:lnTo>
                  <a:lnTo>
                    <a:pt x="2220" y="1142"/>
                  </a:lnTo>
                  <a:lnTo>
                    <a:pt x="2200" y="1145"/>
                  </a:lnTo>
                  <a:lnTo>
                    <a:pt x="2181" y="1153"/>
                  </a:lnTo>
                  <a:lnTo>
                    <a:pt x="1886" y="1317"/>
                  </a:lnTo>
                  <a:lnTo>
                    <a:pt x="1862" y="1303"/>
                  </a:lnTo>
                  <a:lnTo>
                    <a:pt x="1835" y="1294"/>
                  </a:lnTo>
                  <a:lnTo>
                    <a:pt x="1806" y="1290"/>
                  </a:lnTo>
                  <a:lnTo>
                    <a:pt x="1631" y="925"/>
                  </a:lnTo>
                  <a:lnTo>
                    <a:pt x="1645" y="903"/>
                  </a:lnTo>
                  <a:lnTo>
                    <a:pt x="1657" y="877"/>
                  </a:lnTo>
                  <a:lnTo>
                    <a:pt x="1664" y="850"/>
                  </a:lnTo>
                  <a:lnTo>
                    <a:pt x="1666" y="821"/>
                  </a:lnTo>
                  <a:lnTo>
                    <a:pt x="1663" y="789"/>
                  </a:lnTo>
                  <a:lnTo>
                    <a:pt x="1655" y="758"/>
                  </a:lnTo>
                  <a:lnTo>
                    <a:pt x="1641" y="730"/>
                  </a:lnTo>
                  <a:lnTo>
                    <a:pt x="1624" y="705"/>
                  </a:lnTo>
                  <a:lnTo>
                    <a:pt x="1602" y="682"/>
                  </a:lnTo>
                  <a:lnTo>
                    <a:pt x="1577" y="665"/>
                  </a:lnTo>
                  <a:lnTo>
                    <a:pt x="1549" y="651"/>
                  </a:lnTo>
                  <a:lnTo>
                    <a:pt x="1518" y="642"/>
                  </a:lnTo>
                  <a:lnTo>
                    <a:pt x="1484" y="639"/>
                  </a:lnTo>
                  <a:close/>
                  <a:moveTo>
                    <a:pt x="1442" y="0"/>
                  </a:moveTo>
                  <a:lnTo>
                    <a:pt x="2246" y="0"/>
                  </a:lnTo>
                  <a:lnTo>
                    <a:pt x="2282" y="3"/>
                  </a:lnTo>
                  <a:lnTo>
                    <a:pt x="2316" y="11"/>
                  </a:lnTo>
                  <a:lnTo>
                    <a:pt x="2347" y="25"/>
                  </a:lnTo>
                  <a:lnTo>
                    <a:pt x="2375" y="42"/>
                  </a:lnTo>
                  <a:lnTo>
                    <a:pt x="2402" y="65"/>
                  </a:lnTo>
                  <a:lnTo>
                    <a:pt x="2424" y="90"/>
                  </a:lnTo>
                  <a:lnTo>
                    <a:pt x="2442" y="119"/>
                  </a:lnTo>
                  <a:lnTo>
                    <a:pt x="2455" y="150"/>
                  </a:lnTo>
                  <a:lnTo>
                    <a:pt x="2465" y="184"/>
                  </a:lnTo>
                  <a:lnTo>
                    <a:pt x="2468" y="220"/>
                  </a:lnTo>
                  <a:lnTo>
                    <a:pt x="2468" y="2247"/>
                  </a:lnTo>
                  <a:lnTo>
                    <a:pt x="2465" y="2284"/>
                  </a:lnTo>
                  <a:lnTo>
                    <a:pt x="2456" y="2318"/>
                  </a:lnTo>
                  <a:lnTo>
                    <a:pt x="2443" y="2350"/>
                  </a:lnTo>
                  <a:lnTo>
                    <a:pt x="2426" y="2379"/>
                  </a:lnTo>
                  <a:lnTo>
                    <a:pt x="2403" y="2405"/>
                  </a:lnTo>
                  <a:lnTo>
                    <a:pt x="2377" y="2427"/>
                  </a:lnTo>
                  <a:lnTo>
                    <a:pt x="2348" y="2445"/>
                  </a:lnTo>
                  <a:lnTo>
                    <a:pt x="2316" y="2459"/>
                  </a:lnTo>
                  <a:lnTo>
                    <a:pt x="2282" y="2467"/>
                  </a:lnTo>
                  <a:lnTo>
                    <a:pt x="2246" y="2470"/>
                  </a:lnTo>
                  <a:lnTo>
                    <a:pt x="222" y="2470"/>
                  </a:lnTo>
                  <a:lnTo>
                    <a:pt x="187" y="2467"/>
                  </a:lnTo>
                  <a:lnTo>
                    <a:pt x="152" y="2459"/>
                  </a:lnTo>
                  <a:lnTo>
                    <a:pt x="120" y="2445"/>
                  </a:lnTo>
                  <a:lnTo>
                    <a:pt x="91" y="2427"/>
                  </a:lnTo>
                  <a:lnTo>
                    <a:pt x="66" y="2405"/>
                  </a:lnTo>
                  <a:lnTo>
                    <a:pt x="43" y="2379"/>
                  </a:lnTo>
                  <a:lnTo>
                    <a:pt x="25" y="2350"/>
                  </a:lnTo>
                  <a:lnTo>
                    <a:pt x="11" y="2318"/>
                  </a:lnTo>
                  <a:lnTo>
                    <a:pt x="3" y="2284"/>
                  </a:lnTo>
                  <a:lnTo>
                    <a:pt x="0" y="2247"/>
                  </a:lnTo>
                  <a:lnTo>
                    <a:pt x="0" y="616"/>
                  </a:lnTo>
                  <a:lnTo>
                    <a:pt x="3" y="579"/>
                  </a:lnTo>
                  <a:lnTo>
                    <a:pt x="11" y="545"/>
                  </a:lnTo>
                  <a:lnTo>
                    <a:pt x="25" y="514"/>
                  </a:lnTo>
                  <a:lnTo>
                    <a:pt x="43" y="485"/>
                  </a:lnTo>
                  <a:lnTo>
                    <a:pt x="66" y="458"/>
                  </a:lnTo>
                  <a:lnTo>
                    <a:pt x="91" y="437"/>
                  </a:lnTo>
                  <a:lnTo>
                    <a:pt x="120" y="418"/>
                  </a:lnTo>
                  <a:lnTo>
                    <a:pt x="152" y="405"/>
                  </a:lnTo>
                  <a:lnTo>
                    <a:pt x="187" y="396"/>
                  </a:lnTo>
                  <a:lnTo>
                    <a:pt x="222" y="393"/>
                  </a:lnTo>
                  <a:lnTo>
                    <a:pt x="820" y="393"/>
                  </a:lnTo>
                  <a:lnTo>
                    <a:pt x="864" y="391"/>
                  </a:lnTo>
                  <a:lnTo>
                    <a:pt x="905" y="385"/>
                  </a:lnTo>
                  <a:lnTo>
                    <a:pt x="942" y="376"/>
                  </a:lnTo>
                  <a:lnTo>
                    <a:pt x="977" y="364"/>
                  </a:lnTo>
                  <a:lnTo>
                    <a:pt x="1009" y="348"/>
                  </a:lnTo>
                  <a:lnTo>
                    <a:pt x="1039" y="330"/>
                  </a:lnTo>
                  <a:lnTo>
                    <a:pt x="1066" y="310"/>
                  </a:lnTo>
                  <a:lnTo>
                    <a:pt x="1091" y="290"/>
                  </a:lnTo>
                  <a:lnTo>
                    <a:pt x="1114" y="267"/>
                  </a:lnTo>
                  <a:lnTo>
                    <a:pt x="1136" y="243"/>
                  </a:lnTo>
                  <a:lnTo>
                    <a:pt x="1156" y="220"/>
                  </a:lnTo>
                  <a:lnTo>
                    <a:pt x="1176" y="196"/>
                  </a:lnTo>
                  <a:lnTo>
                    <a:pt x="1193" y="174"/>
                  </a:lnTo>
                  <a:lnTo>
                    <a:pt x="1211" y="151"/>
                  </a:lnTo>
                  <a:lnTo>
                    <a:pt x="1227" y="131"/>
                  </a:lnTo>
                  <a:lnTo>
                    <a:pt x="1244" y="111"/>
                  </a:lnTo>
                  <a:lnTo>
                    <a:pt x="1259" y="93"/>
                  </a:lnTo>
                  <a:lnTo>
                    <a:pt x="1274" y="78"/>
                  </a:lnTo>
                  <a:lnTo>
                    <a:pt x="1298" y="56"/>
                  </a:lnTo>
                  <a:lnTo>
                    <a:pt x="1324" y="36"/>
                  </a:lnTo>
                  <a:lnTo>
                    <a:pt x="1351" y="21"/>
                  </a:lnTo>
                  <a:lnTo>
                    <a:pt x="1380" y="9"/>
                  </a:lnTo>
                  <a:lnTo>
                    <a:pt x="1412" y="2"/>
                  </a:lnTo>
                  <a:lnTo>
                    <a:pt x="14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10" name="Freeform 183">
            <a:extLst>
              <a:ext uri="{FF2B5EF4-FFF2-40B4-BE49-F238E27FC236}">
                <a16:creationId xmlns:a16="http://schemas.microsoft.com/office/drawing/2014/main" id="{22C48D12-8111-4AC9-BEA2-02E1F48C1D6F}"/>
              </a:ext>
            </a:extLst>
          </p:cNvPr>
          <p:cNvSpPr>
            <a:spLocks noEditPoints="1"/>
          </p:cNvSpPr>
          <p:nvPr/>
        </p:nvSpPr>
        <p:spPr bwMode="auto">
          <a:xfrm>
            <a:off x="5711185" y="1719787"/>
            <a:ext cx="310355" cy="309068"/>
          </a:xfrm>
          <a:custGeom>
            <a:avLst/>
            <a:gdLst>
              <a:gd name="T0" fmla="*/ 1624 w 3371"/>
              <a:gd name="T1" fmla="*/ 2309 h 3372"/>
              <a:gd name="T2" fmla="*/ 2885 w 3371"/>
              <a:gd name="T3" fmla="*/ 2207 h 3372"/>
              <a:gd name="T4" fmla="*/ 539 w 3371"/>
              <a:gd name="T5" fmla="*/ 0 h 3372"/>
              <a:gd name="T6" fmla="*/ 599 w 3371"/>
              <a:gd name="T7" fmla="*/ 5 h 3372"/>
              <a:gd name="T8" fmla="*/ 657 w 3371"/>
              <a:gd name="T9" fmla="*/ 30 h 3372"/>
              <a:gd name="T10" fmla="*/ 705 w 3371"/>
              <a:gd name="T11" fmla="*/ 73 h 3372"/>
              <a:gd name="T12" fmla="*/ 2309 w 3371"/>
              <a:gd name="T13" fmla="*/ 1197 h 3372"/>
              <a:gd name="T14" fmla="*/ 2365 w 3371"/>
              <a:gd name="T15" fmla="*/ 1162 h 3372"/>
              <a:gd name="T16" fmla="*/ 2425 w 3371"/>
              <a:gd name="T17" fmla="*/ 1148 h 3372"/>
              <a:gd name="T18" fmla="*/ 2486 w 3371"/>
              <a:gd name="T19" fmla="*/ 1154 h 3372"/>
              <a:gd name="T20" fmla="*/ 2544 w 3371"/>
              <a:gd name="T21" fmla="*/ 1178 h 3372"/>
              <a:gd name="T22" fmla="*/ 2593 w 3371"/>
              <a:gd name="T23" fmla="*/ 1220 h 3372"/>
              <a:gd name="T24" fmla="*/ 3343 w 3371"/>
              <a:gd name="T25" fmla="*/ 2130 h 3372"/>
              <a:gd name="T26" fmla="*/ 3367 w 3371"/>
              <a:gd name="T27" fmla="*/ 2189 h 3372"/>
              <a:gd name="T28" fmla="*/ 3371 w 3371"/>
              <a:gd name="T29" fmla="*/ 2251 h 3372"/>
              <a:gd name="T30" fmla="*/ 3357 w 3371"/>
              <a:gd name="T31" fmla="*/ 2312 h 3372"/>
              <a:gd name="T32" fmla="*/ 3324 w 3371"/>
              <a:gd name="T33" fmla="*/ 2366 h 3372"/>
              <a:gd name="T34" fmla="*/ 2199 w 3371"/>
              <a:gd name="T35" fmla="*/ 3324 h 3372"/>
              <a:gd name="T36" fmla="*/ 2145 w 3371"/>
              <a:gd name="T37" fmla="*/ 3358 h 3372"/>
              <a:gd name="T38" fmla="*/ 2084 w 3371"/>
              <a:gd name="T39" fmla="*/ 3372 h 3372"/>
              <a:gd name="T40" fmla="*/ 2023 w 3371"/>
              <a:gd name="T41" fmla="*/ 3367 h 3372"/>
              <a:gd name="T42" fmla="*/ 1965 w 3371"/>
              <a:gd name="T43" fmla="*/ 3342 h 3372"/>
              <a:gd name="T44" fmla="*/ 1916 w 3371"/>
              <a:gd name="T45" fmla="*/ 3300 h 3372"/>
              <a:gd name="T46" fmla="*/ 1166 w 3371"/>
              <a:gd name="T47" fmla="*/ 2389 h 3372"/>
              <a:gd name="T48" fmla="*/ 1143 w 3371"/>
              <a:gd name="T49" fmla="*/ 2329 h 3372"/>
              <a:gd name="T50" fmla="*/ 1139 w 3371"/>
              <a:gd name="T51" fmla="*/ 2266 h 3372"/>
              <a:gd name="T52" fmla="*/ 1153 w 3371"/>
              <a:gd name="T53" fmla="*/ 2205 h 3372"/>
              <a:gd name="T54" fmla="*/ 1186 w 3371"/>
              <a:gd name="T55" fmla="*/ 2151 h 3372"/>
              <a:gd name="T56" fmla="*/ 1605 w 3371"/>
              <a:gd name="T57" fmla="*/ 1793 h 3372"/>
              <a:gd name="T58" fmla="*/ 765 w 3371"/>
              <a:gd name="T59" fmla="*/ 1180 h 3372"/>
              <a:gd name="T60" fmla="*/ 709 w 3371"/>
              <a:gd name="T61" fmla="*/ 1215 h 3372"/>
              <a:gd name="T62" fmla="*/ 648 w 3371"/>
              <a:gd name="T63" fmla="*/ 1230 h 3372"/>
              <a:gd name="T64" fmla="*/ 588 w 3371"/>
              <a:gd name="T65" fmla="*/ 1223 h 3372"/>
              <a:gd name="T66" fmla="*/ 530 w 3371"/>
              <a:gd name="T67" fmla="*/ 1199 h 3372"/>
              <a:gd name="T68" fmla="*/ 481 w 3371"/>
              <a:gd name="T69" fmla="*/ 1157 h 3372"/>
              <a:gd name="T70" fmla="*/ 447 w 3371"/>
              <a:gd name="T71" fmla="*/ 1100 h 3372"/>
              <a:gd name="T72" fmla="*/ 434 w 3371"/>
              <a:gd name="T73" fmla="*/ 1037 h 3372"/>
              <a:gd name="T74" fmla="*/ 439 w 3371"/>
              <a:gd name="T75" fmla="*/ 975 h 3372"/>
              <a:gd name="T76" fmla="*/ 462 w 3371"/>
              <a:gd name="T77" fmla="*/ 917 h 3372"/>
              <a:gd name="T78" fmla="*/ 505 w 3371"/>
              <a:gd name="T79" fmla="*/ 868 h 3372"/>
              <a:gd name="T80" fmla="*/ 526 w 3371"/>
              <a:gd name="T81" fmla="*/ 493 h 3372"/>
              <a:gd name="T82" fmla="*/ 304 w 3371"/>
              <a:gd name="T83" fmla="*/ 679 h 3372"/>
              <a:gd name="T84" fmla="*/ 246 w 3371"/>
              <a:gd name="T85" fmla="*/ 703 h 3372"/>
              <a:gd name="T86" fmla="*/ 184 w 3371"/>
              <a:gd name="T87" fmla="*/ 707 h 3372"/>
              <a:gd name="T88" fmla="*/ 124 w 3371"/>
              <a:gd name="T89" fmla="*/ 692 h 3372"/>
              <a:gd name="T90" fmla="*/ 70 w 3371"/>
              <a:gd name="T91" fmla="*/ 659 h 3372"/>
              <a:gd name="T92" fmla="*/ 28 w 3371"/>
              <a:gd name="T93" fmla="*/ 607 h 3372"/>
              <a:gd name="T94" fmla="*/ 4 w 3371"/>
              <a:gd name="T95" fmla="*/ 548 h 3372"/>
              <a:gd name="T96" fmla="*/ 0 w 3371"/>
              <a:gd name="T97" fmla="*/ 485 h 3372"/>
              <a:gd name="T98" fmla="*/ 14 w 3371"/>
              <a:gd name="T99" fmla="*/ 423 h 3372"/>
              <a:gd name="T100" fmla="*/ 48 w 3371"/>
              <a:gd name="T101" fmla="*/ 369 h 3372"/>
              <a:gd name="T102" fmla="*/ 421 w 3371"/>
              <a:gd name="T103" fmla="*/ 48 h 3372"/>
              <a:gd name="T104" fmla="*/ 478 w 3371"/>
              <a:gd name="T105" fmla="*/ 15 h 3372"/>
              <a:gd name="T106" fmla="*/ 539 w 3371"/>
              <a:gd name="T107" fmla="*/ 0 h 3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371" h="3372">
                <a:moveTo>
                  <a:pt x="2413" y="1637"/>
                </a:moveTo>
                <a:lnTo>
                  <a:pt x="1624" y="2309"/>
                </a:lnTo>
                <a:lnTo>
                  <a:pt x="2096" y="2879"/>
                </a:lnTo>
                <a:lnTo>
                  <a:pt x="2885" y="2207"/>
                </a:lnTo>
                <a:lnTo>
                  <a:pt x="2413" y="1637"/>
                </a:lnTo>
                <a:close/>
                <a:moveTo>
                  <a:pt x="539" y="0"/>
                </a:moveTo>
                <a:lnTo>
                  <a:pt x="568" y="0"/>
                </a:lnTo>
                <a:lnTo>
                  <a:pt x="599" y="5"/>
                </a:lnTo>
                <a:lnTo>
                  <a:pt x="629" y="16"/>
                </a:lnTo>
                <a:lnTo>
                  <a:pt x="657" y="30"/>
                </a:lnTo>
                <a:lnTo>
                  <a:pt x="682" y="50"/>
                </a:lnTo>
                <a:lnTo>
                  <a:pt x="705" y="73"/>
                </a:lnTo>
                <a:lnTo>
                  <a:pt x="1913" y="1531"/>
                </a:lnTo>
                <a:lnTo>
                  <a:pt x="2309" y="1197"/>
                </a:lnTo>
                <a:lnTo>
                  <a:pt x="2336" y="1177"/>
                </a:lnTo>
                <a:lnTo>
                  <a:pt x="2365" y="1162"/>
                </a:lnTo>
                <a:lnTo>
                  <a:pt x="2395" y="1152"/>
                </a:lnTo>
                <a:lnTo>
                  <a:pt x="2425" y="1148"/>
                </a:lnTo>
                <a:lnTo>
                  <a:pt x="2456" y="1148"/>
                </a:lnTo>
                <a:lnTo>
                  <a:pt x="2486" y="1154"/>
                </a:lnTo>
                <a:lnTo>
                  <a:pt x="2516" y="1164"/>
                </a:lnTo>
                <a:lnTo>
                  <a:pt x="2544" y="1178"/>
                </a:lnTo>
                <a:lnTo>
                  <a:pt x="2570" y="1197"/>
                </a:lnTo>
                <a:lnTo>
                  <a:pt x="2593" y="1220"/>
                </a:lnTo>
                <a:lnTo>
                  <a:pt x="3324" y="2102"/>
                </a:lnTo>
                <a:lnTo>
                  <a:pt x="3343" y="2130"/>
                </a:lnTo>
                <a:lnTo>
                  <a:pt x="3358" y="2159"/>
                </a:lnTo>
                <a:lnTo>
                  <a:pt x="3367" y="2189"/>
                </a:lnTo>
                <a:lnTo>
                  <a:pt x="3371" y="2220"/>
                </a:lnTo>
                <a:lnTo>
                  <a:pt x="3371" y="2251"/>
                </a:lnTo>
                <a:lnTo>
                  <a:pt x="3366" y="2282"/>
                </a:lnTo>
                <a:lnTo>
                  <a:pt x="3357" y="2312"/>
                </a:lnTo>
                <a:lnTo>
                  <a:pt x="3342" y="2340"/>
                </a:lnTo>
                <a:lnTo>
                  <a:pt x="3324" y="2366"/>
                </a:lnTo>
                <a:lnTo>
                  <a:pt x="3300" y="2390"/>
                </a:lnTo>
                <a:lnTo>
                  <a:pt x="2199" y="3324"/>
                </a:lnTo>
                <a:lnTo>
                  <a:pt x="2173" y="3343"/>
                </a:lnTo>
                <a:lnTo>
                  <a:pt x="2145" y="3358"/>
                </a:lnTo>
                <a:lnTo>
                  <a:pt x="2115" y="3368"/>
                </a:lnTo>
                <a:lnTo>
                  <a:pt x="2084" y="3372"/>
                </a:lnTo>
                <a:lnTo>
                  <a:pt x="2053" y="3372"/>
                </a:lnTo>
                <a:lnTo>
                  <a:pt x="2023" y="3367"/>
                </a:lnTo>
                <a:lnTo>
                  <a:pt x="1993" y="3356"/>
                </a:lnTo>
                <a:lnTo>
                  <a:pt x="1965" y="3342"/>
                </a:lnTo>
                <a:lnTo>
                  <a:pt x="1939" y="3322"/>
                </a:lnTo>
                <a:lnTo>
                  <a:pt x="1916" y="3300"/>
                </a:lnTo>
                <a:lnTo>
                  <a:pt x="1186" y="2417"/>
                </a:lnTo>
                <a:lnTo>
                  <a:pt x="1166" y="2389"/>
                </a:lnTo>
                <a:lnTo>
                  <a:pt x="1152" y="2359"/>
                </a:lnTo>
                <a:lnTo>
                  <a:pt x="1143" y="2329"/>
                </a:lnTo>
                <a:lnTo>
                  <a:pt x="1138" y="2298"/>
                </a:lnTo>
                <a:lnTo>
                  <a:pt x="1139" y="2266"/>
                </a:lnTo>
                <a:lnTo>
                  <a:pt x="1144" y="2235"/>
                </a:lnTo>
                <a:lnTo>
                  <a:pt x="1153" y="2205"/>
                </a:lnTo>
                <a:lnTo>
                  <a:pt x="1167" y="2176"/>
                </a:lnTo>
                <a:lnTo>
                  <a:pt x="1186" y="2151"/>
                </a:lnTo>
                <a:lnTo>
                  <a:pt x="1210" y="2127"/>
                </a:lnTo>
                <a:lnTo>
                  <a:pt x="1605" y="1793"/>
                </a:lnTo>
                <a:lnTo>
                  <a:pt x="960" y="1015"/>
                </a:lnTo>
                <a:lnTo>
                  <a:pt x="765" y="1180"/>
                </a:lnTo>
                <a:lnTo>
                  <a:pt x="738" y="1201"/>
                </a:lnTo>
                <a:lnTo>
                  <a:pt x="709" y="1215"/>
                </a:lnTo>
                <a:lnTo>
                  <a:pt x="679" y="1224"/>
                </a:lnTo>
                <a:lnTo>
                  <a:pt x="648" y="1230"/>
                </a:lnTo>
                <a:lnTo>
                  <a:pt x="618" y="1228"/>
                </a:lnTo>
                <a:lnTo>
                  <a:pt x="588" y="1223"/>
                </a:lnTo>
                <a:lnTo>
                  <a:pt x="558" y="1214"/>
                </a:lnTo>
                <a:lnTo>
                  <a:pt x="530" y="1199"/>
                </a:lnTo>
                <a:lnTo>
                  <a:pt x="505" y="1180"/>
                </a:lnTo>
                <a:lnTo>
                  <a:pt x="481" y="1157"/>
                </a:lnTo>
                <a:lnTo>
                  <a:pt x="461" y="1129"/>
                </a:lnTo>
                <a:lnTo>
                  <a:pt x="447" y="1100"/>
                </a:lnTo>
                <a:lnTo>
                  <a:pt x="438" y="1069"/>
                </a:lnTo>
                <a:lnTo>
                  <a:pt x="434" y="1037"/>
                </a:lnTo>
                <a:lnTo>
                  <a:pt x="434" y="1007"/>
                </a:lnTo>
                <a:lnTo>
                  <a:pt x="439" y="975"/>
                </a:lnTo>
                <a:lnTo>
                  <a:pt x="448" y="945"/>
                </a:lnTo>
                <a:lnTo>
                  <a:pt x="462" y="917"/>
                </a:lnTo>
                <a:lnTo>
                  <a:pt x="482" y="891"/>
                </a:lnTo>
                <a:lnTo>
                  <a:pt x="505" y="868"/>
                </a:lnTo>
                <a:lnTo>
                  <a:pt x="701" y="702"/>
                </a:lnTo>
                <a:lnTo>
                  <a:pt x="526" y="493"/>
                </a:lnTo>
                <a:lnTo>
                  <a:pt x="331" y="660"/>
                </a:lnTo>
                <a:lnTo>
                  <a:pt x="304" y="679"/>
                </a:lnTo>
                <a:lnTo>
                  <a:pt x="275" y="693"/>
                </a:lnTo>
                <a:lnTo>
                  <a:pt x="246" y="703"/>
                </a:lnTo>
                <a:lnTo>
                  <a:pt x="215" y="708"/>
                </a:lnTo>
                <a:lnTo>
                  <a:pt x="184" y="707"/>
                </a:lnTo>
                <a:lnTo>
                  <a:pt x="154" y="702"/>
                </a:lnTo>
                <a:lnTo>
                  <a:pt x="124" y="692"/>
                </a:lnTo>
                <a:lnTo>
                  <a:pt x="97" y="677"/>
                </a:lnTo>
                <a:lnTo>
                  <a:pt x="70" y="659"/>
                </a:lnTo>
                <a:lnTo>
                  <a:pt x="47" y="635"/>
                </a:lnTo>
                <a:lnTo>
                  <a:pt x="28" y="607"/>
                </a:lnTo>
                <a:lnTo>
                  <a:pt x="13" y="578"/>
                </a:lnTo>
                <a:lnTo>
                  <a:pt x="4" y="548"/>
                </a:lnTo>
                <a:lnTo>
                  <a:pt x="0" y="516"/>
                </a:lnTo>
                <a:lnTo>
                  <a:pt x="0" y="485"/>
                </a:lnTo>
                <a:lnTo>
                  <a:pt x="5" y="453"/>
                </a:lnTo>
                <a:lnTo>
                  <a:pt x="14" y="423"/>
                </a:lnTo>
                <a:lnTo>
                  <a:pt x="29" y="396"/>
                </a:lnTo>
                <a:lnTo>
                  <a:pt x="48" y="369"/>
                </a:lnTo>
                <a:lnTo>
                  <a:pt x="71" y="346"/>
                </a:lnTo>
                <a:lnTo>
                  <a:pt x="421" y="48"/>
                </a:lnTo>
                <a:lnTo>
                  <a:pt x="449" y="29"/>
                </a:lnTo>
                <a:lnTo>
                  <a:pt x="478" y="15"/>
                </a:lnTo>
                <a:lnTo>
                  <a:pt x="508" y="4"/>
                </a:lnTo>
                <a:lnTo>
                  <a:pt x="539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5E36DCD-456E-4802-A137-1166251756EB}"/>
              </a:ext>
            </a:extLst>
          </p:cNvPr>
          <p:cNvGrpSpPr/>
          <p:nvPr/>
        </p:nvGrpSpPr>
        <p:grpSpPr>
          <a:xfrm>
            <a:off x="6426735" y="1721075"/>
            <a:ext cx="310356" cy="306492"/>
            <a:chOff x="5330825" y="1152526"/>
            <a:chExt cx="382588" cy="3778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2" name="Freeform 188">
              <a:extLst>
                <a:ext uri="{FF2B5EF4-FFF2-40B4-BE49-F238E27FC236}">
                  <a16:creationId xmlns:a16="http://schemas.microsoft.com/office/drawing/2014/main" id="{026D7F18-C4B4-4766-9E91-7FDEBF9D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0825" y="1157288"/>
              <a:ext cx="373063" cy="373063"/>
            </a:xfrm>
            <a:custGeom>
              <a:avLst/>
              <a:gdLst>
                <a:gd name="T0" fmla="*/ 0 w 3289"/>
                <a:gd name="T1" fmla="*/ 0 h 3293"/>
                <a:gd name="T2" fmla="*/ 491 w 3289"/>
                <a:gd name="T3" fmla="*/ 0 h 3293"/>
                <a:gd name="T4" fmla="*/ 491 w 3289"/>
                <a:gd name="T5" fmla="*/ 2803 h 3293"/>
                <a:gd name="T6" fmla="*/ 3289 w 3289"/>
                <a:gd name="T7" fmla="*/ 2803 h 3293"/>
                <a:gd name="T8" fmla="*/ 3289 w 3289"/>
                <a:gd name="T9" fmla="*/ 3293 h 3293"/>
                <a:gd name="T10" fmla="*/ 0 w 3289"/>
                <a:gd name="T11" fmla="*/ 3293 h 3293"/>
                <a:gd name="T12" fmla="*/ 0 w 3289"/>
                <a:gd name="T13" fmla="*/ 0 h 3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9" h="3293">
                  <a:moveTo>
                    <a:pt x="0" y="0"/>
                  </a:moveTo>
                  <a:lnTo>
                    <a:pt x="491" y="0"/>
                  </a:lnTo>
                  <a:lnTo>
                    <a:pt x="491" y="2803"/>
                  </a:lnTo>
                  <a:lnTo>
                    <a:pt x="3289" y="2803"/>
                  </a:lnTo>
                  <a:lnTo>
                    <a:pt x="3289" y="3293"/>
                  </a:lnTo>
                  <a:lnTo>
                    <a:pt x="0" y="32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3" name="Rectangle 189">
              <a:extLst>
                <a:ext uri="{FF2B5EF4-FFF2-40B4-BE49-F238E27FC236}">
                  <a16:creationId xmlns:a16="http://schemas.microsoft.com/office/drawing/2014/main" id="{97DE95E9-43F3-44E7-A0BC-CE771F73D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9725" y="1196976"/>
              <a:ext cx="69850" cy="2524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4" name="Rectangle 190">
              <a:extLst>
                <a:ext uri="{FF2B5EF4-FFF2-40B4-BE49-F238E27FC236}">
                  <a16:creationId xmlns:a16="http://schemas.microsoft.com/office/drawing/2014/main" id="{F7C73D98-C6A7-408B-BCCF-674B61EEE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9263" y="1281113"/>
              <a:ext cx="69850" cy="1635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5" name="Rectangle 191">
              <a:extLst>
                <a:ext uri="{FF2B5EF4-FFF2-40B4-BE49-F238E27FC236}">
                  <a16:creationId xmlns:a16="http://schemas.microsoft.com/office/drawing/2014/main" id="{F44E4E2D-193D-4A20-809C-741AF3575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038" y="1349376"/>
              <a:ext cx="69850" cy="984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6" name="Freeform 192">
              <a:extLst>
                <a:ext uri="{FF2B5EF4-FFF2-40B4-BE49-F238E27FC236}">
                  <a16:creationId xmlns:a16="http://schemas.microsoft.com/office/drawing/2014/main" id="{248855E4-623A-4379-BFDE-18532F5A6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6875" y="1152526"/>
              <a:ext cx="236538" cy="176213"/>
            </a:xfrm>
            <a:custGeom>
              <a:avLst/>
              <a:gdLst>
                <a:gd name="T0" fmla="*/ 81 w 2083"/>
                <a:gd name="T1" fmla="*/ 0 h 1558"/>
                <a:gd name="T2" fmla="*/ 99 w 2083"/>
                <a:gd name="T3" fmla="*/ 0 h 1558"/>
                <a:gd name="T4" fmla="*/ 119 w 2083"/>
                <a:gd name="T5" fmla="*/ 5 h 1558"/>
                <a:gd name="T6" fmla="*/ 136 w 2083"/>
                <a:gd name="T7" fmla="*/ 14 h 1558"/>
                <a:gd name="T8" fmla="*/ 1874 w 2083"/>
                <a:gd name="T9" fmla="*/ 1207 h 1558"/>
                <a:gd name="T10" fmla="*/ 1838 w 2083"/>
                <a:gd name="T11" fmla="*/ 1002 h 1558"/>
                <a:gd name="T12" fmla="*/ 1835 w 2083"/>
                <a:gd name="T13" fmla="*/ 982 h 1558"/>
                <a:gd name="T14" fmla="*/ 1838 w 2083"/>
                <a:gd name="T15" fmla="*/ 962 h 1558"/>
                <a:gd name="T16" fmla="*/ 1845 w 2083"/>
                <a:gd name="T17" fmla="*/ 945 h 1558"/>
                <a:gd name="T18" fmla="*/ 1856 w 2083"/>
                <a:gd name="T19" fmla="*/ 929 h 1558"/>
                <a:gd name="T20" fmla="*/ 1869 w 2083"/>
                <a:gd name="T21" fmla="*/ 916 h 1558"/>
                <a:gd name="T22" fmla="*/ 1887 w 2083"/>
                <a:gd name="T23" fmla="*/ 907 h 1558"/>
                <a:gd name="T24" fmla="*/ 1906 w 2083"/>
                <a:gd name="T25" fmla="*/ 901 h 1558"/>
                <a:gd name="T26" fmla="*/ 1927 w 2083"/>
                <a:gd name="T27" fmla="*/ 899 h 1558"/>
                <a:gd name="T28" fmla="*/ 1945 w 2083"/>
                <a:gd name="T29" fmla="*/ 902 h 1558"/>
                <a:gd name="T30" fmla="*/ 1963 w 2083"/>
                <a:gd name="T31" fmla="*/ 909 h 1558"/>
                <a:gd name="T32" fmla="*/ 1979 w 2083"/>
                <a:gd name="T33" fmla="*/ 919 h 1558"/>
                <a:gd name="T34" fmla="*/ 1991 w 2083"/>
                <a:gd name="T35" fmla="*/ 934 h 1558"/>
                <a:gd name="T36" fmla="*/ 2001 w 2083"/>
                <a:gd name="T37" fmla="*/ 951 h 1558"/>
                <a:gd name="T38" fmla="*/ 2006 w 2083"/>
                <a:gd name="T39" fmla="*/ 970 h 1558"/>
                <a:gd name="T40" fmla="*/ 2081 w 2083"/>
                <a:gd name="T41" fmla="*/ 1367 h 1558"/>
                <a:gd name="T42" fmla="*/ 2083 w 2083"/>
                <a:gd name="T43" fmla="*/ 1391 h 1558"/>
                <a:gd name="T44" fmla="*/ 2079 w 2083"/>
                <a:gd name="T45" fmla="*/ 1413 h 1558"/>
                <a:gd name="T46" fmla="*/ 2071 w 2083"/>
                <a:gd name="T47" fmla="*/ 1432 h 1558"/>
                <a:gd name="T48" fmla="*/ 2059 w 2083"/>
                <a:gd name="T49" fmla="*/ 1450 h 1558"/>
                <a:gd name="T50" fmla="*/ 2043 w 2083"/>
                <a:gd name="T51" fmla="*/ 1465 h 1558"/>
                <a:gd name="T52" fmla="*/ 2025 w 2083"/>
                <a:gd name="T53" fmla="*/ 1476 h 1558"/>
                <a:gd name="T54" fmla="*/ 2003 w 2083"/>
                <a:gd name="T55" fmla="*/ 1482 h 1558"/>
                <a:gd name="T56" fmla="*/ 1603 w 2083"/>
                <a:gd name="T57" fmla="*/ 1556 h 1558"/>
                <a:gd name="T58" fmla="*/ 1584 w 2083"/>
                <a:gd name="T59" fmla="*/ 1558 h 1558"/>
                <a:gd name="T60" fmla="*/ 1565 w 2083"/>
                <a:gd name="T61" fmla="*/ 1555 h 1558"/>
                <a:gd name="T62" fmla="*/ 1547 w 2083"/>
                <a:gd name="T63" fmla="*/ 1548 h 1558"/>
                <a:gd name="T64" fmla="*/ 1532 w 2083"/>
                <a:gd name="T65" fmla="*/ 1536 h 1558"/>
                <a:gd name="T66" fmla="*/ 1519 w 2083"/>
                <a:gd name="T67" fmla="*/ 1523 h 1558"/>
                <a:gd name="T68" fmla="*/ 1509 w 2083"/>
                <a:gd name="T69" fmla="*/ 1506 h 1558"/>
                <a:gd name="T70" fmla="*/ 1503 w 2083"/>
                <a:gd name="T71" fmla="*/ 1487 h 1558"/>
                <a:gd name="T72" fmla="*/ 1502 w 2083"/>
                <a:gd name="T73" fmla="*/ 1467 h 1558"/>
                <a:gd name="T74" fmla="*/ 1505 w 2083"/>
                <a:gd name="T75" fmla="*/ 1448 h 1558"/>
                <a:gd name="T76" fmla="*/ 1512 w 2083"/>
                <a:gd name="T77" fmla="*/ 1430 h 1558"/>
                <a:gd name="T78" fmla="*/ 1523 w 2083"/>
                <a:gd name="T79" fmla="*/ 1415 h 1558"/>
                <a:gd name="T80" fmla="*/ 1537 w 2083"/>
                <a:gd name="T81" fmla="*/ 1402 h 1558"/>
                <a:gd name="T82" fmla="*/ 1553 w 2083"/>
                <a:gd name="T83" fmla="*/ 1392 h 1558"/>
                <a:gd name="T84" fmla="*/ 1573 w 2083"/>
                <a:gd name="T85" fmla="*/ 1387 h 1558"/>
                <a:gd name="T86" fmla="*/ 1776 w 2083"/>
                <a:gd name="T87" fmla="*/ 1350 h 1558"/>
                <a:gd name="T88" fmla="*/ 38 w 2083"/>
                <a:gd name="T89" fmla="*/ 158 h 1558"/>
                <a:gd name="T90" fmla="*/ 23 w 2083"/>
                <a:gd name="T91" fmla="*/ 144 h 1558"/>
                <a:gd name="T92" fmla="*/ 12 w 2083"/>
                <a:gd name="T93" fmla="*/ 129 h 1558"/>
                <a:gd name="T94" fmla="*/ 4 w 2083"/>
                <a:gd name="T95" fmla="*/ 112 h 1558"/>
                <a:gd name="T96" fmla="*/ 0 w 2083"/>
                <a:gd name="T97" fmla="*/ 92 h 1558"/>
                <a:gd name="T98" fmla="*/ 0 w 2083"/>
                <a:gd name="T99" fmla="*/ 74 h 1558"/>
                <a:gd name="T100" fmla="*/ 5 w 2083"/>
                <a:gd name="T101" fmla="*/ 55 h 1558"/>
                <a:gd name="T102" fmla="*/ 15 w 2083"/>
                <a:gd name="T103" fmla="*/ 38 h 1558"/>
                <a:gd name="T104" fmla="*/ 28 w 2083"/>
                <a:gd name="T105" fmla="*/ 23 h 1558"/>
                <a:gd name="T106" fmla="*/ 44 w 2083"/>
                <a:gd name="T107" fmla="*/ 11 h 1558"/>
                <a:gd name="T108" fmla="*/ 62 w 2083"/>
                <a:gd name="T109" fmla="*/ 3 h 1558"/>
                <a:gd name="T110" fmla="*/ 81 w 2083"/>
                <a:gd name="T111" fmla="*/ 0 h 1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83" h="1558">
                  <a:moveTo>
                    <a:pt x="81" y="0"/>
                  </a:moveTo>
                  <a:lnTo>
                    <a:pt x="99" y="0"/>
                  </a:lnTo>
                  <a:lnTo>
                    <a:pt x="119" y="5"/>
                  </a:lnTo>
                  <a:lnTo>
                    <a:pt x="136" y="14"/>
                  </a:lnTo>
                  <a:lnTo>
                    <a:pt x="1874" y="1207"/>
                  </a:lnTo>
                  <a:lnTo>
                    <a:pt x="1838" y="1002"/>
                  </a:lnTo>
                  <a:lnTo>
                    <a:pt x="1835" y="982"/>
                  </a:lnTo>
                  <a:lnTo>
                    <a:pt x="1838" y="962"/>
                  </a:lnTo>
                  <a:lnTo>
                    <a:pt x="1845" y="945"/>
                  </a:lnTo>
                  <a:lnTo>
                    <a:pt x="1856" y="929"/>
                  </a:lnTo>
                  <a:lnTo>
                    <a:pt x="1869" y="916"/>
                  </a:lnTo>
                  <a:lnTo>
                    <a:pt x="1887" y="907"/>
                  </a:lnTo>
                  <a:lnTo>
                    <a:pt x="1906" y="901"/>
                  </a:lnTo>
                  <a:lnTo>
                    <a:pt x="1927" y="899"/>
                  </a:lnTo>
                  <a:lnTo>
                    <a:pt x="1945" y="902"/>
                  </a:lnTo>
                  <a:lnTo>
                    <a:pt x="1963" y="909"/>
                  </a:lnTo>
                  <a:lnTo>
                    <a:pt x="1979" y="919"/>
                  </a:lnTo>
                  <a:lnTo>
                    <a:pt x="1991" y="934"/>
                  </a:lnTo>
                  <a:lnTo>
                    <a:pt x="2001" y="951"/>
                  </a:lnTo>
                  <a:lnTo>
                    <a:pt x="2006" y="970"/>
                  </a:lnTo>
                  <a:lnTo>
                    <a:pt x="2081" y="1367"/>
                  </a:lnTo>
                  <a:lnTo>
                    <a:pt x="2083" y="1391"/>
                  </a:lnTo>
                  <a:lnTo>
                    <a:pt x="2079" y="1413"/>
                  </a:lnTo>
                  <a:lnTo>
                    <a:pt x="2071" y="1432"/>
                  </a:lnTo>
                  <a:lnTo>
                    <a:pt x="2059" y="1450"/>
                  </a:lnTo>
                  <a:lnTo>
                    <a:pt x="2043" y="1465"/>
                  </a:lnTo>
                  <a:lnTo>
                    <a:pt x="2025" y="1476"/>
                  </a:lnTo>
                  <a:lnTo>
                    <a:pt x="2003" y="1482"/>
                  </a:lnTo>
                  <a:lnTo>
                    <a:pt x="1603" y="1556"/>
                  </a:lnTo>
                  <a:lnTo>
                    <a:pt x="1584" y="1558"/>
                  </a:lnTo>
                  <a:lnTo>
                    <a:pt x="1565" y="1555"/>
                  </a:lnTo>
                  <a:lnTo>
                    <a:pt x="1547" y="1548"/>
                  </a:lnTo>
                  <a:lnTo>
                    <a:pt x="1532" y="1536"/>
                  </a:lnTo>
                  <a:lnTo>
                    <a:pt x="1519" y="1523"/>
                  </a:lnTo>
                  <a:lnTo>
                    <a:pt x="1509" y="1506"/>
                  </a:lnTo>
                  <a:lnTo>
                    <a:pt x="1503" y="1487"/>
                  </a:lnTo>
                  <a:lnTo>
                    <a:pt x="1502" y="1467"/>
                  </a:lnTo>
                  <a:lnTo>
                    <a:pt x="1505" y="1448"/>
                  </a:lnTo>
                  <a:lnTo>
                    <a:pt x="1512" y="1430"/>
                  </a:lnTo>
                  <a:lnTo>
                    <a:pt x="1523" y="1415"/>
                  </a:lnTo>
                  <a:lnTo>
                    <a:pt x="1537" y="1402"/>
                  </a:lnTo>
                  <a:lnTo>
                    <a:pt x="1553" y="1392"/>
                  </a:lnTo>
                  <a:lnTo>
                    <a:pt x="1573" y="1387"/>
                  </a:lnTo>
                  <a:lnTo>
                    <a:pt x="1776" y="1350"/>
                  </a:lnTo>
                  <a:lnTo>
                    <a:pt x="38" y="158"/>
                  </a:lnTo>
                  <a:lnTo>
                    <a:pt x="23" y="144"/>
                  </a:lnTo>
                  <a:lnTo>
                    <a:pt x="12" y="129"/>
                  </a:lnTo>
                  <a:lnTo>
                    <a:pt x="4" y="112"/>
                  </a:lnTo>
                  <a:lnTo>
                    <a:pt x="0" y="92"/>
                  </a:lnTo>
                  <a:lnTo>
                    <a:pt x="0" y="74"/>
                  </a:lnTo>
                  <a:lnTo>
                    <a:pt x="5" y="55"/>
                  </a:lnTo>
                  <a:lnTo>
                    <a:pt x="15" y="38"/>
                  </a:lnTo>
                  <a:lnTo>
                    <a:pt x="28" y="23"/>
                  </a:lnTo>
                  <a:lnTo>
                    <a:pt x="44" y="11"/>
                  </a:lnTo>
                  <a:lnTo>
                    <a:pt x="62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8D62957-D68F-4E68-B5A4-DBCA3574C34D}"/>
              </a:ext>
            </a:extLst>
          </p:cNvPr>
          <p:cNvGrpSpPr/>
          <p:nvPr/>
        </p:nvGrpSpPr>
        <p:grpSpPr>
          <a:xfrm>
            <a:off x="7142287" y="1719143"/>
            <a:ext cx="203471" cy="310356"/>
            <a:chOff x="5835650" y="1116013"/>
            <a:chExt cx="25082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18" name="Freeform 197">
              <a:extLst>
                <a:ext uri="{FF2B5EF4-FFF2-40B4-BE49-F238E27FC236}">
                  <a16:creationId xmlns:a16="http://schemas.microsoft.com/office/drawing/2014/main" id="{51AC6019-B7FD-4D86-8C4F-D062AE967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3113" y="1116013"/>
              <a:ext cx="215900" cy="98425"/>
            </a:xfrm>
            <a:custGeom>
              <a:avLst/>
              <a:gdLst>
                <a:gd name="T0" fmla="*/ 0 w 1914"/>
                <a:gd name="T1" fmla="*/ 0 h 868"/>
                <a:gd name="T2" fmla="*/ 1914 w 1914"/>
                <a:gd name="T3" fmla="*/ 0 h 868"/>
                <a:gd name="T4" fmla="*/ 1914 w 1914"/>
                <a:gd name="T5" fmla="*/ 595 h 868"/>
                <a:gd name="T6" fmla="*/ 1911 w 1914"/>
                <a:gd name="T7" fmla="*/ 635 h 868"/>
                <a:gd name="T8" fmla="*/ 1903 w 1914"/>
                <a:gd name="T9" fmla="*/ 674 h 868"/>
                <a:gd name="T10" fmla="*/ 1889 w 1914"/>
                <a:gd name="T11" fmla="*/ 710 h 868"/>
                <a:gd name="T12" fmla="*/ 1870 w 1914"/>
                <a:gd name="T13" fmla="*/ 743 h 868"/>
                <a:gd name="T14" fmla="*/ 1847 w 1914"/>
                <a:gd name="T15" fmla="*/ 773 h 868"/>
                <a:gd name="T16" fmla="*/ 1820 w 1914"/>
                <a:gd name="T17" fmla="*/ 801 h 868"/>
                <a:gd name="T18" fmla="*/ 1790 w 1914"/>
                <a:gd name="T19" fmla="*/ 823 h 868"/>
                <a:gd name="T20" fmla="*/ 1756 w 1914"/>
                <a:gd name="T21" fmla="*/ 843 h 868"/>
                <a:gd name="T22" fmla="*/ 1721 w 1914"/>
                <a:gd name="T23" fmla="*/ 856 h 868"/>
                <a:gd name="T24" fmla="*/ 1682 w 1914"/>
                <a:gd name="T25" fmla="*/ 866 h 868"/>
                <a:gd name="T26" fmla="*/ 1642 w 1914"/>
                <a:gd name="T27" fmla="*/ 868 h 868"/>
                <a:gd name="T28" fmla="*/ 272 w 1914"/>
                <a:gd name="T29" fmla="*/ 868 h 868"/>
                <a:gd name="T30" fmla="*/ 232 w 1914"/>
                <a:gd name="T31" fmla="*/ 866 h 868"/>
                <a:gd name="T32" fmla="*/ 193 w 1914"/>
                <a:gd name="T33" fmla="*/ 856 h 868"/>
                <a:gd name="T34" fmla="*/ 157 w 1914"/>
                <a:gd name="T35" fmla="*/ 843 h 868"/>
                <a:gd name="T36" fmla="*/ 124 w 1914"/>
                <a:gd name="T37" fmla="*/ 824 h 868"/>
                <a:gd name="T38" fmla="*/ 94 w 1914"/>
                <a:gd name="T39" fmla="*/ 802 h 868"/>
                <a:gd name="T40" fmla="*/ 66 w 1914"/>
                <a:gd name="T41" fmla="*/ 775 h 868"/>
                <a:gd name="T42" fmla="*/ 44 w 1914"/>
                <a:gd name="T43" fmla="*/ 744 h 868"/>
                <a:gd name="T44" fmla="*/ 25 w 1914"/>
                <a:gd name="T45" fmla="*/ 711 h 868"/>
                <a:gd name="T46" fmla="*/ 11 w 1914"/>
                <a:gd name="T47" fmla="*/ 675 h 868"/>
                <a:gd name="T48" fmla="*/ 3 w 1914"/>
                <a:gd name="T49" fmla="*/ 636 h 868"/>
                <a:gd name="T50" fmla="*/ 0 w 1914"/>
                <a:gd name="T51" fmla="*/ 595 h 868"/>
                <a:gd name="T52" fmla="*/ 0 w 1914"/>
                <a:gd name="T53" fmla="*/ 0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14" h="868">
                  <a:moveTo>
                    <a:pt x="0" y="0"/>
                  </a:moveTo>
                  <a:lnTo>
                    <a:pt x="1914" y="0"/>
                  </a:lnTo>
                  <a:lnTo>
                    <a:pt x="1914" y="595"/>
                  </a:lnTo>
                  <a:lnTo>
                    <a:pt x="1911" y="635"/>
                  </a:lnTo>
                  <a:lnTo>
                    <a:pt x="1903" y="674"/>
                  </a:lnTo>
                  <a:lnTo>
                    <a:pt x="1889" y="710"/>
                  </a:lnTo>
                  <a:lnTo>
                    <a:pt x="1870" y="743"/>
                  </a:lnTo>
                  <a:lnTo>
                    <a:pt x="1847" y="773"/>
                  </a:lnTo>
                  <a:lnTo>
                    <a:pt x="1820" y="801"/>
                  </a:lnTo>
                  <a:lnTo>
                    <a:pt x="1790" y="823"/>
                  </a:lnTo>
                  <a:lnTo>
                    <a:pt x="1756" y="843"/>
                  </a:lnTo>
                  <a:lnTo>
                    <a:pt x="1721" y="856"/>
                  </a:lnTo>
                  <a:lnTo>
                    <a:pt x="1682" y="866"/>
                  </a:lnTo>
                  <a:lnTo>
                    <a:pt x="1642" y="868"/>
                  </a:lnTo>
                  <a:lnTo>
                    <a:pt x="272" y="868"/>
                  </a:lnTo>
                  <a:lnTo>
                    <a:pt x="232" y="866"/>
                  </a:lnTo>
                  <a:lnTo>
                    <a:pt x="193" y="856"/>
                  </a:lnTo>
                  <a:lnTo>
                    <a:pt x="157" y="843"/>
                  </a:lnTo>
                  <a:lnTo>
                    <a:pt x="124" y="824"/>
                  </a:lnTo>
                  <a:lnTo>
                    <a:pt x="94" y="802"/>
                  </a:lnTo>
                  <a:lnTo>
                    <a:pt x="66" y="775"/>
                  </a:lnTo>
                  <a:lnTo>
                    <a:pt x="44" y="744"/>
                  </a:lnTo>
                  <a:lnTo>
                    <a:pt x="25" y="711"/>
                  </a:lnTo>
                  <a:lnTo>
                    <a:pt x="11" y="675"/>
                  </a:lnTo>
                  <a:lnTo>
                    <a:pt x="3" y="636"/>
                  </a:lnTo>
                  <a:lnTo>
                    <a:pt x="0" y="59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19" name="Freeform 198">
              <a:extLst>
                <a:ext uri="{FF2B5EF4-FFF2-40B4-BE49-F238E27FC236}">
                  <a16:creationId xmlns:a16="http://schemas.microsoft.com/office/drawing/2014/main" id="{040B3F06-1F7A-4244-877E-4DBB9D0D5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650" y="1231901"/>
              <a:ext cx="250825" cy="266700"/>
            </a:xfrm>
            <a:custGeom>
              <a:avLst/>
              <a:gdLst>
                <a:gd name="T0" fmla="*/ 492 w 2210"/>
                <a:gd name="T1" fmla="*/ 0 h 2362"/>
                <a:gd name="T2" fmla="*/ 1718 w 2210"/>
                <a:gd name="T3" fmla="*/ 0 h 2362"/>
                <a:gd name="T4" fmla="*/ 2210 w 2210"/>
                <a:gd name="T5" fmla="*/ 1330 h 2362"/>
                <a:gd name="T6" fmla="*/ 1180 w 2210"/>
                <a:gd name="T7" fmla="*/ 2362 h 2362"/>
                <a:gd name="T8" fmla="*/ 1180 w 2210"/>
                <a:gd name="T9" fmla="*/ 1006 h 2362"/>
                <a:gd name="T10" fmla="*/ 1213 w 2210"/>
                <a:gd name="T11" fmla="*/ 992 h 2362"/>
                <a:gd name="T12" fmla="*/ 1243 w 2210"/>
                <a:gd name="T13" fmla="*/ 975 h 2362"/>
                <a:gd name="T14" fmla="*/ 1272 w 2210"/>
                <a:gd name="T15" fmla="*/ 953 h 2362"/>
                <a:gd name="T16" fmla="*/ 1297 w 2210"/>
                <a:gd name="T17" fmla="*/ 929 h 2362"/>
                <a:gd name="T18" fmla="*/ 1318 w 2210"/>
                <a:gd name="T19" fmla="*/ 900 h 2362"/>
                <a:gd name="T20" fmla="*/ 1336 w 2210"/>
                <a:gd name="T21" fmla="*/ 869 h 2362"/>
                <a:gd name="T22" fmla="*/ 1348 w 2210"/>
                <a:gd name="T23" fmla="*/ 835 h 2362"/>
                <a:gd name="T24" fmla="*/ 1356 w 2210"/>
                <a:gd name="T25" fmla="*/ 799 h 2362"/>
                <a:gd name="T26" fmla="*/ 1359 w 2210"/>
                <a:gd name="T27" fmla="*/ 761 h 2362"/>
                <a:gd name="T28" fmla="*/ 1356 w 2210"/>
                <a:gd name="T29" fmla="*/ 723 h 2362"/>
                <a:gd name="T30" fmla="*/ 1348 w 2210"/>
                <a:gd name="T31" fmla="*/ 687 h 2362"/>
                <a:gd name="T32" fmla="*/ 1336 w 2210"/>
                <a:gd name="T33" fmla="*/ 653 h 2362"/>
                <a:gd name="T34" fmla="*/ 1318 w 2210"/>
                <a:gd name="T35" fmla="*/ 623 h 2362"/>
                <a:gd name="T36" fmla="*/ 1297 w 2210"/>
                <a:gd name="T37" fmla="*/ 594 h 2362"/>
                <a:gd name="T38" fmla="*/ 1271 w 2210"/>
                <a:gd name="T39" fmla="*/ 569 h 2362"/>
                <a:gd name="T40" fmla="*/ 1243 w 2210"/>
                <a:gd name="T41" fmla="*/ 548 h 2362"/>
                <a:gd name="T42" fmla="*/ 1212 w 2210"/>
                <a:gd name="T43" fmla="*/ 530 h 2362"/>
                <a:gd name="T44" fmla="*/ 1178 w 2210"/>
                <a:gd name="T45" fmla="*/ 518 h 2362"/>
                <a:gd name="T46" fmla="*/ 1143 w 2210"/>
                <a:gd name="T47" fmla="*/ 510 h 2362"/>
                <a:gd name="T48" fmla="*/ 1105 w 2210"/>
                <a:gd name="T49" fmla="*/ 507 h 2362"/>
                <a:gd name="T50" fmla="*/ 1067 w 2210"/>
                <a:gd name="T51" fmla="*/ 510 h 2362"/>
                <a:gd name="T52" fmla="*/ 1031 w 2210"/>
                <a:gd name="T53" fmla="*/ 518 h 2362"/>
                <a:gd name="T54" fmla="*/ 997 w 2210"/>
                <a:gd name="T55" fmla="*/ 530 h 2362"/>
                <a:gd name="T56" fmla="*/ 967 w 2210"/>
                <a:gd name="T57" fmla="*/ 548 h 2362"/>
                <a:gd name="T58" fmla="*/ 938 w 2210"/>
                <a:gd name="T59" fmla="*/ 569 h 2362"/>
                <a:gd name="T60" fmla="*/ 913 w 2210"/>
                <a:gd name="T61" fmla="*/ 595 h 2362"/>
                <a:gd name="T62" fmla="*/ 892 w 2210"/>
                <a:gd name="T63" fmla="*/ 624 h 2362"/>
                <a:gd name="T64" fmla="*/ 874 w 2210"/>
                <a:gd name="T65" fmla="*/ 654 h 2362"/>
                <a:gd name="T66" fmla="*/ 862 w 2210"/>
                <a:gd name="T67" fmla="*/ 688 h 2362"/>
                <a:gd name="T68" fmla="*/ 854 w 2210"/>
                <a:gd name="T69" fmla="*/ 724 h 2362"/>
                <a:gd name="T70" fmla="*/ 851 w 2210"/>
                <a:gd name="T71" fmla="*/ 761 h 2362"/>
                <a:gd name="T72" fmla="*/ 854 w 2210"/>
                <a:gd name="T73" fmla="*/ 799 h 2362"/>
                <a:gd name="T74" fmla="*/ 862 w 2210"/>
                <a:gd name="T75" fmla="*/ 835 h 2362"/>
                <a:gd name="T76" fmla="*/ 874 w 2210"/>
                <a:gd name="T77" fmla="*/ 869 h 2362"/>
                <a:gd name="T78" fmla="*/ 891 w 2210"/>
                <a:gd name="T79" fmla="*/ 900 h 2362"/>
                <a:gd name="T80" fmla="*/ 912 w 2210"/>
                <a:gd name="T81" fmla="*/ 929 h 2362"/>
                <a:gd name="T82" fmla="*/ 937 w 2210"/>
                <a:gd name="T83" fmla="*/ 953 h 2362"/>
                <a:gd name="T84" fmla="*/ 966 w 2210"/>
                <a:gd name="T85" fmla="*/ 975 h 2362"/>
                <a:gd name="T86" fmla="*/ 996 w 2210"/>
                <a:gd name="T87" fmla="*/ 992 h 2362"/>
                <a:gd name="T88" fmla="*/ 1030 w 2210"/>
                <a:gd name="T89" fmla="*/ 1006 h 2362"/>
                <a:gd name="T90" fmla="*/ 1030 w 2210"/>
                <a:gd name="T91" fmla="*/ 2362 h 2362"/>
                <a:gd name="T92" fmla="*/ 0 w 2210"/>
                <a:gd name="T93" fmla="*/ 1330 h 2362"/>
                <a:gd name="T94" fmla="*/ 492 w 2210"/>
                <a:gd name="T95" fmla="*/ 0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10" h="2362">
                  <a:moveTo>
                    <a:pt x="492" y="0"/>
                  </a:moveTo>
                  <a:lnTo>
                    <a:pt x="1718" y="0"/>
                  </a:lnTo>
                  <a:lnTo>
                    <a:pt x="2210" y="1330"/>
                  </a:lnTo>
                  <a:lnTo>
                    <a:pt x="1180" y="2362"/>
                  </a:lnTo>
                  <a:lnTo>
                    <a:pt x="1180" y="1006"/>
                  </a:lnTo>
                  <a:lnTo>
                    <a:pt x="1213" y="992"/>
                  </a:lnTo>
                  <a:lnTo>
                    <a:pt x="1243" y="975"/>
                  </a:lnTo>
                  <a:lnTo>
                    <a:pt x="1272" y="953"/>
                  </a:lnTo>
                  <a:lnTo>
                    <a:pt x="1297" y="929"/>
                  </a:lnTo>
                  <a:lnTo>
                    <a:pt x="1318" y="900"/>
                  </a:lnTo>
                  <a:lnTo>
                    <a:pt x="1336" y="869"/>
                  </a:lnTo>
                  <a:lnTo>
                    <a:pt x="1348" y="835"/>
                  </a:lnTo>
                  <a:lnTo>
                    <a:pt x="1356" y="799"/>
                  </a:lnTo>
                  <a:lnTo>
                    <a:pt x="1359" y="761"/>
                  </a:lnTo>
                  <a:lnTo>
                    <a:pt x="1356" y="723"/>
                  </a:lnTo>
                  <a:lnTo>
                    <a:pt x="1348" y="687"/>
                  </a:lnTo>
                  <a:lnTo>
                    <a:pt x="1336" y="653"/>
                  </a:lnTo>
                  <a:lnTo>
                    <a:pt x="1318" y="623"/>
                  </a:lnTo>
                  <a:lnTo>
                    <a:pt x="1297" y="594"/>
                  </a:lnTo>
                  <a:lnTo>
                    <a:pt x="1271" y="569"/>
                  </a:lnTo>
                  <a:lnTo>
                    <a:pt x="1243" y="548"/>
                  </a:lnTo>
                  <a:lnTo>
                    <a:pt x="1212" y="530"/>
                  </a:lnTo>
                  <a:lnTo>
                    <a:pt x="1178" y="518"/>
                  </a:lnTo>
                  <a:lnTo>
                    <a:pt x="1143" y="510"/>
                  </a:lnTo>
                  <a:lnTo>
                    <a:pt x="1105" y="507"/>
                  </a:lnTo>
                  <a:lnTo>
                    <a:pt x="1067" y="510"/>
                  </a:lnTo>
                  <a:lnTo>
                    <a:pt x="1031" y="518"/>
                  </a:lnTo>
                  <a:lnTo>
                    <a:pt x="997" y="530"/>
                  </a:lnTo>
                  <a:lnTo>
                    <a:pt x="967" y="548"/>
                  </a:lnTo>
                  <a:lnTo>
                    <a:pt x="938" y="569"/>
                  </a:lnTo>
                  <a:lnTo>
                    <a:pt x="913" y="595"/>
                  </a:lnTo>
                  <a:lnTo>
                    <a:pt x="892" y="624"/>
                  </a:lnTo>
                  <a:lnTo>
                    <a:pt x="874" y="654"/>
                  </a:lnTo>
                  <a:lnTo>
                    <a:pt x="862" y="688"/>
                  </a:lnTo>
                  <a:lnTo>
                    <a:pt x="854" y="724"/>
                  </a:lnTo>
                  <a:lnTo>
                    <a:pt x="851" y="761"/>
                  </a:lnTo>
                  <a:lnTo>
                    <a:pt x="854" y="799"/>
                  </a:lnTo>
                  <a:lnTo>
                    <a:pt x="862" y="835"/>
                  </a:lnTo>
                  <a:lnTo>
                    <a:pt x="874" y="869"/>
                  </a:lnTo>
                  <a:lnTo>
                    <a:pt x="891" y="900"/>
                  </a:lnTo>
                  <a:lnTo>
                    <a:pt x="912" y="929"/>
                  </a:lnTo>
                  <a:lnTo>
                    <a:pt x="937" y="953"/>
                  </a:lnTo>
                  <a:lnTo>
                    <a:pt x="966" y="975"/>
                  </a:lnTo>
                  <a:lnTo>
                    <a:pt x="996" y="992"/>
                  </a:lnTo>
                  <a:lnTo>
                    <a:pt x="1030" y="1006"/>
                  </a:lnTo>
                  <a:lnTo>
                    <a:pt x="1030" y="2362"/>
                  </a:lnTo>
                  <a:lnTo>
                    <a:pt x="0" y="1330"/>
                  </a:lnTo>
                  <a:lnTo>
                    <a:pt x="4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D19F0D9-EB66-44E4-A604-5B4171F464E3}"/>
              </a:ext>
            </a:extLst>
          </p:cNvPr>
          <p:cNvGrpSpPr/>
          <p:nvPr/>
        </p:nvGrpSpPr>
        <p:grpSpPr>
          <a:xfrm>
            <a:off x="7750954" y="1720431"/>
            <a:ext cx="311644" cy="307780"/>
            <a:chOff x="6388100" y="1227138"/>
            <a:chExt cx="384176" cy="37941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1" name="Freeform 203">
              <a:extLst>
                <a:ext uri="{FF2B5EF4-FFF2-40B4-BE49-F238E27FC236}">
                  <a16:creationId xmlns:a16="http://schemas.microsoft.com/office/drawing/2014/main" id="{EA513975-C1B8-4F1E-A4E6-2234F07E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7650" y="1227138"/>
              <a:ext cx="153988" cy="138113"/>
            </a:xfrm>
            <a:custGeom>
              <a:avLst/>
              <a:gdLst>
                <a:gd name="T0" fmla="*/ 0 w 1353"/>
                <a:gd name="T1" fmla="*/ 0 h 1221"/>
                <a:gd name="T2" fmla="*/ 104 w 1353"/>
                <a:gd name="T3" fmla="*/ 12 h 1221"/>
                <a:gd name="T4" fmla="*/ 205 w 1353"/>
                <a:gd name="T5" fmla="*/ 31 h 1221"/>
                <a:gd name="T6" fmla="*/ 304 w 1353"/>
                <a:gd name="T7" fmla="*/ 55 h 1221"/>
                <a:gd name="T8" fmla="*/ 400 w 1353"/>
                <a:gd name="T9" fmla="*/ 86 h 1221"/>
                <a:gd name="T10" fmla="*/ 494 w 1353"/>
                <a:gd name="T11" fmla="*/ 121 h 1221"/>
                <a:gd name="T12" fmla="*/ 586 w 1353"/>
                <a:gd name="T13" fmla="*/ 162 h 1221"/>
                <a:gd name="T14" fmla="*/ 674 w 1353"/>
                <a:gd name="T15" fmla="*/ 208 h 1221"/>
                <a:gd name="T16" fmla="*/ 759 w 1353"/>
                <a:gd name="T17" fmla="*/ 259 h 1221"/>
                <a:gd name="T18" fmla="*/ 841 w 1353"/>
                <a:gd name="T19" fmla="*/ 314 h 1221"/>
                <a:gd name="T20" fmla="*/ 919 w 1353"/>
                <a:gd name="T21" fmla="*/ 374 h 1221"/>
                <a:gd name="T22" fmla="*/ 993 w 1353"/>
                <a:gd name="T23" fmla="*/ 439 h 1221"/>
                <a:gd name="T24" fmla="*/ 1064 w 1353"/>
                <a:gd name="T25" fmla="*/ 507 h 1221"/>
                <a:gd name="T26" fmla="*/ 1130 w 1353"/>
                <a:gd name="T27" fmla="*/ 580 h 1221"/>
                <a:gd name="T28" fmla="*/ 1193 w 1353"/>
                <a:gd name="T29" fmla="*/ 656 h 1221"/>
                <a:gd name="T30" fmla="*/ 1251 w 1353"/>
                <a:gd name="T31" fmla="*/ 735 h 1221"/>
                <a:gd name="T32" fmla="*/ 1304 w 1353"/>
                <a:gd name="T33" fmla="*/ 819 h 1221"/>
                <a:gd name="T34" fmla="*/ 1353 w 1353"/>
                <a:gd name="T35" fmla="*/ 905 h 1221"/>
                <a:gd name="T36" fmla="*/ 567 w 1353"/>
                <a:gd name="T37" fmla="*/ 1221 h 1221"/>
                <a:gd name="T38" fmla="*/ 527 w 1353"/>
                <a:gd name="T39" fmla="*/ 1164 h 1221"/>
                <a:gd name="T40" fmla="*/ 483 w 1353"/>
                <a:gd name="T41" fmla="*/ 1111 h 1221"/>
                <a:gd name="T42" fmla="*/ 434 w 1353"/>
                <a:gd name="T43" fmla="*/ 1061 h 1221"/>
                <a:gd name="T44" fmla="*/ 382 w 1353"/>
                <a:gd name="T45" fmla="*/ 1016 h 1221"/>
                <a:gd name="T46" fmla="*/ 326 w 1353"/>
                <a:gd name="T47" fmla="*/ 975 h 1221"/>
                <a:gd name="T48" fmla="*/ 267 w 1353"/>
                <a:gd name="T49" fmla="*/ 939 h 1221"/>
                <a:gd name="T50" fmla="*/ 204 w 1353"/>
                <a:gd name="T51" fmla="*/ 907 h 1221"/>
                <a:gd name="T52" fmla="*/ 139 w 1353"/>
                <a:gd name="T53" fmla="*/ 879 h 1221"/>
                <a:gd name="T54" fmla="*/ 71 w 1353"/>
                <a:gd name="T55" fmla="*/ 858 h 1221"/>
                <a:gd name="T56" fmla="*/ 0 w 1353"/>
                <a:gd name="T57" fmla="*/ 842 h 1221"/>
                <a:gd name="T58" fmla="*/ 0 w 1353"/>
                <a:gd name="T59" fmla="*/ 0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53" h="1221">
                  <a:moveTo>
                    <a:pt x="0" y="0"/>
                  </a:moveTo>
                  <a:lnTo>
                    <a:pt x="104" y="12"/>
                  </a:lnTo>
                  <a:lnTo>
                    <a:pt x="205" y="31"/>
                  </a:lnTo>
                  <a:lnTo>
                    <a:pt x="304" y="55"/>
                  </a:lnTo>
                  <a:lnTo>
                    <a:pt x="400" y="86"/>
                  </a:lnTo>
                  <a:lnTo>
                    <a:pt x="494" y="121"/>
                  </a:lnTo>
                  <a:lnTo>
                    <a:pt x="586" y="162"/>
                  </a:lnTo>
                  <a:lnTo>
                    <a:pt x="674" y="208"/>
                  </a:lnTo>
                  <a:lnTo>
                    <a:pt x="759" y="259"/>
                  </a:lnTo>
                  <a:lnTo>
                    <a:pt x="841" y="314"/>
                  </a:lnTo>
                  <a:lnTo>
                    <a:pt x="919" y="374"/>
                  </a:lnTo>
                  <a:lnTo>
                    <a:pt x="993" y="439"/>
                  </a:lnTo>
                  <a:lnTo>
                    <a:pt x="1064" y="507"/>
                  </a:lnTo>
                  <a:lnTo>
                    <a:pt x="1130" y="580"/>
                  </a:lnTo>
                  <a:lnTo>
                    <a:pt x="1193" y="656"/>
                  </a:lnTo>
                  <a:lnTo>
                    <a:pt x="1251" y="735"/>
                  </a:lnTo>
                  <a:lnTo>
                    <a:pt x="1304" y="819"/>
                  </a:lnTo>
                  <a:lnTo>
                    <a:pt x="1353" y="905"/>
                  </a:lnTo>
                  <a:lnTo>
                    <a:pt x="567" y="1221"/>
                  </a:lnTo>
                  <a:lnTo>
                    <a:pt x="527" y="1164"/>
                  </a:lnTo>
                  <a:lnTo>
                    <a:pt x="483" y="1111"/>
                  </a:lnTo>
                  <a:lnTo>
                    <a:pt x="434" y="1061"/>
                  </a:lnTo>
                  <a:lnTo>
                    <a:pt x="382" y="1016"/>
                  </a:lnTo>
                  <a:lnTo>
                    <a:pt x="326" y="975"/>
                  </a:lnTo>
                  <a:lnTo>
                    <a:pt x="267" y="939"/>
                  </a:lnTo>
                  <a:lnTo>
                    <a:pt x="204" y="907"/>
                  </a:lnTo>
                  <a:lnTo>
                    <a:pt x="139" y="879"/>
                  </a:lnTo>
                  <a:lnTo>
                    <a:pt x="71" y="858"/>
                  </a:lnTo>
                  <a:lnTo>
                    <a:pt x="0" y="8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="1"/>
            </a:p>
          </p:txBody>
        </p:sp>
        <p:sp>
          <p:nvSpPr>
            <p:cNvPr id="122" name="Freeform 204">
              <a:extLst>
                <a:ext uri="{FF2B5EF4-FFF2-40B4-BE49-F238E27FC236}">
                  <a16:creationId xmlns:a16="http://schemas.microsoft.com/office/drawing/2014/main" id="{E01F70BD-6779-490E-AA36-715767F28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8100" y="1227138"/>
              <a:ext cx="174625" cy="303213"/>
            </a:xfrm>
            <a:custGeom>
              <a:avLst/>
              <a:gdLst>
                <a:gd name="T0" fmla="*/ 1538 w 1538"/>
                <a:gd name="T1" fmla="*/ 0 h 2682"/>
                <a:gd name="T2" fmla="*/ 1538 w 1538"/>
                <a:gd name="T3" fmla="*/ 845 h 2682"/>
                <a:gd name="T4" fmla="*/ 1469 w 1538"/>
                <a:gd name="T5" fmla="*/ 860 h 2682"/>
                <a:gd name="T6" fmla="*/ 1402 w 1538"/>
                <a:gd name="T7" fmla="*/ 880 h 2682"/>
                <a:gd name="T8" fmla="*/ 1338 w 1538"/>
                <a:gd name="T9" fmla="*/ 907 h 2682"/>
                <a:gd name="T10" fmla="*/ 1277 w 1538"/>
                <a:gd name="T11" fmla="*/ 938 h 2682"/>
                <a:gd name="T12" fmla="*/ 1218 w 1538"/>
                <a:gd name="T13" fmla="*/ 974 h 2682"/>
                <a:gd name="T14" fmla="*/ 1162 w 1538"/>
                <a:gd name="T15" fmla="*/ 1013 h 2682"/>
                <a:gd name="T16" fmla="*/ 1110 w 1538"/>
                <a:gd name="T17" fmla="*/ 1057 h 2682"/>
                <a:gd name="T18" fmla="*/ 1062 w 1538"/>
                <a:gd name="T19" fmla="*/ 1106 h 2682"/>
                <a:gd name="T20" fmla="*/ 1018 w 1538"/>
                <a:gd name="T21" fmla="*/ 1158 h 2682"/>
                <a:gd name="T22" fmla="*/ 978 w 1538"/>
                <a:gd name="T23" fmla="*/ 1214 h 2682"/>
                <a:gd name="T24" fmla="*/ 943 w 1538"/>
                <a:gd name="T25" fmla="*/ 1272 h 2682"/>
                <a:gd name="T26" fmla="*/ 912 w 1538"/>
                <a:gd name="T27" fmla="*/ 1333 h 2682"/>
                <a:gd name="T28" fmla="*/ 886 w 1538"/>
                <a:gd name="T29" fmla="*/ 1398 h 2682"/>
                <a:gd name="T30" fmla="*/ 866 w 1538"/>
                <a:gd name="T31" fmla="*/ 1464 h 2682"/>
                <a:gd name="T32" fmla="*/ 851 w 1538"/>
                <a:gd name="T33" fmla="*/ 1534 h 2682"/>
                <a:gd name="T34" fmla="*/ 842 w 1538"/>
                <a:gd name="T35" fmla="*/ 1604 h 2682"/>
                <a:gd name="T36" fmla="*/ 839 w 1538"/>
                <a:gd name="T37" fmla="*/ 1677 h 2682"/>
                <a:gd name="T38" fmla="*/ 842 w 1538"/>
                <a:gd name="T39" fmla="*/ 1745 h 2682"/>
                <a:gd name="T40" fmla="*/ 850 w 1538"/>
                <a:gd name="T41" fmla="*/ 1813 h 2682"/>
                <a:gd name="T42" fmla="*/ 865 w 1538"/>
                <a:gd name="T43" fmla="*/ 1878 h 2682"/>
                <a:gd name="T44" fmla="*/ 883 w 1538"/>
                <a:gd name="T45" fmla="*/ 1942 h 2682"/>
                <a:gd name="T46" fmla="*/ 906 w 1538"/>
                <a:gd name="T47" fmla="*/ 2003 h 2682"/>
                <a:gd name="T48" fmla="*/ 934 w 1538"/>
                <a:gd name="T49" fmla="*/ 2063 h 2682"/>
                <a:gd name="T50" fmla="*/ 966 w 1538"/>
                <a:gd name="T51" fmla="*/ 2121 h 2682"/>
                <a:gd name="T52" fmla="*/ 334 w 1538"/>
                <a:gd name="T53" fmla="*/ 2682 h 2682"/>
                <a:gd name="T54" fmla="*/ 279 w 1538"/>
                <a:gd name="T55" fmla="*/ 2603 h 2682"/>
                <a:gd name="T56" fmla="*/ 227 w 1538"/>
                <a:gd name="T57" fmla="*/ 2523 h 2682"/>
                <a:gd name="T58" fmla="*/ 182 w 1538"/>
                <a:gd name="T59" fmla="*/ 2438 h 2682"/>
                <a:gd name="T60" fmla="*/ 141 w 1538"/>
                <a:gd name="T61" fmla="*/ 2351 h 2682"/>
                <a:gd name="T62" fmla="*/ 105 w 1538"/>
                <a:gd name="T63" fmla="*/ 2262 h 2682"/>
                <a:gd name="T64" fmla="*/ 73 w 1538"/>
                <a:gd name="T65" fmla="*/ 2169 h 2682"/>
                <a:gd name="T66" fmla="*/ 47 w 1538"/>
                <a:gd name="T67" fmla="*/ 2075 h 2682"/>
                <a:gd name="T68" fmla="*/ 27 w 1538"/>
                <a:gd name="T69" fmla="*/ 1979 h 2682"/>
                <a:gd name="T70" fmla="*/ 12 w 1538"/>
                <a:gd name="T71" fmla="*/ 1879 h 2682"/>
                <a:gd name="T72" fmla="*/ 3 w 1538"/>
                <a:gd name="T73" fmla="*/ 1779 h 2682"/>
                <a:gd name="T74" fmla="*/ 0 w 1538"/>
                <a:gd name="T75" fmla="*/ 1677 h 2682"/>
                <a:gd name="T76" fmla="*/ 3 w 1538"/>
                <a:gd name="T77" fmla="*/ 1573 h 2682"/>
                <a:gd name="T78" fmla="*/ 13 w 1538"/>
                <a:gd name="T79" fmla="*/ 1469 h 2682"/>
                <a:gd name="T80" fmla="*/ 29 w 1538"/>
                <a:gd name="T81" fmla="*/ 1369 h 2682"/>
                <a:gd name="T82" fmla="*/ 50 w 1538"/>
                <a:gd name="T83" fmla="*/ 1270 h 2682"/>
                <a:gd name="T84" fmla="*/ 77 w 1538"/>
                <a:gd name="T85" fmla="*/ 1173 h 2682"/>
                <a:gd name="T86" fmla="*/ 110 w 1538"/>
                <a:gd name="T87" fmla="*/ 1079 h 2682"/>
                <a:gd name="T88" fmla="*/ 148 w 1538"/>
                <a:gd name="T89" fmla="*/ 987 h 2682"/>
                <a:gd name="T90" fmla="*/ 192 w 1538"/>
                <a:gd name="T91" fmla="*/ 899 h 2682"/>
                <a:gd name="T92" fmla="*/ 241 w 1538"/>
                <a:gd name="T93" fmla="*/ 813 h 2682"/>
                <a:gd name="T94" fmla="*/ 293 w 1538"/>
                <a:gd name="T95" fmla="*/ 730 h 2682"/>
                <a:gd name="T96" fmla="*/ 352 w 1538"/>
                <a:gd name="T97" fmla="*/ 650 h 2682"/>
                <a:gd name="T98" fmla="*/ 414 w 1538"/>
                <a:gd name="T99" fmla="*/ 575 h 2682"/>
                <a:gd name="T100" fmla="*/ 481 w 1538"/>
                <a:gd name="T101" fmla="*/ 503 h 2682"/>
                <a:gd name="T102" fmla="*/ 551 w 1538"/>
                <a:gd name="T103" fmla="*/ 435 h 2682"/>
                <a:gd name="T104" fmla="*/ 625 w 1538"/>
                <a:gd name="T105" fmla="*/ 371 h 2682"/>
                <a:gd name="T106" fmla="*/ 703 w 1538"/>
                <a:gd name="T107" fmla="*/ 312 h 2682"/>
                <a:gd name="T108" fmla="*/ 784 w 1538"/>
                <a:gd name="T109" fmla="*/ 257 h 2682"/>
                <a:gd name="T110" fmla="*/ 869 w 1538"/>
                <a:gd name="T111" fmla="*/ 206 h 2682"/>
                <a:gd name="T112" fmla="*/ 957 w 1538"/>
                <a:gd name="T113" fmla="*/ 161 h 2682"/>
                <a:gd name="T114" fmla="*/ 1048 w 1538"/>
                <a:gd name="T115" fmla="*/ 120 h 2682"/>
                <a:gd name="T116" fmla="*/ 1142 w 1538"/>
                <a:gd name="T117" fmla="*/ 85 h 2682"/>
                <a:gd name="T118" fmla="*/ 1237 w 1538"/>
                <a:gd name="T119" fmla="*/ 55 h 2682"/>
                <a:gd name="T120" fmla="*/ 1335 w 1538"/>
                <a:gd name="T121" fmla="*/ 31 h 2682"/>
                <a:gd name="T122" fmla="*/ 1436 w 1538"/>
                <a:gd name="T123" fmla="*/ 12 h 2682"/>
                <a:gd name="T124" fmla="*/ 1538 w 1538"/>
                <a:gd name="T125" fmla="*/ 0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8" h="2682">
                  <a:moveTo>
                    <a:pt x="1538" y="0"/>
                  </a:moveTo>
                  <a:lnTo>
                    <a:pt x="1538" y="845"/>
                  </a:lnTo>
                  <a:lnTo>
                    <a:pt x="1469" y="860"/>
                  </a:lnTo>
                  <a:lnTo>
                    <a:pt x="1402" y="880"/>
                  </a:lnTo>
                  <a:lnTo>
                    <a:pt x="1338" y="907"/>
                  </a:lnTo>
                  <a:lnTo>
                    <a:pt x="1277" y="938"/>
                  </a:lnTo>
                  <a:lnTo>
                    <a:pt x="1218" y="974"/>
                  </a:lnTo>
                  <a:lnTo>
                    <a:pt x="1162" y="1013"/>
                  </a:lnTo>
                  <a:lnTo>
                    <a:pt x="1110" y="1057"/>
                  </a:lnTo>
                  <a:lnTo>
                    <a:pt x="1062" y="1106"/>
                  </a:lnTo>
                  <a:lnTo>
                    <a:pt x="1018" y="1158"/>
                  </a:lnTo>
                  <a:lnTo>
                    <a:pt x="978" y="1214"/>
                  </a:lnTo>
                  <a:lnTo>
                    <a:pt x="943" y="1272"/>
                  </a:lnTo>
                  <a:lnTo>
                    <a:pt x="912" y="1333"/>
                  </a:lnTo>
                  <a:lnTo>
                    <a:pt x="886" y="1398"/>
                  </a:lnTo>
                  <a:lnTo>
                    <a:pt x="866" y="1464"/>
                  </a:lnTo>
                  <a:lnTo>
                    <a:pt x="851" y="1534"/>
                  </a:lnTo>
                  <a:lnTo>
                    <a:pt x="842" y="1604"/>
                  </a:lnTo>
                  <a:lnTo>
                    <a:pt x="839" y="1677"/>
                  </a:lnTo>
                  <a:lnTo>
                    <a:pt x="842" y="1745"/>
                  </a:lnTo>
                  <a:lnTo>
                    <a:pt x="850" y="1813"/>
                  </a:lnTo>
                  <a:lnTo>
                    <a:pt x="865" y="1878"/>
                  </a:lnTo>
                  <a:lnTo>
                    <a:pt x="883" y="1942"/>
                  </a:lnTo>
                  <a:lnTo>
                    <a:pt x="906" y="2003"/>
                  </a:lnTo>
                  <a:lnTo>
                    <a:pt x="934" y="2063"/>
                  </a:lnTo>
                  <a:lnTo>
                    <a:pt x="966" y="2121"/>
                  </a:lnTo>
                  <a:lnTo>
                    <a:pt x="334" y="2682"/>
                  </a:lnTo>
                  <a:lnTo>
                    <a:pt x="279" y="2603"/>
                  </a:lnTo>
                  <a:lnTo>
                    <a:pt x="227" y="2523"/>
                  </a:lnTo>
                  <a:lnTo>
                    <a:pt x="182" y="2438"/>
                  </a:lnTo>
                  <a:lnTo>
                    <a:pt x="141" y="2351"/>
                  </a:lnTo>
                  <a:lnTo>
                    <a:pt x="105" y="2262"/>
                  </a:lnTo>
                  <a:lnTo>
                    <a:pt x="73" y="2169"/>
                  </a:lnTo>
                  <a:lnTo>
                    <a:pt x="47" y="2075"/>
                  </a:lnTo>
                  <a:lnTo>
                    <a:pt x="27" y="1979"/>
                  </a:lnTo>
                  <a:lnTo>
                    <a:pt x="12" y="1879"/>
                  </a:lnTo>
                  <a:lnTo>
                    <a:pt x="3" y="1779"/>
                  </a:lnTo>
                  <a:lnTo>
                    <a:pt x="0" y="1677"/>
                  </a:lnTo>
                  <a:lnTo>
                    <a:pt x="3" y="1573"/>
                  </a:lnTo>
                  <a:lnTo>
                    <a:pt x="13" y="1469"/>
                  </a:lnTo>
                  <a:lnTo>
                    <a:pt x="29" y="1369"/>
                  </a:lnTo>
                  <a:lnTo>
                    <a:pt x="50" y="1270"/>
                  </a:lnTo>
                  <a:lnTo>
                    <a:pt x="77" y="1173"/>
                  </a:lnTo>
                  <a:lnTo>
                    <a:pt x="110" y="1079"/>
                  </a:lnTo>
                  <a:lnTo>
                    <a:pt x="148" y="987"/>
                  </a:lnTo>
                  <a:lnTo>
                    <a:pt x="192" y="899"/>
                  </a:lnTo>
                  <a:lnTo>
                    <a:pt x="241" y="813"/>
                  </a:lnTo>
                  <a:lnTo>
                    <a:pt x="293" y="730"/>
                  </a:lnTo>
                  <a:lnTo>
                    <a:pt x="352" y="650"/>
                  </a:lnTo>
                  <a:lnTo>
                    <a:pt x="414" y="575"/>
                  </a:lnTo>
                  <a:lnTo>
                    <a:pt x="481" y="503"/>
                  </a:lnTo>
                  <a:lnTo>
                    <a:pt x="551" y="435"/>
                  </a:lnTo>
                  <a:lnTo>
                    <a:pt x="625" y="371"/>
                  </a:lnTo>
                  <a:lnTo>
                    <a:pt x="703" y="312"/>
                  </a:lnTo>
                  <a:lnTo>
                    <a:pt x="784" y="257"/>
                  </a:lnTo>
                  <a:lnTo>
                    <a:pt x="869" y="206"/>
                  </a:lnTo>
                  <a:lnTo>
                    <a:pt x="957" y="161"/>
                  </a:lnTo>
                  <a:lnTo>
                    <a:pt x="1048" y="120"/>
                  </a:lnTo>
                  <a:lnTo>
                    <a:pt x="1142" y="85"/>
                  </a:lnTo>
                  <a:lnTo>
                    <a:pt x="1237" y="55"/>
                  </a:lnTo>
                  <a:lnTo>
                    <a:pt x="1335" y="31"/>
                  </a:lnTo>
                  <a:lnTo>
                    <a:pt x="1436" y="12"/>
                  </a:lnTo>
                  <a:lnTo>
                    <a:pt x="15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="1"/>
            </a:p>
          </p:txBody>
        </p:sp>
        <p:sp>
          <p:nvSpPr>
            <p:cNvPr id="123" name="Freeform 205">
              <a:extLst>
                <a:ext uri="{FF2B5EF4-FFF2-40B4-BE49-F238E27FC236}">
                  <a16:creationId xmlns:a16="http://schemas.microsoft.com/office/drawing/2014/main" id="{1D84C804-77F0-4058-8473-F52AAFAD3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1360488"/>
              <a:ext cx="322263" cy="246063"/>
            </a:xfrm>
            <a:custGeom>
              <a:avLst/>
              <a:gdLst>
                <a:gd name="T0" fmla="*/ 2802 w 2848"/>
                <a:gd name="T1" fmla="*/ 94 h 2170"/>
                <a:gd name="T2" fmla="*/ 2837 w 2848"/>
                <a:gd name="T3" fmla="*/ 288 h 2170"/>
                <a:gd name="T4" fmla="*/ 2848 w 2848"/>
                <a:gd name="T5" fmla="*/ 487 h 2170"/>
                <a:gd name="T6" fmla="*/ 2836 w 2848"/>
                <a:gd name="T7" fmla="*/ 690 h 2170"/>
                <a:gd name="T8" fmla="*/ 2800 w 2848"/>
                <a:gd name="T9" fmla="*/ 887 h 2170"/>
                <a:gd name="T10" fmla="*/ 2742 w 2848"/>
                <a:gd name="T11" fmla="*/ 1074 h 2170"/>
                <a:gd name="T12" fmla="*/ 2664 w 2848"/>
                <a:gd name="T13" fmla="*/ 1252 h 2170"/>
                <a:gd name="T14" fmla="*/ 2566 w 2848"/>
                <a:gd name="T15" fmla="*/ 1417 h 2170"/>
                <a:gd name="T16" fmla="*/ 2450 w 2848"/>
                <a:gd name="T17" fmla="*/ 1571 h 2170"/>
                <a:gd name="T18" fmla="*/ 2318 w 2848"/>
                <a:gd name="T19" fmla="*/ 1710 h 2170"/>
                <a:gd name="T20" fmla="*/ 2170 w 2848"/>
                <a:gd name="T21" fmla="*/ 1833 h 2170"/>
                <a:gd name="T22" fmla="*/ 2009 w 2848"/>
                <a:gd name="T23" fmla="*/ 1940 h 2170"/>
                <a:gd name="T24" fmla="*/ 1836 w 2848"/>
                <a:gd name="T25" fmla="*/ 2028 h 2170"/>
                <a:gd name="T26" fmla="*/ 1652 w 2848"/>
                <a:gd name="T27" fmla="*/ 2095 h 2170"/>
                <a:gd name="T28" fmla="*/ 1458 w 2848"/>
                <a:gd name="T29" fmla="*/ 2142 h 2170"/>
                <a:gd name="T30" fmla="*/ 1257 w 2848"/>
                <a:gd name="T31" fmla="*/ 2167 h 2170"/>
                <a:gd name="T32" fmla="*/ 1052 w 2848"/>
                <a:gd name="T33" fmla="*/ 2167 h 2170"/>
                <a:gd name="T34" fmla="*/ 853 w 2848"/>
                <a:gd name="T35" fmla="*/ 2143 h 2170"/>
                <a:gd name="T36" fmla="*/ 661 w 2848"/>
                <a:gd name="T37" fmla="*/ 2097 h 2170"/>
                <a:gd name="T38" fmla="*/ 479 w 2848"/>
                <a:gd name="T39" fmla="*/ 2031 h 2170"/>
                <a:gd name="T40" fmla="*/ 307 w 2848"/>
                <a:gd name="T41" fmla="*/ 1944 h 2170"/>
                <a:gd name="T42" fmla="*/ 148 w 2848"/>
                <a:gd name="T43" fmla="*/ 1840 h 2170"/>
                <a:gd name="T44" fmla="*/ 0 w 2848"/>
                <a:gd name="T45" fmla="*/ 1718 h 2170"/>
                <a:gd name="T46" fmla="*/ 688 w 2848"/>
                <a:gd name="T47" fmla="*/ 1197 h 2170"/>
                <a:gd name="T48" fmla="*/ 809 w 2848"/>
                <a:gd name="T49" fmla="*/ 1263 h 2170"/>
                <a:gd name="T50" fmla="*/ 940 w 2848"/>
                <a:gd name="T51" fmla="*/ 1309 h 2170"/>
                <a:gd name="T52" fmla="*/ 1080 w 2848"/>
                <a:gd name="T53" fmla="*/ 1333 h 2170"/>
                <a:gd name="T54" fmla="*/ 1228 w 2848"/>
                <a:gd name="T55" fmla="*/ 1333 h 2170"/>
                <a:gd name="T56" fmla="*/ 1371 w 2848"/>
                <a:gd name="T57" fmla="*/ 1309 h 2170"/>
                <a:gd name="T58" fmla="*/ 1503 w 2848"/>
                <a:gd name="T59" fmla="*/ 1262 h 2170"/>
                <a:gd name="T60" fmla="*/ 1625 w 2848"/>
                <a:gd name="T61" fmla="*/ 1195 h 2170"/>
                <a:gd name="T62" fmla="*/ 1734 w 2848"/>
                <a:gd name="T63" fmla="*/ 1111 h 2170"/>
                <a:gd name="T64" fmla="*/ 1828 w 2848"/>
                <a:gd name="T65" fmla="*/ 1009 h 2170"/>
                <a:gd name="T66" fmla="*/ 1904 w 2848"/>
                <a:gd name="T67" fmla="*/ 895 h 2170"/>
                <a:gd name="T68" fmla="*/ 1962 w 2848"/>
                <a:gd name="T69" fmla="*/ 768 h 2170"/>
                <a:gd name="T70" fmla="*/ 1997 w 2848"/>
                <a:gd name="T71" fmla="*/ 631 h 2170"/>
                <a:gd name="T72" fmla="*/ 2009 w 2848"/>
                <a:gd name="T73" fmla="*/ 487 h 2170"/>
                <a:gd name="T74" fmla="*/ 2001 w 2848"/>
                <a:gd name="T75" fmla="*/ 372 h 2170"/>
                <a:gd name="T76" fmla="*/ 2776 w 2848"/>
                <a:gd name="T77" fmla="*/ 0 h 2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48" h="2170">
                  <a:moveTo>
                    <a:pt x="2776" y="0"/>
                  </a:moveTo>
                  <a:lnTo>
                    <a:pt x="2802" y="94"/>
                  </a:lnTo>
                  <a:lnTo>
                    <a:pt x="2821" y="190"/>
                  </a:lnTo>
                  <a:lnTo>
                    <a:pt x="2837" y="288"/>
                  </a:lnTo>
                  <a:lnTo>
                    <a:pt x="2845" y="387"/>
                  </a:lnTo>
                  <a:lnTo>
                    <a:pt x="2848" y="487"/>
                  </a:lnTo>
                  <a:lnTo>
                    <a:pt x="2845" y="589"/>
                  </a:lnTo>
                  <a:lnTo>
                    <a:pt x="2836" y="690"/>
                  </a:lnTo>
                  <a:lnTo>
                    <a:pt x="2821" y="790"/>
                  </a:lnTo>
                  <a:lnTo>
                    <a:pt x="2800" y="887"/>
                  </a:lnTo>
                  <a:lnTo>
                    <a:pt x="2774" y="981"/>
                  </a:lnTo>
                  <a:lnTo>
                    <a:pt x="2742" y="1074"/>
                  </a:lnTo>
                  <a:lnTo>
                    <a:pt x="2705" y="1164"/>
                  </a:lnTo>
                  <a:lnTo>
                    <a:pt x="2664" y="1252"/>
                  </a:lnTo>
                  <a:lnTo>
                    <a:pt x="2616" y="1336"/>
                  </a:lnTo>
                  <a:lnTo>
                    <a:pt x="2566" y="1417"/>
                  </a:lnTo>
                  <a:lnTo>
                    <a:pt x="2509" y="1496"/>
                  </a:lnTo>
                  <a:lnTo>
                    <a:pt x="2450" y="1571"/>
                  </a:lnTo>
                  <a:lnTo>
                    <a:pt x="2386" y="1642"/>
                  </a:lnTo>
                  <a:lnTo>
                    <a:pt x="2318" y="1710"/>
                  </a:lnTo>
                  <a:lnTo>
                    <a:pt x="2246" y="1774"/>
                  </a:lnTo>
                  <a:lnTo>
                    <a:pt x="2170" y="1833"/>
                  </a:lnTo>
                  <a:lnTo>
                    <a:pt x="2091" y="1889"/>
                  </a:lnTo>
                  <a:lnTo>
                    <a:pt x="2009" y="1940"/>
                  </a:lnTo>
                  <a:lnTo>
                    <a:pt x="1924" y="1986"/>
                  </a:lnTo>
                  <a:lnTo>
                    <a:pt x="1836" y="2028"/>
                  </a:lnTo>
                  <a:lnTo>
                    <a:pt x="1745" y="2065"/>
                  </a:lnTo>
                  <a:lnTo>
                    <a:pt x="1652" y="2095"/>
                  </a:lnTo>
                  <a:lnTo>
                    <a:pt x="1556" y="2122"/>
                  </a:lnTo>
                  <a:lnTo>
                    <a:pt x="1458" y="2142"/>
                  </a:lnTo>
                  <a:lnTo>
                    <a:pt x="1358" y="2158"/>
                  </a:lnTo>
                  <a:lnTo>
                    <a:pt x="1257" y="2167"/>
                  </a:lnTo>
                  <a:lnTo>
                    <a:pt x="1153" y="2170"/>
                  </a:lnTo>
                  <a:lnTo>
                    <a:pt x="1052" y="2167"/>
                  </a:lnTo>
                  <a:lnTo>
                    <a:pt x="951" y="2158"/>
                  </a:lnTo>
                  <a:lnTo>
                    <a:pt x="853" y="2143"/>
                  </a:lnTo>
                  <a:lnTo>
                    <a:pt x="756" y="2123"/>
                  </a:lnTo>
                  <a:lnTo>
                    <a:pt x="661" y="2097"/>
                  </a:lnTo>
                  <a:lnTo>
                    <a:pt x="569" y="2067"/>
                  </a:lnTo>
                  <a:lnTo>
                    <a:pt x="479" y="2031"/>
                  </a:lnTo>
                  <a:lnTo>
                    <a:pt x="392" y="1990"/>
                  </a:lnTo>
                  <a:lnTo>
                    <a:pt x="307" y="1944"/>
                  </a:lnTo>
                  <a:lnTo>
                    <a:pt x="226" y="1894"/>
                  </a:lnTo>
                  <a:lnTo>
                    <a:pt x="148" y="1840"/>
                  </a:lnTo>
                  <a:lnTo>
                    <a:pt x="73" y="1781"/>
                  </a:lnTo>
                  <a:lnTo>
                    <a:pt x="0" y="1718"/>
                  </a:lnTo>
                  <a:lnTo>
                    <a:pt x="633" y="1157"/>
                  </a:lnTo>
                  <a:lnTo>
                    <a:pt x="688" y="1197"/>
                  </a:lnTo>
                  <a:lnTo>
                    <a:pt x="747" y="1232"/>
                  </a:lnTo>
                  <a:lnTo>
                    <a:pt x="809" y="1263"/>
                  </a:lnTo>
                  <a:lnTo>
                    <a:pt x="872" y="1288"/>
                  </a:lnTo>
                  <a:lnTo>
                    <a:pt x="940" y="1309"/>
                  </a:lnTo>
                  <a:lnTo>
                    <a:pt x="1009" y="1324"/>
                  </a:lnTo>
                  <a:lnTo>
                    <a:pt x="1080" y="1333"/>
                  </a:lnTo>
                  <a:lnTo>
                    <a:pt x="1153" y="1337"/>
                  </a:lnTo>
                  <a:lnTo>
                    <a:pt x="1228" y="1333"/>
                  </a:lnTo>
                  <a:lnTo>
                    <a:pt x="1300" y="1324"/>
                  </a:lnTo>
                  <a:lnTo>
                    <a:pt x="1371" y="1309"/>
                  </a:lnTo>
                  <a:lnTo>
                    <a:pt x="1438" y="1288"/>
                  </a:lnTo>
                  <a:lnTo>
                    <a:pt x="1503" y="1262"/>
                  </a:lnTo>
                  <a:lnTo>
                    <a:pt x="1566" y="1231"/>
                  </a:lnTo>
                  <a:lnTo>
                    <a:pt x="1625" y="1195"/>
                  </a:lnTo>
                  <a:lnTo>
                    <a:pt x="1682" y="1156"/>
                  </a:lnTo>
                  <a:lnTo>
                    <a:pt x="1734" y="1111"/>
                  </a:lnTo>
                  <a:lnTo>
                    <a:pt x="1783" y="1063"/>
                  </a:lnTo>
                  <a:lnTo>
                    <a:pt x="1828" y="1009"/>
                  </a:lnTo>
                  <a:lnTo>
                    <a:pt x="1868" y="954"/>
                  </a:lnTo>
                  <a:lnTo>
                    <a:pt x="1904" y="895"/>
                  </a:lnTo>
                  <a:lnTo>
                    <a:pt x="1935" y="832"/>
                  </a:lnTo>
                  <a:lnTo>
                    <a:pt x="1962" y="768"/>
                  </a:lnTo>
                  <a:lnTo>
                    <a:pt x="1982" y="701"/>
                  </a:lnTo>
                  <a:lnTo>
                    <a:pt x="1997" y="631"/>
                  </a:lnTo>
                  <a:lnTo>
                    <a:pt x="2006" y="560"/>
                  </a:lnTo>
                  <a:lnTo>
                    <a:pt x="2009" y="487"/>
                  </a:lnTo>
                  <a:lnTo>
                    <a:pt x="2007" y="429"/>
                  </a:lnTo>
                  <a:lnTo>
                    <a:pt x="2001" y="372"/>
                  </a:lnTo>
                  <a:lnTo>
                    <a:pt x="1990" y="316"/>
                  </a:lnTo>
                  <a:lnTo>
                    <a:pt x="27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 b="1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78B227B-3580-466C-9C7B-0BEEDAC77062}"/>
              </a:ext>
            </a:extLst>
          </p:cNvPr>
          <p:cNvGrpSpPr/>
          <p:nvPr/>
        </p:nvGrpSpPr>
        <p:grpSpPr>
          <a:xfrm>
            <a:off x="8467793" y="1717319"/>
            <a:ext cx="311643" cy="314003"/>
            <a:chOff x="7016750" y="1168400"/>
            <a:chExt cx="384175" cy="38708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5" name="Freeform 210">
              <a:extLst>
                <a:ext uri="{FF2B5EF4-FFF2-40B4-BE49-F238E27FC236}">
                  <a16:creationId xmlns:a16="http://schemas.microsoft.com/office/drawing/2014/main" id="{A813A224-86CA-4F00-8E2F-9D45F340B3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6750" y="1280845"/>
              <a:ext cx="384175" cy="274638"/>
            </a:xfrm>
            <a:custGeom>
              <a:avLst/>
              <a:gdLst>
                <a:gd name="T0" fmla="*/ 2146 w 3388"/>
                <a:gd name="T1" fmla="*/ 434 h 2421"/>
                <a:gd name="T2" fmla="*/ 2111 w 3388"/>
                <a:gd name="T3" fmla="*/ 454 h 2421"/>
                <a:gd name="T4" fmla="*/ 2087 w 3388"/>
                <a:gd name="T5" fmla="*/ 489 h 2421"/>
                <a:gd name="T6" fmla="*/ 858 w 3388"/>
                <a:gd name="T7" fmla="*/ 1118 h 2421"/>
                <a:gd name="T8" fmla="*/ 823 w 3388"/>
                <a:gd name="T9" fmla="*/ 1102 h 2421"/>
                <a:gd name="T10" fmla="*/ 785 w 3388"/>
                <a:gd name="T11" fmla="*/ 1103 h 2421"/>
                <a:gd name="T12" fmla="*/ 752 w 3388"/>
                <a:gd name="T13" fmla="*/ 1118 h 2421"/>
                <a:gd name="T14" fmla="*/ 725 w 3388"/>
                <a:gd name="T15" fmla="*/ 1148 h 2421"/>
                <a:gd name="T16" fmla="*/ 371 w 3388"/>
                <a:gd name="T17" fmla="*/ 1785 h 2421"/>
                <a:gd name="T18" fmla="*/ 369 w 3388"/>
                <a:gd name="T19" fmla="*/ 1825 h 2421"/>
                <a:gd name="T20" fmla="*/ 384 w 3388"/>
                <a:gd name="T21" fmla="*/ 1863 h 2421"/>
                <a:gd name="T22" fmla="*/ 415 w 3388"/>
                <a:gd name="T23" fmla="*/ 1890 h 2421"/>
                <a:gd name="T24" fmla="*/ 455 w 3388"/>
                <a:gd name="T25" fmla="*/ 1902 h 2421"/>
                <a:gd name="T26" fmla="*/ 494 w 3388"/>
                <a:gd name="T27" fmla="*/ 1894 h 2421"/>
                <a:gd name="T28" fmla="*/ 527 w 3388"/>
                <a:gd name="T29" fmla="*/ 1871 h 2421"/>
                <a:gd name="T30" fmla="*/ 834 w 3388"/>
                <a:gd name="T31" fmla="*/ 1328 h 2421"/>
                <a:gd name="T32" fmla="*/ 1616 w 3388"/>
                <a:gd name="T33" fmla="*/ 1898 h 2421"/>
                <a:gd name="T34" fmla="*/ 1656 w 3388"/>
                <a:gd name="T35" fmla="*/ 1905 h 2421"/>
                <a:gd name="T36" fmla="*/ 1695 w 3388"/>
                <a:gd name="T37" fmla="*/ 1893 h 2421"/>
                <a:gd name="T38" fmla="*/ 1725 w 3388"/>
                <a:gd name="T39" fmla="*/ 1867 h 2421"/>
                <a:gd name="T40" fmla="*/ 2183 w 3388"/>
                <a:gd name="T41" fmla="*/ 729 h 2421"/>
                <a:gd name="T42" fmla="*/ 2865 w 3388"/>
                <a:gd name="T43" fmla="*/ 1875 h 2421"/>
                <a:gd name="T44" fmla="*/ 2899 w 3388"/>
                <a:gd name="T45" fmla="*/ 1898 h 2421"/>
                <a:gd name="T46" fmla="*/ 2939 w 3388"/>
                <a:gd name="T47" fmla="*/ 1904 h 2421"/>
                <a:gd name="T48" fmla="*/ 2978 w 3388"/>
                <a:gd name="T49" fmla="*/ 1890 h 2421"/>
                <a:gd name="T50" fmla="*/ 3009 w 3388"/>
                <a:gd name="T51" fmla="*/ 1862 h 2421"/>
                <a:gd name="T52" fmla="*/ 3024 w 3388"/>
                <a:gd name="T53" fmla="*/ 1824 h 2421"/>
                <a:gd name="T54" fmla="*/ 3020 w 3388"/>
                <a:gd name="T55" fmla="*/ 1784 h 2421"/>
                <a:gd name="T56" fmla="*/ 2249 w 3388"/>
                <a:gd name="T57" fmla="*/ 475 h 2421"/>
                <a:gd name="T58" fmla="*/ 2221 w 3388"/>
                <a:gd name="T59" fmla="*/ 446 h 2421"/>
                <a:gd name="T60" fmla="*/ 2184 w 3388"/>
                <a:gd name="T61" fmla="*/ 432 h 2421"/>
                <a:gd name="T62" fmla="*/ 0 w 3388"/>
                <a:gd name="T63" fmla="*/ 0 h 2421"/>
                <a:gd name="T64" fmla="*/ 3388 w 3388"/>
                <a:gd name="T65" fmla="*/ 2421 h 2421"/>
                <a:gd name="T66" fmla="*/ 0 w 3388"/>
                <a:gd name="T67" fmla="*/ 0 h 2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88" h="2421">
                  <a:moveTo>
                    <a:pt x="2164" y="431"/>
                  </a:moveTo>
                  <a:lnTo>
                    <a:pt x="2146" y="434"/>
                  </a:lnTo>
                  <a:lnTo>
                    <a:pt x="2127" y="443"/>
                  </a:lnTo>
                  <a:lnTo>
                    <a:pt x="2111" y="454"/>
                  </a:lnTo>
                  <a:lnTo>
                    <a:pt x="2097" y="469"/>
                  </a:lnTo>
                  <a:lnTo>
                    <a:pt x="2087" y="489"/>
                  </a:lnTo>
                  <a:lnTo>
                    <a:pt x="1613" y="1665"/>
                  </a:lnTo>
                  <a:lnTo>
                    <a:pt x="858" y="1118"/>
                  </a:lnTo>
                  <a:lnTo>
                    <a:pt x="842" y="1108"/>
                  </a:lnTo>
                  <a:lnTo>
                    <a:pt x="823" y="1102"/>
                  </a:lnTo>
                  <a:lnTo>
                    <a:pt x="804" y="1101"/>
                  </a:lnTo>
                  <a:lnTo>
                    <a:pt x="785" y="1103"/>
                  </a:lnTo>
                  <a:lnTo>
                    <a:pt x="768" y="1109"/>
                  </a:lnTo>
                  <a:lnTo>
                    <a:pt x="752" y="1118"/>
                  </a:lnTo>
                  <a:lnTo>
                    <a:pt x="737" y="1132"/>
                  </a:lnTo>
                  <a:lnTo>
                    <a:pt x="725" y="1148"/>
                  </a:lnTo>
                  <a:lnTo>
                    <a:pt x="379" y="1766"/>
                  </a:lnTo>
                  <a:lnTo>
                    <a:pt x="371" y="1785"/>
                  </a:lnTo>
                  <a:lnTo>
                    <a:pt x="368" y="1806"/>
                  </a:lnTo>
                  <a:lnTo>
                    <a:pt x="369" y="1825"/>
                  </a:lnTo>
                  <a:lnTo>
                    <a:pt x="374" y="1844"/>
                  </a:lnTo>
                  <a:lnTo>
                    <a:pt x="384" y="1863"/>
                  </a:lnTo>
                  <a:lnTo>
                    <a:pt x="397" y="1878"/>
                  </a:lnTo>
                  <a:lnTo>
                    <a:pt x="415" y="1890"/>
                  </a:lnTo>
                  <a:lnTo>
                    <a:pt x="434" y="1899"/>
                  </a:lnTo>
                  <a:lnTo>
                    <a:pt x="455" y="1902"/>
                  </a:lnTo>
                  <a:lnTo>
                    <a:pt x="474" y="1900"/>
                  </a:lnTo>
                  <a:lnTo>
                    <a:pt x="494" y="1894"/>
                  </a:lnTo>
                  <a:lnTo>
                    <a:pt x="511" y="1885"/>
                  </a:lnTo>
                  <a:lnTo>
                    <a:pt x="527" y="1871"/>
                  </a:lnTo>
                  <a:lnTo>
                    <a:pt x="539" y="1855"/>
                  </a:lnTo>
                  <a:lnTo>
                    <a:pt x="834" y="1328"/>
                  </a:lnTo>
                  <a:lnTo>
                    <a:pt x="1596" y="1887"/>
                  </a:lnTo>
                  <a:lnTo>
                    <a:pt x="1616" y="1898"/>
                  </a:lnTo>
                  <a:lnTo>
                    <a:pt x="1635" y="1904"/>
                  </a:lnTo>
                  <a:lnTo>
                    <a:pt x="1656" y="1905"/>
                  </a:lnTo>
                  <a:lnTo>
                    <a:pt x="1676" y="1902"/>
                  </a:lnTo>
                  <a:lnTo>
                    <a:pt x="1695" y="1893"/>
                  </a:lnTo>
                  <a:lnTo>
                    <a:pt x="1711" y="1882"/>
                  </a:lnTo>
                  <a:lnTo>
                    <a:pt x="1725" y="1867"/>
                  </a:lnTo>
                  <a:lnTo>
                    <a:pt x="1735" y="1847"/>
                  </a:lnTo>
                  <a:lnTo>
                    <a:pt x="2183" y="729"/>
                  </a:lnTo>
                  <a:lnTo>
                    <a:pt x="2852" y="1859"/>
                  </a:lnTo>
                  <a:lnTo>
                    <a:pt x="2865" y="1875"/>
                  </a:lnTo>
                  <a:lnTo>
                    <a:pt x="2882" y="1888"/>
                  </a:lnTo>
                  <a:lnTo>
                    <a:pt x="2899" y="1898"/>
                  </a:lnTo>
                  <a:lnTo>
                    <a:pt x="2920" y="1903"/>
                  </a:lnTo>
                  <a:lnTo>
                    <a:pt x="2939" y="1904"/>
                  </a:lnTo>
                  <a:lnTo>
                    <a:pt x="2960" y="1900"/>
                  </a:lnTo>
                  <a:lnTo>
                    <a:pt x="2978" y="1890"/>
                  </a:lnTo>
                  <a:lnTo>
                    <a:pt x="2996" y="1878"/>
                  </a:lnTo>
                  <a:lnTo>
                    <a:pt x="3009" y="1862"/>
                  </a:lnTo>
                  <a:lnTo>
                    <a:pt x="3018" y="1843"/>
                  </a:lnTo>
                  <a:lnTo>
                    <a:pt x="3024" y="1824"/>
                  </a:lnTo>
                  <a:lnTo>
                    <a:pt x="3025" y="1803"/>
                  </a:lnTo>
                  <a:lnTo>
                    <a:pt x="3020" y="1784"/>
                  </a:lnTo>
                  <a:lnTo>
                    <a:pt x="3011" y="1765"/>
                  </a:lnTo>
                  <a:lnTo>
                    <a:pt x="2249" y="475"/>
                  </a:lnTo>
                  <a:lnTo>
                    <a:pt x="2237" y="459"/>
                  </a:lnTo>
                  <a:lnTo>
                    <a:pt x="2221" y="446"/>
                  </a:lnTo>
                  <a:lnTo>
                    <a:pt x="2203" y="436"/>
                  </a:lnTo>
                  <a:lnTo>
                    <a:pt x="2184" y="432"/>
                  </a:lnTo>
                  <a:lnTo>
                    <a:pt x="2164" y="431"/>
                  </a:lnTo>
                  <a:close/>
                  <a:moveTo>
                    <a:pt x="0" y="0"/>
                  </a:moveTo>
                  <a:lnTo>
                    <a:pt x="3388" y="0"/>
                  </a:lnTo>
                  <a:lnTo>
                    <a:pt x="3388" y="2421"/>
                  </a:lnTo>
                  <a:lnTo>
                    <a:pt x="0" y="242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6" name="Freeform 211">
              <a:extLst>
                <a:ext uri="{FF2B5EF4-FFF2-40B4-BE49-F238E27FC236}">
                  <a16:creationId xmlns:a16="http://schemas.microsoft.com/office/drawing/2014/main" id="{E4B31EA6-8993-48AA-9A29-A05594A96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16750" y="1168400"/>
              <a:ext cx="384175" cy="87313"/>
            </a:xfrm>
            <a:custGeom>
              <a:avLst/>
              <a:gdLst>
                <a:gd name="T0" fmla="*/ 1189 w 3388"/>
                <a:gd name="T1" fmla="*/ 190 h 769"/>
                <a:gd name="T2" fmla="*/ 1153 w 3388"/>
                <a:gd name="T3" fmla="*/ 207 h 769"/>
                <a:gd name="T4" fmla="*/ 1128 w 3388"/>
                <a:gd name="T5" fmla="*/ 238 h 769"/>
                <a:gd name="T6" fmla="*/ 1119 w 3388"/>
                <a:gd name="T7" fmla="*/ 278 h 769"/>
                <a:gd name="T8" fmla="*/ 1121 w 3388"/>
                <a:gd name="T9" fmla="*/ 511 h 769"/>
                <a:gd name="T10" fmla="*/ 1139 w 3388"/>
                <a:gd name="T11" fmla="*/ 547 h 769"/>
                <a:gd name="T12" fmla="*/ 1169 w 3388"/>
                <a:gd name="T13" fmla="*/ 573 h 769"/>
                <a:gd name="T14" fmla="*/ 1210 w 3388"/>
                <a:gd name="T15" fmla="*/ 581 h 769"/>
                <a:gd name="T16" fmla="*/ 1250 w 3388"/>
                <a:gd name="T17" fmla="*/ 573 h 769"/>
                <a:gd name="T18" fmla="*/ 1281 w 3388"/>
                <a:gd name="T19" fmla="*/ 547 h 769"/>
                <a:gd name="T20" fmla="*/ 1299 w 3388"/>
                <a:gd name="T21" fmla="*/ 511 h 769"/>
                <a:gd name="T22" fmla="*/ 1301 w 3388"/>
                <a:gd name="T23" fmla="*/ 278 h 769"/>
                <a:gd name="T24" fmla="*/ 1293 w 3388"/>
                <a:gd name="T25" fmla="*/ 238 h 769"/>
                <a:gd name="T26" fmla="*/ 1267 w 3388"/>
                <a:gd name="T27" fmla="*/ 207 h 769"/>
                <a:gd name="T28" fmla="*/ 1231 w 3388"/>
                <a:gd name="T29" fmla="*/ 190 h 769"/>
                <a:gd name="T30" fmla="*/ 829 w 3388"/>
                <a:gd name="T31" fmla="*/ 187 h 769"/>
                <a:gd name="T32" fmla="*/ 787 w 3388"/>
                <a:gd name="T33" fmla="*/ 196 h 769"/>
                <a:gd name="T34" fmla="*/ 757 w 3388"/>
                <a:gd name="T35" fmla="*/ 221 h 769"/>
                <a:gd name="T36" fmla="*/ 739 w 3388"/>
                <a:gd name="T37" fmla="*/ 257 h 769"/>
                <a:gd name="T38" fmla="*/ 737 w 3388"/>
                <a:gd name="T39" fmla="*/ 491 h 769"/>
                <a:gd name="T40" fmla="*/ 746 w 3388"/>
                <a:gd name="T41" fmla="*/ 531 h 769"/>
                <a:gd name="T42" fmla="*/ 771 w 3388"/>
                <a:gd name="T43" fmla="*/ 561 h 769"/>
                <a:gd name="T44" fmla="*/ 807 w 3388"/>
                <a:gd name="T45" fmla="*/ 579 h 769"/>
                <a:gd name="T46" fmla="*/ 849 w 3388"/>
                <a:gd name="T47" fmla="*/ 579 h 769"/>
                <a:gd name="T48" fmla="*/ 886 w 3388"/>
                <a:gd name="T49" fmla="*/ 561 h 769"/>
                <a:gd name="T50" fmla="*/ 911 w 3388"/>
                <a:gd name="T51" fmla="*/ 531 h 769"/>
                <a:gd name="T52" fmla="*/ 920 w 3388"/>
                <a:gd name="T53" fmla="*/ 491 h 769"/>
                <a:gd name="T54" fmla="*/ 917 w 3388"/>
                <a:gd name="T55" fmla="*/ 257 h 769"/>
                <a:gd name="T56" fmla="*/ 899 w 3388"/>
                <a:gd name="T57" fmla="*/ 221 h 769"/>
                <a:gd name="T58" fmla="*/ 869 w 3388"/>
                <a:gd name="T59" fmla="*/ 196 h 769"/>
                <a:gd name="T60" fmla="*/ 829 w 3388"/>
                <a:gd name="T61" fmla="*/ 187 h 769"/>
                <a:gd name="T62" fmla="*/ 423 w 3388"/>
                <a:gd name="T63" fmla="*/ 190 h 769"/>
                <a:gd name="T64" fmla="*/ 386 w 3388"/>
                <a:gd name="T65" fmla="*/ 207 h 769"/>
                <a:gd name="T66" fmla="*/ 361 w 3388"/>
                <a:gd name="T67" fmla="*/ 238 h 769"/>
                <a:gd name="T68" fmla="*/ 352 w 3388"/>
                <a:gd name="T69" fmla="*/ 278 h 769"/>
                <a:gd name="T70" fmla="*/ 355 w 3388"/>
                <a:gd name="T71" fmla="*/ 511 h 769"/>
                <a:gd name="T72" fmla="*/ 373 w 3388"/>
                <a:gd name="T73" fmla="*/ 547 h 769"/>
                <a:gd name="T74" fmla="*/ 403 w 3388"/>
                <a:gd name="T75" fmla="*/ 573 h 769"/>
                <a:gd name="T76" fmla="*/ 444 w 3388"/>
                <a:gd name="T77" fmla="*/ 581 h 769"/>
                <a:gd name="T78" fmla="*/ 485 w 3388"/>
                <a:gd name="T79" fmla="*/ 573 h 769"/>
                <a:gd name="T80" fmla="*/ 515 w 3388"/>
                <a:gd name="T81" fmla="*/ 547 h 769"/>
                <a:gd name="T82" fmla="*/ 533 w 3388"/>
                <a:gd name="T83" fmla="*/ 511 h 769"/>
                <a:gd name="T84" fmla="*/ 535 w 3388"/>
                <a:gd name="T85" fmla="*/ 278 h 769"/>
                <a:gd name="T86" fmla="*/ 526 w 3388"/>
                <a:gd name="T87" fmla="*/ 238 h 769"/>
                <a:gd name="T88" fmla="*/ 501 w 3388"/>
                <a:gd name="T89" fmla="*/ 207 h 769"/>
                <a:gd name="T90" fmla="*/ 465 w 3388"/>
                <a:gd name="T91" fmla="*/ 190 h 769"/>
                <a:gd name="T92" fmla="*/ 0 w 3388"/>
                <a:gd name="T93" fmla="*/ 0 h 769"/>
                <a:gd name="T94" fmla="*/ 3388 w 3388"/>
                <a:gd name="T95" fmla="*/ 769 h 769"/>
                <a:gd name="T96" fmla="*/ 0 w 3388"/>
                <a:gd name="T97" fmla="*/ 0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88" h="769">
                  <a:moveTo>
                    <a:pt x="1210" y="187"/>
                  </a:moveTo>
                  <a:lnTo>
                    <a:pt x="1189" y="190"/>
                  </a:lnTo>
                  <a:lnTo>
                    <a:pt x="1169" y="196"/>
                  </a:lnTo>
                  <a:lnTo>
                    <a:pt x="1153" y="207"/>
                  </a:lnTo>
                  <a:lnTo>
                    <a:pt x="1139" y="221"/>
                  </a:lnTo>
                  <a:lnTo>
                    <a:pt x="1128" y="238"/>
                  </a:lnTo>
                  <a:lnTo>
                    <a:pt x="1121" y="257"/>
                  </a:lnTo>
                  <a:lnTo>
                    <a:pt x="1119" y="278"/>
                  </a:lnTo>
                  <a:lnTo>
                    <a:pt x="1119" y="491"/>
                  </a:lnTo>
                  <a:lnTo>
                    <a:pt x="1121" y="511"/>
                  </a:lnTo>
                  <a:lnTo>
                    <a:pt x="1128" y="531"/>
                  </a:lnTo>
                  <a:lnTo>
                    <a:pt x="1139" y="547"/>
                  </a:lnTo>
                  <a:lnTo>
                    <a:pt x="1153" y="561"/>
                  </a:lnTo>
                  <a:lnTo>
                    <a:pt x="1169" y="573"/>
                  </a:lnTo>
                  <a:lnTo>
                    <a:pt x="1189" y="579"/>
                  </a:lnTo>
                  <a:lnTo>
                    <a:pt x="1210" y="581"/>
                  </a:lnTo>
                  <a:lnTo>
                    <a:pt x="1231" y="579"/>
                  </a:lnTo>
                  <a:lnTo>
                    <a:pt x="1250" y="573"/>
                  </a:lnTo>
                  <a:lnTo>
                    <a:pt x="1267" y="561"/>
                  </a:lnTo>
                  <a:lnTo>
                    <a:pt x="1281" y="547"/>
                  </a:lnTo>
                  <a:lnTo>
                    <a:pt x="1293" y="531"/>
                  </a:lnTo>
                  <a:lnTo>
                    <a:pt x="1299" y="511"/>
                  </a:lnTo>
                  <a:lnTo>
                    <a:pt x="1301" y="491"/>
                  </a:lnTo>
                  <a:lnTo>
                    <a:pt x="1301" y="278"/>
                  </a:lnTo>
                  <a:lnTo>
                    <a:pt x="1299" y="257"/>
                  </a:lnTo>
                  <a:lnTo>
                    <a:pt x="1293" y="238"/>
                  </a:lnTo>
                  <a:lnTo>
                    <a:pt x="1281" y="221"/>
                  </a:lnTo>
                  <a:lnTo>
                    <a:pt x="1267" y="207"/>
                  </a:lnTo>
                  <a:lnTo>
                    <a:pt x="1250" y="196"/>
                  </a:lnTo>
                  <a:lnTo>
                    <a:pt x="1231" y="190"/>
                  </a:lnTo>
                  <a:lnTo>
                    <a:pt x="1210" y="187"/>
                  </a:lnTo>
                  <a:close/>
                  <a:moveTo>
                    <a:pt x="829" y="187"/>
                  </a:moveTo>
                  <a:lnTo>
                    <a:pt x="807" y="190"/>
                  </a:lnTo>
                  <a:lnTo>
                    <a:pt x="787" y="196"/>
                  </a:lnTo>
                  <a:lnTo>
                    <a:pt x="771" y="207"/>
                  </a:lnTo>
                  <a:lnTo>
                    <a:pt x="757" y="221"/>
                  </a:lnTo>
                  <a:lnTo>
                    <a:pt x="746" y="238"/>
                  </a:lnTo>
                  <a:lnTo>
                    <a:pt x="739" y="257"/>
                  </a:lnTo>
                  <a:lnTo>
                    <a:pt x="737" y="278"/>
                  </a:lnTo>
                  <a:lnTo>
                    <a:pt x="737" y="491"/>
                  </a:lnTo>
                  <a:lnTo>
                    <a:pt x="739" y="511"/>
                  </a:lnTo>
                  <a:lnTo>
                    <a:pt x="746" y="531"/>
                  </a:lnTo>
                  <a:lnTo>
                    <a:pt x="757" y="547"/>
                  </a:lnTo>
                  <a:lnTo>
                    <a:pt x="771" y="561"/>
                  </a:lnTo>
                  <a:lnTo>
                    <a:pt x="787" y="573"/>
                  </a:lnTo>
                  <a:lnTo>
                    <a:pt x="807" y="579"/>
                  </a:lnTo>
                  <a:lnTo>
                    <a:pt x="829" y="581"/>
                  </a:lnTo>
                  <a:lnTo>
                    <a:pt x="849" y="579"/>
                  </a:lnTo>
                  <a:lnTo>
                    <a:pt x="869" y="573"/>
                  </a:lnTo>
                  <a:lnTo>
                    <a:pt x="886" y="561"/>
                  </a:lnTo>
                  <a:lnTo>
                    <a:pt x="899" y="547"/>
                  </a:lnTo>
                  <a:lnTo>
                    <a:pt x="911" y="531"/>
                  </a:lnTo>
                  <a:lnTo>
                    <a:pt x="917" y="511"/>
                  </a:lnTo>
                  <a:lnTo>
                    <a:pt x="920" y="491"/>
                  </a:lnTo>
                  <a:lnTo>
                    <a:pt x="920" y="278"/>
                  </a:lnTo>
                  <a:lnTo>
                    <a:pt x="917" y="257"/>
                  </a:lnTo>
                  <a:lnTo>
                    <a:pt x="911" y="238"/>
                  </a:lnTo>
                  <a:lnTo>
                    <a:pt x="899" y="221"/>
                  </a:lnTo>
                  <a:lnTo>
                    <a:pt x="886" y="207"/>
                  </a:lnTo>
                  <a:lnTo>
                    <a:pt x="869" y="196"/>
                  </a:lnTo>
                  <a:lnTo>
                    <a:pt x="849" y="190"/>
                  </a:lnTo>
                  <a:lnTo>
                    <a:pt x="829" y="187"/>
                  </a:lnTo>
                  <a:close/>
                  <a:moveTo>
                    <a:pt x="444" y="187"/>
                  </a:moveTo>
                  <a:lnTo>
                    <a:pt x="423" y="190"/>
                  </a:lnTo>
                  <a:lnTo>
                    <a:pt x="403" y="196"/>
                  </a:lnTo>
                  <a:lnTo>
                    <a:pt x="386" y="207"/>
                  </a:lnTo>
                  <a:lnTo>
                    <a:pt x="373" y="221"/>
                  </a:lnTo>
                  <a:lnTo>
                    <a:pt x="361" y="238"/>
                  </a:lnTo>
                  <a:lnTo>
                    <a:pt x="355" y="257"/>
                  </a:lnTo>
                  <a:lnTo>
                    <a:pt x="352" y="278"/>
                  </a:lnTo>
                  <a:lnTo>
                    <a:pt x="352" y="491"/>
                  </a:lnTo>
                  <a:lnTo>
                    <a:pt x="355" y="511"/>
                  </a:lnTo>
                  <a:lnTo>
                    <a:pt x="361" y="531"/>
                  </a:lnTo>
                  <a:lnTo>
                    <a:pt x="373" y="547"/>
                  </a:lnTo>
                  <a:lnTo>
                    <a:pt x="386" y="561"/>
                  </a:lnTo>
                  <a:lnTo>
                    <a:pt x="403" y="573"/>
                  </a:lnTo>
                  <a:lnTo>
                    <a:pt x="423" y="579"/>
                  </a:lnTo>
                  <a:lnTo>
                    <a:pt x="444" y="581"/>
                  </a:lnTo>
                  <a:lnTo>
                    <a:pt x="465" y="579"/>
                  </a:lnTo>
                  <a:lnTo>
                    <a:pt x="485" y="573"/>
                  </a:lnTo>
                  <a:lnTo>
                    <a:pt x="501" y="561"/>
                  </a:lnTo>
                  <a:lnTo>
                    <a:pt x="515" y="547"/>
                  </a:lnTo>
                  <a:lnTo>
                    <a:pt x="526" y="531"/>
                  </a:lnTo>
                  <a:lnTo>
                    <a:pt x="533" y="511"/>
                  </a:lnTo>
                  <a:lnTo>
                    <a:pt x="535" y="491"/>
                  </a:lnTo>
                  <a:lnTo>
                    <a:pt x="535" y="278"/>
                  </a:lnTo>
                  <a:lnTo>
                    <a:pt x="533" y="257"/>
                  </a:lnTo>
                  <a:lnTo>
                    <a:pt x="526" y="238"/>
                  </a:lnTo>
                  <a:lnTo>
                    <a:pt x="515" y="221"/>
                  </a:lnTo>
                  <a:lnTo>
                    <a:pt x="501" y="207"/>
                  </a:lnTo>
                  <a:lnTo>
                    <a:pt x="485" y="196"/>
                  </a:lnTo>
                  <a:lnTo>
                    <a:pt x="465" y="190"/>
                  </a:lnTo>
                  <a:lnTo>
                    <a:pt x="444" y="187"/>
                  </a:lnTo>
                  <a:close/>
                  <a:moveTo>
                    <a:pt x="0" y="0"/>
                  </a:moveTo>
                  <a:lnTo>
                    <a:pt x="3388" y="0"/>
                  </a:lnTo>
                  <a:lnTo>
                    <a:pt x="3388" y="769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5DB23A59-01CE-4B87-95AB-17D54A2648D2}"/>
              </a:ext>
            </a:extLst>
          </p:cNvPr>
          <p:cNvGrpSpPr/>
          <p:nvPr/>
        </p:nvGrpSpPr>
        <p:grpSpPr>
          <a:xfrm>
            <a:off x="9184632" y="1719144"/>
            <a:ext cx="306493" cy="310355"/>
            <a:chOff x="7578725" y="1195388"/>
            <a:chExt cx="377826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28" name="Freeform 216">
              <a:extLst>
                <a:ext uri="{FF2B5EF4-FFF2-40B4-BE49-F238E27FC236}">
                  <a16:creationId xmlns:a16="http://schemas.microsoft.com/office/drawing/2014/main" id="{6FF01D55-B797-481A-B05D-F866F3F4A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725" y="1201738"/>
              <a:ext cx="377825" cy="376237"/>
            </a:xfrm>
            <a:custGeom>
              <a:avLst/>
              <a:gdLst>
                <a:gd name="T0" fmla="*/ 0 w 3328"/>
                <a:gd name="T1" fmla="*/ 0 h 3323"/>
                <a:gd name="T2" fmla="*/ 499 w 3328"/>
                <a:gd name="T3" fmla="*/ 0 h 3323"/>
                <a:gd name="T4" fmla="*/ 499 w 3328"/>
                <a:gd name="T5" fmla="*/ 2827 h 3323"/>
                <a:gd name="T6" fmla="*/ 3328 w 3328"/>
                <a:gd name="T7" fmla="*/ 2827 h 3323"/>
                <a:gd name="T8" fmla="*/ 3328 w 3328"/>
                <a:gd name="T9" fmla="*/ 3323 h 3323"/>
                <a:gd name="T10" fmla="*/ 0 w 3328"/>
                <a:gd name="T11" fmla="*/ 3323 h 3323"/>
                <a:gd name="T12" fmla="*/ 0 w 3328"/>
                <a:gd name="T13" fmla="*/ 0 h 3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28" h="3323">
                  <a:moveTo>
                    <a:pt x="0" y="0"/>
                  </a:moveTo>
                  <a:lnTo>
                    <a:pt x="499" y="0"/>
                  </a:lnTo>
                  <a:lnTo>
                    <a:pt x="499" y="2827"/>
                  </a:lnTo>
                  <a:lnTo>
                    <a:pt x="3328" y="2827"/>
                  </a:lnTo>
                  <a:lnTo>
                    <a:pt x="3328" y="3323"/>
                  </a:lnTo>
                  <a:lnTo>
                    <a:pt x="0" y="332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29" name="Freeform 217">
              <a:extLst>
                <a:ext uri="{FF2B5EF4-FFF2-40B4-BE49-F238E27FC236}">
                  <a16:creationId xmlns:a16="http://schemas.microsoft.com/office/drawing/2014/main" id="{CF396D74-467A-4F8F-8A0A-34DBBDA96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2863" y="1338263"/>
              <a:ext cx="50800" cy="152400"/>
            </a:xfrm>
            <a:custGeom>
              <a:avLst/>
              <a:gdLst>
                <a:gd name="T0" fmla="*/ 450 w 450"/>
                <a:gd name="T1" fmla="*/ 0 h 1341"/>
                <a:gd name="T2" fmla="*/ 450 w 450"/>
                <a:gd name="T3" fmla="*/ 1341 h 1341"/>
                <a:gd name="T4" fmla="*/ 0 w 450"/>
                <a:gd name="T5" fmla="*/ 1341 h 1341"/>
                <a:gd name="T6" fmla="*/ 0 w 450"/>
                <a:gd name="T7" fmla="*/ 434 h 1341"/>
                <a:gd name="T8" fmla="*/ 450 w 450"/>
                <a:gd name="T9" fmla="*/ 0 h 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0" h="1341">
                  <a:moveTo>
                    <a:pt x="450" y="0"/>
                  </a:moveTo>
                  <a:lnTo>
                    <a:pt x="450" y="1341"/>
                  </a:lnTo>
                  <a:lnTo>
                    <a:pt x="0" y="1341"/>
                  </a:lnTo>
                  <a:lnTo>
                    <a:pt x="0" y="434"/>
                  </a:lnTo>
                  <a:lnTo>
                    <a:pt x="4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0" name="Freeform 218">
              <a:extLst>
                <a:ext uri="{FF2B5EF4-FFF2-40B4-BE49-F238E27FC236}">
                  <a16:creationId xmlns:a16="http://schemas.microsoft.com/office/drawing/2014/main" id="{A68AB1DE-43B5-4007-9932-40AD331D8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825" y="1331913"/>
              <a:ext cx="50800" cy="158750"/>
            </a:xfrm>
            <a:custGeom>
              <a:avLst/>
              <a:gdLst>
                <a:gd name="T0" fmla="*/ 0 w 449"/>
                <a:gd name="T1" fmla="*/ 0 h 1403"/>
                <a:gd name="T2" fmla="*/ 449 w 449"/>
                <a:gd name="T3" fmla="*/ 292 h 1403"/>
                <a:gd name="T4" fmla="*/ 449 w 449"/>
                <a:gd name="T5" fmla="*/ 1403 h 1403"/>
                <a:gd name="T6" fmla="*/ 0 w 449"/>
                <a:gd name="T7" fmla="*/ 1403 h 1403"/>
                <a:gd name="T8" fmla="*/ 0 w 449"/>
                <a:gd name="T9" fmla="*/ 0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9" h="1403">
                  <a:moveTo>
                    <a:pt x="0" y="0"/>
                  </a:moveTo>
                  <a:lnTo>
                    <a:pt x="449" y="292"/>
                  </a:lnTo>
                  <a:lnTo>
                    <a:pt x="449" y="1403"/>
                  </a:lnTo>
                  <a:lnTo>
                    <a:pt x="0" y="140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1" name="Freeform 219">
              <a:extLst>
                <a:ext uri="{FF2B5EF4-FFF2-40B4-BE49-F238E27FC236}">
                  <a16:creationId xmlns:a16="http://schemas.microsoft.com/office/drawing/2014/main" id="{34F25475-E389-4E6A-A62B-9F000D057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4788" y="1312863"/>
              <a:ext cx="50800" cy="177800"/>
            </a:xfrm>
            <a:custGeom>
              <a:avLst/>
              <a:gdLst>
                <a:gd name="T0" fmla="*/ 450 w 450"/>
                <a:gd name="T1" fmla="*/ 0 h 1571"/>
                <a:gd name="T2" fmla="*/ 450 w 450"/>
                <a:gd name="T3" fmla="*/ 1571 h 1571"/>
                <a:gd name="T4" fmla="*/ 0 w 450"/>
                <a:gd name="T5" fmla="*/ 1571 h 1571"/>
                <a:gd name="T6" fmla="*/ 0 w 450"/>
                <a:gd name="T7" fmla="*/ 390 h 1571"/>
                <a:gd name="T8" fmla="*/ 450 w 450"/>
                <a:gd name="T9" fmla="*/ 0 h 1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0" h="1571">
                  <a:moveTo>
                    <a:pt x="450" y="0"/>
                  </a:moveTo>
                  <a:lnTo>
                    <a:pt x="450" y="1571"/>
                  </a:lnTo>
                  <a:lnTo>
                    <a:pt x="0" y="1571"/>
                  </a:lnTo>
                  <a:lnTo>
                    <a:pt x="0" y="390"/>
                  </a:lnTo>
                  <a:lnTo>
                    <a:pt x="4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2" name="Freeform 220">
              <a:extLst>
                <a:ext uri="{FF2B5EF4-FFF2-40B4-BE49-F238E27FC236}">
                  <a16:creationId xmlns:a16="http://schemas.microsoft.com/office/drawing/2014/main" id="{5FBF2194-AD45-4B4D-A46B-054F60227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4163" y="1271588"/>
              <a:ext cx="52388" cy="219075"/>
            </a:xfrm>
            <a:custGeom>
              <a:avLst/>
              <a:gdLst>
                <a:gd name="T0" fmla="*/ 156 w 451"/>
                <a:gd name="T1" fmla="*/ 0 h 1935"/>
                <a:gd name="T2" fmla="*/ 451 w 451"/>
                <a:gd name="T3" fmla="*/ 254 h 1935"/>
                <a:gd name="T4" fmla="*/ 451 w 451"/>
                <a:gd name="T5" fmla="*/ 1935 h 1935"/>
                <a:gd name="T6" fmla="*/ 0 w 451"/>
                <a:gd name="T7" fmla="*/ 1935 h 1935"/>
                <a:gd name="T8" fmla="*/ 0 w 451"/>
                <a:gd name="T9" fmla="*/ 134 h 1935"/>
                <a:gd name="T10" fmla="*/ 156 w 451"/>
                <a:gd name="T11" fmla="*/ 0 h 1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1" h="1935">
                  <a:moveTo>
                    <a:pt x="156" y="0"/>
                  </a:moveTo>
                  <a:lnTo>
                    <a:pt x="451" y="254"/>
                  </a:lnTo>
                  <a:lnTo>
                    <a:pt x="451" y="1935"/>
                  </a:lnTo>
                  <a:lnTo>
                    <a:pt x="0" y="1935"/>
                  </a:lnTo>
                  <a:lnTo>
                    <a:pt x="0" y="134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3" name="Freeform 221">
              <a:extLst>
                <a:ext uri="{FF2B5EF4-FFF2-40B4-BE49-F238E27FC236}">
                  <a16:creationId xmlns:a16="http://schemas.microsoft.com/office/drawing/2014/main" id="{69529F73-8C55-4597-9B5D-62FF5DFA7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338" y="1195388"/>
              <a:ext cx="279400" cy="138112"/>
            </a:xfrm>
            <a:custGeom>
              <a:avLst/>
              <a:gdLst>
                <a:gd name="T0" fmla="*/ 2373 w 2461"/>
                <a:gd name="T1" fmla="*/ 0 h 1218"/>
                <a:gd name="T2" fmla="*/ 2412 w 2461"/>
                <a:gd name="T3" fmla="*/ 9 h 1218"/>
                <a:gd name="T4" fmla="*/ 2442 w 2461"/>
                <a:gd name="T5" fmla="*/ 34 h 1218"/>
                <a:gd name="T6" fmla="*/ 2459 w 2461"/>
                <a:gd name="T7" fmla="*/ 69 h 1218"/>
                <a:gd name="T8" fmla="*/ 2461 w 2461"/>
                <a:gd name="T9" fmla="*/ 448 h 1218"/>
                <a:gd name="T10" fmla="*/ 2450 w 2461"/>
                <a:gd name="T11" fmla="*/ 491 h 1218"/>
                <a:gd name="T12" fmla="*/ 2420 w 2461"/>
                <a:gd name="T13" fmla="*/ 522 h 1218"/>
                <a:gd name="T14" fmla="*/ 2378 w 2461"/>
                <a:gd name="T15" fmla="*/ 536 h 1218"/>
                <a:gd name="T16" fmla="*/ 2335 w 2461"/>
                <a:gd name="T17" fmla="*/ 528 h 1218"/>
                <a:gd name="T18" fmla="*/ 2305 w 2461"/>
                <a:gd name="T19" fmla="*/ 502 h 1218"/>
                <a:gd name="T20" fmla="*/ 2287 w 2461"/>
                <a:gd name="T21" fmla="*/ 465 h 1218"/>
                <a:gd name="T22" fmla="*/ 2285 w 2461"/>
                <a:gd name="T23" fmla="*/ 294 h 1218"/>
                <a:gd name="T24" fmla="*/ 1393 w 2461"/>
                <a:gd name="T25" fmla="*/ 1069 h 1218"/>
                <a:gd name="T26" fmla="*/ 1356 w 2461"/>
                <a:gd name="T27" fmla="*/ 1080 h 1218"/>
                <a:gd name="T28" fmla="*/ 1318 w 2461"/>
                <a:gd name="T29" fmla="*/ 1075 h 1218"/>
                <a:gd name="T30" fmla="*/ 688 w 2461"/>
                <a:gd name="T31" fmla="*/ 670 h 1218"/>
                <a:gd name="T32" fmla="*/ 132 w 2461"/>
                <a:gd name="T33" fmla="*/ 1205 h 1218"/>
                <a:gd name="T34" fmla="*/ 95 w 2461"/>
                <a:gd name="T35" fmla="*/ 1218 h 1218"/>
                <a:gd name="T36" fmla="*/ 56 w 2461"/>
                <a:gd name="T37" fmla="*/ 1212 h 1218"/>
                <a:gd name="T38" fmla="*/ 23 w 2461"/>
                <a:gd name="T39" fmla="*/ 1190 h 1218"/>
                <a:gd name="T40" fmla="*/ 3 w 2461"/>
                <a:gd name="T41" fmla="*/ 1155 h 1218"/>
                <a:gd name="T42" fmla="*/ 0 w 2461"/>
                <a:gd name="T43" fmla="*/ 1118 h 1218"/>
                <a:gd name="T44" fmla="*/ 13 w 2461"/>
                <a:gd name="T45" fmla="*/ 1082 h 1218"/>
                <a:gd name="T46" fmla="*/ 617 w 2461"/>
                <a:gd name="T47" fmla="*/ 493 h 1218"/>
                <a:gd name="T48" fmla="*/ 649 w 2461"/>
                <a:gd name="T49" fmla="*/ 472 h 1218"/>
                <a:gd name="T50" fmla="*/ 688 w 2461"/>
                <a:gd name="T51" fmla="*/ 469 h 1218"/>
                <a:gd name="T52" fmla="*/ 726 w 2461"/>
                <a:gd name="T53" fmla="*/ 482 h 1218"/>
                <a:gd name="T54" fmla="*/ 2148 w 2461"/>
                <a:gd name="T55" fmla="*/ 176 h 1218"/>
                <a:gd name="T56" fmla="*/ 1992 w 2461"/>
                <a:gd name="T57" fmla="*/ 174 h 1218"/>
                <a:gd name="T58" fmla="*/ 1954 w 2461"/>
                <a:gd name="T59" fmla="*/ 152 h 1218"/>
                <a:gd name="T60" fmla="*/ 1930 w 2461"/>
                <a:gd name="T61" fmla="*/ 116 h 1218"/>
                <a:gd name="T62" fmla="*/ 1927 w 2461"/>
                <a:gd name="T63" fmla="*/ 71 h 1218"/>
                <a:gd name="T64" fmla="*/ 1946 w 2461"/>
                <a:gd name="T65" fmla="*/ 34 h 1218"/>
                <a:gd name="T66" fmla="*/ 1976 w 2461"/>
                <a:gd name="T67" fmla="*/ 9 h 1218"/>
                <a:gd name="T68" fmla="*/ 2017 w 2461"/>
                <a:gd name="T69" fmla="*/ 0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61" h="1218">
                  <a:moveTo>
                    <a:pt x="2017" y="0"/>
                  </a:moveTo>
                  <a:lnTo>
                    <a:pt x="2373" y="0"/>
                  </a:lnTo>
                  <a:lnTo>
                    <a:pt x="2394" y="2"/>
                  </a:lnTo>
                  <a:lnTo>
                    <a:pt x="2412" y="9"/>
                  </a:lnTo>
                  <a:lnTo>
                    <a:pt x="2428" y="19"/>
                  </a:lnTo>
                  <a:lnTo>
                    <a:pt x="2442" y="34"/>
                  </a:lnTo>
                  <a:lnTo>
                    <a:pt x="2452" y="50"/>
                  </a:lnTo>
                  <a:lnTo>
                    <a:pt x="2459" y="69"/>
                  </a:lnTo>
                  <a:lnTo>
                    <a:pt x="2461" y="89"/>
                  </a:lnTo>
                  <a:lnTo>
                    <a:pt x="2461" y="448"/>
                  </a:lnTo>
                  <a:lnTo>
                    <a:pt x="2458" y="470"/>
                  </a:lnTo>
                  <a:lnTo>
                    <a:pt x="2450" y="491"/>
                  </a:lnTo>
                  <a:lnTo>
                    <a:pt x="2438" y="508"/>
                  </a:lnTo>
                  <a:lnTo>
                    <a:pt x="2420" y="522"/>
                  </a:lnTo>
                  <a:lnTo>
                    <a:pt x="2401" y="532"/>
                  </a:lnTo>
                  <a:lnTo>
                    <a:pt x="2378" y="536"/>
                  </a:lnTo>
                  <a:lnTo>
                    <a:pt x="2355" y="535"/>
                  </a:lnTo>
                  <a:lnTo>
                    <a:pt x="2335" y="528"/>
                  </a:lnTo>
                  <a:lnTo>
                    <a:pt x="2319" y="516"/>
                  </a:lnTo>
                  <a:lnTo>
                    <a:pt x="2305" y="502"/>
                  </a:lnTo>
                  <a:lnTo>
                    <a:pt x="2294" y="485"/>
                  </a:lnTo>
                  <a:lnTo>
                    <a:pt x="2287" y="465"/>
                  </a:lnTo>
                  <a:lnTo>
                    <a:pt x="2285" y="445"/>
                  </a:lnTo>
                  <a:lnTo>
                    <a:pt x="2285" y="294"/>
                  </a:lnTo>
                  <a:lnTo>
                    <a:pt x="1409" y="1057"/>
                  </a:lnTo>
                  <a:lnTo>
                    <a:pt x="1393" y="1069"/>
                  </a:lnTo>
                  <a:lnTo>
                    <a:pt x="1376" y="1077"/>
                  </a:lnTo>
                  <a:lnTo>
                    <a:pt x="1356" y="1080"/>
                  </a:lnTo>
                  <a:lnTo>
                    <a:pt x="1338" y="1080"/>
                  </a:lnTo>
                  <a:lnTo>
                    <a:pt x="1318" y="1075"/>
                  </a:lnTo>
                  <a:lnTo>
                    <a:pt x="1302" y="1066"/>
                  </a:lnTo>
                  <a:lnTo>
                    <a:pt x="688" y="670"/>
                  </a:lnTo>
                  <a:lnTo>
                    <a:pt x="148" y="1193"/>
                  </a:lnTo>
                  <a:lnTo>
                    <a:pt x="132" y="1205"/>
                  </a:lnTo>
                  <a:lnTo>
                    <a:pt x="114" y="1214"/>
                  </a:lnTo>
                  <a:lnTo>
                    <a:pt x="95" y="1218"/>
                  </a:lnTo>
                  <a:lnTo>
                    <a:pt x="75" y="1217"/>
                  </a:lnTo>
                  <a:lnTo>
                    <a:pt x="56" y="1212"/>
                  </a:lnTo>
                  <a:lnTo>
                    <a:pt x="39" y="1203"/>
                  </a:lnTo>
                  <a:lnTo>
                    <a:pt x="23" y="1190"/>
                  </a:lnTo>
                  <a:lnTo>
                    <a:pt x="11" y="1174"/>
                  </a:lnTo>
                  <a:lnTo>
                    <a:pt x="3" y="1155"/>
                  </a:lnTo>
                  <a:lnTo>
                    <a:pt x="0" y="1137"/>
                  </a:lnTo>
                  <a:lnTo>
                    <a:pt x="0" y="1118"/>
                  </a:lnTo>
                  <a:lnTo>
                    <a:pt x="5" y="1099"/>
                  </a:lnTo>
                  <a:lnTo>
                    <a:pt x="13" y="1082"/>
                  </a:lnTo>
                  <a:lnTo>
                    <a:pt x="25" y="1066"/>
                  </a:lnTo>
                  <a:lnTo>
                    <a:pt x="617" y="493"/>
                  </a:lnTo>
                  <a:lnTo>
                    <a:pt x="632" y="481"/>
                  </a:lnTo>
                  <a:lnTo>
                    <a:pt x="649" y="472"/>
                  </a:lnTo>
                  <a:lnTo>
                    <a:pt x="669" y="468"/>
                  </a:lnTo>
                  <a:lnTo>
                    <a:pt x="688" y="469"/>
                  </a:lnTo>
                  <a:lnTo>
                    <a:pt x="708" y="473"/>
                  </a:lnTo>
                  <a:lnTo>
                    <a:pt x="726" y="482"/>
                  </a:lnTo>
                  <a:lnTo>
                    <a:pt x="1342" y="881"/>
                  </a:lnTo>
                  <a:lnTo>
                    <a:pt x="2148" y="176"/>
                  </a:lnTo>
                  <a:lnTo>
                    <a:pt x="2014" y="176"/>
                  </a:lnTo>
                  <a:lnTo>
                    <a:pt x="1992" y="174"/>
                  </a:lnTo>
                  <a:lnTo>
                    <a:pt x="1971" y="165"/>
                  </a:lnTo>
                  <a:lnTo>
                    <a:pt x="1954" y="152"/>
                  </a:lnTo>
                  <a:lnTo>
                    <a:pt x="1939" y="135"/>
                  </a:lnTo>
                  <a:lnTo>
                    <a:pt x="1930" y="116"/>
                  </a:lnTo>
                  <a:lnTo>
                    <a:pt x="1926" y="94"/>
                  </a:lnTo>
                  <a:lnTo>
                    <a:pt x="1927" y="71"/>
                  </a:lnTo>
                  <a:lnTo>
                    <a:pt x="1934" y="51"/>
                  </a:lnTo>
                  <a:lnTo>
                    <a:pt x="1946" y="34"/>
                  </a:lnTo>
                  <a:lnTo>
                    <a:pt x="1960" y="19"/>
                  </a:lnTo>
                  <a:lnTo>
                    <a:pt x="1976" y="9"/>
                  </a:lnTo>
                  <a:lnTo>
                    <a:pt x="1996" y="2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C7EA4B8-03C6-4E67-88DE-E354524431AC}"/>
              </a:ext>
            </a:extLst>
          </p:cNvPr>
          <p:cNvGrpSpPr/>
          <p:nvPr/>
        </p:nvGrpSpPr>
        <p:grpSpPr>
          <a:xfrm>
            <a:off x="9896321" y="1719144"/>
            <a:ext cx="233088" cy="310355"/>
            <a:chOff x="8062913" y="1233488"/>
            <a:chExt cx="287337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35" name="Freeform 226">
              <a:extLst>
                <a:ext uri="{FF2B5EF4-FFF2-40B4-BE49-F238E27FC236}">
                  <a16:creationId xmlns:a16="http://schemas.microsoft.com/office/drawing/2014/main" id="{984FE573-E8C3-409E-B1C1-A204FF72A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7225" y="1252538"/>
              <a:ext cx="53975" cy="55562"/>
            </a:xfrm>
            <a:custGeom>
              <a:avLst/>
              <a:gdLst>
                <a:gd name="T0" fmla="*/ 0 w 480"/>
                <a:gd name="T1" fmla="*/ 0 h 490"/>
                <a:gd name="T2" fmla="*/ 480 w 480"/>
                <a:gd name="T3" fmla="*/ 490 h 490"/>
                <a:gd name="T4" fmla="*/ 0 w 480"/>
                <a:gd name="T5" fmla="*/ 490 h 490"/>
                <a:gd name="T6" fmla="*/ 0 w 480"/>
                <a:gd name="T7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490">
                  <a:moveTo>
                    <a:pt x="0" y="0"/>
                  </a:moveTo>
                  <a:lnTo>
                    <a:pt x="480" y="490"/>
                  </a:lnTo>
                  <a:lnTo>
                    <a:pt x="0" y="49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6" name="Freeform 227">
              <a:extLst>
                <a:ext uri="{FF2B5EF4-FFF2-40B4-BE49-F238E27FC236}">
                  <a16:creationId xmlns:a16="http://schemas.microsoft.com/office/drawing/2014/main" id="{94E53AFF-06E3-48BE-B3C1-4EEB7C01CF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62913" y="1233488"/>
              <a:ext cx="287337" cy="382587"/>
            </a:xfrm>
            <a:custGeom>
              <a:avLst/>
              <a:gdLst>
                <a:gd name="T0" fmla="*/ 438 w 2534"/>
                <a:gd name="T1" fmla="*/ 2787 h 3374"/>
                <a:gd name="T2" fmla="*/ 407 w 2534"/>
                <a:gd name="T3" fmla="*/ 2806 h 3374"/>
                <a:gd name="T4" fmla="*/ 389 w 2534"/>
                <a:gd name="T5" fmla="*/ 2836 h 3374"/>
                <a:gd name="T6" fmla="*/ 389 w 2534"/>
                <a:gd name="T7" fmla="*/ 2872 h 3374"/>
                <a:gd name="T8" fmla="*/ 407 w 2534"/>
                <a:gd name="T9" fmla="*/ 2903 h 3374"/>
                <a:gd name="T10" fmla="*/ 438 w 2534"/>
                <a:gd name="T11" fmla="*/ 2921 h 3374"/>
                <a:gd name="T12" fmla="*/ 2046 w 2534"/>
                <a:gd name="T13" fmla="*/ 2924 h 3374"/>
                <a:gd name="T14" fmla="*/ 2080 w 2534"/>
                <a:gd name="T15" fmla="*/ 2914 h 3374"/>
                <a:gd name="T16" fmla="*/ 2106 w 2534"/>
                <a:gd name="T17" fmla="*/ 2889 h 3374"/>
                <a:gd name="T18" fmla="*/ 2116 w 2534"/>
                <a:gd name="T19" fmla="*/ 2855 h 3374"/>
                <a:gd name="T20" fmla="*/ 2106 w 2534"/>
                <a:gd name="T21" fmla="*/ 2820 h 3374"/>
                <a:gd name="T22" fmla="*/ 2080 w 2534"/>
                <a:gd name="T23" fmla="*/ 2794 h 3374"/>
                <a:gd name="T24" fmla="*/ 2047 w 2534"/>
                <a:gd name="T25" fmla="*/ 2785 h 3374"/>
                <a:gd name="T26" fmla="*/ 457 w 2534"/>
                <a:gd name="T27" fmla="*/ 2190 h 3374"/>
                <a:gd name="T28" fmla="*/ 422 w 2534"/>
                <a:gd name="T29" fmla="*/ 2200 h 3374"/>
                <a:gd name="T30" fmla="*/ 396 w 2534"/>
                <a:gd name="T31" fmla="*/ 2226 h 3374"/>
                <a:gd name="T32" fmla="*/ 387 w 2534"/>
                <a:gd name="T33" fmla="*/ 2260 h 3374"/>
                <a:gd name="T34" fmla="*/ 396 w 2534"/>
                <a:gd name="T35" fmla="*/ 2294 h 3374"/>
                <a:gd name="T36" fmla="*/ 422 w 2534"/>
                <a:gd name="T37" fmla="*/ 2320 h 3374"/>
                <a:gd name="T38" fmla="*/ 457 w 2534"/>
                <a:gd name="T39" fmla="*/ 2329 h 3374"/>
                <a:gd name="T40" fmla="*/ 2064 w 2534"/>
                <a:gd name="T41" fmla="*/ 2327 h 3374"/>
                <a:gd name="T42" fmla="*/ 2095 w 2534"/>
                <a:gd name="T43" fmla="*/ 2309 h 3374"/>
                <a:gd name="T44" fmla="*/ 2113 w 2534"/>
                <a:gd name="T45" fmla="*/ 2278 h 3374"/>
                <a:gd name="T46" fmla="*/ 2113 w 2534"/>
                <a:gd name="T47" fmla="*/ 2242 h 3374"/>
                <a:gd name="T48" fmla="*/ 2095 w 2534"/>
                <a:gd name="T49" fmla="*/ 2212 h 3374"/>
                <a:gd name="T50" fmla="*/ 2064 w 2534"/>
                <a:gd name="T51" fmla="*/ 2193 h 3374"/>
                <a:gd name="T52" fmla="*/ 457 w 2534"/>
                <a:gd name="T53" fmla="*/ 2190 h 3374"/>
                <a:gd name="T54" fmla="*/ 438 w 2534"/>
                <a:gd name="T55" fmla="*/ 1599 h 3374"/>
                <a:gd name="T56" fmla="*/ 407 w 2534"/>
                <a:gd name="T57" fmla="*/ 1616 h 3374"/>
                <a:gd name="T58" fmla="*/ 389 w 2534"/>
                <a:gd name="T59" fmla="*/ 1647 h 3374"/>
                <a:gd name="T60" fmla="*/ 389 w 2534"/>
                <a:gd name="T61" fmla="*/ 1684 h 3374"/>
                <a:gd name="T62" fmla="*/ 407 w 2534"/>
                <a:gd name="T63" fmla="*/ 1715 h 3374"/>
                <a:gd name="T64" fmla="*/ 438 w 2534"/>
                <a:gd name="T65" fmla="*/ 1733 h 3374"/>
                <a:gd name="T66" fmla="*/ 2046 w 2534"/>
                <a:gd name="T67" fmla="*/ 1735 h 3374"/>
                <a:gd name="T68" fmla="*/ 2080 w 2534"/>
                <a:gd name="T69" fmla="*/ 1726 h 3374"/>
                <a:gd name="T70" fmla="*/ 2106 w 2534"/>
                <a:gd name="T71" fmla="*/ 1701 h 3374"/>
                <a:gd name="T72" fmla="*/ 2116 w 2534"/>
                <a:gd name="T73" fmla="*/ 1666 h 3374"/>
                <a:gd name="T74" fmla="*/ 2106 w 2534"/>
                <a:gd name="T75" fmla="*/ 1631 h 3374"/>
                <a:gd name="T76" fmla="*/ 2080 w 2534"/>
                <a:gd name="T77" fmla="*/ 1606 h 3374"/>
                <a:gd name="T78" fmla="*/ 2047 w 2534"/>
                <a:gd name="T79" fmla="*/ 1596 h 3374"/>
                <a:gd name="T80" fmla="*/ 0 w 2534"/>
                <a:gd name="T81" fmla="*/ 0 h 3374"/>
                <a:gd name="T82" fmla="*/ 1749 w 2534"/>
                <a:gd name="T83" fmla="*/ 731 h 3374"/>
                <a:gd name="T84" fmla="*/ 1758 w 2534"/>
                <a:gd name="T85" fmla="*/ 766 h 3374"/>
                <a:gd name="T86" fmla="*/ 1784 w 2534"/>
                <a:gd name="T87" fmla="*/ 791 h 3374"/>
                <a:gd name="T88" fmla="*/ 1818 w 2534"/>
                <a:gd name="T89" fmla="*/ 801 h 3374"/>
                <a:gd name="T90" fmla="*/ 2534 w 2534"/>
                <a:gd name="T91" fmla="*/ 3374 h 3374"/>
                <a:gd name="T92" fmla="*/ 0 w 2534"/>
                <a:gd name="T93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534" h="3374">
                  <a:moveTo>
                    <a:pt x="457" y="2785"/>
                  </a:moveTo>
                  <a:lnTo>
                    <a:pt x="438" y="2787"/>
                  </a:lnTo>
                  <a:lnTo>
                    <a:pt x="422" y="2794"/>
                  </a:lnTo>
                  <a:lnTo>
                    <a:pt x="407" y="2806"/>
                  </a:lnTo>
                  <a:lnTo>
                    <a:pt x="396" y="2820"/>
                  </a:lnTo>
                  <a:lnTo>
                    <a:pt x="389" y="2836"/>
                  </a:lnTo>
                  <a:lnTo>
                    <a:pt x="387" y="2855"/>
                  </a:lnTo>
                  <a:lnTo>
                    <a:pt x="389" y="2872"/>
                  </a:lnTo>
                  <a:lnTo>
                    <a:pt x="396" y="2888"/>
                  </a:lnTo>
                  <a:lnTo>
                    <a:pt x="407" y="2903"/>
                  </a:lnTo>
                  <a:lnTo>
                    <a:pt x="422" y="2914"/>
                  </a:lnTo>
                  <a:lnTo>
                    <a:pt x="438" y="2921"/>
                  </a:lnTo>
                  <a:lnTo>
                    <a:pt x="457" y="2924"/>
                  </a:lnTo>
                  <a:lnTo>
                    <a:pt x="2046" y="2924"/>
                  </a:lnTo>
                  <a:lnTo>
                    <a:pt x="2064" y="2921"/>
                  </a:lnTo>
                  <a:lnTo>
                    <a:pt x="2080" y="2914"/>
                  </a:lnTo>
                  <a:lnTo>
                    <a:pt x="2095" y="2903"/>
                  </a:lnTo>
                  <a:lnTo>
                    <a:pt x="2106" y="2889"/>
                  </a:lnTo>
                  <a:lnTo>
                    <a:pt x="2113" y="2872"/>
                  </a:lnTo>
                  <a:lnTo>
                    <a:pt x="2116" y="2855"/>
                  </a:lnTo>
                  <a:lnTo>
                    <a:pt x="2113" y="2836"/>
                  </a:lnTo>
                  <a:lnTo>
                    <a:pt x="2106" y="2820"/>
                  </a:lnTo>
                  <a:lnTo>
                    <a:pt x="2095" y="2806"/>
                  </a:lnTo>
                  <a:lnTo>
                    <a:pt x="2080" y="2794"/>
                  </a:lnTo>
                  <a:lnTo>
                    <a:pt x="2064" y="2787"/>
                  </a:lnTo>
                  <a:lnTo>
                    <a:pt x="2047" y="2785"/>
                  </a:lnTo>
                  <a:lnTo>
                    <a:pt x="457" y="2785"/>
                  </a:lnTo>
                  <a:close/>
                  <a:moveTo>
                    <a:pt x="457" y="2190"/>
                  </a:moveTo>
                  <a:lnTo>
                    <a:pt x="438" y="2193"/>
                  </a:lnTo>
                  <a:lnTo>
                    <a:pt x="422" y="2200"/>
                  </a:lnTo>
                  <a:lnTo>
                    <a:pt x="407" y="2212"/>
                  </a:lnTo>
                  <a:lnTo>
                    <a:pt x="396" y="2226"/>
                  </a:lnTo>
                  <a:lnTo>
                    <a:pt x="389" y="2242"/>
                  </a:lnTo>
                  <a:lnTo>
                    <a:pt x="387" y="2260"/>
                  </a:lnTo>
                  <a:lnTo>
                    <a:pt x="389" y="2278"/>
                  </a:lnTo>
                  <a:lnTo>
                    <a:pt x="396" y="2294"/>
                  </a:lnTo>
                  <a:lnTo>
                    <a:pt x="407" y="2309"/>
                  </a:lnTo>
                  <a:lnTo>
                    <a:pt x="422" y="2320"/>
                  </a:lnTo>
                  <a:lnTo>
                    <a:pt x="438" y="2327"/>
                  </a:lnTo>
                  <a:lnTo>
                    <a:pt x="457" y="2329"/>
                  </a:lnTo>
                  <a:lnTo>
                    <a:pt x="2046" y="2329"/>
                  </a:lnTo>
                  <a:lnTo>
                    <a:pt x="2064" y="2327"/>
                  </a:lnTo>
                  <a:lnTo>
                    <a:pt x="2080" y="2320"/>
                  </a:lnTo>
                  <a:lnTo>
                    <a:pt x="2095" y="2309"/>
                  </a:lnTo>
                  <a:lnTo>
                    <a:pt x="2106" y="2294"/>
                  </a:lnTo>
                  <a:lnTo>
                    <a:pt x="2113" y="2278"/>
                  </a:lnTo>
                  <a:lnTo>
                    <a:pt x="2116" y="2260"/>
                  </a:lnTo>
                  <a:lnTo>
                    <a:pt x="2113" y="2242"/>
                  </a:lnTo>
                  <a:lnTo>
                    <a:pt x="2106" y="2226"/>
                  </a:lnTo>
                  <a:lnTo>
                    <a:pt x="2095" y="2212"/>
                  </a:lnTo>
                  <a:lnTo>
                    <a:pt x="2080" y="2200"/>
                  </a:lnTo>
                  <a:lnTo>
                    <a:pt x="2064" y="2193"/>
                  </a:lnTo>
                  <a:lnTo>
                    <a:pt x="2047" y="2190"/>
                  </a:lnTo>
                  <a:lnTo>
                    <a:pt x="457" y="2190"/>
                  </a:lnTo>
                  <a:close/>
                  <a:moveTo>
                    <a:pt x="457" y="1596"/>
                  </a:moveTo>
                  <a:lnTo>
                    <a:pt x="438" y="1599"/>
                  </a:lnTo>
                  <a:lnTo>
                    <a:pt x="422" y="1606"/>
                  </a:lnTo>
                  <a:lnTo>
                    <a:pt x="407" y="1616"/>
                  </a:lnTo>
                  <a:lnTo>
                    <a:pt x="396" y="1631"/>
                  </a:lnTo>
                  <a:lnTo>
                    <a:pt x="389" y="1647"/>
                  </a:lnTo>
                  <a:lnTo>
                    <a:pt x="387" y="1666"/>
                  </a:lnTo>
                  <a:lnTo>
                    <a:pt x="389" y="1684"/>
                  </a:lnTo>
                  <a:lnTo>
                    <a:pt x="396" y="1700"/>
                  </a:lnTo>
                  <a:lnTo>
                    <a:pt x="407" y="1715"/>
                  </a:lnTo>
                  <a:lnTo>
                    <a:pt x="422" y="1726"/>
                  </a:lnTo>
                  <a:lnTo>
                    <a:pt x="438" y="1733"/>
                  </a:lnTo>
                  <a:lnTo>
                    <a:pt x="457" y="1735"/>
                  </a:lnTo>
                  <a:lnTo>
                    <a:pt x="2046" y="1735"/>
                  </a:lnTo>
                  <a:lnTo>
                    <a:pt x="2064" y="1733"/>
                  </a:lnTo>
                  <a:lnTo>
                    <a:pt x="2080" y="1726"/>
                  </a:lnTo>
                  <a:lnTo>
                    <a:pt x="2095" y="1716"/>
                  </a:lnTo>
                  <a:lnTo>
                    <a:pt x="2106" y="1701"/>
                  </a:lnTo>
                  <a:lnTo>
                    <a:pt x="2113" y="1685"/>
                  </a:lnTo>
                  <a:lnTo>
                    <a:pt x="2116" y="1666"/>
                  </a:lnTo>
                  <a:lnTo>
                    <a:pt x="2113" y="1647"/>
                  </a:lnTo>
                  <a:lnTo>
                    <a:pt x="2106" y="1631"/>
                  </a:lnTo>
                  <a:lnTo>
                    <a:pt x="2095" y="1616"/>
                  </a:lnTo>
                  <a:lnTo>
                    <a:pt x="2080" y="1606"/>
                  </a:lnTo>
                  <a:lnTo>
                    <a:pt x="2064" y="1599"/>
                  </a:lnTo>
                  <a:lnTo>
                    <a:pt x="2047" y="1596"/>
                  </a:lnTo>
                  <a:lnTo>
                    <a:pt x="457" y="1596"/>
                  </a:lnTo>
                  <a:close/>
                  <a:moveTo>
                    <a:pt x="0" y="0"/>
                  </a:moveTo>
                  <a:lnTo>
                    <a:pt x="1749" y="0"/>
                  </a:lnTo>
                  <a:lnTo>
                    <a:pt x="1749" y="731"/>
                  </a:lnTo>
                  <a:lnTo>
                    <a:pt x="1751" y="749"/>
                  </a:lnTo>
                  <a:lnTo>
                    <a:pt x="1758" y="766"/>
                  </a:lnTo>
                  <a:lnTo>
                    <a:pt x="1769" y="780"/>
                  </a:lnTo>
                  <a:lnTo>
                    <a:pt x="1784" y="791"/>
                  </a:lnTo>
                  <a:lnTo>
                    <a:pt x="1800" y="799"/>
                  </a:lnTo>
                  <a:lnTo>
                    <a:pt x="1818" y="801"/>
                  </a:lnTo>
                  <a:lnTo>
                    <a:pt x="2531" y="801"/>
                  </a:lnTo>
                  <a:lnTo>
                    <a:pt x="2534" y="3374"/>
                  </a:lnTo>
                  <a:lnTo>
                    <a:pt x="0" y="33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8D35E30-B4B0-4ED9-8768-062354A80650}"/>
              </a:ext>
            </a:extLst>
          </p:cNvPr>
          <p:cNvGrpSpPr/>
          <p:nvPr/>
        </p:nvGrpSpPr>
        <p:grpSpPr>
          <a:xfrm>
            <a:off x="10534605" y="1719143"/>
            <a:ext cx="225363" cy="310356"/>
            <a:chOff x="8469313" y="1158875"/>
            <a:chExt cx="277813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38" name="Freeform 232">
              <a:extLst>
                <a:ext uri="{FF2B5EF4-FFF2-40B4-BE49-F238E27FC236}">
                  <a16:creationId xmlns:a16="http://schemas.microsoft.com/office/drawing/2014/main" id="{FAA20E2E-6042-4DEA-BE2A-B0123E529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0451" y="1473200"/>
              <a:ext cx="49213" cy="49213"/>
            </a:xfrm>
            <a:custGeom>
              <a:avLst/>
              <a:gdLst>
                <a:gd name="T0" fmla="*/ 0 w 430"/>
                <a:gd name="T1" fmla="*/ 0 h 433"/>
                <a:gd name="T2" fmla="*/ 430 w 430"/>
                <a:gd name="T3" fmla="*/ 0 h 433"/>
                <a:gd name="T4" fmla="*/ 0 w 430"/>
                <a:gd name="T5" fmla="*/ 433 h 433"/>
                <a:gd name="T6" fmla="*/ 0 w 430"/>
                <a:gd name="T7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0" h="433">
                  <a:moveTo>
                    <a:pt x="0" y="0"/>
                  </a:moveTo>
                  <a:lnTo>
                    <a:pt x="430" y="0"/>
                  </a:lnTo>
                  <a:lnTo>
                    <a:pt x="0" y="4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39" name="Freeform 233">
              <a:extLst>
                <a:ext uri="{FF2B5EF4-FFF2-40B4-BE49-F238E27FC236}">
                  <a16:creationId xmlns:a16="http://schemas.microsoft.com/office/drawing/2014/main" id="{6EF35640-1CC6-4654-8E5F-68E06EA19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9313" y="1158875"/>
              <a:ext cx="277813" cy="382588"/>
            </a:xfrm>
            <a:custGeom>
              <a:avLst/>
              <a:gdLst>
                <a:gd name="T0" fmla="*/ 298 w 2457"/>
                <a:gd name="T1" fmla="*/ 2035 h 3374"/>
                <a:gd name="T2" fmla="*/ 268 w 2457"/>
                <a:gd name="T3" fmla="*/ 2052 h 3374"/>
                <a:gd name="T4" fmla="*/ 251 w 2457"/>
                <a:gd name="T5" fmla="*/ 2082 h 3374"/>
                <a:gd name="T6" fmla="*/ 251 w 2457"/>
                <a:gd name="T7" fmla="*/ 2117 h 3374"/>
                <a:gd name="T8" fmla="*/ 269 w 2457"/>
                <a:gd name="T9" fmla="*/ 2147 h 3374"/>
                <a:gd name="T10" fmla="*/ 300 w 2457"/>
                <a:gd name="T11" fmla="*/ 2163 h 3374"/>
                <a:gd name="T12" fmla="*/ 2137 w 2457"/>
                <a:gd name="T13" fmla="*/ 2167 h 3374"/>
                <a:gd name="T14" fmla="*/ 2170 w 2457"/>
                <a:gd name="T15" fmla="*/ 2157 h 3374"/>
                <a:gd name="T16" fmla="*/ 2195 w 2457"/>
                <a:gd name="T17" fmla="*/ 2134 h 3374"/>
                <a:gd name="T18" fmla="*/ 2203 w 2457"/>
                <a:gd name="T19" fmla="*/ 2099 h 3374"/>
                <a:gd name="T20" fmla="*/ 2195 w 2457"/>
                <a:gd name="T21" fmla="*/ 2065 h 3374"/>
                <a:gd name="T22" fmla="*/ 2170 w 2457"/>
                <a:gd name="T23" fmla="*/ 2042 h 3374"/>
                <a:gd name="T24" fmla="*/ 2137 w 2457"/>
                <a:gd name="T25" fmla="*/ 2033 h 3374"/>
                <a:gd name="T26" fmla="*/ 318 w 2457"/>
                <a:gd name="T27" fmla="*/ 1500 h 3374"/>
                <a:gd name="T28" fmla="*/ 284 w 2457"/>
                <a:gd name="T29" fmla="*/ 1509 h 3374"/>
                <a:gd name="T30" fmla="*/ 260 w 2457"/>
                <a:gd name="T31" fmla="*/ 1533 h 3374"/>
                <a:gd name="T32" fmla="*/ 251 w 2457"/>
                <a:gd name="T33" fmla="*/ 1566 h 3374"/>
                <a:gd name="T34" fmla="*/ 260 w 2457"/>
                <a:gd name="T35" fmla="*/ 1600 h 3374"/>
                <a:gd name="T36" fmla="*/ 285 w 2457"/>
                <a:gd name="T37" fmla="*/ 1625 h 3374"/>
                <a:gd name="T38" fmla="*/ 318 w 2457"/>
                <a:gd name="T39" fmla="*/ 1633 h 3374"/>
                <a:gd name="T40" fmla="*/ 2157 w 2457"/>
                <a:gd name="T41" fmla="*/ 1631 h 3374"/>
                <a:gd name="T42" fmla="*/ 2187 w 2457"/>
                <a:gd name="T43" fmla="*/ 1613 h 3374"/>
                <a:gd name="T44" fmla="*/ 2204 w 2457"/>
                <a:gd name="T45" fmla="*/ 1585 h 3374"/>
                <a:gd name="T46" fmla="*/ 2204 w 2457"/>
                <a:gd name="T47" fmla="*/ 1549 h 3374"/>
                <a:gd name="T48" fmla="*/ 2187 w 2457"/>
                <a:gd name="T49" fmla="*/ 1519 h 3374"/>
                <a:gd name="T50" fmla="*/ 2157 w 2457"/>
                <a:gd name="T51" fmla="*/ 1502 h 3374"/>
                <a:gd name="T52" fmla="*/ 318 w 2457"/>
                <a:gd name="T53" fmla="*/ 1500 h 3374"/>
                <a:gd name="T54" fmla="*/ 300 w 2457"/>
                <a:gd name="T55" fmla="*/ 969 h 3374"/>
                <a:gd name="T56" fmla="*/ 269 w 2457"/>
                <a:gd name="T57" fmla="*/ 988 h 3374"/>
                <a:gd name="T58" fmla="*/ 253 w 2457"/>
                <a:gd name="T59" fmla="*/ 1016 h 3374"/>
                <a:gd name="T60" fmla="*/ 254 w 2457"/>
                <a:gd name="T61" fmla="*/ 1051 h 3374"/>
                <a:gd name="T62" fmla="*/ 270 w 2457"/>
                <a:gd name="T63" fmla="*/ 1081 h 3374"/>
                <a:gd name="T64" fmla="*/ 300 w 2457"/>
                <a:gd name="T65" fmla="*/ 1098 h 3374"/>
                <a:gd name="T66" fmla="*/ 2140 w 2457"/>
                <a:gd name="T67" fmla="*/ 1100 h 3374"/>
                <a:gd name="T68" fmla="*/ 2173 w 2457"/>
                <a:gd name="T69" fmla="*/ 1091 h 3374"/>
                <a:gd name="T70" fmla="*/ 2197 w 2457"/>
                <a:gd name="T71" fmla="*/ 1067 h 3374"/>
                <a:gd name="T72" fmla="*/ 2206 w 2457"/>
                <a:gd name="T73" fmla="*/ 1034 h 3374"/>
                <a:gd name="T74" fmla="*/ 2197 w 2457"/>
                <a:gd name="T75" fmla="*/ 1000 h 3374"/>
                <a:gd name="T76" fmla="*/ 2173 w 2457"/>
                <a:gd name="T77" fmla="*/ 975 h 3374"/>
                <a:gd name="T78" fmla="*/ 2140 w 2457"/>
                <a:gd name="T79" fmla="*/ 967 h 3374"/>
                <a:gd name="T80" fmla="*/ 318 w 2457"/>
                <a:gd name="T81" fmla="*/ 437 h 3374"/>
                <a:gd name="T82" fmla="*/ 284 w 2457"/>
                <a:gd name="T83" fmla="*/ 446 h 3374"/>
                <a:gd name="T84" fmla="*/ 259 w 2457"/>
                <a:gd name="T85" fmla="*/ 469 h 3374"/>
                <a:gd name="T86" fmla="*/ 251 w 2457"/>
                <a:gd name="T87" fmla="*/ 503 h 3374"/>
                <a:gd name="T88" fmla="*/ 260 w 2457"/>
                <a:gd name="T89" fmla="*/ 537 h 3374"/>
                <a:gd name="T90" fmla="*/ 285 w 2457"/>
                <a:gd name="T91" fmla="*/ 561 h 3374"/>
                <a:gd name="T92" fmla="*/ 318 w 2457"/>
                <a:gd name="T93" fmla="*/ 571 h 3374"/>
                <a:gd name="T94" fmla="*/ 2157 w 2457"/>
                <a:gd name="T95" fmla="*/ 567 h 3374"/>
                <a:gd name="T96" fmla="*/ 2187 w 2457"/>
                <a:gd name="T97" fmla="*/ 551 h 3374"/>
                <a:gd name="T98" fmla="*/ 2204 w 2457"/>
                <a:gd name="T99" fmla="*/ 521 h 3374"/>
                <a:gd name="T100" fmla="*/ 2204 w 2457"/>
                <a:gd name="T101" fmla="*/ 486 h 3374"/>
                <a:gd name="T102" fmla="*/ 2187 w 2457"/>
                <a:gd name="T103" fmla="*/ 456 h 3374"/>
                <a:gd name="T104" fmla="*/ 2157 w 2457"/>
                <a:gd name="T105" fmla="*/ 439 h 3374"/>
                <a:gd name="T106" fmla="*/ 318 w 2457"/>
                <a:gd name="T107" fmla="*/ 437 h 3374"/>
                <a:gd name="T108" fmla="*/ 2457 w 2457"/>
                <a:gd name="T109" fmla="*/ 0 h 3374"/>
                <a:gd name="T110" fmla="*/ 1792 w 2457"/>
                <a:gd name="T111" fmla="*/ 2643 h 3374"/>
                <a:gd name="T112" fmla="*/ 1758 w 2457"/>
                <a:gd name="T113" fmla="*/ 2652 h 3374"/>
                <a:gd name="T114" fmla="*/ 1735 w 2457"/>
                <a:gd name="T115" fmla="*/ 2677 h 3374"/>
                <a:gd name="T116" fmla="*/ 1726 w 2457"/>
                <a:gd name="T117" fmla="*/ 2710 h 3374"/>
                <a:gd name="T118" fmla="*/ 0 w 2457"/>
                <a:gd name="T119" fmla="*/ 3374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457" h="3374">
                  <a:moveTo>
                    <a:pt x="315" y="2033"/>
                  </a:moveTo>
                  <a:lnTo>
                    <a:pt x="298" y="2035"/>
                  </a:lnTo>
                  <a:lnTo>
                    <a:pt x="281" y="2042"/>
                  </a:lnTo>
                  <a:lnTo>
                    <a:pt x="268" y="2052"/>
                  </a:lnTo>
                  <a:lnTo>
                    <a:pt x="258" y="2065"/>
                  </a:lnTo>
                  <a:lnTo>
                    <a:pt x="251" y="2082"/>
                  </a:lnTo>
                  <a:lnTo>
                    <a:pt x="249" y="2099"/>
                  </a:lnTo>
                  <a:lnTo>
                    <a:pt x="251" y="2117"/>
                  </a:lnTo>
                  <a:lnTo>
                    <a:pt x="258" y="2134"/>
                  </a:lnTo>
                  <a:lnTo>
                    <a:pt x="269" y="2147"/>
                  </a:lnTo>
                  <a:lnTo>
                    <a:pt x="284" y="2157"/>
                  </a:lnTo>
                  <a:lnTo>
                    <a:pt x="300" y="2163"/>
                  </a:lnTo>
                  <a:lnTo>
                    <a:pt x="318" y="2167"/>
                  </a:lnTo>
                  <a:lnTo>
                    <a:pt x="2137" y="2167"/>
                  </a:lnTo>
                  <a:lnTo>
                    <a:pt x="2155" y="2163"/>
                  </a:lnTo>
                  <a:lnTo>
                    <a:pt x="2170" y="2157"/>
                  </a:lnTo>
                  <a:lnTo>
                    <a:pt x="2184" y="2147"/>
                  </a:lnTo>
                  <a:lnTo>
                    <a:pt x="2195" y="2134"/>
                  </a:lnTo>
                  <a:lnTo>
                    <a:pt x="2201" y="2117"/>
                  </a:lnTo>
                  <a:lnTo>
                    <a:pt x="2203" y="2099"/>
                  </a:lnTo>
                  <a:lnTo>
                    <a:pt x="2201" y="2082"/>
                  </a:lnTo>
                  <a:lnTo>
                    <a:pt x="2195" y="2065"/>
                  </a:lnTo>
                  <a:lnTo>
                    <a:pt x="2184" y="2052"/>
                  </a:lnTo>
                  <a:lnTo>
                    <a:pt x="2170" y="2042"/>
                  </a:lnTo>
                  <a:lnTo>
                    <a:pt x="2155" y="2035"/>
                  </a:lnTo>
                  <a:lnTo>
                    <a:pt x="2137" y="2033"/>
                  </a:lnTo>
                  <a:lnTo>
                    <a:pt x="315" y="2033"/>
                  </a:lnTo>
                  <a:close/>
                  <a:moveTo>
                    <a:pt x="318" y="1500"/>
                  </a:moveTo>
                  <a:lnTo>
                    <a:pt x="300" y="1502"/>
                  </a:lnTo>
                  <a:lnTo>
                    <a:pt x="284" y="1509"/>
                  </a:lnTo>
                  <a:lnTo>
                    <a:pt x="270" y="1519"/>
                  </a:lnTo>
                  <a:lnTo>
                    <a:pt x="260" y="1533"/>
                  </a:lnTo>
                  <a:lnTo>
                    <a:pt x="254" y="1549"/>
                  </a:lnTo>
                  <a:lnTo>
                    <a:pt x="251" y="1566"/>
                  </a:lnTo>
                  <a:lnTo>
                    <a:pt x="254" y="1585"/>
                  </a:lnTo>
                  <a:lnTo>
                    <a:pt x="260" y="1600"/>
                  </a:lnTo>
                  <a:lnTo>
                    <a:pt x="270" y="1613"/>
                  </a:lnTo>
                  <a:lnTo>
                    <a:pt x="285" y="1625"/>
                  </a:lnTo>
                  <a:lnTo>
                    <a:pt x="300" y="1631"/>
                  </a:lnTo>
                  <a:lnTo>
                    <a:pt x="318" y="1633"/>
                  </a:lnTo>
                  <a:lnTo>
                    <a:pt x="2140" y="1633"/>
                  </a:lnTo>
                  <a:lnTo>
                    <a:pt x="2157" y="1631"/>
                  </a:lnTo>
                  <a:lnTo>
                    <a:pt x="2173" y="1625"/>
                  </a:lnTo>
                  <a:lnTo>
                    <a:pt x="2187" y="1613"/>
                  </a:lnTo>
                  <a:lnTo>
                    <a:pt x="2197" y="1600"/>
                  </a:lnTo>
                  <a:lnTo>
                    <a:pt x="2204" y="1585"/>
                  </a:lnTo>
                  <a:lnTo>
                    <a:pt x="2206" y="1566"/>
                  </a:lnTo>
                  <a:lnTo>
                    <a:pt x="2204" y="1549"/>
                  </a:lnTo>
                  <a:lnTo>
                    <a:pt x="2197" y="1533"/>
                  </a:lnTo>
                  <a:lnTo>
                    <a:pt x="2187" y="1519"/>
                  </a:lnTo>
                  <a:lnTo>
                    <a:pt x="2173" y="1509"/>
                  </a:lnTo>
                  <a:lnTo>
                    <a:pt x="2157" y="1502"/>
                  </a:lnTo>
                  <a:lnTo>
                    <a:pt x="2140" y="1500"/>
                  </a:lnTo>
                  <a:lnTo>
                    <a:pt x="318" y="1500"/>
                  </a:lnTo>
                  <a:close/>
                  <a:moveTo>
                    <a:pt x="318" y="967"/>
                  </a:moveTo>
                  <a:lnTo>
                    <a:pt x="300" y="969"/>
                  </a:lnTo>
                  <a:lnTo>
                    <a:pt x="284" y="976"/>
                  </a:lnTo>
                  <a:lnTo>
                    <a:pt x="269" y="988"/>
                  </a:lnTo>
                  <a:lnTo>
                    <a:pt x="259" y="1001"/>
                  </a:lnTo>
                  <a:lnTo>
                    <a:pt x="253" y="1016"/>
                  </a:lnTo>
                  <a:lnTo>
                    <a:pt x="251" y="1034"/>
                  </a:lnTo>
                  <a:lnTo>
                    <a:pt x="254" y="1051"/>
                  </a:lnTo>
                  <a:lnTo>
                    <a:pt x="260" y="1067"/>
                  </a:lnTo>
                  <a:lnTo>
                    <a:pt x="270" y="1081"/>
                  </a:lnTo>
                  <a:lnTo>
                    <a:pt x="285" y="1091"/>
                  </a:lnTo>
                  <a:lnTo>
                    <a:pt x="300" y="1098"/>
                  </a:lnTo>
                  <a:lnTo>
                    <a:pt x="318" y="1100"/>
                  </a:lnTo>
                  <a:lnTo>
                    <a:pt x="2140" y="1100"/>
                  </a:lnTo>
                  <a:lnTo>
                    <a:pt x="2157" y="1098"/>
                  </a:lnTo>
                  <a:lnTo>
                    <a:pt x="2173" y="1091"/>
                  </a:lnTo>
                  <a:lnTo>
                    <a:pt x="2187" y="1081"/>
                  </a:lnTo>
                  <a:lnTo>
                    <a:pt x="2197" y="1067"/>
                  </a:lnTo>
                  <a:lnTo>
                    <a:pt x="2204" y="1051"/>
                  </a:lnTo>
                  <a:lnTo>
                    <a:pt x="2206" y="1034"/>
                  </a:lnTo>
                  <a:lnTo>
                    <a:pt x="2204" y="1015"/>
                  </a:lnTo>
                  <a:lnTo>
                    <a:pt x="2197" y="1000"/>
                  </a:lnTo>
                  <a:lnTo>
                    <a:pt x="2187" y="987"/>
                  </a:lnTo>
                  <a:lnTo>
                    <a:pt x="2173" y="975"/>
                  </a:lnTo>
                  <a:lnTo>
                    <a:pt x="2157" y="969"/>
                  </a:lnTo>
                  <a:lnTo>
                    <a:pt x="2140" y="967"/>
                  </a:lnTo>
                  <a:lnTo>
                    <a:pt x="318" y="967"/>
                  </a:lnTo>
                  <a:close/>
                  <a:moveTo>
                    <a:pt x="318" y="437"/>
                  </a:moveTo>
                  <a:lnTo>
                    <a:pt x="300" y="439"/>
                  </a:lnTo>
                  <a:lnTo>
                    <a:pt x="284" y="446"/>
                  </a:lnTo>
                  <a:lnTo>
                    <a:pt x="269" y="456"/>
                  </a:lnTo>
                  <a:lnTo>
                    <a:pt x="259" y="469"/>
                  </a:lnTo>
                  <a:lnTo>
                    <a:pt x="253" y="486"/>
                  </a:lnTo>
                  <a:lnTo>
                    <a:pt x="251" y="503"/>
                  </a:lnTo>
                  <a:lnTo>
                    <a:pt x="254" y="521"/>
                  </a:lnTo>
                  <a:lnTo>
                    <a:pt x="260" y="537"/>
                  </a:lnTo>
                  <a:lnTo>
                    <a:pt x="270" y="551"/>
                  </a:lnTo>
                  <a:lnTo>
                    <a:pt x="285" y="561"/>
                  </a:lnTo>
                  <a:lnTo>
                    <a:pt x="300" y="567"/>
                  </a:lnTo>
                  <a:lnTo>
                    <a:pt x="318" y="571"/>
                  </a:lnTo>
                  <a:lnTo>
                    <a:pt x="2140" y="571"/>
                  </a:lnTo>
                  <a:lnTo>
                    <a:pt x="2157" y="567"/>
                  </a:lnTo>
                  <a:lnTo>
                    <a:pt x="2173" y="561"/>
                  </a:lnTo>
                  <a:lnTo>
                    <a:pt x="2187" y="551"/>
                  </a:lnTo>
                  <a:lnTo>
                    <a:pt x="2197" y="537"/>
                  </a:lnTo>
                  <a:lnTo>
                    <a:pt x="2204" y="521"/>
                  </a:lnTo>
                  <a:lnTo>
                    <a:pt x="2206" y="503"/>
                  </a:lnTo>
                  <a:lnTo>
                    <a:pt x="2204" y="486"/>
                  </a:lnTo>
                  <a:lnTo>
                    <a:pt x="2197" y="469"/>
                  </a:lnTo>
                  <a:lnTo>
                    <a:pt x="2187" y="456"/>
                  </a:lnTo>
                  <a:lnTo>
                    <a:pt x="2173" y="446"/>
                  </a:lnTo>
                  <a:lnTo>
                    <a:pt x="2157" y="439"/>
                  </a:lnTo>
                  <a:lnTo>
                    <a:pt x="2140" y="437"/>
                  </a:lnTo>
                  <a:lnTo>
                    <a:pt x="318" y="437"/>
                  </a:lnTo>
                  <a:close/>
                  <a:moveTo>
                    <a:pt x="0" y="0"/>
                  </a:moveTo>
                  <a:lnTo>
                    <a:pt x="2457" y="0"/>
                  </a:lnTo>
                  <a:lnTo>
                    <a:pt x="2457" y="2643"/>
                  </a:lnTo>
                  <a:lnTo>
                    <a:pt x="1792" y="2643"/>
                  </a:lnTo>
                  <a:lnTo>
                    <a:pt x="1775" y="2646"/>
                  </a:lnTo>
                  <a:lnTo>
                    <a:pt x="1758" y="2652"/>
                  </a:lnTo>
                  <a:lnTo>
                    <a:pt x="1745" y="2662"/>
                  </a:lnTo>
                  <a:lnTo>
                    <a:pt x="1735" y="2677"/>
                  </a:lnTo>
                  <a:lnTo>
                    <a:pt x="1728" y="2692"/>
                  </a:lnTo>
                  <a:lnTo>
                    <a:pt x="1726" y="2710"/>
                  </a:lnTo>
                  <a:lnTo>
                    <a:pt x="1726" y="3374"/>
                  </a:lnTo>
                  <a:lnTo>
                    <a:pt x="0" y="33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562E9-9419-4A11-8E0C-692B73E7EB1D}"/>
              </a:ext>
            </a:extLst>
          </p:cNvPr>
          <p:cNvGrpSpPr/>
          <p:nvPr/>
        </p:nvGrpSpPr>
        <p:grpSpPr>
          <a:xfrm>
            <a:off x="11165157" y="1719143"/>
            <a:ext cx="311643" cy="310356"/>
            <a:chOff x="9491663" y="1085850"/>
            <a:chExt cx="3841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1" name="Freeform 246">
              <a:extLst>
                <a:ext uri="{FF2B5EF4-FFF2-40B4-BE49-F238E27FC236}">
                  <a16:creationId xmlns:a16="http://schemas.microsoft.com/office/drawing/2014/main" id="{2FA37A1B-B6DC-4E7F-92CF-6C3911308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63" y="1222375"/>
              <a:ext cx="384175" cy="246063"/>
            </a:xfrm>
            <a:custGeom>
              <a:avLst/>
              <a:gdLst>
                <a:gd name="T0" fmla="*/ 0 w 3388"/>
                <a:gd name="T1" fmla="*/ 0 h 2172"/>
                <a:gd name="T2" fmla="*/ 1352 w 3388"/>
                <a:gd name="T3" fmla="*/ 592 h 2172"/>
                <a:gd name="T4" fmla="*/ 1352 w 3388"/>
                <a:gd name="T5" fmla="*/ 1021 h 2172"/>
                <a:gd name="T6" fmla="*/ 1355 w 3388"/>
                <a:gd name="T7" fmla="*/ 1042 h 2172"/>
                <a:gd name="T8" fmla="*/ 1362 w 3388"/>
                <a:gd name="T9" fmla="*/ 1062 h 2172"/>
                <a:gd name="T10" fmla="*/ 1374 w 3388"/>
                <a:gd name="T11" fmla="*/ 1079 h 2172"/>
                <a:gd name="T12" fmla="*/ 1388 w 3388"/>
                <a:gd name="T13" fmla="*/ 1093 h 2172"/>
                <a:gd name="T14" fmla="*/ 1406 w 3388"/>
                <a:gd name="T15" fmla="*/ 1105 h 2172"/>
                <a:gd name="T16" fmla="*/ 1425 w 3388"/>
                <a:gd name="T17" fmla="*/ 1112 h 2172"/>
                <a:gd name="T18" fmla="*/ 1447 w 3388"/>
                <a:gd name="T19" fmla="*/ 1115 h 2172"/>
                <a:gd name="T20" fmla="*/ 1941 w 3388"/>
                <a:gd name="T21" fmla="*/ 1115 h 2172"/>
                <a:gd name="T22" fmla="*/ 1963 w 3388"/>
                <a:gd name="T23" fmla="*/ 1112 h 2172"/>
                <a:gd name="T24" fmla="*/ 1982 w 3388"/>
                <a:gd name="T25" fmla="*/ 1105 h 2172"/>
                <a:gd name="T26" fmla="*/ 2000 w 3388"/>
                <a:gd name="T27" fmla="*/ 1093 h 2172"/>
                <a:gd name="T28" fmla="*/ 2014 w 3388"/>
                <a:gd name="T29" fmla="*/ 1079 h 2172"/>
                <a:gd name="T30" fmla="*/ 2026 w 3388"/>
                <a:gd name="T31" fmla="*/ 1062 h 2172"/>
                <a:gd name="T32" fmla="*/ 2033 w 3388"/>
                <a:gd name="T33" fmla="*/ 1042 h 2172"/>
                <a:gd name="T34" fmla="*/ 2036 w 3388"/>
                <a:gd name="T35" fmla="*/ 1021 h 2172"/>
                <a:gd name="T36" fmla="*/ 2036 w 3388"/>
                <a:gd name="T37" fmla="*/ 592 h 2172"/>
                <a:gd name="T38" fmla="*/ 3388 w 3388"/>
                <a:gd name="T39" fmla="*/ 3 h 2172"/>
                <a:gd name="T40" fmla="*/ 3388 w 3388"/>
                <a:gd name="T41" fmla="*/ 2172 h 2172"/>
                <a:gd name="T42" fmla="*/ 0 w 3388"/>
                <a:gd name="T43" fmla="*/ 2172 h 2172"/>
                <a:gd name="T44" fmla="*/ 0 w 3388"/>
                <a:gd name="T45" fmla="*/ 0 h 2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88" h="2172">
                  <a:moveTo>
                    <a:pt x="0" y="0"/>
                  </a:moveTo>
                  <a:lnTo>
                    <a:pt x="1352" y="592"/>
                  </a:lnTo>
                  <a:lnTo>
                    <a:pt x="1352" y="1021"/>
                  </a:lnTo>
                  <a:lnTo>
                    <a:pt x="1355" y="1042"/>
                  </a:lnTo>
                  <a:lnTo>
                    <a:pt x="1362" y="1062"/>
                  </a:lnTo>
                  <a:lnTo>
                    <a:pt x="1374" y="1079"/>
                  </a:lnTo>
                  <a:lnTo>
                    <a:pt x="1388" y="1093"/>
                  </a:lnTo>
                  <a:lnTo>
                    <a:pt x="1406" y="1105"/>
                  </a:lnTo>
                  <a:lnTo>
                    <a:pt x="1425" y="1112"/>
                  </a:lnTo>
                  <a:lnTo>
                    <a:pt x="1447" y="1115"/>
                  </a:lnTo>
                  <a:lnTo>
                    <a:pt x="1941" y="1115"/>
                  </a:lnTo>
                  <a:lnTo>
                    <a:pt x="1963" y="1112"/>
                  </a:lnTo>
                  <a:lnTo>
                    <a:pt x="1982" y="1105"/>
                  </a:lnTo>
                  <a:lnTo>
                    <a:pt x="2000" y="1093"/>
                  </a:lnTo>
                  <a:lnTo>
                    <a:pt x="2014" y="1079"/>
                  </a:lnTo>
                  <a:lnTo>
                    <a:pt x="2026" y="1062"/>
                  </a:lnTo>
                  <a:lnTo>
                    <a:pt x="2033" y="1042"/>
                  </a:lnTo>
                  <a:lnTo>
                    <a:pt x="2036" y="1021"/>
                  </a:lnTo>
                  <a:lnTo>
                    <a:pt x="2036" y="592"/>
                  </a:lnTo>
                  <a:lnTo>
                    <a:pt x="3388" y="3"/>
                  </a:lnTo>
                  <a:lnTo>
                    <a:pt x="3388" y="2172"/>
                  </a:lnTo>
                  <a:lnTo>
                    <a:pt x="0" y="21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2" name="Freeform 247">
              <a:extLst>
                <a:ext uri="{FF2B5EF4-FFF2-40B4-BE49-F238E27FC236}">
                  <a16:creationId xmlns:a16="http://schemas.microsoft.com/office/drawing/2014/main" id="{F66002CC-8496-4B87-8A38-4D3D1FA3F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9138" y="1085850"/>
              <a:ext cx="149225" cy="63500"/>
            </a:xfrm>
            <a:custGeom>
              <a:avLst/>
              <a:gdLst>
                <a:gd name="T0" fmla="*/ 468 w 1320"/>
                <a:gd name="T1" fmla="*/ 0 h 560"/>
                <a:gd name="T2" fmla="*/ 855 w 1320"/>
                <a:gd name="T3" fmla="*/ 0 h 560"/>
                <a:gd name="T4" fmla="*/ 909 w 1320"/>
                <a:gd name="T5" fmla="*/ 3 h 560"/>
                <a:gd name="T6" fmla="*/ 962 w 1320"/>
                <a:gd name="T7" fmla="*/ 12 h 560"/>
                <a:gd name="T8" fmla="*/ 1012 w 1320"/>
                <a:gd name="T9" fmla="*/ 28 h 560"/>
                <a:gd name="T10" fmla="*/ 1059 w 1320"/>
                <a:gd name="T11" fmla="*/ 47 h 560"/>
                <a:gd name="T12" fmla="*/ 1105 w 1320"/>
                <a:gd name="T13" fmla="*/ 73 h 560"/>
                <a:gd name="T14" fmla="*/ 1146 w 1320"/>
                <a:gd name="T15" fmla="*/ 102 h 560"/>
                <a:gd name="T16" fmla="*/ 1184 w 1320"/>
                <a:gd name="T17" fmla="*/ 137 h 560"/>
                <a:gd name="T18" fmla="*/ 1218 w 1320"/>
                <a:gd name="T19" fmla="*/ 175 h 560"/>
                <a:gd name="T20" fmla="*/ 1248 w 1320"/>
                <a:gd name="T21" fmla="*/ 217 h 560"/>
                <a:gd name="T22" fmla="*/ 1273 w 1320"/>
                <a:gd name="T23" fmla="*/ 262 h 560"/>
                <a:gd name="T24" fmla="*/ 1293 w 1320"/>
                <a:gd name="T25" fmla="*/ 309 h 560"/>
                <a:gd name="T26" fmla="*/ 1308 w 1320"/>
                <a:gd name="T27" fmla="*/ 360 h 560"/>
                <a:gd name="T28" fmla="*/ 1317 w 1320"/>
                <a:gd name="T29" fmla="*/ 412 h 560"/>
                <a:gd name="T30" fmla="*/ 1320 w 1320"/>
                <a:gd name="T31" fmla="*/ 466 h 560"/>
                <a:gd name="T32" fmla="*/ 1320 w 1320"/>
                <a:gd name="T33" fmla="*/ 560 h 560"/>
                <a:gd name="T34" fmla="*/ 1148 w 1320"/>
                <a:gd name="T35" fmla="*/ 560 h 560"/>
                <a:gd name="T36" fmla="*/ 1148 w 1320"/>
                <a:gd name="T37" fmla="*/ 491 h 560"/>
                <a:gd name="T38" fmla="*/ 1145 w 1320"/>
                <a:gd name="T39" fmla="*/ 444 h 560"/>
                <a:gd name="T40" fmla="*/ 1135 w 1320"/>
                <a:gd name="T41" fmla="*/ 399 h 560"/>
                <a:gd name="T42" fmla="*/ 1121 w 1320"/>
                <a:gd name="T43" fmla="*/ 356 h 560"/>
                <a:gd name="T44" fmla="*/ 1100 w 1320"/>
                <a:gd name="T45" fmla="*/ 317 h 560"/>
                <a:gd name="T46" fmla="*/ 1076 w 1320"/>
                <a:gd name="T47" fmla="*/ 280 h 560"/>
                <a:gd name="T48" fmla="*/ 1047 w 1320"/>
                <a:gd name="T49" fmla="*/ 246 h 560"/>
                <a:gd name="T50" fmla="*/ 1014 w 1320"/>
                <a:gd name="T51" fmla="*/ 218 h 560"/>
                <a:gd name="T52" fmla="*/ 977 w 1320"/>
                <a:gd name="T53" fmla="*/ 193 h 560"/>
                <a:gd name="T54" fmla="*/ 937 w 1320"/>
                <a:gd name="T55" fmla="*/ 173 h 560"/>
                <a:gd name="T56" fmla="*/ 895 w 1320"/>
                <a:gd name="T57" fmla="*/ 158 h 560"/>
                <a:gd name="T58" fmla="*/ 851 w 1320"/>
                <a:gd name="T59" fmla="*/ 149 h 560"/>
                <a:gd name="T60" fmla="*/ 804 w 1320"/>
                <a:gd name="T61" fmla="*/ 146 h 560"/>
                <a:gd name="T62" fmla="*/ 518 w 1320"/>
                <a:gd name="T63" fmla="*/ 146 h 560"/>
                <a:gd name="T64" fmla="*/ 471 w 1320"/>
                <a:gd name="T65" fmla="*/ 149 h 560"/>
                <a:gd name="T66" fmla="*/ 426 w 1320"/>
                <a:gd name="T67" fmla="*/ 158 h 560"/>
                <a:gd name="T68" fmla="*/ 384 w 1320"/>
                <a:gd name="T69" fmla="*/ 173 h 560"/>
                <a:gd name="T70" fmla="*/ 344 w 1320"/>
                <a:gd name="T71" fmla="*/ 193 h 560"/>
                <a:gd name="T72" fmla="*/ 307 w 1320"/>
                <a:gd name="T73" fmla="*/ 218 h 560"/>
                <a:gd name="T74" fmla="*/ 274 w 1320"/>
                <a:gd name="T75" fmla="*/ 246 h 560"/>
                <a:gd name="T76" fmla="*/ 244 w 1320"/>
                <a:gd name="T77" fmla="*/ 280 h 560"/>
                <a:gd name="T78" fmla="*/ 220 w 1320"/>
                <a:gd name="T79" fmla="*/ 317 h 560"/>
                <a:gd name="T80" fmla="*/ 199 w 1320"/>
                <a:gd name="T81" fmla="*/ 356 h 560"/>
                <a:gd name="T82" fmla="*/ 185 w 1320"/>
                <a:gd name="T83" fmla="*/ 399 h 560"/>
                <a:gd name="T84" fmla="*/ 175 w 1320"/>
                <a:gd name="T85" fmla="*/ 444 h 560"/>
                <a:gd name="T86" fmla="*/ 172 w 1320"/>
                <a:gd name="T87" fmla="*/ 491 h 560"/>
                <a:gd name="T88" fmla="*/ 173 w 1320"/>
                <a:gd name="T89" fmla="*/ 491 h 560"/>
                <a:gd name="T90" fmla="*/ 173 w 1320"/>
                <a:gd name="T91" fmla="*/ 560 h 560"/>
                <a:gd name="T92" fmla="*/ 0 w 1320"/>
                <a:gd name="T93" fmla="*/ 560 h 560"/>
                <a:gd name="T94" fmla="*/ 0 w 1320"/>
                <a:gd name="T95" fmla="*/ 466 h 560"/>
                <a:gd name="T96" fmla="*/ 3 w 1320"/>
                <a:gd name="T97" fmla="*/ 412 h 560"/>
                <a:gd name="T98" fmla="*/ 12 w 1320"/>
                <a:gd name="T99" fmla="*/ 359 h 560"/>
                <a:gd name="T100" fmla="*/ 28 w 1320"/>
                <a:gd name="T101" fmla="*/ 309 h 560"/>
                <a:gd name="T102" fmla="*/ 48 w 1320"/>
                <a:gd name="T103" fmla="*/ 261 h 560"/>
                <a:gd name="T104" fmla="*/ 73 w 1320"/>
                <a:gd name="T105" fmla="*/ 216 h 560"/>
                <a:gd name="T106" fmla="*/ 104 w 1320"/>
                <a:gd name="T107" fmla="*/ 175 h 560"/>
                <a:gd name="T108" fmla="*/ 137 w 1320"/>
                <a:gd name="T109" fmla="*/ 137 h 560"/>
                <a:gd name="T110" fmla="*/ 175 w 1320"/>
                <a:gd name="T111" fmla="*/ 102 h 560"/>
                <a:gd name="T112" fmla="*/ 217 w 1320"/>
                <a:gd name="T113" fmla="*/ 73 h 560"/>
                <a:gd name="T114" fmla="*/ 263 w 1320"/>
                <a:gd name="T115" fmla="*/ 47 h 560"/>
                <a:gd name="T116" fmla="*/ 311 w 1320"/>
                <a:gd name="T117" fmla="*/ 28 h 560"/>
                <a:gd name="T118" fmla="*/ 361 w 1320"/>
                <a:gd name="T119" fmla="*/ 12 h 560"/>
                <a:gd name="T120" fmla="*/ 414 w 1320"/>
                <a:gd name="T121" fmla="*/ 3 h 560"/>
                <a:gd name="T122" fmla="*/ 468 w 1320"/>
                <a:gd name="T123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20" h="560">
                  <a:moveTo>
                    <a:pt x="468" y="0"/>
                  </a:moveTo>
                  <a:lnTo>
                    <a:pt x="855" y="0"/>
                  </a:lnTo>
                  <a:lnTo>
                    <a:pt x="909" y="3"/>
                  </a:lnTo>
                  <a:lnTo>
                    <a:pt x="962" y="12"/>
                  </a:lnTo>
                  <a:lnTo>
                    <a:pt x="1012" y="28"/>
                  </a:lnTo>
                  <a:lnTo>
                    <a:pt x="1059" y="47"/>
                  </a:lnTo>
                  <a:lnTo>
                    <a:pt x="1105" y="73"/>
                  </a:lnTo>
                  <a:lnTo>
                    <a:pt x="1146" y="102"/>
                  </a:lnTo>
                  <a:lnTo>
                    <a:pt x="1184" y="137"/>
                  </a:lnTo>
                  <a:lnTo>
                    <a:pt x="1218" y="175"/>
                  </a:lnTo>
                  <a:lnTo>
                    <a:pt x="1248" y="217"/>
                  </a:lnTo>
                  <a:lnTo>
                    <a:pt x="1273" y="262"/>
                  </a:lnTo>
                  <a:lnTo>
                    <a:pt x="1293" y="309"/>
                  </a:lnTo>
                  <a:lnTo>
                    <a:pt x="1308" y="360"/>
                  </a:lnTo>
                  <a:lnTo>
                    <a:pt x="1317" y="412"/>
                  </a:lnTo>
                  <a:lnTo>
                    <a:pt x="1320" y="466"/>
                  </a:lnTo>
                  <a:lnTo>
                    <a:pt x="1320" y="560"/>
                  </a:lnTo>
                  <a:lnTo>
                    <a:pt x="1148" y="560"/>
                  </a:lnTo>
                  <a:lnTo>
                    <a:pt x="1148" y="491"/>
                  </a:lnTo>
                  <a:lnTo>
                    <a:pt x="1145" y="444"/>
                  </a:lnTo>
                  <a:lnTo>
                    <a:pt x="1135" y="399"/>
                  </a:lnTo>
                  <a:lnTo>
                    <a:pt x="1121" y="356"/>
                  </a:lnTo>
                  <a:lnTo>
                    <a:pt x="1100" y="317"/>
                  </a:lnTo>
                  <a:lnTo>
                    <a:pt x="1076" y="280"/>
                  </a:lnTo>
                  <a:lnTo>
                    <a:pt x="1047" y="246"/>
                  </a:lnTo>
                  <a:lnTo>
                    <a:pt x="1014" y="218"/>
                  </a:lnTo>
                  <a:lnTo>
                    <a:pt x="977" y="193"/>
                  </a:lnTo>
                  <a:lnTo>
                    <a:pt x="937" y="173"/>
                  </a:lnTo>
                  <a:lnTo>
                    <a:pt x="895" y="158"/>
                  </a:lnTo>
                  <a:lnTo>
                    <a:pt x="851" y="149"/>
                  </a:lnTo>
                  <a:lnTo>
                    <a:pt x="804" y="146"/>
                  </a:lnTo>
                  <a:lnTo>
                    <a:pt x="518" y="146"/>
                  </a:lnTo>
                  <a:lnTo>
                    <a:pt x="471" y="149"/>
                  </a:lnTo>
                  <a:lnTo>
                    <a:pt x="426" y="158"/>
                  </a:lnTo>
                  <a:lnTo>
                    <a:pt x="384" y="173"/>
                  </a:lnTo>
                  <a:lnTo>
                    <a:pt x="344" y="193"/>
                  </a:lnTo>
                  <a:lnTo>
                    <a:pt x="307" y="218"/>
                  </a:lnTo>
                  <a:lnTo>
                    <a:pt x="274" y="246"/>
                  </a:lnTo>
                  <a:lnTo>
                    <a:pt x="244" y="280"/>
                  </a:lnTo>
                  <a:lnTo>
                    <a:pt x="220" y="317"/>
                  </a:lnTo>
                  <a:lnTo>
                    <a:pt x="199" y="356"/>
                  </a:lnTo>
                  <a:lnTo>
                    <a:pt x="185" y="399"/>
                  </a:lnTo>
                  <a:lnTo>
                    <a:pt x="175" y="444"/>
                  </a:lnTo>
                  <a:lnTo>
                    <a:pt x="172" y="491"/>
                  </a:lnTo>
                  <a:lnTo>
                    <a:pt x="173" y="491"/>
                  </a:lnTo>
                  <a:lnTo>
                    <a:pt x="173" y="560"/>
                  </a:lnTo>
                  <a:lnTo>
                    <a:pt x="0" y="560"/>
                  </a:lnTo>
                  <a:lnTo>
                    <a:pt x="0" y="466"/>
                  </a:lnTo>
                  <a:lnTo>
                    <a:pt x="3" y="412"/>
                  </a:lnTo>
                  <a:lnTo>
                    <a:pt x="12" y="359"/>
                  </a:lnTo>
                  <a:lnTo>
                    <a:pt x="28" y="309"/>
                  </a:lnTo>
                  <a:lnTo>
                    <a:pt x="48" y="261"/>
                  </a:lnTo>
                  <a:lnTo>
                    <a:pt x="73" y="216"/>
                  </a:lnTo>
                  <a:lnTo>
                    <a:pt x="104" y="175"/>
                  </a:lnTo>
                  <a:lnTo>
                    <a:pt x="137" y="137"/>
                  </a:lnTo>
                  <a:lnTo>
                    <a:pt x="175" y="102"/>
                  </a:lnTo>
                  <a:lnTo>
                    <a:pt x="217" y="73"/>
                  </a:lnTo>
                  <a:lnTo>
                    <a:pt x="263" y="47"/>
                  </a:lnTo>
                  <a:lnTo>
                    <a:pt x="311" y="28"/>
                  </a:lnTo>
                  <a:lnTo>
                    <a:pt x="361" y="12"/>
                  </a:lnTo>
                  <a:lnTo>
                    <a:pt x="414" y="3"/>
                  </a:lnTo>
                  <a:lnTo>
                    <a:pt x="4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3" name="Freeform 248">
              <a:extLst>
                <a:ext uri="{FF2B5EF4-FFF2-40B4-BE49-F238E27FC236}">
                  <a16:creationId xmlns:a16="http://schemas.microsoft.com/office/drawing/2014/main" id="{98FDC769-79EB-43F4-93CA-1E658A34F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63" y="1169988"/>
              <a:ext cx="384175" cy="112713"/>
            </a:xfrm>
            <a:custGeom>
              <a:avLst/>
              <a:gdLst>
                <a:gd name="T0" fmla="*/ 0 w 3388"/>
                <a:gd name="T1" fmla="*/ 0 h 983"/>
                <a:gd name="T2" fmla="*/ 3388 w 3388"/>
                <a:gd name="T3" fmla="*/ 0 h 983"/>
                <a:gd name="T4" fmla="*/ 3388 w 3388"/>
                <a:gd name="T5" fmla="*/ 252 h 983"/>
                <a:gd name="T6" fmla="*/ 1697 w 3388"/>
                <a:gd name="T7" fmla="*/ 983 h 983"/>
                <a:gd name="T8" fmla="*/ 0 w 3388"/>
                <a:gd name="T9" fmla="*/ 250 h 983"/>
                <a:gd name="T10" fmla="*/ 0 w 3388"/>
                <a:gd name="T11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88" h="983">
                  <a:moveTo>
                    <a:pt x="0" y="0"/>
                  </a:moveTo>
                  <a:lnTo>
                    <a:pt x="3388" y="0"/>
                  </a:lnTo>
                  <a:lnTo>
                    <a:pt x="3388" y="252"/>
                  </a:lnTo>
                  <a:lnTo>
                    <a:pt x="1697" y="983"/>
                  </a:lnTo>
                  <a:lnTo>
                    <a:pt x="0" y="2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6DBCEC3-C747-4541-B4B3-432AA2EB54F8}"/>
              </a:ext>
            </a:extLst>
          </p:cNvPr>
          <p:cNvGrpSpPr/>
          <p:nvPr/>
        </p:nvGrpSpPr>
        <p:grpSpPr>
          <a:xfrm>
            <a:off x="1466725" y="2814082"/>
            <a:ext cx="310355" cy="197031"/>
            <a:chOff x="1360488" y="3833813"/>
            <a:chExt cx="382587" cy="2428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45" name="Freeform 377">
              <a:extLst>
                <a:ext uri="{FF2B5EF4-FFF2-40B4-BE49-F238E27FC236}">
                  <a16:creationId xmlns:a16="http://schemas.microsoft.com/office/drawing/2014/main" id="{CED3940B-03AC-4A59-8104-150DC41D0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488" y="3843338"/>
              <a:ext cx="131762" cy="225425"/>
            </a:xfrm>
            <a:custGeom>
              <a:avLst/>
              <a:gdLst>
                <a:gd name="T0" fmla="*/ 0 w 1168"/>
                <a:gd name="T1" fmla="*/ 0 h 1991"/>
                <a:gd name="T2" fmla="*/ 1168 w 1168"/>
                <a:gd name="T3" fmla="*/ 1067 h 1991"/>
                <a:gd name="T4" fmla="*/ 0 w 1168"/>
                <a:gd name="T5" fmla="*/ 1991 h 1991"/>
                <a:gd name="T6" fmla="*/ 0 w 1168"/>
                <a:gd name="T7" fmla="*/ 0 h 19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68" h="1991">
                  <a:moveTo>
                    <a:pt x="0" y="0"/>
                  </a:moveTo>
                  <a:lnTo>
                    <a:pt x="1168" y="1067"/>
                  </a:lnTo>
                  <a:lnTo>
                    <a:pt x="0" y="199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6" name="Freeform 378">
              <a:extLst>
                <a:ext uri="{FF2B5EF4-FFF2-40B4-BE49-F238E27FC236}">
                  <a16:creationId xmlns:a16="http://schemas.microsoft.com/office/drawing/2014/main" id="{F23464F2-1005-4029-9770-6D01BE256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363" y="3975100"/>
              <a:ext cx="350837" cy="101600"/>
            </a:xfrm>
            <a:custGeom>
              <a:avLst/>
              <a:gdLst>
                <a:gd name="T0" fmla="*/ 1141 w 3106"/>
                <a:gd name="T1" fmla="*/ 0 h 903"/>
                <a:gd name="T2" fmla="*/ 1499 w 3106"/>
                <a:gd name="T3" fmla="*/ 333 h 903"/>
                <a:gd name="T4" fmla="*/ 1514 w 3106"/>
                <a:gd name="T5" fmla="*/ 343 h 903"/>
                <a:gd name="T6" fmla="*/ 1531 w 3106"/>
                <a:gd name="T7" fmla="*/ 350 h 903"/>
                <a:gd name="T8" fmla="*/ 1549 w 3106"/>
                <a:gd name="T9" fmla="*/ 352 h 903"/>
                <a:gd name="T10" fmla="*/ 1566 w 3106"/>
                <a:gd name="T11" fmla="*/ 350 h 903"/>
                <a:gd name="T12" fmla="*/ 1584 w 3106"/>
                <a:gd name="T13" fmla="*/ 343 h 903"/>
                <a:gd name="T14" fmla="*/ 1599 w 3106"/>
                <a:gd name="T15" fmla="*/ 333 h 903"/>
                <a:gd name="T16" fmla="*/ 1963 w 3106"/>
                <a:gd name="T17" fmla="*/ 0 h 903"/>
                <a:gd name="T18" fmla="*/ 3106 w 3106"/>
                <a:gd name="T19" fmla="*/ 903 h 903"/>
                <a:gd name="T20" fmla="*/ 0 w 3106"/>
                <a:gd name="T21" fmla="*/ 903 h 903"/>
                <a:gd name="T22" fmla="*/ 1141 w 3106"/>
                <a:gd name="T2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06" h="903">
                  <a:moveTo>
                    <a:pt x="1141" y="0"/>
                  </a:moveTo>
                  <a:lnTo>
                    <a:pt x="1499" y="333"/>
                  </a:lnTo>
                  <a:lnTo>
                    <a:pt x="1514" y="343"/>
                  </a:lnTo>
                  <a:lnTo>
                    <a:pt x="1531" y="350"/>
                  </a:lnTo>
                  <a:lnTo>
                    <a:pt x="1549" y="352"/>
                  </a:lnTo>
                  <a:lnTo>
                    <a:pt x="1566" y="350"/>
                  </a:lnTo>
                  <a:lnTo>
                    <a:pt x="1584" y="343"/>
                  </a:lnTo>
                  <a:lnTo>
                    <a:pt x="1599" y="333"/>
                  </a:lnTo>
                  <a:lnTo>
                    <a:pt x="1963" y="0"/>
                  </a:lnTo>
                  <a:lnTo>
                    <a:pt x="3106" y="903"/>
                  </a:lnTo>
                  <a:lnTo>
                    <a:pt x="0" y="903"/>
                  </a:lnTo>
                  <a:lnTo>
                    <a:pt x="1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7" name="Freeform 379">
              <a:extLst>
                <a:ext uri="{FF2B5EF4-FFF2-40B4-BE49-F238E27FC236}">
                  <a16:creationId xmlns:a16="http://schemas.microsoft.com/office/drawing/2014/main" id="{655AFD90-C32E-4D8E-96FE-68C8009B5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88" y="3833813"/>
              <a:ext cx="357187" cy="161925"/>
            </a:xfrm>
            <a:custGeom>
              <a:avLst/>
              <a:gdLst>
                <a:gd name="T0" fmla="*/ 0 w 3143"/>
                <a:gd name="T1" fmla="*/ 0 h 1434"/>
                <a:gd name="T2" fmla="*/ 3143 w 3143"/>
                <a:gd name="T3" fmla="*/ 0 h 1434"/>
                <a:gd name="T4" fmla="*/ 1572 w 3143"/>
                <a:gd name="T5" fmla="*/ 1434 h 1434"/>
                <a:gd name="T6" fmla="*/ 0 w 3143"/>
                <a:gd name="T7" fmla="*/ 0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43" h="1434">
                  <a:moveTo>
                    <a:pt x="0" y="0"/>
                  </a:moveTo>
                  <a:lnTo>
                    <a:pt x="3143" y="0"/>
                  </a:lnTo>
                  <a:lnTo>
                    <a:pt x="1572" y="14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48" name="Freeform 380">
              <a:extLst>
                <a:ext uri="{FF2B5EF4-FFF2-40B4-BE49-F238E27FC236}">
                  <a16:creationId xmlns:a16="http://schemas.microsoft.com/office/drawing/2014/main" id="{C4DD27D0-51AA-4835-9261-A3A3401AD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25" y="3843338"/>
              <a:ext cx="133350" cy="225425"/>
            </a:xfrm>
            <a:custGeom>
              <a:avLst/>
              <a:gdLst>
                <a:gd name="T0" fmla="*/ 1171 w 1171"/>
                <a:gd name="T1" fmla="*/ 0 h 1993"/>
                <a:gd name="T2" fmla="*/ 1171 w 1171"/>
                <a:gd name="T3" fmla="*/ 1993 h 1993"/>
                <a:gd name="T4" fmla="*/ 0 w 1171"/>
                <a:gd name="T5" fmla="*/ 1069 h 1993"/>
                <a:gd name="T6" fmla="*/ 1171 w 1171"/>
                <a:gd name="T7" fmla="*/ 0 h 1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71" h="1993">
                  <a:moveTo>
                    <a:pt x="1171" y="0"/>
                  </a:moveTo>
                  <a:lnTo>
                    <a:pt x="1171" y="1993"/>
                  </a:lnTo>
                  <a:lnTo>
                    <a:pt x="0" y="1069"/>
                  </a:lnTo>
                  <a:lnTo>
                    <a:pt x="117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EB3DEFC-AE05-4F8B-B949-1DA6A7965FF0}"/>
              </a:ext>
            </a:extLst>
          </p:cNvPr>
          <p:cNvGrpSpPr/>
          <p:nvPr/>
        </p:nvGrpSpPr>
        <p:grpSpPr>
          <a:xfrm>
            <a:off x="2196356" y="2791547"/>
            <a:ext cx="311643" cy="242103"/>
            <a:chOff x="1957388" y="3857625"/>
            <a:chExt cx="384175" cy="2984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0" name="Freeform 385">
              <a:extLst>
                <a:ext uri="{FF2B5EF4-FFF2-40B4-BE49-F238E27FC236}">
                  <a16:creationId xmlns:a16="http://schemas.microsoft.com/office/drawing/2014/main" id="{72BFA4C1-9708-433D-8ED7-9B46514E6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5488" y="3895725"/>
              <a:ext cx="307975" cy="128588"/>
            </a:xfrm>
            <a:custGeom>
              <a:avLst/>
              <a:gdLst>
                <a:gd name="T0" fmla="*/ 2126 w 2704"/>
                <a:gd name="T1" fmla="*/ 171 h 1122"/>
                <a:gd name="T2" fmla="*/ 2109 w 2704"/>
                <a:gd name="T3" fmla="*/ 173 h 1122"/>
                <a:gd name="T4" fmla="*/ 2092 w 2704"/>
                <a:gd name="T5" fmla="*/ 180 h 1122"/>
                <a:gd name="T6" fmla="*/ 2078 w 2704"/>
                <a:gd name="T7" fmla="*/ 191 h 1122"/>
                <a:gd name="T8" fmla="*/ 1631 w 2704"/>
                <a:gd name="T9" fmla="*/ 635 h 1122"/>
                <a:gd name="T10" fmla="*/ 1349 w 2704"/>
                <a:gd name="T11" fmla="*/ 352 h 1122"/>
                <a:gd name="T12" fmla="*/ 1334 w 2704"/>
                <a:gd name="T13" fmla="*/ 342 h 1122"/>
                <a:gd name="T14" fmla="*/ 1317 w 2704"/>
                <a:gd name="T15" fmla="*/ 335 h 1122"/>
                <a:gd name="T16" fmla="*/ 1300 w 2704"/>
                <a:gd name="T17" fmla="*/ 333 h 1122"/>
                <a:gd name="T18" fmla="*/ 1282 w 2704"/>
                <a:gd name="T19" fmla="*/ 336 h 1122"/>
                <a:gd name="T20" fmla="*/ 1266 w 2704"/>
                <a:gd name="T21" fmla="*/ 342 h 1122"/>
                <a:gd name="T22" fmla="*/ 1251 w 2704"/>
                <a:gd name="T23" fmla="*/ 353 h 1122"/>
                <a:gd name="T24" fmla="*/ 1240 w 2704"/>
                <a:gd name="T25" fmla="*/ 368 h 1122"/>
                <a:gd name="T26" fmla="*/ 989 w 2704"/>
                <a:gd name="T27" fmla="*/ 813 h 1122"/>
                <a:gd name="T28" fmla="*/ 578 w 2704"/>
                <a:gd name="T29" fmla="*/ 813 h 1122"/>
                <a:gd name="T30" fmla="*/ 559 w 2704"/>
                <a:gd name="T31" fmla="*/ 816 h 1122"/>
                <a:gd name="T32" fmla="*/ 543 w 2704"/>
                <a:gd name="T33" fmla="*/ 822 h 1122"/>
                <a:gd name="T34" fmla="*/ 529 w 2704"/>
                <a:gd name="T35" fmla="*/ 833 h 1122"/>
                <a:gd name="T36" fmla="*/ 518 w 2704"/>
                <a:gd name="T37" fmla="*/ 846 h 1122"/>
                <a:gd name="T38" fmla="*/ 512 w 2704"/>
                <a:gd name="T39" fmla="*/ 864 h 1122"/>
                <a:gd name="T40" fmla="*/ 510 w 2704"/>
                <a:gd name="T41" fmla="*/ 882 h 1122"/>
                <a:gd name="T42" fmla="*/ 513 w 2704"/>
                <a:gd name="T43" fmla="*/ 901 h 1122"/>
                <a:gd name="T44" fmla="*/ 519 w 2704"/>
                <a:gd name="T45" fmla="*/ 916 h 1122"/>
                <a:gd name="T46" fmla="*/ 530 w 2704"/>
                <a:gd name="T47" fmla="*/ 931 h 1122"/>
                <a:gd name="T48" fmla="*/ 544 w 2704"/>
                <a:gd name="T49" fmla="*/ 941 h 1122"/>
                <a:gd name="T50" fmla="*/ 559 w 2704"/>
                <a:gd name="T51" fmla="*/ 947 h 1122"/>
                <a:gd name="T52" fmla="*/ 578 w 2704"/>
                <a:gd name="T53" fmla="*/ 950 h 1122"/>
                <a:gd name="T54" fmla="*/ 1029 w 2704"/>
                <a:gd name="T55" fmla="*/ 950 h 1122"/>
                <a:gd name="T56" fmla="*/ 1046 w 2704"/>
                <a:gd name="T57" fmla="*/ 947 h 1122"/>
                <a:gd name="T58" fmla="*/ 1062 w 2704"/>
                <a:gd name="T59" fmla="*/ 940 h 1122"/>
                <a:gd name="T60" fmla="*/ 1077 w 2704"/>
                <a:gd name="T61" fmla="*/ 930 h 1122"/>
                <a:gd name="T62" fmla="*/ 1088 w 2704"/>
                <a:gd name="T63" fmla="*/ 914 h 1122"/>
                <a:gd name="T64" fmla="*/ 1314 w 2704"/>
                <a:gd name="T65" fmla="*/ 514 h 1122"/>
                <a:gd name="T66" fmla="*/ 1583 w 2704"/>
                <a:gd name="T67" fmla="*/ 783 h 1122"/>
                <a:gd name="T68" fmla="*/ 1597 w 2704"/>
                <a:gd name="T69" fmla="*/ 794 h 1122"/>
                <a:gd name="T70" fmla="*/ 1614 w 2704"/>
                <a:gd name="T71" fmla="*/ 801 h 1122"/>
                <a:gd name="T72" fmla="*/ 1631 w 2704"/>
                <a:gd name="T73" fmla="*/ 803 h 1122"/>
                <a:gd name="T74" fmla="*/ 1649 w 2704"/>
                <a:gd name="T75" fmla="*/ 801 h 1122"/>
                <a:gd name="T76" fmla="*/ 1665 w 2704"/>
                <a:gd name="T77" fmla="*/ 794 h 1122"/>
                <a:gd name="T78" fmla="*/ 1680 w 2704"/>
                <a:gd name="T79" fmla="*/ 783 h 1122"/>
                <a:gd name="T80" fmla="*/ 2174 w 2704"/>
                <a:gd name="T81" fmla="*/ 288 h 1122"/>
                <a:gd name="T82" fmla="*/ 2186 w 2704"/>
                <a:gd name="T83" fmla="*/ 273 h 1122"/>
                <a:gd name="T84" fmla="*/ 2193 w 2704"/>
                <a:gd name="T85" fmla="*/ 257 h 1122"/>
                <a:gd name="T86" fmla="*/ 2195 w 2704"/>
                <a:gd name="T87" fmla="*/ 239 h 1122"/>
                <a:gd name="T88" fmla="*/ 2193 w 2704"/>
                <a:gd name="T89" fmla="*/ 222 h 1122"/>
                <a:gd name="T90" fmla="*/ 2186 w 2704"/>
                <a:gd name="T91" fmla="*/ 205 h 1122"/>
                <a:gd name="T92" fmla="*/ 2174 w 2704"/>
                <a:gd name="T93" fmla="*/ 191 h 1122"/>
                <a:gd name="T94" fmla="*/ 2160 w 2704"/>
                <a:gd name="T95" fmla="*/ 180 h 1122"/>
                <a:gd name="T96" fmla="*/ 2144 w 2704"/>
                <a:gd name="T97" fmla="*/ 173 h 1122"/>
                <a:gd name="T98" fmla="*/ 2126 w 2704"/>
                <a:gd name="T99" fmla="*/ 171 h 1122"/>
                <a:gd name="T100" fmla="*/ 0 w 2704"/>
                <a:gd name="T101" fmla="*/ 0 h 1122"/>
                <a:gd name="T102" fmla="*/ 2704 w 2704"/>
                <a:gd name="T103" fmla="*/ 0 h 1122"/>
                <a:gd name="T104" fmla="*/ 2704 w 2704"/>
                <a:gd name="T105" fmla="*/ 1122 h 1122"/>
                <a:gd name="T106" fmla="*/ 0 w 2704"/>
                <a:gd name="T107" fmla="*/ 1122 h 1122"/>
                <a:gd name="T108" fmla="*/ 0 w 2704"/>
                <a:gd name="T109" fmla="*/ 0 h 1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704" h="1122">
                  <a:moveTo>
                    <a:pt x="2126" y="171"/>
                  </a:moveTo>
                  <a:lnTo>
                    <a:pt x="2109" y="173"/>
                  </a:lnTo>
                  <a:lnTo>
                    <a:pt x="2092" y="180"/>
                  </a:lnTo>
                  <a:lnTo>
                    <a:pt x="2078" y="191"/>
                  </a:lnTo>
                  <a:lnTo>
                    <a:pt x="1631" y="635"/>
                  </a:lnTo>
                  <a:lnTo>
                    <a:pt x="1349" y="352"/>
                  </a:lnTo>
                  <a:lnTo>
                    <a:pt x="1334" y="342"/>
                  </a:lnTo>
                  <a:lnTo>
                    <a:pt x="1317" y="335"/>
                  </a:lnTo>
                  <a:lnTo>
                    <a:pt x="1300" y="333"/>
                  </a:lnTo>
                  <a:lnTo>
                    <a:pt x="1282" y="336"/>
                  </a:lnTo>
                  <a:lnTo>
                    <a:pt x="1266" y="342"/>
                  </a:lnTo>
                  <a:lnTo>
                    <a:pt x="1251" y="353"/>
                  </a:lnTo>
                  <a:lnTo>
                    <a:pt x="1240" y="368"/>
                  </a:lnTo>
                  <a:lnTo>
                    <a:pt x="989" y="813"/>
                  </a:lnTo>
                  <a:lnTo>
                    <a:pt x="578" y="813"/>
                  </a:lnTo>
                  <a:lnTo>
                    <a:pt x="559" y="816"/>
                  </a:lnTo>
                  <a:lnTo>
                    <a:pt x="543" y="822"/>
                  </a:lnTo>
                  <a:lnTo>
                    <a:pt x="529" y="833"/>
                  </a:lnTo>
                  <a:lnTo>
                    <a:pt x="518" y="846"/>
                  </a:lnTo>
                  <a:lnTo>
                    <a:pt x="512" y="864"/>
                  </a:lnTo>
                  <a:lnTo>
                    <a:pt x="510" y="882"/>
                  </a:lnTo>
                  <a:lnTo>
                    <a:pt x="513" y="901"/>
                  </a:lnTo>
                  <a:lnTo>
                    <a:pt x="519" y="916"/>
                  </a:lnTo>
                  <a:lnTo>
                    <a:pt x="530" y="931"/>
                  </a:lnTo>
                  <a:lnTo>
                    <a:pt x="544" y="941"/>
                  </a:lnTo>
                  <a:lnTo>
                    <a:pt x="559" y="947"/>
                  </a:lnTo>
                  <a:lnTo>
                    <a:pt x="578" y="950"/>
                  </a:lnTo>
                  <a:lnTo>
                    <a:pt x="1029" y="950"/>
                  </a:lnTo>
                  <a:lnTo>
                    <a:pt x="1046" y="947"/>
                  </a:lnTo>
                  <a:lnTo>
                    <a:pt x="1062" y="940"/>
                  </a:lnTo>
                  <a:lnTo>
                    <a:pt x="1077" y="930"/>
                  </a:lnTo>
                  <a:lnTo>
                    <a:pt x="1088" y="914"/>
                  </a:lnTo>
                  <a:lnTo>
                    <a:pt x="1314" y="514"/>
                  </a:lnTo>
                  <a:lnTo>
                    <a:pt x="1583" y="783"/>
                  </a:lnTo>
                  <a:lnTo>
                    <a:pt x="1597" y="794"/>
                  </a:lnTo>
                  <a:lnTo>
                    <a:pt x="1614" y="801"/>
                  </a:lnTo>
                  <a:lnTo>
                    <a:pt x="1631" y="803"/>
                  </a:lnTo>
                  <a:lnTo>
                    <a:pt x="1649" y="801"/>
                  </a:lnTo>
                  <a:lnTo>
                    <a:pt x="1665" y="794"/>
                  </a:lnTo>
                  <a:lnTo>
                    <a:pt x="1680" y="783"/>
                  </a:lnTo>
                  <a:lnTo>
                    <a:pt x="2174" y="288"/>
                  </a:lnTo>
                  <a:lnTo>
                    <a:pt x="2186" y="273"/>
                  </a:lnTo>
                  <a:lnTo>
                    <a:pt x="2193" y="257"/>
                  </a:lnTo>
                  <a:lnTo>
                    <a:pt x="2195" y="239"/>
                  </a:lnTo>
                  <a:lnTo>
                    <a:pt x="2193" y="222"/>
                  </a:lnTo>
                  <a:lnTo>
                    <a:pt x="2186" y="205"/>
                  </a:lnTo>
                  <a:lnTo>
                    <a:pt x="2174" y="191"/>
                  </a:lnTo>
                  <a:lnTo>
                    <a:pt x="2160" y="180"/>
                  </a:lnTo>
                  <a:lnTo>
                    <a:pt x="2144" y="173"/>
                  </a:lnTo>
                  <a:lnTo>
                    <a:pt x="2126" y="171"/>
                  </a:lnTo>
                  <a:close/>
                  <a:moveTo>
                    <a:pt x="0" y="0"/>
                  </a:moveTo>
                  <a:lnTo>
                    <a:pt x="2704" y="0"/>
                  </a:lnTo>
                  <a:lnTo>
                    <a:pt x="2704" y="1122"/>
                  </a:lnTo>
                  <a:lnTo>
                    <a:pt x="0" y="112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1" name="Freeform 386">
              <a:extLst>
                <a:ext uri="{FF2B5EF4-FFF2-40B4-BE49-F238E27FC236}">
                  <a16:creationId xmlns:a16="http://schemas.microsoft.com/office/drawing/2014/main" id="{8481C275-64DF-4AFF-8020-CB3A10AEB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788" y="4090988"/>
              <a:ext cx="79375" cy="30163"/>
            </a:xfrm>
            <a:custGeom>
              <a:avLst/>
              <a:gdLst>
                <a:gd name="T0" fmla="*/ 88 w 704"/>
                <a:gd name="T1" fmla="*/ 0 h 273"/>
                <a:gd name="T2" fmla="*/ 616 w 704"/>
                <a:gd name="T3" fmla="*/ 0 h 273"/>
                <a:gd name="T4" fmla="*/ 704 w 704"/>
                <a:gd name="T5" fmla="*/ 273 h 273"/>
                <a:gd name="T6" fmla="*/ 0 w 704"/>
                <a:gd name="T7" fmla="*/ 273 h 273"/>
                <a:gd name="T8" fmla="*/ 88 w 704"/>
                <a:gd name="T9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273">
                  <a:moveTo>
                    <a:pt x="88" y="0"/>
                  </a:moveTo>
                  <a:lnTo>
                    <a:pt x="616" y="0"/>
                  </a:lnTo>
                  <a:lnTo>
                    <a:pt x="704" y="273"/>
                  </a:lnTo>
                  <a:lnTo>
                    <a:pt x="0" y="27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2" name="Rectangle 387">
              <a:extLst>
                <a:ext uri="{FF2B5EF4-FFF2-40B4-BE49-F238E27FC236}">
                  <a16:creationId xmlns:a16="http://schemas.microsoft.com/office/drawing/2014/main" id="{96DBE3DD-0EEA-4165-9254-5839A6FB4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513" y="4137025"/>
              <a:ext cx="161925" cy="1905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3" name="Freeform 388">
              <a:extLst>
                <a:ext uri="{FF2B5EF4-FFF2-40B4-BE49-F238E27FC236}">
                  <a16:creationId xmlns:a16="http://schemas.microsoft.com/office/drawing/2014/main" id="{1245702F-9806-4E31-A964-1B31BA7DA4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57388" y="3857625"/>
              <a:ext cx="384175" cy="217488"/>
            </a:xfrm>
            <a:custGeom>
              <a:avLst/>
              <a:gdLst>
                <a:gd name="T0" fmla="*/ 1500 w 3388"/>
                <a:gd name="T1" fmla="*/ 1683 h 1924"/>
                <a:gd name="T2" fmla="*/ 1483 w 3388"/>
                <a:gd name="T3" fmla="*/ 1685 h 1924"/>
                <a:gd name="T4" fmla="*/ 1466 w 3388"/>
                <a:gd name="T5" fmla="*/ 1691 h 1924"/>
                <a:gd name="T6" fmla="*/ 1453 w 3388"/>
                <a:gd name="T7" fmla="*/ 1702 h 1924"/>
                <a:gd name="T8" fmla="*/ 1442 w 3388"/>
                <a:gd name="T9" fmla="*/ 1715 h 1924"/>
                <a:gd name="T10" fmla="*/ 1435 w 3388"/>
                <a:gd name="T11" fmla="*/ 1731 h 1924"/>
                <a:gd name="T12" fmla="*/ 1433 w 3388"/>
                <a:gd name="T13" fmla="*/ 1749 h 1924"/>
                <a:gd name="T14" fmla="*/ 1435 w 3388"/>
                <a:gd name="T15" fmla="*/ 1767 h 1924"/>
                <a:gd name="T16" fmla="*/ 1442 w 3388"/>
                <a:gd name="T17" fmla="*/ 1783 h 1924"/>
                <a:gd name="T18" fmla="*/ 1453 w 3388"/>
                <a:gd name="T19" fmla="*/ 1797 h 1924"/>
                <a:gd name="T20" fmla="*/ 1466 w 3388"/>
                <a:gd name="T21" fmla="*/ 1807 h 1924"/>
                <a:gd name="T22" fmla="*/ 1483 w 3388"/>
                <a:gd name="T23" fmla="*/ 1814 h 1924"/>
                <a:gd name="T24" fmla="*/ 1500 w 3388"/>
                <a:gd name="T25" fmla="*/ 1816 h 1924"/>
                <a:gd name="T26" fmla="*/ 1888 w 3388"/>
                <a:gd name="T27" fmla="*/ 1816 h 1924"/>
                <a:gd name="T28" fmla="*/ 1905 w 3388"/>
                <a:gd name="T29" fmla="*/ 1814 h 1924"/>
                <a:gd name="T30" fmla="*/ 1922 w 3388"/>
                <a:gd name="T31" fmla="*/ 1807 h 1924"/>
                <a:gd name="T32" fmla="*/ 1935 w 3388"/>
                <a:gd name="T33" fmla="*/ 1797 h 1924"/>
                <a:gd name="T34" fmla="*/ 1946 w 3388"/>
                <a:gd name="T35" fmla="*/ 1783 h 1924"/>
                <a:gd name="T36" fmla="*/ 1953 w 3388"/>
                <a:gd name="T37" fmla="*/ 1767 h 1924"/>
                <a:gd name="T38" fmla="*/ 1955 w 3388"/>
                <a:gd name="T39" fmla="*/ 1749 h 1924"/>
                <a:gd name="T40" fmla="*/ 1953 w 3388"/>
                <a:gd name="T41" fmla="*/ 1731 h 1924"/>
                <a:gd name="T42" fmla="*/ 1946 w 3388"/>
                <a:gd name="T43" fmla="*/ 1715 h 1924"/>
                <a:gd name="T44" fmla="*/ 1935 w 3388"/>
                <a:gd name="T45" fmla="*/ 1702 h 1924"/>
                <a:gd name="T46" fmla="*/ 1922 w 3388"/>
                <a:gd name="T47" fmla="*/ 1691 h 1924"/>
                <a:gd name="T48" fmla="*/ 1905 w 3388"/>
                <a:gd name="T49" fmla="*/ 1685 h 1924"/>
                <a:gd name="T50" fmla="*/ 1888 w 3388"/>
                <a:gd name="T51" fmla="*/ 1683 h 1924"/>
                <a:gd name="T52" fmla="*/ 1500 w 3388"/>
                <a:gd name="T53" fmla="*/ 1683 h 1924"/>
                <a:gd name="T54" fmla="*/ 274 w 3388"/>
                <a:gd name="T55" fmla="*/ 205 h 1924"/>
                <a:gd name="T56" fmla="*/ 257 w 3388"/>
                <a:gd name="T57" fmla="*/ 207 h 1924"/>
                <a:gd name="T58" fmla="*/ 240 w 3388"/>
                <a:gd name="T59" fmla="*/ 215 h 1924"/>
                <a:gd name="T60" fmla="*/ 227 w 3388"/>
                <a:gd name="T61" fmla="*/ 225 h 1924"/>
                <a:gd name="T62" fmla="*/ 217 w 3388"/>
                <a:gd name="T63" fmla="*/ 238 h 1924"/>
                <a:gd name="T64" fmla="*/ 209 w 3388"/>
                <a:gd name="T65" fmla="*/ 255 h 1924"/>
                <a:gd name="T66" fmla="*/ 207 w 3388"/>
                <a:gd name="T67" fmla="*/ 272 h 1924"/>
                <a:gd name="T68" fmla="*/ 207 w 3388"/>
                <a:gd name="T69" fmla="*/ 1532 h 1924"/>
                <a:gd name="T70" fmla="*/ 209 w 3388"/>
                <a:gd name="T71" fmla="*/ 1549 h 1924"/>
                <a:gd name="T72" fmla="*/ 217 w 3388"/>
                <a:gd name="T73" fmla="*/ 1565 h 1924"/>
                <a:gd name="T74" fmla="*/ 227 w 3388"/>
                <a:gd name="T75" fmla="*/ 1579 h 1924"/>
                <a:gd name="T76" fmla="*/ 240 w 3388"/>
                <a:gd name="T77" fmla="*/ 1589 h 1924"/>
                <a:gd name="T78" fmla="*/ 257 w 3388"/>
                <a:gd name="T79" fmla="*/ 1596 h 1924"/>
                <a:gd name="T80" fmla="*/ 274 w 3388"/>
                <a:gd name="T81" fmla="*/ 1598 h 1924"/>
                <a:gd name="T82" fmla="*/ 3116 w 3388"/>
                <a:gd name="T83" fmla="*/ 1598 h 1924"/>
                <a:gd name="T84" fmla="*/ 3134 w 3388"/>
                <a:gd name="T85" fmla="*/ 1596 h 1924"/>
                <a:gd name="T86" fmla="*/ 3150 w 3388"/>
                <a:gd name="T87" fmla="*/ 1589 h 1924"/>
                <a:gd name="T88" fmla="*/ 3164 w 3388"/>
                <a:gd name="T89" fmla="*/ 1579 h 1924"/>
                <a:gd name="T90" fmla="*/ 3174 w 3388"/>
                <a:gd name="T91" fmla="*/ 1565 h 1924"/>
                <a:gd name="T92" fmla="*/ 3181 w 3388"/>
                <a:gd name="T93" fmla="*/ 1549 h 1924"/>
                <a:gd name="T94" fmla="*/ 3184 w 3388"/>
                <a:gd name="T95" fmla="*/ 1532 h 1924"/>
                <a:gd name="T96" fmla="*/ 3184 w 3388"/>
                <a:gd name="T97" fmla="*/ 272 h 1924"/>
                <a:gd name="T98" fmla="*/ 3182 w 3388"/>
                <a:gd name="T99" fmla="*/ 255 h 1924"/>
                <a:gd name="T100" fmla="*/ 3174 w 3388"/>
                <a:gd name="T101" fmla="*/ 238 h 1924"/>
                <a:gd name="T102" fmla="*/ 3164 w 3388"/>
                <a:gd name="T103" fmla="*/ 225 h 1924"/>
                <a:gd name="T104" fmla="*/ 3151 w 3388"/>
                <a:gd name="T105" fmla="*/ 215 h 1924"/>
                <a:gd name="T106" fmla="*/ 3134 w 3388"/>
                <a:gd name="T107" fmla="*/ 207 h 1924"/>
                <a:gd name="T108" fmla="*/ 3117 w 3388"/>
                <a:gd name="T109" fmla="*/ 205 h 1924"/>
                <a:gd name="T110" fmla="*/ 274 w 3388"/>
                <a:gd name="T111" fmla="*/ 205 h 1924"/>
                <a:gd name="T112" fmla="*/ 0 w 3388"/>
                <a:gd name="T113" fmla="*/ 0 h 1924"/>
                <a:gd name="T114" fmla="*/ 3388 w 3388"/>
                <a:gd name="T115" fmla="*/ 0 h 1924"/>
                <a:gd name="T116" fmla="*/ 3388 w 3388"/>
                <a:gd name="T117" fmla="*/ 1924 h 1924"/>
                <a:gd name="T118" fmla="*/ 0 w 3388"/>
                <a:gd name="T119" fmla="*/ 1924 h 1924"/>
                <a:gd name="T120" fmla="*/ 0 w 3388"/>
                <a:gd name="T121" fmla="*/ 0 h 1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88" h="1924">
                  <a:moveTo>
                    <a:pt x="1500" y="1683"/>
                  </a:moveTo>
                  <a:lnTo>
                    <a:pt x="1483" y="1685"/>
                  </a:lnTo>
                  <a:lnTo>
                    <a:pt x="1466" y="1691"/>
                  </a:lnTo>
                  <a:lnTo>
                    <a:pt x="1453" y="1702"/>
                  </a:lnTo>
                  <a:lnTo>
                    <a:pt x="1442" y="1715"/>
                  </a:lnTo>
                  <a:lnTo>
                    <a:pt x="1435" y="1731"/>
                  </a:lnTo>
                  <a:lnTo>
                    <a:pt x="1433" y="1749"/>
                  </a:lnTo>
                  <a:lnTo>
                    <a:pt x="1435" y="1767"/>
                  </a:lnTo>
                  <a:lnTo>
                    <a:pt x="1442" y="1783"/>
                  </a:lnTo>
                  <a:lnTo>
                    <a:pt x="1453" y="1797"/>
                  </a:lnTo>
                  <a:lnTo>
                    <a:pt x="1466" y="1807"/>
                  </a:lnTo>
                  <a:lnTo>
                    <a:pt x="1483" y="1814"/>
                  </a:lnTo>
                  <a:lnTo>
                    <a:pt x="1500" y="1816"/>
                  </a:lnTo>
                  <a:lnTo>
                    <a:pt x="1888" y="1816"/>
                  </a:lnTo>
                  <a:lnTo>
                    <a:pt x="1905" y="1814"/>
                  </a:lnTo>
                  <a:lnTo>
                    <a:pt x="1922" y="1807"/>
                  </a:lnTo>
                  <a:lnTo>
                    <a:pt x="1935" y="1797"/>
                  </a:lnTo>
                  <a:lnTo>
                    <a:pt x="1946" y="1783"/>
                  </a:lnTo>
                  <a:lnTo>
                    <a:pt x="1953" y="1767"/>
                  </a:lnTo>
                  <a:lnTo>
                    <a:pt x="1955" y="1749"/>
                  </a:lnTo>
                  <a:lnTo>
                    <a:pt x="1953" y="1731"/>
                  </a:lnTo>
                  <a:lnTo>
                    <a:pt x="1946" y="1715"/>
                  </a:lnTo>
                  <a:lnTo>
                    <a:pt x="1935" y="1702"/>
                  </a:lnTo>
                  <a:lnTo>
                    <a:pt x="1922" y="1691"/>
                  </a:lnTo>
                  <a:lnTo>
                    <a:pt x="1905" y="1685"/>
                  </a:lnTo>
                  <a:lnTo>
                    <a:pt x="1888" y="1683"/>
                  </a:lnTo>
                  <a:lnTo>
                    <a:pt x="1500" y="1683"/>
                  </a:lnTo>
                  <a:close/>
                  <a:moveTo>
                    <a:pt x="274" y="205"/>
                  </a:moveTo>
                  <a:lnTo>
                    <a:pt x="257" y="207"/>
                  </a:lnTo>
                  <a:lnTo>
                    <a:pt x="240" y="215"/>
                  </a:lnTo>
                  <a:lnTo>
                    <a:pt x="227" y="225"/>
                  </a:lnTo>
                  <a:lnTo>
                    <a:pt x="217" y="238"/>
                  </a:lnTo>
                  <a:lnTo>
                    <a:pt x="209" y="255"/>
                  </a:lnTo>
                  <a:lnTo>
                    <a:pt x="207" y="272"/>
                  </a:lnTo>
                  <a:lnTo>
                    <a:pt x="207" y="1532"/>
                  </a:lnTo>
                  <a:lnTo>
                    <a:pt x="209" y="1549"/>
                  </a:lnTo>
                  <a:lnTo>
                    <a:pt x="217" y="1565"/>
                  </a:lnTo>
                  <a:lnTo>
                    <a:pt x="227" y="1579"/>
                  </a:lnTo>
                  <a:lnTo>
                    <a:pt x="240" y="1589"/>
                  </a:lnTo>
                  <a:lnTo>
                    <a:pt x="257" y="1596"/>
                  </a:lnTo>
                  <a:lnTo>
                    <a:pt x="274" y="1598"/>
                  </a:lnTo>
                  <a:lnTo>
                    <a:pt x="3116" y="1598"/>
                  </a:lnTo>
                  <a:lnTo>
                    <a:pt x="3134" y="1596"/>
                  </a:lnTo>
                  <a:lnTo>
                    <a:pt x="3150" y="1589"/>
                  </a:lnTo>
                  <a:lnTo>
                    <a:pt x="3164" y="1579"/>
                  </a:lnTo>
                  <a:lnTo>
                    <a:pt x="3174" y="1565"/>
                  </a:lnTo>
                  <a:lnTo>
                    <a:pt x="3181" y="1549"/>
                  </a:lnTo>
                  <a:lnTo>
                    <a:pt x="3184" y="1532"/>
                  </a:lnTo>
                  <a:lnTo>
                    <a:pt x="3184" y="272"/>
                  </a:lnTo>
                  <a:lnTo>
                    <a:pt x="3182" y="255"/>
                  </a:lnTo>
                  <a:lnTo>
                    <a:pt x="3174" y="238"/>
                  </a:lnTo>
                  <a:lnTo>
                    <a:pt x="3164" y="225"/>
                  </a:lnTo>
                  <a:lnTo>
                    <a:pt x="3151" y="215"/>
                  </a:lnTo>
                  <a:lnTo>
                    <a:pt x="3134" y="207"/>
                  </a:lnTo>
                  <a:lnTo>
                    <a:pt x="3117" y="205"/>
                  </a:lnTo>
                  <a:lnTo>
                    <a:pt x="274" y="205"/>
                  </a:lnTo>
                  <a:close/>
                  <a:moveTo>
                    <a:pt x="0" y="0"/>
                  </a:moveTo>
                  <a:lnTo>
                    <a:pt x="3388" y="0"/>
                  </a:lnTo>
                  <a:lnTo>
                    <a:pt x="3388" y="1924"/>
                  </a:lnTo>
                  <a:lnTo>
                    <a:pt x="0" y="192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3BC73D2C-DEC3-4150-8B66-CA5496376BC1}"/>
              </a:ext>
            </a:extLst>
          </p:cNvPr>
          <p:cNvGrpSpPr/>
          <p:nvPr/>
        </p:nvGrpSpPr>
        <p:grpSpPr>
          <a:xfrm>
            <a:off x="2927275" y="2757419"/>
            <a:ext cx="311643" cy="310356"/>
            <a:chOff x="2565400" y="3743325"/>
            <a:chExt cx="3841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5" name="Freeform 393">
              <a:extLst>
                <a:ext uri="{FF2B5EF4-FFF2-40B4-BE49-F238E27FC236}">
                  <a16:creationId xmlns:a16="http://schemas.microsoft.com/office/drawing/2014/main" id="{7A05E269-8C1F-492D-8AA9-36F52956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100" y="3743325"/>
              <a:ext cx="244475" cy="244475"/>
            </a:xfrm>
            <a:custGeom>
              <a:avLst/>
              <a:gdLst>
                <a:gd name="T0" fmla="*/ 1605 w 2146"/>
                <a:gd name="T1" fmla="*/ 0 h 2146"/>
                <a:gd name="T2" fmla="*/ 1621 w 2146"/>
                <a:gd name="T3" fmla="*/ 2 h 2146"/>
                <a:gd name="T4" fmla="*/ 1638 w 2146"/>
                <a:gd name="T5" fmla="*/ 7 h 2146"/>
                <a:gd name="T6" fmla="*/ 1652 w 2146"/>
                <a:gd name="T7" fmla="*/ 17 h 2146"/>
                <a:gd name="T8" fmla="*/ 1664 w 2146"/>
                <a:gd name="T9" fmla="*/ 30 h 2146"/>
                <a:gd name="T10" fmla="*/ 1673 w 2146"/>
                <a:gd name="T11" fmla="*/ 46 h 2146"/>
                <a:gd name="T12" fmla="*/ 1790 w 2146"/>
                <a:gd name="T13" fmla="*/ 356 h 2146"/>
                <a:gd name="T14" fmla="*/ 2100 w 2146"/>
                <a:gd name="T15" fmla="*/ 473 h 2146"/>
                <a:gd name="T16" fmla="*/ 2116 w 2146"/>
                <a:gd name="T17" fmla="*/ 483 h 2146"/>
                <a:gd name="T18" fmla="*/ 2129 w 2146"/>
                <a:gd name="T19" fmla="*/ 495 h 2146"/>
                <a:gd name="T20" fmla="*/ 2139 w 2146"/>
                <a:gd name="T21" fmla="*/ 509 h 2146"/>
                <a:gd name="T22" fmla="*/ 2145 w 2146"/>
                <a:gd name="T23" fmla="*/ 526 h 2146"/>
                <a:gd name="T24" fmla="*/ 2146 w 2146"/>
                <a:gd name="T25" fmla="*/ 543 h 2146"/>
                <a:gd name="T26" fmla="*/ 2144 w 2146"/>
                <a:gd name="T27" fmla="*/ 561 h 2146"/>
                <a:gd name="T28" fmla="*/ 2138 w 2146"/>
                <a:gd name="T29" fmla="*/ 577 h 2146"/>
                <a:gd name="T30" fmla="*/ 2126 w 2146"/>
                <a:gd name="T31" fmla="*/ 593 h 2146"/>
                <a:gd name="T32" fmla="*/ 1714 w 2146"/>
                <a:gd name="T33" fmla="*/ 1004 h 2146"/>
                <a:gd name="T34" fmla="*/ 1698 w 2146"/>
                <a:gd name="T35" fmla="*/ 1014 h 2146"/>
                <a:gd name="T36" fmla="*/ 1681 w 2146"/>
                <a:gd name="T37" fmla="*/ 1022 h 2146"/>
                <a:gd name="T38" fmla="*/ 1663 w 2146"/>
                <a:gd name="T39" fmla="*/ 1023 h 2146"/>
                <a:gd name="T40" fmla="*/ 1645 w 2146"/>
                <a:gd name="T41" fmla="*/ 1019 h 2146"/>
                <a:gd name="T42" fmla="*/ 1342 w 2146"/>
                <a:gd name="T43" fmla="*/ 905 h 2146"/>
                <a:gd name="T44" fmla="*/ 118 w 2146"/>
                <a:gd name="T45" fmla="*/ 2125 h 2146"/>
                <a:gd name="T46" fmla="*/ 103 w 2146"/>
                <a:gd name="T47" fmla="*/ 2137 h 2146"/>
                <a:gd name="T48" fmla="*/ 86 w 2146"/>
                <a:gd name="T49" fmla="*/ 2144 h 2146"/>
                <a:gd name="T50" fmla="*/ 69 w 2146"/>
                <a:gd name="T51" fmla="*/ 2146 h 2146"/>
                <a:gd name="T52" fmla="*/ 50 w 2146"/>
                <a:gd name="T53" fmla="*/ 2143 h 2146"/>
                <a:gd name="T54" fmla="*/ 34 w 2146"/>
                <a:gd name="T55" fmla="*/ 2137 h 2146"/>
                <a:gd name="T56" fmla="*/ 20 w 2146"/>
                <a:gd name="T57" fmla="*/ 2124 h 2146"/>
                <a:gd name="T58" fmla="*/ 8 w 2146"/>
                <a:gd name="T59" fmla="*/ 2110 h 2146"/>
                <a:gd name="T60" fmla="*/ 2 w 2146"/>
                <a:gd name="T61" fmla="*/ 2094 h 2146"/>
                <a:gd name="T62" fmla="*/ 0 w 2146"/>
                <a:gd name="T63" fmla="*/ 2076 h 2146"/>
                <a:gd name="T64" fmla="*/ 2 w 2146"/>
                <a:gd name="T65" fmla="*/ 2059 h 2146"/>
                <a:gd name="T66" fmla="*/ 8 w 2146"/>
                <a:gd name="T67" fmla="*/ 2042 h 2146"/>
                <a:gd name="T68" fmla="*/ 20 w 2146"/>
                <a:gd name="T69" fmla="*/ 2027 h 2146"/>
                <a:gd name="T70" fmla="*/ 1239 w 2146"/>
                <a:gd name="T71" fmla="*/ 808 h 2146"/>
                <a:gd name="T72" fmla="*/ 1127 w 2146"/>
                <a:gd name="T73" fmla="*/ 507 h 2146"/>
                <a:gd name="T74" fmla="*/ 1122 w 2146"/>
                <a:gd name="T75" fmla="*/ 491 h 2146"/>
                <a:gd name="T76" fmla="*/ 1122 w 2146"/>
                <a:gd name="T77" fmla="*/ 474 h 2146"/>
                <a:gd name="T78" fmla="*/ 1126 w 2146"/>
                <a:gd name="T79" fmla="*/ 459 h 2146"/>
                <a:gd name="T80" fmla="*/ 1133 w 2146"/>
                <a:gd name="T81" fmla="*/ 445 h 2146"/>
                <a:gd name="T82" fmla="*/ 1143 w 2146"/>
                <a:gd name="T83" fmla="*/ 432 h 2146"/>
                <a:gd name="T84" fmla="*/ 1557 w 2146"/>
                <a:gd name="T85" fmla="*/ 22 h 2146"/>
                <a:gd name="T86" fmla="*/ 1571 w 2146"/>
                <a:gd name="T87" fmla="*/ 9 h 2146"/>
                <a:gd name="T88" fmla="*/ 1587 w 2146"/>
                <a:gd name="T89" fmla="*/ 3 h 2146"/>
                <a:gd name="T90" fmla="*/ 1605 w 2146"/>
                <a:gd name="T91" fmla="*/ 0 h 2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46" h="2146">
                  <a:moveTo>
                    <a:pt x="1605" y="0"/>
                  </a:moveTo>
                  <a:lnTo>
                    <a:pt x="1621" y="2"/>
                  </a:lnTo>
                  <a:lnTo>
                    <a:pt x="1638" y="7"/>
                  </a:lnTo>
                  <a:lnTo>
                    <a:pt x="1652" y="17"/>
                  </a:lnTo>
                  <a:lnTo>
                    <a:pt x="1664" y="30"/>
                  </a:lnTo>
                  <a:lnTo>
                    <a:pt x="1673" y="46"/>
                  </a:lnTo>
                  <a:lnTo>
                    <a:pt x="1790" y="356"/>
                  </a:lnTo>
                  <a:lnTo>
                    <a:pt x="2100" y="473"/>
                  </a:lnTo>
                  <a:lnTo>
                    <a:pt x="2116" y="483"/>
                  </a:lnTo>
                  <a:lnTo>
                    <a:pt x="2129" y="495"/>
                  </a:lnTo>
                  <a:lnTo>
                    <a:pt x="2139" y="509"/>
                  </a:lnTo>
                  <a:lnTo>
                    <a:pt x="2145" y="526"/>
                  </a:lnTo>
                  <a:lnTo>
                    <a:pt x="2146" y="543"/>
                  </a:lnTo>
                  <a:lnTo>
                    <a:pt x="2144" y="561"/>
                  </a:lnTo>
                  <a:lnTo>
                    <a:pt x="2138" y="577"/>
                  </a:lnTo>
                  <a:lnTo>
                    <a:pt x="2126" y="593"/>
                  </a:lnTo>
                  <a:lnTo>
                    <a:pt x="1714" y="1004"/>
                  </a:lnTo>
                  <a:lnTo>
                    <a:pt x="1698" y="1014"/>
                  </a:lnTo>
                  <a:lnTo>
                    <a:pt x="1681" y="1022"/>
                  </a:lnTo>
                  <a:lnTo>
                    <a:pt x="1663" y="1023"/>
                  </a:lnTo>
                  <a:lnTo>
                    <a:pt x="1645" y="1019"/>
                  </a:lnTo>
                  <a:lnTo>
                    <a:pt x="1342" y="905"/>
                  </a:lnTo>
                  <a:lnTo>
                    <a:pt x="118" y="2125"/>
                  </a:lnTo>
                  <a:lnTo>
                    <a:pt x="103" y="2137"/>
                  </a:lnTo>
                  <a:lnTo>
                    <a:pt x="86" y="2144"/>
                  </a:lnTo>
                  <a:lnTo>
                    <a:pt x="69" y="2146"/>
                  </a:lnTo>
                  <a:lnTo>
                    <a:pt x="50" y="2143"/>
                  </a:lnTo>
                  <a:lnTo>
                    <a:pt x="34" y="2137"/>
                  </a:lnTo>
                  <a:lnTo>
                    <a:pt x="20" y="2124"/>
                  </a:lnTo>
                  <a:lnTo>
                    <a:pt x="8" y="2110"/>
                  </a:lnTo>
                  <a:lnTo>
                    <a:pt x="2" y="2094"/>
                  </a:lnTo>
                  <a:lnTo>
                    <a:pt x="0" y="2076"/>
                  </a:lnTo>
                  <a:lnTo>
                    <a:pt x="2" y="2059"/>
                  </a:lnTo>
                  <a:lnTo>
                    <a:pt x="8" y="2042"/>
                  </a:lnTo>
                  <a:lnTo>
                    <a:pt x="20" y="2027"/>
                  </a:lnTo>
                  <a:lnTo>
                    <a:pt x="1239" y="808"/>
                  </a:lnTo>
                  <a:lnTo>
                    <a:pt x="1127" y="507"/>
                  </a:lnTo>
                  <a:lnTo>
                    <a:pt x="1122" y="491"/>
                  </a:lnTo>
                  <a:lnTo>
                    <a:pt x="1122" y="474"/>
                  </a:lnTo>
                  <a:lnTo>
                    <a:pt x="1126" y="459"/>
                  </a:lnTo>
                  <a:lnTo>
                    <a:pt x="1133" y="445"/>
                  </a:lnTo>
                  <a:lnTo>
                    <a:pt x="1143" y="432"/>
                  </a:lnTo>
                  <a:lnTo>
                    <a:pt x="1557" y="22"/>
                  </a:lnTo>
                  <a:lnTo>
                    <a:pt x="1571" y="9"/>
                  </a:lnTo>
                  <a:lnTo>
                    <a:pt x="1587" y="3"/>
                  </a:lnTo>
                  <a:lnTo>
                    <a:pt x="16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6" name="Freeform 394">
              <a:extLst>
                <a:ext uri="{FF2B5EF4-FFF2-40B4-BE49-F238E27FC236}">
                  <a16:creationId xmlns:a16="http://schemas.microsoft.com/office/drawing/2014/main" id="{E556D262-B217-4246-A06F-1FA003501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400" y="3830638"/>
              <a:ext cx="296863" cy="295275"/>
            </a:xfrm>
            <a:custGeom>
              <a:avLst/>
              <a:gdLst>
                <a:gd name="T0" fmla="*/ 1475 w 2614"/>
                <a:gd name="T1" fmla="*/ 10 h 2614"/>
                <a:gd name="T2" fmla="*/ 1716 w 2614"/>
                <a:gd name="T3" fmla="*/ 66 h 2614"/>
                <a:gd name="T4" fmla="*/ 1937 w 2614"/>
                <a:gd name="T5" fmla="*/ 162 h 2614"/>
                <a:gd name="T6" fmla="*/ 1792 w 2614"/>
                <a:gd name="T7" fmla="*/ 528 h 2614"/>
                <a:gd name="T8" fmla="*/ 1597 w 2614"/>
                <a:gd name="T9" fmla="*/ 436 h 2614"/>
                <a:gd name="T10" fmla="*/ 1382 w 2614"/>
                <a:gd name="T11" fmla="*/ 392 h 2614"/>
                <a:gd name="T12" fmla="*/ 1157 w 2614"/>
                <a:gd name="T13" fmla="*/ 401 h 2614"/>
                <a:gd name="T14" fmla="*/ 949 w 2614"/>
                <a:gd name="T15" fmla="*/ 461 h 2614"/>
                <a:gd name="T16" fmla="*/ 764 w 2614"/>
                <a:gd name="T17" fmla="*/ 567 h 2614"/>
                <a:gd name="T18" fmla="*/ 609 w 2614"/>
                <a:gd name="T19" fmla="*/ 709 h 2614"/>
                <a:gd name="T20" fmla="*/ 491 w 2614"/>
                <a:gd name="T21" fmla="*/ 886 h 2614"/>
                <a:gd name="T22" fmla="*/ 415 w 2614"/>
                <a:gd name="T23" fmla="*/ 1087 h 2614"/>
                <a:gd name="T24" fmla="*/ 388 w 2614"/>
                <a:gd name="T25" fmla="*/ 1307 h 2614"/>
                <a:gd name="T26" fmla="*/ 415 w 2614"/>
                <a:gd name="T27" fmla="*/ 1528 h 2614"/>
                <a:gd name="T28" fmla="*/ 490 w 2614"/>
                <a:gd name="T29" fmla="*/ 1729 h 2614"/>
                <a:gd name="T30" fmla="*/ 609 w 2614"/>
                <a:gd name="T31" fmla="*/ 1904 h 2614"/>
                <a:gd name="T32" fmla="*/ 763 w 2614"/>
                <a:gd name="T33" fmla="*/ 2048 h 2614"/>
                <a:gd name="T34" fmla="*/ 948 w 2614"/>
                <a:gd name="T35" fmla="*/ 2153 h 2614"/>
                <a:gd name="T36" fmla="*/ 1156 w 2614"/>
                <a:gd name="T37" fmla="*/ 2213 h 2614"/>
                <a:gd name="T38" fmla="*/ 1381 w 2614"/>
                <a:gd name="T39" fmla="*/ 2223 h 2614"/>
                <a:gd name="T40" fmla="*/ 1595 w 2614"/>
                <a:gd name="T41" fmla="*/ 2178 h 2614"/>
                <a:gd name="T42" fmla="*/ 1789 w 2614"/>
                <a:gd name="T43" fmla="*/ 2088 h 2614"/>
                <a:gd name="T44" fmla="*/ 1955 w 2614"/>
                <a:gd name="T45" fmla="*/ 1957 h 2614"/>
                <a:gd name="T46" fmla="*/ 2086 w 2614"/>
                <a:gd name="T47" fmla="*/ 1790 h 2614"/>
                <a:gd name="T48" fmla="*/ 2177 w 2614"/>
                <a:gd name="T49" fmla="*/ 1597 h 2614"/>
                <a:gd name="T50" fmla="*/ 2221 w 2614"/>
                <a:gd name="T51" fmla="*/ 1383 h 2614"/>
                <a:gd name="T52" fmla="*/ 2212 w 2614"/>
                <a:gd name="T53" fmla="*/ 1162 h 2614"/>
                <a:gd name="T54" fmla="*/ 2155 w 2614"/>
                <a:gd name="T55" fmla="*/ 959 h 2614"/>
                <a:gd name="T56" fmla="*/ 2375 w 2614"/>
                <a:gd name="T57" fmla="*/ 553 h 2614"/>
                <a:gd name="T58" fmla="*/ 2504 w 2614"/>
                <a:gd name="T59" fmla="*/ 781 h 2614"/>
                <a:gd name="T60" fmla="*/ 2585 w 2614"/>
                <a:gd name="T61" fmla="*/ 1034 h 2614"/>
                <a:gd name="T62" fmla="*/ 2614 w 2614"/>
                <a:gd name="T63" fmla="*/ 1307 h 2614"/>
                <a:gd name="T64" fmla="*/ 2585 w 2614"/>
                <a:gd name="T65" fmla="*/ 1581 h 2614"/>
                <a:gd name="T66" fmla="*/ 2502 w 2614"/>
                <a:gd name="T67" fmla="*/ 1836 h 2614"/>
                <a:gd name="T68" fmla="*/ 2372 w 2614"/>
                <a:gd name="T69" fmla="*/ 2064 h 2614"/>
                <a:gd name="T70" fmla="*/ 2199 w 2614"/>
                <a:gd name="T71" fmla="*/ 2261 h 2614"/>
                <a:gd name="T72" fmla="*/ 1992 w 2614"/>
                <a:gd name="T73" fmla="*/ 2420 h 2614"/>
                <a:gd name="T74" fmla="*/ 1754 w 2614"/>
                <a:gd name="T75" fmla="*/ 2535 h 2614"/>
                <a:gd name="T76" fmla="*/ 1492 w 2614"/>
                <a:gd name="T77" fmla="*/ 2600 h 2614"/>
                <a:gd name="T78" fmla="*/ 1214 w 2614"/>
                <a:gd name="T79" fmla="*/ 2610 h 2614"/>
                <a:gd name="T80" fmla="*/ 945 w 2614"/>
                <a:gd name="T81" fmla="*/ 2562 h 2614"/>
                <a:gd name="T82" fmla="*/ 698 w 2614"/>
                <a:gd name="T83" fmla="*/ 2464 h 2614"/>
                <a:gd name="T84" fmla="*/ 479 w 2614"/>
                <a:gd name="T85" fmla="*/ 2318 h 2614"/>
                <a:gd name="T86" fmla="*/ 295 w 2614"/>
                <a:gd name="T87" fmla="*/ 2133 h 2614"/>
                <a:gd name="T88" fmla="*/ 150 w 2614"/>
                <a:gd name="T89" fmla="*/ 1915 h 2614"/>
                <a:gd name="T90" fmla="*/ 50 w 2614"/>
                <a:gd name="T91" fmla="*/ 1668 h 2614"/>
                <a:gd name="T92" fmla="*/ 3 w 2614"/>
                <a:gd name="T93" fmla="*/ 1400 h 2614"/>
                <a:gd name="T94" fmla="*/ 13 w 2614"/>
                <a:gd name="T95" fmla="*/ 1122 h 2614"/>
                <a:gd name="T96" fmla="*/ 78 w 2614"/>
                <a:gd name="T97" fmla="*/ 860 h 2614"/>
                <a:gd name="T98" fmla="*/ 193 w 2614"/>
                <a:gd name="T99" fmla="*/ 622 h 2614"/>
                <a:gd name="T100" fmla="*/ 352 w 2614"/>
                <a:gd name="T101" fmla="*/ 414 h 2614"/>
                <a:gd name="T102" fmla="*/ 549 w 2614"/>
                <a:gd name="T103" fmla="*/ 241 h 2614"/>
                <a:gd name="T104" fmla="*/ 778 w 2614"/>
                <a:gd name="T105" fmla="*/ 111 h 2614"/>
                <a:gd name="T106" fmla="*/ 1032 w 2614"/>
                <a:gd name="T107" fmla="*/ 29 h 2614"/>
                <a:gd name="T108" fmla="*/ 1307 w 2614"/>
                <a:gd name="T109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14" h="2614">
                  <a:moveTo>
                    <a:pt x="1307" y="0"/>
                  </a:moveTo>
                  <a:lnTo>
                    <a:pt x="1392" y="3"/>
                  </a:lnTo>
                  <a:lnTo>
                    <a:pt x="1475" y="10"/>
                  </a:lnTo>
                  <a:lnTo>
                    <a:pt x="1557" y="23"/>
                  </a:lnTo>
                  <a:lnTo>
                    <a:pt x="1638" y="42"/>
                  </a:lnTo>
                  <a:lnTo>
                    <a:pt x="1716" y="66"/>
                  </a:lnTo>
                  <a:lnTo>
                    <a:pt x="1792" y="93"/>
                  </a:lnTo>
                  <a:lnTo>
                    <a:pt x="1865" y="125"/>
                  </a:lnTo>
                  <a:lnTo>
                    <a:pt x="1937" y="162"/>
                  </a:lnTo>
                  <a:lnTo>
                    <a:pt x="2005" y="202"/>
                  </a:lnTo>
                  <a:lnTo>
                    <a:pt x="2072" y="247"/>
                  </a:lnTo>
                  <a:lnTo>
                    <a:pt x="1792" y="528"/>
                  </a:lnTo>
                  <a:lnTo>
                    <a:pt x="1730" y="492"/>
                  </a:lnTo>
                  <a:lnTo>
                    <a:pt x="1665" y="462"/>
                  </a:lnTo>
                  <a:lnTo>
                    <a:pt x="1597" y="436"/>
                  </a:lnTo>
                  <a:lnTo>
                    <a:pt x="1528" y="416"/>
                  </a:lnTo>
                  <a:lnTo>
                    <a:pt x="1456" y="401"/>
                  </a:lnTo>
                  <a:lnTo>
                    <a:pt x="1382" y="392"/>
                  </a:lnTo>
                  <a:lnTo>
                    <a:pt x="1306" y="389"/>
                  </a:lnTo>
                  <a:lnTo>
                    <a:pt x="1231" y="392"/>
                  </a:lnTo>
                  <a:lnTo>
                    <a:pt x="1157" y="401"/>
                  </a:lnTo>
                  <a:lnTo>
                    <a:pt x="1085" y="416"/>
                  </a:lnTo>
                  <a:lnTo>
                    <a:pt x="1015" y="436"/>
                  </a:lnTo>
                  <a:lnTo>
                    <a:pt x="949" y="461"/>
                  </a:lnTo>
                  <a:lnTo>
                    <a:pt x="884" y="492"/>
                  </a:lnTo>
                  <a:lnTo>
                    <a:pt x="822" y="527"/>
                  </a:lnTo>
                  <a:lnTo>
                    <a:pt x="764" y="567"/>
                  </a:lnTo>
                  <a:lnTo>
                    <a:pt x="708" y="610"/>
                  </a:lnTo>
                  <a:lnTo>
                    <a:pt x="657" y="658"/>
                  </a:lnTo>
                  <a:lnTo>
                    <a:pt x="609" y="709"/>
                  </a:lnTo>
                  <a:lnTo>
                    <a:pt x="565" y="765"/>
                  </a:lnTo>
                  <a:lnTo>
                    <a:pt x="526" y="823"/>
                  </a:lnTo>
                  <a:lnTo>
                    <a:pt x="491" y="886"/>
                  </a:lnTo>
                  <a:lnTo>
                    <a:pt x="460" y="950"/>
                  </a:lnTo>
                  <a:lnTo>
                    <a:pt x="434" y="1017"/>
                  </a:lnTo>
                  <a:lnTo>
                    <a:pt x="415" y="1087"/>
                  </a:lnTo>
                  <a:lnTo>
                    <a:pt x="400" y="1158"/>
                  </a:lnTo>
                  <a:lnTo>
                    <a:pt x="391" y="1232"/>
                  </a:lnTo>
                  <a:lnTo>
                    <a:pt x="388" y="1307"/>
                  </a:lnTo>
                  <a:lnTo>
                    <a:pt x="391" y="1383"/>
                  </a:lnTo>
                  <a:lnTo>
                    <a:pt x="399" y="1456"/>
                  </a:lnTo>
                  <a:lnTo>
                    <a:pt x="415" y="1528"/>
                  </a:lnTo>
                  <a:lnTo>
                    <a:pt x="434" y="1597"/>
                  </a:lnTo>
                  <a:lnTo>
                    <a:pt x="460" y="1664"/>
                  </a:lnTo>
                  <a:lnTo>
                    <a:pt x="490" y="1729"/>
                  </a:lnTo>
                  <a:lnTo>
                    <a:pt x="526" y="1790"/>
                  </a:lnTo>
                  <a:lnTo>
                    <a:pt x="565" y="1849"/>
                  </a:lnTo>
                  <a:lnTo>
                    <a:pt x="609" y="1904"/>
                  </a:lnTo>
                  <a:lnTo>
                    <a:pt x="656" y="1957"/>
                  </a:lnTo>
                  <a:lnTo>
                    <a:pt x="708" y="2004"/>
                  </a:lnTo>
                  <a:lnTo>
                    <a:pt x="763" y="2048"/>
                  </a:lnTo>
                  <a:lnTo>
                    <a:pt x="821" y="2088"/>
                  </a:lnTo>
                  <a:lnTo>
                    <a:pt x="883" y="2123"/>
                  </a:lnTo>
                  <a:lnTo>
                    <a:pt x="948" y="2153"/>
                  </a:lnTo>
                  <a:lnTo>
                    <a:pt x="1015" y="2178"/>
                  </a:lnTo>
                  <a:lnTo>
                    <a:pt x="1084" y="2199"/>
                  </a:lnTo>
                  <a:lnTo>
                    <a:pt x="1156" y="2213"/>
                  </a:lnTo>
                  <a:lnTo>
                    <a:pt x="1230" y="2223"/>
                  </a:lnTo>
                  <a:lnTo>
                    <a:pt x="1306" y="2226"/>
                  </a:lnTo>
                  <a:lnTo>
                    <a:pt x="1381" y="2223"/>
                  </a:lnTo>
                  <a:lnTo>
                    <a:pt x="1455" y="2213"/>
                  </a:lnTo>
                  <a:lnTo>
                    <a:pt x="1527" y="2199"/>
                  </a:lnTo>
                  <a:lnTo>
                    <a:pt x="1595" y="2178"/>
                  </a:lnTo>
                  <a:lnTo>
                    <a:pt x="1663" y="2153"/>
                  </a:lnTo>
                  <a:lnTo>
                    <a:pt x="1728" y="2123"/>
                  </a:lnTo>
                  <a:lnTo>
                    <a:pt x="1789" y="2088"/>
                  </a:lnTo>
                  <a:lnTo>
                    <a:pt x="1848" y="2048"/>
                  </a:lnTo>
                  <a:lnTo>
                    <a:pt x="1903" y="2004"/>
                  </a:lnTo>
                  <a:lnTo>
                    <a:pt x="1955" y="1957"/>
                  </a:lnTo>
                  <a:lnTo>
                    <a:pt x="2003" y="1904"/>
                  </a:lnTo>
                  <a:lnTo>
                    <a:pt x="2046" y="1849"/>
                  </a:lnTo>
                  <a:lnTo>
                    <a:pt x="2086" y="1790"/>
                  </a:lnTo>
                  <a:lnTo>
                    <a:pt x="2121" y="1729"/>
                  </a:lnTo>
                  <a:lnTo>
                    <a:pt x="2152" y="1664"/>
                  </a:lnTo>
                  <a:lnTo>
                    <a:pt x="2177" y="1597"/>
                  </a:lnTo>
                  <a:lnTo>
                    <a:pt x="2197" y="1528"/>
                  </a:lnTo>
                  <a:lnTo>
                    <a:pt x="2211" y="1456"/>
                  </a:lnTo>
                  <a:lnTo>
                    <a:pt x="2221" y="1383"/>
                  </a:lnTo>
                  <a:lnTo>
                    <a:pt x="2224" y="1307"/>
                  </a:lnTo>
                  <a:lnTo>
                    <a:pt x="2221" y="1234"/>
                  </a:lnTo>
                  <a:lnTo>
                    <a:pt x="2212" y="1162"/>
                  </a:lnTo>
                  <a:lnTo>
                    <a:pt x="2198" y="1092"/>
                  </a:lnTo>
                  <a:lnTo>
                    <a:pt x="2179" y="1024"/>
                  </a:lnTo>
                  <a:lnTo>
                    <a:pt x="2155" y="959"/>
                  </a:lnTo>
                  <a:lnTo>
                    <a:pt x="2125" y="895"/>
                  </a:lnTo>
                  <a:lnTo>
                    <a:pt x="2092" y="835"/>
                  </a:lnTo>
                  <a:lnTo>
                    <a:pt x="2375" y="553"/>
                  </a:lnTo>
                  <a:lnTo>
                    <a:pt x="2423" y="626"/>
                  </a:lnTo>
                  <a:lnTo>
                    <a:pt x="2466" y="702"/>
                  </a:lnTo>
                  <a:lnTo>
                    <a:pt x="2504" y="781"/>
                  </a:lnTo>
                  <a:lnTo>
                    <a:pt x="2536" y="862"/>
                  </a:lnTo>
                  <a:lnTo>
                    <a:pt x="2564" y="947"/>
                  </a:lnTo>
                  <a:lnTo>
                    <a:pt x="2585" y="1034"/>
                  </a:lnTo>
                  <a:lnTo>
                    <a:pt x="2601" y="1123"/>
                  </a:lnTo>
                  <a:lnTo>
                    <a:pt x="2611" y="1213"/>
                  </a:lnTo>
                  <a:lnTo>
                    <a:pt x="2614" y="1307"/>
                  </a:lnTo>
                  <a:lnTo>
                    <a:pt x="2611" y="1400"/>
                  </a:lnTo>
                  <a:lnTo>
                    <a:pt x="2601" y="1492"/>
                  </a:lnTo>
                  <a:lnTo>
                    <a:pt x="2585" y="1581"/>
                  </a:lnTo>
                  <a:lnTo>
                    <a:pt x="2563" y="1668"/>
                  </a:lnTo>
                  <a:lnTo>
                    <a:pt x="2535" y="1753"/>
                  </a:lnTo>
                  <a:lnTo>
                    <a:pt x="2502" y="1836"/>
                  </a:lnTo>
                  <a:lnTo>
                    <a:pt x="2464" y="1915"/>
                  </a:lnTo>
                  <a:lnTo>
                    <a:pt x="2420" y="1992"/>
                  </a:lnTo>
                  <a:lnTo>
                    <a:pt x="2372" y="2064"/>
                  </a:lnTo>
                  <a:lnTo>
                    <a:pt x="2318" y="2133"/>
                  </a:lnTo>
                  <a:lnTo>
                    <a:pt x="2261" y="2199"/>
                  </a:lnTo>
                  <a:lnTo>
                    <a:pt x="2199" y="2261"/>
                  </a:lnTo>
                  <a:lnTo>
                    <a:pt x="2133" y="2318"/>
                  </a:lnTo>
                  <a:lnTo>
                    <a:pt x="2065" y="2371"/>
                  </a:lnTo>
                  <a:lnTo>
                    <a:pt x="1992" y="2420"/>
                  </a:lnTo>
                  <a:lnTo>
                    <a:pt x="1915" y="2464"/>
                  </a:lnTo>
                  <a:lnTo>
                    <a:pt x="1836" y="2502"/>
                  </a:lnTo>
                  <a:lnTo>
                    <a:pt x="1754" y="2535"/>
                  </a:lnTo>
                  <a:lnTo>
                    <a:pt x="1668" y="2562"/>
                  </a:lnTo>
                  <a:lnTo>
                    <a:pt x="1581" y="2584"/>
                  </a:lnTo>
                  <a:lnTo>
                    <a:pt x="1492" y="2600"/>
                  </a:lnTo>
                  <a:lnTo>
                    <a:pt x="1400" y="2610"/>
                  </a:lnTo>
                  <a:lnTo>
                    <a:pt x="1307" y="2614"/>
                  </a:lnTo>
                  <a:lnTo>
                    <a:pt x="1214" y="2610"/>
                  </a:lnTo>
                  <a:lnTo>
                    <a:pt x="1122" y="2600"/>
                  </a:lnTo>
                  <a:lnTo>
                    <a:pt x="1032" y="2584"/>
                  </a:lnTo>
                  <a:lnTo>
                    <a:pt x="945" y="2562"/>
                  </a:lnTo>
                  <a:lnTo>
                    <a:pt x="860" y="2535"/>
                  </a:lnTo>
                  <a:lnTo>
                    <a:pt x="778" y="2502"/>
                  </a:lnTo>
                  <a:lnTo>
                    <a:pt x="698" y="2464"/>
                  </a:lnTo>
                  <a:lnTo>
                    <a:pt x="622" y="2420"/>
                  </a:lnTo>
                  <a:lnTo>
                    <a:pt x="549" y="2371"/>
                  </a:lnTo>
                  <a:lnTo>
                    <a:pt x="479" y="2318"/>
                  </a:lnTo>
                  <a:lnTo>
                    <a:pt x="414" y="2261"/>
                  </a:lnTo>
                  <a:lnTo>
                    <a:pt x="352" y="2199"/>
                  </a:lnTo>
                  <a:lnTo>
                    <a:pt x="295" y="2133"/>
                  </a:lnTo>
                  <a:lnTo>
                    <a:pt x="242" y="2064"/>
                  </a:lnTo>
                  <a:lnTo>
                    <a:pt x="193" y="1992"/>
                  </a:lnTo>
                  <a:lnTo>
                    <a:pt x="150" y="1915"/>
                  </a:lnTo>
                  <a:lnTo>
                    <a:pt x="112" y="1836"/>
                  </a:lnTo>
                  <a:lnTo>
                    <a:pt x="78" y="1753"/>
                  </a:lnTo>
                  <a:lnTo>
                    <a:pt x="50" y="1668"/>
                  </a:lnTo>
                  <a:lnTo>
                    <a:pt x="29" y="1581"/>
                  </a:lnTo>
                  <a:lnTo>
                    <a:pt x="13" y="1492"/>
                  </a:lnTo>
                  <a:lnTo>
                    <a:pt x="3" y="1400"/>
                  </a:lnTo>
                  <a:lnTo>
                    <a:pt x="0" y="1307"/>
                  </a:lnTo>
                  <a:lnTo>
                    <a:pt x="3" y="1213"/>
                  </a:lnTo>
                  <a:lnTo>
                    <a:pt x="13" y="1122"/>
                  </a:lnTo>
                  <a:lnTo>
                    <a:pt x="29" y="1032"/>
                  </a:lnTo>
                  <a:lnTo>
                    <a:pt x="50" y="944"/>
                  </a:lnTo>
                  <a:lnTo>
                    <a:pt x="78" y="860"/>
                  </a:lnTo>
                  <a:lnTo>
                    <a:pt x="112" y="777"/>
                  </a:lnTo>
                  <a:lnTo>
                    <a:pt x="150" y="698"/>
                  </a:lnTo>
                  <a:lnTo>
                    <a:pt x="193" y="622"/>
                  </a:lnTo>
                  <a:lnTo>
                    <a:pt x="242" y="549"/>
                  </a:lnTo>
                  <a:lnTo>
                    <a:pt x="295" y="479"/>
                  </a:lnTo>
                  <a:lnTo>
                    <a:pt x="352" y="414"/>
                  </a:lnTo>
                  <a:lnTo>
                    <a:pt x="414" y="352"/>
                  </a:lnTo>
                  <a:lnTo>
                    <a:pt x="479" y="295"/>
                  </a:lnTo>
                  <a:lnTo>
                    <a:pt x="549" y="241"/>
                  </a:lnTo>
                  <a:lnTo>
                    <a:pt x="622" y="193"/>
                  </a:lnTo>
                  <a:lnTo>
                    <a:pt x="698" y="150"/>
                  </a:lnTo>
                  <a:lnTo>
                    <a:pt x="778" y="111"/>
                  </a:lnTo>
                  <a:lnTo>
                    <a:pt x="860" y="78"/>
                  </a:lnTo>
                  <a:lnTo>
                    <a:pt x="945" y="50"/>
                  </a:lnTo>
                  <a:lnTo>
                    <a:pt x="1032" y="29"/>
                  </a:lnTo>
                  <a:lnTo>
                    <a:pt x="1122" y="13"/>
                  </a:lnTo>
                  <a:lnTo>
                    <a:pt x="1214" y="3"/>
                  </a:lnTo>
                  <a:lnTo>
                    <a:pt x="13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57" name="Freeform 395">
              <a:extLst>
                <a:ext uri="{FF2B5EF4-FFF2-40B4-BE49-F238E27FC236}">
                  <a16:creationId xmlns:a16="http://schemas.microsoft.com/office/drawing/2014/main" id="{7E44DF7D-77F8-4733-B078-5A7295357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725" y="3889375"/>
              <a:ext cx="176213" cy="177800"/>
            </a:xfrm>
            <a:custGeom>
              <a:avLst/>
              <a:gdLst>
                <a:gd name="T0" fmla="*/ 848 w 1558"/>
                <a:gd name="T1" fmla="*/ 3 h 1559"/>
                <a:gd name="T2" fmla="*/ 980 w 1558"/>
                <a:gd name="T3" fmla="*/ 25 h 1559"/>
                <a:gd name="T4" fmla="*/ 1104 w 1558"/>
                <a:gd name="T5" fmla="*/ 70 h 1559"/>
                <a:gd name="T6" fmla="*/ 906 w 1558"/>
                <a:gd name="T7" fmla="*/ 357 h 1559"/>
                <a:gd name="T8" fmla="*/ 822 w 1558"/>
                <a:gd name="T9" fmla="*/ 340 h 1559"/>
                <a:gd name="T10" fmla="*/ 727 w 1558"/>
                <a:gd name="T11" fmla="*/ 341 h 1559"/>
                <a:gd name="T12" fmla="*/ 630 w 1558"/>
                <a:gd name="T13" fmla="*/ 364 h 1559"/>
                <a:gd name="T14" fmla="*/ 542 w 1558"/>
                <a:gd name="T15" fmla="*/ 407 h 1559"/>
                <a:gd name="T16" fmla="*/ 467 w 1558"/>
                <a:gd name="T17" fmla="*/ 468 h 1559"/>
                <a:gd name="T18" fmla="*/ 406 w 1558"/>
                <a:gd name="T19" fmla="*/ 543 h 1559"/>
                <a:gd name="T20" fmla="*/ 363 w 1558"/>
                <a:gd name="T21" fmla="*/ 630 h 1559"/>
                <a:gd name="T22" fmla="*/ 341 w 1558"/>
                <a:gd name="T23" fmla="*/ 727 h 1559"/>
                <a:gd name="T24" fmla="*/ 341 w 1558"/>
                <a:gd name="T25" fmla="*/ 830 h 1559"/>
                <a:gd name="T26" fmla="*/ 363 w 1558"/>
                <a:gd name="T27" fmla="*/ 928 h 1559"/>
                <a:gd name="T28" fmla="*/ 406 w 1558"/>
                <a:gd name="T29" fmla="*/ 1015 h 1559"/>
                <a:gd name="T30" fmla="*/ 467 w 1558"/>
                <a:gd name="T31" fmla="*/ 1091 h 1559"/>
                <a:gd name="T32" fmla="*/ 542 w 1558"/>
                <a:gd name="T33" fmla="*/ 1151 h 1559"/>
                <a:gd name="T34" fmla="*/ 629 w 1558"/>
                <a:gd name="T35" fmla="*/ 1194 h 1559"/>
                <a:gd name="T36" fmla="*/ 727 w 1558"/>
                <a:gd name="T37" fmla="*/ 1217 h 1559"/>
                <a:gd name="T38" fmla="*/ 830 w 1558"/>
                <a:gd name="T39" fmla="*/ 1217 h 1559"/>
                <a:gd name="T40" fmla="*/ 928 w 1558"/>
                <a:gd name="T41" fmla="*/ 1194 h 1559"/>
                <a:gd name="T42" fmla="*/ 1015 w 1558"/>
                <a:gd name="T43" fmla="*/ 1150 h 1559"/>
                <a:gd name="T44" fmla="*/ 1090 w 1558"/>
                <a:gd name="T45" fmla="*/ 1090 h 1559"/>
                <a:gd name="T46" fmla="*/ 1151 w 1558"/>
                <a:gd name="T47" fmla="*/ 1015 h 1559"/>
                <a:gd name="T48" fmla="*/ 1194 w 1558"/>
                <a:gd name="T49" fmla="*/ 928 h 1559"/>
                <a:gd name="T50" fmla="*/ 1216 w 1558"/>
                <a:gd name="T51" fmla="*/ 830 h 1559"/>
                <a:gd name="T52" fmla="*/ 1218 w 1558"/>
                <a:gd name="T53" fmla="*/ 740 h 1559"/>
                <a:gd name="T54" fmla="*/ 1205 w 1558"/>
                <a:gd name="T55" fmla="*/ 666 h 1559"/>
                <a:gd name="T56" fmla="*/ 1492 w 1558"/>
                <a:gd name="T57" fmla="*/ 464 h 1559"/>
                <a:gd name="T58" fmla="*/ 1534 w 1558"/>
                <a:gd name="T59" fmla="*/ 584 h 1559"/>
                <a:gd name="T60" fmla="*/ 1555 w 1558"/>
                <a:gd name="T61" fmla="*/ 712 h 1559"/>
                <a:gd name="T62" fmla="*/ 1555 w 1558"/>
                <a:gd name="T63" fmla="*/ 851 h 1559"/>
                <a:gd name="T64" fmla="*/ 1530 w 1558"/>
                <a:gd name="T65" fmla="*/ 986 h 1559"/>
                <a:gd name="T66" fmla="*/ 1483 w 1558"/>
                <a:gd name="T67" fmla="*/ 1114 h 1559"/>
                <a:gd name="T68" fmla="*/ 1415 w 1558"/>
                <a:gd name="T69" fmla="*/ 1230 h 1559"/>
                <a:gd name="T70" fmla="*/ 1330 w 1558"/>
                <a:gd name="T71" fmla="*/ 1331 h 1559"/>
                <a:gd name="T72" fmla="*/ 1229 w 1558"/>
                <a:gd name="T73" fmla="*/ 1416 h 1559"/>
                <a:gd name="T74" fmla="*/ 1114 w 1558"/>
                <a:gd name="T75" fmla="*/ 1484 h 1559"/>
                <a:gd name="T76" fmla="*/ 986 w 1558"/>
                <a:gd name="T77" fmla="*/ 1531 h 1559"/>
                <a:gd name="T78" fmla="*/ 850 w 1558"/>
                <a:gd name="T79" fmla="*/ 1556 h 1559"/>
                <a:gd name="T80" fmla="*/ 708 w 1558"/>
                <a:gd name="T81" fmla="*/ 1556 h 1559"/>
                <a:gd name="T82" fmla="*/ 572 w 1558"/>
                <a:gd name="T83" fmla="*/ 1531 h 1559"/>
                <a:gd name="T84" fmla="*/ 445 w 1558"/>
                <a:gd name="T85" fmla="*/ 1484 h 1559"/>
                <a:gd name="T86" fmla="*/ 329 w 1558"/>
                <a:gd name="T87" fmla="*/ 1416 h 1559"/>
                <a:gd name="T88" fmla="*/ 228 w 1558"/>
                <a:gd name="T89" fmla="*/ 1331 h 1559"/>
                <a:gd name="T90" fmla="*/ 141 w 1558"/>
                <a:gd name="T91" fmla="*/ 1230 h 1559"/>
                <a:gd name="T92" fmla="*/ 75 w 1558"/>
                <a:gd name="T93" fmla="*/ 1114 h 1559"/>
                <a:gd name="T94" fmla="*/ 27 w 1558"/>
                <a:gd name="T95" fmla="*/ 986 h 1559"/>
                <a:gd name="T96" fmla="*/ 3 w 1558"/>
                <a:gd name="T97" fmla="*/ 851 h 1559"/>
                <a:gd name="T98" fmla="*/ 3 w 1558"/>
                <a:gd name="T99" fmla="*/ 708 h 1559"/>
                <a:gd name="T100" fmla="*/ 27 w 1558"/>
                <a:gd name="T101" fmla="*/ 571 h 1559"/>
                <a:gd name="T102" fmla="*/ 75 w 1558"/>
                <a:gd name="T103" fmla="*/ 445 h 1559"/>
                <a:gd name="T104" fmla="*/ 141 w 1558"/>
                <a:gd name="T105" fmla="*/ 329 h 1559"/>
                <a:gd name="T106" fmla="*/ 228 w 1558"/>
                <a:gd name="T107" fmla="*/ 227 h 1559"/>
                <a:gd name="T108" fmla="*/ 329 w 1558"/>
                <a:gd name="T109" fmla="*/ 142 h 1559"/>
                <a:gd name="T110" fmla="*/ 444 w 1558"/>
                <a:gd name="T111" fmla="*/ 75 h 1559"/>
                <a:gd name="T112" fmla="*/ 572 w 1558"/>
                <a:gd name="T113" fmla="*/ 27 h 1559"/>
                <a:gd name="T114" fmla="*/ 707 w 1558"/>
                <a:gd name="T115" fmla="*/ 3 h 1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58" h="1559">
                  <a:moveTo>
                    <a:pt x="779" y="0"/>
                  </a:moveTo>
                  <a:lnTo>
                    <a:pt x="848" y="3"/>
                  </a:lnTo>
                  <a:lnTo>
                    <a:pt x="914" y="11"/>
                  </a:lnTo>
                  <a:lnTo>
                    <a:pt x="980" y="25"/>
                  </a:lnTo>
                  <a:lnTo>
                    <a:pt x="1044" y="46"/>
                  </a:lnTo>
                  <a:lnTo>
                    <a:pt x="1104" y="70"/>
                  </a:lnTo>
                  <a:lnTo>
                    <a:pt x="1163" y="100"/>
                  </a:lnTo>
                  <a:lnTo>
                    <a:pt x="906" y="357"/>
                  </a:lnTo>
                  <a:lnTo>
                    <a:pt x="865" y="347"/>
                  </a:lnTo>
                  <a:lnTo>
                    <a:pt x="822" y="340"/>
                  </a:lnTo>
                  <a:lnTo>
                    <a:pt x="779" y="338"/>
                  </a:lnTo>
                  <a:lnTo>
                    <a:pt x="727" y="341"/>
                  </a:lnTo>
                  <a:lnTo>
                    <a:pt x="677" y="350"/>
                  </a:lnTo>
                  <a:lnTo>
                    <a:pt x="630" y="364"/>
                  </a:lnTo>
                  <a:lnTo>
                    <a:pt x="585" y="383"/>
                  </a:lnTo>
                  <a:lnTo>
                    <a:pt x="542" y="407"/>
                  </a:lnTo>
                  <a:lnTo>
                    <a:pt x="503" y="435"/>
                  </a:lnTo>
                  <a:lnTo>
                    <a:pt x="467" y="468"/>
                  </a:lnTo>
                  <a:lnTo>
                    <a:pt x="435" y="504"/>
                  </a:lnTo>
                  <a:lnTo>
                    <a:pt x="406" y="543"/>
                  </a:lnTo>
                  <a:lnTo>
                    <a:pt x="383" y="585"/>
                  </a:lnTo>
                  <a:lnTo>
                    <a:pt x="363" y="630"/>
                  </a:lnTo>
                  <a:lnTo>
                    <a:pt x="349" y="678"/>
                  </a:lnTo>
                  <a:lnTo>
                    <a:pt x="341" y="727"/>
                  </a:lnTo>
                  <a:lnTo>
                    <a:pt x="337" y="779"/>
                  </a:lnTo>
                  <a:lnTo>
                    <a:pt x="341" y="830"/>
                  </a:lnTo>
                  <a:lnTo>
                    <a:pt x="349" y="879"/>
                  </a:lnTo>
                  <a:lnTo>
                    <a:pt x="363" y="928"/>
                  </a:lnTo>
                  <a:lnTo>
                    <a:pt x="382" y="973"/>
                  </a:lnTo>
                  <a:lnTo>
                    <a:pt x="406" y="1015"/>
                  </a:lnTo>
                  <a:lnTo>
                    <a:pt x="434" y="1055"/>
                  </a:lnTo>
                  <a:lnTo>
                    <a:pt x="467" y="1091"/>
                  </a:lnTo>
                  <a:lnTo>
                    <a:pt x="503" y="1123"/>
                  </a:lnTo>
                  <a:lnTo>
                    <a:pt x="542" y="1151"/>
                  </a:lnTo>
                  <a:lnTo>
                    <a:pt x="584" y="1175"/>
                  </a:lnTo>
                  <a:lnTo>
                    <a:pt x="629" y="1194"/>
                  </a:lnTo>
                  <a:lnTo>
                    <a:pt x="677" y="1208"/>
                  </a:lnTo>
                  <a:lnTo>
                    <a:pt x="727" y="1217"/>
                  </a:lnTo>
                  <a:lnTo>
                    <a:pt x="779" y="1219"/>
                  </a:lnTo>
                  <a:lnTo>
                    <a:pt x="830" y="1217"/>
                  </a:lnTo>
                  <a:lnTo>
                    <a:pt x="880" y="1208"/>
                  </a:lnTo>
                  <a:lnTo>
                    <a:pt x="928" y="1194"/>
                  </a:lnTo>
                  <a:lnTo>
                    <a:pt x="973" y="1175"/>
                  </a:lnTo>
                  <a:lnTo>
                    <a:pt x="1015" y="1150"/>
                  </a:lnTo>
                  <a:lnTo>
                    <a:pt x="1054" y="1123"/>
                  </a:lnTo>
                  <a:lnTo>
                    <a:pt x="1090" y="1090"/>
                  </a:lnTo>
                  <a:lnTo>
                    <a:pt x="1123" y="1054"/>
                  </a:lnTo>
                  <a:lnTo>
                    <a:pt x="1151" y="1015"/>
                  </a:lnTo>
                  <a:lnTo>
                    <a:pt x="1175" y="973"/>
                  </a:lnTo>
                  <a:lnTo>
                    <a:pt x="1194" y="928"/>
                  </a:lnTo>
                  <a:lnTo>
                    <a:pt x="1208" y="879"/>
                  </a:lnTo>
                  <a:lnTo>
                    <a:pt x="1216" y="830"/>
                  </a:lnTo>
                  <a:lnTo>
                    <a:pt x="1219" y="779"/>
                  </a:lnTo>
                  <a:lnTo>
                    <a:pt x="1218" y="740"/>
                  </a:lnTo>
                  <a:lnTo>
                    <a:pt x="1213" y="703"/>
                  </a:lnTo>
                  <a:lnTo>
                    <a:pt x="1205" y="666"/>
                  </a:lnTo>
                  <a:lnTo>
                    <a:pt x="1465" y="407"/>
                  </a:lnTo>
                  <a:lnTo>
                    <a:pt x="1492" y="464"/>
                  </a:lnTo>
                  <a:lnTo>
                    <a:pt x="1515" y="523"/>
                  </a:lnTo>
                  <a:lnTo>
                    <a:pt x="1534" y="584"/>
                  </a:lnTo>
                  <a:lnTo>
                    <a:pt x="1547" y="647"/>
                  </a:lnTo>
                  <a:lnTo>
                    <a:pt x="1555" y="712"/>
                  </a:lnTo>
                  <a:lnTo>
                    <a:pt x="1558" y="779"/>
                  </a:lnTo>
                  <a:lnTo>
                    <a:pt x="1555" y="851"/>
                  </a:lnTo>
                  <a:lnTo>
                    <a:pt x="1546" y="919"/>
                  </a:lnTo>
                  <a:lnTo>
                    <a:pt x="1530" y="986"/>
                  </a:lnTo>
                  <a:lnTo>
                    <a:pt x="1510" y="1051"/>
                  </a:lnTo>
                  <a:lnTo>
                    <a:pt x="1483" y="1114"/>
                  </a:lnTo>
                  <a:lnTo>
                    <a:pt x="1452" y="1173"/>
                  </a:lnTo>
                  <a:lnTo>
                    <a:pt x="1415" y="1230"/>
                  </a:lnTo>
                  <a:lnTo>
                    <a:pt x="1375" y="1282"/>
                  </a:lnTo>
                  <a:lnTo>
                    <a:pt x="1330" y="1331"/>
                  </a:lnTo>
                  <a:lnTo>
                    <a:pt x="1281" y="1375"/>
                  </a:lnTo>
                  <a:lnTo>
                    <a:pt x="1229" y="1416"/>
                  </a:lnTo>
                  <a:lnTo>
                    <a:pt x="1172" y="1452"/>
                  </a:lnTo>
                  <a:lnTo>
                    <a:pt x="1114" y="1484"/>
                  </a:lnTo>
                  <a:lnTo>
                    <a:pt x="1051" y="1511"/>
                  </a:lnTo>
                  <a:lnTo>
                    <a:pt x="986" y="1531"/>
                  </a:lnTo>
                  <a:lnTo>
                    <a:pt x="920" y="1547"/>
                  </a:lnTo>
                  <a:lnTo>
                    <a:pt x="850" y="1556"/>
                  </a:lnTo>
                  <a:lnTo>
                    <a:pt x="779" y="1559"/>
                  </a:lnTo>
                  <a:lnTo>
                    <a:pt x="708" y="1556"/>
                  </a:lnTo>
                  <a:lnTo>
                    <a:pt x="639" y="1547"/>
                  </a:lnTo>
                  <a:lnTo>
                    <a:pt x="572" y="1531"/>
                  </a:lnTo>
                  <a:lnTo>
                    <a:pt x="507" y="1511"/>
                  </a:lnTo>
                  <a:lnTo>
                    <a:pt x="445" y="1484"/>
                  </a:lnTo>
                  <a:lnTo>
                    <a:pt x="386" y="1452"/>
                  </a:lnTo>
                  <a:lnTo>
                    <a:pt x="329" y="1416"/>
                  </a:lnTo>
                  <a:lnTo>
                    <a:pt x="277" y="1375"/>
                  </a:lnTo>
                  <a:lnTo>
                    <a:pt x="228" y="1331"/>
                  </a:lnTo>
                  <a:lnTo>
                    <a:pt x="182" y="1282"/>
                  </a:lnTo>
                  <a:lnTo>
                    <a:pt x="141" y="1230"/>
                  </a:lnTo>
                  <a:lnTo>
                    <a:pt x="105" y="1173"/>
                  </a:lnTo>
                  <a:lnTo>
                    <a:pt x="75" y="1114"/>
                  </a:lnTo>
                  <a:lnTo>
                    <a:pt x="48" y="1051"/>
                  </a:lnTo>
                  <a:lnTo>
                    <a:pt x="27" y="986"/>
                  </a:lnTo>
                  <a:lnTo>
                    <a:pt x="12" y="919"/>
                  </a:lnTo>
                  <a:lnTo>
                    <a:pt x="3" y="851"/>
                  </a:lnTo>
                  <a:lnTo>
                    <a:pt x="0" y="779"/>
                  </a:lnTo>
                  <a:lnTo>
                    <a:pt x="3" y="708"/>
                  </a:lnTo>
                  <a:lnTo>
                    <a:pt x="12" y="639"/>
                  </a:lnTo>
                  <a:lnTo>
                    <a:pt x="27" y="571"/>
                  </a:lnTo>
                  <a:lnTo>
                    <a:pt x="48" y="507"/>
                  </a:lnTo>
                  <a:lnTo>
                    <a:pt x="75" y="445"/>
                  </a:lnTo>
                  <a:lnTo>
                    <a:pt x="105" y="386"/>
                  </a:lnTo>
                  <a:lnTo>
                    <a:pt x="141" y="329"/>
                  </a:lnTo>
                  <a:lnTo>
                    <a:pt x="182" y="277"/>
                  </a:lnTo>
                  <a:lnTo>
                    <a:pt x="228" y="227"/>
                  </a:lnTo>
                  <a:lnTo>
                    <a:pt x="277" y="182"/>
                  </a:lnTo>
                  <a:lnTo>
                    <a:pt x="329" y="142"/>
                  </a:lnTo>
                  <a:lnTo>
                    <a:pt x="386" y="105"/>
                  </a:lnTo>
                  <a:lnTo>
                    <a:pt x="444" y="75"/>
                  </a:lnTo>
                  <a:lnTo>
                    <a:pt x="507" y="48"/>
                  </a:lnTo>
                  <a:lnTo>
                    <a:pt x="572" y="27"/>
                  </a:lnTo>
                  <a:lnTo>
                    <a:pt x="638" y="12"/>
                  </a:lnTo>
                  <a:lnTo>
                    <a:pt x="707" y="3"/>
                  </a:lnTo>
                  <a:lnTo>
                    <a:pt x="7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B8EEF6D-7172-4B32-BA76-A4CB3011CC8A}"/>
              </a:ext>
            </a:extLst>
          </p:cNvPr>
          <p:cNvGrpSpPr/>
          <p:nvPr/>
        </p:nvGrpSpPr>
        <p:grpSpPr>
          <a:xfrm>
            <a:off x="3658193" y="2776736"/>
            <a:ext cx="310355" cy="271723"/>
            <a:chOff x="3240088" y="3859213"/>
            <a:chExt cx="382587" cy="3349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59" name="Rectangle 400">
              <a:extLst>
                <a:ext uri="{FF2B5EF4-FFF2-40B4-BE49-F238E27FC236}">
                  <a16:creationId xmlns:a16="http://schemas.microsoft.com/office/drawing/2014/main" id="{8C587B85-29C5-4E49-8DAB-8E723643C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088" y="3859213"/>
              <a:ext cx="382587" cy="365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0" name="Freeform 401">
              <a:extLst>
                <a:ext uri="{FF2B5EF4-FFF2-40B4-BE49-F238E27FC236}">
                  <a16:creationId xmlns:a16="http://schemas.microsoft.com/office/drawing/2014/main" id="{591F0723-4C6C-4D01-A532-DAE5D6FDC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163" y="4141788"/>
              <a:ext cx="55562" cy="52388"/>
            </a:xfrm>
            <a:custGeom>
              <a:avLst/>
              <a:gdLst>
                <a:gd name="T0" fmla="*/ 0 w 491"/>
                <a:gd name="T1" fmla="*/ 0 h 462"/>
                <a:gd name="T2" fmla="*/ 338 w 491"/>
                <a:gd name="T3" fmla="*/ 0 h 462"/>
                <a:gd name="T4" fmla="*/ 491 w 491"/>
                <a:gd name="T5" fmla="*/ 462 h 462"/>
                <a:gd name="T6" fmla="*/ 154 w 491"/>
                <a:gd name="T7" fmla="*/ 462 h 462"/>
                <a:gd name="T8" fmla="*/ 0 w 491"/>
                <a:gd name="T9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1" h="462">
                  <a:moveTo>
                    <a:pt x="0" y="0"/>
                  </a:moveTo>
                  <a:lnTo>
                    <a:pt x="338" y="0"/>
                  </a:lnTo>
                  <a:lnTo>
                    <a:pt x="491" y="462"/>
                  </a:lnTo>
                  <a:lnTo>
                    <a:pt x="154" y="46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1" name="Freeform 402">
              <a:extLst>
                <a:ext uri="{FF2B5EF4-FFF2-40B4-BE49-F238E27FC236}">
                  <a16:creationId xmlns:a16="http://schemas.microsoft.com/office/drawing/2014/main" id="{28B49021-2D0C-4417-978F-965C9BEEF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038" y="4141788"/>
              <a:ext cx="55562" cy="52388"/>
            </a:xfrm>
            <a:custGeom>
              <a:avLst/>
              <a:gdLst>
                <a:gd name="T0" fmla="*/ 152 w 490"/>
                <a:gd name="T1" fmla="*/ 0 h 462"/>
                <a:gd name="T2" fmla="*/ 490 w 490"/>
                <a:gd name="T3" fmla="*/ 0 h 462"/>
                <a:gd name="T4" fmla="*/ 337 w 490"/>
                <a:gd name="T5" fmla="*/ 462 h 462"/>
                <a:gd name="T6" fmla="*/ 0 w 490"/>
                <a:gd name="T7" fmla="*/ 462 h 462"/>
                <a:gd name="T8" fmla="*/ 152 w 490"/>
                <a:gd name="T9" fmla="*/ 0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462">
                  <a:moveTo>
                    <a:pt x="152" y="0"/>
                  </a:moveTo>
                  <a:lnTo>
                    <a:pt x="490" y="0"/>
                  </a:lnTo>
                  <a:lnTo>
                    <a:pt x="337" y="462"/>
                  </a:lnTo>
                  <a:lnTo>
                    <a:pt x="0" y="462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2" name="Freeform 403">
              <a:extLst>
                <a:ext uri="{FF2B5EF4-FFF2-40B4-BE49-F238E27FC236}">
                  <a16:creationId xmlns:a16="http://schemas.microsoft.com/office/drawing/2014/main" id="{7F3640CA-F090-476A-A06A-9D4177281E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0250" y="3913188"/>
              <a:ext cx="320675" cy="211138"/>
            </a:xfrm>
            <a:custGeom>
              <a:avLst/>
              <a:gdLst>
                <a:gd name="T0" fmla="*/ 1243 w 2825"/>
                <a:gd name="T1" fmla="*/ 487 h 1862"/>
                <a:gd name="T2" fmla="*/ 1135 w 2825"/>
                <a:gd name="T3" fmla="*/ 509 h 1862"/>
                <a:gd name="T4" fmla="*/ 1035 w 2825"/>
                <a:gd name="T5" fmla="*/ 551 h 1862"/>
                <a:gd name="T6" fmla="*/ 947 w 2825"/>
                <a:gd name="T7" fmla="*/ 612 h 1862"/>
                <a:gd name="T8" fmla="*/ 871 w 2825"/>
                <a:gd name="T9" fmla="*/ 689 h 1862"/>
                <a:gd name="T10" fmla="*/ 811 w 2825"/>
                <a:gd name="T11" fmla="*/ 778 h 1862"/>
                <a:gd name="T12" fmla="*/ 769 w 2825"/>
                <a:gd name="T13" fmla="*/ 879 h 1862"/>
                <a:gd name="T14" fmla="*/ 747 w 2825"/>
                <a:gd name="T15" fmla="*/ 988 h 1862"/>
                <a:gd name="T16" fmla="*/ 747 w 2825"/>
                <a:gd name="T17" fmla="*/ 1103 h 1862"/>
                <a:gd name="T18" fmla="*/ 769 w 2825"/>
                <a:gd name="T19" fmla="*/ 1212 h 1862"/>
                <a:gd name="T20" fmla="*/ 811 w 2825"/>
                <a:gd name="T21" fmla="*/ 1312 h 1862"/>
                <a:gd name="T22" fmla="*/ 871 w 2825"/>
                <a:gd name="T23" fmla="*/ 1401 h 1862"/>
                <a:gd name="T24" fmla="*/ 947 w 2825"/>
                <a:gd name="T25" fmla="*/ 1477 h 1862"/>
                <a:gd name="T26" fmla="*/ 1035 w 2825"/>
                <a:gd name="T27" fmla="*/ 1536 h 1862"/>
                <a:gd name="T28" fmla="*/ 1135 w 2825"/>
                <a:gd name="T29" fmla="*/ 1577 h 1862"/>
                <a:gd name="T30" fmla="*/ 1243 w 2825"/>
                <a:gd name="T31" fmla="*/ 1599 h 1862"/>
                <a:gd name="T32" fmla="*/ 1358 w 2825"/>
                <a:gd name="T33" fmla="*/ 1599 h 1862"/>
                <a:gd name="T34" fmla="*/ 1466 w 2825"/>
                <a:gd name="T35" fmla="*/ 1576 h 1862"/>
                <a:gd name="T36" fmla="*/ 1565 w 2825"/>
                <a:gd name="T37" fmla="*/ 1534 h 1862"/>
                <a:gd name="T38" fmla="*/ 1654 w 2825"/>
                <a:gd name="T39" fmla="*/ 1474 h 1862"/>
                <a:gd name="T40" fmla="*/ 1730 w 2825"/>
                <a:gd name="T41" fmla="*/ 1399 h 1862"/>
                <a:gd name="T42" fmla="*/ 1789 w 2825"/>
                <a:gd name="T43" fmla="*/ 1309 h 1862"/>
                <a:gd name="T44" fmla="*/ 1832 w 2825"/>
                <a:gd name="T45" fmla="*/ 1209 h 1862"/>
                <a:gd name="T46" fmla="*/ 1854 w 2825"/>
                <a:gd name="T47" fmla="*/ 1100 h 1862"/>
                <a:gd name="T48" fmla="*/ 1301 w 2825"/>
                <a:gd name="T49" fmla="*/ 1042 h 1862"/>
                <a:gd name="T50" fmla="*/ 1524 w 2825"/>
                <a:gd name="T51" fmla="*/ 258 h 1862"/>
                <a:gd name="T52" fmla="*/ 2082 w 2825"/>
                <a:gd name="T53" fmla="*/ 819 h 1862"/>
                <a:gd name="T54" fmla="*/ 2070 w 2825"/>
                <a:gd name="T55" fmla="*/ 706 h 1862"/>
                <a:gd name="T56" fmla="*/ 2038 w 2825"/>
                <a:gd name="T57" fmla="*/ 601 h 1862"/>
                <a:gd name="T58" fmla="*/ 1987 w 2825"/>
                <a:gd name="T59" fmla="*/ 505 h 1862"/>
                <a:gd name="T60" fmla="*/ 1918 w 2825"/>
                <a:gd name="T61" fmla="*/ 422 h 1862"/>
                <a:gd name="T62" fmla="*/ 1836 w 2825"/>
                <a:gd name="T63" fmla="*/ 354 h 1862"/>
                <a:gd name="T64" fmla="*/ 1741 w 2825"/>
                <a:gd name="T65" fmla="*/ 302 h 1862"/>
                <a:gd name="T66" fmla="*/ 1637 w 2825"/>
                <a:gd name="T67" fmla="*/ 269 h 1862"/>
                <a:gd name="T68" fmla="*/ 1524 w 2825"/>
                <a:gd name="T69" fmla="*/ 258 h 1862"/>
                <a:gd name="T70" fmla="*/ 2825 w 2825"/>
                <a:gd name="T71" fmla="*/ 0 h 1862"/>
                <a:gd name="T72" fmla="*/ 0 w 2825"/>
                <a:gd name="T73" fmla="*/ 1862 h 1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25" h="1862">
                  <a:moveTo>
                    <a:pt x="1301" y="484"/>
                  </a:moveTo>
                  <a:lnTo>
                    <a:pt x="1243" y="487"/>
                  </a:lnTo>
                  <a:lnTo>
                    <a:pt x="1188" y="495"/>
                  </a:lnTo>
                  <a:lnTo>
                    <a:pt x="1135" y="509"/>
                  </a:lnTo>
                  <a:lnTo>
                    <a:pt x="1084" y="528"/>
                  </a:lnTo>
                  <a:lnTo>
                    <a:pt x="1035" y="551"/>
                  </a:lnTo>
                  <a:lnTo>
                    <a:pt x="989" y="580"/>
                  </a:lnTo>
                  <a:lnTo>
                    <a:pt x="947" y="612"/>
                  </a:lnTo>
                  <a:lnTo>
                    <a:pt x="907" y="649"/>
                  </a:lnTo>
                  <a:lnTo>
                    <a:pt x="871" y="689"/>
                  </a:lnTo>
                  <a:lnTo>
                    <a:pt x="839" y="732"/>
                  </a:lnTo>
                  <a:lnTo>
                    <a:pt x="811" y="778"/>
                  </a:lnTo>
                  <a:lnTo>
                    <a:pt x="787" y="828"/>
                  </a:lnTo>
                  <a:lnTo>
                    <a:pt x="769" y="879"/>
                  </a:lnTo>
                  <a:lnTo>
                    <a:pt x="756" y="932"/>
                  </a:lnTo>
                  <a:lnTo>
                    <a:pt x="747" y="988"/>
                  </a:lnTo>
                  <a:lnTo>
                    <a:pt x="744" y="1045"/>
                  </a:lnTo>
                  <a:lnTo>
                    <a:pt x="747" y="1103"/>
                  </a:lnTo>
                  <a:lnTo>
                    <a:pt x="756" y="1158"/>
                  </a:lnTo>
                  <a:lnTo>
                    <a:pt x="769" y="1212"/>
                  </a:lnTo>
                  <a:lnTo>
                    <a:pt x="787" y="1263"/>
                  </a:lnTo>
                  <a:lnTo>
                    <a:pt x="811" y="1312"/>
                  </a:lnTo>
                  <a:lnTo>
                    <a:pt x="839" y="1357"/>
                  </a:lnTo>
                  <a:lnTo>
                    <a:pt x="871" y="1401"/>
                  </a:lnTo>
                  <a:lnTo>
                    <a:pt x="907" y="1441"/>
                  </a:lnTo>
                  <a:lnTo>
                    <a:pt x="947" y="1477"/>
                  </a:lnTo>
                  <a:lnTo>
                    <a:pt x="989" y="1508"/>
                  </a:lnTo>
                  <a:lnTo>
                    <a:pt x="1035" y="1536"/>
                  </a:lnTo>
                  <a:lnTo>
                    <a:pt x="1084" y="1559"/>
                  </a:lnTo>
                  <a:lnTo>
                    <a:pt x="1135" y="1577"/>
                  </a:lnTo>
                  <a:lnTo>
                    <a:pt x="1188" y="1591"/>
                  </a:lnTo>
                  <a:lnTo>
                    <a:pt x="1243" y="1599"/>
                  </a:lnTo>
                  <a:lnTo>
                    <a:pt x="1301" y="1601"/>
                  </a:lnTo>
                  <a:lnTo>
                    <a:pt x="1358" y="1599"/>
                  </a:lnTo>
                  <a:lnTo>
                    <a:pt x="1413" y="1590"/>
                  </a:lnTo>
                  <a:lnTo>
                    <a:pt x="1466" y="1576"/>
                  </a:lnTo>
                  <a:lnTo>
                    <a:pt x="1517" y="1558"/>
                  </a:lnTo>
                  <a:lnTo>
                    <a:pt x="1565" y="1534"/>
                  </a:lnTo>
                  <a:lnTo>
                    <a:pt x="1611" y="1506"/>
                  </a:lnTo>
                  <a:lnTo>
                    <a:pt x="1654" y="1474"/>
                  </a:lnTo>
                  <a:lnTo>
                    <a:pt x="1694" y="1438"/>
                  </a:lnTo>
                  <a:lnTo>
                    <a:pt x="1730" y="1399"/>
                  </a:lnTo>
                  <a:lnTo>
                    <a:pt x="1762" y="1355"/>
                  </a:lnTo>
                  <a:lnTo>
                    <a:pt x="1789" y="1309"/>
                  </a:lnTo>
                  <a:lnTo>
                    <a:pt x="1813" y="1260"/>
                  </a:lnTo>
                  <a:lnTo>
                    <a:pt x="1832" y="1209"/>
                  </a:lnTo>
                  <a:lnTo>
                    <a:pt x="1845" y="1155"/>
                  </a:lnTo>
                  <a:lnTo>
                    <a:pt x="1854" y="1100"/>
                  </a:lnTo>
                  <a:lnTo>
                    <a:pt x="1857" y="1042"/>
                  </a:lnTo>
                  <a:lnTo>
                    <a:pt x="1301" y="1042"/>
                  </a:lnTo>
                  <a:lnTo>
                    <a:pt x="1301" y="484"/>
                  </a:lnTo>
                  <a:close/>
                  <a:moveTo>
                    <a:pt x="1524" y="258"/>
                  </a:moveTo>
                  <a:lnTo>
                    <a:pt x="1524" y="819"/>
                  </a:lnTo>
                  <a:lnTo>
                    <a:pt x="2082" y="819"/>
                  </a:lnTo>
                  <a:lnTo>
                    <a:pt x="2079" y="762"/>
                  </a:lnTo>
                  <a:lnTo>
                    <a:pt x="2070" y="706"/>
                  </a:lnTo>
                  <a:lnTo>
                    <a:pt x="2056" y="653"/>
                  </a:lnTo>
                  <a:lnTo>
                    <a:pt x="2038" y="601"/>
                  </a:lnTo>
                  <a:lnTo>
                    <a:pt x="2014" y="552"/>
                  </a:lnTo>
                  <a:lnTo>
                    <a:pt x="1987" y="505"/>
                  </a:lnTo>
                  <a:lnTo>
                    <a:pt x="1954" y="462"/>
                  </a:lnTo>
                  <a:lnTo>
                    <a:pt x="1918" y="422"/>
                  </a:lnTo>
                  <a:lnTo>
                    <a:pt x="1879" y="386"/>
                  </a:lnTo>
                  <a:lnTo>
                    <a:pt x="1836" y="354"/>
                  </a:lnTo>
                  <a:lnTo>
                    <a:pt x="1790" y="325"/>
                  </a:lnTo>
                  <a:lnTo>
                    <a:pt x="1741" y="302"/>
                  </a:lnTo>
                  <a:lnTo>
                    <a:pt x="1690" y="283"/>
                  </a:lnTo>
                  <a:lnTo>
                    <a:pt x="1637" y="269"/>
                  </a:lnTo>
                  <a:lnTo>
                    <a:pt x="1582" y="261"/>
                  </a:lnTo>
                  <a:lnTo>
                    <a:pt x="1524" y="258"/>
                  </a:lnTo>
                  <a:close/>
                  <a:moveTo>
                    <a:pt x="0" y="0"/>
                  </a:moveTo>
                  <a:lnTo>
                    <a:pt x="2825" y="0"/>
                  </a:lnTo>
                  <a:lnTo>
                    <a:pt x="2825" y="1862"/>
                  </a:lnTo>
                  <a:lnTo>
                    <a:pt x="0" y="186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560958A-B242-40E4-81E4-20619C531ACE}"/>
              </a:ext>
            </a:extLst>
          </p:cNvPr>
          <p:cNvGrpSpPr/>
          <p:nvPr/>
        </p:nvGrpSpPr>
        <p:grpSpPr>
          <a:xfrm>
            <a:off x="4387824" y="2758063"/>
            <a:ext cx="253693" cy="309068"/>
            <a:chOff x="3900488" y="3781426"/>
            <a:chExt cx="312737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64" name="Freeform 408">
              <a:extLst>
                <a:ext uri="{FF2B5EF4-FFF2-40B4-BE49-F238E27FC236}">
                  <a16:creationId xmlns:a16="http://schemas.microsoft.com/office/drawing/2014/main" id="{3DCC1C60-665C-42DA-B5D9-1BFD9D15D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0" y="3975101"/>
              <a:ext cx="39687" cy="26988"/>
            </a:xfrm>
            <a:custGeom>
              <a:avLst/>
              <a:gdLst>
                <a:gd name="T0" fmla="*/ 279 w 353"/>
                <a:gd name="T1" fmla="*/ 0 h 227"/>
                <a:gd name="T2" fmla="*/ 296 w 353"/>
                <a:gd name="T3" fmla="*/ 1 h 227"/>
                <a:gd name="T4" fmla="*/ 312 w 353"/>
                <a:gd name="T5" fmla="*/ 6 h 227"/>
                <a:gd name="T6" fmla="*/ 328 w 353"/>
                <a:gd name="T7" fmla="*/ 15 h 227"/>
                <a:gd name="T8" fmla="*/ 340 w 353"/>
                <a:gd name="T9" fmla="*/ 28 h 227"/>
                <a:gd name="T10" fmla="*/ 349 w 353"/>
                <a:gd name="T11" fmla="*/ 43 h 227"/>
                <a:gd name="T12" fmla="*/ 353 w 353"/>
                <a:gd name="T13" fmla="*/ 60 h 227"/>
                <a:gd name="T14" fmla="*/ 353 w 353"/>
                <a:gd name="T15" fmla="*/ 78 h 227"/>
                <a:gd name="T16" fmla="*/ 348 w 353"/>
                <a:gd name="T17" fmla="*/ 95 h 227"/>
                <a:gd name="T18" fmla="*/ 339 w 353"/>
                <a:gd name="T19" fmla="*/ 110 h 227"/>
                <a:gd name="T20" fmla="*/ 327 w 353"/>
                <a:gd name="T21" fmla="*/ 122 h 227"/>
                <a:gd name="T22" fmla="*/ 310 w 353"/>
                <a:gd name="T23" fmla="*/ 131 h 227"/>
                <a:gd name="T24" fmla="*/ 93 w 353"/>
                <a:gd name="T25" fmla="*/ 222 h 227"/>
                <a:gd name="T26" fmla="*/ 76 w 353"/>
                <a:gd name="T27" fmla="*/ 227 h 227"/>
                <a:gd name="T28" fmla="*/ 59 w 353"/>
                <a:gd name="T29" fmla="*/ 226 h 227"/>
                <a:gd name="T30" fmla="*/ 42 w 353"/>
                <a:gd name="T31" fmla="*/ 221 h 227"/>
                <a:gd name="T32" fmla="*/ 27 w 353"/>
                <a:gd name="T33" fmla="*/ 212 h 227"/>
                <a:gd name="T34" fmla="*/ 15 w 353"/>
                <a:gd name="T35" fmla="*/ 199 h 227"/>
                <a:gd name="T36" fmla="*/ 5 w 353"/>
                <a:gd name="T37" fmla="*/ 184 h 227"/>
                <a:gd name="T38" fmla="*/ 0 w 353"/>
                <a:gd name="T39" fmla="*/ 165 h 227"/>
                <a:gd name="T40" fmla="*/ 0 w 353"/>
                <a:gd name="T41" fmla="*/ 147 h 227"/>
                <a:gd name="T42" fmla="*/ 4 w 353"/>
                <a:gd name="T43" fmla="*/ 130 h 227"/>
                <a:gd name="T44" fmla="*/ 13 w 353"/>
                <a:gd name="T45" fmla="*/ 116 h 227"/>
                <a:gd name="T46" fmla="*/ 27 w 353"/>
                <a:gd name="T47" fmla="*/ 104 h 227"/>
                <a:gd name="T48" fmla="*/ 44 w 353"/>
                <a:gd name="T49" fmla="*/ 95 h 227"/>
                <a:gd name="T50" fmla="*/ 261 w 353"/>
                <a:gd name="T51" fmla="*/ 5 h 227"/>
                <a:gd name="T52" fmla="*/ 279 w 353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7">
                  <a:moveTo>
                    <a:pt x="279" y="0"/>
                  </a:moveTo>
                  <a:lnTo>
                    <a:pt x="296" y="1"/>
                  </a:lnTo>
                  <a:lnTo>
                    <a:pt x="312" y="6"/>
                  </a:lnTo>
                  <a:lnTo>
                    <a:pt x="328" y="15"/>
                  </a:lnTo>
                  <a:lnTo>
                    <a:pt x="340" y="28"/>
                  </a:lnTo>
                  <a:lnTo>
                    <a:pt x="349" y="43"/>
                  </a:lnTo>
                  <a:lnTo>
                    <a:pt x="353" y="60"/>
                  </a:lnTo>
                  <a:lnTo>
                    <a:pt x="353" y="78"/>
                  </a:lnTo>
                  <a:lnTo>
                    <a:pt x="348" y="95"/>
                  </a:lnTo>
                  <a:lnTo>
                    <a:pt x="339" y="110"/>
                  </a:lnTo>
                  <a:lnTo>
                    <a:pt x="327" y="122"/>
                  </a:lnTo>
                  <a:lnTo>
                    <a:pt x="310" y="131"/>
                  </a:lnTo>
                  <a:lnTo>
                    <a:pt x="93" y="222"/>
                  </a:lnTo>
                  <a:lnTo>
                    <a:pt x="76" y="227"/>
                  </a:lnTo>
                  <a:lnTo>
                    <a:pt x="59" y="226"/>
                  </a:lnTo>
                  <a:lnTo>
                    <a:pt x="42" y="221"/>
                  </a:lnTo>
                  <a:lnTo>
                    <a:pt x="27" y="212"/>
                  </a:lnTo>
                  <a:lnTo>
                    <a:pt x="15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0"/>
                  </a:lnTo>
                  <a:lnTo>
                    <a:pt x="13" y="116"/>
                  </a:lnTo>
                  <a:lnTo>
                    <a:pt x="27" y="104"/>
                  </a:lnTo>
                  <a:lnTo>
                    <a:pt x="44" y="95"/>
                  </a:lnTo>
                  <a:lnTo>
                    <a:pt x="261" y="5"/>
                  </a:lnTo>
                  <a:lnTo>
                    <a:pt x="2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5" name="Freeform 409">
              <a:extLst>
                <a:ext uri="{FF2B5EF4-FFF2-40B4-BE49-F238E27FC236}">
                  <a16:creationId xmlns:a16="http://schemas.microsoft.com/office/drawing/2014/main" id="{3033D2EE-B39D-4026-BB40-720623EF5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38" y="3871913"/>
              <a:ext cx="39687" cy="25400"/>
            </a:xfrm>
            <a:custGeom>
              <a:avLst/>
              <a:gdLst>
                <a:gd name="T0" fmla="*/ 278 w 353"/>
                <a:gd name="T1" fmla="*/ 0 h 227"/>
                <a:gd name="T2" fmla="*/ 295 w 353"/>
                <a:gd name="T3" fmla="*/ 1 h 227"/>
                <a:gd name="T4" fmla="*/ 312 w 353"/>
                <a:gd name="T5" fmla="*/ 6 h 227"/>
                <a:gd name="T6" fmla="*/ 326 w 353"/>
                <a:gd name="T7" fmla="*/ 16 h 227"/>
                <a:gd name="T8" fmla="*/ 339 w 353"/>
                <a:gd name="T9" fmla="*/ 28 h 227"/>
                <a:gd name="T10" fmla="*/ 348 w 353"/>
                <a:gd name="T11" fmla="*/ 43 h 227"/>
                <a:gd name="T12" fmla="*/ 353 w 353"/>
                <a:gd name="T13" fmla="*/ 61 h 227"/>
                <a:gd name="T14" fmla="*/ 353 w 353"/>
                <a:gd name="T15" fmla="*/ 78 h 227"/>
                <a:gd name="T16" fmla="*/ 347 w 353"/>
                <a:gd name="T17" fmla="*/ 96 h 227"/>
                <a:gd name="T18" fmla="*/ 338 w 353"/>
                <a:gd name="T19" fmla="*/ 110 h 227"/>
                <a:gd name="T20" fmla="*/ 325 w 353"/>
                <a:gd name="T21" fmla="*/ 122 h 227"/>
                <a:gd name="T22" fmla="*/ 310 w 353"/>
                <a:gd name="T23" fmla="*/ 132 h 227"/>
                <a:gd name="T24" fmla="*/ 93 w 353"/>
                <a:gd name="T25" fmla="*/ 222 h 227"/>
                <a:gd name="T26" fmla="*/ 75 w 353"/>
                <a:gd name="T27" fmla="*/ 227 h 227"/>
                <a:gd name="T28" fmla="*/ 58 w 353"/>
                <a:gd name="T29" fmla="*/ 226 h 227"/>
                <a:gd name="T30" fmla="*/ 40 w 353"/>
                <a:gd name="T31" fmla="*/ 221 h 227"/>
                <a:gd name="T32" fmla="*/ 26 w 353"/>
                <a:gd name="T33" fmla="*/ 212 h 227"/>
                <a:gd name="T34" fmla="*/ 14 w 353"/>
                <a:gd name="T35" fmla="*/ 199 h 227"/>
                <a:gd name="T36" fmla="*/ 5 w 353"/>
                <a:gd name="T37" fmla="*/ 184 h 227"/>
                <a:gd name="T38" fmla="*/ 0 w 353"/>
                <a:gd name="T39" fmla="*/ 165 h 227"/>
                <a:gd name="T40" fmla="*/ 0 w 353"/>
                <a:gd name="T41" fmla="*/ 147 h 227"/>
                <a:gd name="T42" fmla="*/ 4 w 353"/>
                <a:gd name="T43" fmla="*/ 131 h 227"/>
                <a:gd name="T44" fmla="*/ 13 w 353"/>
                <a:gd name="T45" fmla="*/ 115 h 227"/>
                <a:gd name="T46" fmla="*/ 26 w 353"/>
                <a:gd name="T47" fmla="*/ 104 h 227"/>
                <a:gd name="T48" fmla="*/ 43 w 353"/>
                <a:gd name="T49" fmla="*/ 96 h 227"/>
                <a:gd name="T50" fmla="*/ 260 w 353"/>
                <a:gd name="T51" fmla="*/ 5 h 227"/>
                <a:gd name="T52" fmla="*/ 278 w 353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7">
                  <a:moveTo>
                    <a:pt x="278" y="0"/>
                  </a:moveTo>
                  <a:lnTo>
                    <a:pt x="295" y="1"/>
                  </a:lnTo>
                  <a:lnTo>
                    <a:pt x="312" y="6"/>
                  </a:lnTo>
                  <a:lnTo>
                    <a:pt x="326" y="16"/>
                  </a:lnTo>
                  <a:lnTo>
                    <a:pt x="339" y="28"/>
                  </a:lnTo>
                  <a:lnTo>
                    <a:pt x="348" y="43"/>
                  </a:lnTo>
                  <a:lnTo>
                    <a:pt x="353" y="61"/>
                  </a:lnTo>
                  <a:lnTo>
                    <a:pt x="353" y="78"/>
                  </a:lnTo>
                  <a:lnTo>
                    <a:pt x="347" y="96"/>
                  </a:lnTo>
                  <a:lnTo>
                    <a:pt x="338" y="110"/>
                  </a:lnTo>
                  <a:lnTo>
                    <a:pt x="325" y="122"/>
                  </a:lnTo>
                  <a:lnTo>
                    <a:pt x="310" y="132"/>
                  </a:lnTo>
                  <a:lnTo>
                    <a:pt x="93" y="222"/>
                  </a:lnTo>
                  <a:lnTo>
                    <a:pt x="75" y="227"/>
                  </a:lnTo>
                  <a:lnTo>
                    <a:pt x="58" y="226"/>
                  </a:lnTo>
                  <a:lnTo>
                    <a:pt x="40" y="221"/>
                  </a:lnTo>
                  <a:lnTo>
                    <a:pt x="26" y="212"/>
                  </a:lnTo>
                  <a:lnTo>
                    <a:pt x="14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1"/>
                  </a:lnTo>
                  <a:lnTo>
                    <a:pt x="13" y="115"/>
                  </a:lnTo>
                  <a:lnTo>
                    <a:pt x="26" y="104"/>
                  </a:lnTo>
                  <a:lnTo>
                    <a:pt x="43" y="96"/>
                  </a:lnTo>
                  <a:lnTo>
                    <a:pt x="260" y="5"/>
                  </a:lnTo>
                  <a:lnTo>
                    <a:pt x="2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6" name="Freeform 410">
              <a:extLst>
                <a:ext uri="{FF2B5EF4-FFF2-40B4-BE49-F238E27FC236}">
                  <a16:creationId xmlns:a16="http://schemas.microsoft.com/office/drawing/2014/main" id="{EAE084CF-49B2-4FB4-9E4B-3598A03BC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488" y="3929063"/>
              <a:ext cx="41275" cy="15875"/>
            </a:xfrm>
            <a:custGeom>
              <a:avLst/>
              <a:gdLst>
                <a:gd name="T0" fmla="*/ 70 w 371"/>
                <a:gd name="T1" fmla="*/ 0 h 137"/>
                <a:gd name="T2" fmla="*/ 305 w 371"/>
                <a:gd name="T3" fmla="*/ 0 h 137"/>
                <a:gd name="T4" fmla="*/ 322 w 371"/>
                <a:gd name="T5" fmla="*/ 2 h 137"/>
                <a:gd name="T6" fmla="*/ 339 w 371"/>
                <a:gd name="T7" fmla="*/ 9 h 137"/>
                <a:gd name="T8" fmla="*/ 352 w 371"/>
                <a:gd name="T9" fmla="*/ 21 h 137"/>
                <a:gd name="T10" fmla="*/ 362 w 371"/>
                <a:gd name="T11" fmla="*/ 35 h 137"/>
                <a:gd name="T12" fmla="*/ 369 w 371"/>
                <a:gd name="T13" fmla="*/ 52 h 137"/>
                <a:gd name="T14" fmla="*/ 371 w 371"/>
                <a:gd name="T15" fmla="*/ 70 h 137"/>
                <a:gd name="T16" fmla="*/ 369 w 371"/>
                <a:gd name="T17" fmla="*/ 87 h 137"/>
                <a:gd name="T18" fmla="*/ 362 w 371"/>
                <a:gd name="T19" fmla="*/ 104 h 137"/>
                <a:gd name="T20" fmla="*/ 351 w 371"/>
                <a:gd name="T21" fmla="*/ 117 h 137"/>
                <a:gd name="T22" fmla="*/ 337 w 371"/>
                <a:gd name="T23" fmla="*/ 127 h 137"/>
                <a:gd name="T24" fmla="*/ 320 w 371"/>
                <a:gd name="T25" fmla="*/ 134 h 137"/>
                <a:gd name="T26" fmla="*/ 302 w 371"/>
                <a:gd name="T27" fmla="*/ 137 h 137"/>
                <a:gd name="T28" fmla="*/ 66 w 371"/>
                <a:gd name="T29" fmla="*/ 137 h 137"/>
                <a:gd name="T30" fmla="*/ 49 w 371"/>
                <a:gd name="T31" fmla="*/ 134 h 137"/>
                <a:gd name="T32" fmla="*/ 33 w 371"/>
                <a:gd name="T33" fmla="*/ 126 h 137"/>
                <a:gd name="T34" fmla="*/ 19 w 371"/>
                <a:gd name="T35" fmla="*/ 115 h 137"/>
                <a:gd name="T36" fmla="*/ 9 w 371"/>
                <a:gd name="T37" fmla="*/ 102 h 137"/>
                <a:gd name="T38" fmla="*/ 3 w 371"/>
                <a:gd name="T39" fmla="*/ 84 h 137"/>
                <a:gd name="T40" fmla="*/ 0 w 371"/>
                <a:gd name="T41" fmla="*/ 67 h 137"/>
                <a:gd name="T42" fmla="*/ 3 w 371"/>
                <a:gd name="T43" fmla="*/ 47 h 137"/>
                <a:gd name="T44" fmla="*/ 9 w 371"/>
                <a:gd name="T45" fmla="*/ 31 h 137"/>
                <a:gd name="T46" fmla="*/ 20 w 371"/>
                <a:gd name="T47" fmla="*/ 18 h 137"/>
                <a:gd name="T48" fmla="*/ 34 w 371"/>
                <a:gd name="T49" fmla="*/ 7 h 137"/>
                <a:gd name="T50" fmla="*/ 51 w 371"/>
                <a:gd name="T51" fmla="*/ 1 h 137"/>
                <a:gd name="T52" fmla="*/ 70 w 371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1" h="137">
                  <a:moveTo>
                    <a:pt x="70" y="0"/>
                  </a:moveTo>
                  <a:lnTo>
                    <a:pt x="305" y="0"/>
                  </a:lnTo>
                  <a:lnTo>
                    <a:pt x="322" y="2"/>
                  </a:lnTo>
                  <a:lnTo>
                    <a:pt x="339" y="9"/>
                  </a:lnTo>
                  <a:lnTo>
                    <a:pt x="352" y="21"/>
                  </a:lnTo>
                  <a:lnTo>
                    <a:pt x="362" y="35"/>
                  </a:lnTo>
                  <a:lnTo>
                    <a:pt x="369" y="52"/>
                  </a:lnTo>
                  <a:lnTo>
                    <a:pt x="371" y="70"/>
                  </a:lnTo>
                  <a:lnTo>
                    <a:pt x="369" y="87"/>
                  </a:lnTo>
                  <a:lnTo>
                    <a:pt x="362" y="104"/>
                  </a:lnTo>
                  <a:lnTo>
                    <a:pt x="351" y="117"/>
                  </a:lnTo>
                  <a:lnTo>
                    <a:pt x="337" y="127"/>
                  </a:lnTo>
                  <a:lnTo>
                    <a:pt x="320" y="134"/>
                  </a:lnTo>
                  <a:lnTo>
                    <a:pt x="302" y="137"/>
                  </a:lnTo>
                  <a:lnTo>
                    <a:pt x="66" y="137"/>
                  </a:lnTo>
                  <a:lnTo>
                    <a:pt x="49" y="134"/>
                  </a:lnTo>
                  <a:lnTo>
                    <a:pt x="33" y="126"/>
                  </a:lnTo>
                  <a:lnTo>
                    <a:pt x="19" y="115"/>
                  </a:lnTo>
                  <a:lnTo>
                    <a:pt x="9" y="102"/>
                  </a:lnTo>
                  <a:lnTo>
                    <a:pt x="3" y="84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31"/>
                  </a:lnTo>
                  <a:lnTo>
                    <a:pt x="20" y="18"/>
                  </a:lnTo>
                  <a:lnTo>
                    <a:pt x="34" y="7"/>
                  </a:lnTo>
                  <a:lnTo>
                    <a:pt x="51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7" name="Freeform 411">
              <a:extLst>
                <a:ext uri="{FF2B5EF4-FFF2-40B4-BE49-F238E27FC236}">
                  <a16:creationId xmlns:a16="http://schemas.microsoft.com/office/drawing/2014/main" id="{665E42C8-266B-44C1-8EA6-D0B1AB92F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363" y="3929063"/>
              <a:ext cx="42862" cy="15875"/>
            </a:xfrm>
            <a:custGeom>
              <a:avLst/>
              <a:gdLst>
                <a:gd name="T0" fmla="*/ 70 w 372"/>
                <a:gd name="T1" fmla="*/ 0 h 137"/>
                <a:gd name="T2" fmla="*/ 305 w 372"/>
                <a:gd name="T3" fmla="*/ 0 h 137"/>
                <a:gd name="T4" fmla="*/ 324 w 372"/>
                <a:gd name="T5" fmla="*/ 2 h 137"/>
                <a:gd name="T6" fmla="*/ 339 w 372"/>
                <a:gd name="T7" fmla="*/ 9 h 137"/>
                <a:gd name="T8" fmla="*/ 353 w 372"/>
                <a:gd name="T9" fmla="*/ 21 h 137"/>
                <a:gd name="T10" fmla="*/ 363 w 372"/>
                <a:gd name="T11" fmla="*/ 35 h 137"/>
                <a:gd name="T12" fmla="*/ 370 w 372"/>
                <a:gd name="T13" fmla="*/ 52 h 137"/>
                <a:gd name="T14" fmla="*/ 372 w 372"/>
                <a:gd name="T15" fmla="*/ 70 h 137"/>
                <a:gd name="T16" fmla="*/ 370 w 372"/>
                <a:gd name="T17" fmla="*/ 87 h 137"/>
                <a:gd name="T18" fmla="*/ 363 w 372"/>
                <a:gd name="T19" fmla="*/ 104 h 137"/>
                <a:gd name="T20" fmla="*/ 351 w 372"/>
                <a:gd name="T21" fmla="*/ 117 h 137"/>
                <a:gd name="T22" fmla="*/ 337 w 372"/>
                <a:gd name="T23" fmla="*/ 127 h 137"/>
                <a:gd name="T24" fmla="*/ 321 w 372"/>
                <a:gd name="T25" fmla="*/ 134 h 137"/>
                <a:gd name="T26" fmla="*/ 302 w 372"/>
                <a:gd name="T27" fmla="*/ 137 h 137"/>
                <a:gd name="T28" fmla="*/ 67 w 372"/>
                <a:gd name="T29" fmla="*/ 137 h 137"/>
                <a:gd name="T30" fmla="*/ 50 w 372"/>
                <a:gd name="T31" fmla="*/ 134 h 137"/>
                <a:gd name="T32" fmla="*/ 33 w 372"/>
                <a:gd name="T33" fmla="*/ 126 h 137"/>
                <a:gd name="T34" fmla="*/ 20 w 372"/>
                <a:gd name="T35" fmla="*/ 115 h 137"/>
                <a:gd name="T36" fmla="*/ 10 w 372"/>
                <a:gd name="T37" fmla="*/ 102 h 137"/>
                <a:gd name="T38" fmla="*/ 4 w 372"/>
                <a:gd name="T39" fmla="*/ 84 h 137"/>
                <a:gd name="T40" fmla="*/ 0 w 372"/>
                <a:gd name="T41" fmla="*/ 67 h 137"/>
                <a:gd name="T42" fmla="*/ 4 w 372"/>
                <a:gd name="T43" fmla="*/ 47 h 137"/>
                <a:gd name="T44" fmla="*/ 10 w 372"/>
                <a:gd name="T45" fmla="*/ 31 h 137"/>
                <a:gd name="T46" fmla="*/ 21 w 372"/>
                <a:gd name="T47" fmla="*/ 18 h 137"/>
                <a:gd name="T48" fmla="*/ 34 w 372"/>
                <a:gd name="T49" fmla="*/ 7 h 137"/>
                <a:gd name="T50" fmla="*/ 52 w 372"/>
                <a:gd name="T51" fmla="*/ 1 h 137"/>
                <a:gd name="T52" fmla="*/ 70 w 372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2" h="137">
                  <a:moveTo>
                    <a:pt x="70" y="0"/>
                  </a:moveTo>
                  <a:lnTo>
                    <a:pt x="305" y="0"/>
                  </a:lnTo>
                  <a:lnTo>
                    <a:pt x="324" y="2"/>
                  </a:lnTo>
                  <a:lnTo>
                    <a:pt x="339" y="9"/>
                  </a:lnTo>
                  <a:lnTo>
                    <a:pt x="353" y="21"/>
                  </a:lnTo>
                  <a:lnTo>
                    <a:pt x="363" y="35"/>
                  </a:lnTo>
                  <a:lnTo>
                    <a:pt x="370" y="52"/>
                  </a:lnTo>
                  <a:lnTo>
                    <a:pt x="372" y="70"/>
                  </a:lnTo>
                  <a:lnTo>
                    <a:pt x="370" y="87"/>
                  </a:lnTo>
                  <a:lnTo>
                    <a:pt x="363" y="104"/>
                  </a:lnTo>
                  <a:lnTo>
                    <a:pt x="351" y="117"/>
                  </a:lnTo>
                  <a:lnTo>
                    <a:pt x="337" y="127"/>
                  </a:lnTo>
                  <a:lnTo>
                    <a:pt x="321" y="134"/>
                  </a:lnTo>
                  <a:lnTo>
                    <a:pt x="302" y="137"/>
                  </a:lnTo>
                  <a:lnTo>
                    <a:pt x="67" y="137"/>
                  </a:lnTo>
                  <a:lnTo>
                    <a:pt x="50" y="134"/>
                  </a:lnTo>
                  <a:lnTo>
                    <a:pt x="33" y="126"/>
                  </a:lnTo>
                  <a:lnTo>
                    <a:pt x="20" y="115"/>
                  </a:lnTo>
                  <a:lnTo>
                    <a:pt x="10" y="102"/>
                  </a:lnTo>
                  <a:lnTo>
                    <a:pt x="4" y="84"/>
                  </a:lnTo>
                  <a:lnTo>
                    <a:pt x="0" y="67"/>
                  </a:lnTo>
                  <a:lnTo>
                    <a:pt x="4" y="47"/>
                  </a:lnTo>
                  <a:lnTo>
                    <a:pt x="10" y="31"/>
                  </a:lnTo>
                  <a:lnTo>
                    <a:pt x="21" y="18"/>
                  </a:lnTo>
                  <a:lnTo>
                    <a:pt x="34" y="7"/>
                  </a:lnTo>
                  <a:lnTo>
                    <a:pt x="52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8" name="Freeform 412">
              <a:extLst>
                <a:ext uri="{FF2B5EF4-FFF2-40B4-BE49-F238E27FC236}">
                  <a16:creationId xmlns:a16="http://schemas.microsoft.com/office/drawing/2014/main" id="{489C8AFC-AD41-4A7B-9112-E192EBD44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850" y="3824288"/>
              <a:ext cx="34925" cy="33338"/>
            </a:xfrm>
            <a:custGeom>
              <a:avLst/>
              <a:gdLst>
                <a:gd name="T0" fmla="*/ 238 w 304"/>
                <a:gd name="T1" fmla="*/ 0 h 303"/>
                <a:gd name="T2" fmla="*/ 255 w 304"/>
                <a:gd name="T3" fmla="*/ 2 h 303"/>
                <a:gd name="T4" fmla="*/ 271 w 304"/>
                <a:gd name="T5" fmla="*/ 9 h 303"/>
                <a:gd name="T6" fmla="*/ 286 w 304"/>
                <a:gd name="T7" fmla="*/ 21 h 303"/>
                <a:gd name="T8" fmla="*/ 296 w 304"/>
                <a:gd name="T9" fmla="*/ 35 h 303"/>
                <a:gd name="T10" fmla="*/ 303 w 304"/>
                <a:gd name="T11" fmla="*/ 51 h 303"/>
                <a:gd name="T12" fmla="*/ 304 w 304"/>
                <a:gd name="T13" fmla="*/ 69 h 303"/>
                <a:gd name="T14" fmla="*/ 302 w 304"/>
                <a:gd name="T15" fmla="*/ 86 h 303"/>
                <a:gd name="T16" fmla="*/ 295 w 304"/>
                <a:gd name="T17" fmla="*/ 103 h 303"/>
                <a:gd name="T18" fmla="*/ 284 w 304"/>
                <a:gd name="T19" fmla="*/ 117 h 303"/>
                <a:gd name="T20" fmla="*/ 117 w 304"/>
                <a:gd name="T21" fmla="*/ 283 h 303"/>
                <a:gd name="T22" fmla="*/ 102 w 304"/>
                <a:gd name="T23" fmla="*/ 295 h 303"/>
                <a:gd name="T24" fmla="*/ 87 w 304"/>
                <a:gd name="T25" fmla="*/ 301 h 303"/>
                <a:gd name="T26" fmla="*/ 70 w 304"/>
                <a:gd name="T27" fmla="*/ 303 h 303"/>
                <a:gd name="T28" fmla="*/ 52 w 304"/>
                <a:gd name="T29" fmla="*/ 300 h 303"/>
                <a:gd name="T30" fmla="*/ 36 w 304"/>
                <a:gd name="T31" fmla="*/ 293 h 303"/>
                <a:gd name="T32" fmla="*/ 21 w 304"/>
                <a:gd name="T33" fmla="*/ 281 h 303"/>
                <a:gd name="T34" fmla="*/ 9 w 304"/>
                <a:gd name="T35" fmla="*/ 267 h 303"/>
                <a:gd name="T36" fmla="*/ 2 w 304"/>
                <a:gd name="T37" fmla="*/ 250 h 303"/>
                <a:gd name="T38" fmla="*/ 0 w 304"/>
                <a:gd name="T39" fmla="*/ 233 h 303"/>
                <a:gd name="T40" fmla="*/ 3 w 304"/>
                <a:gd name="T41" fmla="*/ 216 h 303"/>
                <a:gd name="T42" fmla="*/ 10 w 304"/>
                <a:gd name="T43" fmla="*/ 199 h 303"/>
                <a:gd name="T44" fmla="*/ 23 w 304"/>
                <a:gd name="T45" fmla="*/ 185 h 303"/>
                <a:gd name="T46" fmla="*/ 189 w 304"/>
                <a:gd name="T47" fmla="*/ 19 h 303"/>
                <a:gd name="T48" fmla="*/ 204 w 304"/>
                <a:gd name="T49" fmla="*/ 7 h 303"/>
                <a:gd name="T50" fmla="*/ 220 w 304"/>
                <a:gd name="T51" fmla="*/ 1 h 303"/>
                <a:gd name="T52" fmla="*/ 238 w 304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4" h="303">
                  <a:moveTo>
                    <a:pt x="238" y="0"/>
                  </a:moveTo>
                  <a:lnTo>
                    <a:pt x="255" y="2"/>
                  </a:lnTo>
                  <a:lnTo>
                    <a:pt x="271" y="9"/>
                  </a:lnTo>
                  <a:lnTo>
                    <a:pt x="286" y="21"/>
                  </a:lnTo>
                  <a:lnTo>
                    <a:pt x="296" y="35"/>
                  </a:lnTo>
                  <a:lnTo>
                    <a:pt x="303" y="51"/>
                  </a:lnTo>
                  <a:lnTo>
                    <a:pt x="304" y="69"/>
                  </a:lnTo>
                  <a:lnTo>
                    <a:pt x="302" y="86"/>
                  </a:lnTo>
                  <a:lnTo>
                    <a:pt x="295" y="103"/>
                  </a:lnTo>
                  <a:lnTo>
                    <a:pt x="284" y="117"/>
                  </a:lnTo>
                  <a:lnTo>
                    <a:pt x="117" y="283"/>
                  </a:lnTo>
                  <a:lnTo>
                    <a:pt x="102" y="295"/>
                  </a:lnTo>
                  <a:lnTo>
                    <a:pt x="87" y="301"/>
                  </a:lnTo>
                  <a:lnTo>
                    <a:pt x="70" y="303"/>
                  </a:lnTo>
                  <a:lnTo>
                    <a:pt x="52" y="300"/>
                  </a:lnTo>
                  <a:lnTo>
                    <a:pt x="36" y="293"/>
                  </a:lnTo>
                  <a:lnTo>
                    <a:pt x="21" y="281"/>
                  </a:lnTo>
                  <a:lnTo>
                    <a:pt x="9" y="267"/>
                  </a:lnTo>
                  <a:lnTo>
                    <a:pt x="2" y="250"/>
                  </a:lnTo>
                  <a:lnTo>
                    <a:pt x="0" y="233"/>
                  </a:lnTo>
                  <a:lnTo>
                    <a:pt x="3" y="216"/>
                  </a:lnTo>
                  <a:lnTo>
                    <a:pt x="10" y="199"/>
                  </a:lnTo>
                  <a:lnTo>
                    <a:pt x="23" y="185"/>
                  </a:lnTo>
                  <a:lnTo>
                    <a:pt x="189" y="19"/>
                  </a:lnTo>
                  <a:lnTo>
                    <a:pt x="204" y="7"/>
                  </a:lnTo>
                  <a:lnTo>
                    <a:pt x="220" y="1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69" name="Freeform 413">
              <a:extLst>
                <a:ext uri="{FF2B5EF4-FFF2-40B4-BE49-F238E27FC236}">
                  <a16:creationId xmlns:a16="http://schemas.microsoft.com/office/drawing/2014/main" id="{A1114395-46D8-4E60-941A-9D70BC435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3792538"/>
              <a:ext cx="25400" cy="39688"/>
            </a:xfrm>
            <a:custGeom>
              <a:avLst/>
              <a:gdLst>
                <a:gd name="T0" fmla="*/ 153 w 227"/>
                <a:gd name="T1" fmla="*/ 0 h 353"/>
                <a:gd name="T2" fmla="*/ 170 w 227"/>
                <a:gd name="T3" fmla="*/ 0 h 353"/>
                <a:gd name="T4" fmla="*/ 187 w 227"/>
                <a:gd name="T5" fmla="*/ 4 h 353"/>
                <a:gd name="T6" fmla="*/ 204 w 227"/>
                <a:gd name="T7" fmla="*/ 14 h 353"/>
                <a:gd name="T8" fmla="*/ 215 w 227"/>
                <a:gd name="T9" fmla="*/ 26 h 353"/>
                <a:gd name="T10" fmla="*/ 223 w 227"/>
                <a:gd name="T11" fmla="*/ 42 h 353"/>
                <a:gd name="T12" fmla="*/ 227 w 227"/>
                <a:gd name="T13" fmla="*/ 59 h 353"/>
                <a:gd name="T14" fmla="*/ 227 w 227"/>
                <a:gd name="T15" fmla="*/ 77 h 353"/>
                <a:gd name="T16" fmla="*/ 223 w 227"/>
                <a:gd name="T17" fmla="*/ 94 h 353"/>
                <a:gd name="T18" fmla="*/ 133 w 227"/>
                <a:gd name="T19" fmla="*/ 313 h 353"/>
                <a:gd name="T20" fmla="*/ 124 w 227"/>
                <a:gd name="T21" fmla="*/ 328 h 353"/>
                <a:gd name="T22" fmla="*/ 111 w 227"/>
                <a:gd name="T23" fmla="*/ 341 h 353"/>
                <a:gd name="T24" fmla="*/ 95 w 227"/>
                <a:gd name="T25" fmla="*/ 349 h 353"/>
                <a:gd name="T26" fmla="*/ 78 w 227"/>
                <a:gd name="T27" fmla="*/ 353 h 353"/>
                <a:gd name="T28" fmla="*/ 60 w 227"/>
                <a:gd name="T29" fmla="*/ 353 h 353"/>
                <a:gd name="T30" fmla="*/ 43 w 227"/>
                <a:gd name="T31" fmla="*/ 348 h 353"/>
                <a:gd name="T32" fmla="*/ 26 w 227"/>
                <a:gd name="T33" fmla="*/ 339 h 353"/>
                <a:gd name="T34" fmla="*/ 13 w 227"/>
                <a:gd name="T35" fmla="*/ 325 h 353"/>
                <a:gd name="T36" fmla="*/ 4 w 227"/>
                <a:gd name="T37" fmla="*/ 311 h 353"/>
                <a:gd name="T38" fmla="*/ 0 w 227"/>
                <a:gd name="T39" fmla="*/ 293 h 353"/>
                <a:gd name="T40" fmla="*/ 1 w 227"/>
                <a:gd name="T41" fmla="*/ 276 h 353"/>
                <a:gd name="T42" fmla="*/ 7 w 227"/>
                <a:gd name="T43" fmla="*/ 257 h 353"/>
                <a:gd name="T44" fmla="*/ 97 w 227"/>
                <a:gd name="T45" fmla="*/ 40 h 353"/>
                <a:gd name="T46" fmla="*/ 107 w 227"/>
                <a:gd name="T47" fmla="*/ 24 h 353"/>
                <a:gd name="T48" fmla="*/ 120 w 227"/>
                <a:gd name="T49" fmla="*/ 12 h 353"/>
                <a:gd name="T50" fmla="*/ 135 w 227"/>
                <a:gd name="T51" fmla="*/ 4 h 353"/>
                <a:gd name="T52" fmla="*/ 153 w 227"/>
                <a:gd name="T5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7" h="353">
                  <a:moveTo>
                    <a:pt x="153" y="0"/>
                  </a:moveTo>
                  <a:lnTo>
                    <a:pt x="170" y="0"/>
                  </a:lnTo>
                  <a:lnTo>
                    <a:pt x="187" y="4"/>
                  </a:lnTo>
                  <a:lnTo>
                    <a:pt x="204" y="14"/>
                  </a:lnTo>
                  <a:lnTo>
                    <a:pt x="215" y="26"/>
                  </a:lnTo>
                  <a:lnTo>
                    <a:pt x="223" y="42"/>
                  </a:lnTo>
                  <a:lnTo>
                    <a:pt x="227" y="59"/>
                  </a:lnTo>
                  <a:lnTo>
                    <a:pt x="227" y="77"/>
                  </a:lnTo>
                  <a:lnTo>
                    <a:pt x="223" y="94"/>
                  </a:lnTo>
                  <a:lnTo>
                    <a:pt x="133" y="313"/>
                  </a:lnTo>
                  <a:lnTo>
                    <a:pt x="124" y="328"/>
                  </a:lnTo>
                  <a:lnTo>
                    <a:pt x="111" y="341"/>
                  </a:lnTo>
                  <a:lnTo>
                    <a:pt x="95" y="349"/>
                  </a:lnTo>
                  <a:lnTo>
                    <a:pt x="78" y="353"/>
                  </a:lnTo>
                  <a:lnTo>
                    <a:pt x="60" y="353"/>
                  </a:lnTo>
                  <a:lnTo>
                    <a:pt x="43" y="348"/>
                  </a:lnTo>
                  <a:lnTo>
                    <a:pt x="26" y="339"/>
                  </a:lnTo>
                  <a:lnTo>
                    <a:pt x="13" y="325"/>
                  </a:lnTo>
                  <a:lnTo>
                    <a:pt x="4" y="311"/>
                  </a:lnTo>
                  <a:lnTo>
                    <a:pt x="0" y="293"/>
                  </a:lnTo>
                  <a:lnTo>
                    <a:pt x="1" y="276"/>
                  </a:lnTo>
                  <a:lnTo>
                    <a:pt x="7" y="257"/>
                  </a:lnTo>
                  <a:lnTo>
                    <a:pt x="97" y="40"/>
                  </a:lnTo>
                  <a:lnTo>
                    <a:pt x="107" y="24"/>
                  </a:lnTo>
                  <a:lnTo>
                    <a:pt x="120" y="12"/>
                  </a:lnTo>
                  <a:lnTo>
                    <a:pt x="135" y="4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0" name="Freeform 414">
              <a:extLst>
                <a:ext uri="{FF2B5EF4-FFF2-40B4-BE49-F238E27FC236}">
                  <a16:creationId xmlns:a16="http://schemas.microsoft.com/office/drawing/2014/main" id="{44BB592D-D003-4925-AAAA-07464E02B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3781426"/>
              <a:ext cx="15875" cy="41275"/>
            </a:xfrm>
            <a:custGeom>
              <a:avLst/>
              <a:gdLst>
                <a:gd name="T0" fmla="*/ 69 w 136"/>
                <a:gd name="T1" fmla="*/ 0 h 373"/>
                <a:gd name="T2" fmla="*/ 87 w 136"/>
                <a:gd name="T3" fmla="*/ 3 h 373"/>
                <a:gd name="T4" fmla="*/ 103 w 136"/>
                <a:gd name="T5" fmla="*/ 10 h 373"/>
                <a:gd name="T6" fmla="*/ 116 w 136"/>
                <a:gd name="T7" fmla="*/ 22 h 373"/>
                <a:gd name="T8" fmla="*/ 127 w 136"/>
                <a:gd name="T9" fmla="*/ 36 h 373"/>
                <a:gd name="T10" fmla="*/ 134 w 136"/>
                <a:gd name="T11" fmla="*/ 53 h 373"/>
                <a:gd name="T12" fmla="*/ 136 w 136"/>
                <a:gd name="T13" fmla="*/ 70 h 373"/>
                <a:gd name="T14" fmla="*/ 136 w 136"/>
                <a:gd name="T15" fmla="*/ 306 h 373"/>
                <a:gd name="T16" fmla="*/ 133 w 136"/>
                <a:gd name="T17" fmla="*/ 324 h 373"/>
                <a:gd name="T18" fmla="*/ 126 w 136"/>
                <a:gd name="T19" fmla="*/ 340 h 373"/>
                <a:gd name="T20" fmla="*/ 115 w 136"/>
                <a:gd name="T21" fmla="*/ 353 h 373"/>
                <a:gd name="T22" fmla="*/ 101 w 136"/>
                <a:gd name="T23" fmla="*/ 364 h 373"/>
                <a:gd name="T24" fmla="*/ 85 w 136"/>
                <a:gd name="T25" fmla="*/ 371 h 373"/>
                <a:gd name="T26" fmla="*/ 66 w 136"/>
                <a:gd name="T27" fmla="*/ 373 h 373"/>
                <a:gd name="T28" fmla="*/ 47 w 136"/>
                <a:gd name="T29" fmla="*/ 371 h 373"/>
                <a:gd name="T30" fmla="*/ 30 w 136"/>
                <a:gd name="T31" fmla="*/ 364 h 373"/>
                <a:gd name="T32" fmla="*/ 17 w 136"/>
                <a:gd name="T33" fmla="*/ 353 h 373"/>
                <a:gd name="T34" fmla="*/ 7 w 136"/>
                <a:gd name="T35" fmla="*/ 339 h 373"/>
                <a:gd name="T36" fmla="*/ 1 w 136"/>
                <a:gd name="T37" fmla="*/ 323 h 373"/>
                <a:gd name="T38" fmla="*/ 0 w 136"/>
                <a:gd name="T39" fmla="*/ 303 h 373"/>
                <a:gd name="T40" fmla="*/ 0 w 136"/>
                <a:gd name="T41" fmla="*/ 68 h 373"/>
                <a:gd name="T42" fmla="*/ 2 w 136"/>
                <a:gd name="T43" fmla="*/ 49 h 373"/>
                <a:gd name="T44" fmla="*/ 9 w 136"/>
                <a:gd name="T45" fmla="*/ 34 h 373"/>
                <a:gd name="T46" fmla="*/ 20 w 136"/>
                <a:gd name="T47" fmla="*/ 20 h 373"/>
                <a:gd name="T48" fmla="*/ 35 w 136"/>
                <a:gd name="T49" fmla="*/ 9 h 373"/>
                <a:gd name="T50" fmla="*/ 51 w 136"/>
                <a:gd name="T51" fmla="*/ 3 h 373"/>
                <a:gd name="T52" fmla="*/ 69 w 136"/>
                <a:gd name="T53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6" h="373">
                  <a:moveTo>
                    <a:pt x="69" y="0"/>
                  </a:moveTo>
                  <a:lnTo>
                    <a:pt x="87" y="3"/>
                  </a:lnTo>
                  <a:lnTo>
                    <a:pt x="103" y="10"/>
                  </a:lnTo>
                  <a:lnTo>
                    <a:pt x="116" y="22"/>
                  </a:lnTo>
                  <a:lnTo>
                    <a:pt x="127" y="36"/>
                  </a:lnTo>
                  <a:lnTo>
                    <a:pt x="134" y="53"/>
                  </a:lnTo>
                  <a:lnTo>
                    <a:pt x="136" y="70"/>
                  </a:lnTo>
                  <a:lnTo>
                    <a:pt x="136" y="306"/>
                  </a:lnTo>
                  <a:lnTo>
                    <a:pt x="133" y="324"/>
                  </a:lnTo>
                  <a:lnTo>
                    <a:pt x="126" y="340"/>
                  </a:lnTo>
                  <a:lnTo>
                    <a:pt x="115" y="353"/>
                  </a:lnTo>
                  <a:lnTo>
                    <a:pt x="101" y="364"/>
                  </a:lnTo>
                  <a:lnTo>
                    <a:pt x="85" y="371"/>
                  </a:lnTo>
                  <a:lnTo>
                    <a:pt x="66" y="373"/>
                  </a:lnTo>
                  <a:lnTo>
                    <a:pt x="47" y="371"/>
                  </a:lnTo>
                  <a:lnTo>
                    <a:pt x="30" y="364"/>
                  </a:lnTo>
                  <a:lnTo>
                    <a:pt x="17" y="353"/>
                  </a:lnTo>
                  <a:lnTo>
                    <a:pt x="7" y="339"/>
                  </a:lnTo>
                  <a:lnTo>
                    <a:pt x="1" y="323"/>
                  </a:lnTo>
                  <a:lnTo>
                    <a:pt x="0" y="303"/>
                  </a:lnTo>
                  <a:lnTo>
                    <a:pt x="0" y="68"/>
                  </a:lnTo>
                  <a:lnTo>
                    <a:pt x="2" y="49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5" y="9"/>
                  </a:lnTo>
                  <a:lnTo>
                    <a:pt x="51" y="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1" name="Freeform 415">
              <a:extLst>
                <a:ext uri="{FF2B5EF4-FFF2-40B4-BE49-F238E27FC236}">
                  <a16:creationId xmlns:a16="http://schemas.microsoft.com/office/drawing/2014/main" id="{6AF154C3-2EFE-4AF4-BDB2-B160C3554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975" y="3792538"/>
              <a:ext cx="25400" cy="39688"/>
            </a:xfrm>
            <a:custGeom>
              <a:avLst/>
              <a:gdLst>
                <a:gd name="T0" fmla="*/ 62 w 225"/>
                <a:gd name="T1" fmla="*/ 0 h 355"/>
                <a:gd name="T2" fmla="*/ 79 w 225"/>
                <a:gd name="T3" fmla="*/ 0 h 355"/>
                <a:gd name="T4" fmla="*/ 95 w 225"/>
                <a:gd name="T5" fmla="*/ 5 h 355"/>
                <a:gd name="T6" fmla="*/ 110 w 225"/>
                <a:gd name="T7" fmla="*/ 14 h 355"/>
                <a:gd name="T8" fmla="*/ 123 w 225"/>
                <a:gd name="T9" fmla="*/ 27 h 355"/>
                <a:gd name="T10" fmla="*/ 132 w 225"/>
                <a:gd name="T11" fmla="*/ 43 h 355"/>
                <a:gd name="T12" fmla="*/ 221 w 225"/>
                <a:gd name="T13" fmla="*/ 262 h 355"/>
                <a:gd name="T14" fmla="*/ 225 w 225"/>
                <a:gd name="T15" fmla="*/ 279 h 355"/>
                <a:gd name="T16" fmla="*/ 225 w 225"/>
                <a:gd name="T17" fmla="*/ 297 h 355"/>
                <a:gd name="T18" fmla="*/ 220 w 225"/>
                <a:gd name="T19" fmla="*/ 313 h 355"/>
                <a:gd name="T20" fmla="*/ 211 w 225"/>
                <a:gd name="T21" fmla="*/ 328 h 355"/>
                <a:gd name="T22" fmla="*/ 199 w 225"/>
                <a:gd name="T23" fmla="*/ 341 h 355"/>
                <a:gd name="T24" fmla="*/ 182 w 225"/>
                <a:gd name="T25" fmla="*/ 350 h 355"/>
                <a:gd name="T26" fmla="*/ 164 w 225"/>
                <a:gd name="T27" fmla="*/ 355 h 355"/>
                <a:gd name="T28" fmla="*/ 147 w 225"/>
                <a:gd name="T29" fmla="*/ 355 h 355"/>
                <a:gd name="T30" fmla="*/ 130 w 225"/>
                <a:gd name="T31" fmla="*/ 350 h 355"/>
                <a:gd name="T32" fmla="*/ 115 w 225"/>
                <a:gd name="T33" fmla="*/ 342 h 355"/>
                <a:gd name="T34" fmla="*/ 104 w 225"/>
                <a:gd name="T35" fmla="*/ 328 h 355"/>
                <a:gd name="T36" fmla="*/ 94 w 225"/>
                <a:gd name="T37" fmla="*/ 311 h 355"/>
                <a:gd name="T38" fmla="*/ 5 w 225"/>
                <a:gd name="T39" fmla="*/ 92 h 355"/>
                <a:gd name="T40" fmla="*/ 0 w 225"/>
                <a:gd name="T41" fmla="*/ 75 h 355"/>
                <a:gd name="T42" fmla="*/ 1 w 225"/>
                <a:gd name="T43" fmla="*/ 57 h 355"/>
                <a:gd name="T44" fmla="*/ 6 w 225"/>
                <a:gd name="T45" fmla="*/ 41 h 355"/>
                <a:gd name="T46" fmla="*/ 16 w 225"/>
                <a:gd name="T47" fmla="*/ 26 h 355"/>
                <a:gd name="T48" fmla="*/ 28 w 225"/>
                <a:gd name="T49" fmla="*/ 13 h 355"/>
                <a:gd name="T50" fmla="*/ 44 w 225"/>
                <a:gd name="T51" fmla="*/ 4 h 355"/>
                <a:gd name="T52" fmla="*/ 62 w 225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5" h="355">
                  <a:moveTo>
                    <a:pt x="62" y="0"/>
                  </a:moveTo>
                  <a:lnTo>
                    <a:pt x="79" y="0"/>
                  </a:lnTo>
                  <a:lnTo>
                    <a:pt x="95" y="5"/>
                  </a:lnTo>
                  <a:lnTo>
                    <a:pt x="110" y="14"/>
                  </a:lnTo>
                  <a:lnTo>
                    <a:pt x="123" y="27"/>
                  </a:lnTo>
                  <a:lnTo>
                    <a:pt x="132" y="43"/>
                  </a:lnTo>
                  <a:lnTo>
                    <a:pt x="221" y="262"/>
                  </a:lnTo>
                  <a:lnTo>
                    <a:pt x="225" y="279"/>
                  </a:lnTo>
                  <a:lnTo>
                    <a:pt x="225" y="297"/>
                  </a:lnTo>
                  <a:lnTo>
                    <a:pt x="220" y="313"/>
                  </a:lnTo>
                  <a:lnTo>
                    <a:pt x="211" y="328"/>
                  </a:lnTo>
                  <a:lnTo>
                    <a:pt x="199" y="341"/>
                  </a:lnTo>
                  <a:lnTo>
                    <a:pt x="182" y="350"/>
                  </a:lnTo>
                  <a:lnTo>
                    <a:pt x="164" y="355"/>
                  </a:lnTo>
                  <a:lnTo>
                    <a:pt x="147" y="355"/>
                  </a:lnTo>
                  <a:lnTo>
                    <a:pt x="130" y="350"/>
                  </a:lnTo>
                  <a:lnTo>
                    <a:pt x="115" y="342"/>
                  </a:lnTo>
                  <a:lnTo>
                    <a:pt x="104" y="328"/>
                  </a:lnTo>
                  <a:lnTo>
                    <a:pt x="94" y="311"/>
                  </a:lnTo>
                  <a:lnTo>
                    <a:pt x="5" y="92"/>
                  </a:lnTo>
                  <a:lnTo>
                    <a:pt x="0" y="75"/>
                  </a:lnTo>
                  <a:lnTo>
                    <a:pt x="1" y="57"/>
                  </a:lnTo>
                  <a:lnTo>
                    <a:pt x="6" y="41"/>
                  </a:lnTo>
                  <a:lnTo>
                    <a:pt x="16" y="26"/>
                  </a:lnTo>
                  <a:lnTo>
                    <a:pt x="28" y="13"/>
                  </a:lnTo>
                  <a:lnTo>
                    <a:pt x="44" y="4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2" name="Freeform 416">
              <a:extLst>
                <a:ext uri="{FF2B5EF4-FFF2-40B4-BE49-F238E27FC236}">
                  <a16:creationId xmlns:a16="http://schemas.microsoft.com/office/drawing/2014/main" id="{1C50494B-F719-4041-8DFD-DA7B8C6B6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350" y="3824288"/>
              <a:ext cx="33337" cy="34925"/>
            </a:xfrm>
            <a:custGeom>
              <a:avLst/>
              <a:gdLst>
                <a:gd name="T0" fmla="*/ 68 w 301"/>
                <a:gd name="T1" fmla="*/ 0 h 305"/>
                <a:gd name="T2" fmla="*/ 86 w 301"/>
                <a:gd name="T3" fmla="*/ 3 h 305"/>
                <a:gd name="T4" fmla="*/ 102 w 301"/>
                <a:gd name="T5" fmla="*/ 11 h 305"/>
                <a:gd name="T6" fmla="*/ 116 w 301"/>
                <a:gd name="T7" fmla="*/ 21 h 305"/>
                <a:gd name="T8" fmla="*/ 282 w 301"/>
                <a:gd name="T9" fmla="*/ 188 h 305"/>
                <a:gd name="T10" fmla="*/ 293 w 301"/>
                <a:gd name="T11" fmla="*/ 203 h 305"/>
                <a:gd name="T12" fmla="*/ 299 w 301"/>
                <a:gd name="T13" fmla="*/ 219 h 305"/>
                <a:gd name="T14" fmla="*/ 301 w 301"/>
                <a:gd name="T15" fmla="*/ 236 h 305"/>
                <a:gd name="T16" fmla="*/ 298 w 301"/>
                <a:gd name="T17" fmla="*/ 254 h 305"/>
                <a:gd name="T18" fmla="*/ 291 w 301"/>
                <a:gd name="T19" fmla="*/ 270 h 305"/>
                <a:gd name="T20" fmla="*/ 280 w 301"/>
                <a:gd name="T21" fmla="*/ 285 h 305"/>
                <a:gd name="T22" fmla="*/ 266 w 301"/>
                <a:gd name="T23" fmla="*/ 297 h 305"/>
                <a:gd name="T24" fmla="*/ 249 w 301"/>
                <a:gd name="T25" fmla="*/ 303 h 305"/>
                <a:gd name="T26" fmla="*/ 232 w 301"/>
                <a:gd name="T27" fmla="*/ 305 h 305"/>
                <a:gd name="T28" fmla="*/ 214 w 301"/>
                <a:gd name="T29" fmla="*/ 303 h 305"/>
                <a:gd name="T30" fmla="*/ 198 w 301"/>
                <a:gd name="T31" fmla="*/ 295 h 305"/>
                <a:gd name="T32" fmla="*/ 184 w 301"/>
                <a:gd name="T33" fmla="*/ 283 h 305"/>
                <a:gd name="T34" fmla="*/ 18 w 301"/>
                <a:gd name="T35" fmla="*/ 115 h 305"/>
                <a:gd name="T36" fmla="*/ 7 w 301"/>
                <a:gd name="T37" fmla="*/ 101 h 305"/>
                <a:gd name="T38" fmla="*/ 1 w 301"/>
                <a:gd name="T39" fmla="*/ 85 h 305"/>
                <a:gd name="T40" fmla="*/ 0 w 301"/>
                <a:gd name="T41" fmla="*/ 67 h 305"/>
                <a:gd name="T42" fmla="*/ 2 w 301"/>
                <a:gd name="T43" fmla="*/ 50 h 305"/>
                <a:gd name="T44" fmla="*/ 9 w 301"/>
                <a:gd name="T45" fmla="*/ 33 h 305"/>
                <a:gd name="T46" fmla="*/ 20 w 301"/>
                <a:gd name="T47" fmla="*/ 19 h 305"/>
                <a:gd name="T48" fmla="*/ 34 w 301"/>
                <a:gd name="T49" fmla="*/ 9 h 305"/>
                <a:gd name="T50" fmla="*/ 51 w 301"/>
                <a:gd name="T51" fmla="*/ 2 h 305"/>
                <a:gd name="T52" fmla="*/ 68 w 301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" h="305">
                  <a:moveTo>
                    <a:pt x="68" y="0"/>
                  </a:moveTo>
                  <a:lnTo>
                    <a:pt x="86" y="3"/>
                  </a:lnTo>
                  <a:lnTo>
                    <a:pt x="102" y="11"/>
                  </a:lnTo>
                  <a:lnTo>
                    <a:pt x="116" y="21"/>
                  </a:lnTo>
                  <a:lnTo>
                    <a:pt x="282" y="188"/>
                  </a:lnTo>
                  <a:lnTo>
                    <a:pt x="293" y="203"/>
                  </a:lnTo>
                  <a:lnTo>
                    <a:pt x="299" y="219"/>
                  </a:lnTo>
                  <a:lnTo>
                    <a:pt x="301" y="236"/>
                  </a:lnTo>
                  <a:lnTo>
                    <a:pt x="298" y="254"/>
                  </a:lnTo>
                  <a:lnTo>
                    <a:pt x="291" y="270"/>
                  </a:lnTo>
                  <a:lnTo>
                    <a:pt x="280" y="285"/>
                  </a:lnTo>
                  <a:lnTo>
                    <a:pt x="266" y="297"/>
                  </a:lnTo>
                  <a:lnTo>
                    <a:pt x="249" y="303"/>
                  </a:lnTo>
                  <a:lnTo>
                    <a:pt x="232" y="305"/>
                  </a:lnTo>
                  <a:lnTo>
                    <a:pt x="214" y="303"/>
                  </a:lnTo>
                  <a:lnTo>
                    <a:pt x="198" y="295"/>
                  </a:lnTo>
                  <a:lnTo>
                    <a:pt x="184" y="283"/>
                  </a:lnTo>
                  <a:lnTo>
                    <a:pt x="18" y="115"/>
                  </a:lnTo>
                  <a:lnTo>
                    <a:pt x="7" y="101"/>
                  </a:lnTo>
                  <a:lnTo>
                    <a:pt x="1" y="85"/>
                  </a:lnTo>
                  <a:lnTo>
                    <a:pt x="0" y="67"/>
                  </a:lnTo>
                  <a:lnTo>
                    <a:pt x="2" y="50"/>
                  </a:lnTo>
                  <a:lnTo>
                    <a:pt x="9" y="33"/>
                  </a:lnTo>
                  <a:lnTo>
                    <a:pt x="20" y="19"/>
                  </a:lnTo>
                  <a:lnTo>
                    <a:pt x="34" y="9"/>
                  </a:lnTo>
                  <a:lnTo>
                    <a:pt x="51" y="2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3" name="Freeform 417">
              <a:extLst>
                <a:ext uri="{FF2B5EF4-FFF2-40B4-BE49-F238E27FC236}">
                  <a16:creationId xmlns:a16="http://schemas.microsoft.com/office/drawing/2014/main" id="{21966AB1-D63E-4BC2-9CFE-49A14979F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38" y="3978276"/>
              <a:ext cx="39687" cy="25400"/>
            </a:xfrm>
            <a:custGeom>
              <a:avLst/>
              <a:gdLst>
                <a:gd name="T0" fmla="*/ 60 w 353"/>
                <a:gd name="T1" fmla="*/ 0 h 228"/>
                <a:gd name="T2" fmla="*/ 77 w 353"/>
                <a:gd name="T3" fmla="*/ 0 h 228"/>
                <a:gd name="T4" fmla="*/ 96 w 353"/>
                <a:gd name="T5" fmla="*/ 5 h 228"/>
                <a:gd name="T6" fmla="*/ 313 w 353"/>
                <a:gd name="T7" fmla="*/ 96 h 228"/>
                <a:gd name="T8" fmla="*/ 328 w 353"/>
                <a:gd name="T9" fmla="*/ 104 h 228"/>
                <a:gd name="T10" fmla="*/ 340 w 353"/>
                <a:gd name="T11" fmla="*/ 117 h 228"/>
                <a:gd name="T12" fmla="*/ 348 w 353"/>
                <a:gd name="T13" fmla="*/ 133 h 228"/>
                <a:gd name="T14" fmla="*/ 353 w 353"/>
                <a:gd name="T15" fmla="*/ 150 h 228"/>
                <a:gd name="T16" fmla="*/ 353 w 353"/>
                <a:gd name="T17" fmla="*/ 168 h 228"/>
                <a:gd name="T18" fmla="*/ 347 w 353"/>
                <a:gd name="T19" fmla="*/ 186 h 228"/>
                <a:gd name="T20" fmla="*/ 338 w 353"/>
                <a:gd name="T21" fmla="*/ 203 h 228"/>
                <a:gd name="T22" fmla="*/ 325 w 353"/>
                <a:gd name="T23" fmla="*/ 215 h 228"/>
                <a:gd name="T24" fmla="*/ 311 w 353"/>
                <a:gd name="T25" fmla="*/ 224 h 228"/>
                <a:gd name="T26" fmla="*/ 293 w 353"/>
                <a:gd name="T27" fmla="*/ 228 h 228"/>
                <a:gd name="T28" fmla="*/ 276 w 353"/>
                <a:gd name="T29" fmla="*/ 227 h 228"/>
                <a:gd name="T30" fmla="*/ 257 w 353"/>
                <a:gd name="T31" fmla="*/ 221 h 228"/>
                <a:gd name="T32" fmla="*/ 40 w 353"/>
                <a:gd name="T33" fmla="*/ 131 h 228"/>
                <a:gd name="T34" fmla="*/ 25 w 353"/>
                <a:gd name="T35" fmla="*/ 121 h 228"/>
                <a:gd name="T36" fmla="*/ 13 w 353"/>
                <a:gd name="T37" fmla="*/ 108 h 228"/>
                <a:gd name="T38" fmla="*/ 5 w 353"/>
                <a:gd name="T39" fmla="*/ 93 h 228"/>
                <a:gd name="T40" fmla="*/ 0 w 353"/>
                <a:gd name="T41" fmla="*/ 75 h 228"/>
                <a:gd name="T42" fmla="*/ 0 w 353"/>
                <a:gd name="T43" fmla="*/ 58 h 228"/>
                <a:gd name="T44" fmla="*/ 6 w 353"/>
                <a:gd name="T45" fmla="*/ 40 h 228"/>
                <a:gd name="T46" fmla="*/ 15 w 353"/>
                <a:gd name="T47" fmla="*/ 25 h 228"/>
                <a:gd name="T48" fmla="*/ 27 w 353"/>
                <a:gd name="T49" fmla="*/ 13 h 228"/>
                <a:gd name="T50" fmla="*/ 42 w 353"/>
                <a:gd name="T51" fmla="*/ 4 h 228"/>
                <a:gd name="T52" fmla="*/ 60 w 353"/>
                <a:gd name="T5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8">
                  <a:moveTo>
                    <a:pt x="60" y="0"/>
                  </a:moveTo>
                  <a:lnTo>
                    <a:pt x="77" y="0"/>
                  </a:lnTo>
                  <a:lnTo>
                    <a:pt x="96" y="5"/>
                  </a:lnTo>
                  <a:lnTo>
                    <a:pt x="313" y="96"/>
                  </a:lnTo>
                  <a:lnTo>
                    <a:pt x="328" y="104"/>
                  </a:lnTo>
                  <a:lnTo>
                    <a:pt x="340" y="117"/>
                  </a:lnTo>
                  <a:lnTo>
                    <a:pt x="348" y="133"/>
                  </a:lnTo>
                  <a:lnTo>
                    <a:pt x="353" y="150"/>
                  </a:lnTo>
                  <a:lnTo>
                    <a:pt x="353" y="168"/>
                  </a:lnTo>
                  <a:lnTo>
                    <a:pt x="347" y="186"/>
                  </a:lnTo>
                  <a:lnTo>
                    <a:pt x="338" y="203"/>
                  </a:lnTo>
                  <a:lnTo>
                    <a:pt x="325" y="215"/>
                  </a:lnTo>
                  <a:lnTo>
                    <a:pt x="311" y="224"/>
                  </a:lnTo>
                  <a:lnTo>
                    <a:pt x="293" y="228"/>
                  </a:lnTo>
                  <a:lnTo>
                    <a:pt x="276" y="227"/>
                  </a:lnTo>
                  <a:lnTo>
                    <a:pt x="257" y="221"/>
                  </a:lnTo>
                  <a:lnTo>
                    <a:pt x="40" y="131"/>
                  </a:lnTo>
                  <a:lnTo>
                    <a:pt x="25" y="121"/>
                  </a:lnTo>
                  <a:lnTo>
                    <a:pt x="13" y="108"/>
                  </a:lnTo>
                  <a:lnTo>
                    <a:pt x="5" y="93"/>
                  </a:lnTo>
                  <a:lnTo>
                    <a:pt x="0" y="75"/>
                  </a:lnTo>
                  <a:lnTo>
                    <a:pt x="0" y="58"/>
                  </a:lnTo>
                  <a:lnTo>
                    <a:pt x="6" y="40"/>
                  </a:lnTo>
                  <a:lnTo>
                    <a:pt x="15" y="25"/>
                  </a:lnTo>
                  <a:lnTo>
                    <a:pt x="27" y="13"/>
                  </a:lnTo>
                  <a:lnTo>
                    <a:pt x="42" y="4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4" name="Freeform 418">
              <a:extLst>
                <a:ext uri="{FF2B5EF4-FFF2-40B4-BE49-F238E27FC236}">
                  <a16:creationId xmlns:a16="http://schemas.microsoft.com/office/drawing/2014/main" id="{3261424D-8CD8-45E9-8360-59004FD6E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1600" y="3873501"/>
              <a:ext cx="39687" cy="25400"/>
            </a:xfrm>
            <a:custGeom>
              <a:avLst/>
              <a:gdLst>
                <a:gd name="T0" fmla="*/ 59 w 353"/>
                <a:gd name="T1" fmla="*/ 0 h 226"/>
                <a:gd name="T2" fmla="*/ 78 w 353"/>
                <a:gd name="T3" fmla="*/ 0 h 226"/>
                <a:gd name="T4" fmla="*/ 95 w 353"/>
                <a:gd name="T5" fmla="*/ 4 h 226"/>
                <a:gd name="T6" fmla="*/ 313 w 353"/>
                <a:gd name="T7" fmla="*/ 94 h 226"/>
                <a:gd name="T8" fmla="*/ 329 w 353"/>
                <a:gd name="T9" fmla="*/ 103 h 226"/>
                <a:gd name="T10" fmla="*/ 341 w 353"/>
                <a:gd name="T11" fmla="*/ 116 h 226"/>
                <a:gd name="T12" fmla="*/ 349 w 353"/>
                <a:gd name="T13" fmla="*/ 132 h 226"/>
                <a:gd name="T14" fmla="*/ 353 w 353"/>
                <a:gd name="T15" fmla="*/ 148 h 226"/>
                <a:gd name="T16" fmla="*/ 353 w 353"/>
                <a:gd name="T17" fmla="*/ 167 h 226"/>
                <a:gd name="T18" fmla="*/ 348 w 353"/>
                <a:gd name="T19" fmla="*/ 184 h 226"/>
                <a:gd name="T20" fmla="*/ 339 w 353"/>
                <a:gd name="T21" fmla="*/ 201 h 226"/>
                <a:gd name="T22" fmla="*/ 326 w 353"/>
                <a:gd name="T23" fmla="*/ 214 h 226"/>
                <a:gd name="T24" fmla="*/ 311 w 353"/>
                <a:gd name="T25" fmla="*/ 222 h 226"/>
                <a:gd name="T26" fmla="*/ 294 w 353"/>
                <a:gd name="T27" fmla="*/ 226 h 226"/>
                <a:gd name="T28" fmla="*/ 276 w 353"/>
                <a:gd name="T29" fmla="*/ 225 h 226"/>
                <a:gd name="T30" fmla="*/ 258 w 353"/>
                <a:gd name="T31" fmla="*/ 219 h 226"/>
                <a:gd name="T32" fmla="*/ 41 w 353"/>
                <a:gd name="T33" fmla="*/ 129 h 226"/>
                <a:gd name="T34" fmla="*/ 26 w 353"/>
                <a:gd name="T35" fmla="*/ 120 h 226"/>
                <a:gd name="T36" fmla="*/ 13 w 353"/>
                <a:gd name="T37" fmla="*/ 107 h 226"/>
                <a:gd name="T38" fmla="*/ 5 w 353"/>
                <a:gd name="T39" fmla="*/ 92 h 226"/>
                <a:gd name="T40" fmla="*/ 0 w 353"/>
                <a:gd name="T41" fmla="*/ 74 h 226"/>
                <a:gd name="T42" fmla="*/ 0 w 353"/>
                <a:gd name="T43" fmla="*/ 57 h 226"/>
                <a:gd name="T44" fmla="*/ 5 w 353"/>
                <a:gd name="T45" fmla="*/ 40 h 226"/>
                <a:gd name="T46" fmla="*/ 14 w 353"/>
                <a:gd name="T47" fmla="*/ 24 h 226"/>
                <a:gd name="T48" fmla="*/ 28 w 353"/>
                <a:gd name="T49" fmla="*/ 12 h 226"/>
                <a:gd name="T50" fmla="*/ 43 w 353"/>
                <a:gd name="T51" fmla="*/ 4 h 226"/>
                <a:gd name="T52" fmla="*/ 59 w 353"/>
                <a:gd name="T5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3" h="226">
                  <a:moveTo>
                    <a:pt x="59" y="0"/>
                  </a:moveTo>
                  <a:lnTo>
                    <a:pt x="78" y="0"/>
                  </a:lnTo>
                  <a:lnTo>
                    <a:pt x="95" y="4"/>
                  </a:lnTo>
                  <a:lnTo>
                    <a:pt x="313" y="94"/>
                  </a:lnTo>
                  <a:lnTo>
                    <a:pt x="329" y="103"/>
                  </a:lnTo>
                  <a:lnTo>
                    <a:pt x="341" y="116"/>
                  </a:lnTo>
                  <a:lnTo>
                    <a:pt x="349" y="132"/>
                  </a:lnTo>
                  <a:lnTo>
                    <a:pt x="353" y="148"/>
                  </a:lnTo>
                  <a:lnTo>
                    <a:pt x="353" y="167"/>
                  </a:lnTo>
                  <a:lnTo>
                    <a:pt x="348" y="184"/>
                  </a:lnTo>
                  <a:lnTo>
                    <a:pt x="339" y="201"/>
                  </a:lnTo>
                  <a:lnTo>
                    <a:pt x="326" y="214"/>
                  </a:lnTo>
                  <a:lnTo>
                    <a:pt x="311" y="222"/>
                  </a:lnTo>
                  <a:lnTo>
                    <a:pt x="294" y="226"/>
                  </a:lnTo>
                  <a:lnTo>
                    <a:pt x="276" y="225"/>
                  </a:lnTo>
                  <a:lnTo>
                    <a:pt x="258" y="219"/>
                  </a:lnTo>
                  <a:lnTo>
                    <a:pt x="41" y="129"/>
                  </a:lnTo>
                  <a:lnTo>
                    <a:pt x="26" y="120"/>
                  </a:lnTo>
                  <a:lnTo>
                    <a:pt x="13" y="107"/>
                  </a:lnTo>
                  <a:lnTo>
                    <a:pt x="5" y="92"/>
                  </a:lnTo>
                  <a:lnTo>
                    <a:pt x="0" y="74"/>
                  </a:lnTo>
                  <a:lnTo>
                    <a:pt x="0" y="57"/>
                  </a:lnTo>
                  <a:lnTo>
                    <a:pt x="5" y="40"/>
                  </a:lnTo>
                  <a:lnTo>
                    <a:pt x="14" y="24"/>
                  </a:lnTo>
                  <a:lnTo>
                    <a:pt x="28" y="12"/>
                  </a:lnTo>
                  <a:lnTo>
                    <a:pt x="43" y="4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5" name="Freeform 419">
              <a:extLst>
                <a:ext uri="{FF2B5EF4-FFF2-40B4-BE49-F238E27FC236}">
                  <a16:creationId xmlns:a16="http://schemas.microsoft.com/office/drawing/2014/main" id="{ECF0C056-0676-4A71-ACC7-19E0B366A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213" y="4090988"/>
              <a:ext cx="139700" cy="71438"/>
            </a:xfrm>
            <a:custGeom>
              <a:avLst/>
              <a:gdLst>
                <a:gd name="T0" fmla="*/ 160 w 1223"/>
                <a:gd name="T1" fmla="*/ 0 h 638"/>
                <a:gd name="T2" fmla="*/ 1066 w 1223"/>
                <a:gd name="T3" fmla="*/ 3 h 638"/>
                <a:gd name="T4" fmla="*/ 1066 w 1223"/>
                <a:gd name="T5" fmla="*/ 204 h 638"/>
                <a:gd name="T6" fmla="*/ 1157 w 1223"/>
                <a:gd name="T7" fmla="*/ 204 h 638"/>
                <a:gd name="T8" fmla="*/ 1174 w 1223"/>
                <a:gd name="T9" fmla="*/ 206 h 638"/>
                <a:gd name="T10" fmla="*/ 1191 w 1223"/>
                <a:gd name="T11" fmla="*/ 213 h 638"/>
                <a:gd name="T12" fmla="*/ 1204 w 1223"/>
                <a:gd name="T13" fmla="*/ 223 h 638"/>
                <a:gd name="T14" fmla="*/ 1214 w 1223"/>
                <a:gd name="T15" fmla="*/ 237 h 638"/>
                <a:gd name="T16" fmla="*/ 1221 w 1223"/>
                <a:gd name="T17" fmla="*/ 254 h 638"/>
                <a:gd name="T18" fmla="*/ 1223 w 1223"/>
                <a:gd name="T19" fmla="*/ 273 h 638"/>
                <a:gd name="T20" fmla="*/ 1220 w 1223"/>
                <a:gd name="T21" fmla="*/ 291 h 638"/>
                <a:gd name="T22" fmla="*/ 1213 w 1223"/>
                <a:gd name="T23" fmla="*/ 307 h 638"/>
                <a:gd name="T24" fmla="*/ 1203 w 1223"/>
                <a:gd name="T25" fmla="*/ 321 h 638"/>
                <a:gd name="T26" fmla="*/ 1188 w 1223"/>
                <a:gd name="T27" fmla="*/ 331 h 638"/>
                <a:gd name="T28" fmla="*/ 1172 w 1223"/>
                <a:gd name="T29" fmla="*/ 338 h 638"/>
                <a:gd name="T30" fmla="*/ 1154 w 1223"/>
                <a:gd name="T31" fmla="*/ 340 h 638"/>
                <a:gd name="T32" fmla="*/ 1061 w 1223"/>
                <a:gd name="T33" fmla="*/ 340 h 638"/>
                <a:gd name="T34" fmla="*/ 1050 w 1223"/>
                <a:gd name="T35" fmla="*/ 385 h 638"/>
                <a:gd name="T36" fmla="*/ 1035 w 1223"/>
                <a:gd name="T37" fmla="*/ 427 h 638"/>
                <a:gd name="T38" fmla="*/ 1013 w 1223"/>
                <a:gd name="T39" fmla="*/ 467 h 638"/>
                <a:gd name="T40" fmla="*/ 989 w 1223"/>
                <a:gd name="T41" fmla="*/ 504 h 638"/>
                <a:gd name="T42" fmla="*/ 959 w 1223"/>
                <a:gd name="T43" fmla="*/ 537 h 638"/>
                <a:gd name="T44" fmla="*/ 925 w 1223"/>
                <a:gd name="T45" fmla="*/ 566 h 638"/>
                <a:gd name="T46" fmla="*/ 889 w 1223"/>
                <a:gd name="T47" fmla="*/ 591 h 638"/>
                <a:gd name="T48" fmla="*/ 849 w 1223"/>
                <a:gd name="T49" fmla="*/ 610 h 638"/>
                <a:gd name="T50" fmla="*/ 806 w 1223"/>
                <a:gd name="T51" fmla="*/ 625 h 638"/>
                <a:gd name="T52" fmla="*/ 761 w 1223"/>
                <a:gd name="T53" fmla="*/ 635 h 638"/>
                <a:gd name="T54" fmla="*/ 714 w 1223"/>
                <a:gd name="T55" fmla="*/ 638 h 638"/>
                <a:gd name="T56" fmla="*/ 505 w 1223"/>
                <a:gd name="T57" fmla="*/ 638 h 638"/>
                <a:gd name="T58" fmla="*/ 458 w 1223"/>
                <a:gd name="T59" fmla="*/ 635 h 638"/>
                <a:gd name="T60" fmla="*/ 413 w 1223"/>
                <a:gd name="T61" fmla="*/ 624 h 638"/>
                <a:gd name="T62" fmla="*/ 370 w 1223"/>
                <a:gd name="T63" fmla="*/ 610 h 638"/>
                <a:gd name="T64" fmla="*/ 330 w 1223"/>
                <a:gd name="T65" fmla="*/ 590 h 638"/>
                <a:gd name="T66" fmla="*/ 293 w 1223"/>
                <a:gd name="T67" fmla="*/ 565 h 638"/>
                <a:gd name="T68" fmla="*/ 259 w 1223"/>
                <a:gd name="T69" fmla="*/ 535 h 638"/>
                <a:gd name="T70" fmla="*/ 231 w 1223"/>
                <a:gd name="T71" fmla="*/ 502 h 638"/>
                <a:gd name="T72" fmla="*/ 205 w 1223"/>
                <a:gd name="T73" fmla="*/ 465 h 638"/>
                <a:gd name="T74" fmla="*/ 185 w 1223"/>
                <a:gd name="T75" fmla="*/ 425 h 638"/>
                <a:gd name="T76" fmla="*/ 170 w 1223"/>
                <a:gd name="T77" fmla="*/ 382 h 638"/>
                <a:gd name="T78" fmla="*/ 160 w 1223"/>
                <a:gd name="T79" fmla="*/ 337 h 638"/>
                <a:gd name="T80" fmla="*/ 67 w 1223"/>
                <a:gd name="T81" fmla="*/ 337 h 638"/>
                <a:gd name="T82" fmla="*/ 49 w 1223"/>
                <a:gd name="T83" fmla="*/ 335 h 638"/>
                <a:gd name="T84" fmla="*/ 33 w 1223"/>
                <a:gd name="T85" fmla="*/ 328 h 638"/>
                <a:gd name="T86" fmla="*/ 20 w 1223"/>
                <a:gd name="T87" fmla="*/ 316 h 638"/>
                <a:gd name="T88" fmla="*/ 10 w 1223"/>
                <a:gd name="T89" fmla="*/ 302 h 638"/>
                <a:gd name="T90" fmla="*/ 2 w 1223"/>
                <a:gd name="T91" fmla="*/ 286 h 638"/>
                <a:gd name="T92" fmla="*/ 0 w 1223"/>
                <a:gd name="T93" fmla="*/ 268 h 638"/>
                <a:gd name="T94" fmla="*/ 2 w 1223"/>
                <a:gd name="T95" fmla="*/ 250 h 638"/>
                <a:gd name="T96" fmla="*/ 10 w 1223"/>
                <a:gd name="T97" fmla="*/ 234 h 638"/>
                <a:gd name="T98" fmla="*/ 21 w 1223"/>
                <a:gd name="T99" fmla="*/ 220 h 638"/>
                <a:gd name="T100" fmla="*/ 35 w 1223"/>
                <a:gd name="T101" fmla="*/ 210 h 638"/>
                <a:gd name="T102" fmla="*/ 51 w 1223"/>
                <a:gd name="T103" fmla="*/ 204 h 638"/>
                <a:gd name="T104" fmla="*/ 70 w 1223"/>
                <a:gd name="T105" fmla="*/ 200 h 638"/>
                <a:gd name="T106" fmla="*/ 160 w 1223"/>
                <a:gd name="T107" fmla="*/ 200 h 638"/>
                <a:gd name="T108" fmla="*/ 160 w 1223"/>
                <a:gd name="T10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23" h="638">
                  <a:moveTo>
                    <a:pt x="160" y="0"/>
                  </a:moveTo>
                  <a:lnTo>
                    <a:pt x="1066" y="3"/>
                  </a:lnTo>
                  <a:lnTo>
                    <a:pt x="1066" y="204"/>
                  </a:lnTo>
                  <a:lnTo>
                    <a:pt x="1157" y="204"/>
                  </a:lnTo>
                  <a:lnTo>
                    <a:pt x="1174" y="206"/>
                  </a:lnTo>
                  <a:lnTo>
                    <a:pt x="1191" y="213"/>
                  </a:lnTo>
                  <a:lnTo>
                    <a:pt x="1204" y="223"/>
                  </a:lnTo>
                  <a:lnTo>
                    <a:pt x="1214" y="237"/>
                  </a:lnTo>
                  <a:lnTo>
                    <a:pt x="1221" y="254"/>
                  </a:lnTo>
                  <a:lnTo>
                    <a:pt x="1223" y="273"/>
                  </a:lnTo>
                  <a:lnTo>
                    <a:pt x="1220" y="291"/>
                  </a:lnTo>
                  <a:lnTo>
                    <a:pt x="1213" y="307"/>
                  </a:lnTo>
                  <a:lnTo>
                    <a:pt x="1203" y="321"/>
                  </a:lnTo>
                  <a:lnTo>
                    <a:pt x="1188" y="331"/>
                  </a:lnTo>
                  <a:lnTo>
                    <a:pt x="1172" y="338"/>
                  </a:lnTo>
                  <a:lnTo>
                    <a:pt x="1154" y="340"/>
                  </a:lnTo>
                  <a:lnTo>
                    <a:pt x="1061" y="340"/>
                  </a:lnTo>
                  <a:lnTo>
                    <a:pt x="1050" y="385"/>
                  </a:lnTo>
                  <a:lnTo>
                    <a:pt x="1035" y="427"/>
                  </a:lnTo>
                  <a:lnTo>
                    <a:pt x="1013" y="467"/>
                  </a:lnTo>
                  <a:lnTo>
                    <a:pt x="989" y="504"/>
                  </a:lnTo>
                  <a:lnTo>
                    <a:pt x="959" y="537"/>
                  </a:lnTo>
                  <a:lnTo>
                    <a:pt x="925" y="566"/>
                  </a:lnTo>
                  <a:lnTo>
                    <a:pt x="889" y="591"/>
                  </a:lnTo>
                  <a:lnTo>
                    <a:pt x="849" y="610"/>
                  </a:lnTo>
                  <a:lnTo>
                    <a:pt x="806" y="625"/>
                  </a:lnTo>
                  <a:lnTo>
                    <a:pt x="761" y="635"/>
                  </a:lnTo>
                  <a:lnTo>
                    <a:pt x="714" y="638"/>
                  </a:lnTo>
                  <a:lnTo>
                    <a:pt x="505" y="638"/>
                  </a:lnTo>
                  <a:lnTo>
                    <a:pt x="458" y="635"/>
                  </a:lnTo>
                  <a:lnTo>
                    <a:pt x="413" y="624"/>
                  </a:lnTo>
                  <a:lnTo>
                    <a:pt x="370" y="610"/>
                  </a:lnTo>
                  <a:lnTo>
                    <a:pt x="330" y="590"/>
                  </a:lnTo>
                  <a:lnTo>
                    <a:pt x="293" y="565"/>
                  </a:lnTo>
                  <a:lnTo>
                    <a:pt x="259" y="535"/>
                  </a:lnTo>
                  <a:lnTo>
                    <a:pt x="231" y="502"/>
                  </a:lnTo>
                  <a:lnTo>
                    <a:pt x="205" y="465"/>
                  </a:lnTo>
                  <a:lnTo>
                    <a:pt x="185" y="425"/>
                  </a:lnTo>
                  <a:lnTo>
                    <a:pt x="170" y="382"/>
                  </a:lnTo>
                  <a:lnTo>
                    <a:pt x="160" y="337"/>
                  </a:lnTo>
                  <a:lnTo>
                    <a:pt x="67" y="337"/>
                  </a:lnTo>
                  <a:lnTo>
                    <a:pt x="49" y="335"/>
                  </a:lnTo>
                  <a:lnTo>
                    <a:pt x="33" y="328"/>
                  </a:lnTo>
                  <a:lnTo>
                    <a:pt x="20" y="316"/>
                  </a:lnTo>
                  <a:lnTo>
                    <a:pt x="10" y="302"/>
                  </a:lnTo>
                  <a:lnTo>
                    <a:pt x="2" y="286"/>
                  </a:lnTo>
                  <a:lnTo>
                    <a:pt x="0" y="268"/>
                  </a:lnTo>
                  <a:lnTo>
                    <a:pt x="2" y="250"/>
                  </a:lnTo>
                  <a:lnTo>
                    <a:pt x="10" y="234"/>
                  </a:lnTo>
                  <a:lnTo>
                    <a:pt x="21" y="220"/>
                  </a:lnTo>
                  <a:lnTo>
                    <a:pt x="35" y="210"/>
                  </a:lnTo>
                  <a:lnTo>
                    <a:pt x="51" y="204"/>
                  </a:lnTo>
                  <a:lnTo>
                    <a:pt x="70" y="200"/>
                  </a:lnTo>
                  <a:lnTo>
                    <a:pt x="160" y="200"/>
                  </a:lnTo>
                  <a:lnTo>
                    <a:pt x="1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6" name="Freeform 420">
              <a:extLst>
                <a:ext uri="{FF2B5EF4-FFF2-40B4-BE49-F238E27FC236}">
                  <a16:creationId xmlns:a16="http://schemas.microsoft.com/office/drawing/2014/main" id="{81604834-8DB6-47DB-9F48-DD0D0D34F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7638" y="3836988"/>
              <a:ext cx="198437" cy="238125"/>
            </a:xfrm>
            <a:custGeom>
              <a:avLst/>
              <a:gdLst>
                <a:gd name="T0" fmla="*/ 829 w 1755"/>
                <a:gd name="T1" fmla="*/ 469 h 2100"/>
                <a:gd name="T2" fmla="*/ 809 w 1755"/>
                <a:gd name="T3" fmla="*/ 567 h 2100"/>
                <a:gd name="T4" fmla="*/ 695 w 1755"/>
                <a:gd name="T5" fmla="*/ 640 h 2100"/>
                <a:gd name="T6" fmla="*/ 638 w 1755"/>
                <a:gd name="T7" fmla="*/ 764 h 2100"/>
                <a:gd name="T8" fmla="*/ 663 w 1755"/>
                <a:gd name="T9" fmla="*/ 911 h 2100"/>
                <a:gd name="T10" fmla="*/ 767 w 1755"/>
                <a:gd name="T11" fmla="*/ 1016 h 2100"/>
                <a:gd name="T12" fmla="*/ 901 w 1755"/>
                <a:gd name="T13" fmla="*/ 1045 h 2100"/>
                <a:gd name="T14" fmla="*/ 971 w 1755"/>
                <a:gd name="T15" fmla="*/ 1101 h 2100"/>
                <a:gd name="T16" fmla="*/ 971 w 1755"/>
                <a:gd name="T17" fmla="*/ 1192 h 2100"/>
                <a:gd name="T18" fmla="*/ 901 w 1755"/>
                <a:gd name="T19" fmla="*/ 1248 h 2100"/>
                <a:gd name="T20" fmla="*/ 818 w 1755"/>
                <a:gd name="T21" fmla="*/ 1232 h 2100"/>
                <a:gd name="T22" fmla="*/ 754 w 1755"/>
                <a:gd name="T23" fmla="*/ 1196 h 2100"/>
                <a:gd name="T24" fmla="*/ 693 w 1755"/>
                <a:gd name="T25" fmla="*/ 1229 h 2100"/>
                <a:gd name="T26" fmla="*/ 691 w 1755"/>
                <a:gd name="T27" fmla="*/ 1298 h 2100"/>
                <a:gd name="T28" fmla="*/ 779 w 1755"/>
                <a:gd name="T29" fmla="*/ 1368 h 2100"/>
                <a:gd name="T30" fmla="*/ 818 w 1755"/>
                <a:gd name="T31" fmla="*/ 1462 h 2100"/>
                <a:gd name="T32" fmla="*/ 878 w 1755"/>
                <a:gd name="T33" fmla="*/ 1497 h 2100"/>
                <a:gd name="T34" fmla="*/ 938 w 1755"/>
                <a:gd name="T35" fmla="*/ 1462 h 2100"/>
                <a:gd name="T36" fmla="*/ 980 w 1755"/>
                <a:gd name="T37" fmla="*/ 1367 h 2100"/>
                <a:gd name="T38" fmla="*/ 1081 w 1755"/>
                <a:gd name="T39" fmla="*/ 1278 h 2100"/>
                <a:gd name="T40" fmla="*/ 1121 w 1755"/>
                <a:gd name="T41" fmla="*/ 1146 h 2100"/>
                <a:gd name="T42" fmla="*/ 1074 w 1755"/>
                <a:gd name="T43" fmla="*/ 1002 h 2100"/>
                <a:gd name="T44" fmla="*/ 955 w 1755"/>
                <a:gd name="T45" fmla="*/ 916 h 2100"/>
                <a:gd name="T46" fmla="*/ 833 w 1755"/>
                <a:gd name="T47" fmla="*/ 892 h 2100"/>
                <a:gd name="T48" fmla="*/ 778 w 1755"/>
                <a:gd name="T49" fmla="*/ 823 h 2100"/>
                <a:gd name="T50" fmla="*/ 798 w 1755"/>
                <a:gd name="T51" fmla="*/ 734 h 2100"/>
                <a:gd name="T52" fmla="*/ 878 w 1755"/>
                <a:gd name="T53" fmla="*/ 695 h 2100"/>
                <a:gd name="T54" fmla="*/ 954 w 1755"/>
                <a:gd name="T55" fmla="*/ 728 h 2100"/>
                <a:gd name="T56" fmla="*/ 1020 w 1755"/>
                <a:gd name="T57" fmla="*/ 748 h 2100"/>
                <a:gd name="T58" fmla="*/ 1071 w 1755"/>
                <a:gd name="T59" fmla="*/ 700 h 2100"/>
                <a:gd name="T60" fmla="*/ 1054 w 1755"/>
                <a:gd name="T61" fmla="*/ 633 h 2100"/>
                <a:gd name="T62" fmla="*/ 948 w 1755"/>
                <a:gd name="T63" fmla="*/ 567 h 2100"/>
                <a:gd name="T64" fmla="*/ 928 w 1755"/>
                <a:gd name="T65" fmla="*/ 469 h 2100"/>
                <a:gd name="T66" fmla="*/ 902 w 1755"/>
                <a:gd name="T67" fmla="*/ 0 h 2100"/>
                <a:gd name="T68" fmla="*/ 1186 w 1755"/>
                <a:gd name="T69" fmla="*/ 56 h 2100"/>
                <a:gd name="T70" fmla="*/ 1430 w 1755"/>
                <a:gd name="T71" fmla="*/ 195 h 2100"/>
                <a:gd name="T72" fmla="*/ 1616 w 1755"/>
                <a:gd name="T73" fmla="*/ 405 h 2100"/>
                <a:gd name="T74" fmla="*/ 1729 w 1755"/>
                <a:gd name="T75" fmla="*/ 665 h 2100"/>
                <a:gd name="T76" fmla="*/ 1752 w 1755"/>
                <a:gd name="T77" fmla="*/ 954 h 2100"/>
                <a:gd name="T78" fmla="*/ 1691 w 1755"/>
                <a:gd name="T79" fmla="*/ 1215 h 2100"/>
                <a:gd name="T80" fmla="*/ 1558 w 1755"/>
                <a:gd name="T81" fmla="*/ 1438 h 2100"/>
                <a:gd name="T82" fmla="*/ 1383 w 1755"/>
                <a:gd name="T83" fmla="*/ 1714 h 2100"/>
                <a:gd name="T84" fmla="*/ 1272 w 1755"/>
                <a:gd name="T85" fmla="*/ 2020 h 2100"/>
                <a:gd name="T86" fmla="*/ 445 w 1755"/>
                <a:gd name="T87" fmla="*/ 1915 h 2100"/>
                <a:gd name="T88" fmla="*/ 289 w 1755"/>
                <a:gd name="T89" fmla="*/ 1573 h 2100"/>
                <a:gd name="T90" fmla="*/ 110 w 1755"/>
                <a:gd name="T91" fmla="*/ 1307 h 2100"/>
                <a:gd name="T92" fmla="*/ 18 w 1755"/>
                <a:gd name="T93" fmla="*/ 1059 h 2100"/>
                <a:gd name="T94" fmla="*/ 6 w 1755"/>
                <a:gd name="T95" fmla="*/ 778 h 2100"/>
                <a:gd name="T96" fmla="*/ 87 w 1755"/>
                <a:gd name="T97" fmla="*/ 500 h 2100"/>
                <a:gd name="T98" fmla="*/ 250 w 1755"/>
                <a:gd name="T99" fmla="*/ 267 h 2100"/>
                <a:gd name="T100" fmla="*/ 477 w 1755"/>
                <a:gd name="T101" fmla="*/ 98 h 2100"/>
                <a:gd name="T102" fmla="*/ 752 w 1755"/>
                <a:gd name="T103" fmla="*/ 8 h 2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55" h="2100">
                  <a:moveTo>
                    <a:pt x="878" y="449"/>
                  </a:moveTo>
                  <a:lnTo>
                    <a:pt x="860" y="451"/>
                  </a:lnTo>
                  <a:lnTo>
                    <a:pt x="844" y="458"/>
                  </a:lnTo>
                  <a:lnTo>
                    <a:pt x="829" y="469"/>
                  </a:lnTo>
                  <a:lnTo>
                    <a:pt x="818" y="483"/>
                  </a:lnTo>
                  <a:lnTo>
                    <a:pt x="811" y="499"/>
                  </a:lnTo>
                  <a:lnTo>
                    <a:pt x="809" y="519"/>
                  </a:lnTo>
                  <a:lnTo>
                    <a:pt x="809" y="567"/>
                  </a:lnTo>
                  <a:lnTo>
                    <a:pt x="776" y="579"/>
                  </a:lnTo>
                  <a:lnTo>
                    <a:pt x="746" y="596"/>
                  </a:lnTo>
                  <a:lnTo>
                    <a:pt x="719" y="616"/>
                  </a:lnTo>
                  <a:lnTo>
                    <a:pt x="695" y="640"/>
                  </a:lnTo>
                  <a:lnTo>
                    <a:pt x="675" y="668"/>
                  </a:lnTo>
                  <a:lnTo>
                    <a:pt x="658" y="697"/>
                  </a:lnTo>
                  <a:lnTo>
                    <a:pt x="646" y="729"/>
                  </a:lnTo>
                  <a:lnTo>
                    <a:pt x="638" y="764"/>
                  </a:lnTo>
                  <a:lnTo>
                    <a:pt x="636" y="800"/>
                  </a:lnTo>
                  <a:lnTo>
                    <a:pt x="639" y="839"/>
                  </a:lnTo>
                  <a:lnTo>
                    <a:pt x="648" y="876"/>
                  </a:lnTo>
                  <a:lnTo>
                    <a:pt x="663" y="911"/>
                  </a:lnTo>
                  <a:lnTo>
                    <a:pt x="682" y="943"/>
                  </a:lnTo>
                  <a:lnTo>
                    <a:pt x="707" y="971"/>
                  </a:lnTo>
                  <a:lnTo>
                    <a:pt x="735" y="995"/>
                  </a:lnTo>
                  <a:lnTo>
                    <a:pt x="767" y="1016"/>
                  </a:lnTo>
                  <a:lnTo>
                    <a:pt x="802" y="1030"/>
                  </a:lnTo>
                  <a:lnTo>
                    <a:pt x="839" y="1039"/>
                  </a:lnTo>
                  <a:lnTo>
                    <a:pt x="877" y="1042"/>
                  </a:lnTo>
                  <a:lnTo>
                    <a:pt x="901" y="1045"/>
                  </a:lnTo>
                  <a:lnTo>
                    <a:pt x="923" y="1053"/>
                  </a:lnTo>
                  <a:lnTo>
                    <a:pt x="942" y="1065"/>
                  </a:lnTo>
                  <a:lnTo>
                    <a:pt x="958" y="1081"/>
                  </a:lnTo>
                  <a:lnTo>
                    <a:pt x="971" y="1101"/>
                  </a:lnTo>
                  <a:lnTo>
                    <a:pt x="979" y="1122"/>
                  </a:lnTo>
                  <a:lnTo>
                    <a:pt x="982" y="1147"/>
                  </a:lnTo>
                  <a:lnTo>
                    <a:pt x="979" y="1171"/>
                  </a:lnTo>
                  <a:lnTo>
                    <a:pt x="971" y="1192"/>
                  </a:lnTo>
                  <a:lnTo>
                    <a:pt x="958" y="1212"/>
                  </a:lnTo>
                  <a:lnTo>
                    <a:pt x="942" y="1228"/>
                  </a:lnTo>
                  <a:lnTo>
                    <a:pt x="923" y="1240"/>
                  </a:lnTo>
                  <a:lnTo>
                    <a:pt x="901" y="1248"/>
                  </a:lnTo>
                  <a:lnTo>
                    <a:pt x="877" y="1251"/>
                  </a:lnTo>
                  <a:lnTo>
                    <a:pt x="856" y="1249"/>
                  </a:lnTo>
                  <a:lnTo>
                    <a:pt x="836" y="1242"/>
                  </a:lnTo>
                  <a:lnTo>
                    <a:pt x="818" y="1232"/>
                  </a:lnTo>
                  <a:lnTo>
                    <a:pt x="802" y="1218"/>
                  </a:lnTo>
                  <a:lnTo>
                    <a:pt x="787" y="1206"/>
                  </a:lnTo>
                  <a:lnTo>
                    <a:pt x="771" y="1198"/>
                  </a:lnTo>
                  <a:lnTo>
                    <a:pt x="754" y="1196"/>
                  </a:lnTo>
                  <a:lnTo>
                    <a:pt x="736" y="1197"/>
                  </a:lnTo>
                  <a:lnTo>
                    <a:pt x="720" y="1204"/>
                  </a:lnTo>
                  <a:lnTo>
                    <a:pt x="704" y="1215"/>
                  </a:lnTo>
                  <a:lnTo>
                    <a:pt x="693" y="1229"/>
                  </a:lnTo>
                  <a:lnTo>
                    <a:pt x="686" y="1246"/>
                  </a:lnTo>
                  <a:lnTo>
                    <a:pt x="683" y="1263"/>
                  </a:lnTo>
                  <a:lnTo>
                    <a:pt x="685" y="1280"/>
                  </a:lnTo>
                  <a:lnTo>
                    <a:pt x="691" y="1298"/>
                  </a:lnTo>
                  <a:lnTo>
                    <a:pt x="701" y="1312"/>
                  </a:lnTo>
                  <a:lnTo>
                    <a:pt x="725" y="1335"/>
                  </a:lnTo>
                  <a:lnTo>
                    <a:pt x="752" y="1352"/>
                  </a:lnTo>
                  <a:lnTo>
                    <a:pt x="779" y="1368"/>
                  </a:lnTo>
                  <a:lnTo>
                    <a:pt x="809" y="1379"/>
                  </a:lnTo>
                  <a:lnTo>
                    <a:pt x="809" y="1427"/>
                  </a:lnTo>
                  <a:lnTo>
                    <a:pt x="811" y="1446"/>
                  </a:lnTo>
                  <a:lnTo>
                    <a:pt x="818" y="1462"/>
                  </a:lnTo>
                  <a:lnTo>
                    <a:pt x="829" y="1477"/>
                  </a:lnTo>
                  <a:lnTo>
                    <a:pt x="844" y="1488"/>
                  </a:lnTo>
                  <a:lnTo>
                    <a:pt x="860" y="1494"/>
                  </a:lnTo>
                  <a:lnTo>
                    <a:pt x="878" y="1497"/>
                  </a:lnTo>
                  <a:lnTo>
                    <a:pt x="897" y="1494"/>
                  </a:lnTo>
                  <a:lnTo>
                    <a:pt x="913" y="1488"/>
                  </a:lnTo>
                  <a:lnTo>
                    <a:pt x="928" y="1477"/>
                  </a:lnTo>
                  <a:lnTo>
                    <a:pt x="938" y="1462"/>
                  </a:lnTo>
                  <a:lnTo>
                    <a:pt x="945" y="1446"/>
                  </a:lnTo>
                  <a:lnTo>
                    <a:pt x="948" y="1427"/>
                  </a:lnTo>
                  <a:lnTo>
                    <a:pt x="948" y="1379"/>
                  </a:lnTo>
                  <a:lnTo>
                    <a:pt x="980" y="1367"/>
                  </a:lnTo>
                  <a:lnTo>
                    <a:pt x="1009" y="1350"/>
                  </a:lnTo>
                  <a:lnTo>
                    <a:pt x="1037" y="1330"/>
                  </a:lnTo>
                  <a:lnTo>
                    <a:pt x="1061" y="1305"/>
                  </a:lnTo>
                  <a:lnTo>
                    <a:pt x="1081" y="1278"/>
                  </a:lnTo>
                  <a:lnTo>
                    <a:pt x="1097" y="1249"/>
                  </a:lnTo>
                  <a:lnTo>
                    <a:pt x="1111" y="1216"/>
                  </a:lnTo>
                  <a:lnTo>
                    <a:pt x="1118" y="1182"/>
                  </a:lnTo>
                  <a:lnTo>
                    <a:pt x="1121" y="1146"/>
                  </a:lnTo>
                  <a:lnTo>
                    <a:pt x="1118" y="1107"/>
                  </a:lnTo>
                  <a:lnTo>
                    <a:pt x="1109" y="1069"/>
                  </a:lnTo>
                  <a:lnTo>
                    <a:pt x="1094" y="1034"/>
                  </a:lnTo>
                  <a:lnTo>
                    <a:pt x="1074" y="1002"/>
                  </a:lnTo>
                  <a:lnTo>
                    <a:pt x="1050" y="975"/>
                  </a:lnTo>
                  <a:lnTo>
                    <a:pt x="1022" y="950"/>
                  </a:lnTo>
                  <a:lnTo>
                    <a:pt x="990" y="930"/>
                  </a:lnTo>
                  <a:lnTo>
                    <a:pt x="955" y="916"/>
                  </a:lnTo>
                  <a:lnTo>
                    <a:pt x="918" y="907"/>
                  </a:lnTo>
                  <a:lnTo>
                    <a:pt x="878" y="903"/>
                  </a:lnTo>
                  <a:lnTo>
                    <a:pt x="855" y="901"/>
                  </a:lnTo>
                  <a:lnTo>
                    <a:pt x="833" y="892"/>
                  </a:lnTo>
                  <a:lnTo>
                    <a:pt x="814" y="880"/>
                  </a:lnTo>
                  <a:lnTo>
                    <a:pt x="798" y="864"/>
                  </a:lnTo>
                  <a:lnTo>
                    <a:pt x="785" y="844"/>
                  </a:lnTo>
                  <a:lnTo>
                    <a:pt x="778" y="823"/>
                  </a:lnTo>
                  <a:lnTo>
                    <a:pt x="775" y="799"/>
                  </a:lnTo>
                  <a:lnTo>
                    <a:pt x="778" y="775"/>
                  </a:lnTo>
                  <a:lnTo>
                    <a:pt x="785" y="753"/>
                  </a:lnTo>
                  <a:lnTo>
                    <a:pt x="798" y="734"/>
                  </a:lnTo>
                  <a:lnTo>
                    <a:pt x="814" y="718"/>
                  </a:lnTo>
                  <a:lnTo>
                    <a:pt x="833" y="706"/>
                  </a:lnTo>
                  <a:lnTo>
                    <a:pt x="855" y="697"/>
                  </a:lnTo>
                  <a:lnTo>
                    <a:pt x="878" y="695"/>
                  </a:lnTo>
                  <a:lnTo>
                    <a:pt x="900" y="697"/>
                  </a:lnTo>
                  <a:lnTo>
                    <a:pt x="920" y="703"/>
                  </a:lnTo>
                  <a:lnTo>
                    <a:pt x="939" y="714"/>
                  </a:lnTo>
                  <a:lnTo>
                    <a:pt x="954" y="728"/>
                  </a:lnTo>
                  <a:lnTo>
                    <a:pt x="968" y="739"/>
                  </a:lnTo>
                  <a:lnTo>
                    <a:pt x="985" y="747"/>
                  </a:lnTo>
                  <a:lnTo>
                    <a:pt x="1002" y="750"/>
                  </a:lnTo>
                  <a:lnTo>
                    <a:pt x="1020" y="748"/>
                  </a:lnTo>
                  <a:lnTo>
                    <a:pt x="1037" y="741"/>
                  </a:lnTo>
                  <a:lnTo>
                    <a:pt x="1052" y="730"/>
                  </a:lnTo>
                  <a:lnTo>
                    <a:pt x="1064" y="716"/>
                  </a:lnTo>
                  <a:lnTo>
                    <a:pt x="1071" y="700"/>
                  </a:lnTo>
                  <a:lnTo>
                    <a:pt x="1074" y="683"/>
                  </a:lnTo>
                  <a:lnTo>
                    <a:pt x="1072" y="664"/>
                  </a:lnTo>
                  <a:lnTo>
                    <a:pt x="1066" y="648"/>
                  </a:lnTo>
                  <a:lnTo>
                    <a:pt x="1054" y="633"/>
                  </a:lnTo>
                  <a:lnTo>
                    <a:pt x="1031" y="611"/>
                  </a:lnTo>
                  <a:lnTo>
                    <a:pt x="1005" y="593"/>
                  </a:lnTo>
                  <a:lnTo>
                    <a:pt x="978" y="578"/>
                  </a:lnTo>
                  <a:lnTo>
                    <a:pt x="948" y="567"/>
                  </a:lnTo>
                  <a:lnTo>
                    <a:pt x="948" y="519"/>
                  </a:lnTo>
                  <a:lnTo>
                    <a:pt x="945" y="499"/>
                  </a:lnTo>
                  <a:lnTo>
                    <a:pt x="938" y="483"/>
                  </a:lnTo>
                  <a:lnTo>
                    <a:pt x="928" y="469"/>
                  </a:lnTo>
                  <a:lnTo>
                    <a:pt x="913" y="458"/>
                  </a:lnTo>
                  <a:lnTo>
                    <a:pt x="897" y="451"/>
                  </a:lnTo>
                  <a:lnTo>
                    <a:pt x="878" y="449"/>
                  </a:lnTo>
                  <a:close/>
                  <a:moveTo>
                    <a:pt x="902" y="0"/>
                  </a:moveTo>
                  <a:lnTo>
                    <a:pt x="976" y="5"/>
                  </a:lnTo>
                  <a:lnTo>
                    <a:pt x="1048" y="16"/>
                  </a:lnTo>
                  <a:lnTo>
                    <a:pt x="1119" y="33"/>
                  </a:lnTo>
                  <a:lnTo>
                    <a:pt x="1186" y="56"/>
                  </a:lnTo>
                  <a:lnTo>
                    <a:pt x="1252" y="83"/>
                  </a:lnTo>
                  <a:lnTo>
                    <a:pt x="1314" y="116"/>
                  </a:lnTo>
                  <a:lnTo>
                    <a:pt x="1375" y="153"/>
                  </a:lnTo>
                  <a:lnTo>
                    <a:pt x="1430" y="195"/>
                  </a:lnTo>
                  <a:lnTo>
                    <a:pt x="1483" y="242"/>
                  </a:lnTo>
                  <a:lnTo>
                    <a:pt x="1531" y="293"/>
                  </a:lnTo>
                  <a:lnTo>
                    <a:pt x="1576" y="346"/>
                  </a:lnTo>
                  <a:lnTo>
                    <a:pt x="1616" y="405"/>
                  </a:lnTo>
                  <a:lnTo>
                    <a:pt x="1652" y="465"/>
                  </a:lnTo>
                  <a:lnTo>
                    <a:pt x="1683" y="529"/>
                  </a:lnTo>
                  <a:lnTo>
                    <a:pt x="1708" y="596"/>
                  </a:lnTo>
                  <a:lnTo>
                    <a:pt x="1729" y="665"/>
                  </a:lnTo>
                  <a:lnTo>
                    <a:pt x="1744" y="736"/>
                  </a:lnTo>
                  <a:lnTo>
                    <a:pt x="1752" y="810"/>
                  </a:lnTo>
                  <a:lnTo>
                    <a:pt x="1755" y="885"/>
                  </a:lnTo>
                  <a:lnTo>
                    <a:pt x="1752" y="954"/>
                  </a:lnTo>
                  <a:lnTo>
                    <a:pt x="1744" y="1022"/>
                  </a:lnTo>
                  <a:lnTo>
                    <a:pt x="1732" y="1088"/>
                  </a:lnTo>
                  <a:lnTo>
                    <a:pt x="1714" y="1152"/>
                  </a:lnTo>
                  <a:lnTo>
                    <a:pt x="1691" y="1215"/>
                  </a:lnTo>
                  <a:lnTo>
                    <a:pt x="1663" y="1274"/>
                  </a:lnTo>
                  <a:lnTo>
                    <a:pt x="1632" y="1332"/>
                  </a:lnTo>
                  <a:lnTo>
                    <a:pt x="1597" y="1386"/>
                  </a:lnTo>
                  <a:lnTo>
                    <a:pt x="1558" y="1438"/>
                  </a:lnTo>
                  <a:lnTo>
                    <a:pt x="1508" y="1503"/>
                  </a:lnTo>
                  <a:lnTo>
                    <a:pt x="1462" y="1571"/>
                  </a:lnTo>
                  <a:lnTo>
                    <a:pt x="1421" y="1642"/>
                  </a:lnTo>
                  <a:lnTo>
                    <a:pt x="1383" y="1714"/>
                  </a:lnTo>
                  <a:lnTo>
                    <a:pt x="1349" y="1788"/>
                  </a:lnTo>
                  <a:lnTo>
                    <a:pt x="1320" y="1864"/>
                  </a:lnTo>
                  <a:lnTo>
                    <a:pt x="1294" y="1941"/>
                  </a:lnTo>
                  <a:lnTo>
                    <a:pt x="1272" y="2020"/>
                  </a:lnTo>
                  <a:lnTo>
                    <a:pt x="1256" y="2100"/>
                  </a:lnTo>
                  <a:lnTo>
                    <a:pt x="492" y="2097"/>
                  </a:lnTo>
                  <a:lnTo>
                    <a:pt x="471" y="2005"/>
                  </a:lnTo>
                  <a:lnTo>
                    <a:pt x="445" y="1915"/>
                  </a:lnTo>
                  <a:lnTo>
                    <a:pt x="414" y="1827"/>
                  </a:lnTo>
                  <a:lnTo>
                    <a:pt x="377" y="1739"/>
                  </a:lnTo>
                  <a:lnTo>
                    <a:pt x="335" y="1655"/>
                  </a:lnTo>
                  <a:lnTo>
                    <a:pt x="289" y="1573"/>
                  </a:lnTo>
                  <a:lnTo>
                    <a:pt x="238" y="1493"/>
                  </a:lnTo>
                  <a:lnTo>
                    <a:pt x="182" y="1416"/>
                  </a:lnTo>
                  <a:lnTo>
                    <a:pt x="144" y="1363"/>
                  </a:lnTo>
                  <a:lnTo>
                    <a:pt x="110" y="1307"/>
                  </a:lnTo>
                  <a:lnTo>
                    <a:pt x="80" y="1249"/>
                  </a:lnTo>
                  <a:lnTo>
                    <a:pt x="55" y="1187"/>
                  </a:lnTo>
                  <a:lnTo>
                    <a:pt x="34" y="1124"/>
                  </a:lnTo>
                  <a:lnTo>
                    <a:pt x="18" y="1059"/>
                  </a:lnTo>
                  <a:lnTo>
                    <a:pt x="8" y="992"/>
                  </a:lnTo>
                  <a:lnTo>
                    <a:pt x="1" y="923"/>
                  </a:lnTo>
                  <a:lnTo>
                    <a:pt x="0" y="853"/>
                  </a:lnTo>
                  <a:lnTo>
                    <a:pt x="6" y="778"/>
                  </a:lnTo>
                  <a:lnTo>
                    <a:pt x="18" y="706"/>
                  </a:lnTo>
                  <a:lnTo>
                    <a:pt x="35" y="635"/>
                  </a:lnTo>
                  <a:lnTo>
                    <a:pt x="59" y="566"/>
                  </a:lnTo>
                  <a:lnTo>
                    <a:pt x="87" y="500"/>
                  </a:lnTo>
                  <a:lnTo>
                    <a:pt x="121" y="437"/>
                  </a:lnTo>
                  <a:lnTo>
                    <a:pt x="159" y="377"/>
                  </a:lnTo>
                  <a:lnTo>
                    <a:pt x="203" y="321"/>
                  </a:lnTo>
                  <a:lnTo>
                    <a:pt x="250" y="267"/>
                  </a:lnTo>
                  <a:lnTo>
                    <a:pt x="301" y="218"/>
                  </a:lnTo>
                  <a:lnTo>
                    <a:pt x="357" y="174"/>
                  </a:lnTo>
                  <a:lnTo>
                    <a:pt x="416" y="134"/>
                  </a:lnTo>
                  <a:lnTo>
                    <a:pt x="477" y="98"/>
                  </a:lnTo>
                  <a:lnTo>
                    <a:pt x="543" y="67"/>
                  </a:lnTo>
                  <a:lnTo>
                    <a:pt x="610" y="42"/>
                  </a:lnTo>
                  <a:lnTo>
                    <a:pt x="680" y="23"/>
                  </a:lnTo>
                  <a:lnTo>
                    <a:pt x="752" y="8"/>
                  </a:lnTo>
                  <a:lnTo>
                    <a:pt x="826" y="1"/>
                  </a:lnTo>
                  <a:lnTo>
                    <a:pt x="9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FF18C96D-F3FA-471A-85B7-289A8E0CF5C6}"/>
              </a:ext>
            </a:extLst>
          </p:cNvPr>
          <p:cNvGrpSpPr/>
          <p:nvPr/>
        </p:nvGrpSpPr>
        <p:grpSpPr>
          <a:xfrm>
            <a:off x="5060793" y="2797984"/>
            <a:ext cx="310355" cy="229227"/>
            <a:chOff x="4414838" y="3892550"/>
            <a:chExt cx="382587" cy="28257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78" name="Freeform 425">
              <a:extLst>
                <a:ext uri="{FF2B5EF4-FFF2-40B4-BE49-F238E27FC236}">
                  <a16:creationId xmlns:a16="http://schemas.microsoft.com/office/drawing/2014/main" id="{5397FC4E-BB23-4C79-9A7E-6CD2B913C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600" y="4124325"/>
              <a:ext cx="373062" cy="17463"/>
            </a:xfrm>
            <a:custGeom>
              <a:avLst/>
              <a:gdLst>
                <a:gd name="T0" fmla="*/ 78 w 3291"/>
                <a:gd name="T1" fmla="*/ 0 h 156"/>
                <a:gd name="T2" fmla="*/ 3216 w 3291"/>
                <a:gd name="T3" fmla="*/ 0 h 156"/>
                <a:gd name="T4" fmla="*/ 3236 w 3291"/>
                <a:gd name="T5" fmla="*/ 3 h 156"/>
                <a:gd name="T6" fmla="*/ 3253 w 3291"/>
                <a:gd name="T7" fmla="*/ 11 h 156"/>
                <a:gd name="T8" fmla="*/ 3269 w 3291"/>
                <a:gd name="T9" fmla="*/ 23 h 156"/>
                <a:gd name="T10" fmla="*/ 3281 w 3291"/>
                <a:gd name="T11" fmla="*/ 39 h 156"/>
                <a:gd name="T12" fmla="*/ 3289 w 3291"/>
                <a:gd name="T13" fmla="*/ 57 h 156"/>
                <a:gd name="T14" fmla="*/ 3291 w 3291"/>
                <a:gd name="T15" fmla="*/ 79 h 156"/>
                <a:gd name="T16" fmla="*/ 3289 w 3291"/>
                <a:gd name="T17" fmla="*/ 99 h 156"/>
                <a:gd name="T18" fmla="*/ 3281 w 3291"/>
                <a:gd name="T19" fmla="*/ 117 h 156"/>
                <a:gd name="T20" fmla="*/ 3269 w 3291"/>
                <a:gd name="T21" fmla="*/ 133 h 156"/>
                <a:gd name="T22" fmla="*/ 3252 w 3291"/>
                <a:gd name="T23" fmla="*/ 145 h 156"/>
                <a:gd name="T24" fmla="*/ 3234 w 3291"/>
                <a:gd name="T25" fmla="*/ 153 h 156"/>
                <a:gd name="T26" fmla="*/ 3213 w 3291"/>
                <a:gd name="T27" fmla="*/ 156 h 156"/>
                <a:gd name="T28" fmla="*/ 78 w 3291"/>
                <a:gd name="T29" fmla="*/ 156 h 156"/>
                <a:gd name="T30" fmla="*/ 57 w 3291"/>
                <a:gd name="T31" fmla="*/ 153 h 156"/>
                <a:gd name="T32" fmla="*/ 39 w 3291"/>
                <a:gd name="T33" fmla="*/ 145 h 156"/>
                <a:gd name="T34" fmla="*/ 22 w 3291"/>
                <a:gd name="T35" fmla="*/ 133 h 156"/>
                <a:gd name="T36" fmla="*/ 11 w 3291"/>
                <a:gd name="T37" fmla="*/ 117 h 156"/>
                <a:gd name="T38" fmla="*/ 3 w 3291"/>
                <a:gd name="T39" fmla="*/ 99 h 156"/>
                <a:gd name="T40" fmla="*/ 0 w 3291"/>
                <a:gd name="T41" fmla="*/ 79 h 156"/>
                <a:gd name="T42" fmla="*/ 3 w 3291"/>
                <a:gd name="T43" fmla="*/ 57 h 156"/>
                <a:gd name="T44" fmla="*/ 11 w 3291"/>
                <a:gd name="T45" fmla="*/ 39 h 156"/>
                <a:gd name="T46" fmla="*/ 22 w 3291"/>
                <a:gd name="T47" fmla="*/ 23 h 156"/>
                <a:gd name="T48" fmla="*/ 39 w 3291"/>
                <a:gd name="T49" fmla="*/ 11 h 156"/>
                <a:gd name="T50" fmla="*/ 57 w 3291"/>
                <a:gd name="T51" fmla="*/ 3 h 156"/>
                <a:gd name="T52" fmla="*/ 78 w 3291"/>
                <a:gd name="T5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91" h="156">
                  <a:moveTo>
                    <a:pt x="78" y="0"/>
                  </a:moveTo>
                  <a:lnTo>
                    <a:pt x="3216" y="0"/>
                  </a:lnTo>
                  <a:lnTo>
                    <a:pt x="3236" y="3"/>
                  </a:lnTo>
                  <a:lnTo>
                    <a:pt x="3253" y="11"/>
                  </a:lnTo>
                  <a:lnTo>
                    <a:pt x="3269" y="23"/>
                  </a:lnTo>
                  <a:lnTo>
                    <a:pt x="3281" y="39"/>
                  </a:lnTo>
                  <a:lnTo>
                    <a:pt x="3289" y="57"/>
                  </a:lnTo>
                  <a:lnTo>
                    <a:pt x="3291" y="79"/>
                  </a:lnTo>
                  <a:lnTo>
                    <a:pt x="3289" y="99"/>
                  </a:lnTo>
                  <a:lnTo>
                    <a:pt x="3281" y="117"/>
                  </a:lnTo>
                  <a:lnTo>
                    <a:pt x="3269" y="133"/>
                  </a:lnTo>
                  <a:lnTo>
                    <a:pt x="3252" y="145"/>
                  </a:lnTo>
                  <a:lnTo>
                    <a:pt x="3234" y="153"/>
                  </a:lnTo>
                  <a:lnTo>
                    <a:pt x="3213" y="156"/>
                  </a:lnTo>
                  <a:lnTo>
                    <a:pt x="78" y="156"/>
                  </a:lnTo>
                  <a:lnTo>
                    <a:pt x="57" y="153"/>
                  </a:lnTo>
                  <a:lnTo>
                    <a:pt x="39" y="145"/>
                  </a:lnTo>
                  <a:lnTo>
                    <a:pt x="22" y="133"/>
                  </a:lnTo>
                  <a:lnTo>
                    <a:pt x="11" y="117"/>
                  </a:lnTo>
                  <a:lnTo>
                    <a:pt x="3" y="99"/>
                  </a:lnTo>
                  <a:lnTo>
                    <a:pt x="0" y="79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2" y="23"/>
                  </a:lnTo>
                  <a:lnTo>
                    <a:pt x="39" y="11"/>
                  </a:lnTo>
                  <a:lnTo>
                    <a:pt x="57" y="3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79" name="Freeform 426">
              <a:extLst>
                <a:ext uri="{FF2B5EF4-FFF2-40B4-BE49-F238E27FC236}">
                  <a16:creationId xmlns:a16="http://schemas.microsoft.com/office/drawing/2014/main" id="{D02079E1-D3BE-4C3D-9D3E-4634B4311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5475" y="4157663"/>
              <a:ext cx="341312" cy="17463"/>
            </a:xfrm>
            <a:custGeom>
              <a:avLst/>
              <a:gdLst>
                <a:gd name="T0" fmla="*/ 78 w 3015"/>
                <a:gd name="T1" fmla="*/ 0 h 156"/>
                <a:gd name="T2" fmla="*/ 2938 w 3015"/>
                <a:gd name="T3" fmla="*/ 0 h 156"/>
                <a:gd name="T4" fmla="*/ 2959 w 3015"/>
                <a:gd name="T5" fmla="*/ 3 h 156"/>
                <a:gd name="T6" fmla="*/ 2977 w 3015"/>
                <a:gd name="T7" fmla="*/ 11 h 156"/>
                <a:gd name="T8" fmla="*/ 2993 w 3015"/>
                <a:gd name="T9" fmla="*/ 23 h 156"/>
                <a:gd name="T10" fmla="*/ 3005 w 3015"/>
                <a:gd name="T11" fmla="*/ 39 h 156"/>
                <a:gd name="T12" fmla="*/ 3013 w 3015"/>
                <a:gd name="T13" fmla="*/ 57 h 156"/>
                <a:gd name="T14" fmla="*/ 3015 w 3015"/>
                <a:gd name="T15" fmla="*/ 78 h 156"/>
                <a:gd name="T16" fmla="*/ 3012 w 3015"/>
                <a:gd name="T17" fmla="*/ 99 h 156"/>
                <a:gd name="T18" fmla="*/ 3005 w 3015"/>
                <a:gd name="T19" fmla="*/ 117 h 156"/>
                <a:gd name="T20" fmla="*/ 2993 w 3015"/>
                <a:gd name="T21" fmla="*/ 132 h 156"/>
                <a:gd name="T22" fmla="*/ 2976 w 3015"/>
                <a:gd name="T23" fmla="*/ 145 h 156"/>
                <a:gd name="T24" fmla="*/ 2958 w 3015"/>
                <a:gd name="T25" fmla="*/ 153 h 156"/>
                <a:gd name="T26" fmla="*/ 2937 w 3015"/>
                <a:gd name="T27" fmla="*/ 156 h 156"/>
                <a:gd name="T28" fmla="*/ 78 w 3015"/>
                <a:gd name="T29" fmla="*/ 156 h 156"/>
                <a:gd name="T30" fmla="*/ 57 w 3015"/>
                <a:gd name="T31" fmla="*/ 153 h 156"/>
                <a:gd name="T32" fmla="*/ 39 w 3015"/>
                <a:gd name="T33" fmla="*/ 145 h 156"/>
                <a:gd name="T34" fmla="*/ 22 w 3015"/>
                <a:gd name="T35" fmla="*/ 132 h 156"/>
                <a:gd name="T36" fmla="*/ 11 w 3015"/>
                <a:gd name="T37" fmla="*/ 117 h 156"/>
                <a:gd name="T38" fmla="*/ 3 w 3015"/>
                <a:gd name="T39" fmla="*/ 99 h 156"/>
                <a:gd name="T40" fmla="*/ 0 w 3015"/>
                <a:gd name="T41" fmla="*/ 78 h 156"/>
                <a:gd name="T42" fmla="*/ 3 w 3015"/>
                <a:gd name="T43" fmla="*/ 57 h 156"/>
                <a:gd name="T44" fmla="*/ 11 w 3015"/>
                <a:gd name="T45" fmla="*/ 39 h 156"/>
                <a:gd name="T46" fmla="*/ 22 w 3015"/>
                <a:gd name="T47" fmla="*/ 23 h 156"/>
                <a:gd name="T48" fmla="*/ 39 w 3015"/>
                <a:gd name="T49" fmla="*/ 11 h 156"/>
                <a:gd name="T50" fmla="*/ 57 w 3015"/>
                <a:gd name="T51" fmla="*/ 3 h 156"/>
                <a:gd name="T52" fmla="*/ 78 w 3015"/>
                <a:gd name="T53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15" h="156">
                  <a:moveTo>
                    <a:pt x="78" y="0"/>
                  </a:moveTo>
                  <a:lnTo>
                    <a:pt x="2938" y="0"/>
                  </a:lnTo>
                  <a:lnTo>
                    <a:pt x="2959" y="3"/>
                  </a:lnTo>
                  <a:lnTo>
                    <a:pt x="2977" y="11"/>
                  </a:lnTo>
                  <a:lnTo>
                    <a:pt x="2993" y="23"/>
                  </a:lnTo>
                  <a:lnTo>
                    <a:pt x="3005" y="39"/>
                  </a:lnTo>
                  <a:lnTo>
                    <a:pt x="3013" y="57"/>
                  </a:lnTo>
                  <a:lnTo>
                    <a:pt x="3015" y="78"/>
                  </a:lnTo>
                  <a:lnTo>
                    <a:pt x="3012" y="99"/>
                  </a:lnTo>
                  <a:lnTo>
                    <a:pt x="3005" y="117"/>
                  </a:lnTo>
                  <a:lnTo>
                    <a:pt x="2993" y="132"/>
                  </a:lnTo>
                  <a:lnTo>
                    <a:pt x="2976" y="145"/>
                  </a:lnTo>
                  <a:lnTo>
                    <a:pt x="2958" y="153"/>
                  </a:lnTo>
                  <a:lnTo>
                    <a:pt x="2937" y="156"/>
                  </a:lnTo>
                  <a:lnTo>
                    <a:pt x="78" y="156"/>
                  </a:lnTo>
                  <a:lnTo>
                    <a:pt x="57" y="153"/>
                  </a:lnTo>
                  <a:lnTo>
                    <a:pt x="39" y="145"/>
                  </a:lnTo>
                  <a:lnTo>
                    <a:pt x="22" y="132"/>
                  </a:lnTo>
                  <a:lnTo>
                    <a:pt x="11" y="117"/>
                  </a:lnTo>
                  <a:lnTo>
                    <a:pt x="3" y="99"/>
                  </a:lnTo>
                  <a:lnTo>
                    <a:pt x="0" y="78"/>
                  </a:lnTo>
                  <a:lnTo>
                    <a:pt x="3" y="57"/>
                  </a:lnTo>
                  <a:lnTo>
                    <a:pt x="11" y="39"/>
                  </a:lnTo>
                  <a:lnTo>
                    <a:pt x="22" y="23"/>
                  </a:lnTo>
                  <a:lnTo>
                    <a:pt x="39" y="11"/>
                  </a:lnTo>
                  <a:lnTo>
                    <a:pt x="57" y="3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0" name="Freeform 427">
              <a:extLst>
                <a:ext uri="{FF2B5EF4-FFF2-40B4-BE49-F238E27FC236}">
                  <a16:creationId xmlns:a16="http://schemas.microsoft.com/office/drawing/2014/main" id="{9D8B4B68-2F51-4FBB-AD39-90A4EF8310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4838" y="3892550"/>
              <a:ext cx="382587" cy="204788"/>
            </a:xfrm>
            <a:custGeom>
              <a:avLst/>
              <a:gdLst>
                <a:gd name="T0" fmla="*/ 1629 w 3374"/>
                <a:gd name="T1" fmla="*/ 185 h 1811"/>
                <a:gd name="T2" fmla="*/ 1516 w 3374"/>
                <a:gd name="T3" fmla="*/ 210 h 1811"/>
                <a:gd name="T4" fmla="*/ 1413 w 3374"/>
                <a:gd name="T5" fmla="*/ 259 h 1811"/>
                <a:gd name="T6" fmla="*/ 1320 w 3374"/>
                <a:gd name="T7" fmla="*/ 329 h 1811"/>
                <a:gd name="T8" fmla="*/ 1238 w 3374"/>
                <a:gd name="T9" fmla="*/ 417 h 1811"/>
                <a:gd name="T10" fmla="*/ 1172 w 3374"/>
                <a:gd name="T11" fmla="*/ 521 h 1811"/>
                <a:gd name="T12" fmla="*/ 1122 w 3374"/>
                <a:gd name="T13" fmla="*/ 638 h 1811"/>
                <a:gd name="T14" fmla="*/ 1090 w 3374"/>
                <a:gd name="T15" fmla="*/ 768 h 1811"/>
                <a:gd name="T16" fmla="*/ 1079 w 3374"/>
                <a:gd name="T17" fmla="*/ 905 h 1811"/>
                <a:gd name="T18" fmla="*/ 1090 w 3374"/>
                <a:gd name="T19" fmla="*/ 1043 h 1811"/>
                <a:gd name="T20" fmla="*/ 1122 w 3374"/>
                <a:gd name="T21" fmla="*/ 1171 h 1811"/>
                <a:gd name="T22" fmla="*/ 1172 w 3374"/>
                <a:gd name="T23" fmla="*/ 1290 h 1811"/>
                <a:gd name="T24" fmla="*/ 1238 w 3374"/>
                <a:gd name="T25" fmla="*/ 1394 h 1811"/>
                <a:gd name="T26" fmla="*/ 1320 w 3374"/>
                <a:gd name="T27" fmla="*/ 1481 h 1811"/>
                <a:gd name="T28" fmla="*/ 1413 w 3374"/>
                <a:gd name="T29" fmla="*/ 1552 h 1811"/>
                <a:gd name="T30" fmla="*/ 1516 w 3374"/>
                <a:gd name="T31" fmla="*/ 1600 h 1811"/>
                <a:gd name="T32" fmla="*/ 1629 w 3374"/>
                <a:gd name="T33" fmla="*/ 1625 h 1811"/>
                <a:gd name="T34" fmla="*/ 1745 w 3374"/>
                <a:gd name="T35" fmla="*/ 1625 h 1811"/>
                <a:gd name="T36" fmla="*/ 1858 w 3374"/>
                <a:gd name="T37" fmla="*/ 1600 h 1811"/>
                <a:gd name="T38" fmla="*/ 1961 w 3374"/>
                <a:gd name="T39" fmla="*/ 1551 h 1811"/>
                <a:gd name="T40" fmla="*/ 2054 w 3374"/>
                <a:gd name="T41" fmla="*/ 1481 h 1811"/>
                <a:gd name="T42" fmla="*/ 2136 w 3374"/>
                <a:gd name="T43" fmla="*/ 1393 h 1811"/>
                <a:gd name="T44" fmla="*/ 2202 w 3374"/>
                <a:gd name="T45" fmla="*/ 1289 h 1811"/>
                <a:gd name="T46" fmla="*/ 2252 w 3374"/>
                <a:gd name="T47" fmla="*/ 1171 h 1811"/>
                <a:gd name="T48" fmla="*/ 2284 w 3374"/>
                <a:gd name="T49" fmla="*/ 1042 h 1811"/>
                <a:gd name="T50" fmla="*/ 2295 w 3374"/>
                <a:gd name="T51" fmla="*/ 905 h 1811"/>
                <a:gd name="T52" fmla="*/ 2284 w 3374"/>
                <a:gd name="T53" fmla="*/ 768 h 1811"/>
                <a:gd name="T54" fmla="*/ 2252 w 3374"/>
                <a:gd name="T55" fmla="*/ 638 h 1811"/>
                <a:gd name="T56" fmla="*/ 2202 w 3374"/>
                <a:gd name="T57" fmla="*/ 521 h 1811"/>
                <a:gd name="T58" fmla="*/ 2136 w 3374"/>
                <a:gd name="T59" fmla="*/ 417 h 1811"/>
                <a:gd name="T60" fmla="*/ 2054 w 3374"/>
                <a:gd name="T61" fmla="*/ 329 h 1811"/>
                <a:gd name="T62" fmla="*/ 1961 w 3374"/>
                <a:gd name="T63" fmla="*/ 259 h 1811"/>
                <a:gd name="T64" fmla="*/ 1858 w 3374"/>
                <a:gd name="T65" fmla="*/ 210 h 1811"/>
                <a:gd name="T66" fmla="*/ 1745 w 3374"/>
                <a:gd name="T67" fmla="*/ 185 h 1811"/>
                <a:gd name="T68" fmla="*/ 0 w 3374"/>
                <a:gd name="T69" fmla="*/ 0 h 1811"/>
                <a:gd name="T70" fmla="*/ 3374 w 3374"/>
                <a:gd name="T71" fmla="*/ 1811 h 1811"/>
                <a:gd name="T72" fmla="*/ 0 w 3374"/>
                <a:gd name="T73" fmla="*/ 0 h 1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374" h="1811">
                  <a:moveTo>
                    <a:pt x="1687" y="181"/>
                  </a:moveTo>
                  <a:lnTo>
                    <a:pt x="1629" y="185"/>
                  </a:lnTo>
                  <a:lnTo>
                    <a:pt x="1571" y="195"/>
                  </a:lnTo>
                  <a:lnTo>
                    <a:pt x="1516" y="210"/>
                  </a:lnTo>
                  <a:lnTo>
                    <a:pt x="1464" y="232"/>
                  </a:lnTo>
                  <a:lnTo>
                    <a:pt x="1413" y="259"/>
                  </a:lnTo>
                  <a:lnTo>
                    <a:pt x="1365" y="292"/>
                  </a:lnTo>
                  <a:lnTo>
                    <a:pt x="1320" y="329"/>
                  </a:lnTo>
                  <a:lnTo>
                    <a:pt x="1277" y="371"/>
                  </a:lnTo>
                  <a:lnTo>
                    <a:pt x="1238" y="417"/>
                  </a:lnTo>
                  <a:lnTo>
                    <a:pt x="1203" y="467"/>
                  </a:lnTo>
                  <a:lnTo>
                    <a:pt x="1172" y="521"/>
                  </a:lnTo>
                  <a:lnTo>
                    <a:pt x="1144" y="578"/>
                  </a:lnTo>
                  <a:lnTo>
                    <a:pt x="1122" y="638"/>
                  </a:lnTo>
                  <a:lnTo>
                    <a:pt x="1103" y="701"/>
                  </a:lnTo>
                  <a:lnTo>
                    <a:pt x="1090" y="768"/>
                  </a:lnTo>
                  <a:lnTo>
                    <a:pt x="1082" y="835"/>
                  </a:lnTo>
                  <a:lnTo>
                    <a:pt x="1079" y="905"/>
                  </a:lnTo>
                  <a:lnTo>
                    <a:pt x="1082" y="975"/>
                  </a:lnTo>
                  <a:lnTo>
                    <a:pt x="1090" y="1043"/>
                  </a:lnTo>
                  <a:lnTo>
                    <a:pt x="1103" y="1108"/>
                  </a:lnTo>
                  <a:lnTo>
                    <a:pt x="1122" y="1171"/>
                  </a:lnTo>
                  <a:lnTo>
                    <a:pt x="1144" y="1233"/>
                  </a:lnTo>
                  <a:lnTo>
                    <a:pt x="1172" y="1290"/>
                  </a:lnTo>
                  <a:lnTo>
                    <a:pt x="1203" y="1344"/>
                  </a:lnTo>
                  <a:lnTo>
                    <a:pt x="1238" y="1394"/>
                  </a:lnTo>
                  <a:lnTo>
                    <a:pt x="1277" y="1440"/>
                  </a:lnTo>
                  <a:lnTo>
                    <a:pt x="1320" y="1481"/>
                  </a:lnTo>
                  <a:lnTo>
                    <a:pt x="1365" y="1519"/>
                  </a:lnTo>
                  <a:lnTo>
                    <a:pt x="1413" y="1552"/>
                  </a:lnTo>
                  <a:lnTo>
                    <a:pt x="1464" y="1578"/>
                  </a:lnTo>
                  <a:lnTo>
                    <a:pt x="1516" y="1600"/>
                  </a:lnTo>
                  <a:lnTo>
                    <a:pt x="1571" y="1616"/>
                  </a:lnTo>
                  <a:lnTo>
                    <a:pt x="1629" y="1625"/>
                  </a:lnTo>
                  <a:lnTo>
                    <a:pt x="1687" y="1629"/>
                  </a:lnTo>
                  <a:lnTo>
                    <a:pt x="1745" y="1625"/>
                  </a:lnTo>
                  <a:lnTo>
                    <a:pt x="1803" y="1616"/>
                  </a:lnTo>
                  <a:lnTo>
                    <a:pt x="1858" y="1600"/>
                  </a:lnTo>
                  <a:lnTo>
                    <a:pt x="1910" y="1578"/>
                  </a:lnTo>
                  <a:lnTo>
                    <a:pt x="1961" y="1551"/>
                  </a:lnTo>
                  <a:lnTo>
                    <a:pt x="2009" y="1518"/>
                  </a:lnTo>
                  <a:lnTo>
                    <a:pt x="2054" y="1481"/>
                  </a:lnTo>
                  <a:lnTo>
                    <a:pt x="2097" y="1439"/>
                  </a:lnTo>
                  <a:lnTo>
                    <a:pt x="2136" y="1393"/>
                  </a:lnTo>
                  <a:lnTo>
                    <a:pt x="2171" y="1343"/>
                  </a:lnTo>
                  <a:lnTo>
                    <a:pt x="2202" y="1289"/>
                  </a:lnTo>
                  <a:lnTo>
                    <a:pt x="2230" y="1232"/>
                  </a:lnTo>
                  <a:lnTo>
                    <a:pt x="2252" y="1171"/>
                  </a:lnTo>
                  <a:lnTo>
                    <a:pt x="2271" y="1108"/>
                  </a:lnTo>
                  <a:lnTo>
                    <a:pt x="2284" y="1042"/>
                  </a:lnTo>
                  <a:lnTo>
                    <a:pt x="2292" y="975"/>
                  </a:lnTo>
                  <a:lnTo>
                    <a:pt x="2295" y="905"/>
                  </a:lnTo>
                  <a:lnTo>
                    <a:pt x="2292" y="835"/>
                  </a:lnTo>
                  <a:lnTo>
                    <a:pt x="2284" y="768"/>
                  </a:lnTo>
                  <a:lnTo>
                    <a:pt x="2271" y="701"/>
                  </a:lnTo>
                  <a:lnTo>
                    <a:pt x="2252" y="638"/>
                  </a:lnTo>
                  <a:lnTo>
                    <a:pt x="2230" y="578"/>
                  </a:lnTo>
                  <a:lnTo>
                    <a:pt x="2202" y="521"/>
                  </a:lnTo>
                  <a:lnTo>
                    <a:pt x="2171" y="467"/>
                  </a:lnTo>
                  <a:lnTo>
                    <a:pt x="2136" y="417"/>
                  </a:lnTo>
                  <a:lnTo>
                    <a:pt x="2097" y="371"/>
                  </a:lnTo>
                  <a:lnTo>
                    <a:pt x="2054" y="329"/>
                  </a:lnTo>
                  <a:lnTo>
                    <a:pt x="2009" y="292"/>
                  </a:lnTo>
                  <a:lnTo>
                    <a:pt x="1961" y="259"/>
                  </a:lnTo>
                  <a:lnTo>
                    <a:pt x="1910" y="232"/>
                  </a:lnTo>
                  <a:lnTo>
                    <a:pt x="1858" y="210"/>
                  </a:lnTo>
                  <a:lnTo>
                    <a:pt x="1803" y="195"/>
                  </a:lnTo>
                  <a:lnTo>
                    <a:pt x="1745" y="185"/>
                  </a:lnTo>
                  <a:lnTo>
                    <a:pt x="1687" y="181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1811"/>
                  </a:lnTo>
                  <a:lnTo>
                    <a:pt x="0" y="181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1" name="Freeform 428">
              <a:extLst>
                <a:ext uri="{FF2B5EF4-FFF2-40B4-BE49-F238E27FC236}">
                  <a16:creationId xmlns:a16="http://schemas.microsoft.com/office/drawing/2014/main" id="{FB5E674A-8E58-44C7-8EF6-130FDA27D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938" y="3937000"/>
              <a:ext cx="53975" cy="117475"/>
            </a:xfrm>
            <a:custGeom>
              <a:avLst/>
              <a:gdLst>
                <a:gd name="T0" fmla="*/ 275 w 480"/>
                <a:gd name="T1" fmla="*/ 10 h 1033"/>
                <a:gd name="T2" fmla="*/ 307 w 480"/>
                <a:gd name="T3" fmla="*/ 50 h 1033"/>
                <a:gd name="T4" fmla="*/ 338 w 480"/>
                <a:gd name="T5" fmla="*/ 127 h 1033"/>
                <a:gd name="T6" fmla="*/ 415 w 480"/>
                <a:gd name="T7" fmla="*/ 182 h 1033"/>
                <a:gd name="T8" fmla="*/ 433 w 480"/>
                <a:gd name="T9" fmla="*/ 231 h 1033"/>
                <a:gd name="T10" fmla="*/ 412 w 480"/>
                <a:gd name="T11" fmla="*/ 279 h 1033"/>
                <a:gd name="T12" fmla="*/ 363 w 480"/>
                <a:gd name="T13" fmla="*/ 297 h 1033"/>
                <a:gd name="T14" fmla="*/ 315 w 480"/>
                <a:gd name="T15" fmla="*/ 276 h 1033"/>
                <a:gd name="T16" fmla="*/ 262 w 480"/>
                <a:gd name="T17" fmla="*/ 245 h 1033"/>
                <a:gd name="T18" fmla="*/ 195 w 480"/>
                <a:gd name="T19" fmla="*/ 253 h 1033"/>
                <a:gd name="T20" fmla="*/ 148 w 480"/>
                <a:gd name="T21" fmla="*/ 300 h 1033"/>
                <a:gd name="T22" fmla="*/ 140 w 480"/>
                <a:gd name="T23" fmla="*/ 368 h 1033"/>
                <a:gd name="T24" fmla="*/ 176 w 480"/>
                <a:gd name="T25" fmla="*/ 426 h 1033"/>
                <a:gd name="T26" fmla="*/ 240 w 480"/>
                <a:gd name="T27" fmla="*/ 448 h 1033"/>
                <a:gd name="T28" fmla="*/ 351 w 480"/>
                <a:gd name="T29" fmla="*/ 475 h 1033"/>
                <a:gd name="T30" fmla="*/ 434 w 480"/>
                <a:gd name="T31" fmla="*/ 546 h 1033"/>
                <a:gd name="T32" fmla="*/ 477 w 480"/>
                <a:gd name="T33" fmla="*/ 649 h 1033"/>
                <a:gd name="T34" fmla="*/ 470 w 480"/>
                <a:gd name="T35" fmla="*/ 757 h 1033"/>
                <a:gd name="T36" fmla="*/ 421 w 480"/>
                <a:gd name="T37" fmla="*/ 845 h 1033"/>
                <a:gd name="T38" fmla="*/ 341 w 480"/>
                <a:gd name="T39" fmla="*/ 905 h 1033"/>
                <a:gd name="T40" fmla="*/ 307 w 480"/>
                <a:gd name="T41" fmla="*/ 982 h 1033"/>
                <a:gd name="T42" fmla="*/ 275 w 480"/>
                <a:gd name="T43" fmla="*/ 1023 h 1033"/>
                <a:gd name="T44" fmla="*/ 222 w 480"/>
                <a:gd name="T45" fmla="*/ 1030 h 1033"/>
                <a:gd name="T46" fmla="*/ 181 w 480"/>
                <a:gd name="T47" fmla="*/ 999 h 1033"/>
                <a:gd name="T48" fmla="*/ 172 w 480"/>
                <a:gd name="T49" fmla="*/ 917 h 1033"/>
                <a:gd name="T50" fmla="*/ 89 w 480"/>
                <a:gd name="T51" fmla="*/ 873 h 1033"/>
                <a:gd name="T52" fmla="*/ 48 w 480"/>
                <a:gd name="T53" fmla="*/ 820 h 1033"/>
                <a:gd name="T54" fmla="*/ 56 w 480"/>
                <a:gd name="T55" fmla="*/ 769 h 1033"/>
                <a:gd name="T56" fmla="*/ 100 w 480"/>
                <a:gd name="T57" fmla="*/ 738 h 1033"/>
                <a:gd name="T58" fmla="*/ 151 w 480"/>
                <a:gd name="T59" fmla="*/ 746 h 1033"/>
                <a:gd name="T60" fmla="*/ 199 w 480"/>
                <a:gd name="T61" fmla="*/ 781 h 1033"/>
                <a:gd name="T62" fmla="*/ 264 w 480"/>
                <a:gd name="T63" fmla="*/ 788 h 1033"/>
                <a:gd name="T64" fmla="*/ 320 w 480"/>
                <a:gd name="T65" fmla="*/ 752 h 1033"/>
                <a:gd name="T66" fmla="*/ 342 w 480"/>
                <a:gd name="T67" fmla="*/ 688 h 1033"/>
                <a:gd name="T68" fmla="*/ 320 w 480"/>
                <a:gd name="T69" fmla="*/ 623 h 1033"/>
                <a:gd name="T70" fmla="*/ 264 w 480"/>
                <a:gd name="T71" fmla="*/ 588 h 1033"/>
                <a:gd name="T72" fmla="*/ 164 w 480"/>
                <a:gd name="T73" fmla="*/ 573 h 1033"/>
                <a:gd name="T74" fmla="*/ 70 w 480"/>
                <a:gd name="T75" fmla="*/ 515 h 1033"/>
                <a:gd name="T76" fmla="*/ 12 w 480"/>
                <a:gd name="T77" fmla="*/ 422 h 1033"/>
                <a:gd name="T78" fmla="*/ 3 w 480"/>
                <a:gd name="T79" fmla="*/ 310 h 1033"/>
                <a:gd name="T80" fmla="*/ 39 w 480"/>
                <a:gd name="T81" fmla="*/ 216 h 1033"/>
                <a:gd name="T82" fmla="*/ 109 w 480"/>
                <a:gd name="T83" fmla="*/ 144 h 1033"/>
                <a:gd name="T84" fmla="*/ 172 w 480"/>
                <a:gd name="T85" fmla="*/ 69 h 1033"/>
                <a:gd name="T86" fmla="*/ 191 w 480"/>
                <a:gd name="T87" fmla="*/ 21 h 1033"/>
                <a:gd name="T88" fmla="*/ 240 w 480"/>
                <a:gd name="T89" fmla="*/ 0 h 10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80" h="1033">
                  <a:moveTo>
                    <a:pt x="240" y="0"/>
                  </a:moveTo>
                  <a:lnTo>
                    <a:pt x="258" y="2"/>
                  </a:lnTo>
                  <a:lnTo>
                    <a:pt x="275" y="10"/>
                  </a:lnTo>
                  <a:lnTo>
                    <a:pt x="289" y="21"/>
                  </a:lnTo>
                  <a:lnTo>
                    <a:pt x="299" y="34"/>
                  </a:lnTo>
                  <a:lnTo>
                    <a:pt x="307" y="50"/>
                  </a:lnTo>
                  <a:lnTo>
                    <a:pt x="309" y="69"/>
                  </a:lnTo>
                  <a:lnTo>
                    <a:pt x="309" y="117"/>
                  </a:lnTo>
                  <a:lnTo>
                    <a:pt x="338" y="127"/>
                  </a:lnTo>
                  <a:lnTo>
                    <a:pt x="366" y="141"/>
                  </a:lnTo>
                  <a:lnTo>
                    <a:pt x="391" y="159"/>
                  </a:lnTo>
                  <a:lnTo>
                    <a:pt x="415" y="182"/>
                  </a:lnTo>
                  <a:lnTo>
                    <a:pt x="426" y="196"/>
                  </a:lnTo>
                  <a:lnTo>
                    <a:pt x="432" y="213"/>
                  </a:lnTo>
                  <a:lnTo>
                    <a:pt x="433" y="231"/>
                  </a:lnTo>
                  <a:lnTo>
                    <a:pt x="431" y="248"/>
                  </a:lnTo>
                  <a:lnTo>
                    <a:pt x="424" y="263"/>
                  </a:lnTo>
                  <a:lnTo>
                    <a:pt x="412" y="279"/>
                  </a:lnTo>
                  <a:lnTo>
                    <a:pt x="398" y="289"/>
                  </a:lnTo>
                  <a:lnTo>
                    <a:pt x="381" y="295"/>
                  </a:lnTo>
                  <a:lnTo>
                    <a:pt x="363" y="297"/>
                  </a:lnTo>
                  <a:lnTo>
                    <a:pt x="345" y="294"/>
                  </a:lnTo>
                  <a:lnTo>
                    <a:pt x="329" y="287"/>
                  </a:lnTo>
                  <a:lnTo>
                    <a:pt x="315" y="276"/>
                  </a:lnTo>
                  <a:lnTo>
                    <a:pt x="299" y="261"/>
                  </a:lnTo>
                  <a:lnTo>
                    <a:pt x="281" y="251"/>
                  </a:lnTo>
                  <a:lnTo>
                    <a:pt x="262" y="245"/>
                  </a:lnTo>
                  <a:lnTo>
                    <a:pt x="240" y="243"/>
                  </a:lnTo>
                  <a:lnTo>
                    <a:pt x="217" y="246"/>
                  </a:lnTo>
                  <a:lnTo>
                    <a:pt x="195" y="253"/>
                  </a:lnTo>
                  <a:lnTo>
                    <a:pt x="176" y="266"/>
                  </a:lnTo>
                  <a:lnTo>
                    <a:pt x="160" y="282"/>
                  </a:lnTo>
                  <a:lnTo>
                    <a:pt x="148" y="300"/>
                  </a:lnTo>
                  <a:lnTo>
                    <a:pt x="140" y="323"/>
                  </a:lnTo>
                  <a:lnTo>
                    <a:pt x="138" y="346"/>
                  </a:lnTo>
                  <a:lnTo>
                    <a:pt x="140" y="368"/>
                  </a:lnTo>
                  <a:lnTo>
                    <a:pt x="148" y="391"/>
                  </a:lnTo>
                  <a:lnTo>
                    <a:pt x="160" y="409"/>
                  </a:lnTo>
                  <a:lnTo>
                    <a:pt x="176" y="426"/>
                  </a:lnTo>
                  <a:lnTo>
                    <a:pt x="195" y="438"/>
                  </a:lnTo>
                  <a:lnTo>
                    <a:pt x="217" y="445"/>
                  </a:lnTo>
                  <a:lnTo>
                    <a:pt x="240" y="448"/>
                  </a:lnTo>
                  <a:lnTo>
                    <a:pt x="279" y="451"/>
                  </a:lnTo>
                  <a:lnTo>
                    <a:pt x="316" y="460"/>
                  </a:lnTo>
                  <a:lnTo>
                    <a:pt x="351" y="475"/>
                  </a:lnTo>
                  <a:lnTo>
                    <a:pt x="382" y="494"/>
                  </a:lnTo>
                  <a:lnTo>
                    <a:pt x="410" y="518"/>
                  </a:lnTo>
                  <a:lnTo>
                    <a:pt x="434" y="546"/>
                  </a:lnTo>
                  <a:lnTo>
                    <a:pt x="454" y="577"/>
                  </a:lnTo>
                  <a:lnTo>
                    <a:pt x="468" y="612"/>
                  </a:lnTo>
                  <a:lnTo>
                    <a:pt x="477" y="649"/>
                  </a:lnTo>
                  <a:lnTo>
                    <a:pt x="480" y="688"/>
                  </a:lnTo>
                  <a:lnTo>
                    <a:pt x="478" y="723"/>
                  </a:lnTo>
                  <a:lnTo>
                    <a:pt x="470" y="757"/>
                  </a:lnTo>
                  <a:lnTo>
                    <a:pt x="458" y="789"/>
                  </a:lnTo>
                  <a:lnTo>
                    <a:pt x="442" y="818"/>
                  </a:lnTo>
                  <a:lnTo>
                    <a:pt x="421" y="845"/>
                  </a:lnTo>
                  <a:lnTo>
                    <a:pt x="398" y="868"/>
                  </a:lnTo>
                  <a:lnTo>
                    <a:pt x="371" y="888"/>
                  </a:lnTo>
                  <a:lnTo>
                    <a:pt x="341" y="905"/>
                  </a:lnTo>
                  <a:lnTo>
                    <a:pt x="309" y="917"/>
                  </a:lnTo>
                  <a:lnTo>
                    <a:pt x="309" y="964"/>
                  </a:lnTo>
                  <a:lnTo>
                    <a:pt x="307" y="982"/>
                  </a:lnTo>
                  <a:lnTo>
                    <a:pt x="299" y="999"/>
                  </a:lnTo>
                  <a:lnTo>
                    <a:pt x="289" y="1013"/>
                  </a:lnTo>
                  <a:lnTo>
                    <a:pt x="275" y="1023"/>
                  </a:lnTo>
                  <a:lnTo>
                    <a:pt x="258" y="1030"/>
                  </a:lnTo>
                  <a:lnTo>
                    <a:pt x="240" y="1033"/>
                  </a:lnTo>
                  <a:lnTo>
                    <a:pt x="222" y="1030"/>
                  </a:lnTo>
                  <a:lnTo>
                    <a:pt x="205" y="1023"/>
                  </a:lnTo>
                  <a:lnTo>
                    <a:pt x="191" y="1013"/>
                  </a:lnTo>
                  <a:lnTo>
                    <a:pt x="181" y="999"/>
                  </a:lnTo>
                  <a:lnTo>
                    <a:pt x="174" y="982"/>
                  </a:lnTo>
                  <a:lnTo>
                    <a:pt x="172" y="964"/>
                  </a:lnTo>
                  <a:lnTo>
                    <a:pt x="172" y="917"/>
                  </a:lnTo>
                  <a:lnTo>
                    <a:pt x="142" y="906"/>
                  </a:lnTo>
                  <a:lnTo>
                    <a:pt x="114" y="892"/>
                  </a:lnTo>
                  <a:lnTo>
                    <a:pt x="89" y="873"/>
                  </a:lnTo>
                  <a:lnTo>
                    <a:pt x="65" y="852"/>
                  </a:lnTo>
                  <a:lnTo>
                    <a:pt x="54" y="836"/>
                  </a:lnTo>
                  <a:lnTo>
                    <a:pt x="48" y="820"/>
                  </a:lnTo>
                  <a:lnTo>
                    <a:pt x="47" y="803"/>
                  </a:lnTo>
                  <a:lnTo>
                    <a:pt x="49" y="785"/>
                  </a:lnTo>
                  <a:lnTo>
                    <a:pt x="56" y="769"/>
                  </a:lnTo>
                  <a:lnTo>
                    <a:pt x="68" y="755"/>
                  </a:lnTo>
                  <a:lnTo>
                    <a:pt x="83" y="744"/>
                  </a:lnTo>
                  <a:lnTo>
                    <a:pt x="100" y="738"/>
                  </a:lnTo>
                  <a:lnTo>
                    <a:pt x="117" y="737"/>
                  </a:lnTo>
                  <a:lnTo>
                    <a:pt x="135" y="739"/>
                  </a:lnTo>
                  <a:lnTo>
                    <a:pt x="151" y="746"/>
                  </a:lnTo>
                  <a:lnTo>
                    <a:pt x="165" y="758"/>
                  </a:lnTo>
                  <a:lnTo>
                    <a:pt x="181" y="771"/>
                  </a:lnTo>
                  <a:lnTo>
                    <a:pt x="199" y="781"/>
                  </a:lnTo>
                  <a:lnTo>
                    <a:pt x="219" y="788"/>
                  </a:lnTo>
                  <a:lnTo>
                    <a:pt x="240" y="790"/>
                  </a:lnTo>
                  <a:lnTo>
                    <a:pt x="264" y="788"/>
                  </a:lnTo>
                  <a:lnTo>
                    <a:pt x="285" y="779"/>
                  </a:lnTo>
                  <a:lnTo>
                    <a:pt x="305" y="767"/>
                  </a:lnTo>
                  <a:lnTo>
                    <a:pt x="320" y="752"/>
                  </a:lnTo>
                  <a:lnTo>
                    <a:pt x="332" y="732"/>
                  </a:lnTo>
                  <a:lnTo>
                    <a:pt x="340" y="711"/>
                  </a:lnTo>
                  <a:lnTo>
                    <a:pt x="342" y="688"/>
                  </a:lnTo>
                  <a:lnTo>
                    <a:pt x="340" y="664"/>
                  </a:lnTo>
                  <a:lnTo>
                    <a:pt x="332" y="643"/>
                  </a:lnTo>
                  <a:lnTo>
                    <a:pt x="320" y="623"/>
                  </a:lnTo>
                  <a:lnTo>
                    <a:pt x="305" y="608"/>
                  </a:lnTo>
                  <a:lnTo>
                    <a:pt x="285" y="596"/>
                  </a:lnTo>
                  <a:lnTo>
                    <a:pt x="264" y="588"/>
                  </a:lnTo>
                  <a:lnTo>
                    <a:pt x="240" y="586"/>
                  </a:lnTo>
                  <a:lnTo>
                    <a:pt x="201" y="582"/>
                  </a:lnTo>
                  <a:lnTo>
                    <a:pt x="164" y="573"/>
                  </a:lnTo>
                  <a:lnTo>
                    <a:pt x="130" y="558"/>
                  </a:lnTo>
                  <a:lnTo>
                    <a:pt x="98" y="539"/>
                  </a:lnTo>
                  <a:lnTo>
                    <a:pt x="70" y="515"/>
                  </a:lnTo>
                  <a:lnTo>
                    <a:pt x="46" y="487"/>
                  </a:lnTo>
                  <a:lnTo>
                    <a:pt x="26" y="455"/>
                  </a:lnTo>
                  <a:lnTo>
                    <a:pt x="12" y="422"/>
                  </a:lnTo>
                  <a:lnTo>
                    <a:pt x="3" y="385"/>
                  </a:lnTo>
                  <a:lnTo>
                    <a:pt x="0" y="346"/>
                  </a:lnTo>
                  <a:lnTo>
                    <a:pt x="3" y="310"/>
                  </a:lnTo>
                  <a:lnTo>
                    <a:pt x="10" y="277"/>
                  </a:lnTo>
                  <a:lnTo>
                    <a:pt x="22" y="245"/>
                  </a:lnTo>
                  <a:lnTo>
                    <a:pt x="39" y="216"/>
                  </a:lnTo>
                  <a:lnTo>
                    <a:pt x="59" y="188"/>
                  </a:lnTo>
                  <a:lnTo>
                    <a:pt x="83" y="165"/>
                  </a:lnTo>
                  <a:lnTo>
                    <a:pt x="109" y="144"/>
                  </a:lnTo>
                  <a:lnTo>
                    <a:pt x="139" y="128"/>
                  </a:lnTo>
                  <a:lnTo>
                    <a:pt x="172" y="117"/>
                  </a:lnTo>
                  <a:lnTo>
                    <a:pt x="172" y="69"/>
                  </a:lnTo>
                  <a:lnTo>
                    <a:pt x="174" y="50"/>
                  </a:lnTo>
                  <a:lnTo>
                    <a:pt x="181" y="34"/>
                  </a:lnTo>
                  <a:lnTo>
                    <a:pt x="191" y="21"/>
                  </a:lnTo>
                  <a:lnTo>
                    <a:pt x="205" y="10"/>
                  </a:lnTo>
                  <a:lnTo>
                    <a:pt x="222" y="2"/>
                  </a:lnTo>
                  <a:lnTo>
                    <a:pt x="2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F0B9391-CAAE-4B5F-B41A-7F384B2C7765}"/>
              </a:ext>
            </a:extLst>
          </p:cNvPr>
          <p:cNvGrpSpPr/>
          <p:nvPr/>
        </p:nvGrpSpPr>
        <p:grpSpPr>
          <a:xfrm>
            <a:off x="5790425" y="2757419"/>
            <a:ext cx="310356" cy="310356"/>
            <a:chOff x="5083175" y="3829051"/>
            <a:chExt cx="38258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3" name="Freeform 433">
              <a:extLst>
                <a:ext uri="{FF2B5EF4-FFF2-40B4-BE49-F238E27FC236}">
                  <a16:creationId xmlns:a16="http://schemas.microsoft.com/office/drawing/2014/main" id="{8B48B854-F5F6-401D-B7DA-9B56FFF6C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3175" y="3829051"/>
              <a:ext cx="114300" cy="382588"/>
            </a:xfrm>
            <a:custGeom>
              <a:avLst/>
              <a:gdLst>
                <a:gd name="T0" fmla="*/ 503 w 1007"/>
                <a:gd name="T1" fmla="*/ 0 h 3380"/>
                <a:gd name="T2" fmla="*/ 559 w 1007"/>
                <a:gd name="T3" fmla="*/ 3 h 3380"/>
                <a:gd name="T4" fmla="*/ 612 w 1007"/>
                <a:gd name="T5" fmla="*/ 13 h 3380"/>
                <a:gd name="T6" fmla="*/ 663 w 1007"/>
                <a:gd name="T7" fmla="*/ 26 h 3380"/>
                <a:gd name="T8" fmla="*/ 711 w 1007"/>
                <a:gd name="T9" fmla="*/ 45 h 3380"/>
                <a:gd name="T10" fmla="*/ 758 w 1007"/>
                <a:gd name="T11" fmla="*/ 69 h 3380"/>
                <a:gd name="T12" fmla="*/ 801 w 1007"/>
                <a:gd name="T13" fmla="*/ 98 h 3380"/>
                <a:gd name="T14" fmla="*/ 841 w 1007"/>
                <a:gd name="T15" fmla="*/ 131 h 3380"/>
                <a:gd name="T16" fmla="*/ 878 w 1007"/>
                <a:gd name="T17" fmla="*/ 167 h 3380"/>
                <a:gd name="T18" fmla="*/ 910 w 1007"/>
                <a:gd name="T19" fmla="*/ 207 h 3380"/>
                <a:gd name="T20" fmla="*/ 938 w 1007"/>
                <a:gd name="T21" fmla="*/ 251 h 3380"/>
                <a:gd name="T22" fmla="*/ 963 w 1007"/>
                <a:gd name="T23" fmla="*/ 297 h 3380"/>
                <a:gd name="T24" fmla="*/ 981 w 1007"/>
                <a:gd name="T25" fmla="*/ 345 h 3380"/>
                <a:gd name="T26" fmla="*/ 995 w 1007"/>
                <a:gd name="T27" fmla="*/ 397 h 3380"/>
                <a:gd name="T28" fmla="*/ 1004 w 1007"/>
                <a:gd name="T29" fmla="*/ 450 h 3380"/>
                <a:gd name="T30" fmla="*/ 1007 w 1007"/>
                <a:gd name="T31" fmla="*/ 504 h 3380"/>
                <a:gd name="T32" fmla="*/ 1007 w 1007"/>
                <a:gd name="T33" fmla="*/ 2876 h 3380"/>
                <a:gd name="T34" fmla="*/ 1004 w 1007"/>
                <a:gd name="T35" fmla="*/ 2931 h 3380"/>
                <a:gd name="T36" fmla="*/ 995 w 1007"/>
                <a:gd name="T37" fmla="*/ 2985 h 3380"/>
                <a:gd name="T38" fmla="*/ 981 w 1007"/>
                <a:gd name="T39" fmla="*/ 3036 h 3380"/>
                <a:gd name="T40" fmla="*/ 962 w 1007"/>
                <a:gd name="T41" fmla="*/ 3084 h 3380"/>
                <a:gd name="T42" fmla="*/ 938 w 1007"/>
                <a:gd name="T43" fmla="*/ 3131 h 3380"/>
                <a:gd name="T44" fmla="*/ 909 w 1007"/>
                <a:gd name="T45" fmla="*/ 3175 h 3380"/>
                <a:gd name="T46" fmla="*/ 877 w 1007"/>
                <a:gd name="T47" fmla="*/ 3215 h 3380"/>
                <a:gd name="T48" fmla="*/ 841 w 1007"/>
                <a:gd name="T49" fmla="*/ 3251 h 3380"/>
                <a:gd name="T50" fmla="*/ 800 w 1007"/>
                <a:gd name="T51" fmla="*/ 3283 h 3380"/>
                <a:gd name="T52" fmla="*/ 757 w 1007"/>
                <a:gd name="T53" fmla="*/ 3311 h 3380"/>
                <a:gd name="T54" fmla="*/ 710 w 1007"/>
                <a:gd name="T55" fmla="*/ 3336 h 3380"/>
                <a:gd name="T56" fmla="*/ 661 w 1007"/>
                <a:gd name="T57" fmla="*/ 3354 h 3380"/>
                <a:gd name="T58" fmla="*/ 610 w 1007"/>
                <a:gd name="T59" fmla="*/ 3369 h 3380"/>
                <a:gd name="T60" fmla="*/ 557 w 1007"/>
                <a:gd name="T61" fmla="*/ 3377 h 3380"/>
                <a:gd name="T62" fmla="*/ 502 w 1007"/>
                <a:gd name="T63" fmla="*/ 3380 h 3380"/>
                <a:gd name="T64" fmla="*/ 448 w 1007"/>
                <a:gd name="T65" fmla="*/ 3377 h 3380"/>
                <a:gd name="T66" fmla="*/ 395 w 1007"/>
                <a:gd name="T67" fmla="*/ 3368 h 3380"/>
                <a:gd name="T68" fmla="*/ 343 w 1007"/>
                <a:gd name="T69" fmla="*/ 3354 h 3380"/>
                <a:gd name="T70" fmla="*/ 295 w 1007"/>
                <a:gd name="T71" fmla="*/ 3335 h 3380"/>
                <a:gd name="T72" fmla="*/ 249 w 1007"/>
                <a:gd name="T73" fmla="*/ 3311 h 3380"/>
                <a:gd name="T74" fmla="*/ 206 w 1007"/>
                <a:gd name="T75" fmla="*/ 3282 h 3380"/>
                <a:gd name="T76" fmla="*/ 166 w 1007"/>
                <a:gd name="T77" fmla="*/ 3250 h 3380"/>
                <a:gd name="T78" fmla="*/ 129 w 1007"/>
                <a:gd name="T79" fmla="*/ 3214 h 3380"/>
                <a:gd name="T80" fmla="*/ 97 w 1007"/>
                <a:gd name="T81" fmla="*/ 3174 h 3380"/>
                <a:gd name="T82" fmla="*/ 69 w 1007"/>
                <a:gd name="T83" fmla="*/ 3129 h 3380"/>
                <a:gd name="T84" fmla="*/ 45 w 1007"/>
                <a:gd name="T85" fmla="*/ 3083 h 3380"/>
                <a:gd name="T86" fmla="*/ 26 w 1007"/>
                <a:gd name="T87" fmla="*/ 3035 h 3380"/>
                <a:gd name="T88" fmla="*/ 11 w 1007"/>
                <a:gd name="T89" fmla="*/ 2984 h 3380"/>
                <a:gd name="T90" fmla="*/ 3 w 1007"/>
                <a:gd name="T91" fmla="*/ 2930 h 3380"/>
                <a:gd name="T92" fmla="*/ 0 w 1007"/>
                <a:gd name="T93" fmla="*/ 2876 h 3380"/>
                <a:gd name="T94" fmla="*/ 0 w 1007"/>
                <a:gd name="T95" fmla="*/ 504 h 3380"/>
                <a:gd name="T96" fmla="*/ 3 w 1007"/>
                <a:gd name="T97" fmla="*/ 450 h 3380"/>
                <a:gd name="T98" fmla="*/ 12 w 1007"/>
                <a:gd name="T99" fmla="*/ 397 h 3380"/>
                <a:gd name="T100" fmla="*/ 26 w 1007"/>
                <a:gd name="T101" fmla="*/ 345 h 3380"/>
                <a:gd name="T102" fmla="*/ 45 w 1007"/>
                <a:gd name="T103" fmla="*/ 297 h 3380"/>
                <a:gd name="T104" fmla="*/ 69 w 1007"/>
                <a:gd name="T105" fmla="*/ 251 h 3380"/>
                <a:gd name="T106" fmla="*/ 97 w 1007"/>
                <a:gd name="T107" fmla="*/ 208 h 3380"/>
                <a:gd name="T108" fmla="*/ 130 w 1007"/>
                <a:gd name="T109" fmla="*/ 168 h 3380"/>
                <a:gd name="T110" fmla="*/ 166 w 1007"/>
                <a:gd name="T111" fmla="*/ 131 h 3380"/>
                <a:gd name="T112" fmla="*/ 206 w 1007"/>
                <a:gd name="T113" fmla="*/ 98 h 3380"/>
                <a:gd name="T114" fmla="*/ 250 w 1007"/>
                <a:gd name="T115" fmla="*/ 70 h 3380"/>
                <a:gd name="T116" fmla="*/ 296 w 1007"/>
                <a:gd name="T117" fmla="*/ 45 h 3380"/>
                <a:gd name="T118" fmla="*/ 344 w 1007"/>
                <a:gd name="T119" fmla="*/ 26 h 3380"/>
                <a:gd name="T120" fmla="*/ 396 w 1007"/>
                <a:gd name="T121" fmla="*/ 13 h 3380"/>
                <a:gd name="T122" fmla="*/ 449 w 1007"/>
                <a:gd name="T123" fmla="*/ 3 h 3380"/>
                <a:gd name="T124" fmla="*/ 503 w 1007"/>
                <a:gd name="T125" fmla="*/ 0 h 3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7" h="3380">
                  <a:moveTo>
                    <a:pt x="503" y="0"/>
                  </a:moveTo>
                  <a:lnTo>
                    <a:pt x="559" y="3"/>
                  </a:lnTo>
                  <a:lnTo>
                    <a:pt x="612" y="13"/>
                  </a:lnTo>
                  <a:lnTo>
                    <a:pt x="663" y="26"/>
                  </a:lnTo>
                  <a:lnTo>
                    <a:pt x="711" y="45"/>
                  </a:lnTo>
                  <a:lnTo>
                    <a:pt x="758" y="69"/>
                  </a:lnTo>
                  <a:lnTo>
                    <a:pt x="801" y="98"/>
                  </a:lnTo>
                  <a:lnTo>
                    <a:pt x="841" y="131"/>
                  </a:lnTo>
                  <a:lnTo>
                    <a:pt x="878" y="167"/>
                  </a:lnTo>
                  <a:lnTo>
                    <a:pt x="910" y="207"/>
                  </a:lnTo>
                  <a:lnTo>
                    <a:pt x="938" y="251"/>
                  </a:lnTo>
                  <a:lnTo>
                    <a:pt x="963" y="297"/>
                  </a:lnTo>
                  <a:lnTo>
                    <a:pt x="981" y="345"/>
                  </a:lnTo>
                  <a:lnTo>
                    <a:pt x="995" y="397"/>
                  </a:lnTo>
                  <a:lnTo>
                    <a:pt x="1004" y="450"/>
                  </a:lnTo>
                  <a:lnTo>
                    <a:pt x="1007" y="504"/>
                  </a:lnTo>
                  <a:lnTo>
                    <a:pt x="1007" y="2876"/>
                  </a:lnTo>
                  <a:lnTo>
                    <a:pt x="1004" y="2931"/>
                  </a:lnTo>
                  <a:lnTo>
                    <a:pt x="995" y="2985"/>
                  </a:lnTo>
                  <a:lnTo>
                    <a:pt x="981" y="3036"/>
                  </a:lnTo>
                  <a:lnTo>
                    <a:pt x="962" y="3084"/>
                  </a:lnTo>
                  <a:lnTo>
                    <a:pt x="938" y="3131"/>
                  </a:lnTo>
                  <a:lnTo>
                    <a:pt x="909" y="3175"/>
                  </a:lnTo>
                  <a:lnTo>
                    <a:pt x="877" y="3215"/>
                  </a:lnTo>
                  <a:lnTo>
                    <a:pt x="841" y="3251"/>
                  </a:lnTo>
                  <a:lnTo>
                    <a:pt x="800" y="3283"/>
                  </a:lnTo>
                  <a:lnTo>
                    <a:pt x="757" y="3311"/>
                  </a:lnTo>
                  <a:lnTo>
                    <a:pt x="710" y="3336"/>
                  </a:lnTo>
                  <a:lnTo>
                    <a:pt x="661" y="3354"/>
                  </a:lnTo>
                  <a:lnTo>
                    <a:pt x="610" y="3369"/>
                  </a:lnTo>
                  <a:lnTo>
                    <a:pt x="557" y="3377"/>
                  </a:lnTo>
                  <a:lnTo>
                    <a:pt x="502" y="3380"/>
                  </a:lnTo>
                  <a:lnTo>
                    <a:pt x="448" y="3377"/>
                  </a:lnTo>
                  <a:lnTo>
                    <a:pt x="395" y="3368"/>
                  </a:lnTo>
                  <a:lnTo>
                    <a:pt x="343" y="3354"/>
                  </a:lnTo>
                  <a:lnTo>
                    <a:pt x="295" y="3335"/>
                  </a:lnTo>
                  <a:lnTo>
                    <a:pt x="249" y="3311"/>
                  </a:lnTo>
                  <a:lnTo>
                    <a:pt x="206" y="3282"/>
                  </a:lnTo>
                  <a:lnTo>
                    <a:pt x="166" y="3250"/>
                  </a:lnTo>
                  <a:lnTo>
                    <a:pt x="129" y="3214"/>
                  </a:lnTo>
                  <a:lnTo>
                    <a:pt x="97" y="3174"/>
                  </a:lnTo>
                  <a:lnTo>
                    <a:pt x="69" y="3129"/>
                  </a:lnTo>
                  <a:lnTo>
                    <a:pt x="45" y="3083"/>
                  </a:lnTo>
                  <a:lnTo>
                    <a:pt x="26" y="3035"/>
                  </a:lnTo>
                  <a:lnTo>
                    <a:pt x="11" y="2984"/>
                  </a:lnTo>
                  <a:lnTo>
                    <a:pt x="3" y="2930"/>
                  </a:lnTo>
                  <a:lnTo>
                    <a:pt x="0" y="2876"/>
                  </a:lnTo>
                  <a:lnTo>
                    <a:pt x="0" y="504"/>
                  </a:lnTo>
                  <a:lnTo>
                    <a:pt x="3" y="450"/>
                  </a:lnTo>
                  <a:lnTo>
                    <a:pt x="12" y="397"/>
                  </a:lnTo>
                  <a:lnTo>
                    <a:pt x="26" y="345"/>
                  </a:lnTo>
                  <a:lnTo>
                    <a:pt x="45" y="297"/>
                  </a:lnTo>
                  <a:lnTo>
                    <a:pt x="69" y="251"/>
                  </a:lnTo>
                  <a:lnTo>
                    <a:pt x="97" y="208"/>
                  </a:lnTo>
                  <a:lnTo>
                    <a:pt x="130" y="168"/>
                  </a:lnTo>
                  <a:lnTo>
                    <a:pt x="166" y="131"/>
                  </a:lnTo>
                  <a:lnTo>
                    <a:pt x="206" y="98"/>
                  </a:lnTo>
                  <a:lnTo>
                    <a:pt x="250" y="70"/>
                  </a:lnTo>
                  <a:lnTo>
                    <a:pt x="296" y="45"/>
                  </a:lnTo>
                  <a:lnTo>
                    <a:pt x="344" y="26"/>
                  </a:lnTo>
                  <a:lnTo>
                    <a:pt x="396" y="13"/>
                  </a:lnTo>
                  <a:lnTo>
                    <a:pt x="449" y="3"/>
                  </a:lnTo>
                  <a:lnTo>
                    <a:pt x="5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4" name="Freeform 434">
              <a:extLst>
                <a:ext uri="{FF2B5EF4-FFF2-40B4-BE49-F238E27FC236}">
                  <a16:creationId xmlns:a16="http://schemas.microsoft.com/office/drawing/2014/main" id="{858764F8-7389-4059-8A69-C25F56FBF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4938" y="3867151"/>
              <a:ext cx="250825" cy="304800"/>
            </a:xfrm>
            <a:custGeom>
              <a:avLst/>
              <a:gdLst>
                <a:gd name="T0" fmla="*/ 1519 w 2211"/>
                <a:gd name="T1" fmla="*/ 2259 h 2681"/>
                <a:gd name="T2" fmla="*/ 1533 w 2211"/>
                <a:gd name="T3" fmla="*/ 2366 h 2681"/>
                <a:gd name="T4" fmla="*/ 1813 w 2211"/>
                <a:gd name="T5" fmla="*/ 2389 h 2681"/>
                <a:gd name="T6" fmla="*/ 1880 w 2211"/>
                <a:gd name="T7" fmla="*/ 2324 h 2681"/>
                <a:gd name="T8" fmla="*/ 1838 w 2211"/>
                <a:gd name="T9" fmla="*/ 2227 h 2681"/>
                <a:gd name="T10" fmla="*/ 984 w 2211"/>
                <a:gd name="T11" fmla="*/ 2218 h 2681"/>
                <a:gd name="T12" fmla="*/ 919 w 2211"/>
                <a:gd name="T13" fmla="*/ 2303 h 2681"/>
                <a:gd name="T14" fmla="*/ 984 w 2211"/>
                <a:gd name="T15" fmla="*/ 2388 h 2681"/>
                <a:gd name="T16" fmla="*/ 1260 w 2211"/>
                <a:gd name="T17" fmla="*/ 2373 h 2681"/>
                <a:gd name="T18" fmla="*/ 1290 w 2211"/>
                <a:gd name="T19" fmla="*/ 2279 h 2681"/>
                <a:gd name="T20" fmla="*/ 1205 w 2211"/>
                <a:gd name="T21" fmla="*/ 2215 h 2681"/>
                <a:gd name="T22" fmla="*/ 355 w 2211"/>
                <a:gd name="T23" fmla="*/ 2240 h 2681"/>
                <a:gd name="T24" fmla="*/ 341 w 2211"/>
                <a:gd name="T25" fmla="*/ 2347 h 2681"/>
                <a:gd name="T26" fmla="*/ 616 w 2211"/>
                <a:gd name="T27" fmla="*/ 2391 h 2681"/>
                <a:gd name="T28" fmla="*/ 695 w 2211"/>
                <a:gd name="T29" fmla="*/ 2342 h 2681"/>
                <a:gd name="T30" fmla="*/ 678 w 2211"/>
                <a:gd name="T31" fmla="*/ 2240 h 2681"/>
                <a:gd name="T32" fmla="*/ 1595 w 2211"/>
                <a:gd name="T33" fmla="*/ 1812 h 2681"/>
                <a:gd name="T34" fmla="*/ 1510 w 2211"/>
                <a:gd name="T35" fmla="*/ 1878 h 2681"/>
                <a:gd name="T36" fmla="*/ 1551 w 2211"/>
                <a:gd name="T37" fmla="*/ 1977 h 2681"/>
                <a:gd name="T38" fmla="*/ 1838 w 2211"/>
                <a:gd name="T39" fmla="*/ 1977 h 2681"/>
                <a:gd name="T40" fmla="*/ 1879 w 2211"/>
                <a:gd name="T41" fmla="*/ 1878 h 2681"/>
                <a:gd name="T42" fmla="*/ 1794 w 2211"/>
                <a:gd name="T43" fmla="*/ 1812 h 2681"/>
                <a:gd name="T44" fmla="*/ 355 w 2211"/>
                <a:gd name="T45" fmla="*/ 1839 h 2681"/>
                <a:gd name="T46" fmla="*/ 341 w 2211"/>
                <a:gd name="T47" fmla="*/ 1946 h 2681"/>
                <a:gd name="T48" fmla="*/ 616 w 2211"/>
                <a:gd name="T49" fmla="*/ 1989 h 2681"/>
                <a:gd name="T50" fmla="*/ 701 w 2211"/>
                <a:gd name="T51" fmla="*/ 1924 h 2681"/>
                <a:gd name="T52" fmla="*/ 660 w 2211"/>
                <a:gd name="T53" fmla="*/ 1825 h 2681"/>
                <a:gd name="T54" fmla="*/ 984 w 2211"/>
                <a:gd name="T55" fmla="*/ 1815 h 2681"/>
                <a:gd name="T56" fmla="*/ 919 w 2211"/>
                <a:gd name="T57" fmla="*/ 1901 h 2681"/>
                <a:gd name="T58" fmla="*/ 984 w 2211"/>
                <a:gd name="T59" fmla="*/ 1986 h 2681"/>
                <a:gd name="T60" fmla="*/ 1267 w 2211"/>
                <a:gd name="T61" fmla="*/ 1963 h 2681"/>
                <a:gd name="T62" fmla="*/ 1281 w 2211"/>
                <a:gd name="T63" fmla="*/ 1855 h 2681"/>
                <a:gd name="T64" fmla="*/ 1007 w 2211"/>
                <a:gd name="T65" fmla="*/ 1812 h 2681"/>
                <a:gd name="T66" fmla="*/ 1519 w 2211"/>
                <a:gd name="T67" fmla="*/ 1452 h 2681"/>
                <a:gd name="T68" fmla="*/ 1533 w 2211"/>
                <a:gd name="T69" fmla="*/ 1559 h 2681"/>
                <a:gd name="T70" fmla="*/ 1816 w 2211"/>
                <a:gd name="T71" fmla="*/ 1581 h 2681"/>
                <a:gd name="T72" fmla="*/ 1882 w 2211"/>
                <a:gd name="T73" fmla="*/ 1496 h 2681"/>
                <a:gd name="T74" fmla="*/ 1816 w 2211"/>
                <a:gd name="T75" fmla="*/ 1411 h 2681"/>
                <a:gd name="T76" fmla="*/ 962 w 2211"/>
                <a:gd name="T77" fmla="*/ 1420 h 2681"/>
                <a:gd name="T78" fmla="*/ 922 w 2211"/>
                <a:gd name="T79" fmla="*/ 1520 h 2681"/>
                <a:gd name="T80" fmla="*/ 1007 w 2211"/>
                <a:gd name="T81" fmla="*/ 1584 h 2681"/>
                <a:gd name="T82" fmla="*/ 1281 w 2211"/>
                <a:gd name="T83" fmla="*/ 1540 h 2681"/>
                <a:gd name="T84" fmla="*/ 1268 w 2211"/>
                <a:gd name="T85" fmla="*/ 1433 h 2681"/>
                <a:gd name="T86" fmla="*/ 418 w 2211"/>
                <a:gd name="T87" fmla="*/ 1408 h 2681"/>
                <a:gd name="T88" fmla="*/ 333 w 2211"/>
                <a:gd name="T89" fmla="*/ 1472 h 2681"/>
                <a:gd name="T90" fmla="*/ 373 w 2211"/>
                <a:gd name="T91" fmla="*/ 1572 h 2681"/>
                <a:gd name="T92" fmla="*/ 660 w 2211"/>
                <a:gd name="T93" fmla="*/ 1572 h 2681"/>
                <a:gd name="T94" fmla="*/ 701 w 2211"/>
                <a:gd name="T95" fmla="*/ 1472 h 2681"/>
                <a:gd name="T96" fmla="*/ 616 w 2211"/>
                <a:gd name="T97" fmla="*/ 1408 h 2681"/>
                <a:gd name="T98" fmla="*/ 1962 w 2211"/>
                <a:gd name="T99" fmla="*/ 375 h 2681"/>
                <a:gd name="T100" fmla="*/ 0 w 2211"/>
                <a:gd name="T101" fmla="*/ 2681 h 2681"/>
                <a:gd name="T102" fmla="*/ 19 w 2211"/>
                <a:gd name="T103" fmla="*/ 118 h 2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211" h="2681">
                  <a:moveTo>
                    <a:pt x="1595" y="2215"/>
                  </a:moveTo>
                  <a:lnTo>
                    <a:pt x="1572" y="2218"/>
                  </a:lnTo>
                  <a:lnTo>
                    <a:pt x="1551" y="2227"/>
                  </a:lnTo>
                  <a:lnTo>
                    <a:pt x="1533" y="2240"/>
                  </a:lnTo>
                  <a:lnTo>
                    <a:pt x="1519" y="2259"/>
                  </a:lnTo>
                  <a:lnTo>
                    <a:pt x="1510" y="2279"/>
                  </a:lnTo>
                  <a:lnTo>
                    <a:pt x="1507" y="2303"/>
                  </a:lnTo>
                  <a:lnTo>
                    <a:pt x="1510" y="2327"/>
                  </a:lnTo>
                  <a:lnTo>
                    <a:pt x="1519" y="2347"/>
                  </a:lnTo>
                  <a:lnTo>
                    <a:pt x="1533" y="2366"/>
                  </a:lnTo>
                  <a:lnTo>
                    <a:pt x="1551" y="2379"/>
                  </a:lnTo>
                  <a:lnTo>
                    <a:pt x="1572" y="2388"/>
                  </a:lnTo>
                  <a:lnTo>
                    <a:pt x="1595" y="2391"/>
                  </a:lnTo>
                  <a:lnTo>
                    <a:pt x="1794" y="2391"/>
                  </a:lnTo>
                  <a:lnTo>
                    <a:pt x="1813" y="2389"/>
                  </a:lnTo>
                  <a:lnTo>
                    <a:pt x="1832" y="2382"/>
                  </a:lnTo>
                  <a:lnTo>
                    <a:pt x="1849" y="2373"/>
                  </a:lnTo>
                  <a:lnTo>
                    <a:pt x="1862" y="2359"/>
                  </a:lnTo>
                  <a:lnTo>
                    <a:pt x="1873" y="2342"/>
                  </a:lnTo>
                  <a:lnTo>
                    <a:pt x="1880" y="2324"/>
                  </a:lnTo>
                  <a:lnTo>
                    <a:pt x="1882" y="2303"/>
                  </a:lnTo>
                  <a:lnTo>
                    <a:pt x="1879" y="2279"/>
                  </a:lnTo>
                  <a:lnTo>
                    <a:pt x="1870" y="2259"/>
                  </a:lnTo>
                  <a:lnTo>
                    <a:pt x="1855" y="2240"/>
                  </a:lnTo>
                  <a:lnTo>
                    <a:pt x="1838" y="2227"/>
                  </a:lnTo>
                  <a:lnTo>
                    <a:pt x="1816" y="2218"/>
                  </a:lnTo>
                  <a:lnTo>
                    <a:pt x="1794" y="2215"/>
                  </a:lnTo>
                  <a:lnTo>
                    <a:pt x="1595" y="2215"/>
                  </a:lnTo>
                  <a:close/>
                  <a:moveTo>
                    <a:pt x="1007" y="2215"/>
                  </a:moveTo>
                  <a:lnTo>
                    <a:pt x="984" y="2218"/>
                  </a:lnTo>
                  <a:lnTo>
                    <a:pt x="962" y="2227"/>
                  </a:lnTo>
                  <a:lnTo>
                    <a:pt x="945" y="2240"/>
                  </a:lnTo>
                  <a:lnTo>
                    <a:pt x="930" y="2259"/>
                  </a:lnTo>
                  <a:lnTo>
                    <a:pt x="922" y="2279"/>
                  </a:lnTo>
                  <a:lnTo>
                    <a:pt x="919" y="2303"/>
                  </a:lnTo>
                  <a:lnTo>
                    <a:pt x="922" y="2327"/>
                  </a:lnTo>
                  <a:lnTo>
                    <a:pt x="930" y="2347"/>
                  </a:lnTo>
                  <a:lnTo>
                    <a:pt x="945" y="2366"/>
                  </a:lnTo>
                  <a:lnTo>
                    <a:pt x="962" y="2379"/>
                  </a:lnTo>
                  <a:lnTo>
                    <a:pt x="984" y="2388"/>
                  </a:lnTo>
                  <a:lnTo>
                    <a:pt x="1007" y="2391"/>
                  </a:lnTo>
                  <a:lnTo>
                    <a:pt x="1204" y="2391"/>
                  </a:lnTo>
                  <a:lnTo>
                    <a:pt x="1225" y="2389"/>
                  </a:lnTo>
                  <a:lnTo>
                    <a:pt x="1243" y="2382"/>
                  </a:lnTo>
                  <a:lnTo>
                    <a:pt x="1260" y="2373"/>
                  </a:lnTo>
                  <a:lnTo>
                    <a:pt x="1273" y="2359"/>
                  </a:lnTo>
                  <a:lnTo>
                    <a:pt x="1284" y="2342"/>
                  </a:lnTo>
                  <a:lnTo>
                    <a:pt x="1290" y="2324"/>
                  </a:lnTo>
                  <a:lnTo>
                    <a:pt x="1293" y="2303"/>
                  </a:lnTo>
                  <a:lnTo>
                    <a:pt x="1290" y="2279"/>
                  </a:lnTo>
                  <a:lnTo>
                    <a:pt x="1281" y="2259"/>
                  </a:lnTo>
                  <a:lnTo>
                    <a:pt x="1268" y="2240"/>
                  </a:lnTo>
                  <a:lnTo>
                    <a:pt x="1249" y="2227"/>
                  </a:lnTo>
                  <a:lnTo>
                    <a:pt x="1229" y="2218"/>
                  </a:lnTo>
                  <a:lnTo>
                    <a:pt x="1205" y="2215"/>
                  </a:lnTo>
                  <a:lnTo>
                    <a:pt x="1007" y="2215"/>
                  </a:lnTo>
                  <a:close/>
                  <a:moveTo>
                    <a:pt x="418" y="2215"/>
                  </a:moveTo>
                  <a:lnTo>
                    <a:pt x="394" y="2218"/>
                  </a:lnTo>
                  <a:lnTo>
                    <a:pt x="373" y="2227"/>
                  </a:lnTo>
                  <a:lnTo>
                    <a:pt x="355" y="2240"/>
                  </a:lnTo>
                  <a:lnTo>
                    <a:pt x="341" y="2259"/>
                  </a:lnTo>
                  <a:lnTo>
                    <a:pt x="333" y="2279"/>
                  </a:lnTo>
                  <a:lnTo>
                    <a:pt x="330" y="2303"/>
                  </a:lnTo>
                  <a:lnTo>
                    <a:pt x="333" y="2327"/>
                  </a:lnTo>
                  <a:lnTo>
                    <a:pt x="341" y="2347"/>
                  </a:lnTo>
                  <a:lnTo>
                    <a:pt x="355" y="2366"/>
                  </a:lnTo>
                  <a:lnTo>
                    <a:pt x="373" y="2379"/>
                  </a:lnTo>
                  <a:lnTo>
                    <a:pt x="394" y="2388"/>
                  </a:lnTo>
                  <a:lnTo>
                    <a:pt x="418" y="2391"/>
                  </a:lnTo>
                  <a:lnTo>
                    <a:pt x="616" y="2391"/>
                  </a:lnTo>
                  <a:lnTo>
                    <a:pt x="636" y="2389"/>
                  </a:lnTo>
                  <a:lnTo>
                    <a:pt x="655" y="2382"/>
                  </a:lnTo>
                  <a:lnTo>
                    <a:pt x="671" y="2373"/>
                  </a:lnTo>
                  <a:lnTo>
                    <a:pt x="684" y="2359"/>
                  </a:lnTo>
                  <a:lnTo>
                    <a:pt x="695" y="2342"/>
                  </a:lnTo>
                  <a:lnTo>
                    <a:pt x="702" y="2324"/>
                  </a:lnTo>
                  <a:lnTo>
                    <a:pt x="704" y="2303"/>
                  </a:lnTo>
                  <a:lnTo>
                    <a:pt x="701" y="2279"/>
                  </a:lnTo>
                  <a:lnTo>
                    <a:pt x="692" y="2259"/>
                  </a:lnTo>
                  <a:lnTo>
                    <a:pt x="678" y="2240"/>
                  </a:lnTo>
                  <a:lnTo>
                    <a:pt x="660" y="2227"/>
                  </a:lnTo>
                  <a:lnTo>
                    <a:pt x="639" y="2218"/>
                  </a:lnTo>
                  <a:lnTo>
                    <a:pt x="616" y="2215"/>
                  </a:lnTo>
                  <a:lnTo>
                    <a:pt x="418" y="2215"/>
                  </a:lnTo>
                  <a:close/>
                  <a:moveTo>
                    <a:pt x="1595" y="1812"/>
                  </a:moveTo>
                  <a:lnTo>
                    <a:pt x="1572" y="1815"/>
                  </a:lnTo>
                  <a:lnTo>
                    <a:pt x="1551" y="1825"/>
                  </a:lnTo>
                  <a:lnTo>
                    <a:pt x="1533" y="1839"/>
                  </a:lnTo>
                  <a:lnTo>
                    <a:pt x="1519" y="1856"/>
                  </a:lnTo>
                  <a:lnTo>
                    <a:pt x="1510" y="1878"/>
                  </a:lnTo>
                  <a:lnTo>
                    <a:pt x="1507" y="1901"/>
                  </a:lnTo>
                  <a:lnTo>
                    <a:pt x="1510" y="1924"/>
                  </a:lnTo>
                  <a:lnTo>
                    <a:pt x="1519" y="1946"/>
                  </a:lnTo>
                  <a:lnTo>
                    <a:pt x="1533" y="1963"/>
                  </a:lnTo>
                  <a:lnTo>
                    <a:pt x="1551" y="1977"/>
                  </a:lnTo>
                  <a:lnTo>
                    <a:pt x="1572" y="1986"/>
                  </a:lnTo>
                  <a:lnTo>
                    <a:pt x="1595" y="1989"/>
                  </a:lnTo>
                  <a:lnTo>
                    <a:pt x="1794" y="1989"/>
                  </a:lnTo>
                  <a:lnTo>
                    <a:pt x="1816" y="1986"/>
                  </a:lnTo>
                  <a:lnTo>
                    <a:pt x="1838" y="1977"/>
                  </a:lnTo>
                  <a:lnTo>
                    <a:pt x="1856" y="1963"/>
                  </a:lnTo>
                  <a:lnTo>
                    <a:pt x="1870" y="1945"/>
                  </a:lnTo>
                  <a:lnTo>
                    <a:pt x="1879" y="1924"/>
                  </a:lnTo>
                  <a:lnTo>
                    <a:pt x="1882" y="1901"/>
                  </a:lnTo>
                  <a:lnTo>
                    <a:pt x="1879" y="1878"/>
                  </a:lnTo>
                  <a:lnTo>
                    <a:pt x="1870" y="1856"/>
                  </a:lnTo>
                  <a:lnTo>
                    <a:pt x="1855" y="1839"/>
                  </a:lnTo>
                  <a:lnTo>
                    <a:pt x="1838" y="1825"/>
                  </a:lnTo>
                  <a:lnTo>
                    <a:pt x="1816" y="1815"/>
                  </a:lnTo>
                  <a:lnTo>
                    <a:pt x="1794" y="1812"/>
                  </a:lnTo>
                  <a:lnTo>
                    <a:pt x="1595" y="1812"/>
                  </a:lnTo>
                  <a:close/>
                  <a:moveTo>
                    <a:pt x="418" y="1812"/>
                  </a:moveTo>
                  <a:lnTo>
                    <a:pt x="394" y="1815"/>
                  </a:lnTo>
                  <a:lnTo>
                    <a:pt x="373" y="1825"/>
                  </a:lnTo>
                  <a:lnTo>
                    <a:pt x="355" y="1839"/>
                  </a:lnTo>
                  <a:lnTo>
                    <a:pt x="341" y="1856"/>
                  </a:lnTo>
                  <a:lnTo>
                    <a:pt x="333" y="1878"/>
                  </a:lnTo>
                  <a:lnTo>
                    <a:pt x="330" y="1901"/>
                  </a:lnTo>
                  <a:lnTo>
                    <a:pt x="333" y="1924"/>
                  </a:lnTo>
                  <a:lnTo>
                    <a:pt x="341" y="1946"/>
                  </a:lnTo>
                  <a:lnTo>
                    <a:pt x="355" y="1963"/>
                  </a:lnTo>
                  <a:lnTo>
                    <a:pt x="373" y="1977"/>
                  </a:lnTo>
                  <a:lnTo>
                    <a:pt x="394" y="1986"/>
                  </a:lnTo>
                  <a:lnTo>
                    <a:pt x="418" y="1989"/>
                  </a:lnTo>
                  <a:lnTo>
                    <a:pt x="616" y="1989"/>
                  </a:lnTo>
                  <a:lnTo>
                    <a:pt x="639" y="1986"/>
                  </a:lnTo>
                  <a:lnTo>
                    <a:pt x="660" y="1977"/>
                  </a:lnTo>
                  <a:lnTo>
                    <a:pt x="678" y="1963"/>
                  </a:lnTo>
                  <a:lnTo>
                    <a:pt x="692" y="1945"/>
                  </a:lnTo>
                  <a:lnTo>
                    <a:pt x="701" y="1924"/>
                  </a:lnTo>
                  <a:lnTo>
                    <a:pt x="704" y="1901"/>
                  </a:lnTo>
                  <a:lnTo>
                    <a:pt x="701" y="1878"/>
                  </a:lnTo>
                  <a:lnTo>
                    <a:pt x="692" y="1856"/>
                  </a:lnTo>
                  <a:lnTo>
                    <a:pt x="678" y="1839"/>
                  </a:lnTo>
                  <a:lnTo>
                    <a:pt x="660" y="1825"/>
                  </a:lnTo>
                  <a:lnTo>
                    <a:pt x="639" y="1815"/>
                  </a:lnTo>
                  <a:lnTo>
                    <a:pt x="616" y="1812"/>
                  </a:lnTo>
                  <a:lnTo>
                    <a:pt x="418" y="1812"/>
                  </a:lnTo>
                  <a:close/>
                  <a:moveTo>
                    <a:pt x="1007" y="1812"/>
                  </a:moveTo>
                  <a:lnTo>
                    <a:pt x="984" y="1815"/>
                  </a:lnTo>
                  <a:lnTo>
                    <a:pt x="962" y="1825"/>
                  </a:lnTo>
                  <a:lnTo>
                    <a:pt x="945" y="1838"/>
                  </a:lnTo>
                  <a:lnTo>
                    <a:pt x="930" y="1856"/>
                  </a:lnTo>
                  <a:lnTo>
                    <a:pt x="922" y="1878"/>
                  </a:lnTo>
                  <a:lnTo>
                    <a:pt x="919" y="1901"/>
                  </a:lnTo>
                  <a:lnTo>
                    <a:pt x="922" y="1924"/>
                  </a:lnTo>
                  <a:lnTo>
                    <a:pt x="930" y="1946"/>
                  </a:lnTo>
                  <a:lnTo>
                    <a:pt x="945" y="1963"/>
                  </a:lnTo>
                  <a:lnTo>
                    <a:pt x="962" y="1977"/>
                  </a:lnTo>
                  <a:lnTo>
                    <a:pt x="984" y="1986"/>
                  </a:lnTo>
                  <a:lnTo>
                    <a:pt x="1007" y="1989"/>
                  </a:lnTo>
                  <a:lnTo>
                    <a:pt x="1204" y="1989"/>
                  </a:lnTo>
                  <a:lnTo>
                    <a:pt x="1228" y="1986"/>
                  </a:lnTo>
                  <a:lnTo>
                    <a:pt x="1249" y="1977"/>
                  </a:lnTo>
                  <a:lnTo>
                    <a:pt x="1267" y="1963"/>
                  </a:lnTo>
                  <a:lnTo>
                    <a:pt x="1281" y="1945"/>
                  </a:lnTo>
                  <a:lnTo>
                    <a:pt x="1290" y="1923"/>
                  </a:lnTo>
                  <a:lnTo>
                    <a:pt x="1293" y="1901"/>
                  </a:lnTo>
                  <a:lnTo>
                    <a:pt x="1290" y="1877"/>
                  </a:lnTo>
                  <a:lnTo>
                    <a:pt x="1281" y="1855"/>
                  </a:lnTo>
                  <a:lnTo>
                    <a:pt x="1268" y="1838"/>
                  </a:lnTo>
                  <a:lnTo>
                    <a:pt x="1249" y="1825"/>
                  </a:lnTo>
                  <a:lnTo>
                    <a:pt x="1229" y="1815"/>
                  </a:lnTo>
                  <a:lnTo>
                    <a:pt x="1205" y="1812"/>
                  </a:lnTo>
                  <a:lnTo>
                    <a:pt x="1007" y="1812"/>
                  </a:lnTo>
                  <a:close/>
                  <a:moveTo>
                    <a:pt x="1595" y="1408"/>
                  </a:moveTo>
                  <a:lnTo>
                    <a:pt x="1572" y="1411"/>
                  </a:lnTo>
                  <a:lnTo>
                    <a:pt x="1551" y="1420"/>
                  </a:lnTo>
                  <a:lnTo>
                    <a:pt x="1533" y="1433"/>
                  </a:lnTo>
                  <a:lnTo>
                    <a:pt x="1519" y="1452"/>
                  </a:lnTo>
                  <a:lnTo>
                    <a:pt x="1510" y="1472"/>
                  </a:lnTo>
                  <a:lnTo>
                    <a:pt x="1507" y="1496"/>
                  </a:lnTo>
                  <a:lnTo>
                    <a:pt x="1510" y="1520"/>
                  </a:lnTo>
                  <a:lnTo>
                    <a:pt x="1519" y="1540"/>
                  </a:lnTo>
                  <a:lnTo>
                    <a:pt x="1533" y="1559"/>
                  </a:lnTo>
                  <a:lnTo>
                    <a:pt x="1551" y="1572"/>
                  </a:lnTo>
                  <a:lnTo>
                    <a:pt x="1572" y="1581"/>
                  </a:lnTo>
                  <a:lnTo>
                    <a:pt x="1595" y="1584"/>
                  </a:lnTo>
                  <a:lnTo>
                    <a:pt x="1794" y="1584"/>
                  </a:lnTo>
                  <a:lnTo>
                    <a:pt x="1816" y="1581"/>
                  </a:lnTo>
                  <a:lnTo>
                    <a:pt x="1838" y="1572"/>
                  </a:lnTo>
                  <a:lnTo>
                    <a:pt x="1856" y="1558"/>
                  </a:lnTo>
                  <a:lnTo>
                    <a:pt x="1870" y="1540"/>
                  </a:lnTo>
                  <a:lnTo>
                    <a:pt x="1879" y="1519"/>
                  </a:lnTo>
                  <a:lnTo>
                    <a:pt x="1882" y="1496"/>
                  </a:lnTo>
                  <a:lnTo>
                    <a:pt x="1879" y="1472"/>
                  </a:lnTo>
                  <a:lnTo>
                    <a:pt x="1870" y="1452"/>
                  </a:lnTo>
                  <a:lnTo>
                    <a:pt x="1855" y="1433"/>
                  </a:lnTo>
                  <a:lnTo>
                    <a:pt x="1838" y="1420"/>
                  </a:lnTo>
                  <a:lnTo>
                    <a:pt x="1816" y="1411"/>
                  </a:lnTo>
                  <a:lnTo>
                    <a:pt x="1794" y="1408"/>
                  </a:lnTo>
                  <a:lnTo>
                    <a:pt x="1595" y="1408"/>
                  </a:lnTo>
                  <a:close/>
                  <a:moveTo>
                    <a:pt x="1007" y="1408"/>
                  </a:moveTo>
                  <a:lnTo>
                    <a:pt x="984" y="1411"/>
                  </a:lnTo>
                  <a:lnTo>
                    <a:pt x="962" y="1420"/>
                  </a:lnTo>
                  <a:lnTo>
                    <a:pt x="945" y="1433"/>
                  </a:lnTo>
                  <a:lnTo>
                    <a:pt x="930" y="1452"/>
                  </a:lnTo>
                  <a:lnTo>
                    <a:pt x="922" y="1472"/>
                  </a:lnTo>
                  <a:lnTo>
                    <a:pt x="919" y="1496"/>
                  </a:lnTo>
                  <a:lnTo>
                    <a:pt x="922" y="1520"/>
                  </a:lnTo>
                  <a:lnTo>
                    <a:pt x="930" y="1540"/>
                  </a:lnTo>
                  <a:lnTo>
                    <a:pt x="945" y="1559"/>
                  </a:lnTo>
                  <a:lnTo>
                    <a:pt x="962" y="1572"/>
                  </a:lnTo>
                  <a:lnTo>
                    <a:pt x="984" y="1581"/>
                  </a:lnTo>
                  <a:lnTo>
                    <a:pt x="1007" y="1584"/>
                  </a:lnTo>
                  <a:lnTo>
                    <a:pt x="1204" y="1584"/>
                  </a:lnTo>
                  <a:lnTo>
                    <a:pt x="1228" y="1581"/>
                  </a:lnTo>
                  <a:lnTo>
                    <a:pt x="1249" y="1572"/>
                  </a:lnTo>
                  <a:lnTo>
                    <a:pt x="1267" y="1558"/>
                  </a:lnTo>
                  <a:lnTo>
                    <a:pt x="1281" y="1540"/>
                  </a:lnTo>
                  <a:lnTo>
                    <a:pt x="1290" y="1519"/>
                  </a:lnTo>
                  <a:lnTo>
                    <a:pt x="1293" y="1496"/>
                  </a:lnTo>
                  <a:lnTo>
                    <a:pt x="1290" y="1472"/>
                  </a:lnTo>
                  <a:lnTo>
                    <a:pt x="1281" y="1452"/>
                  </a:lnTo>
                  <a:lnTo>
                    <a:pt x="1268" y="1433"/>
                  </a:lnTo>
                  <a:lnTo>
                    <a:pt x="1249" y="1420"/>
                  </a:lnTo>
                  <a:lnTo>
                    <a:pt x="1229" y="1411"/>
                  </a:lnTo>
                  <a:lnTo>
                    <a:pt x="1205" y="1408"/>
                  </a:lnTo>
                  <a:lnTo>
                    <a:pt x="1007" y="1408"/>
                  </a:lnTo>
                  <a:close/>
                  <a:moveTo>
                    <a:pt x="418" y="1408"/>
                  </a:moveTo>
                  <a:lnTo>
                    <a:pt x="394" y="1411"/>
                  </a:lnTo>
                  <a:lnTo>
                    <a:pt x="373" y="1420"/>
                  </a:lnTo>
                  <a:lnTo>
                    <a:pt x="355" y="1433"/>
                  </a:lnTo>
                  <a:lnTo>
                    <a:pt x="341" y="1452"/>
                  </a:lnTo>
                  <a:lnTo>
                    <a:pt x="333" y="1472"/>
                  </a:lnTo>
                  <a:lnTo>
                    <a:pt x="330" y="1496"/>
                  </a:lnTo>
                  <a:lnTo>
                    <a:pt x="333" y="1520"/>
                  </a:lnTo>
                  <a:lnTo>
                    <a:pt x="341" y="1540"/>
                  </a:lnTo>
                  <a:lnTo>
                    <a:pt x="355" y="1559"/>
                  </a:lnTo>
                  <a:lnTo>
                    <a:pt x="373" y="1572"/>
                  </a:lnTo>
                  <a:lnTo>
                    <a:pt x="394" y="1581"/>
                  </a:lnTo>
                  <a:lnTo>
                    <a:pt x="418" y="1584"/>
                  </a:lnTo>
                  <a:lnTo>
                    <a:pt x="616" y="1584"/>
                  </a:lnTo>
                  <a:lnTo>
                    <a:pt x="639" y="1581"/>
                  </a:lnTo>
                  <a:lnTo>
                    <a:pt x="660" y="1572"/>
                  </a:lnTo>
                  <a:lnTo>
                    <a:pt x="678" y="1558"/>
                  </a:lnTo>
                  <a:lnTo>
                    <a:pt x="692" y="1540"/>
                  </a:lnTo>
                  <a:lnTo>
                    <a:pt x="701" y="1519"/>
                  </a:lnTo>
                  <a:lnTo>
                    <a:pt x="704" y="1496"/>
                  </a:lnTo>
                  <a:lnTo>
                    <a:pt x="701" y="1472"/>
                  </a:lnTo>
                  <a:lnTo>
                    <a:pt x="692" y="1452"/>
                  </a:lnTo>
                  <a:lnTo>
                    <a:pt x="678" y="1433"/>
                  </a:lnTo>
                  <a:lnTo>
                    <a:pt x="660" y="1420"/>
                  </a:lnTo>
                  <a:lnTo>
                    <a:pt x="639" y="1411"/>
                  </a:lnTo>
                  <a:lnTo>
                    <a:pt x="616" y="1408"/>
                  </a:lnTo>
                  <a:lnTo>
                    <a:pt x="418" y="1408"/>
                  </a:lnTo>
                  <a:close/>
                  <a:moveTo>
                    <a:pt x="250" y="375"/>
                  </a:moveTo>
                  <a:lnTo>
                    <a:pt x="250" y="1123"/>
                  </a:lnTo>
                  <a:lnTo>
                    <a:pt x="1962" y="1123"/>
                  </a:lnTo>
                  <a:lnTo>
                    <a:pt x="1962" y="375"/>
                  </a:lnTo>
                  <a:lnTo>
                    <a:pt x="250" y="375"/>
                  </a:lnTo>
                  <a:close/>
                  <a:moveTo>
                    <a:pt x="0" y="0"/>
                  </a:moveTo>
                  <a:lnTo>
                    <a:pt x="2211" y="0"/>
                  </a:lnTo>
                  <a:lnTo>
                    <a:pt x="2211" y="2681"/>
                  </a:lnTo>
                  <a:lnTo>
                    <a:pt x="0" y="2681"/>
                  </a:lnTo>
                  <a:lnTo>
                    <a:pt x="12" y="2624"/>
                  </a:lnTo>
                  <a:lnTo>
                    <a:pt x="19" y="2568"/>
                  </a:lnTo>
                  <a:lnTo>
                    <a:pt x="21" y="2511"/>
                  </a:lnTo>
                  <a:lnTo>
                    <a:pt x="21" y="178"/>
                  </a:lnTo>
                  <a:lnTo>
                    <a:pt x="19" y="118"/>
                  </a:lnTo>
                  <a:lnTo>
                    <a:pt x="13" y="6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F7FDF2D-CEE6-4316-A081-E0CB504D209A}"/>
              </a:ext>
            </a:extLst>
          </p:cNvPr>
          <p:cNvGrpSpPr/>
          <p:nvPr/>
        </p:nvGrpSpPr>
        <p:grpSpPr>
          <a:xfrm>
            <a:off x="6520057" y="2772873"/>
            <a:ext cx="310356" cy="279448"/>
            <a:chOff x="5737225" y="3792538"/>
            <a:chExt cx="382588" cy="3444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6" name="Freeform 439">
              <a:extLst>
                <a:ext uri="{FF2B5EF4-FFF2-40B4-BE49-F238E27FC236}">
                  <a16:creationId xmlns:a16="http://schemas.microsoft.com/office/drawing/2014/main" id="{FC12E34B-9422-4F04-B779-780D01417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7563" y="3919538"/>
              <a:ext cx="22225" cy="66675"/>
            </a:xfrm>
            <a:custGeom>
              <a:avLst/>
              <a:gdLst>
                <a:gd name="T0" fmla="*/ 0 w 188"/>
                <a:gd name="T1" fmla="*/ 0 h 595"/>
                <a:gd name="T2" fmla="*/ 188 w 188"/>
                <a:gd name="T3" fmla="*/ 0 h 595"/>
                <a:gd name="T4" fmla="*/ 188 w 188"/>
                <a:gd name="T5" fmla="*/ 595 h 595"/>
                <a:gd name="T6" fmla="*/ 164 w 188"/>
                <a:gd name="T7" fmla="*/ 569 h 595"/>
                <a:gd name="T8" fmla="*/ 140 w 188"/>
                <a:gd name="T9" fmla="*/ 536 h 595"/>
                <a:gd name="T10" fmla="*/ 118 w 188"/>
                <a:gd name="T11" fmla="*/ 498 h 595"/>
                <a:gd name="T12" fmla="*/ 96 w 188"/>
                <a:gd name="T13" fmla="*/ 454 h 595"/>
                <a:gd name="T14" fmla="*/ 76 w 188"/>
                <a:gd name="T15" fmla="*/ 404 h 595"/>
                <a:gd name="T16" fmla="*/ 57 w 188"/>
                <a:gd name="T17" fmla="*/ 350 h 595"/>
                <a:gd name="T18" fmla="*/ 41 w 188"/>
                <a:gd name="T19" fmla="*/ 289 h 595"/>
                <a:gd name="T20" fmla="*/ 27 w 188"/>
                <a:gd name="T21" fmla="*/ 225 h 595"/>
                <a:gd name="T22" fmla="*/ 14 w 188"/>
                <a:gd name="T23" fmla="*/ 154 h 595"/>
                <a:gd name="T24" fmla="*/ 6 w 188"/>
                <a:gd name="T25" fmla="*/ 80 h 595"/>
                <a:gd name="T26" fmla="*/ 0 w 188"/>
                <a:gd name="T27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595">
                  <a:moveTo>
                    <a:pt x="0" y="0"/>
                  </a:moveTo>
                  <a:lnTo>
                    <a:pt x="188" y="0"/>
                  </a:lnTo>
                  <a:lnTo>
                    <a:pt x="188" y="595"/>
                  </a:lnTo>
                  <a:lnTo>
                    <a:pt x="164" y="569"/>
                  </a:lnTo>
                  <a:lnTo>
                    <a:pt x="140" y="536"/>
                  </a:lnTo>
                  <a:lnTo>
                    <a:pt x="118" y="498"/>
                  </a:lnTo>
                  <a:lnTo>
                    <a:pt x="96" y="454"/>
                  </a:lnTo>
                  <a:lnTo>
                    <a:pt x="76" y="404"/>
                  </a:lnTo>
                  <a:lnTo>
                    <a:pt x="57" y="350"/>
                  </a:lnTo>
                  <a:lnTo>
                    <a:pt x="41" y="289"/>
                  </a:lnTo>
                  <a:lnTo>
                    <a:pt x="27" y="225"/>
                  </a:lnTo>
                  <a:lnTo>
                    <a:pt x="14" y="154"/>
                  </a:lnTo>
                  <a:lnTo>
                    <a:pt x="6" y="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7" name="Freeform 440">
              <a:extLst>
                <a:ext uri="{FF2B5EF4-FFF2-40B4-BE49-F238E27FC236}">
                  <a16:creationId xmlns:a16="http://schemas.microsoft.com/office/drawing/2014/main" id="{5F2DA40B-3124-4AEF-94C2-E4E3F09FC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7250" y="3832225"/>
              <a:ext cx="22225" cy="68263"/>
            </a:xfrm>
            <a:custGeom>
              <a:avLst/>
              <a:gdLst>
                <a:gd name="T0" fmla="*/ 0 w 192"/>
                <a:gd name="T1" fmla="*/ 0 h 601"/>
                <a:gd name="T2" fmla="*/ 22 w 192"/>
                <a:gd name="T3" fmla="*/ 24 h 601"/>
                <a:gd name="T4" fmla="*/ 45 w 192"/>
                <a:gd name="T5" fmla="*/ 53 h 601"/>
                <a:gd name="T6" fmla="*/ 66 w 192"/>
                <a:gd name="T7" fmla="*/ 86 h 601"/>
                <a:gd name="T8" fmla="*/ 87 w 192"/>
                <a:gd name="T9" fmla="*/ 125 h 601"/>
                <a:gd name="T10" fmla="*/ 107 w 192"/>
                <a:gd name="T11" fmla="*/ 169 h 601"/>
                <a:gd name="T12" fmla="*/ 126 w 192"/>
                <a:gd name="T13" fmla="*/ 217 h 601"/>
                <a:gd name="T14" fmla="*/ 142 w 192"/>
                <a:gd name="T15" fmla="*/ 270 h 601"/>
                <a:gd name="T16" fmla="*/ 157 w 192"/>
                <a:gd name="T17" fmla="*/ 328 h 601"/>
                <a:gd name="T18" fmla="*/ 169 w 192"/>
                <a:gd name="T19" fmla="*/ 390 h 601"/>
                <a:gd name="T20" fmla="*/ 180 w 192"/>
                <a:gd name="T21" fmla="*/ 456 h 601"/>
                <a:gd name="T22" fmla="*/ 188 w 192"/>
                <a:gd name="T23" fmla="*/ 526 h 601"/>
                <a:gd name="T24" fmla="*/ 192 w 192"/>
                <a:gd name="T25" fmla="*/ 601 h 601"/>
                <a:gd name="T26" fmla="*/ 0 w 192"/>
                <a:gd name="T27" fmla="*/ 601 h 601"/>
                <a:gd name="T28" fmla="*/ 0 w 192"/>
                <a:gd name="T29" fmla="*/ 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2" h="601">
                  <a:moveTo>
                    <a:pt x="0" y="0"/>
                  </a:moveTo>
                  <a:lnTo>
                    <a:pt x="22" y="24"/>
                  </a:lnTo>
                  <a:lnTo>
                    <a:pt x="45" y="53"/>
                  </a:lnTo>
                  <a:lnTo>
                    <a:pt x="66" y="86"/>
                  </a:lnTo>
                  <a:lnTo>
                    <a:pt x="87" y="125"/>
                  </a:lnTo>
                  <a:lnTo>
                    <a:pt x="107" y="169"/>
                  </a:lnTo>
                  <a:lnTo>
                    <a:pt x="126" y="217"/>
                  </a:lnTo>
                  <a:lnTo>
                    <a:pt x="142" y="270"/>
                  </a:lnTo>
                  <a:lnTo>
                    <a:pt x="157" y="328"/>
                  </a:lnTo>
                  <a:lnTo>
                    <a:pt x="169" y="390"/>
                  </a:lnTo>
                  <a:lnTo>
                    <a:pt x="180" y="456"/>
                  </a:lnTo>
                  <a:lnTo>
                    <a:pt x="188" y="526"/>
                  </a:lnTo>
                  <a:lnTo>
                    <a:pt x="192" y="601"/>
                  </a:lnTo>
                  <a:lnTo>
                    <a:pt x="0" y="60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8" name="Freeform 441">
              <a:extLst>
                <a:ext uri="{FF2B5EF4-FFF2-40B4-BE49-F238E27FC236}">
                  <a16:creationId xmlns:a16="http://schemas.microsoft.com/office/drawing/2014/main" id="{11A3D061-67A4-4E4D-9340-F39C545EB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7250" y="3917950"/>
              <a:ext cx="22225" cy="68263"/>
            </a:xfrm>
            <a:custGeom>
              <a:avLst/>
              <a:gdLst>
                <a:gd name="T0" fmla="*/ 0 w 192"/>
                <a:gd name="T1" fmla="*/ 0 h 599"/>
                <a:gd name="T2" fmla="*/ 192 w 192"/>
                <a:gd name="T3" fmla="*/ 0 h 599"/>
                <a:gd name="T4" fmla="*/ 188 w 192"/>
                <a:gd name="T5" fmla="*/ 73 h 599"/>
                <a:gd name="T6" fmla="*/ 180 w 192"/>
                <a:gd name="T7" fmla="*/ 144 h 599"/>
                <a:gd name="T8" fmla="*/ 169 w 192"/>
                <a:gd name="T9" fmla="*/ 211 h 599"/>
                <a:gd name="T10" fmla="*/ 156 w 192"/>
                <a:gd name="T11" fmla="*/ 272 h 599"/>
                <a:gd name="T12" fmla="*/ 141 w 192"/>
                <a:gd name="T13" fmla="*/ 329 h 599"/>
                <a:gd name="T14" fmla="*/ 125 w 192"/>
                <a:gd name="T15" fmla="*/ 382 h 599"/>
                <a:gd name="T16" fmla="*/ 106 w 192"/>
                <a:gd name="T17" fmla="*/ 432 h 599"/>
                <a:gd name="T18" fmla="*/ 86 w 192"/>
                <a:gd name="T19" fmla="*/ 475 h 599"/>
                <a:gd name="T20" fmla="*/ 65 w 192"/>
                <a:gd name="T21" fmla="*/ 513 h 599"/>
                <a:gd name="T22" fmla="*/ 44 w 192"/>
                <a:gd name="T23" fmla="*/ 547 h 599"/>
                <a:gd name="T24" fmla="*/ 21 w 192"/>
                <a:gd name="T25" fmla="*/ 576 h 599"/>
                <a:gd name="T26" fmla="*/ 0 w 192"/>
                <a:gd name="T27" fmla="*/ 599 h 599"/>
                <a:gd name="T28" fmla="*/ 0 w 192"/>
                <a:gd name="T29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2" h="599">
                  <a:moveTo>
                    <a:pt x="0" y="0"/>
                  </a:moveTo>
                  <a:lnTo>
                    <a:pt x="192" y="0"/>
                  </a:lnTo>
                  <a:lnTo>
                    <a:pt x="188" y="73"/>
                  </a:lnTo>
                  <a:lnTo>
                    <a:pt x="180" y="144"/>
                  </a:lnTo>
                  <a:lnTo>
                    <a:pt x="169" y="211"/>
                  </a:lnTo>
                  <a:lnTo>
                    <a:pt x="156" y="272"/>
                  </a:lnTo>
                  <a:lnTo>
                    <a:pt x="141" y="329"/>
                  </a:lnTo>
                  <a:lnTo>
                    <a:pt x="125" y="382"/>
                  </a:lnTo>
                  <a:lnTo>
                    <a:pt x="106" y="432"/>
                  </a:lnTo>
                  <a:lnTo>
                    <a:pt x="86" y="475"/>
                  </a:lnTo>
                  <a:lnTo>
                    <a:pt x="65" y="513"/>
                  </a:lnTo>
                  <a:lnTo>
                    <a:pt x="44" y="547"/>
                  </a:lnTo>
                  <a:lnTo>
                    <a:pt x="21" y="576"/>
                  </a:lnTo>
                  <a:lnTo>
                    <a:pt x="0" y="5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89" name="Freeform 442">
              <a:extLst>
                <a:ext uri="{FF2B5EF4-FFF2-40B4-BE49-F238E27FC236}">
                  <a16:creationId xmlns:a16="http://schemas.microsoft.com/office/drawing/2014/main" id="{399875C8-D15A-49E6-8CEA-E9EA06374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2650" y="3835400"/>
              <a:ext cx="47625" cy="65088"/>
            </a:xfrm>
            <a:custGeom>
              <a:avLst/>
              <a:gdLst>
                <a:gd name="T0" fmla="*/ 0 w 417"/>
                <a:gd name="T1" fmla="*/ 0 h 573"/>
                <a:gd name="T2" fmla="*/ 54 w 417"/>
                <a:gd name="T3" fmla="*/ 28 h 573"/>
                <a:gd name="T4" fmla="*/ 106 w 417"/>
                <a:gd name="T5" fmla="*/ 59 h 573"/>
                <a:gd name="T6" fmla="*/ 155 w 417"/>
                <a:gd name="T7" fmla="*/ 96 h 573"/>
                <a:gd name="T8" fmla="*/ 200 w 417"/>
                <a:gd name="T9" fmla="*/ 136 h 573"/>
                <a:gd name="T10" fmla="*/ 242 w 417"/>
                <a:gd name="T11" fmla="*/ 181 h 573"/>
                <a:gd name="T12" fmla="*/ 280 w 417"/>
                <a:gd name="T13" fmla="*/ 228 h 573"/>
                <a:gd name="T14" fmla="*/ 314 w 417"/>
                <a:gd name="T15" fmla="*/ 279 h 573"/>
                <a:gd name="T16" fmla="*/ 344 w 417"/>
                <a:gd name="T17" fmla="*/ 333 h 573"/>
                <a:gd name="T18" fmla="*/ 370 w 417"/>
                <a:gd name="T19" fmla="*/ 390 h 573"/>
                <a:gd name="T20" fmla="*/ 390 w 417"/>
                <a:gd name="T21" fmla="*/ 448 h 573"/>
                <a:gd name="T22" fmla="*/ 405 w 417"/>
                <a:gd name="T23" fmla="*/ 510 h 573"/>
                <a:gd name="T24" fmla="*/ 417 w 417"/>
                <a:gd name="T25" fmla="*/ 573 h 573"/>
                <a:gd name="T26" fmla="*/ 136 w 417"/>
                <a:gd name="T27" fmla="*/ 573 h 573"/>
                <a:gd name="T28" fmla="*/ 130 w 417"/>
                <a:gd name="T29" fmla="*/ 497 h 573"/>
                <a:gd name="T30" fmla="*/ 123 w 417"/>
                <a:gd name="T31" fmla="*/ 425 h 573"/>
                <a:gd name="T32" fmla="*/ 113 w 417"/>
                <a:gd name="T33" fmla="*/ 354 h 573"/>
                <a:gd name="T34" fmla="*/ 100 w 417"/>
                <a:gd name="T35" fmla="*/ 285 h 573"/>
                <a:gd name="T36" fmla="*/ 84 w 417"/>
                <a:gd name="T37" fmla="*/ 221 h 573"/>
                <a:gd name="T38" fmla="*/ 67 w 417"/>
                <a:gd name="T39" fmla="*/ 161 h 573"/>
                <a:gd name="T40" fmla="*/ 47 w 417"/>
                <a:gd name="T41" fmla="*/ 102 h 573"/>
                <a:gd name="T42" fmla="*/ 24 w 417"/>
                <a:gd name="T43" fmla="*/ 49 h 573"/>
                <a:gd name="T44" fmla="*/ 0 w 417"/>
                <a:gd name="T4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7" h="573">
                  <a:moveTo>
                    <a:pt x="0" y="0"/>
                  </a:moveTo>
                  <a:lnTo>
                    <a:pt x="54" y="28"/>
                  </a:lnTo>
                  <a:lnTo>
                    <a:pt x="106" y="59"/>
                  </a:lnTo>
                  <a:lnTo>
                    <a:pt x="155" y="96"/>
                  </a:lnTo>
                  <a:lnTo>
                    <a:pt x="200" y="136"/>
                  </a:lnTo>
                  <a:lnTo>
                    <a:pt x="242" y="181"/>
                  </a:lnTo>
                  <a:lnTo>
                    <a:pt x="280" y="228"/>
                  </a:lnTo>
                  <a:lnTo>
                    <a:pt x="314" y="279"/>
                  </a:lnTo>
                  <a:lnTo>
                    <a:pt x="344" y="333"/>
                  </a:lnTo>
                  <a:lnTo>
                    <a:pt x="370" y="390"/>
                  </a:lnTo>
                  <a:lnTo>
                    <a:pt x="390" y="448"/>
                  </a:lnTo>
                  <a:lnTo>
                    <a:pt x="405" y="510"/>
                  </a:lnTo>
                  <a:lnTo>
                    <a:pt x="417" y="573"/>
                  </a:lnTo>
                  <a:lnTo>
                    <a:pt x="136" y="573"/>
                  </a:lnTo>
                  <a:lnTo>
                    <a:pt x="130" y="497"/>
                  </a:lnTo>
                  <a:lnTo>
                    <a:pt x="123" y="425"/>
                  </a:lnTo>
                  <a:lnTo>
                    <a:pt x="113" y="354"/>
                  </a:lnTo>
                  <a:lnTo>
                    <a:pt x="100" y="285"/>
                  </a:lnTo>
                  <a:lnTo>
                    <a:pt x="84" y="221"/>
                  </a:lnTo>
                  <a:lnTo>
                    <a:pt x="67" y="161"/>
                  </a:lnTo>
                  <a:lnTo>
                    <a:pt x="47" y="102"/>
                  </a:lnTo>
                  <a:lnTo>
                    <a:pt x="24" y="4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0" name="Freeform 443">
              <a:extLst>
                <a:ext uri="{FF2B5EF4-FFF2-40B4-BE49-F238E27FC236}">
                  <a16:creationId xmlns:a16="http://schemas.microsoft.com/office/drawing/2014/main" id="{B5AD96D4-26DD-4419-83A6-6F71C2EF3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7563" y="3832225"/>
              <a:ext cx="22225" cy="68263"/>
            </a:xfrm>
            <a:custGeom>
              <a:avLst/>
              <a:gdLst>
                <a:gd name="T0" fmla="*/ 188 w 188"/>
                <a:gd name="T1" fmla="*/ 0 h 595"/>
                <a:gd name="T2" fmla="*/ 188 w 188"/>
                <a:gd name="T3" fmla="*/ 595 h 595"/>
                <a:gd name="T4" fmla="*/ 0 w 188"/>
                <a:gd name="T5" fmla="*/ 595 h 595"/>
                <a:gd name="T6" fmla="*/ 6 w 188"/>
                <a:gd name="T7" fmla="*/ 516 h 595"/>
                <a:gd name="T8" fmla="*/ 14 w 188"/>
                <a:gd name="T9" fmla="*/ 441 h 595"/>
                <a:gd name="T10" fmla="*/ 26 w 188"/>
                <a:gd name="T11" fmla="*/ 371 h 595"/>
                <a:gd name="T12" fmla="*/ 40 w 188"/>
                <a:gd name="T13" fmla="*/ 305 h 595"/>
                <a:gd name="T14" fmla="*/ 56 w 188"/>
                <a:gd name="T15" fmla="*/ 246 h 595"/>
                <a:gd name="T16" fmla="*/ 76 w 188"/>
                <a:gd name="T17" fmla="*/ 191 h 595"/>
                <a:gd name="T18" fmla="*/ 96 w 188"/>
                <a:gd name="T19" fmla="*/ 142 h 595"/>
                <a:gd name="T20" fmla="*/ 118 w 188"/>
                <a:gd name="T21" fmla="*/ 98 h 595"/>
                <a:gd name="T22" fmla="*/ 140 w 188"/>
                <a:gd name="T23" fmla="*/ 60 h 595"/>
                <a:gd name="T24" fmla="*/ 164 w 188"/>
                <a:gd name="T25" fmla="*/ 27 h 595"/>
                <a:gd name="T26" fmla="*/ 188 w 188"/>
                <a:gd name="T27" fmla="*/ 0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" h="595">
                  <a:moveTo>
                    <a:pt x="188" y="0"/>
                  </a:moveTo>
                  <a:lnTo>
                    <a:pt x="188" y="595"/>
                  </a:lnTo>
                  <a:lnTo>
                    <a:pt x="0" y="595"/>
                  </a:lnTo>
                  <a:lnTo>
                    <a:pt x="6" y="516"/>
                  </a:lnTo>
                  <a:lnTo>
                    <a:pt x="14" y="441"/>
                  </a:lnTo>
                  <a:lnTo>
                    <a:pt x="26" y="371"/>
                  </a:lnTo>
                  <a:lnTo>
                    <a:pt x="40" y="305"/>
                  </a:lnTo>
                  <a:lnTo>
                    <a:pt x="56" y="246"/>
                  </a:lnTo>
                  <a:lnTo>
                    <a:pt x="76" y="191"/>
                  </a:lnTo>
                  <a:lnTo>
                    <a:pt x="96" y="142"/>
                  </a:lnTo>
                  <a:lnTo>
                    <a:pt x="118" y="98"/>
                  </a:lnTo>
                  <a:lnTo>
                    <a:pt x="140" y="60"/>
                  </a:lnTo>
                  <a:lnTo>
                    <a:pt x="164" y="2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1" name="Freeform 444">
              <a:extLst>
                <a:ext uri="{FF2B5EF4-FFF2-40B4-BE49-F238E27FC236}">
                  <a16:creationId xmlns:a16="http://schemas.microsoft.com/office/drawing/2014/main" id="{41AE4131-1667-48A4-B1B1-1092C65B4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2650" y="3919538"/>
              <a:ext cx="47625" cy="65088"/>
            </a:xfrm>
            <a:custGeom>
              <a:avLst/>
              <a:gdLst>
                <a:gd name="T0" fmla="*/ 137 w 415"/>
                <a:gd name="T1" fmla="*/ 0 h 574"/>
                <a:gd name="T2" fmla="*/ 415 w 415"/>
                <a:gd name="T3" fmla="*/ 0 h 574"/>
                <a:gd name="T4" fmla="*/ 404 w 415"/>
                <a:gd name="T5" fmla="*/ 63 h 574"/>
                <a:gd name="T6" fmla="*/ 389 w 415"/>
                <a:gd name="T7" fmla="*/ 124 h 574"/>
                <a:gd name="T8" fmla="*/ 369 w 415"/>
                <a:gd name="T9" fmla="*/ 182 h 574"/>
                <a:gd name="T10" fmla="*/ 344 w 415"/>
                <a:gd name="T11" fmla="*/ 238 h 574"/>
                <a:gd name="T12" fmla="*/ 314 w 415"/>
                <a:gd name="T13" fmla="*/ 292 h 574"/>
                <a:gd name="T14" fmla="*/ 280 w 415"/>
                <a:gd name="T15" fmla="*/ 343 h 574"/>
                <a:gd name="T16" fmla="*/ 242 w 415"/>
                <a:gd name="T17" fmla="*/ 391 h 574"/>
                <a:gd name="T18" fmla="*/ 200 w 415"/>
                <a:gd name="T19" fmla="*/ 435 h 574"/>
                <a:gd name="T20" fmla="*/ 155 w 415"/>
                <a:gd name="T21" fmla="*/ 476 h 574"/>
                <a:gd name="T22" fmla="*/ 106 w 415"/>
                <a:gd name="T23" fmla="*/ 512 h 574"/>
                <a:gd name="T24" fmla="*/ 54 w 415"/>
                <a:gd name="T25" fmla="*/ 545 h 574"/>
                <a:gd name="T26" fmla="*/ 0 w 415"/>
                <a:gd name="T27" fmla="*/ 574 h 574"/>
                <a:gd name="T28" fmla="*/ 27 w 415"/>
                <a:gd name="T29" fmla="*/ 517 h 574"/>
                <a:gd name="T30" fmla="*/ 52 w 415"/>
                <a:gd name="T31" fmla="*/ 455 h 574"/>
                <a:gd name="T32" fmla="*/ 73 w 415"/>
                <a:gd name="T33" fmla="*/ 390 h 574"/>
                <a:gd name="T34" fmla="*/ 93 w 415"/>
                <a:gd name="T35" fmla="*/ 319 h 574"/>
                <a:gd name="T36" fmla="*/ 108 w 415"/>
                <a:gd name="T37" fmla="*/ 244 h 574"/>
                <a:gd name="T38" fmla="*/ 120 w 415"/>
                <a:gd name="T39" fmla="*/ 167 h 574"/>
                <a:gd name="T40" fmla="*/ 130 w 415"/>
                <a:gd name="T41" fmla="*/ 85 h 574"/>
                <a:gd name="T42" fmla="*/ 137 w 415"/>
                <a:gd name="T43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15" h="574">
                  <a:moveTo>
                    <a:pt x="137" y="0"/>
                  </a:moveTo>
                  <a:lnTo>
                    <a:pt x="415" y="0"/>
                  </a:lnTo>
                  <a:lnTo>
                    <a:pt x="404" y="63"/>
                  </a:lnTo>
                  <a:lnTo>
                    <a:pt x="389" y="124"/>
                  </a:lnTo>
                  <a:lnTo>
                    <a:pt x="369" y="182"/>
                  </a:lnTo>
                  <a:lnTo>
                    <a:pt x="344" y="238"/>
                  </a:lnTo>
                  <a:lnTo>
                    <a:pt x="314" y="292"/>
                  </a:lnTo>
                  <a:lnTo>
                    <a:pt x="280" y="343"/>
                  </a:lnTo>
                  <a:lnTo>
                    <a:pt x="242" y="391"/>
                  </a:lnTo>
                  <a:lnTo>
                    <a:pt x="200" y="435"/>
                  </a:lnTo>
                  <a:lnTo>
                    <a:pt x="155" y="476"/>
                  </a:lnTo>
                  <a:lnTo>
                    <a:pt x="106" y="512"/>
                  </a:lnTo>
                  <a:lnTo>
                    <a:pt x="54" y="545"/>
                  </a:lnTo>
                  <a:lnTo>
                    <a:pt x="0" y="574"/>
                  </a:lnTo>
                  <a:lnTo>
                    <a:pt x="27" y="517"/>
                  </a:lnTo>
                  <a:lnTo>
                    <a:pt x="52" y="455"/>
                  </a:lnTo>
                  <a:lnTo>
                    <a:pt x="73" y="390"/>
                  </a:lnTo>
                  <a:lnTo>
                    <a:pt x="93" y="319"/>
                  </a:lnTo>
                  <a:lnTo>
                    <a:pt x="108" y="244"/>
                  </a:lnTo>
                  <a:lnTo>
                    <a:pt x="120" y="167"/>
                  </a:lnTo>
                  <a:lnTo>
                    <a:pt x="130" y="85"/>
                  </a:lnTo>
                  <a:lnTo>
                    <a:pt x="1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2" name="Freeform 445">
              <a:extLst>
                <a:ext uri="{FF2B5EF4-FFF2-40B4-BE49-F238E27FC236}">
                  <a16:creationId xmlns:a16="http://schemas.microsoft.com/office/drawing/2014/main" id="{17DD890E-5272-4B95-823B-0E9EE34BA8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37225" y="3792538"/>
              <a:ext cx="382588" cy="234950"/>
            </a:xfrm>
            <a:custGeom>
              <a:avLst/>
              <a:gdLst>
                <a:gd name="T0" fmla="*/ 1610 w 3374"/>
                <a:gd name="T1" fmla="*/ 157 h 2072"/>
                <a:gd name="T2" fmla="*/ 1464 w 3374"/>
                <a:gd name="T3" fmla="*/ 182 h 2072"/>
                <a:gd name="T4" fmla="*/ 1327 w 3374"/>
                <a:gd name="T5" fmla="*/ 230 h 2072"/>
                <a:gd name="T6" fmla="*/ 1200 w 3374"/>
                <a:gd name="T7" fmla="*/ 300 h 2072"/>
                <a:gd name="T8" fmla="*/ 1088 w 3374"/>
                <a:gd name="T9" fmla="*/ 388 h 2072"/>
                <a:gd name="T10" fmla="*/ 992 w 3374"/>
                <a:gd name="T11" fmla="*/ 493 h 2072"/>
                <a:gd name="T12" fmla="*/ 912 w 3374"/>
                <a:gd name="T13" fmla="*/ 613 h 2072"/>
                <a:gd name="T14" fmla="*/ 854 w 3374"/>
                <a:gd name="T15" fmla="*/ 745 h 2072"/>
                <a:gd name="T16" fmla="*/ 816 w 3374"/>
                <a:gd name="T17" fmla="*/ 887 h 2072"/>
                <a:gd name="T18" fmla="*/ 804 w 3374"/>
                <a:gd name="T19" fmla="*/ 1039 h 2072"/>
                <a:gd name="T20" fmla="*/ 816 w 3374"/>
                <a:gd name="T21" fmla="*/ 1189 h 2072"/>
                <a:gd name="T22" fmla="*/ 854 w 3374"/>
                <a:gd name="T23" fmla="*/ 1332 h 2072"/>
                <a:gd name="T24" fmla="*/ 912 w 3374"/>
                <a:gd name="T25" fmla="*/ 1464 h 2072"/>
                <a:gd name="T26" fmla="*/ 992 w 3374"/>
                <a:gd name="T27" fmla="*/ 1583 h 2072"/>
                <a:gd name="T28" fmla="*/ 1088 w 3374"/>
                <a:gd name="T29" fmla="*/ 1688 h 2072"/>
                <a:gd name="T30" fmla="*/ 1200 w 3374"/>
                <a:gd name="T31" fmla="*/ 1777 h 2072"/>
                <a:gd name="T32" fmla="*/ 1327 w 3374"/>
                <a:gd name="T33" fmla="*/ 1845 h 2072"/>
                <a:gd name="T34" fmla="*/ 1464 w 3374"/>
                <a:gd name="T35" fmla="*/ 1894 h 2072"/>
                <a:gd name="T36" fmla="*/ 1610 w 3374"/>
                <a:gd name="T37" fmla="*/ 1919 h 2072"/>
                <a:gd name="T38" fmla="*/ 1764 w 3374"/>
                <a:gd name="T39" fmla="*/ 1919 h 2072"/>
                <a:gd name="T40" fmla="*/ 1910 w 3374"/>
                <a:gd name="T41" fmla="*/ 1894 h 2072"/>
                <a:gd name="T42" fmla="*/ 2047 w 3374"/>
                <a:gd name="T43" fmla="*/ 1845 h 2072"/>
                <a:gd name="T44" fmla="*/ 2174 w 3374"/>
                <a:gd name="T45" fmla="*/ 1776 h 2072"/>
                <a:gd name="T46" fmla="*/ 2286 w 3374"/>
                <a:gd name="T47" fmla="*/ 1688 h 2072"/>
                <a:gd name="T48" fmla="*/ 2382 w 3374"/>
                <a:gd name="T49" fmla="*/ 1582 h 2072"/>
                <a:gd name="T50" fmla="*/ 2462 w 3374"/>
                <a:gd name="T51" fmla="*/ 1463 h 2072"/>
                <a:gd name="T52" fmla="*/ 2520 w 3374"/>
                <a:gd name="T53" fmla="*/ 1331 h 2072"/>
                <a:gd name="T54" fmla="*/ 2558 w 3374"/>
                <a:gd name="T55" fmla="*/ 1188 h 2072"/>
                <a:gd name="T56" fmla="*/ 2570 w 3374"/>
                <a:gd name="T57" fmla="*/ 1038 h 2072"/>
                <a:gd name="T58" fmla="*/ 2558 w 3374"/>
                <a:gd name="T59" fmla="*/ 887 h 2072"/>
                <a:gd name="T60" fmla="*/ 2520 w 3374"/>
                <a:gd name="T61" fmla="*/ 745 h 2072"/>
                <a:gd name="T62" fmla="*/ 2462 w 3374"/>
                <a:gd name="T63" fmla="*/ 613 h 2072"/>
                <a:gd name="T64" fmla="*/ 2382 w 3374"/>
                <a:gd name="T65" fmla="*/ 493 h 2072"/>
                <a:gd name="T66" fmla="*/ 2286 w 3374"/>
                <a:gd name="T67" fmla="*/ 388 h 2072"/>
                <a:gd name="T68" fmla="*/ 2174 w 3374"/>
                <a:gd name="T69" fmla="*/ 300 h 2072"/>
                <a:gd name="T70" fmla="*/ 2047 w 3374"/>
                <a:gd name="T71" fmla="*/ 230 h 2072"/>
                <a:gd name="T72" fmla="*/ 1910 w 3374"/>
                <a:gd name="T73" fmla="*/ 182 h 2072"/>
                <a:gd name="T74" fmla="*/ 1764 w 3374"/>
                <a:gd name="T75" fmla="*/ 157 h 2072"/>
                <a:gd name="T76" fmla="*/ 0 w 3374"/>
                <a:gd name="T77" fmla="*/ 0 h 2072"/>
                <a:gd name="T78" fmla="*/ 3374 w 3374"/>
                <a:gd name="T79" fmla="*/ 2072 h 2072"/>
                <a:gd name="T80" fmla="*/ 0 w 3374"/>
                <a:gd name="T81" fmla="*/ 0 h 20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74" h="2072">
                  <a:moveTo>
                    <a:pt x="1687" y="154"/>
                  </a:moveTo>
                  <a:lnTo>
                    <a:pt x="1610" y="157"/>
                  </a:lnTo>
                  <a:lnTo>
                    <a:pt x="1537" y="166"/>
                  </a:lnTo>
                  <a:lnTo>
                    <a:pt x="1464" y="182"/>
                  </a:lnTo>
                  <a:lnTo>
                    <a:pt x="1395" y="204"/>
                  </a:lnTo>
                  <a:lnTo>
                    <a:pt x="1327" y="230"/>
                  </a:lnTo>
                  <a:lnTo>
                    <a:pt x="1262" y="263"/>
                  </a:lnTo>
                  <a:lnTo>
                    <a:pt x="1200" y="300"/>
                  </a:lnTo>
                  <a:lnTo>
                    <a:pt x="1143" y="342"/>
                  </a:lnTo>
                  <a:lnTo>
                    <a:pt x="1088" y="388"/>
                  </a:lnTo>
                  <a:lnTo>
                    <a:pt x="1038" y="439"/>
                  </a:lnTo>
                  <a:lnTo>
                    <a:pt x="992" y="493"/>
                  </a:lnTo>
                  <a:lnTo>
                    <a:pt x="950" y="552"/>
                  </a:lnTo>
                  <a:lnTo>
                    <a:pt x="912" y="613"/>
                  </a:lnTo>
                  <a:lnTo>
                    <a:pt x="880" y="678"/>
                  </a:lnTo>
                  <a:lnTo>
                    <a:pt x="854" y="745"/>
                  </a:lnTo>
                  <a:lnTo>
                    <a:pt x="832" y="816"/>
                  </a:lnTo>
                  <a:lnTo>
                    <a:pt x="816" y="887"/>
                  </a:lnTo>
                  <a:lnTo>
                    <a:pt x="807" y="962"/>
                  </a:lnTo>
                  <a:lnTo>
                    <a:pt x="804" y="1039"/>
                  </a:lnTo>
                  <a:lnTo>
                    <a:pt x="807" y="1115"/>
                  </a:lnTo>
                  <a:lnTo>
                    <a:pt x="816" y="1189"/>
                  </a:lnTo>
                  <a:lnTo>
                    <a:pt x="832" y="1261"/>
                  </a:lnTo>
                  <a:lnTo>
                    <a:pt x="854" y="1332"/>
                  </a:lnTo>
                  <a:lnTo>
                    <a:pt x="880" y="1399"/>
                  </a:lnTo>
                  <a:lnTo>
                    <a:pt x="912" y="1464"/>
                  </a:lnTo>
                  <a:lnTo>
                    <a:pt x="950" y="1525"/>
                  </a:lnTo>
                  <a:lnTo>
                    <a:pt x="992" y="1583"/>
                  </a:lnTo>
                  <a:lnTo>
                    <a:pt x="1038" y="1638"/>
                  </a:lnTo>
                  <a:lnTo>
                    <a:pt x="1088" y="1688"/>
                  </a:lnTo>
                  <a:lnTo>
                    <a:pt x="1143" y="1735"/>
                  </a:lnTo>
                  <a:lnTo>
                    <a:pt x="1200" y="1777"/>
                  </a:lnTo>
                  <a:lnTo>
                    <a:pt x="1262" y="1814"/>
                  </a:lnTo>
                  <a:lnTo>
                    <a:pt x="1327" y="1845"/>
                  </a:lnTo>
                  <a:lnTo>
                    <a:pt x="1395" y="1873"/>
                  </a:lnTo>
                  <a:lnTo>
                    <a:pt x="1464" y="1894"/>
                  </a:lnTo>
                  <a:lnTo>
                    <a:pt x="1537" y="1910"/>
                  </a:lnTo>
                  <a:lnTo>
                    <a:pt x="1610" y="1919"/>
                  </a:lnTo>
                  <a:lnTo>
                    <a:pt x="1687" y="1923"/>
                  </a:lnTo>
                  <a:lnTo>
                    <a:pt x="1764" y="1919"/>
                  </a:lnTo>
                  <a:lnTo>
                    <a:pt x="1837" y="1910"/>
                  </a:lnTo>
                  <a:lnTo>
                    <a:pt x="1910" y="1894"/>
                  </a:lnTo>
                  <a:lnTo>
                    <a:pt x="1979" y="1873"/>
                  </a:lnTo>
                  <a:lnTo>
                    <a:pt x="2047" y="1845"/>
                  </a:lnTo>
                  <a:lnTo>
                    <a:pt x="2112" y="1814"/>
                  </a:lnTo>
                  <a:lnTo>
                    <a:pt x="2174" y="1776"/>
                  </a:lnTo>
                  <a:lnTo>
                    <a:pt x="2231" y="1734"/>
                  </a:lnTo>
                  <a:lnTo>
                    <a:pt x="2286" y="1688"/>
                  </a:lnTo>
                  <a:lnTo>
                    <a:pt x="2336" y="1638"/>
                  </a:lnTo>
                  <a:lnTo>
                    <a:pt x="2382" y="1582"/>
                  </a:lnTo>
                  <a:lnTo>
                    <a:pt x="2424" y="1524"/>
                  </a:lnTo>
                  <a:lnTo>
                    <a:pt x="2462" y="1463"/>
                  </a:lnTo>
                  <a:lnTo>
                    <a:pt x="2494" y="1398"/>
                  </a:lnTo>
                  <a:lnTo>
                    <a:pt x="2520" y="1331"/>
                  </a:lnTo>
                  <a:lnTo>
                    <a:pt x="2542" y="1261"/>
                  </a:lnTo>
                  <a:lnTo>
                    <a:pt x="2558" y="1188"/>
                  </a:lnTo>
                  <a:lnTo>
                    <a:pt x="2567" y="1114"/>
                  </a:lnTo>
                  <a:lnTo>
                    <a:pt x="2570" y="1038"/>
                  </a:lnTo>
                  <a:lnTo>
                    <a:pt x="2567" y="961"/>
                  </a:lnTo>
                  <a:lnTo>
                    <a:pt x="2558" y="887"/>
                  </a:lnTo>
                  <a:lnTo>
                    <a:pt x="2542" y="815"/>
                  </a:lnTo>
                  <a:lnTo>
                    <a:pt x="2520" y="745"/>
                  </a:lnTo>
                  <a:lnTo>
                    <a:pt x="2494" y="678"/>
                  </a:lnTo>
                  <a:lnTo>
                    <a:pt x="2462" y="613"/>
                  </a:lnTo>
                  <a:lnTo>
                    <a:pt x="2424" y="551"/>
                  </a:lnTo>
                  <a:lnTo>
                    <a:pt x="2382" y="493"/>
                  </a:lnTo>
                  <a:lnTo>
                    <a:pt x="2336" y="438"/>
                  </a:lnTo>
                  <a:lnTo>
                    <a:pt x="2286" y="388"/>
                  </a:lnTo>
                  <a:lnTo>
                    <a:pt x="2231" y="342"/>
                  </a:lnTo>
                  <a:lnTo>
                    <a:pt x="2174" y="300"/>
                  </a:lnTo>
                  <a:lnTo>
                    <a:pt x="2112" y="262"/>
                  </a:lnTo>
                  <a:lnTo>
                    <a:pt x="2047" y="230"/>
                  </a:lnTo>
                  <a:lnTo>
                    <a:pt x="1979" y="204"/>
                  </a:lnTo>
                  <a:lnTo>
                    <a:pt x="1910" y="182"/>
                  </a:lnTo>
                  <a:lnTo>
                    <a:pt x="1837" y="166"/>
                  </a:lnTo>
                  <a:lnTo>
                    <a:pt x="1764" y="157"/>
                  </a:lnTo>
                  <a:lnTo>
                    <a:pt x="1687" y="154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2072"/>
                  </a:lnTo>
                  <a:lnTo>
                    <a:pt x="0" y="207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3" name="Freeform 446">
              <a:extLst>
                <a:ext uri="{FF2B5EF4-FFF2-40B4-BE49-F238E27FC236}">
                  <a16:creationId xmlns:a16="http://schemas.microsoft.com/office/drawing/2014/main" id="{4020A68E-67C8-4CD0-92FD-EE2900A82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763" y="3835400"/>
              <a:ext cx="47625" cy="65088"/>
            </a:xfrm>
            <a:custGeom>
              <a:avLst/>
              <a:gdLst>
                <a:gd name="T0" fmla="*/ 417 w 417"/>
                <a:gd name="T1" fmla="*/ 0 h 574"/>
                <a:gd name="T2" fmla="*/ 393 w 417"/>
                <a:gd name="T3" fmla="*/ 50 h 574"/>
                <a:gd name="T4" fmla="*/ 370 w 417"/>
                <a:gd name="T5" fmla="*/ 103 h 574"/>
                <a:gd name="T6" fmla="*/ 350 w 417"/>
                <a:gd name="T7" fmla="*/ 161 h 574"/>
                <a:gd name="T8" fmla="*/ 333 w 417"/>
                <a:gd name="T9" fmla="*/ 222 h 574"/>
                <a:gd name="T10" fmla="*/ 317 w 417"/>
                <a:gd name="T11" fmla="*/ 286 h 574"/>
                <a:gd name="T12" fmla="*/ 304 w 417"/>
                <a:gd name="T13" fmla="*/ 354 h 574"/>
                <a:gd name="T14" fmla="*/ 294 w 417"/>
                <a:gd name="T15" fmla="*/ 425 h 574"/>
                <a:gd name="T16" fmla="*/ 287 w 417"/>
                <a:gd name="T17" fmla="*/ 498 h 574"/>
                <a:gd name="T18" fmla="*/ 281 w 417"/>
                <a:gd name="T19" fmla="*/ 574 h 574"/>
                <a:gd name="T20" fmla="*/ 0 w 417"/>
                <a:gd name="T21" fmla="*/ 574 h 574"/>
                <a:gd name="T22" fmla="*/ 11 w 417"/>
                <a:gd name="T23" fmla="*/ 511 h 574"/>
                <a:gd name="T24" fmla="*/ 26 w 417"/>
                <a:gd name="T25" fmla="*/ 449 h 574"/>
                <a:gd name="T26" fmla="*/ 45 w 417"/>
                <a:gd name="T27" fmla="*/ 390 h 574"/>
                <a:gd name="T28" fmla="*/ 71 w 417"/>
                <a:gd name="T29" fmla="*/ 334 h 574"/>
                <a:gd name="T30" fmla="*/ 101 w 417"/>
                <a:gd name="T31" fmla="*/ 279 h 574"/>
                <a:gd name="T32" fmla="*/ 134 w 417"/>
                <a:gd name="T33" fmla="*/ 228 h 574"/>
                <a:gd name="T34" fmla="*/ 173 w 417"/>
                <a:gd name="T35" fmla="*/ 181 h 574"/>
                <a:gd name="T36" fmla="*/ 215 w 417"/>
                <a:gd name="T37" fmla="*/ 137 h 574"/>
                <a:gd name="T38" fmla="*/ 261 w 417"/>
                <a:gd name="T39" fmla="*/ 96 h 574"/>
                <a:gd name="T40" fmla="*/ 310 w 417"/>
                <a:gd name="T41" fmla="*/ 60 h 574"/>
                <a:gd name="T42" fmla="*/ 362 w 417"/>
                <a:gd name="T43" fmla="*/ 28 h 574"/>
                <a:gd name="T44" fmla="*/ 417 w 417"/>
                <a:gd name="T45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7" h="574">
                  <a:moveTo>
                    <a:pt x="417" y="0"/>
                  </a:moveTo>
                  <a:lnTo>
                    <a:pt x="393" y="50"/>
                  </a:lnTo>
                  <a:lnTo>
                    <a:pt x="370" y="103"/>
                  </a:lnTo>
                  <a:lnTo>
                    <a:pt x="350" y="161"/>
                  </a:lnTo>
                  <a:lnTo>
                    <a:pt x="333" y="222"/>
                  </a:lnTo>
                  <a:lnTo>
                    <a:pt x="317" y="286"/>
                  </a:lnTo>
                  <a:lnTo>
                    <a:pt x="304" y="354"/>
                  </a:lnTo>
                  <a:lnTo>
                    <a:pt x="294" y="425"/>
                  </a:lnTo>
                  <a:lnTo>
                    <a:pt x="287" y="498"/>
                  </a:lnTo>
                  <a:lnTo>
                    <a:pt x="281" y="574"/>
                  </a:lnTo>
                  <a:lnTo>
                    <a:pt x="0" y="574"/>
                  </a:lnTo>
                  <a:lnTo>
                    <a:pt x="11" y="511"/>
                  </a:lnTo>
                  <a:lnTo>
                    <a:pt x="26" y="449"/>
                  </a:lnTo>
                  <a:lnTo>
                    <a:pt x="45" y="390"/>
                  </a:lnTo>
                  <a:lnTo>
                    <a:pt x="71" y="334"/>
                  </a:lnTo>
                  <a:lnTo>
                    <a:pt x="101" y="279"/>
                  </a:lnTo>
                  <a:lnTo>
                    <a:pt x="134" y="228"/>
                  </a:lnTo>
                  <a:lnTo>
                    <a:pt x="173" y="181"/>
                  </a:lnTo>
                  <a:lnTo>
                    <a:pt x="215" y="137"/>
                  </a:lnTo>
                  <a:lnTo>
                    <a:pt x="261" y="96"/>
                  </a:lnTo>
                  <a:lnTo>
                    <a:pt x="310" y="60"/>
                  </a:lnTo>
                  <a:lnTo>
                    <a:pt x="362" y="28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4" name="Freeform 447">
              <a:extLst>
                <a:ext uri="{FF2B5EF4-FFF2-40B4-BE49-F238E27FC236}">
                  <a16:creationId xmlns:a16="http://schemas.microsoft.com/office/drawing/2014/main" id="{B636FE35-7567-4921-AE10-619F7B99F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763" y="3919538"/>
              <a:ext cx="47625" cy="65088"/>
            </a:xfrm>
            <a:custGeom>
              <a:avLst/>
              <a:gdLst>
                <a:gd name="T0" fmla="*/ 0 w 415"/>
                <a:gd name="T1" fmla="*/ 0 h 574"/>
                <a:gd name="T2" fmla="*/ 279 w 415"/>
                <a:gd name="T3" fmla="*/ 0 h 574"/>
                <a:gd name="T4" fmla="*/ 284 w 415"/>
                <a:gd name="T5" fmla="*/ 75 h 574"/>
                <a:gd name="T6" fmla="*/ 292 w 415"/>
                <a:gd name="T7" fmla="*/ 149 h 574"/>
                <a:gd name="T8" fmla="*/ 302 w 415"/>
                <a:gd name="T9" fmla="*/ 220 h 574"/>
                <a:gd name="T10" fmla="*/ 314 w 415"/>
                <a:gd name="T11" fmla="*/ 287 h 574"/>
                <a:gd name="T12" fmla="*/ 330 w 415"/>
                <a:gd name="T13" fmla="*/ 352 h 574"/>
                <a:gd name="T14" fmla="*/ 348 w 415"/>
                <a:gd name="T15" fmla="*/ 413 h 574"/>
                <a:gd name="T16" fmla="*/ 368 w 415"/>
                <a:gd name="T17" fmla="*/ 470 h 574"/>
                <a:gd name="T18" fmla="*/ 391 w 415"/>
                <a:gd name="T19" fmla="*/ 524 h 574"/>
                <a:gd name="T20" fmla="*/ 415 w 415"/>
                <a:gd name="T21" fmla="*/ 574 h 574"/>
                <a:gd name="T22" fmla="*/ 361 w 415"/>
                <a:gd name="T23" fmla="*/ 545 h 574"/>
                <a:gd name="T24" fmla="*/ 309 w 415"/>
                <a:gd name="T25" fmla="*/ 512 h 574"/>
                <a:gd name="T26" fmla="*/ 261 w 415"/>
                <a:gd name="T27" fmla="*/ 476 h 574"/>
                <a:gd name="T28" fmla="*/ 216 w 415"/>
                <a:gd name="T29" fmla="*/ 435 h 574"/>
                <a:gd name="T30" fmla="*/ 174 w 415"/>
                <a:gd name="T31" fmla="*/ 391 h 574"/>
                <a:gd name="T32" fmla="*/ 135 w 415"/>
                <a:gd name="T33" fmla="*/ 344 h 574"/>
                <a:gd name="T34" fmla="*/ 102 w 415"/>
                <a:gd name="T35" fmla="*/ 292 h 574"/>
                <a:gd name="T36" fmla="*/ 72 w 415"/>
                <a:gd name="T37" fmla="*/ 238 h 574"/>
                <a:gd name="T38" fmla="*/ 46 w 415"/>
                <a:gd name="T39" fmla="*/ 182 h 574"/>
                <a:gd name="T40" fmla="*/ 26 w 415"/>
                <a:gd name="T41" fmla="*/ 124 h 574"/>
                <a:gd name="T42" fmla="*/ 11 w 415"/>
                <a:gd name="T43" fmla="*/ 63 h 574"/>
                <a:gd name="T44" fmla="*/ 0 w 415"/>
                <a:gd name="T45" fmla="*/ 0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15" h="574">
                  <a:moveTo>
                    <a:pt x="0" y="0"/>
                  </a:moveTo>
                  <a:lnTo>
                    <a:pt x="279" y="0"/>
                  </a:lnTo>
                  <a:lnTo>
                    <a:pt x="284" y="75"/>
                  </a:lnTo>
                  <a:lnTo>
                    <a:pt x="292" y="149"/>
                  </a:lnTo>
                  <a:lnTo>
                    <a:pt x="302" y="220"/>
                  </a:lnTo>
                  <a:lnTo>
                    <a:pt x="314" y="287"/>
                  </a:lnTo>
                  <a:lnTo>
                    <a:pt x="330" y="352"/>
                  </a:lnTo>
                  <a:lnTo>
                    <a:pt x="348" y="413"/>
                  </a:lnTo>
                  <a:lnTo>
                    <a:pt x="368" y="470"/>
                  </a:lnTo>
                  <a:lnTo>
                    <a:pt x="391" y="524"/>
                  </a:lnTo>
                  <a:lnTo>
                    <a:pt x="415" y="574"/>
                  </a:lnTo>
                  <a:lnTo>
                    <a:pt x="361" y="545"/>
                  </a:lnTo>
                  <a:lnTo>
                    <a:pt x="309" y="512"/>
                  </a:lnTo>
                  <a:lnTo>
                    <a:pt x="261" y="476"/>
                  </a:lnTo>
                  <a:lnTo>
                    <a:pt x="216" y="435"/>
                  </a:lnTo>
                  <a:lnTo>
                    <a:pt x="174" y="391"/>
                  </a:lnTo>
                  <a:lnTo>
                    <a:pt x="135" y="344"/>
                  </a:lnTo>
                  <a:lnTo>
                    <a:pt x="102" y="292"/>
                  </a:lnTo>
                  <a:lnTo>
                    <a:pt x="72" y="238"/>
                  </a:lnTo>
                  <a:lnTo>
                    <a:pt x="46" y="182"/>
                  </a:lnTo>
                  <a:lnTo>
                    <a:pt x="26" y="124"/>
                  </a:lnTo>
                  <a:lnTo>
                    <a:pt x="11" y="6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5" name="Freeform 448">
              <a:extLst>
                <a:ext uri="{FF2B5EF4-FFF2-40B4-BE49-F238E27FC236}">
                  <a16:creationId xmlns:a16="http://schemas.microsoft.com/office/drawing/2014/main" id="{10B2D2B1-846B-4B91-9FD1-AE02D8AC8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8188" y="4044950"/>
              <a:ext cx="220663" cy="92075"/>
            </a:xfrm>
            <a:custGeom>
              <a:avLst/>
              <a:gdLst>
                <a:gd name="T0" fmla="*/ 484 w 1950"/>
                <a:gd name="T1" fmla="*/ 0 h 813"/>
                <a:gd name="T2" fmla="*/ 1466 w 1950"/>
                <a:gd name="T3" fmla="*/ 0 h 813"/>
                <a:gd name="T4" fmla="*/ 1605 w 1950"/>
                <a:gd name="T5" fmla="*/ 394 h 813"/>
                <a:gd name="T6" fmla="*/ 1950 w 1950"/>
                <a:gd name="T7" fmla="*/ 394 h 813"/>
                <a:gd name="T8" fmla="*/ 1950 w 1950"/>
                <a:gd name="T9" fmla="*/ 813 h 813"/>
                <a:gd name="T10" fmla="*/ 0 w 1950"/>
                <a:gd name="T11" fmla="*/ 813 h 813"/>
                <a:gd name="T12" fmla="*/ 0 w 1950"/>
                <a:gd name="T13" fmla="*/ 394 h 813"/>
                <a:gd name="T14" fmla="*/ 345 w 1950"/>
                <a:gd name="T15" fmla="*/ 394 h 813"/>
                <a:gd name="T16" fmla="*/ 484 w 1950"/>
                <a:gd name="T17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0" h="813">
                  <a:moveTo>
                    <a:pt x="484" y="0"/>
                  </a:moveTo>
                  <a:lnTo>
                    <a:pt x="1466" y="0"/>
                  </a:lnTo>
                  <a:lnTo>
                    <a:pt x="1605" y="394"/>
                  </a:lnTo>
                  <a:lnTo>
                    <a:pt x="1950" y="394"/>
                  </a:lnTo>
                  <a:lnTo>
                    <a:pt x="1950" y="813"/>
                  </a:lnTo>
                  <a:lnTo>
                    <a:pt x="0" y="813"/>
                  </a:lnTo>
                  <a:lnTo>
                    <a:pt x="0" y="394"/>
                  </a:lnTo>
                  <a:lnTo>
                    <a:pt x="345" y="394"/>
                  </a:lnTo>
                  <a:lnTo>
                    <a:pt x="4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196" name="Freeform 458">
            <a:extLst>
              <a:ext uri="{FF2B5EF4-FFF2-40B4-BE49-F238E27FC236}">
                <a16:creationId xmlns:a16="http://schemas.microsoft.com/office/drawing/2014/main" id="{7ACE0A15-AB49-4223-BC8F-7C560F0AE8F7}"/>
              </a:ext>
            </a:extLst>
          </p:cNvPr>
          <p:cNvSpPr>
            <a:spLocks/>
          </p:cNvSpPr>
          <p:nvPr/>
        </p:nvSpPr>
        <p:spPr bwMode="auto">
          <a:xfrm>
            <a:off x="7891751" y="2772874"/>
            <a:ext cx="310355" cy="279449"/>
          </a:xfrm>
          <a:custGeom>
            <a:avLst/>
            <a:gdLst>
              <a:gd name="T0" fmla="*/ 2619 w 3372"/>
              <a:gd name="T1" fmla="*/ 14 h 3040"/>
              <a:gd name="T2" fmla="*/ 2876 w 3372"/>
              <a:gd name="T3" fmla="*/ 102 h 3040"/>
              <a:gd name="T4" fmla="*/ 3103 w 3372"/>
              <a:gd name="T5" fmla="*/ 268 h 3040"/>
              <a:gd name="T6" fmla="*/ 3269 w 3372"/>
              <a:gd name="T7" fmla="*/ 494 h 3040"/>
              <a:gd name="T8" fmla="*/ 3357 w 3372"/>
              <a:gd name="T9" fmla="*/ 752 h 3040"/>
              <a:gd name="T10" fmla="*/ 3367 w 3372"/>
              <a:gd name="T11" fmla="*/ 1020 h 3040"/>
              <a:gd name="T12" fmla="*/ 3298 w 3372"/>
              <a:gd name="T13" fmla="*/ 1282 h 3040"/>
              <a:gd name="T14" fmla="*/ 3152 w 3372"/>
              <a:gd name="T15" fmla="*/ 1518 h 3040"/>
              <a:gd name="T16" fmla="*/ 2070 w 3372"/>
              <a:gd name="T17" fmla="*/ 2588 h 3040"/>
              <a:gd name="T18" fmla="*/ 1982 w 3372"/>
              <a:gd name="T19" fmla="*/ 2588 h 3040"/>
              <a:gd name="T20" fmla="*/ 1918 w 3372"/>
              <a:gd name="T21" fmla="*/ 2524 h 3040"/>
              <a:gd name="T22" fmla="*/ 1918 w 3372"/>
              <a:gd name="T23" fmla="*/ 2436 h 3040"/>
              <a:gd name="T24" fmla="*/ 2979 w 3372"/>
              <a:gd name="T25" fmla="*/ 1359 h 3040"/>
              <a:gd name="T26" fmla="*/ 3099 w 3372"/>
              <a:gd name="T27" fmla="*/ 1150 h 3040"/>
              <a:gd name="T28" fmla="*/ 3138 w 3372"/>
              <a:gd name="T29" fmla="*/ 920 h 3040"/>
              <a:gd name="T30" fmla="*/ 3099 w 3372"/>
              <a:gd name="T31" fmla="*/ 691 h 3040"/>
              <a:gd name="T32" fmla="*/ 2979 w 3372"/>
              <a:gd name="T33" fmla="*/ 482 h 3040"/>
              <a:gd name="T34" fmla="*/ 2791 w 3372"/>
              <a:gd name="T35" fmla="*/ 324 h 3040"/>
              <a:gd name="T36" fmla="*/ 2569 w 3372"/>
              <a:gd name="T37" fmla="*/ 245 h 3040"/>
              <a:gd name="T38" fmla="*/ 2336 w 3372"/>
              <a:gd name="T39" fmla="*/ 245 h 3040"/>
              <a:gd name="T40" fmla="*/ 2114 w 3372"/>
              <a:gd name="T41" fmla="*/ 324 h 3040"/>
              <a:gd name="T42" fmla="*/ 369 w 3372"/>
              <a:gd name="T43" fmla="*/ 2033 h 3040"/>
              <a:gd name="T44" fmla="*/ 266 w 3372"/>
              <a:gd name="T45" fmla="*/ 2194 h 3040"/>
              <a:gd name="T46" fmla="*/ 237 w 3372"/>
              <a:gd name="T47" fmla="*/ 2376 h 3040"/>
              <a:gd name="T48" fmla="*/ 284 w 3372"/>
              <a:gd name="T49" fmla="*/ 2555 h 3040"/>
              <a:gd name="T50" fmla="*/ 406 w 3372"/>
              <a:gd name="T51" fmla="*/ 2705 h 3040"/>
              <a:gd name="T52" fmla="*/ 575 w 3372"/>
              <a:gd name="T53" fmla="*/ 2790 h 3040"/>
              <a:gd name="T54" fmla="*/ 759 w 3372"/>
              <a:gd name="T55" fmla="*/ 2799 h 3040"/>
              <a:gd name="T56" fmla="*/ 933 w 3372"/>
              <a:gd name="T57" fmla="*/ 2733 h 3040"/>
              <a:gd name="T58" fmla="*/ 2497 w 3372"/>
              <a:gd name="T59" fmla="*/ 1183 h 3040"/>
              <a:gd name="T60" fmla="*/ 2544 w 3372"/>
              <a:gd name="T61" fmla="*/ 1057 h 3040"/>
              <a:gd name="T62" fmla="*/ 2515 w 3372"/>
              <a:gd name="T63" fmla="*/ 929 h 3040"/>
              <a:gd name="T64" fmla="*/ 2418 w 3372"/>
              <a:gd name="T65" fmla="*/ 830 h 3040"/>
              <a:gd name="T66" fmla="*/ 2288 w 3372"/>
              <a:gd name="T67" fmla="*/ 803 h 3040"/>
              <a:gd name="T68" fmla="*/ 2163 w 3372"/>
              <a:gd name="T69" fmla="*/ 850 h 3040"/>
              <a:gd name="T70" fmla="*/ 1187 w 3372"/>
              <a:gd name="T71" fmla="*/ 1808 h 3040"/>
              <a:gd name="T72" fmla="*/ 1099 w 3372"/>
              <a:gd name="T73" fmla="*/ 1808 h 3040"/>
              <a:gd name="T74" fmla="*/ 1035 w 3372"/>
              <a:gd name="T75" fmla="*/ 1744 h 3040"/>
              <a:gd name="T76" fmla="*/ 1035 w 3372"/>
              <a:gd name="T77" fmla="*/ 1655 h 3040"/>
              <a:gd name="T78" fmla="*/ 2009 w 3372"/>
              <a:gd name="T79" fmla="*/ 672 h 3040"/>
              <a:gd name="T80" fmla="*/ 2186 w 3372"/>
              <a:gd name="T81" fmla="*/ 584 h 3040"/>
              <a:gd name="T82" fmla="*/ 2379 w 3372"/>
              <a:gd name="T83" fmla="*/ 574 h 3040"/>
              <a:gd name="T84" fmla="*/ 2563 w 3372"/>
              <a:gd name="T85" fmla="*/ 643 h 3040"/>
              <a:gd name="T86" fmla="*/ 2706 w 3372"/>
              <a:gd name="T87" fmla="*/ 787 h 3040"/>
              <a:gd name="T88" fmla="*/ 2776 w 3372"/>
              <a:gd name="T89" fmla="*/ 969 h 3040"/>
              <a:gd name="T90" fmla="*/ 2766 w 3372"/>
              <a:gd name="T91" fmla="*/ 1163 h 3040"/>
              <a:gd name="T92" fmla="*/ 2677 w 3372"/>
              <a:gd name="T93" fmla="*/ 1340 h 3040"/>
              <a:gd name="T94" fmla="*/ 1082 w 3372"/>
              <a:gd name="T95" fmla="*/ 2920 h 3040"/>
              <a:gd name="T96" fmla="*/ 863 w 3372"/>
              <a:gd name="T97" fmla="*/ 3017 h 3040"/>
              <a:gd name="T98" fmla="*/ 629 w 3372"/>
              <a:gd name="T99" fmla="*/ 3037 h 3040"/>
              <a:gd name="T100" fmla="*/ 401 w 3372"/>
              <a:gd name="T101" fmla="*/ 2978 h 3040"/>
              <a:gd name="T102" fmla="*/ 200 w 3372"/>
              <a:gd name="T103" fmla="*/ 2839 h 3040"/>
              <a:gd name="T104" fmla="*/ 62 w 3372"/>
              <a:gd name="T105" fmla="*/ 2639 h 3040"/>
              <a:gd name="T106" fmla="*/ 2 w 3372"/>
              <a:gd name="T107" fmla="*/ 2412 h 3040"/>
              <a:gd name="T108" fmla="*/ 10 w 3372"/>
              <a:gd name="T109" fmla="*/ 2236 h 3040"/>
              <a:gd name="T110" fmla="*/ 89 w 3372"/>
              <a:gd name="T111" fmla="*/ 2012 h 3040"/>
              <a:gd name="T112" fmla="*/ 1799 w 3372"/>
              <a:gd name="T113" fmla="*/ 268 h 3040"/>
              <a:gd name="T114" fmla="*/ 2025 w 3372"/>
              <a:gd name="T115" fmla="*/ 102 h 3040"/>
              <a:gd name="T116" fmla="*/ 2283 w 3372"/>
              <a:gd name="T117" fmla="*/ 14 h 3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372" h="3040">
                <a:moveTo>
                  <a:pt x="2417" y="0"/>
                </a:moveTo>
                <a:lnTo>
                  <a:pt x="2484" y="0"/>
                </a:lnTo>
                <a:lnTo>
                  <a:pt x="2552" y="4"/>
                </a:lnTo>
                <a:lnTo>
                  <a:pt x="2619" y="14"/>
                </a:lnTo>
                <a:lnTo>
                  <a:pt x="2685" y="29"/>
                </a:lnTo>
                <a:lnTo>
                  <a:pt x="2750" y="48"/>
                </a:lnTo>
                <a:lnTo>
                  <a:pt x="2815" y="73"/>
                </a:lnTo>
                <a:lnTo>
                  <a:pt x="2876" y="102"/>
                </a:lnTo>
                <a:lnTo>
                  <a:pt x="2936" y="136"/>
                </a:lnTo>
                <a:lnTo>
                  <a:pt x="2995" y="176"/>
                </a:lnTo>
                <a:lnTo>
                  <a:pt x="3051" y="220"/>
                </a:lnTo>
                <a:lnTo>
                  <a:pt x="3103" y="268"/>
                </a:lnTo>
                <a:lnTo>
                  <a:pt x="3152" y="321"/>
                </a:lnTo>
                <a:lnTo>
                  <a:pt x="3196" y="376"/>
                </a:lnTo>
                <a:lnTo>
                  <a:pt x="3235" y="434"/>
                </a:lnTo>
                <a:lnTo>
                  <a:pt x="3269" y="494"/>
                </a:lnTo>
                <a:lnTo>
                  <a:pt x="3298" y="557"/>
                </a:lnTo>
                <a:lnTo>
                  <a:pt x="3323" y="620"/>
                </a:lnTo>
                <a:lnTo>
                  <a:pt x="3342" y="685"/>
                </a:lnTo>
                <a:lnTo>
                  <a:pt x="3357" y="752"/>
                </a:lnTo>
                <a:lnTo>
                  <a:pt x="3367" y="818"/>
                </a:lnTo>
                <a:lnTo>
                  <a:pt x="3372" y="886"/>
                </a:lnTo>
                <a:lnTo>
                  <a:pt x="3372" y="953"/>
                </a:lnTo>
                <a:lnTo>
                  <a:pt x="3367" y="1020"/>
                </a:lnTo>
                <a:lnTo>
                  <a:pt x="3357" y="1087"/>
                </a:lnTo>
                <a:lnTo>
                  <a:pt x="3342" y="1153"/>
                </a:lnTo>
                <a:lnTo>
                  <a:pt x="3323" y="1219"/>
                </a:lnTo>
                <a:lnTo>
                  <a:pt x="3298" y="1282"/>
                </a:lnTo>
                <a:lnTo>
                  <a:pt x="3269" y="1344"/>
                </a:lnTo>
                <a:lnTo>
                  <a:pt x="3235" y="1405"/>
                </a:lnTo>
                <a:lnTo>
                  <a:pt x="3196" y="1463"/>
                </a:lnTo>
                <a:lnTo>
                  <a:pt x="3152" y="1518"/>
                </a:lnTo>
                <a:lnTo>
                  <a:pt x="3103" y="1571"/>
                </a:lnTo>
                <a:lnTo>
                  <a:pt x="2109" y="2563"/>
                </a:lnTo>
                <a:lnTo>
                  <a:pt x="2091" y="2578"/>
                </a:lnTo>
                <a:lnTo>
                  <a:pt x="2070" y="2588"/>
                </a:lnTo>
                <a:lnTo>
                  <a:pt x="2049" y="2594"/>
                </a:lnTo>
                <a:lnTo>
                  <a:pt x="2026" y="2597"/>
                </a:lnTo>
                <a:lnTo>
                  <a:pt x="2004" y="2594"/>
                </a:lnTo>
                <a:lnTo>
                  <a:pt x="1982" y="2588"/>
                </a:lnTo>
                <a:lnTo>
                  <a:pt x="1962" y="2578"/>
                </a:lnTo>
                <a:lnTo>
                  <a:pt x="1944" y="2563"/>
                </a:lnTo>
                <a:lnTo>
                  <a:pt x="1928" y="2544"/>
                </a:lnTo>
                <a:lnTo>
                  <a:pt x="1918" y="2524"/>
                </a:lnTo>
                <a:lnTo>
                  <a:pt x="1912" y="2503"/>
                </a:lnTo>
                <a:lnTo>
                  <a:pt x="1910" y="2480"/>
                </a:lnTo>
                <a:lnTo>
                  <a:pt x="1912" y="2458"/>
                </a:lnTo>
                <a:lnTo>
                  <a:pt x="1918" y="2436"/>
                </a:lnTo>
                <a:lnTo>
                  <a:pt x="1928" y="2416"/>
                </a:lnTo>
                <a:lnTo>
                  <a:pt x="1944" y="2397"/>
                </a:lnTo>
                <a:lnTo>
                  <a:pt x="2937" y="1405"/>
                </a:lnTo>
                <a:lnTo>
                  <a:pt x="2979" y="1359"/>
                </a:lnTo>
                <a:lnTo>
                  <a:pt x="3016" y="1310"/>
                </a:lnTo>
                <a:lnTo>
                  <a:pt x="3049" y="1258"/>
                </a:lnTo>
                <a:lnTo>
                  <a:pt x="3076" y="1205"/>
                </a:lnTo>
                <a:lnTo>
                  <a:pt x="3099" y="1150"/>
                </a:lnTo>
                <a:lnTo>
                  <a:pt x="3116" y="1094"/>
                </a:lnTo>
                <a:lnTo>
                  <a:pt x="3129" y="1037"/>
                </a:lnTo>
                <a:lnTo>
                  <a:pt x="3136" y="979"/>
                </a:lnTo>
                <a:lnTo>
                  <a:pt x="3138" y="920"/>
                </a:lnTo>
                <a:lnTo>
                  <a:pt x="3136" y="862"/>
                </a:lnTo>
                <a:lnTo>
                  <a:pt x="3129" y="804"/>
                </a:lnTo>
                <a:lnTo>
                  <a:pt x="3116" y="747"/>
                </a:lnTo>
                <a:lnTo>
                  <a:pt x="3099" y="691"/>
                </a:lnTo>
                <a:lnTo>
                  <a:pt x="3076" y="635"/>
                </a:lnTo>
                <a:lnTo>
                  <a:pt x="3049" y="582"/>
                </a:lnTo>
                <a:lnTo>
                  <a:pt x="3016" y="530"/>
                </a:lnTo>
                <a:lnTo>
                  <a:pt x="2979" y="482"/>
                </a:lnTo>
                <a:lnTo>
                  <a:pt x="2937" y="436"/>
                </a:lnTo>
                <a:lnTo>
                  <a:pt x="2891" y="393"/>
                </a:lnTo>
                <a:lnTo>
                  <a:pt x="2842" y="357"/>
                </a:lnTo>
                <a:lnTo>
                  <a:pt x="2791" y="324"/>
                </a:lnTo>
                <a:lnTo>
                  <a:pt x="2738" y="297"/>
                </a:lnTo>
                <a:lnTo>
                  <a:pt x="2683" y="275"/>
                </a:lnTo>
                <a:lnTo>
                  <a:pt x="2627" y="257"/>
                </a:lnTo>
                <a:lnTo>
                  <a:pt x="2569" y="245"/>
                </a:lnTo>
                <a:lnTo>
                  <a:pt x="2511" y="238"/>
                </a:lnTo>
                <a:lnTo>
                  <a:pt x="2453" y="235"/>
                </a:lnTo>
                <a:lnTo>
                  <a:pt x="2395" y="238"/>
                </a:lnTo>
                <a:lnTo>
                  <a:pt x="2336" y="245"/>
                </a:lnTo>
                <a:lnTo>
                  <a:pt x="2279" y="257"/>
                </a:lnTo>
                <a:lnTo>
                  <a:pt x="2223" y="275"/>
                </a:lnTo>
                <a:lnTo>
                  <a:pt x="2168" y="297"/>
                </a:lnTo>
                <a:lnTo>
                  <a:pt x="2114" y="324"/>
                </a:lnTo>
                <a:lnTo>
                  <a:pt x="2063" y="357"/>
                </a:lnTo>
                <a:lnTo>
                  <a:pt x="2014" y="393"/>
                </a:lnTo>
                <a:lnTo>
                  <a:pt x="1968" y="436"/>
                </a:lnTo>
                <a:lnTo>
                  <a:pt x="369" y="2033"/>
                </a:lnTo>
                <a:lnTo>
                  <a:pt x="336" y="2069"/>
                </a:lnTo>
                <a:lnTo>
                  <a:pt x="308" y="2109"/>
                </a:lnTo>
                <a:lnTo>
                  <a:pt x="284" y="2150"/>
                </a:lnTo>
                <a:lnTo>
                  <a:pt x="266" y="2194"/>
                </a:lnTo>
                <a:lnTo>
                  <a:pt x="252" y="2238"/>
                </a:lnTo>
                <a:lnTo>
                  <a:pt x="242" y="2284"/>
                </a:lnTo>
                <a:lnTo>
                  <a:pt x="237" y="2330"/>
                </a:lnTo>
                <a:lnTo>
                  <a:pt x="237" y="2376"/>
                </a:lnTo>
                <a:lnTo>
                  <a:pt x="242" y="2422"/>
                </a:lnTo>
                <a:lnTo>
                  <a:pt x="252" y="2468"/>
                </a:lnTo>
                <a:lnTo>
                  <a:pt x="266" y="2512"/>
                </a:lnTo>
                <a:lnTo>
                  <a:pt x="284" y="2555"/>
                </a:lnTo>
                <a:lnTo>
                  <a:pt x="308" y="2597"/>
                </a:lnTo>
                <a:lnTo>
                  <a:pt x="336" y="2635"/>
                </a:lnTo>
                <a:lnTo>
                  <a:pt x="369" y="2672"/>
                </a:lnTo>
                <a:lnTo>
                  <a:pt x="406" y="2705"/>
                </a:lnTo>
                <a:lnTo>
                  <a:pt x="446" y="2733"/>
                </a:lnTo>
                <a:lnTo>
                  <a:pt x="487" y="2757"/>
                </a:lnTo>
                <a:lnTo>
                  <a:pt x="531" y="2775"/>
                </a:lnTo>
                <a:lnTo>
                  <a:pt x="575" y="2790"/>
                </a:lnTo>
                <a:lnTo>
                  <a:pt x="621" y="2799"/>
                </a:lnTo>
                <a:lnTo>
                  <a:pt x="667" y="2804"/>
                </a:lnTo>
                <a:lnTo>
                  <a:pt x="713" y="2804"/>
                </a:lnTo>
                <a:lnTo>
                  <a:pt x="759" y="2799"/>
                </a:lnTo>
                <a:lnTo>
                  <a:pt x="805" y="2790"/>
                </a:lnTo>
                <a:lnTo>
                  <a:pt x="849" y="2775"/>
                </a:lnTo>
                <a:lnTo>
                  <a:pt x="892" y="2757"/>
                </a:lnTo>
                <a:lnTo>
                  <a:pt x="933" y="2733"/>
                </a:lnTo>
                <a:lnTo>
                  <a:pt x="972" y="2705"/>
                </a:lnTo>
                <a:lnTo>
                  <a:pt x="1009" y="2672"/>
                </a:lnTo>
                <a:lnTo>
                  <a:pt x="2474" y="1209"/>
                </a:lnTo>
                <a:lnTo>
                  <a:pt x="2497" y="1183"/>
                </a:lnTo>
                <a:lnTo>
                  <a:pt x="2515" y="1153"/>
                </a:lnTo>
                <a:lnTo>
                  <a:pt x="2529" y="1123"/>
                </a:lnTo>
                <a:lnTo>
                  <a:pt x="2539" y="1091"/>
                </a:lnTo>
                <a:lnTo>
                  <a:pt x="2544" y="1057"/>
                </a:lnTo>
                <a:lnTo>
                  <a:pt x="2544" y="1025"/>
                </a:lnTo>
                <a:lnTo>
                  <a:pt x="2539" y="992"/>
                </a:lnTo>
                <a:lnTo>
                  <a:pt x="2529" y="959"/>
                </a:lnTo>
                <a:lnTo>
                  <a:pt x="2515" y="929"/>
                </a:lnTo>
                <a:lnTo>
                  <a:pt x="2497" y="899"/>
                </a:lnTo>
                <a:lnTo>
                  <a:pt x="2474" y="872"/>
                </a:lnTo>
                <a:lnTo>
                  <a:pt x="2447" y="850"/>
                </a:lnTo>
                <a:lnTo>
                  <a:pt x="2418" y="830"/>
                </a:lnTo>
                <a:lnTo>
                  <a:pt x="2387" y="817"/>
                </a:lnTo>
                <a:lnTo>
                  <a:pt x="2355" y="808"/>
                </a:lnTo>
                <a:lnTo>
                  <a:pt x="2322" y="803"/>
                </a:lnTo>
                <a:lnTo>
                  <a:pt x="2288" y="803"/>
                </a:lnTo>
                <a:lnTo>
                  <a:pt x="2255" y="808"/>
                </a:lnTo>
                <a:lnTo>
                  <a:pt x="2224" y="817"/>
                </a:lnTo>
                <a:lnTo>
                  <a:pt x="2192" y="830"/>
                </a:lnTo>
                <a:lnTo>
                  <a:pt x="2163" y="850"/>
                </a:lnTo>
                <a:lnTo>
                  <a:pt x="2137" y="872"/>
                </a:lnTo>
                <a:lnTo>
                  <a:pt x="1226" y="1782"/>
                </a:lnTo>
                <a:lnTo>
                  <a:pt x="1207" y="1797"/>
                </a:lnTo>
                <a:lnTo>
                  <a:pt x="1187" y="1808"/>
                </a:lnTo>
                <a:lnTo>
                  <a:pt x="1166" y="1814"/>
                </a:lnTo>
                <a:lnTo>
                  <a:pt x="1143" y="1816"/>
                </a:lnTo>
                <a:lnTo>
                  <a:pt x="1121" y="1814"/>
                </a:lnTo>
                <a:lnTo>
                  <a:pt x="1099" y="1808"/>
                </a:lnTo>
                <a:lnTo>
                  <a:pt x="1079" y="1797"/>
                </a:lnTo>
                <a:lnTo>
                  <a:pt x="1060" y="1782"/>
                </a:lnTo>
                <a:lnTo>
                  <a:pt x="1045" y="1764"/>
                </a:lnTo>
                <a:lnTo>
                  <a:pt x="1035" y="1744"/>
                </a:lnTo>
                <a:lnTo>
                  <a:pt x="1029" y="1721"/>
                </a:lnTo>
                <a:lnTo>
                  <a:pt x="1027" y="1699"/>
                </a:lnTo>
                <a:lnTo>
                  <a:pt x="1029" y="1676"/>
                </a:lnTo>
                <a:lnTo>
                  <a:pt x="1035" y="1655"/>
                </a:lnTo>
                <a:lnTo>
                  <a:pt x="1045" y="1634"/>
                </a:lnTo>
                <a:lnTo>
                  <a:pt x="1060" y="1616"/>
                </a:lnTo>
                <a:lnTo>
                  <a:pt x="1970" y="707"/>
                </a:lnTo>
                <a:lnTo>
                  <a:pt x="2009" y="672"/>
                </a:lnTo>
                <a:lnTo>
                  <a:pt x="2050" y="643"/>
                </a:lnTo>
                <a:lnTo>
                  <a:pt x="2094" y="618"/>
                </a:lnTo>
                <a:lnTo>
                  <a:pt x="2139" y="599"/>
                </a:lnTo>
                <a:lnTo>
                  <a:pt x="2186" y="584"/>
                </a:lnTo>
                <a:lnTo>
                  <a:pt x="2234" y="574"/>
                </a:lnTo>
                <a:lnTo>
                  <a:pt x="2282" y="569"/>
                </a:lnTo>
                <a:lnTo>
                  <a:pt x="2331" y="569"/>
                </a:lnTo>
                <a:lnTo>
                  <a:pt x="2379" y="574"/>
                </a:lnTo>
                <a:lnTo>
                  <a:pt x="2427" y="584"/>
                </a:lnTo>
                <a:lnTo>
                  <a:pt x="2474" y="599"/>
                </a:lnTo>
                <a:lnTo>
                  <a:pt x="2519" y="618"/>
                </a:lnTo>
                <a:lnTo>
                  <a:pt x="2563" y="643"/>
                </a:lnTo>
                <a:lnTo>
                  <a:pt x="2604" y="672"/>
                </a:lnTo>
                <a:lnTo>
                  <a:pt x="2643" y="707"/>
                </a:lnTo>
                <a:lnTo>
                  <a:pt x="2677" y="746"/>
                </a:lnTo>
                <a:lnTo>
                  <a:pt x="2706" y="787"/>
                </a:lnTo>
                <a:lnTo>
                  <a:pt x="2731" y="829"/>
                </a:lnTo>
                <a:lnTo>
                  <a:pt x="2750" y="875"/>
                </a:lnTo>
                <a:lnTo>
                  <a:pt x="2766" y="921"/>
                </a:lnTo>
                <a:lnTo>
                  <a:pt x="2776" y="969"/>
                </a:lnTo>
                <a:lnTo>
                  <a:pt x="2780" y="1018"/>
                </a:lnTo>
                <a:lnTo>
                  <a:pt x="2780" y="1066"/>
                </a:lnTo>
                <a:lnTo>
                  <a:pt x="2776" y="1115"/>
                </a:lnTo>
                <a:lnTo>
                  <a:pt x="2766" y="1163"/>
                </a:lnTo>
                <a:lnTo>
                  <a:pt x="2750" y="1210"/>
                </a:lnTo>
                <a:lnTo>
                  <a:pt x="2731" y="1255"/>
                </a:lnTo>
                <a:lnTo>
                  <a:pt x="2706" y="1298"/>
                </a:lnTo>
                <a:lnTo>
                  <a:pt x="2677" y="1340"/>
                </a:lnTo>
                <a:lnTo>
                  <a:pt x="2643" y="1378"/>
                </a:lnTo>
                <a:lnTo>
                  <a:pt x="1178" y="2842"/>
                </a:lnTo>
                <a:lnTo>
                  <a:pt x="1131" y="2884"/>
                </a:lnTo>
                <a:lnTo>
                  <a:pt x="1082" y="2920"/>
                </a:lnTo>
                <a:lnTo>
                  <a:pt x="1030" y="2952"/>
                </a:lnTo>
                <a:lnTo>
                  <a:pt x="975" y="2979"/>
                </a:lnTo>
                <a:lnTo>
                  <a:pt x="919" y="3001"/>
                </a:lnTo>
                <a:lnTo>
                  <a:pt x="863" y="3017"/>
                </a:lnTo>
                <a:lnTo>
                  <a:pt x="805" y="3030"/>
                </a:lnTo>
                <a:lnTo>
                  <a:pt x="746" y="3038"/>
                </a:lnTo>
                <a:lnTo>
                  <a:pt x="687" y="3040"/>
                </a:lnTo>
                <a:lnTo>
                  <a:pt x="629" y="3037"/>
                </a:lnTo>
                <a:lnTo>
                  <a:pt x="571" y="3030"/>
                </a:lnTo>
                <a:lnTo>
                  <a:pt x="512" y="3017"/>
                </a:lnTo>
                <a:lnTo>
                  <a:pt x="456" y="3000"/>
                </a:lnTo>
                <a:lnTo>
                  <a:pt x="401" y="2978"/>
                </a:lnTo>
                <a:lnTo>
                  <a:pt x="348" y="2950"/>
                </a:lnTo>
                <a:lnTo>
                  <a:pt x="295" y="2918"/>
                </a:lnTo>
                <a:lnTo>
                  <a:pt x="247" y="2880"/>
                </a:lnTo>
                <a:lnTo>
                  <a:pt x="200" y="2839"/>
                </a:lnTo>
                <a:lnTo>
                  <a:pt x="158" y="2793"/>
                </a:lnTo>
                <a:lnTo>
                  <a:pt x="122" y="2744"/>
                </a:lnTo>
                <a:lnTo>
                  <a:pt x="89" y="2693"/>
                </a:lnTo>
                <a:lnTo>
                  <a:pt x="62" y="2639"/>
                </a:lnTo>
                <a:lnTo>
                  <a:pt x="40" y="2584"/>
                </a:lnTo>
                <a:lnTo>
                  <a:pt x="22" y="2527"/>
                </a:lnTo>
                <a:lnTo>
                  <a:pt x="10" y="2470"/>
                </a:lnTo>
                <a:lnTo>
                  <a:pt x="2" y="2412"/>
                </a:lnTo>
                <a:lnTo>
                  <a:pt x="0" y="2352"/>
                </a:lnTo>
                <a:lnTo>
                  <a:pt x="0" y="2352"/>
                </a:lnTo>
                <a:lnTo>
                  <a:pt x="2" y="2294"/>
                </a:lnTo>
                <a:lnTo>
                  <a:pt x="10" y="2236"/>
                </a:lnTo>
                <a:lnTo>
                  <a:pt x="22" y="2178"/>
                </a:lnTo>
                <a:lnTo>
                  <a:pt x="40" y="2122"/>
                </a:lnTo>
                <a:lnTo>
                  <a:pt x="62" y="2065"/>
                </a:lnTo>
                <a:lnTo>
                  <a:pt x="89" y="2012"/>
                </a:lnTo>
                <a:lnTo>
                  <a:pt x="122" y="1960"/>
                </a:lnTo>
                <a:lnTo>
                  <a:pt x="158" y="1911"/>
                </a:lnTo>
                <a:lnTo>
                  <a:pt x="200" y="1864"/>
                </a:lnTo>
                <a:lnTo>
                  <a:pt x="1799" y="268"/>
                </a:lnTo>
                <a:lnTo>
                  <a:pt x="1852" y="220"/>
                </a:lnTo>
                <a:lnTo>
                  <a:pt x="1908" y="176"/>
                </a:lnTo>
                <a:lnTo>
                  <a:pt x="1965" y="136"/>
                </a:lnTo>
                <a:lnTo>
                  <a:pt x="2025" y="102"/>
                </a:lnTo>
                <a:lnTo>
                  <a:pt x="2088" y="73"/>
                </a:lnTo>
                <a:lnTo>
                  <a:pt x="2152" y="48"/>
                </a:lnTo>
                <a:lnTo>
                  <a:pt x="2217" y="29"/>
                </a:lnTo>
                <a:lnTo>
                  <a:pt x="2283" y="14"/>
                </a:lnTo>
                <a:lnTo>
                  <a:pt x="2350" y="4"/>
                </a:lnTo>
                <a:lnTo>
                  <a:pt x="2417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813E9FB4-DFA7-4163-9D77-AD614D6C2C1D}"/>
              </a:ext>
            </a:extLst>
          </p:cNvPr>
          <p:cNvGrpSpPr/>
          <p:nvPr/>
        </p:nvGrpSpPr>
        <p:grpSpPr>
          <a:xfrm>
            <a:off x="8621381" y="2758063"/>
            <a:ext cx="273011" cy="309068"/>
            <a:chOff x="7507288" y="3689351"/>
            <a:chExt cx="336551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98" name="Freeform 463">
              <a:extLst>
                <a:ext uri="{FF2B5EF4-FFF2-40B4-BE49-F238E27FC236}">
                  <a16:creationId xmlns:a16="http://schemas.microsoft.com/office/drawing/2014/main" id="{349D4BAF-6D22-415B-BBA5-280BF95E9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3983038"/>
              <a:ext cx="74613" cy="49213"/>
            </a:xfrm>
            <a:custGeom>
              <a:avLst/>
              <a:gdLst>
                <a:gd name="T0" fmla="*/ 212 w 660"/>
                <a:gd name="T1" fmla="*/ 0 h 423"/>
                <a:gd name="T2" fmla="*/ 376 w 660"/>
                <a:gd name="T3" fmla="*/ 0 h 423"/>
                <a:gd name="T4" fmla="*/ 398 w 660"/>
                <a:gd name="T5" fmla="*/ 3 h 423"/>
                <a:gd name="T6" fmla="*/ 417 w 660"/>
                <a:gd name="T7" fmla="*/ 12 h 423"/>
                <a:gd name="T8" fmla="*/ 434 w 660"/>
                <a:gd name="T9" fmla="*/ 24 h 423"/>
                <a:gd name="T10" fmla="*/ 446 w 660"/>
                <a:gd name="T11" fmla="*/ 41 h 423"/>
                <a:gd name="T12" fmla="*/ 454 w 660"/>
                <a:gd name="T13" fmla="*/ 60 h 423"/>
                <a:gd name="T14" fmla="*/ 456 w 660"/>
                <a:gd name="T15" fmla="*/ 81 h 423"/>
                <a:gd name="T16" fmla="*/ 453 w 660"/>
                <a:gd name="T17" fmla="*/ 102 h 423"/>
                <a:gd name="T18" fmla="*/ 445 w 660"/>
                <a:gd name="T19" fmla="*/ 122 h 423"/>
                <a:gd name="T20" fmla="*/ 433 w 660"/>
                <a:gd name="T21" fmla="*/ 138 h 423"/>
                <a:gd name="T22" fmla="*/ 416 w 660"/>
                <a:gd name="T23" fmla="*/ 150 h 423"/>
                <a:gd name="T24" fmla="*/ 397 w 660"/>
                <a:gd name="T25" fmla="*/ 159 h 423"/>
                <a:gd name="T26" fmla="*/ 376 w 660"/>
                <a:gd name="T27" fmla="*/ 161 h 423"/>
                <a:gd name="T28" fmla="*/ 212 w 660"/>
                <a:gd name="T29" fmla="*/ 161 h 423"/>
                <a:gd name="T30" fmla="*/ 196 w 660"/>
                <a:gd name="T31" fmla="*/ 164 h 423"/>
                <a:gd name="T32" fmla="*/ 180 w 660"/>
                <a:gd name="T33" fmla="*/ 171 h 423"/>
                <a:gd name="T34" fmla="*/ 169 w 660"/>
                <a:gd name="T35" fmla="*/ 183 h 423"/>
                <a:gd name="T36" fmla="*/ 162 w 660"/>
                <a:gd name="T37" fmla="*/ 198 h 423"/>
                <a:gd name="T38" fmla="*/ 159 w 660"/>
                <a:gd name="T39" fmla="*/ 215 h 423"/>
                <a:gd name="T40" fmla="*/ 162 w 660"/>
                <a:gd name="T41" fmla="*/ 232 h 423"/>
                <a:gd name="T42" fmla="*/ 169 w 660"/>
                <a:gd name="T43" fmla="*/ 246 h 423"/>
                <a:gd name="T44" fmla="*/ 180 w 660"/>
                <a:gd name="T45" fmla="*/ 258 h 423"/>
                <a:gd name="T46" fmla="*/ 196 w 660"/>
                <a:gd name="T47" fmla="*/ 266 h 423"/>
                <a:gd name="T48" fmla="*/ 212 w 660"/>
                <a:gd name="T49" fmla="*/ 269 h 423"/>
                <a:gd name="T50" fmla="*/ 580 w 660"/>
                <a:gd name="T51" fmla="*/ 269 h 423"/>
                <a:gd name="T52" fmla="*/ 602 w 660"/>
                <a:gd name="T53" fmla="*/ 272 h 423"/>
                <a:gd name="T54" fmla="*/ 621 w 660"/>
                <a:gd name="T55" fmla="*/ 280 h 423"/>
                <a:gd name="T56" fmla="*/ 637 w 660"/>
                <a:gd name="T57" fmla="*/ 292 h 423"/>
                <a:gd name="T58" fmla="*/ 649 w 660"/>
                <a:gd name="T59" fmla="*/ 309 h 423"/>
                <a:gd name="T60" fmla="*/ 657 w 660"/>
                <a:gd name="T61" fmla="*/ 328 h 423"/>
                <a:gd name="T62" fmla="*/ 660 w 660"/>
                <a:gd name="T63" fmla="*/ 349 h 423"/>
                <a:gd name="T64" fmla="*/ 658 w 660"/>
                <a:gd name="T65" fmla="*/ 367 h 423"/>
                <a:gd name="T66" fmla="*/ 652 w 660"/>
                <a:gd name="T67" fmla="*/ 385 h 423"/>
                <a:gd name="T68" fmla="*/ 643 w 660"/>
                <a:gd name="T69" fmla="*/ 399 h 423"/>
                <a:gd name="T70" fmla="*/ 630 w 660"/>
                <a:gd name="T71" fmla="*/ 410 h 423"/>
                <a:gd name="T72" fmla="*/ 616 w 660"/>
                <a:gd name="T73" fmla="*/ 419 h 423"/>
                <a:gd name="T74" fmla="*/ 601 w 660"/>
                <a:gd name="T75" fmla="*/ 423 h 423"/>
                <a:gd name="T76" fmla="*/ 582 w 660"/>
                <a:gd name="T77" fmla="*/ 423 h 423"/>
                <a:gd name="T78" fmla="*/ 212 w 660"/>
                <a:gd name="T79" fmla="*/ 423 h 423"/>
                <a:gd name="T80" fmla="*/ 177 w 660"/>
                <a:gd name="T81" fmla="*/ 420 h 423"/>
                <a:gd name="T82" fmla="*/ 145 w 660"/>
                <a:gd name="T83" fmla="*/ 412 h 423"/>
                <a:gd name="T84" fmla="*/ 114 w 660"/>
                <a:gd name="T85" fmla="*/ 399 h 423"/>
                <a:gd name="T86" fmla="*/ 87 w 660"/>
                <a:gd name="T87" fmla="*/ 383 h 423"/>
                <a:gd name="T88" fmla="*/ 62 w 660"/>
                <a:gd name="T89" fmla="*/ 361 h 423"/>
                <a:gd name="T90" fmla="*/ 41 w 660"/>
                <a:gd name="T91" fmla="*/ 336 h 423"/>
                <a:gd name="T92" fmla="*/ 24 w 660"/>
                <a:gd name="T93" fmla="*/ 309 h 423"/>
                <a:gd name="T94" fmla="*/ 11 w 660"/>
                <a:gd name="T95" fmla="*/ 279 h 423"/>
                <a:gd name="T96" fmla="*/ 3 w 660"/>
                <a:gd name="T97" fmla="*/ 246 h 423"/>
                <a:gd name="T98" fmla="*/ 0 w 660"/>
                <a:gd name="T99" fmla="*/ 211 h 423"/>
                <a:gd name="T100" fmla="*/ 3 w 660"/>
                <a:gd name="T101" fmla="*/ 177 h 423"/>
                <a:gd name="T102" fmla="*/ 11 w 660"/>
                <a:gd name="T103" fmla="*/ 144 h 423"/>
                <a:gd name="T104" fmla="*/ 24 w 660"/>
                <a:gd name="T105" fmla="*/ 114 h 423"/>
                <a:gd name="T106" fmla="*/ 41 w 660"/>
                <a:gd name="T107" fmla="*/ 86 h 423"/>
                <a:gd name="T108" fmla="*/ 62 w 660"/>
                <a:gd name="T109" fmla="*/ 61 h 423"/>
                <a:gd name="T110" fmla="*/ 87 w 660"/>
                <a:gd name="T111" fmla="*/ 41 h 423"/>
                <a:gd name="T112" fmla="*/ 114 w 660"/>
                <a:gd name="T113" fmla="*/ 23 h 423"/>
                <a:gd name="T114" fmla="*/ 145 w 660"/>
                <a:gd name="T115" fmla="*/ 11 h 423"/>
                <a:gd name="T116" fmla="*/ 177 w 660"/>
                <a:gd name="T117" fmla="*/ 3 h 423"/>
                <a:gd name="T118" fmla="*/ 212 w 660"/>
                <a:gd name="T119" fmla="*/ 0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0" h="423">
                  <a:moveTo>
                    <a:pt x="212" y="0"/>
                  </a:moveTo>
                  <a:lnTo>
                    <a:pt x="376" y="0"/>
                  </a:lnTo>
                  <a:lnTo>
                    <a:pt x="398" y="3"/>
                  </a:lnTo>
                  <a:lnTo>
                    <a:pt x="417" y="12"/>
                  </a:lnTo>
                  <a:lnTo>
                    <a:pt x="434" y="24"/>
                  </a:lnTo>
                  <a:lnTo>
                    <a:pt x="446" y="41"/>
                  </a:lnTo>
                  <a:lnTo>
                    <a:pt x="454" y="60"/>
                  </a:lnTo>
                  <a:lnTo>
                    <a:pt x="456" y="81"/>
                  </a:lnTo>
                  <a:lnTo>
                    <a:pt x="453" y="102"/>
                  </a:lnTo>
                  <a:lnTo>
                    <a:pt x="445" y="122"/>
                  </a:lnTo>
                  <a:lnTo>
                    <a:pt x="433" y="138"/>
                  </a:lnTo>
                  <a:lnTo>
                    <a:pt x="416" y="150"/>
                  </a:lnTo>
                  <a:lnTo>
                    <a:pt x="397" y="159"/>
                  </a:lnTo>
                  <a:lnTo>
                    <a:pt x="376" y="161"/>
                  </a:lnTo>
                  <a:lnTo>
                    <a:pt x="212" y="161"/>
                  </a:lnTo>
                  <a:lnTo>
                    <a:pt x="196" y="164"/>
                  </a:lnTo>
                  <a:lnTo>
                    <a:pt x="180" y="171"/>
                  </a:lnTo>
                  <a:lnTo>
                    <a:pt x="169" y="183"/>
                  </a:lnTo>
                  <a:lnTo>
                    <a:pt x="162" y="198"/>
                  </a:lnTo>
                  <a:lnTo>
                    <a:pt x="159" y="215"/>
                  </a:lnTo>
                  <a:lnTo>
                    <a:pt x="162" y="232"/>
                  </a:lnTo>
                  <a:lnTo>
                    <a:pt x="169" y="246"/>
                  </a:lnTo>
                  <a:lnTo>
                    <a:pt x="180" y="258"/>
                  </a:lnTo>
                  <a:lnTo>
                    <a:pt x="196" y="266"/>
                  </a:lnTo>
                  <a:lnTo>
                    <a:pt x="212" y="269"/>
                  </a:lnTo>
                  <a:lnTo>
                    <a:pt x="580" y="269"/>
                  </a:lnTo>
                  <a:lnTo>
                    <a:pt x="602" y="272"/>
                  </a:lnTo>
                  <a:lnTo>
                    <a:pt x="621" y="280"/>
                  </a:lnTo>
                  <a:lnTo>
                    <a:pt x="637" y="292"/>
                  </a:lnTo>
                  <a:lnTo>
                    <a:pt x="649" y="309"/>
                  </a:lnTo>
                  <a:lnTo>
                    <a:pt x="657" y="328"/>
                  </a:lnTo>
                  <a:lnTo>
                    <a:pt x="660" y="349"/>
                  </a:lnTo>
                  <a:lnTo>
                    <a:pt x="658" y="367"/>
                  </a:lnTo>
                  <a:lnTo>
                    <a:pt x="652" y="385"/>
                  </a:lnTo>
                  <a:lnTo>
                    <a:pt x="643" y="399"/>
                  </a:lnTo>
                  <a:lnTo>
                    <a:pt x="630" y="410"/>
                  </a:lnTo>
                  <a:lnTo>
                    <a:pt x="616" y="419"/>
                  </a:lnTo>
                  <a:lnTo>
                    <a:pt x="601" y="423"/>
                  </a:lnTo>
                  <a:lnTo>
                    <a:pt x="582" y="423"/>
                  </a:lnTo>
                  <a:lnTo>
                    <a:pt x="212" y="423"/>
                  </a:lnTo>
                  <a:lnTo>
                    <a:pt x="177" y="420"/>
                  </a:lnTo>
                  <a:lnTo>
                    <a:pt x="145" y="412"/>
                  </a:lnTo>
                  <a:lnTo>
                    <a:pt x="114" y="399"/>
                  </a:lnTo>
                  <a:lnTo>
                    <a:pt x="87" y="383"/>
                  </a:lnTo>
                  <a:lnTo>
                    <a:pt x="62" y="361"/>
                  </a:lnTo>
                  <a:lnTo>
                    <a:pt x="41" y="336"/>
                  </a:lnTo>
                  <a:lnTo>
                    <a:pt x="24" y="309"/>
                  </a:lnTo>
                  <a:lnTo>
                    <a:pt x="11" y="279"/>
                  </a:lnTo>
                  <a:lnTo>
                    <a:pt x="3" y="246"/>
                  </a:lnTo>
                  <a:lnTo>
                    <a:pt x="0" y="211"/>
                  </a:lnTo>
                  <a:lnTo>
                    <a:pt x="3" y="177"/>
                  </a:lnTo>
                  <a:lnTo>
                    <a:pt x="11" y="144"/>
                  </a:lnTo>
                  <a:lnTo>
                    <a:pt x="24" y="114"/>
                  </a:lnTo>
                  <a:lnTo>
                    <a:pt x="41" y="86"/>
                  </a:lnTo>
                  <a:lnTo>
                    <a:pt x="62" y="61"/>
                  </a:lnTo>
                  <a:lnTo>
                    <a:pt x="87" y="41"/>
                  </a:lnTo>
                  <a:lnTo>
                    <a:pt x="114" y="23"/>
                  </a:lnTo>
                  <a:lnTo>
                    <a:pt x="145" y="11"/>
                  </a:lnTo>
                  <a:lnTo>
                    <a:pt x="177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199" name="Freeform 464">
              <a:extLst>
                <a:ext uri="{FF2B5EF4-FFF2-40B4-BE49-F238E27FC236}">
                  <a16:creationId xmlns:a16="http://schemas.microsoft.com/office/drawing/2014/main" id="{7A391329-3E9F-496E-A32B-B6BB9119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3897313"/>
              <a:ext cx="74613" cy="49213"/>
            </a:xfrm>
            <a:custGeom>
              <a:avLst/>
              <a:gdLst>
                <a:gd name="T0" fmla="*/ 212 w 663"/>
                <a:gd name="T1" fmla="*/ 0 h 430"/>
                <a:gd name="T2" fmla="*/ 376 w 663"/>
                <a:gd name="T3" fmla="*/ 0 h 430"/>
                <a:gd name="T4" fmla="*/ 398 w 663"/>
                <a:gd name="T5" fmla="*/ 3 h 430"/>
                <a:gd name="T6" fmla="*/ 417 w 663"/>
                <a:gd name="T7" fmla="*/ 12 h 430"/>
                <a:gd name="T8" fmla="*/ 434 w 663"/>
                <a:gd name="T9" fmla="*/ 24 h 430"/>
                <a:gd name="T10" fmla="*/ 446 w 663"/>
                <a:gd name="T11" fmla="*/ 41 h 430"/>
                <a:gd name="T12" fmla="*/ 454 w 663"/>
                <a:gd name="T13" fmla="*/ 60 h 430"/>
                <a:gd name="T14" fmla="*/ 456 w 663"/>
                <a:gd name="T15" fmla="*/ 81 h 430"/>
                <a:gd name="T16" fmla="*/ 453 w 663"/>
                <a:gd name="T17" fmla="*/ 102 h 430"/>
                <a:gd name="T18" fmla="*/ 445 w 663"/>
                <a:gd name="T19" fmla="*/ 122 h 430"/>
                <a:gd name="T20" fmla="*/ 433 w 663"/>
                <a:gd name="T21" fmla="*/ 138 h 430"/>
                <a:gd name="T22" fmla="*/ 416 w 663"/>
                <a:gd name="T23" fmla="*/ 151 h 430"/>
                <a:gd name="T24" fmla="*/ 397 w 663"/>
                <a:gd name="T25" fmla="*/ 159 h 430"/>
                <a:gd name="T26" fmla="*/ 376 w 663"/>
                <a:gd name="T27" fmla="*/ 161 h 430"/>
                <a:gd name="T28" fmla="*/ 212 w 663"/>
                <a:gd name="T29" fmla="*/ 161 h 430"/>
                <a:gd name="T30" fmla="*/ 196 w 663"/>
                <a:gd name="T31" fmla="*/ 164 h 430"/>
                <a:gd name="T32" fmla="*/ 180 w 663"/>
                <a:gd name="T33" fmla="*/ 171 h 430"/>
                <a:gd name="T34" fmla="*/ 169 w 663"/>
                <a:gd name="T35" fmla="*/ 183 h 430"/>
                <a:gd name="T36" fmla="*/ 162 w 663"/>
                <a:gd name="T37" fmla="*/ 198 h 430"/>
                <a:gd name="T38" fmla="*/ 159 w 663"/>
                <a:gd name="T39" fmla="*/ 214 h 430"/>
                <a:gd name="T40" fmla="*/ 162 w 663"/>
                <a:gd name="T41" fmla="*/ 232 h 430"/>
                <a:gd name="T42" fmla="*/ 169 w 663"/>
                <a:gd name="T43" fmla="*/ 246 h 430"/>
                <a:gd name="T44" fmla="*/ 180 w 663"/>
                <a:gd name="T45" fmla="*/ 258 h 430"/>
                <a:gd name="T46" fmla="*/ 196 w 663"/>
                <a:gd name="T47" fmla="*/ 266 h 430"/>
                <a:gd name="T48" fmla="*/ 212 w 663"/>
                <a:gd name="T49" fmla="*/ 269 h 430"/>
                <a:gd name="T50" fmla="*/ 582 w 663"/>
                <a:gd name="T51" fmla="*/ 269 h 430"/>
                <a:gd name="T52" fmla="*/ 604 w 663"/>
                <a:gd name="T53" fmla="*/ 272 h 430"/>
                <a:gd name="T54" fmla="*/ 623 w 663"/>
                <a:gd name="T55" fmla="*/ 280 h 430"/>
                <a:gd name="T56" fmla="*/ 640 w 663"/>
                <a:gd name="T57" fmla="*/ 292 h 430"/>
                <a:gd name="T58" fmla="*/ 652 w 663"/>
                <a:gd name="T59" fmla="*/ 309 h 430"/>
                <a:gd name="T60" fmla="*/ 660 w 663"/>
                <a:gd name="T61" fmla="*/ 328 h 430"/>
                <a:gd name="T62" fmla="*/ 663 w 663"/>
                <a:gd name="T63" fmla="*/ 349 h 430"/>
                <a:gd name="T64" fmla="*/ 660 w 663"/>
                <a:gd name="T65" fmla="*/ 370 h 430"/>
                <a:gd name="T66" fmla="*/ 652 w 663"/>
                <a:gd name="T67" fmla="*/ 390 h 430"/>
                <a:gd name="T68" fmla="*/ 639 w 663"/>
                <a:gd name="T69" fmla="*/ 406 h 430"/>
                <a:gd name="T70" fmla="*/ 622 w 663"/>
                <a:gd name="T71" fmla="*/ 419 h 430"/>
                <a:gd name="T72" fmla="*/ 603 w 663"/>
                <a:gd name="T73" fmla="*/ 427 h 430"/>
                <a:gd name="T74" fmla="*/ 582 w 663"/>
                <a:gd name="T75" fmla="*/ 430 h 430"/>
                <a:gd name="T76" fmla="*/ 212 w 663"/>
                <a:gd name="T77" fmla="*/ 430 h 430"/>
                <a:gd name="T78" fmla="*/ 177 w 663"/>
                <a:gd name="T79" fmla="*/ 427 h 430"/>
                <a:gd name="T80" fmla="*/ 145 w 663"/>
                <a:gd name="T81" fmla="*/ 419 h 430"/>
                <a:gd name="T82" fmla="*/ 114 w 663"/>
                <a:gd name="T83" fmla="*/ 406 h 430"/>
                <a:gd name="T84" fmla="*/ 87 w 663"/>
                <a:gd name="T85" fmla="*/ 389 h 430"/>
                <a:gd name="T86" fmla="*/ 62 w 663"/>
                <a:gd name="T87" fmla="*/ 367 h 430"/>
                <a:gd name="T88" fmla="*/ 41 w 663"/>
                <a:gd name="T89" fmla="*/ 342 h 430"/>
                <a:gd name="T90" fmla="*/ 24 w 663"/>
                <a:gd name="T91" fmla="*/ 314 h 430"/>
                <a:gd name="T92" fmla="*/ 11 w 663"/>
                <a:gd name="T93" fmla="*/ 282 h 430"/>
                <a:gd name="T94" fmla="*/ 3 w 663"/>
                <a:gd name="T95" fmla="*/ 248 h 430"/>
                <a:gd name="T96" fmla="*/ 0 w 663"/>
                <a:gd name="T97" fmla="*/ 211 h 430"/>
                <a:gd name="T98" fmla="*/ 3 w 663"/>
                <a:gd name="T99" fmla="*/ 177 h 430"/>
                <a:gd name="T100" fmla="*/ 11 w 663"/>
                <a:gd name="T101" fmla="*/ 144 h 430"/>
                <a:gd name="T102" fmla="*/ 24 w 663"/>
                <a:gd name="T103" fmla="*/ 114 h 430"/>
                <a:gd name="T104" fmla="*/ 41 w 663"/>
                <a:gd name="T105" fmla="*/ 86 h 430"/>
                <a:gd name="T106" fmla="*/ 62 w 663"/>
                <a:gd name="T107" fmla="*/ 61 h 430"/>
                <a:gd name="T108" fmla="*/ 87 w 663"/>
                <a:gd name="T109" fmla="*/ 41 h 430"/>
                <a:gd name="T110" fmla="*/ 114 w 663"/>
                <a:gd name="T111" fmla="*/ 23 h 430"/>
                <a:gd name="T112" fmla="*/ 145 w 663"/>
                <a:gd name="T113" fmla="*/ 11 h 430"/>
                <a:gd name="T114" fmla="*/ 177 w 663"/>
                <a:gd name="T115" fmla="*/ 3 h 430"/>
                <a:gd name="T116" fmla="*/ 212 w 663"/>
                <a:gd name="T117" fmla="*/ 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3" h="430">
                  <a:moveTo>
                    <a:pt x="212" y="0"/>
                  </a:moveTo>
                  <a:lnTo>
                    <a:pt x="376" y="0"/>
                  </a:lnTo>
                  <a:lnTo>
                    <a:pt x="398" y="3"/>
                  </a:lnTo>
                  <a:lnTo>
                    <a:pt x="417" y="12"/>
                  </a:lnTo>
                  <a:lnTo>
                    <a:pt x="434" y="24"/>
                  </a:lnTo>
                  <a:lnTo>
                    <a:pt x="446" y="41"/>
                  </a:lnTo>
                  <a:lnTo>
                    <a:pt x="454" y="60"/>
                  </a:lnTo>
                  <a:lnTo>
                    <a:pt x="456" y="81"/>
                  </a:lnTo>
                  <a:lnTo>
                    <a:pt x="453" y="102"/>
                  </a:lnTo>
                  <a:lnTo>
                    <a:pt x="445" y="122"/>
                  </a:lnTo>
                  <a:lnTo>
                    <a:pt x="433" y="138"/>
                  </a:lnTo>
                  <a:lnTo>
                    <a:pt x="416" y="151"/>
                  </a:lnTo>
                  <a:lnTo>
                    <a:pt x="397" y="159"/>
                  </a:lnTo>
                  <a:lnTo>
                    <a:pt x="376" y="161"/>
                  </a:lnTo>
                  <a:lnTo>
                    <a:pt x="212" y="161"/>
                  </a:lnTo>
                  <a:lnTo>
                    <a:pt x="196" y="164"/>
                  </a:lnTo>
                  <a:lnTo>
                    <a:pt x="180" y="171"/>
                  </a:lnTo>
                  <a:lnTo>
                    <a:pt x="169" y="183"/>
                  </a:lnTo>
                  <a:lnTo>
                    <a:pt x="162" y="198"/>
                  </a:lnTo>
                  <a:lnTo>
                    <a:pt x="159" y="214"/>
                  </a:lnTo>
                  <a:lnTo>
                    <a:pt x="162" y="232"/>
                  </a:lnTo>
                  <a:lnTo>
                    <a:pt x="169" y="246"/>
                  </a:lnTo>
                  <a:lnTo>
                    <a:pt x="180" y="258"/>
                  </a:lnTo>
                  <a:lnTo>
                    <a:pt x="196" y="266"/>
                  </a:lnTo>
                  <a:lnTo>
                    <a:pt x="212" y="269"/>
                  </a:lnTo>
                  <a:lnTo>
                    <a:pt x="582" y="269"/>
                  </a:lnTo>
                  <a:lnTo>
                    <a:pt x="604" y="272"/>
                  </a:lnTo>
                  <a:lnTo>
                    <a:pt x="623" y="280"/>
                  </a:lnTo>
                  <a:lnTo>
                    <a:pt x="640" y="292"/>
                  </a:lnTo>
                  <a:lnTo>
                    <a:pt x="652" y="309"/>
                  </a:lnTo>
                  <a:lnTo>
                    <a:pt x="660" y="328"/>
                  </a:lnTo>
                  <a:lnTo>
                    <a:pt x="663" y="349"/>
                  </a:lnTo>
                  <a:lnTo>
                    <a:pt x="660" y="370"/>
                  </a:lnTo>
                  <a:lnTo>
                    <a:pt x="652" y="390"/>
                  </a:lnTo>
                  <a:lnTo>
                    <a:pt x="639" y="406"/>
                  </a:lnTo>
                  <a:lnTo>
                    <a:pt x="622" y="419"/>
                  </a:lnTo>
                  <a:lnTo>
                    <a:pt x="603" y="427"/>
                  </a:lnTo>
                  <a:lnTo>
                    <a:pt x="582" y="430"/>
                  </a:lnTo>
                  <a:lnTo>
                    <a:pt x="212" y="430"/>
                  </a:lnTo>
                  <a:lnTo>
                    <a:pt x="177" y="427"/>
                  </a:lnTo>
                  <a:lnTo>
                    <a:pt x="145" y="419"/>
                  </a:lnTo>
                  <a:lnTo>
                    <a:pt x="114" y="406"/>
                  </a:lnTo>
                  <a:lnTo>
                    <a:pt x="87" y="389"/>
                  </a:lnTo>
                  <a:lnTo>
                    <a:pt x="62" y="367"/>
                  </a:lnTo>
                  <a:lnTo>
                    <a:pt x="41" y="342"/>
                  </a:lnTo>
                  <a:lnTo>
                    <a:pt x="24" y="314"/>
                  </a:lnTo>
                  <a:lnTo>
                    <a:pt x="11" y="282"/>
                  </a:lnTo>
                  <a:lnTo>
                    <a:pt x="3" y="248"/>
                  </a:lnTo>
                  <a:lnTo>
                    <a:pt x="0" y="211"/>
                  </a:lnTo>
                  <a:lnTo>
                    <a:pt x="3" y="177"/>
                  </a:lnTo>
                  <a:lnTo>
                    <a:pt x="11" y="144"/>
                  </a:lnTo>
                  <a:lnTo>
                    <a:pt x="24" y="114"/>
                  </a:lnTo>
                  <a:lnTo>
                    <a:pt x="41" y="86"/>
                  </a:lnTo>
                  <a:lnTo>
                    <a:pt x="62" y="61"/>
                  </a:lnTo>
                  <a:lnTo>
                    <a:pt x="87" y="41"/>
                  </a:lnTo>
                  <a:lnTo>
                    <a:pt x="114" y="23"/>
                  </a:lnTo>
                  <a:lnTo>
                    <a:pt x="145" y="11"/>
                  </a:lnTo>
                  <a:lnTo>
                    <a:pt x="177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0" name="Freeform 465">
              <a:extLst>
                <a:ext uri="{FF2B5EF4-FFF2-40B4-BE49-F238E27FC236}">
                  <a16:creationId xmlns:a16="http://schemas.microsoft.com/office/drawing/2014/main" id="{32DBA71F-2BC9-46DB-84D1-8129CA87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3811588"/>
              <a:ext cx="74613" cy="49213"/>
            </a:xfrm>
            <a:custGeom>
              <a:avLst/>
              <a:gdLst>
                <a:gd name="T0" fmla="*/ 212 w 663"/>
                <a:gd name="T1" fmla="*/ 0 h 429"/>
                <a:gd name="T2" fmla="*/ 376 w 663"/>
                <a:gd name="T3" fmla="*/ 0 h 429"/>
                <a:gd name="T4" fmla="*/ 398 w 663"/>
                <a:gd name="T5" fmla="*/ 3 h 429"/>
                <a:gd name="T6" fmla="*/ 417 w 663"/>
                <a:gd name="T7" fmla="*/ 11 h 429"/>
                <a:gd name="T8" fmla="*/ 434 w 663"/>
                <a:gd name="T9" fmla="*/ 24 h 429"/>
                <a:gd name="T10" fmla="*/ 446 w 663"/>
                <a:gd name="T11" fmla="*/ 41 h 429"/>
                <a:gd name="T12" fmla="*/ 454 w 663"/>
                <a:gd name="T13" fmla="*/ 59 h 429"/>
                <a:gd name="T14" fmla="*/ 456 w 663"/>
                <a:gd name="T15" fmla="*/ 80 h 429"/>
                <a:gd name="T16" fmla="*/ 453 w 663"/>
                <a:gd name="T17" fmla="*/ 103 h 429"/>
                <a:gd name="T18" fmla="*/ 445 w 663"/>
                <a:gd name="T19" fmla="*/ 121 h 429"/>
                <a:gd name="T20" fmla="*/ 433 w 663"/>
                <a:gd name="T21" fmla="*/ 137 h 429"/>
                <a:gd name="T22" fmla="*/ 416 w 663"/>
                <a:gd name="T23" fmla="*/ 150 h 429"/>
                <a:gd name="T24" fmla="*/ 397 w 663"/>
                <a:gd name="T25" fmla="*/ 158 h 429"/>
                <a:gd name="T26" fmla="*/ 376 w 663"/>
                <a:gd name="T27" fmla="*/ 161 h 429"/>
                <a:gd name="T28" fmla="*/ 212 w 663"/>
                <a:gd name="T29" fmla="*/ 161 h 429"/>
                <a:gd name="T30" fmla="*/ 196 w 663"/>
                <a:gd name="T31" fmla="*/ 164 h 429"/>
                <a:gd name="T32" fmla="*/ 180 w 663"/>
                <a:gd name="T33" fmla="*/ 171 h 429"/>
                <a:gd name="T34" fmla="*/ 169 w 663"/>
                <a:gd name="T35" fmla="*/ 183 h 429"/>
                <a:gd name="T36" fmla="*/ 162 w 663"/>
                <a:gd name="T37" fmla="*/ 198 h 429"/>
                <a:gd name="T38" fmla="*/ 159 w 663"/>
                <a:gd name="T39" fmla="*/ 214 h 429"/>
                <a:gd name="T40" fmla="*/ 162 w 663"/>
                <a:gd name="T41" fmla="*/ 232 h 429"/>
                <a:gd name="T42" fmla="*/ 169 w 663"/>
                <a:gd name="T43" fmla="*/ 246 h 429"/>
                <a:gd name="T44" fmla="*/ 180 w 663"/>
                <a:gd name="T45" fmla="*/ 258 h 429"/>
                <a:gd name="T46" fmla="*/ 196 w 663"/>
                <a:gd name="T47" fmla="*/ 266 h 429"/>
                <a:gd name="T48" fmla="*/ 212 w 663"/>
                <a:gd name="T49" fmla="*/ 268 h 429"/>
                <a:gd name="T50" fmla="*/ 582 w 663"/>
                <a:gd name="T51" fmla="*/ 268 h 429"/>
                <a:gd name="T52" fmla="*/ 604 w 663"/>
                <a:gd name="T53" fmla="*/ 271 h 429"/>
                <a:gd name="T54" fmla="*/ 623 w 663"/>
                <a:gd name="T55" fmla="*/ 279 h 429"/>
                <a:gd name="T56" fmla="*/ 640 w 663"/>
                <a:gd name="T57" fmla="*/ 293 h 429"/>
                <a:gd name="T58" fmla="*/ 652 w 663"/>
                <a:gd name="T59" fmla="*/ 309 h 429"/>
                <a:gd name="T60" fmla="*/ 660 w 663"/>
                <a:gd name="T61" fmla="*/ 328 h 429"/>
                <a:gd name="T62" fmla="*/ 663 w 663"/>
                <a:gd name="T63" fmla="*/ 349 h 429"/>
                <a:gd name="T64" fmla="*/ 660 w 663"/>
                <a:gd name="T65" fmla="*/ 371 h 429"/>
                <a:gd name="T66" fmla="*/ 652 w 663"/>
                <a:gd name="T67" fmla="*/ 390 h 429"/>
                <a:gd name="T68" fmla="*/ 639 w 663"/>
                <a:gd name="T69" fmla="*/ 407 h 429"/>
                <a:gd name="T70" fmla="*/ 622 w 663"/>
                <a:gd name="T71" fmla="*/ 419 h 429"/>
                <a:gd name="T72" fmla="*/ 603 w 663"/>
                <a:gd name="T73" fmla="*/ 426 h 429"/>
                <a:gd name="T74" fmla="*/ 582 w 663"/>
                <a:gd name="T75" fmla="*/ 429 h 429"/>
                <a:gd name="T76" fmla="*/ 212 w 663"/>
                <a:gd name="T77" fmla="*/ 429 h 429"/>
                <a:gd name="T78" fmla="*/ 177 w 663"/>
                <a:gd name="T79" fmla="*/ 426 h 429"/>
                <a:gd name="T80" fmla="*/ 145 w 663"/>
                <a:gd name="T81" fmla="*/ 418 h 429"/>
                <a:gd name="T82" fmla="*/ 114 w 663"/>
                <a:gd name="T83" fmla="*/ 405 h 429"/>
                <a:gd name="T84" fmla="*/ 87 w 663"/>
                <a:gd name="T85" fmla="*/ 388 h 429"/>
                <a:gd name="T86" fmla="*/ 62 w 663"/>
                <a:gd name="T87" fmla="*/ 365 h 429"/>
                <a:gd name="T88" fmla="*/ 41 w 663"/>
                <a:gd name="T89" fmla="*/ 341 h 429"/>
                <a:gd name="T90" fmla="*/ 24 w 663"/>
                <a:gd name="T91" fmla="*/ 312 h 429"/>
                <a:gd name="T92" fmla="*/ 11 w 663"/>
                <a:gd name="T93" fmla="*/ 280 h 429"/>
                <a:gd name="T94" fmla="*/ 3 w 663"/>
                <a:gd name="T95" fmla="*/ 247 h 429"/>
                <a:gd name="T96" fmla="*/ 0 w 663"/>
                <a:gd name="T97" fmla="*/ 211 h 429"/>
                <a:gd name="T98" fmla="*/ 3 w 663"/>
                <a:gd name="T99" fmla="*/ 176 h 429"/>
                <a:gd name="T100" fmla="*/ 11 w 663"/>
                <a:gd name="T101" fmla="*/ 144 h 429"/>
                <a:gd name="T102" fmla="*/ 24 w 663"/>
                <a:gd name="T103" fmla="*/ 114 h 429"/>
                <a:gd name="T104" fmla="*/ 41 w 663"/>
                <a:gd name="T105" fmla="*/ 86 h 429"/>
                <a:gd name="T106" fmla="*/ 62 w 663"/>
                <a:gd name="T107" fmla="*/ 61 h 429"/>
                <a:gd name="T108" fmla="*/ 87 w 663"/>
                <a:gd name="T109" fmla="*/ 40 h 429"/>
                <a:gd name="T110" fmla="*/ 114 w 663"/>
                <a:gd name="T111" fmla="*/ 23 h 429"/>
                <a:gd name="T112" fmla="*/ 145 w 663"/>
                <a:gd name="T113" fmla="*/ 10 h 429"/>
                <a:gd name="T114" fmla="*/ 177 w 663"/>
                <a:gd name="T115" fmla="*/ 3 h 429"/>
                <a:gd name="T116" fmla="*/ 212 w 663"/>
                <a:gd name="T11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3" h="429">
                  <a:moveTo>
                    <a:pt x="212" y="0"/>
                  </a:moveTo>
                  <a:lnTo>
                    <a:pt x="376" y="0"/>
                  </a:lnTo>
                  <a:lnTo>
                    <a:pt x="398" y="3"/>
                  </a:lnTo>
                  <a:lnTo>
                    <a:pt x="417" y="11"/>
                  </a:lnTo>
                  <a:lnTo>
                    <a:pt x="434" y="24"/>
                  </a:lnTo>
                  <a:lnTo>
                    <a:pt x="446" y="41"/>
                  </a:lnTo>
                  <a:lnTo>
                    <a:pt x="454" y="59"/>
                  </a:lnTo>
                  <a:lnTo>
                    <a:pt x="456" y="80"/>
                  </a:lnTo>
                  <a:lnTo>
                    <a:pt x="453" y="103"/>
                  </a:lnTo>
                  <a:lnTo>
                    <a:pt x="445" y="121"/>
                  </a:lnTo>
                  <a:lnTo>
                    <a:pt x="433" y="137"/>
                  </a:lnTo>
                  <a:lnTo>
                    <a:pt x="416" y="150"/>
                  </a:lnTo>
                  <a:lnTo>
                    <a:pt x="397" y="158"/>
                  </a:lnTo>
                  <a:lnTo>
                    <a:pt x="376" y="161"/>
                  </a:lnTo>
                  <a:lnTo>
                    <a:pt x="212" y="161"/>
                  </a:lnTo>
                  <a:lnTo>
                    <a:pt x="196" y="164"/>
                  </a:lnTo>
                  <a:lnTo>
                    <a:pt x="180" y="171"/>
                  </a:lnTo>
                  <a:lnTo>
                    <a:pt x="169" y="183"/>
                  </a:lnTo>
                  <a:lnTo>
                    <a:pt x="162" y="198"/>
                  </a:lnTo>
                  <a:lnTo>
                    <a:pt x="159" y="214"/>
                  </a:lnTo>
                  <a:lnTo>
                    <a:pt x="162" y="232"/>
                  </a:lnTo>
                  <a:lnTo>
                    <a:pt x="169" y="246"/>
                  </a:lnTo>
                  <a:lnTo>
                    <a:pt x="180" y="258"/>
                  </a:lnTo>
                  <a:lnTo>
                    <a:pt x="196" y="266"/>
                  </a:lnTo>
                  <a:lnTo>
                    <a:pt x="212" y="268"/>
                  </a:lnTo>
                  <a:lnTo>
                    <a:pt x="582" y="268"/>
                  </a:lnTo>
                  <a:lnTo>
                    <a:pt x="604" y="271"/>
                  </a:lnTo>
                  <a:lnTo>
                    <a:pt x="623" y="279"/>
                  </a:lnTo>
                  <a:lnTo>
                    <a:pt x="640" y="293"/>
                  </a:lnTo>
                  <a:lnTo>
                    <a:pt x="652" y="309"/>
                  </a:lnTo>
                  <a:lnTo>
                    <a:pt x="660" y="328"/>
                  </a:lnTo>
                  <a:lnTo>
                    <a:pt x="663" y="349"/>
                  </a:lnTo>
                  <a:lnTo>
                    <a:pt x="660" y="371"/>
                  </a:lnTo>
                  <a:lnTo>
                    <a:pt x="652" y="390"/>
                  </a:lnTo>
                  <a:lnTo>
                    <a:pt x="639" y="407"/>
                  </a:lnTo>
                  <a:lnTo>
                    <a:pt x="622" y="419"/>
                  </a:lnTo>
                  <a:lnTo>
                    <a:pt x="603" y="426"/>
                  </a:lnTo>
                  <a:lnTo>
                    <a:pt x="582" y="429"/>
                  </a:lnTo>
                  <a:lnTo>
                    <a:pt x="212" y="429"/>
                  </a:lnTo>
                  <a:lnTo>
                    <a:pt x="177" y="426"/>
                  </a:lnTo>
                  <a:lnTo>
                    <a:pt x="145" y="418"/>
                  </a:lnTo>
                  <a:lnTo>
                    <a:pt x="114" y="405"/>
                  </a:lnTo>
                  <a:lnTo>
                    <a:pt x="87" y="388"/>
                  </a:lnTo>
                  <a:lnTo>
                    <a:pt x="62" y="365"/>
                  </a:lnTo>
                  <a:lnTo>
                    <a:pt x="41" y="341"/>
                  </a:lnTo>
                  <a:lnTo>
                    <a:pt x="24" y="312"/>
                  </a:lnTo>
                  <a:lnTo>
                    <a:pt x="11" y="280"/>
                  </a:lnTo>
                  <a:lnTo>
                    <a:pt x="3" y="247"/>
                  </a:lnTo>
                  <a:lnTo>
                    <a:pt x="0" y="211"/>
                  </a:lnTo>
                  <a:lnTo>
                    <a:pt x="3" y="176"/>
                  </a:lnTo>
                  <a:lnTo>
                    <a:pt x="11" y="144"/>
                  </a:lnTo>
                  <a:lnTo>
                    <a:pt x="24" y="114"/>
                  </a:lnTo>
                  <a:lnTo>
                    <a:pt x="41" y="86"/>
                  </a:lnTo>
                  <a:lnTo>
                    <a:pt x="62" y="61"/>
                  </a:lnTo>
                  <a:lnTo>
                    <a:pt x="87" y="40"/>
                  </a:lnTo>
                  <a:lnTo>
                    <a:pt x="114" y="23"/>
                  </a:lnTo>
                  <a:lnTo>
                    <a:pt x="145" y="10"/>
                  </a:lnTo>
                  <a:lnTo>
                    <a:pt x="177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1" name="Freeform 466">
              <a:extLst>
                <a:ext uri="{FF2B5EF4-FFF2-40B4-BE49-F238E27FC236}">
                  <a16:creationId xmlns:a16="http://schemas.microsoft.com/office/drawing/2014/main" id="{479FDC69-337D-46B7-BFED-F52EF478F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7288" y="3725863"/>
              <a:ext cx="74613" cy="49213"/>
            </a:xfrm>
            <a:custGeom>
              <a:avLst/>
              <a:gdLst>
                <a:gd name="T0" fmla="*/ 212 w 663"/>
                <a:gd name="T1" fmla="*/ 0 h 429"/>
                <a:gd name="T2" fmla="*/ 376 w 663"/>
                <a:gd name="T3" fmla="*/ 0 h 429"/>
                <a:gd name="T4" fmla="*/ 398 w 663"/>
                <a:gd name="T5" fmla="*/ 3 h 429"/>
                <a:gd name="T6" fmla="*/ 417 w 663"/>
                <a:gd name="T7" fmla="*/ 11 h 429"/>
                <a:gd name="T8" fmla="*/ 434 w 663"/>
                <a:gd name="T9" fmla="*/ 25 h 429"/>
                <a:gd name="T10" fmla="*/ 446 w 663"/>
                <a:gd name="T11" fmla="*/ 41 h 429"/>
                <a:gd name="T12" fmla="*/ 454 w 663"/>
                <a:gd name="T13" fmla="*/ 60 h 429"/>
                <a:gd name="T14" fmla="*/ 456 w 663"/>
                <a:gd name="T15" fmla="*/ 80 h 429"/>
                <a:gd name="T16" fmla="*/ 453 w 663"/>
                <a:gd name="T17" fmla="*/ 103 h 429"/>
                <a:gd name="T18" fmla="*/ 445 w 663"/>
                <a:gd name="T19" fmla="*/ 121 h 429"/>
                <a:gd name="T20" fmla="*/ 433 w 663"/>
                <a:gd name="T21" fmla="*/ 138 h 429"/>
                <a:gd name="T22" fmla="*/ 416 w 663"/>
                <a:gd name="T23" fmla="*/ 150 h 429"/>
                <a:gd name="T24" fmla="*/ 397 w 663"/>
                <a:gd name="T25" fmla="*/ 158 h 429"/>
                <a:gd name="T26" fmla="*/ 376 w 663"/>
                <a:gd name="T27" fmla="*/ 161 h 429"/>
                <a:gd name="T28" fmla="*/ 212 w 663"/>
                <a:gd name="T29" fmla="*/ 161 h 429"/>
                <a:gd name="T30" fmla="*/ 196 w 663"/>
                <a:gd name="T31" fmla="*/ 163 h 429"/>
                <a:gd name="T32" fmla="*/ 180 w 663"/>
                <a:gd name="T33" fmla="*/ 171 h 429"/>
                <a:gd name="T34" fmla="*/ 169 w 663"/>
                <a:gd name="T35" fmla="*/ 183 h 429"/>
                <a:gd name="T36" fmla="*/ 162 w 663"/>
                <a:gd name="T37" fmla="*/ 198 h 429"/>
                <a:gd name="T38" fmla="*/ 159 w 663"/>
                <a:gd name="T39" fmla="*/ 215 h 429"/>
                <a:gd name="T40" fmla="*/ 162 w 663"/>
                <a:gd name="T41" fmla="*/ 232 h 429"/>
                <a:gd name="T42" fmla="*/ 169 w 663"/>
                <a:gd name="T43" fmla="*/ 246 h 429"/>
                <a:gd name="T44" fmla="*/ 180 w 663"/>
                <a:gd name="T45" fmla="*/ 258 h 429"/>
                <a:gd name="T46" fmla="*/ 196 w 663"/>
                <a:gd name="T47" fmla="*/ 266 h 429"/>
                <a:gd name="T48" fmla="*/ 212 w 663"/>
                <a:gd name="T49" fmla="*/ 268 h 429"/>
                <a:gd name="T50" fmla="*/ 582 w 663"/>
                <a:gd name="T51" fmla="*/ 268 h 429"/>
                <a:gd name="T52" fmla="*/ 604 w 663"/>
                <a:gd name="T53" fmla="*/ 271 h 429"/>
                <a:gd name="T54" fmla="*/ 623 w 663"/>
                <a:gd name="T55" fmla="*/ 279 h 429"/>
                <a:gd name="T56" fmla="*/ 640 w 663"/>
                <a:gd name="T57" fmla="*/ 293 h 429"/>
                <a:gd name="T58" fmla="*/ 652 w 663"/>
                <a:gd name="T59" fmla="*/ 309 h 429"/>
                <a:gd name="T60" fmla="*/ 660 w 663"/>
                <a:gd name="T61" fmla="*/ 329 h 429"/>
                <a:gd name="T62" fmla="*/ 663 w 663"/>
                <a:gd name="T63" fmla="*/ 349 h 429"/>
                <a:gd name="T64" fmla="*/ 660 w 663"/>
                <a:gd name="T65" fmla="*/ 371 h 429"/>
                <a:gd name="T66" fmla="*/ 652 w 663"/>
                <a:gd name="T67" fmla="*/ 390 h 429"/>
                <a:gd name="T68" fmla="*/ 639 w 663"/>
                <a:gd name="T69" fmla="*/ 407 h 429"/>
                <a:gd name="T70" fmla="*/ 622 w 663"/>
                <a:gd name="T71" fmla="*/ 419 h 429"/>
                <a:gd name="T72" fmla="*/ 603 w 663"/>
                <a:gd name="T73" fmla="*/ 426 h 429"/>
                <a:gd name="T74" fmla="*/ 582 w 663"/>
                <a:gd name="T75" fmla="*/ 429 h 429"/>
                <a:gd name="T76" fmla="*/ 212 w 663"/>
                <a:gd name="T77" fmla="*/ 429 h 429"/>
                <a:gd name="T78" fmla="*/ 177 w 663"/>
                <a:gd name="T79" fmla="*/ 426 h 429"/>
                <a:gd name="T80" fmla="*/ 145 w 663"/>
                <a:gd name="T81" fmla="*/ 419 h 429"/>
                <a:gd name="T82" fmla="*/ 114 w 663"/>
                <a:gd name="T83" fmla="*/ 406 h 429"/>
                <a:gd name="T84" fmla="*/ 87 w 663"/>
                <a:gd name="T85" fmla="*/ 388 h 429"/>
                <a:gd name="T86" fmla="*/ 62 w 663"/>
                <a:gd name="T87" fmla="*/ 367 h 429"/>
                <a:gd name="T88" fmla="*/ 41 w 663"/>
                <a:gd name="T89" fmla="*/ 342 h 429"/>
                <a:gd name="T90" fmla="*/ 24 w 663"/>
                <a:gd name="T91" fmla="*/ 313 h 429"/>
                <a:gd name="T92" fmla="*/ 11 w 663"/>
                <a:gd name="T93" fmla="*/ 281 h 429"/>
                <a:gd name="T94" fmla="*/ 3 w 663"/>
                <a:gd name="T95" fmla="*/ 247 h 429"/>
                <a:gd name="T96" fmla="*/ 0 w 663"/>
                <a:gd name="T97" fmla="*/ 212 h 429"/>
                <a:gd name="T98" fmla="*/ 3 w 663"/>
                <a:gd name="T99" fmla="*/ 177 h 429"/>
                <a:gd name="T100" fmla="*/ 11 w 663"/>
                <a:gd name="T101" fmla="*/ 144 h 429"/>
                <a:gd name="T102" fmla="*/ 24 w 663"/>
                <a:gd name="T103" fmla="*/ 114 h 429"/>
                <a:gd name="T104" fmla="*/ 41 w 663"/>
                <a:gd name="T105" fmla="*/ 86 h 429"/>
                <a:gd name="T106" fmla="*/ 62 w 663"/>
                <a:gd name="T107" fmla="*/ 62 h 429"/>
                <a:gd name="T108" fmla="*/ 87 w 663"/>
                <a:gd name="T109" fmla="*/ 40 h 429"/>
                <a:gd name="T110" fmla="*/ 114 w 663"/>
                <a:gd name="T111" fmla="*/ 24 h 429"/>
                <a:gd name="T112" fmla="*/ 145 w 663"/>
                <a:gd name="T113" fmla="*/ 10 h 429"/>
                <a:gd name="T114" fmla="*/ 177 w 663"/>
                <a:gd name="T115" fmla="*/ 3 h 429"/>
                <a:gd name="T116" fmla="*/ 212 w 663"/>
                <a:gd name="T117" fmla="*/ 0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63" h="429">
                  <a:moveTo>
                    <a:pt x="212" y="0"/>
                  </a:moveTo>
                  <a:lnTo>
                    <a:pt x="376" y="0"/>
                  </a:lnTo>
                  <a:lnTo>
                    <a:pt x="398" y="3"/>
                  </a:lnTo>
                  <a:lnTo>
                    <a:pt x="417" y="11"/>
                  </a:lnTo>
                  <a:lnTo>
                    <a:pt x="434" y="25"/>
                  </a:lnTo>
                  <a:lnTo>
                    <a:pt x="446" y="41"/>
                  </a:lnTo>
                  <a:lnTo>
                    <a:pt x="454" y="60"/>
                  </a:lnTo>
                  <a:lnTo>
                    <a:pt x="456" y="80"/>
                  </a:lnTo>
                  <a:lnTo>
                    <a:pt x="453" y="103"/>
                  </a:lnTo>
                  <a:lnTo>
                    <a:pt x="445" y="121"/>
                  </a:lnTo>
                  <a:lnTo>
                    <a:pt x="433" y="138"/>
                  </a:lnTo>
                  <a:lnTo>
                    <a:pt x="416" y="150"/>
                  </a:lnTo>
                  <a:lnTo>
                    <a:pt x="397" y="158"/>
                  </a:lnTo>
                  <a:lnTo>
                    <a:pt x="376" y="161"/>
                  </a:lnTo>
                  <a:lnTo>
                    <a:pt x="212" y="161"/>
                  </a:lnTo>
                  <a:lnTo>
                    <a:pt x="196" y="163"/>
                  </a:lnTo>
                  <a:lnTo>
                    <a:pt x="180" y="171"/>
                  </a:lnTo>
                  <a:lnTo>
                    <a:pt x="169" y="183"/>
                  </a:lnTo>
                  <a:lnTo>
                    <a:pt x="162" y="198"/>
                  </a:lnTo>
                  <a:lnTo>
                    <a:pt x="159" y="215"/>
                  </a:lnTo>
                  <a:lnTo>
                    <a:pt x="162" y="232"/>
                  </a:lnTo>
                  <a:lnTo>
                    <a:pt x="169" y="246"/>
                  </a:lnTo>
                  <a:lnTo>
                    <a:pt x="180" y="258"/>
                  </a:lnTo>
                  <a:lnTo>
                    <a:pt x="196" y="266"/>
                  </a:lnTo>
                  <a:lnTo>
                    <a:pt x="212" y="268"/>
                  </a:lnTo>
                  <a:lnTo>
                    <a:pt x="582" y="268"/>
                  </a:lnTo>
                  <a:lnTo>
                    <a:pt x="604" y="271"/>
                  </a:lnTo>
                  <a:lnTo>
                    <a:pt x="623" y="279"/>
                  </a:lnTo>
                  <a:lnTo>
                    <a:pt x="640" y="293"/>
                  </a:lnTo>
                  <a:lnTo>
                    <a:pt x="652" y="309"/>
                  </a:lnTo>
                  <a:lnTo>
                    <a:pt x="660" y="329"/>
                  </a:lnTo>
                  <a:lnTo>
                    <a:pt x="663" y="349"/>
                  </a:lnTo>
                  <a:lnTo>
                    <a:pt x="660" y="371"/>
                  </a:lnTo>
                  <a:lnTo>
                    <a:pt x="652" y="390"/>
                  </a:lnTo>
                  <a:lnTo>
                    <a:pt x="639" y="407"/>
                  </a:lnTo>
                  <a:lnTo>
                    <a:pt x="622" y="419"/>
                  </a:lnTo>
                  <a:lnTo>
                    <a:pt x="603" y="426"/>
                  </a:lnTo>
                  <a:lnTo>
                    <a:pt x="582" y="429"/>
                  </a:lnTo>
                  <a:lnTo>
                    <a:pt x="212" y="429"/>
                  </a:lnTo>
                  <a:lnTo>
                    <a:pt x="177" y="426"/>
                  </a:lnTo>
                  <a:lnTo>
                    <a:pt x="145" y="419"/>
                  </a:lnTo>
                  <a:lnTo>
                    <a:pt x="114" y="406"/>
                  </a:lnTo>
                  <a:lnTo>
                    <a:pt x="87" y="388"/>
                  </a:lnTo>
                  <a:lnTo>
                    <a:pt x="62" y="367"/>
                  </a:lnTo>
                  <a:lnTo>
                    <a:pt x="41" y="342"/>
                  </a:lnTo>
                  <a:lnTo>
                    <a:pt x="24" y="313"/>
                  </a:lnTo>
                  <a:lnTo>
                    <a:pt x="11" y="281"/>
                  </a:lnTo>
                  <a:lnTo>
                    <a:pt x="3" y="247"/>
                  </a:lnTo>
                  <a:lnTo>
                    <a:pt x="0" y="212"/>
                  </a:lnTo>
                  <a:lnTo>
                    <a:pt x="3" y="177"/>
                  </a:lnTo>
                  <a:lnTo>
                    <a:pt x="11" y="144"/>
                  </a:lnTo>
                  <a:lnTo>
                    <a:pt x="24" y="114"/>
                  </a:lnTo>
                  <a:lnTo>
                    <a:pt x="41" y="86"/>
                  </a:lnTo>
                  <a:lnTo>
                    <a:pt x="62" y="62"/>
                  </a:lnTo>
                  <a:lnTo>
                    <a:pt x="87" y="40"/>
                  </a:lnTo>
                  <a:lnTo>
                    <a:pt x="114" y="24"/>
                  </a:lnTo>
                  <a:lnTo>
                    <a:pt x="145" y="10"/>
                  </a:lnTo>
                  <a:lnTo>
                    <a:pt x="177" y="3"/>
                  </a:lnTo>
                  <a:lnTo>
                    <a:pt x="2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2" name="Freeform 467">
              <a:extLst>
                <a:ext uri="{FF2B5EF4-FFF2-40B4-BE49-F238E27FC236}">
                  <a16:creationId xmlns:a16="http://schemas.microsoft.com/office/drawing/2014/main" id="{FEFCAFEE-A80D-4F3D-AC12-8C2813B26A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50151" y="3689351"/>
              <a:ext cx="293688" cy="381000"/>
            </a:xfrm>
            <a:custGeom>
              <a:avLst/>
              <a:gdLst>
                <a:gd name="T0" fmla="*/ 626 w 2594"/>
                <a:gd name="T1" fmla="*/ 2680 h 3373"/>
                <a:gd name="T2" fmla="*/ 607 w 2594"/>
                <a:gd name="T3" fmla="*/ 2758 h 3373"/>
                <a:gd name="T4" fmla="*/ 663 w 2594"/>
                <a:gd name="T5" fmla="*/ 2813 h 3373"/>
                <a:gd name="T6" fmla="*/ 2247 w 2594"/>
                <a:gd name="T7" fmla="*/ 2806 h 3373"/>
                <a:gd name="T8" fmla="*/ 2286 w 2594"/>
                <a:gd name="T9" fmla="*/ 2736 h 3373"/>
                <a:gd name="T10" fmla="*/ 2246 w 2594"/>
                <a:gd name="T11" fmla="*/ 2666 h 3373"/>
                <a:gd name="T12" fmla="*/ 684 w 2594"/>
                <a:gd name="T13" fmla="*/ 1955 h 3373"/>
                <a:gd name="T14" fmla="*/ 614 w 2594"/>
                <a:gd name="T15" fmla="*/ 1996 h 3373"/>
                <a:gd name="T16" fmla="*/ 615 w 2594"/>
                <a:gd name="T17" fmla="*/ 2077 h 3373"/>
                <a:gd name="T18" fmla="*/ 684 w 2594"/>
                <a:gd name="T19" fmla="*/ 2116 h 3373"/>
                <a:gd name="T20" fmla="*/ 2263 w 2594"/>
                <a:gd name="T21" fmla="*/ 2093 h 3373"/>
                <a:gd name="T22" fmla="*/ 2284 w 2594"/>
                <a:gd name="T23" fmla="*/ 2014 h 3373"/>
                <a:gd name="T24" fmla="*/ 2226 w 2594"/>
                <a:gd name="T25" fmla="*/ 1958 h 3373"/>
                <a:gd name="T26" fmla="*/ 662 w 2594"/>
                <a:gd name="T27" fmla="*/ 1254 h 3373"/>
                <a:gd name="T28" fmla="*/ 607 w 2594"/>
                <a:gd name="T29" fmla="*/ 1311 h 3373"/>
                <a:gd name="T30" fmla="*/ 627 w 2594"/>
                <a:gd name="T31" fmla="*/ 1390 h 3373"/>
                <a:gd name="T32" fmla="*/ 2206 w 2594"/>
                <a:gd name="T33" fmla="*/ 1412 h 3373"/>
                <a:gd name="T34" fmla="*/ 2276 w 2594"/>
                <a:gd name="T35" fmla="*/ 1373 h 3373"/>
                <a:gd name="T36" fmla="*/ 2275 w 2594"/>
                <a:gd name="T37" fmla="*/ 1291 h 3373"/>
                <a:gd name="T38" fmla="*/ 2206 w 2594"/>
                <a:gd name="T39" fmla="*/ 1252 h 3373"/>
                <a:gd name="T40" fmla="*/ 643 w 2594"/>
                <a:gd name="T41" fmla="*/ 562 h 3373"/>
                <a:gd name="T42" fmla="*/ 604 w 2594"/>
                <a:gd name="T43" fmla="*/ 631 h 3373"/>
                <a:gd name="T44" fmla="*/ 644 w 2594"/>
                <a:gd name="T45" fmla="*/ 701 h 3373"/>
                <a:gd name="T46" fmla="*/ 2227 w 2594"/>
                <a:gd name="T47" fmla="*/ 709 h 3373"/>
                <a:gd name="T48" fmla="*/ 2284 w 2594"/>
                <a:gd name="T49" fmla="*/ 652 h 3373"/>
                <a:gd name="T50" fmla="*/ 2262 w 2594"/>
                <a:gd name="T51" fmla="*/ 573 h 3373"/>
                <a:gd name="T52" fmla="*/ 684 w 2594"/>
                <a:gd name="T53" fmla="*/ 551 h 3373"/>
                <a:gd name="T54" fmla="*/ 0 w 2594"/>
                <a:gd name="T55" fmla="*/ 3373 h 3373"/>
                <a:gd name="T56" fmla="*/ 282 w 2594"/>
                <a:gd name="T57" fmla="*/ 3179 h 3373"/>
                <a:gd name="T58" fmla="*/ 400 w 2594"/>
                <a:gd name="T59" fmla="*/ 3093 h 3373"/>
                <a:gd name="T60" fmla="*/ 445 w 2594"/>
                <a:gd name="T61" fmla="*/ 2953 h 3373"/>
                <a:gd name="T62" fmla="*/ 406 w 2594"/>
                <a:gd name="T63" fmla="*/ 2822 h 3373"/>
                <a:gd name="T64" fmla="*/ 303 w 2594"/>
                <a:gd name="T65" fmla="*/ 2736 h 3373"/>
                <a:gd name="T66" fmla="*/ 239 w 2594"/>
                <a:gd name="T67" fmla="*/ 2698 h 3373"/>
                <a:gd name="T68" fmla="*/ 212 w 2594"/>
                <a:gd name="T69" fmla="*/ 2578 h 3373"/>
                <a:gd name="T70" fmla="*/ 109 w 2594"/>
                <a:gd name="T71" fmla="*/ 2476 h 3373"/>
                <a:gd name="T72" fmla="*/ 0 w 2594"/>
                <a:gd name="T73" fmla="*/ 2434 h 3373"/>
                <a:gd name="T74" fmla="*/ 316 w 2594"/>
                <a:gd name="T75" fmla="*/ 2407 h 3373"/>
                <a:gd name="T76" fmla="*/ 419 w 2594"/>
                <a:gd name="T77" fmla="*/ 2305 h 3373"/>
                <a:gd name="T78" fmla="*/ 443 w 2594"/>
                <a:gd name="T79" fmla="*/ 2160 h 3373"/>
                <a:gd name="T80" fmla="*/ 385 w 2594"/>
                <a:gd name="T81" fmla="*/ 2039 h 3373"/>
                <a:gd name="T82" fmla="*/ 271 w 2594"/>
                <a:gd name="T83" fmla="*/ 1968 h 3373"/>
                <a:gd name="T84" fmla="*/ 239 w 2594"/>
                <a:gd name="T85" fmla="*/ 1931 h 3373"/>
                <a:gd name="T86" fmla="*/ 193 w 2594"/>
                <a:gd name="T87" fmla="*/ 1790 h 3373"/>
                <a:gd name="T88" fmla="*/ 75 w 2594"/>
                <a:gd name="T89" fmla="*/ 1705 h 3373"/>
                <a:gd name="T90" fmla="*/ 207 w 2594"/>
                <a:gd name="T91" fmla="*/ 1677 h 3373"/>
                <a:gd name="T92" fmla="*/ 347 w 2594"/>
                <a:gd name="T93" fmla="*/ 1631 h 3373"/>
                <a:gd name="T94" fmla="*/ 434 w 2594"/>
                <a:gd name="T95" fmla="*/ 1514 h 3373"/>
                <a:gd name="T96" fmla="*/ 435 w 2594"/>
                <a:gd name="T97" fmla="*/ 1369 h 3373"/>
                <a:gd name="T98" fmla="*/ 360 w 2594"/>
                <a:gd name="T99" fmla="*/ 1258 h 3373"/>
                <a:gd name="T100" fmla="*/ 236 w 2594"/>
                <a:gd name="T101" fmla="*/ 1204 h 3373"/>
                <a:gd name="T102" fmla="*/ 236 w 2594"/>
                <a:gd name="T103" fmla="*/ 1135 h 3373"/>
                <a:gd name="T104" fmla="*/ 169 w 2594"/>
                <a:gd name="T105" fmla="*/ 1006 h 3373"/>
                <a:gd name="T106" fmla="*/ 39 w 2594"/>
                <a:gd name="T107" fmla="*/ 939 h 3373"/>
                <a:gd name="T108" fmla="*/ 245 w 2594"/>
                <a:gd name="T109" fmla="*/ 919 h 3373"/>
                <a:gd name="T110" fmla="*/ 375 w 2594"/>
                <a:gd name="T111" fmla="*/ 853 h 3373"/>
                <a:gd name="T112" fmla="*/ 442 w 2594"/>
                <a:gd name="T113" fmla="*/ 723 h 3373"/>
                <a:gd name="T114" fmla="*/ 422 w 2594"/>
                <a:gd name="T115" fmla="*/ 584 h 3373"/>
                <a:gd name="T116" fmla="*/ 334 w 2594"/>
                <a:gd name="T117" fmla="*/ 484 h 3373"/>
                <a:gd name="T118" fmla="*/ 238 w 2594"/>
                <a:gd name="T119" fmla="*/ 439 h 3373"/>
                <a:gd name="T120" fmla="*/ 227 w 2594"/>
                <a:gd name="T121" fmla="*/ 344 h 3373"/>
                <a:gd name="T122" fmla="*/ 141 w 2594"/>
                <a:gd name="T123" fmla="*/ 227 h 3373"/>
                <a:gd name="T124" fmla="*/ 0 w 2594"/>
                <a:gd name="T125" fmla="*/ 182 h 3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94" h="3373">
                  <a:moveTo>
                    <a:pt x="684" y="2655"/>
                  </a:moveTo>
                  <a:lnTo>
                    <a:pt x="662" y="2658"/>
                  </a:lnTo>
                  <a:lnTo>
                    <a:pt x="643" y="2667"/>
                  </a:lnTo>
                  <a:lnTo>
                    <a:pt x="626" y="2680"/>
                  </a:lnTo>
                  <a:lnTo>
                    <a:pt x="614" y="2696"/>
                  </a:lnTo>
                  <a:lnTo>
                    <a:pt x="607" y="2716"/>
                  </a:lnTo>
                  <a:lnTo>
                    <a:pt x="604" y="2736"/>
                  </a:lnTo>
                  <a:lnTo>
                    <a:pt x="607" y="2758"/>
                  </a:lnTo>
                  <a:lnTo>
                    <a:pt x="615" y="2777"/>
                  </a:lnTo>
                  <a:lnTo>
                    <a:pt x="627" y="2794"/>
                  </a:lnTo>
                  <a:lnTo>
                    <a:pt x="644" y="2806"/>
                  </a:lnTo>
                  <a:lnTo>
                    <a:pt x="663" y="2813"/>
                  </a:lnTo>
                  <a:lnTo>
                    <a:pt x="684" y="2816"/>
                  </a:lnTo>
                  <a:lnTo>
                    <a:pt x="2206" y="2816"/>
                  </a:lnTo>
                  <a:lnTo>
                    <a:pt x="2227" y="2814"/>
                  </a:lnTo>
                  <a:lnTo>
                    <a:pt x="2247" y="2806"/>
                  </a:lnTo>
                  <a:lnTo>
                    <a:pt x="2263" y="2794"/>
                  </a:lnTo>
                  <a:lnTo>
                    <a:pt x="2276" y="2777"/>
                  </a:lnTo>
                  <a:lnTo>
                    <a:pt x="2283" y="2758"/>
                  </a:lnTo>
                  <a:lnTo>
                    <a:pt x="2286" y="2736"/>
                  </a:lnTo>
                  <a:lnTo>
                    <a:pt x="2284" y="2715"/>
                  </a:lnTo>
                  <a:lnTo>
                    <a:pt x="2275" y="2695"/>
                  </a:lnTo>
                  <a:lnTo>
                    <a:pt x="2262" y="2679"/>
                  </a:lnTo>
                  <a:lnTo>
                    <a:pt x="2246" y="2666"/>
                  </a:lnTo>
                  <a:lnTo>
                    <a:pt x="2226" y="2658"/>
                  </a:lnTo>
                  <a:lnTo>
                    <a:pt x="2206" y="2655"/>
                  </a:lnTo>
                  <a:lnTo>
                    <a:pt x="684" y="2655"/>
                  </a:lnTo>
                  <a:close/>
                  <a:moveTo>
                    <a:pt x="684" y="1955"/>
                  </a:moveTo>
                  <a:lnTo>
                    <a:pt x="662" y="1958"/>
                  </a:lnTo>
                  <a:lnTo>
                    <a:pt x="643" y="1966"/>
                  </a:lnTo>
                  <a:lnTo>
                    <a:pt x="626" y="1979"/>
                  </a:lnTo>
                  <a:lnTo>
                    <a:pt x="614" y="1996"/>
                  </a:lnTo>
                  <a:lnTo>
                    <a:pt x="607" y="2014"/>
                  </a:lnTo>
                  <a:lnTo>
                    <a:pt x="604" y="2036"/>
                  </a:lnTo>
                  <a:lnTo>
                    <a:pt x="607" y="2057"/>
                  </a:lnTo>
                  <a:lnTo>
                    <a:pt x="615" y="2077"/>
                  </a:lnTo>
                  <a:lnTo>
                    <a:pt x="627" y="2093"/>
                  </a:lnTo>
                  <a:lnTo>
                    <a:pt x="644" y="2106"/>
                  </a:lnTo>
                  <a:lnTo>
                    <a:pt x="663" y="2113"/>
                  </a:lnTo>
                  <a:lnTo>
                    <a:pt x="684" y="2116"/>
                  </a:lnTo>
                  <a:lnTo>
                    <a:pt x="2206" y="2116"/>
                  </a:lnTo>
                  <a:lnTo>
                    <a:pt x="2227" y="2113"/>
                  </a:lnTo>
                  <a:lnTo>
                    <a:pt x="2247" y="2106"/>
                  </a:lnTo>
                  <a:lnTo>
                    <a:pt x="2263" y="2093"/>
                  </a:lnTo>
                  <a:lnTo>
                    <a:pt x="2276" y="2077"/>
                  </a:lnTo>
                  <a:lnTo>
                    <a:pt x="2283" y="2057"/>
                  </a:lnTo>
                  <a:lnTo>
                    <a:pt x="2286" y="2036"/>
                  </a:lnTo>
                  <a:lnTo>
                    <a:pt x="2284" y="2014"/>
                  </a:lnTo>
                  <a:lnTo>
                    <a:pt x="2275" y="1995"/>
                  </a:lnTo>
                  <a:lnTo>
                    <a:pt x="2262" y="1978"/>
                  </a:lnTo>
                  <a:lnTo>
                    <a:pt x="2246" y="1966"/>
                  </a:lnTo>
                  <a:lnTo>
                    <a:pt x="2226" y="1958"/>
                  </a:lnTo>
                  <a:lnTo>
                    <a:pt x="2206" y="1955"/>
                  </a:lnTo>
                  <a:lnTo>
                    <a:pt x="684" y="1955"/>
                  </a:lnTo>
                  <a:close/>
                  <a:moveTo>
                    <a:pt x="684" y="1252"/>
                  </a:moveTo>
                  <a:lnTo>
                    <a:pt x="662" y="1254"/>
                  </a:lnTo>
                  <a:lnTo>
                    <a:pt x="643" y="1262"/>
                  </a:lnTo>
                  <a:lnTo>
                    <a:pt x="626" y="1275"/>
                  </a:lnTo>
                  <a:lnTo>
                    <a:pt x="614" y="1291"/>
                  </a:lnTo>
                  <a:lnTo>
                    <a:pt x="607" y="1311"/>
                  </a:lnTo>
                  <a:lnTo>
                    <a:pt x="604" y="1332"/>
                  </a:lnTo>
                  <a:lnTo>
                    <a:pt x="607" y="1354"/>
                  </a:lnTo>
                  <a:lnTo>
                    <a:pt x="615" y="1373"/>
                  </a:lnTo>
                  <a:lnTo>
                    <a:pt x="627" y="1390"/>
                  </a:lnTo>
                  <a:lnTo>
                    <a:pt x="644" y="1402"/>
                  </a:lnTo>
                  <a:lnTo>
                    <a:pt x="663" y="1410"/>
                  </a:lnTo>
                  <a:lnTo>
                    <a:pt x="684" y="1412"/>
                  </a:lnTo>
                  <a:lnTo>
                    <a:pt x="2206" y="1412"/>
                  </a:lnTo>
                  <a:lnTo>
                    <a:pt x="2227" y="1410"/>
                  </a:lnTo>
                  <a:lnTo>
                    <a:pt x="2247" y="1402"/>
                  </a:lnTo>
                  <a:lnTo>
                    <a:pt x="2263" y="1390"/>
                  </a:lnTo>
                  <a:lnTo>
                    <a:pt x="2276" y="1373"/>
                  </a:lnTo>
                  <a:lnTo>
                    <a:pt x="2284" y="1354"/>
                  </a:lnTo>
                  <a:lnTo>
                    <a:pt x="2286" y="1332"/>
                  </a:lnTo>
                  <a:lnTo>
                    <a:pt x="2284" y="1311"/>
                  </a:lnTo>
                  <a:lnTo>
                    <a:pt x="2275" y="1291"/>
                  </a:lnTo>
                  <a:lnTo>
                    <a:pt x="2262" y="1275"/>
                  </a:lnTo>
                  <a:lnTo>
                    <a:pt x="2246" y="1262"/>
                  </a:lnTo>
                  <a:lnTo>
                    <a:pt x="2226" y="1254"/>
                  </a:lnTo>
                  <a:lnTo>
                    <a:pt x="2206" y="1252"/>
                  </a:lnTo>
                  <a:lnTo>
                    <a:pt x="684" y="1252"/>
                  </a:lnTo>
                  <a:close/>
                  <a:moveTo>
                    <a:pt x="684" y="551"/>
                  </a:moveTo>
                  <a:lnTo>
                    <a:pt x="662" y="554"/>
                  </a:lnTo>
                  <a:lnTo>
                    <a:pt x="643" y="562"/>
                  </a:lnTo>
                  <a:lnTo>
                    <a:pt x="626" y="574"/>
                  </a:lnTo>
                  <a:lnTo>
                    <a:pt x="614" y="591"/>
                  </a:lnTo>
                  <a:lnTo>
                    <a:pt x="607" y="610"/>
                  </a:lnTo>
                  <a:lnTo>
                    <a:pt x="604" y="631"/>
                  </a:lnTo>
                  <a:lnTo>
                    <a:pt x="607" y="652"/>
                  </a:lnTo>
                  <a:lnTo>
                    <a:pt x="615" y="672"/>
                  </a:lnTo>
                  <a:lnTo>
                    <a:pt x="627" y="688"/>
                  </a:lnTo>
                  <a:lnTo>
                    <a:pt x="644" y="701"/>
                  </a:lnTo>
                  <a:lnTo>
                    <a:pt x="663" y="709"/>
                  </a:lnTo>
                  <a:lnTo>
                    <a:pt x="684" y="712"/>
                  </a:lnTo>
                  <a:lnTo>
                    <a:pt x="2206" y="712"/>
                  </a:lnTo>
                  <a:lnTo>
                    <a:pt x="2227" y="709"/>
                  </a:lnTo>
                  <a:lnTo>
                    <a:pt x="2247" y="701"/>
                  </a:lnTo>
                  <a:lnTo>
                    <a:pt x="2263" y="688"/>
                  </a:lnTo>
                  <a:lnTo>
                    <a:pt x="2276" y="672"/>
                  </a:lnTo>
                  <a:lnTo>
                    <a:pt x="2284" y="652"/>
                  </a:lnTo>
                  <a:lnTo>
                    <a:pt x="2286" y="631"/>
                  </a:lnTo>
                  <a:lnTo>
                    <a:pt x="2284" y="609"/>
                  </a:lnTo>
                  <a:lnTo>
                    <a:pt x="2275" y="590"/>
                  </a:lnTo>
                  <a:lnTo>
                    <a:pt x="2262" y="573"/>
                  </a:lnTo>
                  <a:lnTo>
                    <a:pt x="2246" y="561"/>
                  </a:lnTo>
                  <a:lnTo>
                    <a:pt x="2226" y="553"/>
                  </a:lnTo>
                  <a:lnTo>
                    <a:pt x="2206" y="551"/>
                  </a:lnTo>
                  <a:lnTo>
                    <a:pt x="684" y="551"/>
                  </a:lnTo>
                  <a:close/>
                  <a:moveTo>
                    <a:pt x="0" y="0"/>
                  </a:moveTo>
                  <a:lnTo>
                    <a:pt x="2594" y="0"/>
                  </a:lnTo>
                  <a:lnTo>
                    <a:pt x="2594" y="3373"/>
                  </a:lnTo>
                  <a:lnTo>
                    <a:pt x="0" y="3373"/>
                  </a:lnTo>
                  <a:lnTo>
                    <a:pt x="0" y="3191"/>
                  </a:lnTo>
                  <a:lnTo>
                    <a:pt x="207" y="3191"/>
                  </a:lnTo>
                  <a:lnTo>
                    <a:pt x="245" y="3188"/>
                  </a:lnTo>
                  <a:lnTo>
                    <a:pt x="282" y="3179"/>
                  </a:lnTo>
                  <a:lnTo>
                    <a:pt x="316" y="3164"/>
                  </a:lnTo>
                  <a:lnTo>
                    <a:pt x="347" y="3145"/>
                  </a:lnTo>
                  <a:lnTo>
                    <a:pt x="375" y="3121"/>
                  </a:lnTo>
                  <a:lnTo>
                    <a:pt x="400" y="3093"/>
                  </a:lnTo>
                  <a:lnTo>
                    <a:pt x="419" y="3062"/>
                  </a:lnTo>
                  <a:lnTo>
                    <a:pt x="434" y="3028"/>
                  </a:lnTo>
                  <a:lnTo>
                    <a:pt x="442" y="2991"/>
                  </a:lnTo>
                  <a:lnTo>
                    <a:pt x="445" y="2953"/>
                  </a:lnTo>
                  <a:lnTo>
                    <a:pt x="443" y="2917"/>
                  </a:lnTo>
                  <a:lnTo>
                    <a:pt x="435" y="2884"/>
                  </a:lnTo>
                  <a:lnTo>
                    <a:pt x="422" y="2852"/>
                  </a:lnTo>
                  <a:lnTo>
                    <a:pt x="406" y="2822"/>
                  </a:lnTo>
                  <a:lnTo>
                    <a:pt x="385" y="2796"/>
                  </a:lnTo>
                  <a:lnTo>
                    <a:pt x="360" y="2772"/>
                  </a:lnTo>
                  <a:lnTo>
                    <a:pt x="334" y="2753"/>
                  </a:lnTo>
                  <a:lnTo>
                    <a:pt x="303" y="2736"/>
                  </a:lnTo>
                  <a:lnTo>
                    <a:pt x="271" y="2725"/>
                  </a:lnTo>
                  <a:lnTo>
                    <a:pt x="236" y="2718"/>
                  </a:lnTo>
                  <a:lnTo>
                    <a:pt x="238" y="2707"/>
                  </a:lnTo>
                  <a:lnTo>
                    <a:pt x="239" y="2698"/>
                  </a:lnTo>
                  <a:lnTo>
                    <a:pt x="239" y="2688"/>
                  </a:lnTo>
                  <a:lnTo>
                    <a:pt x="236" y="2649"/>
                  </a:lnTo>
                  <a:lnTo>
                    <a:pt x="227" y="2613"/>
                  </a:lnTo>
                  <a:lnTo>
                    <a:pt x="212" y="2578"/>
                  </a:lnTo>
                  <a:lnTo>
                    <a:pt x="193" y="2547"/>
                  </a:lnTo>
                  <a:lnTo>
                    <a:pt x="169" y="2519"/>
                  </a:lnTo>
                  <a:lnTo>
                    <a:pt x="141" y="2496"/>
                  </a:lnTo>
                  <a:lnTo>
                    <a:pt x="109" y="2476"/>
                  </a:lnTo>
                  <a:lnTo>
                    <a:pt x="75" y="2462"/>
                  </a:lnTo>
                  <a:lnTo>
                    <a:pt x="39" y="2453"/>
                  </a:lnTo>
                  <a:lnTo>
                    <a:pt x="0" y="2450"/>
                  </a:lnTo>
                  <a:lnTo>
                    <a:pt x="0" y="2434"/>
                  </a:lnTo>
                  <a:lnTo>
                    <a:pt x="207" y="2434"/>
                  </a:lnTo>
                  <a:lnTo>
                    <a:pt x="245" y="2431"/>
                  </a:lnTo>
                  <a:lnTo>
                    <a:pt x="282" y="2422"/>
                  </a:lnTo>
                  <a:lnTo>
                    <a:pt x="316" y="2407"/>
                  </a:lnTo>
                  <a:lnTo>
                    <a:pt x="347" y="2388"/>
                  </a:lnTo>
                  <a:lnTo>
                    <a:pt x="375" y="2364"/>
                  </a:lnTo>
                  <a:lnTo>
                    <a:pt x="400" y="2336"/>
                  </a:lnTo>
                  <a:lnTo>
                    <a:pt x="419" y="2305"/>
                  </a:lnTo>
                  <a:lnTo>
                    <a:pt x="434" y="2271"/>
                  </a:lnTo>
                  <a:lnTo>
                    <a:pt x="442" y="2234"/>
                  </a:lnTo>
                  <a:lnTo>
                    <a:pt x="445" y="2196"/>
                  </a:lnTo>
                  <a:lnTo>
                    <a:pt x="443" y="2160"/>
                  </a:lnTo>
                  <a:lnTo>
                    <a:pt x="435" y="2126"/>
                  </a:lnTo>
                  <a:lnTo>
                    <a:pt x="422" y="2095"/>
                  </a:lnTo>
                  <a:lnTo>
                    <a:pt x="406" y="2065"/>
                  </a:lnTo>
                  <a:lnTo>
                    <a:pt x="385" y="2039"/>
                  </a:lnTo>
                  <a:lnTo>
                    <a:pt x="360" y="2015"/>
                  </a:lnTo>
                  <a:lnTo>
                    <a:pt x="334" y="1996"/>
                  </a:lnTo>
                  <a:lnTo>
                    <a:pt x="303" y="1979"/>
                  </a:lnTo>
                  <a:lnTo>
                    <a:pt x="271" y="1968"/>
                  </a:lnTo>
                  <a:lnTo>
                    <a:pt x="236" y="1961"/>
                  </a:lnTo>
                  <a:lnTo>
                    <a:pt x="238" y="1950"/>
                  </a:lnTo>
                  <a:lnTo>
                    <a:pt x="239" y="1941"/>
                  </a:lnTo>
                  <a:lnTo>
                    <a:pt x="239" y="1931"/>
                  </a:lnTo>
                  <a:lnTo>
                    <a:pt x="236" y="1892"/>
                  </a:lnTo>
                  <a:lnTo>
                    <a:pt x="227" y="1856"/>
                  </a:lnTo>
                  <a:lnTo>
                    <a:pt x="212" y="1821"/>
                  </a:lnTo>
                  <a:lnTo>
                    <a:pt x="193" y="1790"/>
                  </a:lnTo>
                  <a:lnTo>
                    <a:pt x="169" y="1763"/>
                  </a:lnTo>
                  <a:lnTo>
                    <a:pt x="141" y="1739"/>
                  </a:lnTo>
                  <a:lnTo>
                    <a:pt x="109" y="1719"/>
                  </a:lnTo>
                  <a:lnTo>
                    <a:pt x="75" y="1705"/>
                  </a:lnTo>
                  <a:lnTo>
                    <a:pt x="39" y="1696"/>
                  </a:lnTo>
                  <a:lnTo>
                    <a:pt x="0" y="1693"/>
                  </a:lnTo>
                  <a:lnTo>
                    <a:pt x="0" y="1677"/>
                  </a:lnTo>
                  <a:lnTo>
                    <a:pt x="207" y="1677"/>
                  </a:lnTo>
                  <a:lnTo>
                    <a:pt x="245" y="1674"/>
                  </a:lnTo>
                  <a:lnTo>
                    <a:pt x="282" y="1665"/>
                  </a:lnTo>
                  <a:lnTo>
                    <a:pt x="316" y="1651"/>
                  </a:lnTo>
                  <a:lnTo>
                    <a:pt x="347" y="1631"/>
                  </a:lnTo>
                  <a:lnTo>
                    <a:pt x="375" y="1606"/>
                  </a:lnTo>
                  <a:lnTo>
                    <a:pt x="400" y="1579"/>
                  </a:lnTo>
                  <a:lnTo>
                    <a:pt x="419" y="1548"/>
                  </a:lnTo>
                  <a:lnTo>
                    <a:pt x="434" y="1514"/>
                  </a:lnTo>
                  <a:lnTo>
                    <a:pt x="442" y="1477"/>
                  </a:lnTo>
                  <a:lnTo>
                    <a:pt x="445" y="1439"/>
                  </a:lnTo>
                  <a:lnTo>
                    <a:pt x="443" y="1403"/>
                  </a:lnTo>
                  <a:lnTo>
                    <a:pt x="435" y="1369"/>
                  </a:lnTo>
                  <a:lnTo>
                    <a:pt x="422" y="1337"/>
                  </a:lnTo>
                  <a:lnTo>
                    <a:pt x="406" y="1309"/>
                  </a:lnTo>
                  <a:lnTo>
                    <a:pt x="385" y="1282"/>
                  </a:lnTo>
                  <a:lnTo>
                    <a:pt x="360" y="1258"/>
                  </a:lnTo>
                  <a:lnTo>
                    <a:pt x="334" y="1239"/>
                  </a:lnTo>
                  <a:lnTo>
                    <a:pt x="303" y="1222"/>
                  </a:lnTo>
                  <a:lnTo>
                    <a:pt x="271" y="1211"/>
                  </a:lnTo>
                  <a:lnTo>
                    <a:pt x="236" y="1204"/>
                  </a:lnTo>
                  <a:lnTo>
                    <a:pt x="238" y="1194"/>
                  </a:lnTo>
                  <a:lnTo>
                    <a:pt x="239" y="1184"/>
                  </a:lnTo>
                  <a:lnTo>
                    <a:pt x="239" y="1174"/>
                  </a:lnTo>
                  <a:lnTo>
                    <a:pt x="236" y="1135"/>
                  </a:lnTo>
                  <a:lnTo>
                    <a:pt x="227" y="1099"/>
                  </a:lnTo>
                  <a:lnTo>
                    <a:pt x="212" y="1064"/>
                  </a:lnTo>
                  <a:lnTo>
                    <a:pt x="193" y="1033"/>
                  </a:lnTo>
                  <a:lnTo>
                    <a:pt x="169" y="1006"/>
                  </a:lnTo>
                  <a:lnTo>
                    <a:pt x="141" y="982"/>
                  </a:lnTo>
                  <a:lnTo>
                    <a:pt x="109" y="962"/>
                  </a:lnTo>
                  <a:lnTo>
                    <a:pt x="75" y="948"/>
                  </a:lnTo>
                  <a:lnTo>
                    <a:pt x="39" y="939"/>
                  </a:lnTo>
                  <a:lnTo>
                    <a:pt x="0" y="936"/>
                  </a:lnTo>
                  <a:lnTo>
                    <a:pt x="0" y="922"/>
                  </a:lnTo>
                  <a:lnTo>
                    <a:pt x="207" y="922"/>
                  </a:lnTo>
                  <a:lnTo>
                    <a:pt x="245" y="919"/>
                  </a:lnTo>
                  <a:lnTo>
                    <a:pt x="282" y="910"/>
                  </a:lnTo>
                  <a:lnTo>
                    <a:pt x="316" y="896"/>
                  </a:lnTo>
                  <a:lnTo>
                    <a:pt x="347" y="876"/>
                  </a:lnTo>
                  <a:lnTo>
                    <a:pt x="375" y="853"/>
                  </a:lnTo>
                  <a:lnTo>
                    <a:pt x="400" y="825"/>
                  </a:lnTo>
                  <a:lnTo>
                    <a:pt x="419" y="794"/>
                  </a:lnTo>
                  <a:lnTo>
                    <a:pt x="434" y="759"/>
                  </a:lnTo>
                  <a:lnTo>
                    <a:pt x="442" y="723"/>
                  </a:lnTo>
                  <a:lnTo>
                    <a:pt x="445" y="684"/>
                  </a:lnTo>
                  <a:lnTo>
                    <a:pt x="443" y="649"/>
                  </a:lnTo>
                  <a:lnTo>
                    <a:pt x="435" y="615"/>
                  </a:lnTo>
                  <a:lnTo>
                    <a:pt x="422" y="584"/>
                  </a:lnTo>
                  <a:lnTo>
                    <a:pt x="406" y="555"/>
                  </a:lnTo>
                  <a:lnTo>
                    <a:pt x="385" y="528"/>
                  </a:lnTo>
                  <a:lnTo>
                    <a:pt x="360" y="504"/>
                  </a:lnTo>
                  <a:lnTo>
                    <a:pt x="334" y="484"/>
                  </a:lnTo>
                  <a:lnTo>
                    <a:pt x="303" y="469"/>
                  </a:lnTo>
                  <a:lnTo>
                    <a:pt x="271" y="456"/>
                  </a:lnTo>
                  <a:lnTo>
                    <a:pt x="236" y="449"/>
                  </a:lnTo>
                  <a:lnTo>
                    <a:pt x="238" y="439"/>
                  </a:lnTo>
                  <a:lnTo>
                    <a:pt x="239" y="429"/>
                  </a:lnTo>
                  <a:lnTo>
                    <a:pt x="239" y="419"/>
                  </a:lnTo>
                  <a:lnTo>
                    <a:pt x="236" y="381"/>
                  </a:lnTo>
                  <a:lnTo>
                    <a:pt x="227" y="344"/>
                  </a:lnTo>
                  <a:lnTo>
                    <a:pt x="212" y="310"/>
                  </a:lnTo>
                  <a:lnTo>
                    <a:pt x="193" y="280"/>
                  </a:lnTo>
                  <a:lnTo>
                    <a:pt x="169" y="252"/>
                  </a:lnTo>
                  <a:lnTo>
                    <a:pt x="141" y="227"/>
                  </a:lnTo>
                  <a:lnTo>
                    <a:pt x="109" y="208"/>
                  </a:lnTo>
                  <a:lnTo>
                    <a:pt x="75" y="193"/>
                  </a:lnTo>
                  <a:lnTo>
                    <a:pt x="39" y="185"/>
                  </a:lnTo>
                  <a:lnTo>
                    <a:pt x="0" y="18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0A195FA0-7667-46AD-8667-88E90C6DC39A}"/>
              </a:ext>
            </a:extLst>
          </p:cNvPr>
          <p:cNvGrpSpPr/>
          <p:nvPr/>
        </p:nvGrpSpPr>
        <p:grpSpPr>
          <a:xfrm>
            <a:off x="9958307" y="2758063"/>
            <a:ext cx="216347" cy="309068"/>
            <a:chOff x="8697913" y="3683000"/>
            <a:chExt cx="266700" cy="38100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04" name="Freeform 477">
              <a:extLst>
                <a:ext uri="{FF2B5EF4-FFF2-40B4-BE49-F238E27FC236}">
                  <a16:creationId xmlns:a16="http://schemas.microsoft.com/office/drawing/2014/main" id="{156CE6D6-F1FC-464A-AFB2-B05AC0365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5538" y="3683000"/>
              <a:ext cx="17462" cy="74613"/>
            </a:xfrm>
            <a:custGeom>
              <a:avLst/>
              <a:gdLst>
                <a:gd name="T0" fmla="*/ 75 w 150"/>
                <a:gd name="T1" fmla="*/ 0 h 662"/>
                <a:gd name="T2" fmla="*/ 96 w 150"/>
                <a:gd name="T3" fmla="*/ 2 h 662"/>
                <a:gd name="T4" fmla="*/ 114 w 150"/>
                <a:gd name="T5" fmla="*/ 10 h 662"/>
                <a:gd name="T6" fmla="*/ 128 w 150"/>
                <a:gd name="T7" fmla="*/ 23 h 662"/>
                <a:gd name="T8" fmla="*/ 141 w 150"/>
                <a:gd name="T9" fmla="*/ 38 h 662"/>
                <a:gd name="T10" fmla="*/ 148 w 150"/>
                <a:gd name="T11" fmla="*/ 55 h 662"/>
                <a:gd name="T12" fmla="*/ 150 w 150"/>
                <a:gd name="T13" fmla="*/ 75 h 662"/>
                <a:gd name="T14" fmla="*/ 150 w 150"/>
                <a:gd name="T15" fmla="*/ 587 h 662"/>
                <a:gd name="T16" fmla="*/ 148 w 150"/>
                <a:gd name="T17" fmla="*/ 607 h 662"/>
                <a:gd name="T18" fmla="*/ 140 w 150"/>
                <a:gd name="T19" fmla="*/ 626 h 662"/>
                <a:gd name="T20" fmla="*/ 127 w 150"/>
                <a:gd name="T21" fmla="*/ 640 h 662"/>
                <a:gd name="T22" fmla="*/ 112 w 150"/>
                <a:gd name="T23" fmla="*/ 652 h 662"/>
                <a:gd name="T24" fmla="*/ 95 w 150"/>
                <a:gd name="T25" fmla="*/ 660 h 662"/>
                <a:gd name="T26" fmla="*/ 75 w 150"/>
                <a:gd name="T27" fmla="*/ 662 h 662"/>
                <a:gd name="T28" fmla="*/ 56 w 150"/>
                <a:gd name="T29" fmla="*/ 660 h 662"/>
                <a:gd name="T30" fmla="*/ 38 w 150"/>
                <a:gd name="T31" fmla="*/ 651 h 662"/>
                <a:gd name="T32" fmla="*/ 24 w 150"/>
                <a:gd name="T33" fmla="*/ 639 h 662"/>
                <a:gd name="T34" fmla="*/ 12 w 150"/>
                <a:gd name="T35" fmla="*/ 624 h 662"/>
                <a:gd name="T36" fmla="*/ 4 w 150"/>
                <a:gd name="T37" fmla="*/ 606 h 662"/>
                <a:gd name="T38" fmla="*/ 0 w 150"/>
                <a:gd name="T39" fmla="*/ 587 h 662"/>
                <a:gd name="T40" fmla="*/ 0 w 150"/>
                <a:gd name="T41" fmla="*/ 75 h 662"/>
                <a:gd name="T42" fmla="*/ 3 w 150"/>
                <a:gd name="T43" fmla="*/ 54 h 662"/>
                <a:gd name="T44" fmla="*/ 11 w 150"/>
                <a:gd name="T45" fmla="*/ 36 h 662"/>
                <a:gd name="T46" fmla="*/ 23 w 150"/>
                <a:gd name="T47" fmla="*/ 22 h 662"/>
                <a:gd name="T48" fmla="*/ 38 w 150"/>
                <a:gd name="T49" fmla="*/ 9 h 662"/>
                <a:gd name="T50" fmla="*/ 56 w 150"/>
                <a:gd name="T51" fmla="*/ 2 h 662"/>
                <a:gd name="T52" fmla="*/ 75 w 150"/>
                <a:gd name="T53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662">
                  <a:moveTo>
                    <a:pt x="75" y="0"/>
                  </a:moveTo>
                  <a:lnTo>
                    <a:pt x="96" y="2"/>
                  </a:lnTo>
                  <a:lnTo>
                    <a:pt x="114" y="10"/>
                  </a:lnTo>
                  <a:lnTo>
                    <a:pt x="128" y="23"/>
                  </a:lnTo>
                  <a:lnTo>
                    <a:pt x="141" y="38"/>
                  </a:lnTo>
                  <a:lnTo>
                    <a:pt x="148" y="55"/>
                  </a:lnTo>
                  <a:lnTo>
                    <a:pt x="150" y="75"/>
                  </a:lnTo>
                  <a:lnTo>
                    <a:pt x="150" y="587"/>
                  </a:lnTo>
                  <a:lnTo>
                    <a:pt x="148" y="607"/>
                  </a:lnTo>
                  <a:lnTo>
                    <a:pt x="140" y="626"/>
                  </a:lnTo>
                  <a:lnTo>
                    <a:pt x="127" y="640"/>
                  </a:lnTo>
                  <a:lnTo>
                    <a:pt x="112" y="652"/>
                  </a:lnTo>
                  <a:lnTo>
                    <a:pt x="95" y="660"/>
                  </a:lnTo>
                  <a:lnTo>
                    <a:pt x="75" y="662"/>
                  </a:lnTo>
                  <a:lnTo>
                    <a:pt x="56" y="660"/>
                  </a:lnTo>
                  <a:lnTo>
                    <a:pt x="38" y="651"/>
                  </a:lnTo>
                  <a:lnTo>
                    <a:pt x="24" y="639"/>
                  </a:lnTo>
                  <a:lnTo>
                    <a:pt x="12" y="624"/>
                  </a:lnTo>
                  <a:lnTo>
                    <a:pt x="4" y="606"/>
                  </a:lnTo>
                  <a:lnTo>
                    <a:pt x="0" y="587"/>
                  </a:lnTo>
                  <a:lnTo>
                    <a:pt x="0" y="75"/>
                  </a:lnTo>
                  <a:lnTo>
                    <a:pt x="3" y="54"/>
                  </a:lnTo>
                  <a:lnTo>
                    <a:pt x="11" y="36"/>
                  </a:lnTo>
                  <a:lnTo>
                    <a:pt x="23" y="22"/>
                  </a:lnTo>
                  <a:lnTo>
                    <a:pt x="38" y="9"/>
                  </a:lnTo>
                  <a:lnTo>
                    <a:pt x="56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5" name="Freeform 478">
              <a:extLst>
                <a:ext uri="{FF2B5EF4-FFF2-40B4-BE49-F238E27FC236}">
                  <a16:creationId xmlns:a16="http://schemas.microsoft.com/office/drawing/2014/main" id="{FE78F4C6-A7B9-4912-87F3-BCDBBDEE1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3325" y="3683000"/>
              <a:ext cx="17462" cy="74613"/>
            </a:xfrm>
            <a:custGeom>
              <a:avLst/>
              <a:gdLst>
                <a:gd name="T0" fmla="*/ 74 w 149"/>
                <a:gd name="T1" fmla="*/ 0 h 662"/>
                <a:gd name="T2" fmla="*/ 94 w 149"/>
                <a:gd name="T3" fmla="*/ 2 h 662"/>
                <a:gd name="T4" fmla="*/ 111 w 149"/>
                <a:gd name="T5" fmla="*/ 9 h 662"/>
                <a:gd name="T6" fmla="*/ 127 w 149"/>
                <a:gd name="T7" fmla="*/ 22 h 662"/>
                <a:gd name="T8" fmla="*/ 139 w 149"/>
                <a:gd name="T9" fmla="*/ 36 h 662"/>
                <a:gd name="T10" fmla="*/ 147 w 149"/>
                <a:gd name="T11" fmla="*/ 54 h 662"/>
                <a:gd name="T12" fmla="*/ 149 w 149"/>
                <a:gd name="T13" fmla="*/ 75 h 662"/>
                <a:gd name="T14" fmla="*/ 149 w 149"/>
                <a:gd name="T15" fmla="*/ 587 h 662"/>
                <a:gd name="T16" fmla="*/ 147 w 149"/>
                <a:gd name="T17" fmla="*/ 607 h 662"/>
                <a:gd name="T18" fmla="*/ 139 w 149"/>
                <a:gd name="T19" fmla="*/ 626 h 662"/>
                <a:gd name="T20" fmla="*/ 127 w 149"/>
                <a:gd name="T21" fmla="*/ 640 h 662"/>
                <a:gd name="T22" fmla="*/ 111 w 149"/>
                <a:gd name="T23" fmla="*/ 652 h 662"/>
                <a:gd name="T24" fmla="*/ 94 w 149"/>
                <a:gd name="T25" fmla="*/ 660 h 662"/>
                <a:gd name="T26" fmla="*/ 74 w 149"/>
                <a:gd name="T27" fmla="*/ 662 h 662"/>
                <a:gd name="T28" fmla="*/ 55 w 149"/>
                <a:gd name="T29" fmla="*/ 660 h 662"/>
                <a:gd name="T30" fmla="*/ 38 w 149"/>
                <a:gd name="T31" fmla="*/ 651 h 662"/>
                <a:gd name="T32" fmla="*/ 22 w 149"/>
                <a:gd name="T33" fmla="*/ 639 h 662"/>
                <a:gd name="T34" fmla="*/ 10 w 149"/>
                <a:gd name="T35" fmla="*/ 624 h 662"/>
                <a:gd name="T36" fmla="*/ 3 w 149"/>
                <a:gd name="T37" fmla="*/ 606 h 662"/>
                <a:gd name="T38" fmla="*/ 0 w 149"/>
                <a:gd name="T39" fmla="*/ 587 h 662"/>
                <a:gd name="T40" fmla="*/ 0 w 149"/>
                <a:gd name="T41" fmla="*/ 75 h 662"/>
                <a:gd name="T42" fmla="*/ 3 w 149"/>
                <a:gd name="T43" fmla="*/ 54 h 662"/>
                <a:gd name="T44" fmla="*/ 10 w 149"/>
                <a:gd name="T45" fmla="*/ 36 h 662"/>
                <a:gd name="T46" fmla="*/ 22 w 149"/>
                <a:gd name="T47" fmla="*/ 22 h 662"/>
                <a:gd name="T48" fmla="*/ 38 w 149"/>
                <a:gd name="T49" fmla="*/ 9 h 662"/>
                <a:gd name="T50" fmla="*/ 55 w 149"/>
                <a:gd name="T51" fmla="*/ 2 h 662"/>
                <a:gd name="T52" fmla="*/ 74 w 149"/>
                <a:gd name="T53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9" h="662">
                  <a:moveTo>
                    <a:pt x="74" y="0"/>
                  </a:moveTo>
                  <a:lnTo>
                    <a:pt x="94" y="2"/>
                  </a:lnTo>
                  <a:lnTo>
                    <a:pt x="111" y="9"/>
                  </a:lnTo>
                  <a:lnTo>
                    <a:pt x="127" y="22"/>
                  </a:lnTo>
                  <a:lnTo>
                    <a:pt x="139" y="36"/>
                  </a:lnTo>
                  <a:lnTo>
                    <a:pt x="147" y="54"/>
                  </a:lnTo>
                  <a:lnTo>
                    <a:pt x="149" y="75"/>
                  </a:lnTo>
                  <a:lnTo>
                    <a:pt x="149" y="587"/>
                  </a:lnTo>
                  <a:lnTo>
                    <a:pt x="147" y="607"/>
                  </a:lnTo>
                  <a:lnTo>
                    <a:pt x="139" y="626"/>
                  </a:lnTo>
                  <a:lnTo>
                    <a:pt x="127" y="640"/>
                  </a:lnTo>
                  <a:lnTo>
                    <a:pt x="111" y="652"/>
                  </a:lnTo>
                  <a:lnTo>
                    <a:pt x="94" y="660"/>
                  </a:lnTo>
                  <a:lnTo>
                    <a:pt x="74" y="662"/>
                  </a:lnTo>
                  <a:lnTo>
                    <a:pt x="55" y="660"/>
                  </a:lnTo>
                  <a:lnTo>
                    <a:pt x="38" y="651"/>
                  </a:lnTo>
                  <a:lnTo>
                    <a:pt x="22" y="639"/>
                  </a:lnTo>
                  <a:lnTo>
                    <a:pt x="10" y="624"/>
                  </a:lnTo>
                  <a:lnTo>
                    <a:pt x="3" y="606"/>
                  </a:lnTo>
                  <a:lnTo>
                    <a:pt x="0" y="587"/>
                  </a:lnTo>
                  <a:lnTo>
                    <a:pt x="0" y="75"/>
                  </a:lnTo>
                  <a:lnTo>
                    <a:pt x="3" y="54"/>
                  </a:lnTo>
                  <a:lnTo>
                    <a:pt x="10" y="36"/>
                  </a:lnTo>
                  <a:lnTo>
                    <a:pt x="22" y="22"/>
                  </a:lnTo>
                  <a:lnTo>
                    <a:pt x="38" y="9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6" name="Freeform 479">
              <a:extLst>
                <a:ext uri="{FF2B5EF4-FFF2-40B4-BE49-F238E27FC236}">
                  <a16:creationId xmlns:a16="http://schemas.microsoft.com/office/drawing/2014/main" id="{82ED35BB-A75E-4CC3-BFA4-0F3043281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1113" y="3683000"/>
              <a:ext cx="15875" cy="74613"/>
            </a:xfrm>
            <a:custGeom>
              <a:avLst/>
              <a:gdLst>
                <a:gd name="T0" fmla="*/ 75 w 150"/>
                <a:gd name="T1" fmla="*/ 0 h 662"/>
                <a:gd name="T2" fmla="*/ 95 w 150"/>
                <a:gd name="T3" fmla="*/ 2 h 662"/>
                <a:gd name="T4" fmla="*/ 114 w 150"/>
                <a:gd name="T5" fmla="*/ 10 h 662"/>
                <a:gd name="T6" fmla="*/ 128 w 150"/>
                <a:gd name="T7" fmla="*/ 23 h 662"/>
                <a:gd name="T8" fmla="*/ 140 w 150"/>
                <a:gd name="T9" fmla="*/ 38 h 662"/>
                <a:gd name="T10" fmla="*/ 148 w 150"/>
                <a:gd name="T11" fmla="*/ 55 h 662"/>
                <a:gd name="T12" fmla="*/ 150 w 150"/>
                <a:gd name="T13" fmla="*/ 75 h 662"/>
                <a:gd name="T14" fmla="*/ 150 w 150"/>
                <a:gd name="T15" fmla="*/ 587 h 662"/>
                <a:gd name="T16" fmla="*/ 148 w 150"/>
                <a:gd name="T17" fmla="*/ 607 h 662"/>
                <a:gd name="T18" fmla="*/ 139 w 150"/>
                <a:gd name="T19" fmla="*/ 626 h 662"/>
                <a:gd name="T20" fmla="*/ 127 w 150"/>
                <a:gd name="T21" fmla="*/ 640 h 662"/>
                <a:gd name="T22" fmla="*/ 112 w 150"/>
                <a:gd name="T23" fmla="*/ 652 h 662"/>
                <a:gd name="T24" fmla="*/ 94 w 150"/>
                <a:gd name="T25" fmla="*/ 660 h 662"/>
                <a:gd name="T26" fmla="*/ 75 w 150"/>
                <a:gd name="T27" fmla="*/ 662 h 662"/>
                <a:gd name="T28" fmla="*/ 54 w 150"/>
                <a:gd name="T29" fmla="*/ 660 h 662"/>
                <a:gd name="T30" fmla="*/ 37 w 150"/>
                <a:gd name="T31" fmla="*/ 651 h 662"/>
                <a:gd name="T32" fmla="*/ 22 w 150"/>
                <a:gd name="T33" fmla="*/ 639 h 662"/>
                <a:gd name="T34" fmla="*/ 10 w 150"/>
                <a:gd name="T35" fmla="*/ 624 h 662"/>
                <a:gd name="T36" fmla="*/ 2 w 150"/>
                <a:gd name="T37" fmla="*/ 606 h 662"/>
                <a:gd name="T38" fmla="*/ 0 w 150"/>
                <a:gd name="T39" fmla="*/ 587 h 662"/>
                <a:gd name="T40" fmla="*/ 0 w 150"/>
                <a:gd name="T41" fmla="*/ 75 h 662"/>
                <a:gd name="T42" fmla="*/ 2 w 150"/>
                <a:gd name="T43" fmla="*/ 54 h 662"/>
                <a:gd name="T44" fmla="*/ 10 w 150"/>
                <a:gd name="T45" fmla="*/ 36 h 662"/>
                <a:gd name="T46" fmla="*/ 22 w 150"/>
                <a:gd name="T47" fmla="*/ 22 h 662"/>
                <a:gd name="T48" fmla="*/ 37 w 150"/>
                <a:gd name="T49" fmla="*/ 9 h 662"/>
                <a:gd name="T50" fmla="*/ 54 w 150"/>
                <a:gd name="T51" fmla="*/ 2 h 662"/>
                <a:gd name="T52" fmla="*/ 75 w 150"/>
                <a:gd name="T53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662">
                  <a:moveTo>
                    <a:pt x="75" y="0"/>
                  </a:moveTo>
                  <a:lnTo>
                    <a:pt x="95" y="2"/>
                  </a:lnTo>
                  <a:lnTo>
                    <a:pt x="114" y="10"/>
                  </a:lnTo>
                  <a:lnTo>
                    <a:pt x="128" y="23"/>
                  </a:lnTo>
                  <a:lnTo>
                    <a:pt x="140" y="38"/>
                  </a:lnTo>
                  <a:lnTo>
                    <a:pt x="148" y="55"/>
                  </a:lnTo>
                  <a:lnTo>
                    <a:pt x="150" y="75"/>
                  </a:lnTo>
                  <a:lnTo>
                    <a:pt x="150" y="587"/>
                  </a:lnTo>
                  <a:lnTo>
                    <a:pt x="148" y="607"/>
                  </a:lnTo>
                  <a:lnTo>
                    <a:pt x="139" y="626"/>
                  </a:lnTo>
                  <a:lnTo>
                    <a:pt x="127" y="640"/>
                  </a:lnTo>
                  <a:lnTo>
                    <a:pt x="112" y="652"/>
                  </a:lnTo>
                  <a:lnTo>
                    <a:pt x="94" y="660"/>
                  </a:lnTo>
                  <a:lnTo>
                    <a:pt x="75" y="662"/>
                  </a:lnTo>
                  <a:lnTo>
                    <a:pt x="54" y="660"/>
                  </a:lnTo>
                  <a:lnTo>
                    <a:pt x="37" y="651"/>
                  </a:lnTo>
                  <a:lnTo>
                    <a:pt x="22" y="639"/>
                  </a:lnTo>
                  <a:lnTo>
                    <a:pt x="10" y="624"/>
                  </a:lnTo>
                  <a:lnTo>
                    <a:pt x="2" y="606"/>
                  </a:lnTo>
                  <a:lnTo>
                    <a:pt x="0" y="587"/>
                  </a:lnTo>
                  <a:lnTo>
                    <a:pt x="0" y="75"/>
                  </a:lnTo>
                  <a:lnTo>
                    <a:pt x="2" y="54"/>
                  </a:lnTo>
                  <a:lnTo>
                    <a:pt x="10" y="36"/>
                  </a:lnTo>
                  <a:lnTo>
                    <a:pt x="22" y="22"/>
                  </a:lnTo>
                  <a:lnTo>
                    <a:pt x="37" y="9"/>
                  </a:lnTo>
                  <a:lnTo>
                    <a:pt x="54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07" name="Freeform 480">
              <a:extLst>
                <a:ext uri="{FF2B5EF4-FFF2-40B4-BE49-F238E27FC236}">
                  <a16:creationId xmlns:a16="http://schemas.microsoft.com/office/drawing/2014/main" id="{4B847E5C-F956-499A-9819-1A8A3A55B2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7913" y="3716338"/>
              <a:ext cx="266700" cy="347663"/>
            </a:xfrm>
            <a:custGeom>
              <a:avLst/>
              <a:gdLst>
                <a:gd name="T0" fmla="*/ 346 w 2360"/>
                <a:gd name="T1" fmla="*/ 2503 h 3073"/>
                <a:gd name="T2" fmla="*/ 313 w 2360"/>
                <a:gd name="T3" fmla="*/ 2548 h 3073"/>
                <a:gd name="T4" fmla="*/ 320 w 2360"/>
                <a:gd name="T5" fmla="*/ 2606 h 3073"/>
                <a:gd name="T6" fmla="*/ 365 w 2360"/>
                <a:gd name="T7" fmla="*/ 2640 h 3073"/>
                <a:gd name="T8" fmla="*/ 1998 w 2360"/>
                <a:gd name="T9" fmla="*/ 2639 h 3073"/>
                <a:gd name="T10" fmla="*/ 2041 w 2360"/>
                <a:gd name="T11" fmla="*/ 2605 h 3073"/>
                <a:gd name="T12" fmla="*/ 2048 w 2360"/>
                <a:gd name="T13" fmla="*/ 2547 h 3073"/>
                <a:gd name="T14" fmla="*/ 2013 w 2360"/>
                <a:gd name="T15" fmla="*/ 2502 h 3073"/>
                <a:gd name="T16" fmla="*/ 384 w 2360"/>
                <a:gd name="T17" fmla="*/ 2493 h 3073"/>
                <a:gd name="T18" fmla="*/ 346 w 2360"/>
                <a:gd name="T19" fmla="*/ 1973 h 3073"/>
                <a:gd name="T20" fmla="*/ 313 w 2360"/>
                <a:gd name="T21" fmla="*/ 2018 h 3073"/>
                <a:gd name="T22" fmla="*/ 320 w 2360"/>
                <a:gd name="T23" fmla="*/ 2075 h 3073"/>
                <a:gd name="T24" fmla="*/ 365 w 2360"/>
                <a:gd name="T25" fmla="*/ 2109 h 3073"/>
                <a:gd name="T26" fmla="*/ 1998 w 2360"/>
                <a:gd name="T27" fmla="*/ 2109 h 3073"/>
                <a:gd name="T28" fmla="*/ 2041 w 2360"/>
                <a:gd name="T29" fmla="*/ 2075 h 3073"/>
                <a:gd name="T30" fmla="*/ 2048 w 2360"/>
                <a:gd name="T31" fmla="*/ 2017 h 3073"/>
                <a:gd name="T32" fmla="*/ 2013 w 2360"/>
                <a:gd name="T33" fmla="*/ 1972 h 3073"/>
                <a:gd name="T34" fmla="*/ 384 w 2360"/>
                <a:gd name="T35" fmla="*/ 1961 h 3073"/>
                <a:gd name="T36" fmla="*/ 346 w 2360"/>
                <a:gd name="T37" fmla="*/ 1444 h 3073"/>
                <a:gd name="T38" fmla="*/ 313 w 2360"/>
                <a:gd name="T39" fmla="*/ 1489 h 3073"/>
                <a:gd name="T40" fmla="*/ 320 w 2360"/>
                <a:gd name="T41" fmla="*/ 1547 h 3073"/>
                <a:gd name="T42" fmla="*/ 365 w 2360"/>
                <a:gd name="T43" fmla="*/ 1581 h 3073"/>
                <a:gd name="T44" fmla="*/ 1998 w 2360"/>
                <a:gd name="T45" fmla="*/ 1581 h 3073"/>
                <a:gd name="T46" fmla="*/ 2041 w 2360"/>
                <a:gd name="T47" fmla="*/ 1545 h 3073"/>
                <a:gd name="T48" fmla="*/ 2048 w 2360"/>
                <a:gd name="T49" fmla="*/ 1488 h 3073"/>
                <a:gd name="T50" fmla="*/ 2013 w 2360"/>
                <a:gd name="T51" fmla="*/ 1444 h 3073"/>
                <a:gd name="T52" fmla="*/ 384 w 2360"/>
                <a:gd name="T53" fmla="*/ 1434 h 3073"/>
                <a:gd name="T54" fmla="*/ 346 w 2360"/>
                <a:gd name="T55" fmla="*/ 913 h 3073"/>
                <a:gd name="T56" fmla="*/ 313 w 2360"/>
                <a:gd name="T57" fmla="*/ 958 h 3073"/>
                <a:gd name="T58" fmla="*/ 320 w 2360"/>
                <a:gd name="T59" fmla="*/ 1016 h 3073"/>
                <a:gd name="T60" fmla="*/ 365 w 2360"/>
                <a:gd name="T61" fmla="*/ 1049 h 3073"/>
                <a:gd name="T62" fmla="*/ 1998 w 2360"/>
                <a:gd name="T63" fmla="*/ 1049 h 3073"/>
                <a:gd name="T64" fmla="*/ 2041 w 2360"/>
                <a:gd name="T65" fmla="*/ 1016 h 3073"/>
                <a:gd name="T66" fmla="*/ 2048 w 2360"/>
                <a:gd name="T67" fmla="*/ 957 h 3073"/>
                <a:gd name="T68" fmla="*/ 2013 w 2360"/>
                <a:gd name="T69" fmla="*/ 912 h 3073"/>
                <a:gd name="T70" fmla="*/ 384 w 2360"/>
                <a:gd name="T71" fmla="*/ 903 h 3073"/>
                <a:gd name="T72" fmla="*/ 276 w 2360"/>
                <a:gd name="T73" fmla="*/ 296 h 3073"/>
                <a:gd name="T74" fmla="*/ 300 w 2360"/>
                <a:gd name="T75" fmla="*/ 398 h 3073"/>
                <a:gd name="T76" fmla="*/ 367 w 2360"/>
                <a:gd name="T77" fmla="*/ 476 h 3073"/>
                <a:gd name="T78" fmla="*/ 462 w 2360"/>
                <a:gd name="T79" fmla="*/ 516 h 3073"/>
                <a:gd name="T80" fmla="*/ 569 w 2360"/>
                <a:gd name="T81" fmla="*/ 507 h 3073"/>
                <a:gd name="T82" fmla="*/ 656 w 2360"/>
                <a:gd name="T83" fmla="*/ 453 h 3073"/>
                <a:gd name="T84" fmla="*/ 709 w 2360"/>
                <a:gd name="T85" fmla="*/ 366 h 3073"/>
                <a:gd name="T86" fmla="*/ 720 w 2360"/>
                <a:gd name="T87" fmla="*/ 0 h 3073"/>
                <a:gd name="T88" fmla="*/ 959 w 2360"/>
                <a:gd name="T89" fmla="*/ 333 h 3073"/>
                <a:gd name="T90" fmla="*/ 999 w 2360"/>
                <a:gd name="T91" fmla="*/ 428 h 3073"/>
                <a:gd name="T92" fmla="*/ 1076 w 2360"/>
                <a:gd name="T93" fmla="*/ 493 h 3073"/>
                <a:gd name="T94" fmla="*/ 1178 w 2360"/>
                <a:gd name="T95" fmla="*/ 518 h 3073"/>
                <a:gd name="T96" fmla="*/ 1281 w 2360"/>
                <a:gd name="T97" fmla="*/ 493 h 3073"/>
                <a:gd name="T98" fmla="*/ 1358 w 2360"/>
                <a:gd name="T99" fmla="*/ 428 h 3073"/>
                <a:gd name="T100" fmla="*/ 1398 w 2360"/>
                <a:gd name="T101" fmla="*/ 333 h 3073"/>
                <a:gd name="T102" fmla="*/ 1635 w 2360"/>
                <a:gd name="T103" fmla="*/ 0 h 3073"/>
                <a:gd name="T104" fmla="*/ 1648 w 2360"/>
                <a:gd name="T105" fmla="*/ 366 h 3073"/>
                <a:gd name="T106" fmla="*/ 1701 w 2360"/>
                <a:gd name="T107" fmla="*/ 453 h 3073"/>
                <a:gd name="T108" fmla="*/ 1788 w 2360"/>
                <a:gd name="T109" fmla="*/ 507 h 3073"/>
                <a:gd name="T110" fmla="*/ 1895 w 2360"/>
                <a:gd name="T111" fmla="*/ 516 h 3073"/>
                <a:gd name="T112" fmla="*/ 1990 w 2360"/>
                <a:gd name="T113" fmla="*/ 476 h 3073"/>
                <a:gd name="T114" fmla="*/ 2055 w 2360"/>
                <a:gd name="T115" fmla="*/ 398 h 3073"/>
                <a:gd name="T116" fmla="*/ 2080 w 2360"/>
                <a:gd name="T117" fmla="*/ 296 h 3073"/>
                <a:gd name="T118" fmla="*/ 2360 w 2360"/>
                <a:gd name="T119" fmla="*/ 3073 h 3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360" h="3073">
                  <a:moveTo>
                    <a:pt x="384" y="2493"/>
                  </a:moveTo>
                  <a:lnTo>
                    <a:pt x="364" y="2495"/>
                  </a:lnTo>
                  <a:lnTo>
                    <a:pt x="346" y="2503"/>
                  </a:lnTo>
                  <a:lnTo>
                    <a:pt x="331" y="2516"/>
                  </a:lnTo>
                  <a:lnTo>
                    <a:pt x="320" y="2531"/>
                  </a:lnTo>
                  <a:lnTo>
                    <a:pt x="313" y="2548"/>
                  </a:lnTo>
                  <a:lnTo>
                    <a:pt x="309" y="2568"/>
                  </a:lnTo>
                  <a:lnTo>
                    <a:pt x="313" y="2588"/>
                  </a:lnTo>
                  <a:lnTo>
                    <a:pt x="320" y="2606"/>
                  </a:lnTo>
                  <a:lnTo>
                    <a:pt x="332" y="2621"/>
                  </a:lnTo>
                  <a:lnTo>
                    <a:pt x="347" y="2632"/>
                  </a:lnTo>
                  <a:lnTo>
                    <a:pt x="365" y="2640"/>
                  </a:lnTo>
                  <a:lnTo>
                    <a:pt x="384" y="2642"/>
                  </a:lnTo>
                  <a:lnTo>
                    <a:pt x="1979" y="2642"/>
                  </a:lnTo>
                  <a:lnTo>
                    <a:pt x="1998" y="2639"/>
                  </a:lnTo>
                  <a:lnTo>
                    <a:pt x="2016" y="2632"/>
                  </a:lnTo>
                  <a:lnTo>
                    <a:pt x="2030" y="2620"/>
                  </a:lnTo>
                  <a:lnTo>
                    <a:pt x="2041" y="2605"/>
                  </a:lnTo>
                  <a:lnTo>
                    <a:pt x="2048" y="2587"/>
                  </a:lnTo>
                  <a:lnTo>
                    <a:pt x="2051" y="2568"/>
                  </a:lnTo>
                  <a:lnTo>
                    <a:pt x="2048" y="2547"/>
                  </a:lnTo>
                  <a:lnTo>
                    <a:pt x="2040" y="2529"/>
                  </a:lnTo>
                  <a:lnTo>
                    <a:pt x="2029" y="2515"/>
                  </a:lnTo>
                  <a:lnTo>
                    <a:pt x="2013" y="2502"/>
                  </a:lnTo>
                  <a:lnTo>
                    <a:pt x="1995" y="2495"/>
                  </a:lnTo>
                  <a:lnTo>
                    <a:pt x="1976" y="2493"/>
                  </a:lnTo>
                  <a:lnTo>
                    <a:pt x="384" y="2493"/>
                  </a:lnTo>
                  <a:close/>
                  <a:moveTo>
                    <a:pt x="384" y="1961"/>
                  </a:moveTo>
                  <a:lnTo>
                    <a:pt x="364" y="1965"/>
                  </a:lnTo>
                  <a:lnTo>
                    <a:pt x="346" y="1973"/>
                  </a:lnTo>
                  <a:lnTo>
                    <a:pt x="331" y="1984"/>
                  </a:lnTo>
                  <a:lnTo>
                    <a:pt x="320" y="1999"/>
                  </a:lnTo>
                  <a:lnTo>
                    <a:pt x="313" y="2018"/>
                  </a:lnTo>
                  <a:lnTo>
                    <a:pt x="309" y="2037"/>
                  </a:lnTo>
                  <a:lnTo>
                    <a:pt x="313" y="2057"/>
                  </a:lnTo>
                  <a:lnTo>
                    <a:pt x="320" y="2075"/>
                  </a:lnTo>
                  <a:lnTo>
                    <a:pt x="332" y="2090"/>
                  </a:lnTo>
                  <a:lnTo>
                    <a:pt x="347" y="2102"/>
                  </a:lnTo>
                  <a:lnTo>
                    <a:pt x="365" y="2109"/>
                  </a:lnTo>
                  <a:lnTo>
                    <a:pt x="384" y="2112"/>
                  </a:lnTo>
                  <a:lnTo>
                    <a:pt x="1979" y="2112"/>
                  </a:lnTo>
                  <a:lnTo>
                    <a:pt x="1998" y="2109"/>
                  </a:lnTo>
                  <a:lnTo>
                    <a:pt x="2016" y="2102"/>
                  </a:lnTo>
                  <a:lnTo>
                    <a:pt x="2030" y="2090"/>
                  </a:lnTo>
                  <a:lnTo>
                    <a:pt x="2041" y="2075"/>
                  </a:lnTo>
                  <a:lnTo>
                    <a:pt x="2048" y="2057"/>
                  </a:lnTo>
                  <a:lnTo>
                    <a:pt x="2051" y="2037"/>
                  </a:lnTo>
                  <a:lnTo>
                    <a:pt x="2048" y="2017"/>
                  </a:lnTo>
                  <a:lnTo>
                    <a:pt x="2040" y="1998"/>
                  </a:lnTo>
                  <a:lnTo>
                    <a:pt x="2029" y="1983"/>
                  </a:lnTo>
                  <a:lnTo>
                    <a:pt x="2013" y="1972"/>
                  </a:lnTo>
                  <a:lnTo>
                    <a:pt x="1995" y="1965"/>
                  </a:lnTo>
                  <a:lnTo>
                    <a:pt x="1976" y="1961"/>
                  </a:lnTo>
                  <a:lnTo>
                    <a:pt x="384" y="1961"/>
                  </a:lnTo>
                  <a:close/>
                  <a:moveTo>
                    <a:pt x="384" y="1434"/>
                  </a:moveTo>
                  <a:lnTo>
                    <a:pt x="364" y="1437"/>
                  </a:lnTo>
                  <a:lnTo>
                    <a:pt x="346" y="1444"/>
                  </a:lnTo>
                  <a:lnTo>
                    <a:pt x="331" y="1456"/>
                  </a:lnTo>
                  <a:lnTo>
                    <a:pt x="320" y="1472"/>
                  </a:lnTo>
                  <a:lnTo>
                    <a:pt x="313" y="1489"/>
                  </a:lnTo>
                  <a:lnTo>
                    <a:pt x="309" y="1509"/>
                  </a:lnTo>
                  <a:lnTo>
                    <a:pt x="313" y="1529"/>
                  </a:lnTo>
                  <a:lnTo>
                    <a:pt x="320" y="1547"/>
                  </a:lnTo>
                  <a:lnTo>
                    <a:pt x="332" y="1562"/>
                  </a:lnTo>
                  <a:lnTo>
                    <a:pt x="347" y="1573"/>
                  </a:lnTo>
                  <a:lnTo>
                    <a:pt x="365" y="1581"/>
                  </a:lnTo>
                  <a:lnTo>
                    <a:pt x="384" y="1583"/>
                  </a:lnTo>
                  <a:lnTo>
                    <a:pt x="1979" y="1583"/>
                  </a:lnTo>
                  <a:lnTo>
                    <a:pt x="1998" y="1581"/>
                  </a:lnTo>
                  <a:lnTo>
                    <a:pt x="2016" y="1573"/>
                  </a:lnTo>
                  <a:lnTo>
                    <a:pt x="2030" y="1561"/>
                  </a:lnTo>
                  <a:lnTo>
                    <a:pt x="2041" y="1545"/>
                  </a:lnTo>
                  <a:lnTo>
                    <a:pt x="2048" y="1528"/>
                  </a:lnTo>
                  <a:lnTo>
                    <a:pt x="2051" y="1509"/>
                  </a:lnTo>
                  <a:lnTo>
                    <a:pt x="2048" y="1488"/>
                  </a:lnTo>
                  <a:lnTo>
                    <a:pt x="2040" y="1471"/>
                  </a:lnTo>
                  <a:lnTo>
                    <a:pt x="2029" y="1455"/>
                  </a:lnTo>
                  <a:lnTo>
                    <a:pt x="2013" y="1444"/>
                  </a:lnTo>
                  <a:lnTo>
                    <a:pt x="1995" y="1436"/>
                  </a:lnTo>
                  <a:lnTo>
                    <a:pt x="1976" y="1434"/>
                  </a:lnTo>
                  <a:lnTo>
                    <a:pt x="384" y="1434"/>
                  </a:lnTo>
                  <a:close/>
                  <a:moveTo>
                    <a:pt x="384" y="903"/>
                  </a:moveTo>
                  <a:lnTo>
                    <a:pt x="364" y="905"/>
                  </a:lnTo>
                  <a:lnTo>
                    <a:pt x="346" y="913"/>
                  </a:lnTo>
                  <a:lnTo>
                    <a:pt x="331" y="926"/>
                  </a:lnTo>
                  <a:lnTo>
                    <a:pt x="320" y="940"/>
                  </a:lnTo>
                  <a:lnTo>
                    <a:pt x="313" y="958"/>
                  </a:lnTo>
                  <a:lnTo>
                    <a:pt x="309" y="978"/>
                  </a:lnTo>
                  <a:lnTo>
                    <a:pt x="313" y="998"/>
                  </a:lnTo>
                  <a:lnTo>
                    <a:pt x="320" y="1016"/>
                  </a:lnTo>
                  <a:lnTo>
                    <a:pt x="332" y="1031"/>
                  </a:lnTo>
                  <a:lnTo>
                    <a:pt x="347" y="1042"/>
                  </a:lnTo>
                  <a:lnTo>
                    <a:pt x="365" y="1049"/>
                  </a:lnTo>
                  <a:lnTo>
                    <a:pt x="384" y="1053"/>
                  </a:lnTo>
                  <a:lnTo>
                    <a:pt x="1979" y="1053"/>
                  </a:lnTo>
                  <a:lnTo>
                    <a:pt x="1998" y="1049"/>
                  </a:lnTo>
                  <a:lnTo>
                    <a:pt x="2016" y="1042"/>
                  </a:lnTo>
                  <a:lnTo>
                    <a:pt x="2030" y="1031"/>
                  </a:lnTo>
                  <a:lnTo>
                    <a:pt x="2041" y="1016"/>
                  </a:lnTo>
                  <a:lnTo>
                    <a:pt x="2048" y="998"/>
                  </a:lnTo>
                  <a:lnTo>
                    <a:pt x="2051" y="978"/>
                  </a:lnTo>
                  <a:lnTo>
                    <a:pt x="2048" y="957"/>
                  </a:lnTo>
                  <a:lnTo>
                    <a:pt x="2040" y="939"/>
                  </a:lnTo>
                  <a:lnTo>
                    <a:pt x="2029" y="925"/>
                  </a:lnTo>
                  <a:lnTo>
                    <a:pt x="2013" y="912"/>
                  </a:lnTo>
                  <a:lnTo>
                    <a:pt x="1995" y="905"/>
                  </a:lnTo>
                  <a:lnTo>
                    <a:pt x="1976" y="903"/>
                  </a:lnTo>
                  <a:lnTo>
                    <a:pt x="384" y="903"/>
                  </a:lnTo>
                  <a:close/>
                  <a:moveTo>
                    <a:pt x="0" y="0"/>
                  </a:moveTo>
                  <a:lnTo>
                    <a:pt x="276" y="0"/>
                  </a:lnTo>
                  <a:lnTo>
                    <a:pt x="276" y="296"/>
                  </a:lnTo>
                  <a:lnTo>
                    <a:pt x="279" y="333"/>
                  </a:lnTo>
                  <a:lnTo>
                    <a:pt x="287" y="366"/>
                  </a:lnTo>
                  <a:lnTo>
                    <a:pt x="300" y="398"/>
                  </a:lnTo>
                  <a:lnTo>
                    <a:pt x="319" y="428"/>
                  </a:lnTo>
                  <a:lnTo>
                    <a:pt x="341" y="453"/>
                  </a:lnTo>
                  <a:lnTo>
                    <a:pt x="367" y="476"/>
                  </a:lnTo>
                  <a:lnTo>
                    <a:pt x="396" y="493"/>
                  </a:lnTo>
                  <a:lnTo>
                    <a:pt x="427" y="507"/>
                  </a:lnTo>
                  <a:lnTo>
                    <a:pt x="462" y="516"/>
                  </a:lnTo>
                  <a:lnTo>
                    <a:pt x="498" y="518"/>
                  </a:lnTo>
                  <a:lnTo>
                    <a:pt x="534" y="516"/>
                  </a:lnTo>
                  <a:lnTo>
                    <a:pt x="569" y="507"/>
                  </a:lnTo>
                  <a:lnTo>
                    <a:pt x="600" y="493"/>
                  </a:lnTo>
                  <a:lnTo>
                    <a:pt x="629" y="476"/>
                  </a:lnTo>
                  <a:lnTo>
                    <a:pt x="656" y="453"/>
                  </a:lnTo>
                  <a:lnTo>
                    <a:pt x="677" y="428"/>
                  </a:lnTo>
                  <a:lnTo>
                    <a:pt x="696" y="398"/>
                  </a:lnTo>
                  <a:lnTo>
                    <a:pt x="709" y="366"/>
                  </a:lnTo>
                  <a:lnTo>
                    <a:pt x="717" y="333"/>
                  </a:lnTo>
                  <a:lnTo>
                    <a:pt x="720" y="296"/>
                  </a:lnTo>
                  <a:lnTo>
                    <a:pt x="720" y="0"/>
                  </a:lnTo>
                  <a:lnTo>
                    <a:pt x="956" y="0"/>
                  </a:lnTo>
                  <a:lnTo>
                    <a:pt x="956" y="296"/>
                  </a:lnTo>
                  <a:lnTo>
                    <a:pt x="959" y="333"/>
                  </a:lnTo>
                  <a:lnTo>
                    <a:pt x="967" y="366"/>
                  </a:lnTo>
                  <a:lnTo>
                    <a:pt x="981" y="398"/>
                  </a:lnTo>
                  <a:lnTo>
                    <a:pt x="999" y="428"/>
                  </a:lnTo>
                  <a:lnTo>
                    <a:pt x="1021" y="453"/>
                  </a:lnTo>
                  <a:lnTo>
                    <a:pt x="1046" y="476"/>
                  </a:lnTo>
                  <a:lnTo>
                    <a:pt x="1076" y="493"/>
                  </a:lnTo>
                  <a:lnTo>
                    <a:pt x="1108" y="507"/>
                  </a:lnTo>
                  <a:lnTo>
                    <a:pt x="1141" y="516"/>
                  </a:lnTo>
                  <a:lnTo>
                    <a:pt x="1178" y="518"/>
                  </a:lnTo>
                  <a:lnTo>
                    <a:pt x="1214" y="516"/>
                  </a:lnTo>
                  <a:lnTo>
                    <a:pt x="1249" y="507"/>
                  </a:lnTo>
                  <a:lnTo>
                    <a:pt x="1281" y="493"/>
                  </a:lnTo>
                  <a:lnTo>
                    <a:pt x="1310" y="476"/>
                  </a:lnTo>
                  <a:lnTo>
                    <a:pt x="1335" y="453"/>
                  </a:lnTo>
                  <a:lnTo>
                    <a:pt x="1358" y="428"/>
                  </a:lnTo>
                  <a:lnTo>
                    <a:pt x="1376" y="398"/>
                  </a:lnTo>
                  <a:lnTo>
                    <a:pt x="1389" y="366"/>
                  </a:lnTo>
                  <a:lnTo>
                    <a:pt x="1398" y="333"/>
                  </a:lnTo>
                  <a:lnTo>
                    <a:pt x="1401" y="296"/>
                  </a:lnTo>
                  <a:lnTo>
                    <a:pt x="1401" y="0"/>
                  </a:lnTo>
                  <a:lnTo>
                    <a:pt x="1635" y="0"/>
                  </a:lnTo>
                  <a:lnTo>
                    <a:pt x="1635" y="296"/>
                  </a:lnTo>
                  <a:lnTo>
                    <a:pt x="1638" y="333"/>
                  </a:lnTo>
                  <a:lnTo>
                    <a:pt x="1648" y="366"/>
                  </a:lnTo>
                  <a:lnTo>
                    <a:pt x="1661" y="398"/>
                  </a:lnTo>
                  <a:lnTo>
                    <a:pt x="1678" y="428"/>
                  </a:lnTo>
                  <a:lnTo>
                    <a:pt x="1701" y="453"/>
                  </a:lnTo>
                  <a:lnTo>
                    <a:pt x="1727" y="476"/>
                  </a:lnTo>
                  <a:lnTo>
                    <a:pt x="1756" y="493"/>
                  </a:lnTo>
                  <a:lnTo>
                    <a:pt x="1788" y="507"/>
                  </a:lnTo>
                  <a:lnTo>
                    <a:pt x="1822" y="516"/>
                  </a:lnTo>
                  <a:lnTo>
                    <a:pt x="1859" y="518"/>
                  </a:lnTo>
                  <a:lnTo>
                    <a:pt x="1895" y="516"/>
                  </a:lnTo>
                  <a:lnTo>
                    <a:pt x="1928" y="507"/>
                  </a:lnTo>
                  <a:lnTo>
                    <a:pt x="1960" y="493"/>
                  </a:lnTo>
                  <a:lnTo>
                    <a:pt x="1990" y="476"/>
                  </a:lnTo>
                  <a:lnTo>
                    <a:pt x="2016" y="453"/>
                  </a:lnTo>
                  <a:lnTo>
                    <a:pt x="2038" y="428"/>
                  </a:lnTo>
                  <a:lnTo>
                    <a:pt x="2055" y="398"/>
                  </a:lnTo>
                  <a:lnTo>
                    <a:pt x="2069" y="366"/>
                  </a:lnTo>
                  <a:lnTo>
                    <a:pt x="2078" y="333"/>
                  </a:lnTo>
                  <a:lnTo>
                    <a:pt x="2080" y="296"/>
                  </a:lnTo>
                  <a:lnTo>
                    <a:pt x="2080" y="0"/>
                  </a:lnTo>
                  <a:lnTo>
                    <a:pt x="2360" y="0"/>
                  </a:lnTo>
                  <a:lnTo>
                    <a:pt x="2360" y="3073"/>
                  </a:lnTo>
                  <a:lnTo>
                    <a:pt x="0" y="307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08" name="Freeform 485">
            <a:extLst>
              <a:ext uri="{FF2B5EF4-FFF2-40B4-BE49-F238E27FC236}">
                <a16:creationId xmlns:a16="http://schemas.microsoft.com/office/drawing/2014/main" id="{5B81B7B4-3F98-458F-815E-BD4336F5DC32}"/>
              </a:ext>
            </a:extLst>
          </p:cNvPr>
          <p:cNvSpPr>
            <a:spLocks noEditPoints="1"/>
          </p:cNvSpPr>
          <p:nvPr/>
        </p:nvSpPr>
        <p:spPr bwMode="auto">
          <a:xfrm>
            <a:off x="10593929" y="2757419"/>
            <a:ext cx="216347" cy="310356"/>
          </a:xfrm>
          <a:custGeom>
            <a:avLst/>
            <a:gdLst>
              <a:gd name="T0" fmla="*/ 1642 w 2352"/>
              <a:gd name="T1" fmla="*/ 2740 h 3378"/>
              <a:gd name="T2" fmla="*/ 1642 w 2352"/>
              <a:gd name="T3" fmla="*/ 3070 h 3378"/>
              <a:gd name="T4" fmla="*/ 2044 w 2352"/>
              <a:gd name="T5" fmla="*/ 3070 h 3378"/>
              <a:gd name="T6" fmla="*/ 2044 w 2352"/>
              <a:gd name="T7" fmla="*/ 2740 h 3378"/>
              <a:gd name="T8" fmla="*/ 1642 w 2352"/>
              <a:gd name="T9" fmla="*/ 2740 h 3378"/>
              <a:gd name="T10" fmla="*/ 975 w 2352"/>
              <a:gd name="T11" fmla="*/ 2740 h 3378"/>
              <a:gd name="T12" fmla="*/ 975 w 2352"/>
              <a:gd name="T13" fmla="*/ 3070 h 3378"/>
              <a:gd name="T14" fmla="*/ 1376 w 2352"/>
              <a:gd name="T15" fmla="*/ 3070 h 3378"/>
              <a:gd name="T16" fmla="*/ 1376 w 2352"/>
              <a:gd name="T17" fmla="*/ 2740 h 3378"/>
              <a:gd name="T18" fmla="*/ 975 w 2352"/>
              <a:gd name="T19" fmla="*/ 2740 h 3378"/>
              <a:gd name="T20" fmla="*/ 305 w 2352"/>
              <a:gd name="T21" fmla="*/ 2740 h 3378"/>
              <a:gd name="T22" fmla="*/ 305 w 2352"/>
              <a:gd name="T23" fmla="*/ 3070 h 3378"/>
              <a:gd name="T24" fmla="*/ 707 w 2352"/>
              <a:gd name="T25" fmla="*/ 3070 h 3378"/>
              <a:gd name="T26" fmla="*/ 707 w 2352"/>
              <a:gd name="T27" fmla="*/ 2740 h 3378"/>
              <a:gd name="T28" fmla="*/ 305 w 2352"/>
              <a:gd name="T29" fmla="*/ 2740 h 3378"/>
              <a:gd name="T30" fmla="*/ 1642 w 2352"/>
              <a:gd name="T31" fmla="*/ 2100 h 3378"/>
              <a:gd name="T32" fmla="*/ 1642 w 2352"/>
              <a:gd name="T33" fmla="*/ 2429 h 3378"/>
              <a:gd name="T34" fmla="*/ 2044 w 2352"/>
              <a:gd name="T35" fmla="*/ 2429 h 3378"/>
              <a:gd name="T36" fmla="*/ 2044 w 2352"/>
              <a:gd name="T37" fmla="*/ 2100 h 3378"/>
              <a:gd name="T38" fmla="*/ 1642 w 2352"/>
              <a:gd name="T39" fmla="*/ 2100 h 3378"/>
              <a:gd name="T40" fmla="*/ 975 w 2352"/>
              <a:gd name="T41" fmla="*/ 2100 h 3378"/>
              <a:gd name="T42" fmla="*/ 975 w 2352"/>
              <a:gd name="T43" fmla="*/ 2429 h 3378"/>
              <a:gd name="T44" fmla="*/ 1376 w 2352"/>
              <a:gd name="T45" fmla="*/ 2429 h 3378"/>
              <a:gd name="T46" fmla="*/ 1376 w 2352"/>
              <a:gd name="T47" fmla="*/ 2100 h 3378"/>
              <a:gd name="T48" fmla="*/ 975 w 2352"/>
              <a:gd name="T49" fmla="*/ 2100 h 3378"/>
              <a:gd name="T50" fmla="*/ 305 w 2352"/>
              <a:gd name="T51" fmla="*/ 2100 h 3378"/>
              <a:gd name="T52" fmla="*/ 305 w 2352"/>
              <a:gd name="T53" fmla="*/ 2429 h 3378"/>
              <a:gd name="T54" fmla="*/ 707 w 2352"/>
              <a:gd name="T55" fmla="*/ 2429 h 3378"/>
              <a:gd name="T56" fmla="*/ 707 w 2352"/>
              <a:gd name="T57" fmla="*/ 2100 h 3378"/>
              <a:gd name="T58" fmla="*/ 305 w 2352"/>
              <a:gd name="T59" fmla="*/ 2100 h 3378"/>
              <a:gd name="T60" fmla="*/ 1642 w 2352"/>
              <a:gd name="T61" fmla="*/ 1459 h 3378"/>
              <a:gd name="T62" fmla="*/ 1642 w 2352"/>
              <a:gd name="T63" fmla="*/ 1789 h 3378"/>
              <a:gd name="T64" fmla="*/ 2044 w 2352"/>
              <a:gd name="T65" fmla="*/ 1789 h 3378"/>
              <a:gd name="T66" fmla="*/ 2044 w 2352"/>
              <a:gd name="T67" fmla="*/ 1459 h 3378"/>
              <a:gd name="T68" fmla="*/ 1642 w 2352"/>
              <a:gd name="T69" fmla="*/ 1459 h 3378"/>
              <a:gd name="T70" fmla="*/ 975 w 2352"/>
              <a:gd name="T71" fmla="*/ 1459 h 3378"/>
              <a:gd name="T72" fmla="*/ 975 w 2352"/>
              <a:gd name="T73" fmla="*/ 1789 h 3378"/>
              <a:gd name="T74" fmla="*/ 1376 w 2352"/>
              <a:gd name="T75" fmla="*/ 1789 h 3378"/>
              <a:gd name="T76" fmla="*/ 1376 w 2352"/>
              <a:gd name="T77" fmla="*/ 1459 h 3378"/>
              <a:gd name="T78" fmla="*/ 975 w 2352"/>
              <a:gd name="T79" fmla="*/ 1459 h 3378"/>
              <a:gd name="T80" fmla="*/ 305 w 2352"/>
              <a:gd name="T81" fmla="*/ 1459 h 3378"/>
              <a:gd name="T82" fmla="*/ 305 w 2352"/>
              <a:gd name="T83" fmla="*/ 1789 h 3378"/>
              <a:gd name="T84" fmla="*/ 707 w 2352"/>
              <a:gd name="T85" fmla="*/ 1789 h 3378"/>
              <a:gd name="T86" fmla="*/ 707 w 2352"/>
              <a:gd name="T87" fmla="*/ 1459 h 3378"/>
              <a:gd name="T88" fmla="*/ 305 w 2352"/>
              <a:gd name="T89" fmla="*/ 1459 h 3378"/>
              <a:gd name="T90" fmla="*/ 308 w 2352"/>
              <a:gd name="T91" fmla="*/ 308 h 3378"/>
              <a:gd name="T92" fmla="*/ 308 w 2352"/>
              <a:gd name="T93" fmla="*/ 1113 h 3378"/>
              <a:gd name="T94" fmla="*/ 2044 w 2352"/>
              <a:gd name="T95" fmla="*/ 1113 h 3378"/>
              <a:gd name="T96" fmla="*/ 2044 w 2352"/>
              <a:gd name="T97" fmla="*/ 308 h 3378"/>
              <a:gd name="T98" fmla="*/ 308 w 2352"/>
              <a:gd name="T99" fmla="*/ 308 h 3378"/>
              <a:gd name="T100" fmla="*/ 0 w 2352"/>
              <a:gd name="T101" fmla="*/ 0 h 3378"/>
              <a:gd name="T102" fmla="*/ 2352 w 2352"/>
              <a:gd name="T103" fmla="*/ 0 h 3378"/>
              <a:gd name="T104" fmla="*/ 2352 w 2352"/>
              <a:gd name="T105" fmla="*/ 3378 h 3378"/>
              <a:gd name="T106" fmla="*/ 0 w 2352"/>
              <a:gd name="T107" fmla="*/ 3378 h 3378"/>
              <a:gd name="T108" fmla="*/ 0 w 2352"/>
              <a:gd name="T109" fmla="*/ 0 h 3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352" h="3378">
                <a:moveTo>
                  <a:pt x="1642" y="2740"/>
                </a:moveTo>
                <a:lnTo>
                  <a:pt x="1642" y="3070"/>
                </a:lnTo>
                <a:lnTo>
                  <a:pt x="2044" y="3070"/>
                </a:lnTo>
                <a:lnTo>
                  <a:pt x="2044" y="2740"/>
                </a:lnTo>
                <a:lnTo>
                  <a:pt x="1642" y="2740"/>
                </a:lnTo>
                <a:close/>
                <a:moveTo>
                  <a:pt x="975" y="2740"/>
                </a:moveTo>
                <a:lnTo>
                  <a:pt x="975" y="3070"/>
                </a:lnTo>
                <a:lnTo>
                  <a:pt x="1376" y="3070"/>
                </a:lnTo>
                <a:lnTo>
                  <a:pt x="1376" y="2740"/>
                </a:lnTo>
                <a:lnTo>
                  <a:pt x="975" y="2740"/>
                </a:lnTo>
                <a:close/>
                <a:moveTo>
                  <a:pt x="305" y="2740"/>
                </a:moveTo>
                <a:lnTo>
                  <a:pt x="305" y="3070"/>
                </a:lnTo>
                <a:lnTo>
                  <a:pt x="707" y="3070"/>
                </a:lnTo>
                <a:lnTo>
                  <a:pt x="707" y="2740"/>
                </a:lnTo>
                <a:lnTo>
                  <a:pt x="305" y="2740"/>
                </a:lnTo>
                <a:close/>
                <a:moveTo>
                  <a:pt x="1642" y="2100"/>
                </a:moveTo>
                <a:lnTo>
                  <a:pt x="1642" y="2429"/>
                </a:lnTo>
                <a:lnTo>
                  <a:pt x="2044" y="2429"/>
                </a:lnTo>
                <a:lnTo>
                  <a:pt x="2044" y="2100"/>
                </a:lnTo>
                <a:lnTo>
                  <a:pt x="1642" y="2100"/>
                </a:lnTo>
                <a:close/>
                <a:moveTo>
                  <a:pt x="975" y="2100"/>
                </a:moveTo>
                <a:lnTo>
                  <a:pt x="975" y="2429"/>
                </a:lnTo>
                <a:lnTo>
                  <a:pt x="1376" y="2429"/>
                </a:lnTo>
                <a:lnTo>
                  <a:pt x="1376" y="2100"/>
                </a:lnTo>
                <a:lnTo>
                  <a:pt x="975" y="2100"/>
                </a:lnTo>
                <a:close/>
                <a:moveTo>
                  <a:pt x="305" y="2100"/>
                </a:moveTo>
                <a:lnTo>
                  <a:pt x="305" y="2429"/>
                </a:lnTo>
                <a:lnTo>
                  <a:pt x="707" y="2429"/>
                </a:lnTo>
                <a:lnTo>
                  <a:pt x="707" y="2100"/>
                </a:lnTo>
                <a:lnTo>
                  <a:pt x="305" y="2100"/>
                </a:lnTo>
                <a:close/>
                <a:moveTo>
                  <a:pt x="1642" y="1459"/>
                </a:moveTo>
                <a:lnTo>
                  <a:pt x="1642" y="1789"/>
                </a:lnTo>
                <a:lnTo>
                  <a:pt x="2044" y="1789"/>
                </a:lnTo>
                <a:lnTo>
                  <a:pt x="2044" y="1459"/>
                </a:lnTo>
                <a:lnTo>
                  <a:pt x="1642" y="1459"/>
                </a:lnTo>
                <a:close/>
                <a:moveTo>
                  <a:pt x="975" y="1459"/>
                </a:moveTo>
                <a:lnTo>
                  <a:pt x="975" y="1789"/>
                </a:lnTo>
                <a:lnTo>
                  <a:pt x="1376" y="1789"/>
                </a:lnTo>
                <a:lnTo>
                  <a:pt x="1376" y="1459"/>
                </a:lnTo>
                <a:lnTo>
                  <a:pt x="975" y="1459"/>
                </a:lnTo>
                <a:close/>
                <a:moveTo>
                  <a:pt x="305" y="1459"/>
                </a:moveTo>
                <a:lnTo>
                  <a:pt x="305" y="1789"/>
                </a:lnTo>
                <a:lnTo>
                  <a:pt x="707" y="1789"/>
                </a:lnTo>
                <a:lnTo>
                  <a:pt x="707" y="1459"/>
                </a:lnTo>
                <a:lnTo>
                  <a:pt x="305" y="1459"/>
                </a:lnTo>
                <a:close/>
                <a:moveTo>
                  <a:pt x="308" y="308"/>
                </a:moveTo>
                <a:lnTo>
                  <a:pt x="308" y="1113"/>
                </a:lnTo>
                <a:lnTo>
                  <a:pt x="2044" y="1113"/>
                </a:lnTo>
                <a:lnTo>
                  <a:pt x="2044" y="308"/>
                </a:lnTo>
                <a:lnTo>
                  <a:pt x="308" y="308"/>
                </a:lnTo>
                <a:close/>
                <a:moveTo>
                  <a:pt x="0" y="0"/>
                </a:moveTo>
                <a:lnTo>
                  <a:pt x="2352" y="0"/>
                </a:lnTo>
                <a:lnTo>
                  <a:pt x="2352" y="3378"/>
                </a:lnTo>
                <a:lnTo>
                  <a:pt x="0" y="3378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09" name="Freeform 491">
            <a:extLst>
              <a:ext uri="{FF2B5EF4-FFF2-40B4-BE49-F238E27FC236}">
                <a16:creationId xmlns:a16="http://schemas.microsoft.com/office/drawing/2014/main" id="{238C7D0A-CF55-404F-826A-58687094EA68}"/>
              </a:ext>
            </a:extLst>
          </p:cNvPr>
          <p:cNvSpPr>
            <a:spLocks noEditPoints="1"/>
          </p:cNvSpPr>
          <p:nvPr/>
        </p:nvSpPr>
        <p:spPr bwMode="auto">
          <a:xfrm>
            <a:off x="11229545" y="2757419"/>
            <a:ext cx="225363" cy="310356"/>
          </a:xfrm>
          <a:custGeom>
            <a:avLst/>
            <a:gdLst>
              <a:gd name="T0" fmla="*/ 453 w 2448"/>
              <a:gd name="T1" fmla="*/ 2877 h 3374"/>
              <a:gd name="T2" fmla="*/ 423 w 2448"/>
              <a:gd name="T3" fmla="*/ 2917 h 3374"/>
              <a:gd name="T4" fmla="*/ 430 w 2448"/>
              <a:gd name="T5" fmla="*/ 2968 h 3374"/>
              <a:gd name="T6" fmla="*/ 470 w 2448"/>
              <a:gd name="T7" fmla="*/ 2999 h 3374"/>
              <a:gd name="T8" fmla="*/ 2049 w 2448"/>
              <a:gd name="T9" fmla="*/ 2999 h 3374"/>
              <a:gd name="T10" fmla="*/ 2088 w 2448"/>
              <a:gd name="T11" fmla="*/ 2969 h 3374"/>
              <a:gd name="T12" fmla="*/ 2095 w 2448"/>
              <a:gd name="T13" fmla="*/ 2917 h 3374"/>
              <a:gd name="T14" fmla="*/ 2065 w 2448"/>
              <a:gd name="T15" fmla="*/ 2877 h 3374"/>
              <a:gd name="T16" fmla="*/ 487 w 2448"/>
              <a:gd name="T17" fmla="*/ 2868 h 3374"/>
              <a:gd name="T18" fmla="*/ 453 w 2448"/>
              <a:gd name="T19" fmla="*/ 2346 h 3374"/>
              <a:gd name="T20" fmla="*/ 423 w 2448"/>
              <a:gd name="T21" fmla="*/ 2386 h 3374"/>
              <a:gd name="T22" fmla="*/ 430 w 2448"/>
              <a:gd name="T23" fmla="*/ 2438 h 3374"/>
              <a:gd name="T24" fmla="*/ 470 w 2448"/>
              <a:gd name="T25" fmla="*/ 2469 h 3374"/>
              <a:gd name="T26" fmla="*/ 2049 w 2448"/>
              <a:gd name="T27" fmla="*/ 2469 h 3374"/>
              <a:gd name="T28" fmla="*/ 2088 w 2448"/>
              <a:gd name="T29" fmla="*/ 2438 h 3374"/>
              <a:gd name="T30" fmla="*/ 2095 w 2448"/>
              <a:gd name="T31" fmla="*/ 2386 h 3374"/>
              <a:gd name="T32" fmla="*/ 2065 w 2448"/>
              <a:gd name="T33" fmla="*/ 2346 h 3374"/>
              <a:gd name="T34" fmla="*/ 487 w 2448"/>
              <a:gd name="T35" fmla="*/ 2337 h 3374"/>
              <a:gd name="T36" fmla="*/ 453 w 2448"/>
              <a:gd name="T37" fmla="*/ 1817 h 3374"/>
              <a:gd name="T38" fmla="*/ 423 w 2448"/>
              <a:gd name="T39" fmla="*/ 1857 h 3374"/>
              <a:gd name="T40" fmla="*/ 430 w 2448"/>
              <a:gd name="T41" fmla="*/ 1908 h 3374"/>
              <a:gd name="T42" fmla="*/ 470 w 2448"/>
              <a:gd name="T43" fmla="*/ 1939 h 3374"/>
              <a:gd name="T44" fmla="*/ 2049 w 2448"/>
              <a:gd name="T45" fmla="*/ 1939 h 3374"/>
              <a:gd name="T46" fmla="*/ 2088 w 2448"/>
              <a:gd name="T47" fmla="*/ 1907 h 3374"/>
              <a:gd name="T48" fmla="*/ 2095 w 2448"/>
              <a:gd name="T49" fmla="*/ 1857 h 3374"/>
              <a:gd name="T50" fmla="*/ 2065 w 2448"/>
              <a:gd name="T51" fmla="*/ 1817 h 3374"/>
              <a:gd name="T52" fmla="*/ 487 w 2448"/>
              <a:gd name="T53" fmla="*/ 1808 h 3374"/>
              <a:gd name="T54" fmla="*/ 689 w 2448"/>
              <a:gd name="T55" fmla="*/ 575 h 3374"/>
              <a:gd name="T56" fmla="*/ 556 w 2448"/>
              <a:gd name="T57" fmla="*/ 631 h 3374"/>
              <a:gd name="T58" fmla="*/ 449 w 2448"/>
              <a:gd name="T59" fmla="*/ 727 h 3374"/>
              <a:gd name="T60" fmla="*/ 379 w 2448"/>
              <a:gd name="T61" fmla="*/ 853 h 3374"/>
              <a:gd name="T62" fmla="*/ 353 w 2448"/>
              <a:gd name="T63" fmla="*/ 999 h 3374"/>
              <a:gd name="T64" fmla="*/ 379 w 2448"/>
              <a:gd name="T65" fmla="*/ 1146 h 3374"/>
              <a:gd name="T66" fmla="*/ 449 w 2448"/>
              <a:gd name="T67" fmla="*/ 1272 h 3374"/>
              <a:gd name="T68" fmla="*/ 556 w 2448"/>
              <a:gd name="T69" fmla="*/ 1368 h 3374"/>
              <a:gd name="T70" fmla="*/ 689 w 2448"/>
              <a:gd name="T71" fmla="*/ 1424 h 3374"/>
              <a:gd name="T72" fmla="*/ 840 w 2448"/>
              <a:gd name="T73" fmla="*/ 1432 h 3374"/>
              <a:gd name="T74" fmla="*/ 981 w 2448"/>
              <a:gd name="T75" fmla="*/ 1392 h 3374"/>
              <a:gd name="T76" fmla="*/ 1098 w 2448"/>
              <a:gd name="T77" fmla="*/ 1308 h 3374"/>
              <a:gd name="T78" fmla="*/ 1181 w 2448"/>
              <a:gd name="T79" fmla="*/ 1191 h 3374"/>
              <a:gd name="T80" fmla="*/ 1222 w 2448"/>
              <a:gd name="T81" fmla="*/ 1050 h 3374"/>
              <a:gd name="T82" fmla="*/ 789 w 2448"/>
              <a:gd name="T83" fmla="*/ 562 h 3374"/>
              <a:gd name="T84" fmla="*/ 1426 w 2448"/>
              <a:gd name="T85" fmla="*/ 801 h 3374"/>
              <a:gd name="T86" fmla="*/ 1401 w 2448"/>
              <a:gd name="T87" fmla="*/ 653 h 3374"/>
              <a:gd name="T88" fmla="*/ 1331 w 2448"/>
              <a:gd name="T89" fmla="*/ 528 h 3374"/>
              <a:gd name="T90" fmla="*/ 1223 w 2448"/>
              <a:gd name="T91" fmla="*/ 432 h 3374"/>
              <a:gd name="T92" fmla="*/ 1090 w 2448"/>
              <a:gd name="T93" fmla="*/ 376 h 3374"/>
              <a:gd name="T94" fmla="*/ 0 w 2448"/>
              <a:gd name="T95" fmla="*/ 0 h 3374"/>
              <a:gd name="T96" fmla="*/ 1648 w 2448"/>
              <a:gd name="T97" fmla="*/ 794 h 3374"/>
              <a:gd name="T98" fmla="*/ 1679 w 2448"/>
              <a:gd name="T99" fmla="*/ 834 h 3374"/>
              <a:gd name="T100" fmla="*/ 2448 w 2448"/>
              <a:gd name="T101" fmla="*/ 844 h 3374"/>
              <a:gd name="T102" fmla="*/ 0 w 2448"/>
              <a:gd name="T103" fmla="*/ 0 h 3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48" h="3374">
                <a:moveTo>
                  <a:pt x="487" y="2868"/>
                </a:moveTo>
                <a:lnTo>
                  <a:pt x="470" y="2870"/>
                </a:lnTo>
                <a:lnTo>
                  <a:pt x="453" y="2877"/>
                </a:lnTo>
                <a:lnTo>
                  <a:pt x="440" y="2887"/>
                </a:lnTo>
                <a:lnTo>
                  <a:pt x="430" y="2901"/>
                </a:lnTo>
                <a:lnTo>
                  <a:pt x="423" y="2917"/>
                </a:lnTo>
                <a:lnTo>
                  <a:pt x="421" y="2934"/>
                </a:lnTo>
                <a:lnTo>
                  <a:pt x="423" y="2953"/>
                </a:lnTo>
                <a:lnTo>
                  <a:pt x="430" y="2968"/>
                </a:lnTo>
                <a:lnTo>
                  <a:pt x="440" y="2982"/>
                </a:lnTo>
                <a:lnTo>
                  <a:pt x="453" y="2993"/>
                </a:lnTo>
                <a:lnTo>
                  <a:pt x="470" y="2999"/>
                </a:lnTo>
                <a:lnTo>
                  <a:pt x="487" y="3002"/>
                </a:lnTo>
                <a:lnTo>
                  <a:pt x="2030" y="3002"/>
                </a:lnTo>
                <a:lnTo>
                  <a:pt x="2049" y="2999"/>
                </a:lnTo>
                <a:lnTo>
                  <a:pt x="2064" y="2993"/>
                </a:lnTo>
                <a:lnTo>
                  <a:pt x="2078" y="2982"/>
                </a:lnTo>
                <a:lnTo>
                  <a:pt x="2088" y="2969"/>
                </a:lnTo>
                <a:lnTo>
                  <a:pt x="2095" y="2953"/>
                </a:lnTo>
                <a:lnTo>
                  <a:pt x="2098" y="2934"/>
                </a:lnTo>
                <a:lnTo>
                  <a:pt x="2095" y="2917"/>
                </a:lnTo>
                <a:lnTo>
                  <a:pt x="2088" y="2901"/>
                </a:lnTo>
                <a:lnTo>
                  <a:pt x="2078" y="2887"/>
                </a:lnTo>
                <a:lnTo>
                  <a:pt x="2065" y="2877"/>
                </a:lnTo>
                <a:lnTo>
                  <a:pt x="2049" y="2870"/>
                </a:lnTo>
                <a:lnTo>
                  <a:pt x="2030" y="2868"/>
                </a:lnTo>
                <a:lnTo>
                  <a:pt x="487" y="2868"/>
                </a:lnTo>
                <a:close/>
                <a:moveTo>
                  <a:pt x="487" y="2337"/>
                </a:moveTo>
                <a:lnTo>
                  <a:pt x="470" y="2340"/>
                </a:lnTo>
                <a:lnTo>
                  <a:pt x="453" y="2346"/>
                </a:lnTo>
                <a:lnTo>
                  <a:pt x="440" y="2357"/>
                </a:lnTo>
                <a:lnTo>
                  <a:pt x="430" y="2371"/>
                </a:lnTo>
                <a:lnTo>
                  <a:pt x="423" y="2386"/>
                </a:lnTo>
                <a:lnTo>
                  <a:pt x="421" y="2405"/>
                </a:lnTo>
                <a:lnTo>
                  <a:pt x="423" y="2422"/>
                </a:lnTo>
                <a:lnTo>
                  <a:pt x="430" y="2438"/>
                </a:lnTo>
                <a:lnTo>
                  <a:pt x="440" y="2452"/>
                </a:lnTo>
                <a:lnTo>
                  <a:pt x="453" y="2462"/>
                </a:lnTo>
                <a:lnTo>
                  <a:pt x="470" y="2469"/>
                </a:lnTo>
                <a:lnTo>
                  <a:pt x="487" y="2471"/>
                </a:lnTo>
                <a:lnTo>
                  <a:pt x="2030" y="2471"/>
                </a:lnTo>
                <a:lnTo>
                  <a:pt x="2049" y="2469"/>
                </a:lnTo>
                <a:lnTo>
                  <a:pt x="2064" y="2462"/>
                </a:lnTo>
                <a:lnTo>
                  <a:pt x="2078" y="2452"/>
                </a:lnTo>
                <a:lnTo>
                  <a:pt x="2088" y="2438"/>
                </a:lnTo>
                <a:lnTo>
                  <a:pt x="2095" y="2422"/>
                </a:lnTo>
                <a:lnTo>
                  <a:pt x="2098" y="2405"/>
                </a:lnTo>
                <a:lnTo>
                  <a:pt x="2095" y="2386"/>
                </a:lnTo>
                <a:lnTo>
                  <a:pt x="2088" y="2371"/>
                </a:lnTo>
                <a:lnTo>
                  <a:pt x="2078" y="2357"/>
                </a:lnTo>
                <a:lnTo>
                  <a:pt x="2065" y="2346"/>
                </a:lnTo>
                <a:lnTo>
                  <a:pt x="2049" y="2340"/>
                </a:lnTo>
                <a:lnTo>
                  <a:pt x="2030" y="2337"/>
                </a:lnTo>
                <a:lnTo>
                  <a:pt x="487" y="2337"/>
                </a:lnTo>
                <a:close/>
                <a:moveTo>
                  <a:pt x="487" y="1808"/>
                </a:moveTo>
                <a:lnTo>
                  <a:pt x="470" y="1810"/>
                </a:lnTo>
                <a:lnTo>
                  <a:pt x="453" y="1817"/>
                </a:lnTo>
                <a:lnTo>
                  <a:pt x="440" y="1827"/>
                </a:lnTo>
                <a:lnTo>
                  <a:pt x="430" y="1840"/>
                </a:lnTo>
                <a:lnTo>
                  <a:pt x="423" y="1857"/>
                </a:lnTo>
                <a:lnTo>
                  <a:pt x="421" y="1874"/>
                </a:lnTo>
                <a:lnTo>
                  <a:pt x="423" y="1893"/>
                </a:lnTo>
                <a:lnTo>
                  <a:pt x="430" y="1908"/>
                </a:lnTo>
                <a:lnTo>
                  <a:pt x="440" y="1921"/>
                </a:lnTo>
                <a:lnTo>
                  <a:pt x="453" y="1932"/>
                </a:lnTo>
                <a:lnTo>
                  <a:pt x="470" y="1939"/>
                </a:lnTo>
                <a:lnTo>
                  <a:pt x="487" y="1942"/>
                </a:lnTo>
                <a:lnTo>
                  <a:pt x="2030" y="1942"/>
                </a:lnTo>
                <a:lnTo>
                  <a:pt x="2049" y="1939"/>
                </a:lnTo>
                <a:lnTo>
                  <a:pt x="2064" y="1931"/>
                </a:lnTo>
                <a:lnTo>
                  <a:pt x="2078" y="1921"/>
                </a:lnTo>
                <a:lnTo>
                  <a:pt x="2088" y="1907"/>
                </a:lnTo>
                <a:lnTo>
                  <a:pt x="2095" y="1891"/>
                </a:lnTo>
                <a:lnTo>
                  <a:pt x="2098" y="1874"/>
                </a:lnTo>
                <a:lnTo>
                  <a:pt x="2095" y="1857"/>
                </a:lnTo>
                <a:lnTo>
                  <a:pt x="2088" y="1840"/>
                </a:lnTo>
                <a:lnTo>
                  <a:pt x="2078" y="1827"/>
                </a:lnTo>
                <a:lnTo>
                  <a:pt x="2065" y="1817"/>
                </a:lnTo>
                <a:lnTo>
                  <a:pt x="2049" y="1810"/>
                </a:lnTo>
                <a:lnTo>
                  <a:pt x="2030" y="1808"/>
                </a:lnTo>
                <a:lnTo>
                  <a:pt x="487" y="1808"/>
                </a:lnTo>
                <a:close/>
                <a:moveTo>
                  <a:pt x="789" y="562"/>
                </a:moveTo>
                <a:lnTo>
                  <a:pt x="738" y="565"/>
                </a:lnTo>
                <a:lnTo>
                  <a:pt x="689" y="575"/>
                </a:lnTo>
                <a:lnTo>
                  <a:pt x="642" y="588"/>
                </a:lnTo>
                <a:lnTo>
                  <a:pt x="597" y="607"/>
                </a:lnTo>
                <a:lnTo>
                  <a:pt x="556" y="631"/>
                </a:lnTo>
                <a:lnTo>
                  <a:pt x="517" y="659"/>
                </a:lnTo>
                <a:lnTo>
                  <a:pt x="481" y="691"/>
                </a:lnTo>
                <a:lnTo>
                  <a:pt x="449" y="727"/>
                </a:lnTo>
                <a:lnTo>
                  <a:pt x="421" y="766"/>
                </a:lnTo>
                <a:lnTo>
                  <a:pt x="397" y="808"/>
                </a:lnTo>
                <a:lnTo>
                  <a:pt x="379" y="853"/>
                </a:lnTo>
                <a:lnTo>
                  <a:pt x="365" y="900"/>
                </a:lnTo>
                <a:lnTo>
                  <a:pt x="356" y="949"/>
                </a:lnTo>
                <a:lnTo>
                  <a:pt x="353" y="999"/>
                </a:lnTo>
                <a:lnTo>
                  <a:pt x="356" y="1050"/>
                </a:lnTo>
                <a:lnTo>
                  <a:pt x="365" y="1099"/>
                </a:lnTo>
                <a:lnTo>
                  <a:pt x="379" y="1146"/>
                </a:lnTo>
                <a:lnTo>
                  <a:pt x="397" y="1191"/>
                </a:lnTo>
                <a:lnTo>
                  <a:pt x="421" y="1233"/>
                </a:lnTo>
                <a:lnTo>
                  <a:pt x="449" y="1272"/>
                </a:lnTo>
                <a:lnTo>
                  <a:pt x="481" y="1308"/>
                </a:lnTo>
                <a:lnTo>
                  <a:pt x="517" y="1339"/>
                </a:lnTo>
                <a:lnTo>
                  <a:pt x="556" y="1368"/>
                </a:lnTo>
                <a:lnTo>
                  <a:pt x="597" y="1392"/>
                </a:lnTo>
                <a:lnTo>
                  <a:pt x="642" y="1410"/>
                </a:lnTo>
                <a:lnTo>
                  <a:pt x="689" y="1424"/>
                </a:lnTo>
                <a:lnTo>
                  <a:pt x="738" y="1432"/>
                </a:lnTo>
                <a:lnTo>
                  <a:pt x="789" y="1435"/>
                </a:lnTo>
                <a:lnTo>
                  <a:pt x="840" y="1432"/>
                </a:lnTo>
                <a:lnTo>
                  <a:pt x="889" y="1424"/>
                </a:lnTo>
                <a:lnTo>
                  <a:pt x="936" y="1410"/>
                </a:lnTo>
                <a:lnTo>
                  <a:pt x="981" y="1392"/>
                </a:lnTo>
                <a:lnTo>
                  <a:pt x="1023" y="1368"/>
                </a:lnTo>
                <a:lnTo>
                  <a:pt x="1062" y="1339"/>
                </a:lnTo>
                <a:lnTo>
                  <a:pt x="1098" y="1308"/>
                </a:lnTo>
                <a:lnTo>
                  <a:pt x="1129" y="1272"/>
                </a:lnTo>
                <a:lnTo>
                  <a:pt x="1157" y="1233"/>
                </a:lnTo>
                <a:lnTo>
                  <a:pt x="1181" y="1191"/>
                </a:lnTo>
                <a:lnTo>
                  <a:pt x="1200" y="1146"/>
                </a:lnTo>
                <a:lnTo>
                  <a:pt x="1214" y="1099"/>
                </a:lnTo>
                <a:lnTo>
                  <a:pt x="1222" y="1050"/>
                </a:lnTo>
                <a:lnTo>
                  <a:pt x="1224" y="999"/>
                </a:lnTo>
                <a:lnTo>
                  <a:pt x="789" y="999"/>
                </a:lnTo>
                <a:lnTo>
                  <a:pt x="789" y="562"/>
                </a:lnTo>
                <a:close/>
                <a:moveTo>
                  <a:pt x="991" y="364"/>
                </a:moveTo>
                <a:lnTo>
                  <a:pt x="991" y="801"/>
                </a:lnTo>
                <a:lnTo>
                  <a:pt x="1426" y="801"/>
                </a:lnTo>
                <a:lnTo>
                  <a:pt x="1424" y="749"/>
                </a:lnTo>
                <a:lnTo>
                  <a:pt x="1414" y="700"/>
                </a:lnTo>
                <a:lnTo>
                  <a:pt x="1401" y="653"/>
                </a:lnTo>
                <a:lnTo>
                  <a:pt x="1382" y="609"/>
                </a:lnTo>
                <a:lnTo>
                  <a:pt x="1358" y="566"/>
                </a:lnTo>
                <a:lnTo>
                  <a:pt x="1331" y="528"/>
                </a:lnTo>
                <a:lnTo>
                  <a:pt x="1298" y="492"/>
                </a:lnTo>
                <a:lnTo>
                  <a:pt x="1263" y="460"/>
                </a:lnTo>
                <a:lnTo>
                  <a:pt x="1223" y="432"/>
                </a:lnTo>
                <a:lnTo>
                  <a:pt x="1182" y="409"/>
                </a:lnTo>
                <a:lnTo>
                  <a:pt x="1137" y="390"/>
                </a:lnTo>
                <a:lnTo>
                  <a:pt x="1090" y="376"/>
                </a:lnTo>
                <a:lnTo>
                  <a:pt x="1041" y="367"/>
                </a:lnTo>
                <a:lnTo>
                  <a:pt x="991" y="364"/>
                </a:lnTo>
                <a:close/>
                <a:moveTo>
                  <a:pt x="0" y="0"/>
                </a:moveTo>
                <a:lnTo>
                  <a:pt x="1645" y="0"/>
                </a:lnTo>
                <a:lnTo>
                  <a:pt x="1645" y="777"/>
                </a:lnTo>
                <a:lnTo>
                  <a:pt x="1648" y="794"/>
                </a:lnTo>
                <a:lnTo>
                  <a:pt x="1654" y="811"/>
                </a:lnTo>
                <a:lnTo>
                  <a:pt x="1665" y="824"/>
                </a:lnTo>
                <a:lnTo>
                  <a:pt x="1679" y="834"/>
                </a:lnTo>
                <a:lnTo>
                  <a:pt x="1694" y="841"/>
                </a:lnTo>
                <a:lnTo>
                  <a:pt x="1713" y="844"/>
                </a:lnTo>
                <a:lnTo>
                  <a:pt x="2448" y="844"/>
                </a:lnTo>
                <a:lnTo>
                  <a:pt x="2448" y="3374"/>
                </a:lnTo>
                <a:lnTo>
                  <a:pt x="0" y="3374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10" name="Freeform 472">
            <a:extLst>
              <a:ext uri="{FF2B5EF4-FFF2-40B4-BE49-F238E27FC236}">
                <a16:creationId xmlns:a16="http://schemas.microsoft.com/office/drawing/2014/main" id="{CC30521E-9655-42F4-A991-2CA43B184CAD}"/>
              </a:ext>
            </a:extLst>
          </p:cNvPr>
          <p:cNvSpPr>
            <a:spLocks noEditPoints="1"/>
          </p:cNvSpPr>
          <p:nvPr/>
        </p:nvSpPr>
        <p:spPr bwMode="auto">
          <a:xfrm>
            <a:off x="9313668" y="2757419"/>
            <a:ext cx="225363" cy="310356"/>
          </a:xfrm>
          <a:custGeom>
            <a:avLst/>
            <a:gdLst>
              <a:gd name="T0" fmla="*/ 1832 w 2448"/>
              <a:gd name="T1" fmla="*/ 2736 h 3374"/>
              <a:gd name="T2" fmla="*/ 2103 w 2448"/>
              <a:gd name="T3" fmla="*/ 2790 h 3374"/>
              <a:gd name="T4" fmla="*/ 2153 w 2448"/>
              <a:gd name="T5" fmla="*/ 2720 h 3374"/>
              <a:gd name="T6" fmla="*/ 779 w 2448"/>
              <a:gd name="T7" fmla="*/ 2683 h 3374"/>
              <a:gd name="T8" fmla="*/ 728 w 2448"/>
              <a:gd name="T9" fmla="*/ 2753 h 3374"/>
              <a:gd name="T10" fmla="*/ 1683 w 2448"/>
              <a:gd name="T11" fmla="*/ 2787 h 3374"/>
              <a:gd name="T12" fmla="*/ 1711 w 2448"/>
              <a:gd name="T13" fmla="*/ 2704 h 3374"/>
              <a:gd name="T14" fmla="*/ 329 w 2448"/>
              <a:gd name="T15" fmla="*/ 2686 h 3374"/>
              <a:gd name="T16" fmla="*/ 302 w 2448"/>
              <a:gd name="T17" fmla="*/ 2768 h 3374"/>
              <a:gd name="T18" fmla="*/ 593 w 2448"/>
              <a:gd name="T19" fmla="*/ 2780 h 3374"/>
              <a:gd name="T20" fmla="*/ 594 w 2448"/>
              <a:gd name="T21" fmla="*/ 2693 h 3374"/>
              <a:gd name="T22" fmla="*/ 1854 w 2448"/>
              <a:gd name="T23" fmla="*/ 2232 h 3374"/>
              <a:gd name="T24" fmla="*/ 1854 w 2448"/>
              <a:gd name="T25" fmla="*/ 2319 h 3374"/>
              <a:gd name="T26" fmla="*/ 2146 w 2448"/>
              <a:gd name="T27" fmla="*/ 2308 h 3374"/>
              <a:gd name="T28" fmla="*/ 2119 w 2448"/>
              <a:gd name="T29" fmla="*/ 2225 h 3374"/>
              <a:gd name="T30" fmla="*/ 735 w 2448"/>
              <a:gd name="T31" fmla="*/ 2244 h 3374"/>
              <a:gd name="T32" fmla="*/ 762 w 2448"/>
              <a:gd name="T33" fmla="*/ 2327 h 3374"/>
              <a:gd name="T34" fmla="*/ 1718 w 2448"/>
              <a:gd name="T35" fmla="*/ 2292 h 3374"/>
              <a:gd name="T36" fmla="*/ 1667 w 2448"/>
              <a:gd name="T37" fmla="*/ 2222 h 3374"/>
              <a:gd name="T38" fmla="*/ 295 w 2448"/>
              <a:gd name="T39" fmla="*/ 2259 h 3374"/>
              <a:gd name="T40" fmla="*/ 345 w 2448"/>
              <a:gd name="T41" fmla="*/ 2329 h 3374"/>
              <a:gd name="T42" fmla="*/ 616 w 2448"/>
              <a:gd name="T43" fmla="*/ 2276 h 3374"/>
              <a:gd name="T44" fmla="*/ 345 w 2448"/>
              <a:gd name="T45" fmla="*/ 2222 h 3374"/>
              <a:gd name="T46" fmla="*/ 1832 w 2448"/>
              <a:gd name="T47" fmla="*/ 1815 h 3374"/>
              <a:gd name="T48" fmla="*/ 2103 w 2448"/>
              <a:gd name="T49" fmla="*/ 1869 h 3374"/>
              <a:gd name="T50" fmla="*/ 2153 w 2448"/>
              <a:gd name="T51" fmla="*/ 1798 h 3374"/>
              <a:gd name="T52" fmla="*/ 779 w 2448"/>
              <a:gd name="T53" fmla="*/ 1762 h 3374"/>
              <a:gd name="T54" fmla="*/ 728 w 2448"/>
              <a:gd name="T55" fmla="*/ 1832 h 3374"/>
              <a:gd name="T56" fmla="*/ 1683 w 2448"/>
              <a:gd name="T57" fmla="*/ 1866 h 3374"/>
              <a:gd name="T58" fmla="*/ 1711 w 2448"/>
              <a:gd name="T59" fmla="*/ 1783 h 3374"/>
              <a:gd name="T60" fmla="*/ 329 w 2448"/>
              <a:gd name="T61" fmla="*/ 1764 h 3374"/>
              <a:gd name="T62" fmla="*/ 302 w 2448"/>
              <a:gd name="T63" fmla="*/ 1846 h 3374"/>
              <a:gd name="T64" fmla="*/ 593 w 2448"/>
              <a:gd name="T65" fmla="*/ 1859 h 3374"/>
              <a:gd name="T66" fmla="*/ 594 w 2448"/>
              <a:gd name="T67" fmla="*/ 1772 h 3374"/>
              <a:gd name="T68" fmla="*/ 1854 w 2448"/>
              <a:gd name="T69" fmla="*/ 1315 h 3374"/>
              <a:gd name="T70" fmla="*/ 1854 w 2448"/>
              <a:gd name="T71" fmla="*/ 1401 h 3374"/>
              <a:gd name="T72" fmla="*/ 2146 w 2448"/>
              <a:gd name="T73" fmla="*/ 1388 h 3374"/>
              <a:gd name="T74" fmla="*/ 2119 w 2448"/>
              <a:gd name="T75" fmla="*/ 1307 h 3374"/>
              <a:gd name="T76" fmla="*/ 735 w 2448"/>
              <a:gd name="T77" fmla="*/ 1326 h 3374"/>
              <a:gd name="T78" fmla="*/ 762 w 2448"/>
              <a:gd name="T79" fmla="*/ 1409 h 3374"/>
              <a:gd name="T80" fmla="*/ 1718 w 2448"/>
              <a:gd name="T81" fmla="*/ 1374 h 3374"/>
              <a:gd name="T82" fmla="*/ 1667 w 2448"/>
              <a:gd name="T83" fmla="*/ 1305 h 3374"/>
              <a:gd name="T84" fmla="*/ 295 w 2448"/>
              <a:gd name="T85" fmla="*/ 1341 h 3374"/>
              <a:gd name="T86" fmla="*/ 345 w 2448"/>
              <a:gd name="T87" fmla="*/ 1412 h 3374"/>
              <a:gd name="T88" fmla="*/ 616 w 2448"/>
              <a:gd name="T89" fmla="*/ 1358 h 3374"/>
              <a:gd name="T90" fmla="*/ 345 w 2448"/>
              <a:gd name="T91" fmla="*/ 1305 h 3374"/>
              <a:gd name="T92" fmla="*/ 1832 w 2448"/>
              <a:gd name="T93" fmla="*/ 898 h 3374"/>
              <a:gd name="T94" fmla="*/ 2103 w 2448"/>
              <a:gd name="T95" fmla="*/ 951 h 3374"/>
              <a:gd name="T96" fmla="*/ 2153 w 2448"/>
              <a:gd name="T97" fmla="*/ 880 h 3374"/>
              <a:gd name="T98" fmla="*/ 779 w 2448"/>
              <a:gd name="T99" fmla="*/ 844 h 3374"/>
              <a:gd name="T100" fmla="*/ 728 w 2448"/>
              <a:gd name="T101" fmla="*/ 914 h 3374"/>
              <a:gd name="T102" fmla="*/ 1683 w 2448"/>
              <a:gd name="T103" fmla="*/ 948 h 3374"/>
              <a:gd name="T104" fmla="*/ 1711 w 2448"/>
              <a:gd name="T105" fmla="*/ 866 h 3374"/>
              <a:gd name="T106" fmla="*/ 329 w 2448"/>
              <a:gd name="T107" fmla="*/ 847 h 3374"/>
              <a:gd name="T108" fmla="*/ 302 w 2448"/>
              <a:gd name="T109" fmla="*/ 929 h 3374"/>
              <a:gd name="T110" fmla="*/ 593 w 2448"/>
              <a:gd name="T111" fmla="*/ 941 h 3374"/>
              <a:gd name="T112" fmla="*/ 594 w 2448"/>
              <a:gd name="T113" fmla="*/ 854 h 3374"/>
              <a:gd name="T114" fmla="*/ 2448 w 2448"/>
              <a:gd name="T115" fmla="*/ 3374 h 3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448" h="3374">
                <a:moveTo>
                  <a:pt x="1885" y="2683"/>
                </a:moveTo>
                <a:lnTo>
                  <a:pt x="1869" y="2686"/>
                </a:lnTo>
                <a:lnTo>
                  <a:pt x="1854" y="2693"/>
                </a:lnTo>
                <a:lnTo>
                  <a:pt x="1842" y="2704"/>
                </a:lnTo>
                <a:lnTo>
                  <a:pt x="1835" y="2720"/>
                </a:lnTo>
                <a:lnTo>
                  <a:pt x="1832" y="2736"/>
                </a:lnTo>
                <a:lnTo>
                  <a:pt x="1835" y="2753"/>
                </a:lnTo>
                <a:lnTo>
                  <a:pt x="1842" y="2768"/>
                </a:lnTo>
                <a:lnTo>
                  <a:pt x="1854" y="2780"/>
                </a:lnTo>
                <a:lnTo>
                  <a:pt x="1869" y="2787"/>
                </a:lnTo>
                <a:lnTo>
                  <a:pt x="1885" y="2790"/>
                </a:lnTo>
                <a:lnTo>
                  <a:pt x="2103" y="2790"/>
                </a:lnTo>
                <a:lnTo>
                  <a:pt x="2119" y="2787"/>
                </a:lnTo>
                <a:lnTo>
                  <a:pt x="2134" y="2780"/>
                </a:lnTo>
                <a:lnTo>
                  <a:pt x="2146" y="2768"/>
                </a:lnTo>
                <a:lnTo>
                  <a:pt x="2153" y="2753"/>
                </a:lnTo>
                <a:lnTo>
                  <a:pt x="2156" y="2736"/>
                </a:lnTo>
                <a:lnTo>
                  <a:pt x="2153" y="2720"/>
                </a:lnTo>
                <a:lnTo>
                  <a:pt x="2146" y="2704"/>
                </a:lnTo>
                <a:lnTo>
                  <a:pt x="2134" y="2693"/>
                </a:lnTo>
                <a:lnTo>
                  <a:pt x="2119" y="2686"/>
                </a:lnTo>
                <a:lnTo>
                  <a:pt x="2103" y="2683"/>
                </a:lnTo>
                <a:lnTo>
                  <a:pt x="1885" y="2683"/>
                </a:lnTo>
                <a:close/>
                <a:moveTo>
                  <a:pt x="779" y="2683"/>
                </a:moveTo>
                <a:lnTo>
                  <a:pt x="762" y="2686"/>
                </a:lnTo>
                <a:lnTo>
                  <a:pt x="748" y="2693"/>
                </a:lnTo>
                <a:lnTo>
                  <a:pt x="735" y="2704"/>
                </a:lnTo>
                <a:lnTo>
                  <a:pt x="728" y="2720"/>
                </a:lnTo>
                <a:lnTo>
                  <a:pt x="725" y="2736"/>
                </a:lnTo>
                <a:lnTo>
                  <a:pt x="728" y="2753"/>
                </a:lnTo>
                <a:lnTo>
                  <a:pt x="735" y="2768"/>
                </a:lnTo>
                <a:lnTo>
                  <a:pt x="748" y="2780"/>
                </a:lnTo>
                <a:lnTo>
                  <a:pt x="762" y="2787"/>
                </a:lnTo>
                <a:lnTo>
                  <a:pt x="779" y="2790"/>
                </a:lnTo>
                <a:lnTo>
                  <a:pt x="1667" y="2790"/>
                </a:lnTo>
                <a:lnTo>
                  <a:pt x="1683" y="2787"/>
                </a:lnTo>
                <a:lnTo>
                  <a:pt x="1698" y="2780"/>
                </a:lnTo>
                <a:lnTo>
                  <a:pt x="1710" y="2768"/>
                </a:lnTo>
                <a:lnTo>
                  <a:pt x="1718" y="2753"/>
                </a:lnTo>
                <a:lnTo>
                  <a:pt x="1721" y="2736"/>
                </a:lnTo>
                <a:lnTo>
                  <a:pt x="1718" y="2720"/>
                </a:lnTo>
                <a:lnTo>
                  <a:pt x="1711" y="2704"/>
                </a:lnTo>
                <a:lnTo>
                  <a:pt x="1698" y="2693"/>
                </a:lnTo>
                <a:lnTo>
                  <a:pt x="1684" y="2686"/>
                </a:lnTo>
                <a:lnTo>
                  <a:pt x="1667" y="2683"/>
                </a:lnTo>
                <a:lnTo>
                  <a:pt x="779" y="2683"/>
                </a:lnTo>
                <a:close/>
                <a:moveTo>
                  <a:pt x="345" y="2683"/>
                </a:moveTo>
                <a:lnTo>
                  <a:pt x="329" y="2686"/>
                </a:lnTo>
                <a:lnTo>
                  <a:pt x="314" y="2693"/>
                </a:lnTo>
                <a:lnTo>
                  <a:pt x="302" y="2704"/>
                </a:lnTo>
                <a:lnTo>
                  <a:pt x="295" y="2720"/>
                </a:lnTo>
                <a:lnTo>
                  <a:pt x="292" y="2736"/>
                </a:lnTo>
                <a:lnTo>
                  <a:pt x="295" y="2753"/>
                </a:lnTo>
                <a:lnTo>
                  <a:pt x="302" y="2768"/>
                </a:lnTo>
                <a:lnTo>
                  <a:pt x="314" y="2780"/>
                </a:lnTo>
                <a:lnTo>
                  <a:pt x="329" y="2787"/>
                </a:lnTo>
                <a:lnTo>
                  <a:pt x="345" y="2790"/>
                </a:lnTo>
                <a:lnTo>
                  <a:pt x="563" y="2790"/>
                </a:lnTo>
                <a:lnTo>
                  <a:pt x="579" y="2787"/>
                </a:lnTo>
                <a:lnTo>
                  <a:pt x="593" y="2780"/>
                </a:lnTo>
                <a:lnTo>
                  <a:pt x="606" y="2768"/>
                </a:lnTo>
                <a:lnTo>
                  <a:pt x="613" y="2753"/>
                </a:lnTo>
                <a:lnTo>
                  <a:pt x="616" y="2736"/>
                </a:lnTo>
                <a:lnTo>
                  <a:pt x="613" y="2720"/>
                </a:lnTo>
                <a:lnTo>
                  <a:pt x="606" y="2704"/>
                </a:lnTo>
                <a:lnTo>
                  <a:pt x="594" y="2693"/>
                </a:lnTo>
                <a:lnTo>
                  <a:pt x="579" y="2686"/>
                </a:lnTo>
                <a:lnTo>
                  <a:pt x="563" y="2683"/>
                </a:lnTo>
                <a:lnTo>
                  <a:pt x="345" y="2683"/>
                </a:lnTo>
                <a:close/>
                <a:moveTo>
                  <a:pt x="1885" y="2222"/>
                </a:moveTo>
                <a:lnTo>
                  <a:pt x="1869" y="2225"/>
                </a:lnTo>
                <a:lnTo>
                  <a:pt x="1854" y="2232"/>
                </a:lnTo>
                <a:lnTo>
                  <a:pt x="1842" y="2244"/>
                </a:lnTo>
                <a:lnTo>
                  <a:pt x="1835" y="2259"/>
                </a:lnTo>
                <a:lnTo>
                  <a:pt x="1832" y="2276"/>
                </a:lnTo>
                <a:lnTo>
                  <a:pt x="1835" y="2292"/>
                </a:lnTo>
                <a:lnTo>
                  <a:pt x="1842" y="2308"/>
                </a:lnTo>
                <a:lnTo>
                  <a:pt x="1854" y="2319"/>
                </a:lnTo>
                <a:lnTo>
                  <a:pt x="1869" y="2327"/>
                </a:lnTo>
                <a:lnTo>
                  <a:pt x="1885" y="2329"/>
                </a:lnTo>
                <a:lnTo>
                  <a:pt x="2103" y="2329"/>
                </a:lnTo>
                <a:lnTo>
                  <a:pt x="2119" y="2327"/>
                </a:lnTo>
                <a:lnTo>
                  <a:pt x="2134" y="2319"/>
                </a:lnTo>
                <a:lnTo>
                  <a:pt x="2146" y="2308"/>
                </a:lnTo>
                <a:lnTo>
                  <a:pt x="2153" y="2292"/>
                </a:lnTo>
                <a:lnTo>
                  <a:pt x="2156" y="2276"/>
                </a:lnTo>
                <a:lnTo>
                  <a:pt x="2153" y="2259"/>
                </a:lnTo>
                <a:lnTo>
                  <a:pt x="2146" y="2244"/>
                </a:lnTo>
                <a:lnTo>
                  <a:pt x="2134" y="2232"/>
                </a:lnTo>
                <a:lnTo>
                  <a:pt x="2119" y="2225"/>
                </a:lnTo>
                <a:lnTo>
                  <a:pt x="2103" y="2222"/>
                </a:lnTo>
                <a:lnTo>
                  <a:pt x="1885" y="2222"/>
                </a:lnTo>
                <a:close/>
                <a:moveTo>
                  <a:pt x="779" y="2222"/>
                </a:moveTo>
                <a:lnTo>
                  <a:pt x="762" y="2225"/>
                </a:lnTo>
                <a:lnTo>
                  <a:pt x="748" y="2232"/>
                </a:lnTo>
                <a:lnTo>
                  <a:pt x="735" y="2244"/>
                </a:lnTo>
                <a:lnTo>
                  <a:pt x="728" y="2259"/>
                </a:lnTo>
                <a:lnTo>
                  <a:pt x="725" y="2276"/>
                </a:lnTo>
                <a:lnTo>
                  <a:pt x="728" y="2292"/>
                </a:lnTo>
                <a:lnTo>
                  <a:pt x="735" y="2308"/>
                </a:lnTo>
                <a:lnTo>
                  <a:pt x="748" y="2319"/>
                </a:lnTo>
                <a:lnTo>
                  <a:pt x="762" y="2327"/>
                </a:lnTo>
                <a:lnTo>
                  <a:pt x="779" y="2329"/>
                </a:lnTo>
                <a:lnTo>
                  <a:pt x="1667" y="2329"/>
                </a:lnTo>
                <a:lnTo>
                  <a:pt x="1683" y="2327"/>
                </a:lnTo>
                <a:lnTo>
                  <a:pt x="1698" y="2319"/>
                </a:lnTo>
                <a:lnTo>
                  <a:pt x="1710" y="2308"/>
                </a:lnTo>
                <a:lnTo>
                  <a:pt x="1718" y="2292"/>
                </a:lnTo>
                <a:lnTo>
                  <a:pt x="1721" y="2276"/>
                </a:lnTo>
                <a:lnTo>
                  <a:pt x="1718" y="2259"/>
                </a:lnTo>
                <a:lnTo>
                  <a:pt x="1711" y="2244"/>
                </a:lnTo>
                <a:lnTo>
                  <a:pt x="1698" y="2232"/>
                </a:lnTo>
                <a:lnTo>
                  <a:pt x="1684" y="2225"/>
                </a:lnTo>
                <a:lnTo>
                  <a:pt x="1667" y="2222"/>
                </a:lnTo>
                <a:lnTo>
                  <a:pt x="779" y="2222"/>
                </a:lnTo>
                <a:close/>
                <a:moveTo>
                  <a:pt x="345" y="2222"/>
                </a:moveTo>
                <a:lnTo>
                  <a:pt x="329" y="2225"/>
                </a:lnTo>
                <a:lnTo>
                  <a:pt x="314" y="2232"/>
                </a:lnTo>
                <a:lnTo>
                  <a:pt x="302" y="2244"/>
                </a:lnTo>
                <a:lnTo>
                  <a:pt x="295" y="2259"/>
                </a:lnTo>
                <a:lnTo>
                  <a:pt x="292" y="2276"/>
                </a:lnTo>
                <a:lnTo>
                  <a:pt x="295" y="2292"/>
                </a:lnTo>
                <a:lnTo>
                  <a:pt x="302" y="2308"/>
                </a:lnTo>
                <a:lnTo>
                  <a:pt x="314" y="2319"/>
                </a:lnTo>
                <a:lnTo>
                  <a:pt x="329" y="2327"/>
                </a:lnTo>
                <a:lnTo>
                  <a:pt x="345" y="2329"/>
                </a:lnTo>
                <a:lnTo>
                  <a:pt x="563" y="2329"/>
                </a:lnTo>
                <a:lnTo>
                  <a:pt x="579" y="2327"/>
                </a:lnTo>
                <a:lnTo>
                  <a:pt x="593" y="2319"/>
                </a:lnTo>
                <a:lnTo>
                  <a:pt x="606" y="2308"/>
                </a:lnTo>
                <a:lnTo>
                  <a:pt x="613" y="2292"/>
                </a:lnTo>
                <a:lnTo>
                  <a:pt x="616" y="2276"/>
                </a:lnTo>
                <a:lnTo>
                  <a:pt x="613" y="2259"/>
                </a:lnTo>
                <a:lnTo>
                  <a:pt x="606" y="2244"/>
                </a:lnTo>
                <a:lnTo>
                  <a:pt x="594" y="2232"/>
                </a:lnTo>
                <a:lnTo>
                  <a:pt x="579" y="2225"/>
                </a:lnTo>
                <a:lnTo>
                  <a:pt x="563" y="2222"/>
                </a:lnTo>
                <a:lnTo>
                  <a:pt x="345" y="2222"/>
                </a:lnTo>
                <a:close/>
                <a:moveTo>
                  <a:pt x="1885" y="1762"/>
                </a:moveTo>
                <a:lnTo>
                  <a:pt x="1869" y="1764"/>
                </a:lnTo>
                <a:lnTo>
                  <a:pt x="1854" y="1772"/>
                </a:lnTo>
                <a:lnTo>
                  <a:pt x="1842" y="1783"/>
                </a:lnTo>
                <a:lnTo>
                  <a:pt x="1835" y="1798"/>
                </a:lnTo>
                <a:lnTo>
                  <a:pt x="1832" y="1815"/>
                </a:lnTo>
                <a:lnTo>
                  <a:pt x="1835" y="1832"/>
                </a:lnTo>
                <a:lnTo>
                  <a:pt x="1842" y="1846"/>
                </a:lnTo>
                <a:lnTo>
                  <a:pt x="1854" y="1859"/>
                </a:lnTo>
                <a:lnTo>
                  <a:pt x="1869" y="1866"/>
                </a:lnTo>
                <a:lnTo>
                  <a:pt x="1885" y="1869"/>
                </a:lnTo>
                <a:lnTo>
                  <a:pt x="2103" y="1869"/>
                </a:lnTo>
                <a:lnTo>
                  <a:pt x="2119" y="1866"/>
                </a:lnTo>
                <a:lnTo>
                  <a:pt x="2134" y="1859"/>
                </a:lnTo>
                <a:lnTo>
                  <a:pt x="2146" y="1846"/>
                </a:lnTo>
                <a:lnTo>
                  <a:pt x="2153" y="1832"/>
                </a:lnTo>
                <a:lnTo>
                  <a:pt x="2156" y="1815"/>
                </a:lnTo>
                <a:lnTo>
                  <a:pt x="2153" y="1798"/>
                </a:lnTo>
                <a:lnTo>
                  <a:pt x="2146" y="1783"/>
                </a:lnTo>
                <a:lnTo>
                  <a:pt x="2134" y="1772"/>
                </a:lnTo>
                <a:lnTo>
                  <a:pt x="2119" y="1764"/>
                </a:lnTo>
                <a:lnTo>
                  <a:pt x="2103" y="1762"/>
                </a:lnTo>
                <a:lnTo>
                  <a:pt x="1885" y="1762"/>
                </a:lnTo>
                <a:close/>
                <a:moveTo>
                  <a:pt x="779" y="1762"/>
                </a:moveTo>
                <a:lnTo>
                  <a:pt x="762" y="1764"/>
                </a:lnTo>
                <a:lnTo>
                  <a:pt x="748" y="1772"/>
                </a:lnTo>
                <a:lnTo>
                  <a:pt x="735" y="1783"/>
                </a:lnTo>
                <a:lnTo>
                  <a:pt x="728" y="1798"/>
                </a:lnTo>
                <a:lnTo>
                  <a:pt x="725" y="1815"/>
                </a:lnTo>
                <a:lnTo>
                  <a:pt x="728" y="1832"/>
                </a:lnTo>
                <a:lnTo>
                  <a:pt x="735" y="1846"/>
                </a:lnTo>
                <a:lnTo>
                  <a:pt x="748" y="1859"/>
                </a:lnTo>
                <a:lnTo>
                  <a:pt x="762" y="1866"/>
                </a:lnTo>
                <a:lnTo>
                  <a:pt x="779" y="1869"/>
                </a:lnTo>
                <a:lnTo>
                  <a:pt x="1667" y="1869"/>
                </a:lnTo>
                <a:lnTo>
                  <a:pt x="1683" y="1866"/>
                </a:lnTo>
                <a:lnTo>
                  <a:pt x="1698" y="1859"/>
                </a:lnTo>
                <a:lnTo>
                  <a:pt x="1710" y="1846"/>
                </a:lnTo>
                <a:lnTo>
                  <a:pt x="1718" y="1832"/>
                </a:lnTo>
                <a:lnTo>
                  <a:pt x="1721" y="1815"/>
                </a:lnTo>
                <a:lnTo>
                  <a:pt x="1718" y="1798"/>
                </a:lnTo>
                <a:lnTo>
                  <a:pt x="1711" y="1783"/>
                </a:lnTo>
                <a:lnTo>
                  <a:pt x="1698" y="1772"/>
                </a:lnTo>
                <a:lnTo>
                  <a:pt x="1684" y="1764"/>
                </a:lnTo>
                <a:lnTo>
                  <a:pt x="1667" y="1762"/>
                </a:lnTo>
                <a:lnTo>
                  <a:pt x="779" y="1762"/>
                </a:lnTo>
                <a:close/>
                <a:moveTo>
                  <a:pt x="345" y="1762"/>
                </a:moveTo>
                <a:lnTo>
                  <a:pt x="329" y="1764"/>
                </a:lnTo>
                <a:lnTo>
                  <a:pt x="314" y="1772"/>
                </a:lnTo>
                <a:lnTo>
                  <a:pt x="302" y="1783"/>
                </a:lnTo>
                <a:lnTo>
                  <a:pt x="295" y="1798"/>
                </a:lnTo>
                <a:lnTo>
                  <a:pt x="292" y="1815"/>
                </a:lnTo>
                <a:lnTo>
                  <a:pt x="295" y="1832"/>
                </a:lnTo>
                <a:lnTo>
                  <a:pt x="302" y="1846"/>
                </a:lnTo>
                <a:lnTo>
                  <a:pt x="314" y="1859"/>
                </a:lnTo>
                <a:lnTo>
                  <a:pt x="329" y="1866"/>
                </a:lnTo>
                <a:lnTo>
                  <a:pt x="345" y="1869"/>
                </a:lnTo>
                <a:lnTo>
                  <a:pt x="563" y="1869"/>
                </a:lnTo>
                <a:lnTo>
                  <a:pt x="579" y="1866"/>
                </a:lnTo>
                <a:lnTo>
                  <a:pt x="593" y="1859"/>
                </a:lnTo>
                <a:lnTo>
                  <a:pt x="606" y="1846"/>
                </a:lnTo>
                <a:lnTo>
                  <a:pt x="613" y="1832"/>
                </a:lnTo>
                <a:lnTo>
                  <a:pt x="616" y="1815"/>
                </a:lnTo>
                <a:lnTo>
                  <a:pt x="613" y="1798"/>
                </a:lnTo>
                <a:lnTo>
                  <a:pt x="606" y="1783"/>
                </a:lnTo>
                <a:lnTo>
                  <a:pt x="594" y="1772"/>
                </a:lnTo>
                <a:lnTo>
                  <a:pt x="579" y="1764"/>
                </a:lnTo>
                <a:lnTo>
                  <a:pt x="563" y="1762"/>
                </a:lnTo>
                <a:lnTo>
                  <a:pt x="345" y="1762"/>
                </a:lnTo>
                <a:close/>
                <a:moveTo>
                  <a:pt x="1885" y="1305"/>
                </a:moveTo>
                <a:lnTo>
                  <a:pt x="1869" y="1307"/>
                </a:lnTo>
                <a:lnTo>
                  <a:pt x="1854" y="1315"/>
                </a:lnTo>
                <a:lnTo>
                  <a:pt x="1842" y="1326"/>
                </a:lnTo>
                <a:lnTo>
                  <a:pt x="1835" y="1341"/>
                </a:lnTo>
                <a:lnTo>
                  <a:pt x="1832" y="1358"/>
                </a:lnTo>
                <a:lnTo>
                  <a:pt x="1835" y="1375"/>
                </a:lnTo>
                <a:lnTo>
                  <a:pt x="1842" y="1389"/>
                </a:lnTo>
                <a:lnTo>
                  <a:pt x="1854" y="1401"/>
                </a:lnTo>
                <a:lnTo>
                  <a:pt x="1869" y="1409"/>
                </a:lnTo>
                <a:lnTo>
                  <a:pt x="1885" y="1412"/>
                </a:lnTo>
                <a:lnTo>
                  <a:pt x="2103" y="1412"/>
                </a:lnTo>
                <a:lnTo>
                  <a:pt x="2119" y="1409"/>
                </a:lnTo>
                <a:lnTo>
                  <a:pt x="2134" y="1401"/>
                </a:lnTo>
                <a:lnTo>
                  <a:pt x="2146" y="1388"/>
                </a:lnTo>
                <a:lnTo>
                  <a:pt x="2153" y="1374"/>
                </a:lnTo>
                <a:lnTo>
                  <a:pt x="2156" y="1358"/>
                </a:lnTo>
                <a:lnTo>
                  <a:pt x="2153" y="1341"/>
                </a:lnTo>
                <a:lnTo>
                  <a:pt x="2146" y="1326"/>
                </a:lnTo>
                <a:lnTo>
                  <a:pt x="2134" y="1315"/>
                </a:lnTo>
                <a:lnTo>
                  <a:pt x="2119" y="1307"/>
                </a:lnTo>
                <a:lnTo>
                  <a:pt x="2103" y="1305"/>
                </a:lnTo>
                <a:lnTo>
                  <a:pt x="1885" y="1305"/>
                </a:lnTo>
                <a:close/>
                <a:moveTo>
                  <a:pt x="779" y="1305"/>
                </a:moveTo>
                <a:lnTo>
                  <a:pt x="762" y="1307"/>
                </a:lnTo>
                <a:lnTo>
                  <a:pt x="748" y="1315"/>
                </a:lnTo>
                <a:lnTo>
                  <a:pt x="735" y="1326"/>
                </a:lnTo>
                <a:lnTo>
                  <a:pt x="728" y="1341"/>
                </a:lnTo>
                <a:lnTo>
                  <a:pt x="725" y="1358"/>
                </a:lnTo>
                <a:lnTo>
                  <a:pt x="728" y="1375"/>
                </a:lnTo>
                <a:lnTo>
                  <a:pt x="735" y="1389"/>
                </a:lnTo>
                <a:lnTo>
                  <a:pt x="748" y="1401"/>
                </a:lnTo>
                <a:lnTo>
                  <a:pt x="762" y="1409"/>
                </a:lnTo>
                <a:lnTo>
                  <a:pt x="779" y="1412"/>
                </a:lnTo>
                <a:lnTo>
                  <a:pt x="1667" y="1412"/>
                </a:lnTo>
                <a:lnTo>
                  <a:pt x="1683" y="1409"/>
                </a:lnTo>
                <a:lnTo>
                  <a:pt x="1698" y="1401"/>
                </a:lnTo>
                <a:lnTo>
                  <a:pt x="1710" y="1388"/>
                </a:lnTo>
                <a:lnTo>
                  <a:pt x="1718" y="1374"/>
                </a:lnTo>
                <a:lnTo>
                  <a:pt x="1721" y="1358"/>
                </a:lnTo>
                <a:lnTo>
                  <a:pt x="1718" y="1341"/>
                </a:lnTo>
                <a:lnTo>
                  <a:pt x="1711" y="1326"/>
                </a:lnTo>
                <a:lnTo>
                  <a:pt x="1698" y="1315"/>
                </a:lnTo>
                <a:lnTo>
                  <a:pt x="1684" y="1307"/>
                </a:lnTo>
                <a:lnTo>
                  <a:pt x="1667" y="1305"/>
                </a:lnTo>
                <a:lnTo>
                  <a:pt x="779" y="1305"/>
                </a:lnTo>
                <a:close/>
                <a:moveTo>
                  <a:pt x="345" y="1305"/>
                </a:moveTo>
                <a:lnTo>
                  <a:pt x="329" y="1307"/>
                </a:lnTo>
                <a:lnTo>
                  <a:pt x="314" y="1315"/>
                </a:lnTo>
                <a:lnTo>
                  <a:pt x="302" y="1326"/>
                </a:lnTo>
                <a:lnTo>
                  <a:pt x="295" y="1341"/>
                </a:lnTo>
                <a:lnTo>
                  <a:pt x="292" y="1358"/>
                </a:lnTo>
                <a:lnTo>
                  <a:pt x="295" y="1375"/>
                </a:lnTo>
                <a:lnTo>
                  <a:pt x="302" y="1389"/>
                </a:lnTo>
                <a:lnTo>
                  <a:pt x="314" y="1401"/>
                </a:lnTo>
                <a:lnTo>
                  <a:pt x="329" y="1409"/>
                </a:lnTo>
                <a:lnTo>
                  <a:pt x="345" y="1412"/>
                </a:lnTo>
                <a:lnTo>
                  <a:pt x="563" y="1412"/>
                </a:lnTo>
                <a:lnTo>
                  <a:pt x="579" y="1409"/>
                </a:lnTo>
                <a:lnTo>
                  <a:pt x="593" y="1401"/>
                </a:lnTo>
                <a:lnTo>
                  <a:pt x="606" y="1388"/>
                </a:lnTo>
                <a:lnTo>
                  <a:pt x="613" y="1374"/>
                </a:lnTo>
                <a:lnTo>
                  <a:pt x="616" y="1358"/>
                </a:lnTo>
                <a:lnTo>
                  <a:pt x="613" y="1341"/>
                </a:lnTo>
                <a:lnTo>
                  <a:pt x="606" y="1326"/>
                </a:lnTo>
                <a:lnTo>
                  <a:pt x="594" y="1315"/>
                </a:lnTo>
                <a:lnTo>
                  <a:pt x="579" y="1307"/>
                </a:lnTo>
                <a:lnTo>
                  <a:pt x="563" y="1305"/>
                </a:lnTo>
                <a:lnTo>
                  <a:pt x="345" y="1305"/>
                </a:lnTo>
                <a:close/>
                <a:moveTo>
                  <a:pt x="1885" y="844"/>
                </a:moveTo>
                <a:lnTo>
                  <a:pt x="1869" y="847"/>
                </a:lnTo>
                <a:lnTo>
                  <a:pt x="1854" y="854"/>
                </a:lnTo>
                <a:lnTo>
                  <a:pt x="1842" y="866"/>
                </a:lnTo>
                <a:lnTo>
                  <a:pt x="1835" y="880"/>
                </a:lnTo>
                <a:lnTo>
                  <a:pt x="1832" y="898"/>
                </a:lnTo>
                <a:lnTo>
                  <a:pt x="1835" y="914"/>
                </a:lnTo>
                <a:lnTo>
                  <a:pt x="1842" y="929"/>
                </a:lnTo>
                <a:lnTo>
                  <a:pt x="1854" y="941"/>
                </a:lnTo>
                <a:lnTo>
                  <a:pt x="1869" y="948"/>
                </a:lnTo>
                <a:lnTo>
                  <a:pt x="1885" y="951"/>
                </a:lnTo>
                <a:lnTo>
                  <a:pt x="2103" y="951"/>
                </a:lnTo>
                <a:lnTo>
                  <a:pt x="2119" y="948"/>
                </a:lnTo>
                <a:lnTo>
                  <a:pt x="2134" y="941"/>
                </a:lnTo>
                <a:lnTo>
                  <a:pt x="2146" y="929"/>
                </a:lnTo>
                <a:lnTo>
                  <a:pt x="2153" y="914"/>
                </a:lnTo>
                <a:lnTo>
                  <a:pt x="2156" y="898"/>
                </a:lnTo>
                <a:lnTo>
                  <a:pt x="2153" y="880"/>
                </a:lnTo>
                <a:lnTo>
                  <a:pt x="2146" y="866"/>
                </a:lnTo>
                <a:lnTo>
                  <a:pt x="2134" y="854"/>
                </a:lnTo>
                <a:lnTo>
                  <a:pt x="2119" y="847"/>
                </a:lnTo>
                <a:lnTo>
                  <a:pt x="2103" y="844"/>
                </a:lnTo>
                <a:lnTo>
                  <a:pt x="1885" y="844"/>
                </a:lnTo>
                <a:close/>
                <a:moveTo>
                  <a:pt x="779" y="844"/>
                </a:moveTo>
                <a:lnTo>
                  <a:pt x="762" y="847"/>
                </a:lnTo>
                <a:lnTo>
                  <a:pt x="748" y="854"/>
                </a:lnTo>
                <a:lnTo>
                  <a:pt x="735" y="866"/>
                </a:lnTo>
                <a:lnTo>
                  <a:pt x="728" y="880"/>
                </a:lnTo>
                <a:lnTo>
                  <a:pt x="725" y="898"/>
                </a:lnTo>
                <a:lnTo>
                  <a:pt x="728" y="914"/>
                </a:lnTo>
                <a:lnTo>
                  <a:pt x="735" y="929"/>
                </a:lnTo>
                <a:lnTo>
                  <a:pt x="748" y="941"/>
                </a:lnTo>
                <a:lnTo>
                  <a:pt x="762" y="948"/>
                </a:lnTo>
                <a:lnTo>
                  <a:pt x="779" y="951"/>
                </a:lnTo>
                <a:lnTo>
                  <a:pt x="1667" y="951"/>
                </a:lnTo>
                <a:lnTo>
                  <a:pt x="1683" y="948"/>
                </a:lnTo>
                <a:lnTo>
                  <a:pt x="1698" y="941"/>
                </a:lnTo>
                <a:lnTo>
                  <a:pt x="1710" y="929"/>
                </a:lnTo>
                <a:lnTo>
                  <a:pt x="1718" y="914"/>
                </a:lnTo>
                <a:lnTo>
                  <a:pt x="1721" y="898"/>
                </a:lnTo>
                <a:lnTo>
                  <a:pt x="1718" y="880"/>
                </a:lnTo>
                <a:lnTo>
                  <a:pt x="1711" y="866"/>
                </a:lnTo>
                <a:lnTo>
                  <a:pt x="1698" y="854"/>
                </a:lnTo>
                <a:lnTo>
                  <a:pt x="1684" y="847"/>
                </a:lnTo>
                <a:lnTo>
                  <a:pt x="1667" y="844"/>
                </a:lnTo>
                <a:lnTo>
                  <a:pt x="779" y="844"/>
                </a:lnTo>
                <a:close/>
                <a:moveTo>
                  <a:pt x="345" y="844"/>
                </a:moveTo>
                <a:lnTo>
                  <a:pt x="329" y="847"/>
                </a:lnTo>
                <a:lnTo>
                  <a:pt x="314" y="854"/>
                </a:lnTo>
                <a:lnTo>
                  <a:pt x="302" y="866"/>
                </a:lnTo>
                <a:lnTo>
                  <a:pt x="295" y="880"/>
                </a:lnTo>
                <a:lnTo>
                  <a:pt x="292" y="898"/>
                </a:lnTo>
                <a:lnTo>
                  <a:pt x="295" y="914"/>
                </a:lnTo>
                <a:lnTo>
                  <a:pt x="302" y="929"/>
                </a:lnTo>
                <a:lnTo>
                  <a:pt x="314" y="941"/>
                </a:lnTo>
                <a:lnTo>
                  <a:pt x="329" y="948"/>
                </a:lnTo>
                <a:lnTo>
                  <a:pt x="345" y="951"/>
                </a:lnTo>
                <a:lnTo>
                  <a:pt x="563" y="951"/>
                </a:lnTo>
                <a:lnTo>
                  <a:pt x="579" y="948"/>
                </a:lnTo>
                <a:lnTo>
                  <a:pt x="593" y="941"/>
                </a:lnTo>
                <a:lnTo>
                  <a:pt x="606" y="929"/>
                </a:lnTo>
                <a:lnTo>
                  <a:pt x="613" y="914"/>
                </a:lnTo>
                <a:lnTo>
                  <a:pt x="616" y="898"/>
                </a:lnTo>
                <a:lnTo>
                  <a:pt x="613" y="880"/>
                </a:lnTo>
                <a:lnTo>
                  <a:pt x="606" y="866"/>
                </a:lnTo>
                <a:lnTo>
                  <a:pt x="594" y="854"/>
                </a:lnTo>
                <a:lnTo>
                  <a:pt x="579" y="847"/>
                </a:lnTo>
                <a:lnTo>
                  <a:pt x="563" y="844"/>
                </a:lnTo>
                <a:lnTo>
                  <a:pt x="345" y="844"/>
                </a:lnTo>
                <a:close/>
                <a:moveTo>
                  <a:pt x="0" y="0"/>
                </a:moveTo>
                <a:lnTo>
                  <a:pt x="2448" y="0"/>
                </a:lnTo>
                <a:lnTo>
                  <a:pt x="2448" y="3374"/>
                </a:lnTo>
                <a:lnTo>
                  <a:pt x="0" y="3374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11" name="Freeform 453">
            <a:extLst>
              <a:ext uri="{FF2B5EF4-FFF2-40B4-BE49-F238E27FC236}">
                <a16:creationId xmlns:a16="http://schemas.microsoft.com/office/drawing/2014/main" id="{8944A27E-A11D-4FC0-91B3-7C1A2CF9C250}"/>
              </a:ext>
            </a:extLst>
          </p:cNvPr>
          <p:cNvSpPr>
            <a:spLocks noEditPoints="1"/>
          </p:cNvSpPr>
          <p:nvPr/>
        </p:nvSpPr>
        <p:spPr bwMode="auto">
          <a:xfrm>
            <a:off x="7249688" y="2757419"/>
            <a:ext cx="222787" cy="310356"/>
          </a:xfrm>
          <a:custGeom>
            <a:avLst/>
            <a:gdLst>
              <a:gd name="T0" fmla="*/ 325 w 2422"/>
              <a:gd name="T1" fmla="*/ 2845 h 3374"/>
              <a:gd name="T2" fmla="*/ 293 w 2422"/>
              <a:gd name="T3" fmla="*/ 2886 h 3374"/>
              <a:gd name="T4" fmla="*/ 299 w 2422"/>
              <a:gd name="T5" fmla="*/ 2940 h 3374"/>
              <a:gd name="T6" fmla="*/ 340 w 2422"/>
              <a:gd name="T7" fmla="*/ 2973 h 3374"/>
              <a:gd name="T8" fmla="*/ 2084 w 2422"/>
              <a:gd name="T9" fmla="*/ 2973 h 3374"/>
              <a:gd name="T10" fmla="*/ 2125 w 2422"/>
              <a:gd name="T11" fmla="*/ 2942 h 3374"/>
              <a:gd name="T12" fmla="*/ 2130 w 2422"/>
              <a:gd name="T13" fmla="*/ 2887 h 3374"/>
              <a:gd name="T14" fmla="*/ 2098 w 2422"/>
              <a:gd name="T15" fmla="*/ 2846 h 3374"/>
              <a:gd name="T16" fmla="*/ 359 w 2422"/>
              <a:gd name="T17" fmla="*/ 2836 h 3374"/>
              <a:gd name="T18" fmla="*/ 325 w 2422"/>
              <a:gd name="T19" fmla="*/ 2353 h 3374"/>
              <a:gd name="T20" fmla="*/ 293 w 2422"/>
              <a:gd name="T21" fmla="*/ 2393 h 3374"/>
              <a:gd name="T22" fmla="*/ 299 w 2422"/>
              <a:gd name="T23" fmla="*/ 2448 h 3374"/>
              <a:gd name="T24" fmla="*/ 340 w 2422"/>
              <a:gd name="T25" fmla="*/ 2479 h 3374"/>
              <a:gd name="T26" fmla="*/ 2084 w 2422"/>
              <a:gd name="T27" fmla="*/ 2479 h 3374"/>
              <a:gd name="T28" fmla="*/ 2125 w 2422"/>
              <a:gd name="T29" fmla="*/ 2448 h 3374"/>
              <a:gd name="T30" fmla="*/ 2130 w 2422"/>
              <a:gd name="T31" fmla="*/ 2395 h 3374"/>
              <a:gd name="T32" fmla="*/ 2098 w 2422"/>
              <a:gd name="T33" fmla="*/ 2353 h 3374"/>
              <a:gd name="T34" fmla="*/ 359 w 2422"/>
              <a:gd name="T35" fmla="*/ 2343 h 3374"/>
              <a:gd name="T36" fmla="*/ 325 w 2422"/>
              <a:gd name="T37" fmla="*/ 1858 h 3374"/>
              <a:gd name="T38" fmla="*/ 293 w 2422"/>
              <a:gd name="T39" fmla="*/ 1899 h 3374"/>
              <a:gd name="T40" fmla="*/ 299 w 2422"/>
              <a:gd name="T41" fmla="*/ 1952 h 3374"/>
              <a:gd name="T42" fmla="*/ 340 w 2422"/>
              <a:gd name="T43" fmla="*/ 1985 h 3374"/>
              <a:gd name="T44" fmla="*/ 2084 w 2422"/>
              <a:gd name="T45" fmla="*/ 1985 h 3374"/>
              <a:gd name="T46" fmla="*/ 2125 w 2422"/>
              <a:gd name="T47" fmla="*/ 1952 h 3374"/>
              <a:gd name="T48" fmla="*/ 2130 w 2422"/>
              <a:gd name="T49" fmla="*/ 1900 h 3374"/>
              <a:gd name="T50" fmla="*/ 2098 w 2422"/>
              <a:gd name="T51" fmla="*/ 1858 h 3374"/>
              <a:gd name="T52" fmla="*/ 359 w 2422"/>
              <a:gd name="T53" fmla="*/ 1849 h 3374"/>
              <a:gd name="T54" fmla="*/ 668 w 2422"/>
              <a:gd name="T55" fmla="*/ 819 h 3374"/>
              <a:gd name="T56" fmla="*/ 510 w 2422"/>
              <a:gd name="T57" fmla="*/ 870 h 3374"/>
              <a:gd name="T58" fmla="*/ 380 w 2422"/>
              <a:gd name="T59" fmla="*/ 957 h 3374"/>
              <a:gd name="T60" fmla="*/ 286 w 2422"/>
              <a:gd name="T61" fmla="*/ 1073 h 3374"/>
              <a:gd name="T62" fmla="*/ 237 w 2422"/>
              <a:gd name="T63" fmla="*/ 1212 h 3374"/>
              <a:gd name="T64" fmla="*/ 243 w 2422"/>
              <a:gd name="T65" fmla="*/ 1300 h 3374"/>
              <a:gd name="T66" fmla="*/ 338 w 2422"/>
              <a:gd name="T67" fmla="*/ 1357 h 3374"/>
              <a:gd name="T68" fmla="*/ 554 w 2422"/>
              <a:gd name="T69" fmla="*/ 1415 h 3374"/>
              <a:gd name="T70" fmla="*/ 783 w 2422"/>
              <a:gd name="T71" fmla="*/ 1435 h 3374"/>
              <a:gd name="T72" fmla="*/ 1016 w 2422"/>
              <a:gd name="T73" fmla="*/ 1415 h 3374"/>
              <a:gd name="T74" fmla="*/ 1230 w 2422"/>
              <a:gd name="T75" fmla="*/ 1356 h 3374"/>
              <a:gd name="T76" fmla="*/ 1321 w 2422"/>
              <a:gd name="T77" fmla="*/ 1309 h 3374"/>
              <a:gd name="T78" fmla="*/ 1336 w 2422"/>
              <a:gd name="T79" fmla="*/ 1262 h 3374"/>
              <a:gd name="T80" fmla="*/ 1304 w 2422"/>
              <a:gd name="T81" fmla="*/ 1116 h 3374"/>
              <a:gd name="T82" fmla="*/ 1224 w 2422"/>
              <a:gd name="T83" fmla="*/ 993 h 3374"/>
              <a:gd name="T84" fmla="*/ 1105 w 2422"/>
              <a:gd name="T85" fmla="*/ 896 h 3374"/>
              <a:gd name="T86" fmla="*/ 955 w 2422"/>
              <a:gd name="T87" fmla="*/ 831 h 3374"/>
              <a:gd name="T88" fmla="*/ 783 w 2422"/>
              <a:gd name="T89" fmla="*/ 809 h 3374"/>
              <a:gd name="T90" fmla="*/ 714 w 2422"/>
              <a:gd name="T91" fmla="*/ 336 h 3374"/>
              <a:gd name="T92" fmla="*/ 632 w 2422"/>
              <a:gd name="T93" fmla="*/ 392 h 3374"/>
              <a:gd name="T94" fmla="*/ 588 w 2422"/>
              <a:gd name="T95" fmla="*/ 481 h 3374"/>
              <a:gd name="T96" fmla="*/ 597 w 2422"/>
              <a:gd name="T97" fmla="*/ 581 h 3374"/>
              <a:gd name="T98" fmla="*/ 655 w 2422"/>
              <a:gd name="T99" fmla="*/ 659 h 3374"/>
              <a:gd name="T100" fmla="*/ 748 w 2422"/>
              <a:gd name="T101" fmla="*/ 701 h 3374"/>
              <a:gd name="T102" fmla="*/ 853 w 2422"/>
              <a:gd name="T103" fmla="*/ 692 h 3374"/>
              <a:gd name="T104" fmla="*/ 936 w 2422"/>
              <a:gd name="T105" fmla="*/ 637 h 3374"/>
              <a:gd name="T106" fmla="*/ 979 w 2422"/>
              <a:gd name="T107" fmla="*/ 548 h 3374"/>
              <a:gd name="T108" fmla="*/ 970 w 2422"/>
              <a:gd name="T109" fmla="*/ 448 h 3374"/>
              <a:gd name="T110" fmla="*/ 911 w 2422"/>
              <a:gd name="T111" fmla="*/ 369 h 3374"/>
              <a:gd name="T112" fmla="*/ 819 w 2422"/>
              <a:gd name="T113" fmla="*/ 327 h 3374"/>
              <a:gd name="T114" fmla="*/ 2422 w 2422"/>
              <a:gd name="T115" fmla="*/ 0 h 3374"/>
              <a:gd name="T116" fmla="*/ 0 w 2422"/>
              <a:gd name="T117" fmla="*/ 0 h 33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422" h="3374">
                <a:moveTo>
                  <a:pt x="359" y="2836"/>
                </a:moveTo>
                <a:lnTo>
                  <a:pt x="341" y="2838"/>
                </a:lnTo>
                <a:lnTo>
                  <a:pt x="325" y="2845"/>
                </a:lnTo>
                <a:lnTo>
                  <a:pt x="310" y="2856"/>
                </a:lnTo>
                <a:lnTo>
                  <a:pt x="300" y="2870"/>
                </a:lnTo>
                <a:lnTo>
                  <a:pt x="293" y="2886"/>
                </a:lnTo>
                <a:lnTo>
                  <a:pt x="290" y="2906"/>
                </a:lnTo>
                <a:lnTo>
                  <a:pt x="292" y="2924"/>
                </a:lnTo>
                <a:lnTo>
                  <a:pt x="299" y="2940"/>
                </a:lnTo>
                <a:lnTo>
                  <a:pt x="309" y="2955"/>
                </a:lnTo>
                <a:lnTo>
                  <a:pt x="324" y="2966"/>
                </a:lnTo>
                <a:lnTo>
                  <a:pt x="340" y="2973"/>
                </a:lnTo>
                <a:lnTo>
                  <a:pt x="359" y="2975"/>
                </a:lnTo>
                <a:lnTo>
                  <a:pt x="2066" y="2975"/>
                </a:lnTo>
                <a:lnTo>
                  <a:pt x="2084" y="2973"/>
                </a:lnTo>
                <a:lnTo>
                  <a:pt x="2100" y="2966"/>
                </a:lnTo>
                <a:lnTo>
                  <a:pt x="2114" y="2956"/>
                </a:lnTo>
                <a:lnTo>
                  <a:pt x="2125" y="2942"/>
                </a:lnTo>
                <a:lnTo>
                  <a:pt x="2131" y="2925"/>
                </a:lnTo>
                <a:lnTo>
                  <a:pt x="2132" y="2906"/>
                </a:lnTo>
                <a:lnTo>
                  <a:pt x="2130" y="2887"/>
                </a:lnTo>
                <a:lnTo>
                  <a:pt x="2123" y="2871"/>
                </a:lnTo>
                <a:lnTo>
                  <a:pt x="2113" y="2857"/>
                </a:lnTo>
                <a:lnTo>
                  <a:pt x="2098" y="2846"/>
                </a:lnTo>
                <a:lnTo>
                  <a:pt x="2081" y="2839"/>
                </a:lnTo>
                <a:lnTo>
                  <a:pt x="2063" y="2836"/>
                </a:lnTo>
                <a:lnTo>
                  <a:pt x="359" y="2836"/>
                </a:lnTo>
                <a:close/>
                <a:moveTo>
                  <a:pt x="359" y="2343"/>
                </a:moveTo>
                <a:lnTo>
                  <a:pt x="341" y="2345"/>
                </a:lnTo>
                <a:lnTo>
                  <a:pt x="325" y="2353"/>
                </a:lnTo>
                <a:lnTo>
                  <a:pt x="310" y="2363"/>
                </a:lnTo>
                <a:lnTo>
                  <a:pt x="300" y="2377"/>
                </a:lnTo>
                <a:lnTo>
                  <a:pt x="293" y="2393"/>
                </a:lnTo>
                <a:lnTo>
                  <a:pt x="290" y="2413"/>
                </a:lnTo>
                <a:lnTo>
                  <a:pt x="292" y="2431"/>
                </a:lnTo>
                <a:lnTo>
                  <a:pt x="299" y="2448"/>
                </a:lnTo>
                <a:lnTo>
                  <a:pt x="309" y="2461"/>
                </a:lnTo>
                <a:lnTo>
                  <a:pt x="324" y="2472"/>
                </a:lnTo>
                <a:lnTo>
                  <a:pt x="340" y="2479"/>
                </a:lnTo>
                <a:lnTo>
                  <a:pt x="359" y="2482"/>
                </a:lnTo>
                <a:lnTo>
                  <a:pt x="2066" y="2482"/>
                </a:lnTo>
                <a:lnTo>
                  <a:pt x="2084" y="2479"/>
                </a:lnTo>
                <a:lnTo>
                  <a:pt x="2100" y="2472"/>
                </a:lnTo>
                <a:lnTo>
                  <a:pt x="2114" y="2461"/>
                </a:lnTo>
                <a:lnTo>
                  <a:pt x="2125" y="2448"/>
                </a:lnTo>
                <a:lnTo>
                  <a:pt x="2131" y="2431"/>
                </a:lnTo>
                <a:lnTo>
                  <a:pt x="2132" y="2413"/>
                </a:lnTo>
                <a:lnTo>
                  <a:pt x="2130" y="2395"/>
                </a:lnTo>
                <a:lnTo>
                  <a:pt x="2123" y="2378"/>
                </a:lnTo>
                <a:lnTo>
                  <a:pt x="2113" y="2364"/>
                </a:lnTo>
                <a:lnTo>
                  <a:pt x="2098" y="2353"/>
                </a:lnTo>
                <a:lnTo>
                  <a:pt x="2081" y="2345"/>
                </a:lnTo>
                <a:lnTo>
                  <a:pt x="2063" y="2343"/>
                </a:lnTo>
                <a:lnTo>
                  <a:pt x="359" y="2343"/>
                </a:lnTo>
                <a:close/>
                <a:moveTo>
                  <a:pt x="359" y="1849"/>
                </a:moveTo>
                <a:lnTo>
                  <a:pt x="341" y="1851"/>
                </a:lnTo>
                <a:lnTo>
                  <a:pt x="325" y="1858"/>
                </a:lnTo>
                <a:lnTo>
                  <a:pt x="310" y="1868"/>
                </a:lnTo>
                <a:lnTo>
                  <a:pt x="300" y="1882"/>
                </a:lnTo>
                <a:lnTo>
                  <a:pt x="293" y="1899"/>
                </a:lnTo>
                <a:lnTo>
                  <a:pt x="290" y="1918"/>
                </a:lnTo>
                <a:lnTo>
                  <a:pt x="292" y="1935"/>
                </a:lnTo>
                <a:lnTo>
                  <a:pt x="299" y="1952"/>
                </a:lnTo>
                <a:lnTo>
                  <a:pt x="309" y="1966"/>
                </a:lnTo>
                <a:lnTo>
                  <a:pt x="324" y="1977"/>
                </a:lnTo>
                <a:lnTo>
                  <a:pt x="340" y="1985"/>
                </a:lnTo>
                <a:lnTo>
                  <a:pt x="359" y="1988"/>
                </a:lnTo>
                <a:lnTo>
                  <a:pt x="2066" y="1988"/>
                </a:lnTo>
                <a:lnTo>
                  <a:pt x="2084" y="1985"/>
                </a:lnTo>
                <a:lnTo>
                  <a:pt x="2100" y="1977"/>
                </a:lnTo>
                <a:lnTo>
                  <a:pt x="2114" y="1966"/>
                </a:lnTo>
                <a:lnTo>
                  <a:pt x="2125" y="1952"/>
                </a:lnTo>
                <a:lnTo>
                  <a:pt x="2131" y="1935"/>
                </a:lnTo>
                <a:lnTo>
                  <a:pt x="2132" y="1918"/>
                </a:lnTo>
                <a:lnTo>
                  <a:pt x="2130" y="1900"/>
                </a:lnTo>
                <a:lnTo>
                  <a:pt x="2123" y="1883"/>
                </a:lnTo>
                <a:lnTo>
                  <a:pt x="2113" y="1869"/>
                </a:lnTo>
                <a:lnTo>
                  <a:pt x="2098" y="1858"/>
                </a:lnTo>
                <a:lnTo>
                  <a:pt x="2081" y="1851"/>
                </a:lnTo>
                <a:lnTo>
                  <a:pt x="2063" y="1849"/>
                </a:lnTo>
                <a:lnTo>
                  <a:pt x="359" y="1849"/>
                </a:lnTo>
                <a:close/>
                <a:moveTo>
                  <a:pt x="783" y="809"/>
                </a:moveTo>
                <a:lnTo>
                  <a:pt x="724" y="812"/>
                </a:lnTo>
                <a:lnTo>
                  <a:pt x="668" y="819"/>
                </a:lnTo>
                <a:lnTo>
                  <a:pt x="612" y="831"/>
                </a:lnTo>
                <a:lnTo>
                  <a:pt x="559" y="849"/>
                </a:lnTo>
                <a:lnTo>
                  <a:pt x="510" y="870"/>
                </a:lnTo>
                <a:lnTo>
                  <a:pt x="463" y="896"/>
                </a:lnTo>
                <a:lnTo>
                  <a:pt x="420" y="924"/>
                </a:lnTo>
                <a:lnTo>
                  <a:pt x="380" y="957"/>
                </a:lnTo>
                <a:lnTo>
                  <a:pt x="344" y="993"/>
                </a:lnTo>
                <a:lnTo>
                  <a:pt x="312" y="1032"/>
                </a:lnTo>
                <a:lnTo>
                  <a:pt x="286" y="1073"/>
                </a:lnTo>
                <a:lnTo>
                  <a:pt x="264" y="1116"/>
                </a:lnTo>
                <a:lnTo>
                  <a:pt x="248" y="1164"/>
                </a:lnTo>
                <a:lnTo>
                  <a:pt x="237" y="1212"/>
                </a:lnTo>
                <a:lnTo>
                  <a:pt x="231" y="1262"/>
                </a:lnTo>
                <a:lnTo>
                  <a:pt x="234" y="1281"/>
                </a:lnTo>
                <a:lnTo>
                  <a:pt x="243" y="1300"/>
                </a:lnTo>
                <a:lnTo>
                  <a:pt x="255" y="1316"/>
                </a:lnTo>
                <a:lnTo>
                  <a:pt x="271" y="1328"/>
                </a:lnTo>
                <a:lnTo>
                  <a:pt x="338" y="1357"/>
                </a:lnTo>
                <a:lnTo>
                  <a:pt x="408" y="1380"/>
                </a:lnTo>
                <a:lnTo>
                  <a:pt x="480" y="1400"/>
                </a:lnTo>
                <a:lnTo>
                  <a:pt x="554" y="1415"/>
                </a:lnTo>
                <a:lnTo>
                  <a:pt x="629" y="1426"/>
                </a:lnTo>
                <a:lnTo>
                  <a:pt x="706" y="1433"/>
                </a:lnTo>
                <a:lnTo>
                  <a:pt x="783" y="1435"/>
                </a:lnTo>
                <a:lnTo>
                  <a:pt x="862" y="1433"/>
                </a:lnTo>
                <a:lnTo>
                  <a:pt x="940" y="1426"/>
                </a:lnTo>
                <a:lnTo>
                  <a:pt x="1016" y="1415"/>
                </a:lnTo>
                <a:lnTo>
                  <a:pt x="1090" y="1400"/>
                </a:lnTo>
                <a:lnTo>
                  <a:pt x="1161" y="1380"/>
                </a:lnTo>
                <a:lnTo>
                  <a:pt x="1230" y="1356"/>
                </a:lnTo>
                <a:lnTo>
                  <a:pt x="1296" y="1328"/>
                </a:lnTo>
                <a:lnTo>
                  <a:pt x="1310" y="1320"/>
                </a:lnTo>
                <a:lnTo>
                  <a:pt x="1321" y="1309"/>
                </a:lnTo>
                <a:lnTo>
                  <a:pt x="1329" y="1294"/>
                </a:lnTo>
                <a:lnTo>
                  <a:pt x="1334" y="1279"/>
                </a:lnTo>
                <a:lnTo>
                  <a:pt x="1336" y="1262"/>
                </a:lnTo>
                <a:lnTo>
                  <a:pt x="1331" y="1212"/>
                </a:lnTo>
                <a:lnTo>
                  <a:pt x="1320" y="1164"/>
                </a:lnTo>
                <a:lnTo>
                  <a:pt x="1304" y="1116"/>
                </a:lnTo>
                <a:lnTo>
                  <a:pt x="1282" y="1073"/>
                </a:lnTo>
                <a:lnTo>
                  <a:pt x="1255" y="1032"/>
                </a:lnTo>
                <a:lnTo>
                  <a:pt x="1224" y="993"/>
                </a:lnTo>
                <a:lnTo>
                  <a:pt x="1188" y="957"/>
                </a:lnTo>
                <a:lnTo>
                  <a:pt x="1148" y="924"/>
                </a:lnTo>
                <a:lnTo>
                  <a:pt x="1105" y="896"/>
                </a:lnTo>
                <a:lnTo>
                  <a:pt x="1058" y="870"/>
                </a:lnTo>
                <a:lnTo>
                  <a:pt x="1008" y="849"/>
                </a:lnTo>
                <a:lnTo>
                  <a:pt x="955" y="831"/>
                </a:lnTo>
                <a:lnTo>
                  <a:pt x="900" y="819"/>
                </a:lnTo>
                <a:lnTo>
                  <a:pt x="843" y="812"/>
                </a:lnTo>
                <a:lnTo>
                  <a:pt x="783" y="809"/>
                </a:lnTo>
                <a:close/>
                <a:moveTo>
                  <a:pt x="783" y="324"/>
                </a:moveTo>
                <a:lnTo>
                  <a:pt x="748" y="327"/>
                </a:lnTo>
                <a:lnTo>
                  <a:pt x="714" y="336"/>
                </a:lnTo>
                <a:lnTo>
                  <a:pt x="683" y="351"/>
                </a:lnTo>
                <a:lnTo>
                  <a:pt x="655" y="369"/>
                </a:lnTo>
                <a:lnTo>
                  <a:pt x="632" y="392"/>
                </a:lnTo>
                <a:lnTo>
                  <a:pt x="612" y="418"/>
                </a:lnTo>
                <a:lnTo>
                  <a:pt x="597" y="448"/>
                </a:lnTo>
                <a:lnTo>
                  <a:pt x="588" y="481"/>
                </a:lnTo>
                <a:lnTo>
                  <a:pt x="585" y="514"/>
                </a:lnTo>
                <a:lnTo>
                  <a:pt x="588" y="548"/>
                </a:lnTo>
                <a:lnTo>
                  <a:pt x="597" y="581"/>
                </a:lnTo>
                <a:lnTo>
                  <a:pt x="612" y="610"/>
                </a:lnTo>
                <a:lnTo>
                  <a:pt x="632" y="637"/>
                </a:lnTo>
                <a:lnTo>
                  <a:pt x="655" y="659"/>
                </a:lnTo>
                <a:lnTo>
                  <a:pt x="683" y="679"/>
                </a:lnTo>
                <a:lnTo>
                  <a:pt x="714" y="692"/>
                </a:lnTo>
                <a:lnTo>
                  <a:pt x="748" y="701"/>
                </a:lnTo>
                <a:lnTo>
                  <a:pt x="783" y="704"/>
                </a:lnTo>
                <a:lnTo>
                  <a:pt x="819" y="701"/>
                </a:lnTo>
                <a:lnTo>
                  <a:pt x="853" y="692"/>
                </a:lnTo>
                <a:lnTo>
                  <a:pt x="884" y="679"/>
                </a:lnTo>
                <a:lnTo>
                  <a:pt x="912" y="659"/>
                </a:lnTo>
                <a:lnTo>
                  <a:pt x="936" y="637"/>
                </a:lnTo>
                <a:lnTo>
                  <a:pt x="955" y="610"/>
                </a:lnTo>
                <a:lnTo>
                  <a:pt x="970" y="581"/>
                </a:lnTo>
                <a:lnTo>
                  <a:pt x="979" y="548"/>
                </a:lnTo>
                <a:lnTo>
                  <a:pt x="982" y="514"/>
                </a:lnTo>
                <a:lnTo>
                  <a:pt x="979" y="481"/>
                </a:lnTo>
                <a:lnTo>
                  <a:pt x="970" y="448"/>
                </a:lnTo>
                <a:lnTo>
                  <a:pt x="955" y="418"/>
                </a:lnTo>
                <a:lnTo>
                  <a:pt x="936" y="392"/>
                </a:lnTo>
                <a:lnTo>
                  <a:pt x="911" y="369"/>
                </a:lnTo>
                <a:lnTo>
                  <a:pt x="884" y="351"/>
                </a:lnTo>
                <a:lnTo>
                  <a:pt x="853" y="336"/>
                </a:lnTo>
                <a:lnTo>
                  <a:pt x="819" y="327"/>
                </a:lnTo>
                <a:lnTo>
                  <a:pt x="783" y="324"/>
                </a:lnTo>
                <a:close/>
                <a:moveTo>
                  <a:pt x="0" y="0"/>
                </a:moveTo>
                <a:lnTo>
                  <a:pt x="2422" y="0"/>
                </a:lnTo>
                <a:lnTo>
                  <a:pt x="2422" y="3374"/>
                </a:lnTo>
                <a:lnTo>
                  <a:pt x="0" y="3374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4C64CCD-BED9-4B33-8C00-78419E68F9BC}"/>
              </a:ext>
            </a:extLst>
          </p:cNvPr>
          <p:cNvGrpSpPr/>
          <p:nvPr/>
        </p:nvGrpSpPr>
        <p:grpSpPr>
          <a:xfrm>
            <a:off x="737093" y="2826961"/>
            <a:ext cx="310355" cy="171275"/>
            <a:chOff x="723900" y="3743325"/>
            <a:chExt cx="382588" cy="2111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13" name="Freeform 370">
              <a:extLst>
                <a:ext uri="{FF2B5EF4-FFF2-40B4-BE49-F238E27FC236}">
                  <a16:creationId xmlns:a16="http://schemas.microsoft.com/office/drawing/2014/main" id="{962DDB51-6F90-425E-8C7C-B175D499E8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000" y="3778250"/>
              <a:ext cx="306388" cy="142875"/>
            </a:xfrm>
            <a:custGeom>
              <a:avLst/>
              <a:gdLst>
                <a:gd name="T0" fmla="*/ 1291 w 2690"/>
                <a:gd name="T1" fmla="*/ 211 h 1251"/>
                <a:gd name="T2" fmla="*/ 1193 w 2690"/>
                <a:gd name="T3" fmla="*/ 236 h 1251"/>
                <a:gd name="T4" fmla="*/ 1105 w 2690"/>
                <a:gd name="T5" fmla="*/ 283 h 1251"/>
                <a:gd name="T6" fmla="*/ 1031 w 2690"/>
                <a:gd name="T7" fmla="*/ 349 h 1251"/>
                <a:gd name="T8" fmla="*/ 975 w 2690"/>
                <a:gd name="T9" fmla="*/ 430 h 1251"/>
                <a:gd name="T10" fmla="*/ 939 w 2690"/>
                <a:gd name="T11" fmla="*/ 524 h 1251"/>
                <a:gd name="T12" fmla="*/ 926 w 2690"/>
                <a:gd name="T13" fmla="*/ 626 h 1251"/>
                <a:gd name="T14" fmla="*/ 939 w 2690"/>
                <a:gd name="T15" fmla="*/ 730 h 1251"/>
                <a:gd name="T16" fmla="*/ 975 w 2690"/>
                <a:gd name="T17" fmla="*/ 823 h 1251"/>
                <a:gd name="T18" fmla="*/ 1031 w 2690"/>
                <a:gd name="T19" fmla="*/ 905 h 1251"/>
                <a:gd name="T20" fmla="*/ 1105 w 2690"/>
                <a:gd name="T21" fmla="*/ 971 h 1251"/>
                <a:gd name="T22" fmla="*/ 1193 w 2690"/>
                <a:gd name="T23" fmla="*/ 1017 h 1251"/>
                <a:gd name="T24" fmla="*/ 1291 w 2690"/>
                <a:gd name="T25" fmla="*/ 1043 h 1251"/>
                <a:gd name="T26" fmla="*/ 1395 w 2690"/>
                <a:gd name="T27" fmla="*/ 1043 h 1251"/>
                <a:gd name="T28" fmla="*/ 1494 w 2690"/>
                <a:gd name="T29" fmla="*/ 1017 h 1251"/>
                <a:gd name="T30" fmla="*/ 1581 w 2690"/>
                <a:gd name="T31" fmla="*/ 971 h 1251"/>
                <a:gd name="T32" fmla="*/ 1655 w 2690"/>
                <a:gd name="T33" fmla="*/ 905 h 1251"/>
                <a:gd name="T34" fmla="*/ 1712 w 2690"/>
                <a:gd name="T35" fmla="*/ 823 h 1251"/>
                <a:gd name="T36" fmla="*/ 1748 w 2690"/>
                <a:gd name="T37" fmla="*/ 730 h 1251"/>
                <a:gd name="T38" fmla="*/ 1760 w 2690"/>
                <a:gd name="T39" fmla="*/ 626 h 1251"/>
                <a:gd name="T40" fmla="*/ 1748 w 2690"/>
                <a:gd name="T41" fmla="*/ 524 h 1251"/>
                <a:gd name="T42" fmla="*/ 1712 w 2690"/>
                <a:gd name="T43" fmla="*/ 430 h 1251"/>
                <a:gd name="T44" fmla="*/ 1655 w 2690"/>
                <a:gd name="T45" fmla="*/ 349 h 1251"/>
                <a:gd name="T46" fmla="*/ 1581 w 2690"/>
                <a:gd name="T47" fmla="*/ 283 h 1251"/>
                <a:gd name="T48" fmla="*/ 1494 w 2690"/>
                <a:gd name="T49" fmla="*/ 236 h 1251"/>
                <a:gd name="T50" fmla="*/ 1395 w 2690"/>
                <a:gd name="T51" fmla="*/ 211 h 1251"/>
                <a:gd name="T52" fmla="*/ 251 w 2690"/>
                <a:gd name="T53" fmla="*/ 0 h 1251"/>
                <a:gd name="T54" fmla="*/ 2446 w 2690"/>
                <a:gd name="T55" fmla="*/ 43 h 1251"/>
                <a:gd name="T56" fmla="*/ 2483 w 2690"/>
                <a:gd name="T57" fmla="*/ 123 h 1251"/>
                <a:gd name="T58" fmla="*/ 2538 w 2690"/>
                <a:gd name="T59" fmla="*/ 188 h 1251"/>
                <a:gd name="T60" fmla="*/ 2609 w 2690"/>
                <a:gd name="T61" fmla="*/ 237 h 1251"/>
                <a:gd name="T62" fmla="*/ 2690 w 2690"/>
                <a:gd name="T63" fmla="*/ 263 h 1251"/>
                <a:gd name="T64" fmla="*/ 2648 w 2690"/>
                <a:gd name="T65" fmla="*/ 1000 h 1251"/>
                <a:gd name="T66" fmla="*/ 2572 w 2690"/>
                <a:gd name="T67" fmla="*/ 1039 h 1251"/>
                <a:gd name="T68" fmla="*/ 2510 w 2690"/>
                <a:gd name="T69" fmla="*/ 1095 h 1251"/>
                <a:gd name="T70" fmla="*/ 2464 w 2690"/>
                <a:gd name="T71" fmla="*/ 1167 h 1251"/>
                <a:gd name="T72" fmla="*/ 2438 w 2690"/>
                <a:gd name="T73" fmla="*/ 1251 h 1251"/>
                <a:gd name="T74" fmla="*/ 241 w 2690"/>
                <a:gd name="T75" fmla="*/ 1207 h 1251"/>
                <a:gd name="T76" fmla="*/ 205 w 2690"/>
                <a:gd name="T77" fmla="*/ 1129 h 1251"/>
                <a:gd name="T78" fmla="*/ 151 w 2690"/>
                <a:gd name="T79" fmla="*/ 1065 h 1251"/>
                <a:gd name="T80" fmla="*/ 81 w 2690"/>
                <a:gd name="T81" fmla="*/ 1017 h 1251"/>
                <a:gd name="T82" fmla="*/ 0 w 2690"/>
                <a:gd name="T83" fmla="*/ 990 h 1251"/>
                <a:gd name="T84" fmla="*/ 41 w 2690"/>
                <a:gd name="T85" fmla="*/ 250 h 1251"/>
                <a:gd name="T86" fmla="*/ 117 w 2690"/>
                <a:gd name="T87" fmla="*/ 212 h 1251"/>
                <a:gd name="T88" fmla="*/ 179 w 2690"/>
                <a:gd name="T89" fmla="*/ 154 h 1251"/>
                <a:gd name="T90" fmla="*/ 225 w 2690"/>
                <a:gd name="T91" fmla="*/ 84 h 1251"/>
                <a:gd name="T92" fmla="*/ 251 w 2690"/>
                <a:gd name="T93" fmla="*/ 0 h 1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690" h="1251">
                  <a:moveTo>
                    <a:pt x="1343" y="208"/>
                  </a:moveTo>
                  <a:lnTo>
                    <a:pt x="1291" y="211"/>
                  </a:lnTo>
                  <a:lnTo>
                    <a:pt x="1241" y="220"/>
                  </a:lnTo>
                  <a:lnTo>
                    <a:pt x="1193" y="236"/>
                  </a:lnTo>
                  <a:lnTo>
                    <a:pt x="1148" y="257"/>
                  </a:lnTo>
                  <a:lnTo>
                    <a:pt x="1105" y="283"/>
                  </a:lnTo>
                  <a:lnTo>
                    <a:pt x="1066" y="314"/>
                  </a:lnTo>
                  <a:lnTo>
                    <a:pt x="1031" y="349"/>
                  </a:lnTo>
                  <a:lnTo>
                    <a:pt x="1000" y="388"/>
                  </a:lnTo>
                  <a:lnTo>
                    <a:pt x="975" y="430"/>
                  </a:lnTo>
                  <a:lnTo>
                    <a:pt x="954" y="476"/>
                  </a:lnTo>
                  <a:lnTo>
                    <a:pt x="939" y="524"/>
                  </a:lnTo>
                  <a:lnTo>
                    <a:pt x="929" y="575"/>
                  </a:lnTo>
                  <a:lnTo>
                    <a:pt x="926" y="626"/>
                  </a:lnTo>
                  <a:lnTo>
                    <a:pt x="929" y="679"/>
                  </a:lnTo>
                  <a:lnTo>
                    <a:pt x="939" y="730"/>
                  </a:lnTo>
                  <a:lnTo>
                    <a:pt x="954" y="778"/>
                  </a:lnTo>
                  <a:lnTo>
                    <a:pt x="975" y="823"/>
                  </a:lnTo>
                  <a:lnTo>
                    <a:pt x="1000" y="866"/>
                  </a:lnTo>
                  <a:lnTo>
                    <a:pt x="1031" y="905"/>
                  </a:lnTo>
                  <a:lnTo>
                    <a:pt x="1066" y="940"/>
                  </a:lnTo>
                  <a:lnTo>
                    <a:pt x="1105" y="971"/>
                  </a:lnTo>
                  <a:lnTo>
                    <a:pt x="1148" y="997"/>
                  </a:lnTo>
                  <a:lnTo>
                    <a:pt x="1193" y="1017"/>
                  </a:lnTo>
                  <a:lnTo>
                    <a:pt x="1241" y="1033"/>
                  </a:lnTo>
                  <a:lnTo>
                    <a:pt x="1291" y="1043"/>
                  </a:lnTo>
                  <a:lnTo>
                    <a:pt x="1343" y="1046"/>
                  </a:lnTo>
                  <a:lnTo>
                    <a:pt x="1395" y="1043"/>
                  </a:lnTo>
                  <a:lnTo>
                    <a:pt x="1446" y="1033"/>
                  </a:lnTo>
                  <a:lnTo>
                    <a:pt x="1494" y="1017"/>
                  </a:lnTo>
                  <a:lnTo>
                    <a:pt x="1539" y="997"/>
                  </a:lnTo>
                  <a:lnTo>
                    <a:pt x="1581" y="971"/>
                  </a:lnTo>
                  <a:lnTo>
                    <a:pt x="1620" y="940"/>
                  </a:lnTo>
                  <a:lnTo>
                    <a:pt x="1655" y="905"/>
                  </a:lnTo>
                  <a:lnTo>
                    <a:pt x="1685" y="866"/>
                  </a:lnTo>
                  <a:lnTo>
                    <a:pt x="1712" y="823"/>
                  </a:lnTo>
                  <a:lnTo>
                    <a:pt x="1733" y="778"/>
                  </a:lnTo>
                  <a:lnTo>
                    <a:pt x="1748" y="730"/>
                  </a:lnTo>
                  <a:lnTo>
                    <a:pt x="1757" y="679"/>
                  </a:lnTo>
                  <a:lnTo>
                    <a:pt x="1760" y="626"/>
                  </a:lnTo>
                  <a:lnTo>
                    <a:pt x="1757" y="575"/>
                  </a:lnTo>
                  <a:lnTo>
                    <a:pt x="1748" y="524"/>
                  </a:lnTo>
                  <a:lnTo>
                    <a:pt x="1733" y="476"/>
                  </a:lnTo>
                  <a:lnTo>
                    <a:pt x="1712" y="430"/>
                  </a:lnTo>
                  <a:lnTo>
                    <a:pt x="1685" y="388"/>
                  </a:lnTo>
                  <a:lnTo>
                    <a:pt x="1655" y="349"/>
                  </a:lnTo>
                  <a:lnTo>
                    <a:pt x="1620" y="314"/>
                  </a:lnTo>
                  <a:lnTo>
                    <a:pt x="1581" y="283"/>
                  </a:lnTo>
                  <a:lnTo>
                    <a:pt x="1539" y="257"/>
                  </a:lnTo>
                  <a:lnTo>
                    <a:pt x="1494" y="236"/>
                  </a:lnTo>
                  <a:lnTo>
                    <a:pt x="1446" y="220"/>
                  </a:lnTo>
                  <a:lnTo>
                    <a:pt x="1395" y="211"/>
                  </a:lnTo>
                  <a:lnTo>
                    <a:pt x="1343" y="208"/>
                  </a:lnTo>
                  <a:close/>
                  <a:moveTo>
                    <a:pt x="251" y="0"/>
                  </a:moveTo>
                  <a:lnTo>
                    <a:pt x="2435" y="0"/>
                  </a:lnTo>
                  <a:lnTo>
                    <a:pt x="2446" y="43"/>
                  </a:lnTo>
                  <a:lnTo>
                    <a:pt x="2463" y="85"/>
                  </a:lnTo>
                  <a:lnTo>
                    <a:pt x="2483" y="123"/>
                  </a:lnTo>
                  <a:lnTo>
                    <a:pt x="2509" y="157"/>
                  </a:lnTo>
                  <a:lnTo>
                    <a:pt x="2538" y="188"/>
                  </a:lnTo>
                  <a:lnTo>
                    <a:pt x="2572" y="214"/>
                  </a:lnTo>
                  <a:lnTo>
                    <a:pt x="2609" y="237"/>
                  </a:lnTo>
                  <a:lnTo>
                    <a:pt x="2648" y="253"/>
                  </a:lnTo>
                  <a:lnTo>
                    <a:pt x="2690" y="263"/>
                  </a:lnTo>
                  <a:lnTo>
                    <a:pt x="2690" y="990"/>
                  </a:lnTo>
                  <a:lnTo>
                    <a:pt x="2648" y="1000"/>
                  </a:lnTo>
                  <a:lnTo>
                    <a:pt x="2609" y="1017"/>
                  </a:lnTo>
                  <a:lnTo>
                    <a:pt x="2572" y="1039"/>
                  </a:lnTo>
                  <a:lnTo>
                    <a:pt x="2539" y="1065"/>
                  </a:lnTo>
                  <a:lnTo>
                    <a:pt x="2510" y="1095"/>
                  </a:lnTo>
                  <a:lnTo>
                    <a:pt x="2484" y="1129"/>
                  </a:lnTo>
                  <a:lnTo>
                    <a:pt x="2464" y="1167"/>
                  </a:lnTo>
                  <a:lnTo>
                    <a:pt x="2448" y="1207"/>
                  </a:lnTo>
                  <a:lnTo>
                    <a:pt x="2438" y="1251"/>
                  </a:lnTo>
                  <a:lnTo>
                    <a:pt x="251" y="1251"/>
                  </a:lnTo>
                  <a:lnTo>
                    <a:pt x="241" y="1207"/>
                  </a:lnTo>
                  <a:lnTo>
                    <a:pt x="225" y="1167"/>
                  </a:lnTo>
                  <a:lnTo>
                    <a:pt x="205" y="1129"/>
                  </a:lnTo>
                  <a:lnTo>
                    <a:pt x="180" y="1095"/>
                  </a:lnTo>
                  <a:lnTo>
                    <a:pt x="151" y="1065"/>
                  </a:lnTo>
                  <a:lnTo>
                    <a:pt x="117" y="1039"/>
                  </a:lnTo>
                  <a:lnTo>
                    <a:pt x="81" y="1017"/>
                  </a:lnTo>
                  <a:lnTo>
                    <a:pt x="41" y="1000"/>
                  </a:lnTo>
                  <a:lnTo>
                    <a:pt x="0" y="990"/>
                  </a:lnTo>
                  <a:lnTo>
                    <a:pt x="0" y="261"/>
                  </a:lnTo>
                  <a:lnTo>
                    <a:pt x="41" y="250"/>
                  </a:lnTo>
                  <a:lnTo>
                    <a:pt x="81" y="234"/>
                  </a:lnTo>
                  <a:lnTo>
                    <a:pt x="117" y="212"/>
                  </a:lnTo>
                  <a:lnTo>
                    <a:pt x="151" y="185"/>
                  </a:lnTo>
                  <a:lnTo>
                    <a:pt x="179" y="154"/>
                  </a:lnTo>
                  <a:lnTo>
                    <a:pt x="205" y="121"/>
                  </a:lnTo>
                  <a:lnTo>
                    <a:pt x="225" y="84"/>
                  </a:lnTo>
                  <a:lnTo>
                    <a:pt x="241" y="42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4" name="Freeform 372">
              <a:extLst>
                <a:ext uri="{FF2B5EF4-FFF2-40B4-BE49-F238E27FC236}">
                  <a16:creationId xmlns:a16="http://schemas.microsoft.com/office/drawing/2014/main" id="{04BA738D-BF52-435A-988E-EF2BEEA19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525" y="3814763"/>
              <a:ext cx="33338" cy="69850"/>
            </a:xfrm>
            <a:custGeom>
              <a:avLst/>
              <a:gdLst>
                <a:gd name="T0" fmla="*/ 156 w 287"/>
                <a:gd name="T1" fmla="*/ 3 h 622"/>
                <a:gd name="T2" fmla="*/ 177 w 287"/>
                <a:gd name="T3" fmla="*/ 17 h 622"/>
                <a:gd name="T4" fmla="*/ 185 w 287"/>
                <a:gd name="T5" fmla="*/ 42 h 622"/>
                <a:gd name="T6" fmla="*/ 208 w 287"/>
                <a:gd name="T7" fmla="*/ 81 h 622"/>
                <a:gd name="T8" fmla="*/ 248 w 287"/>
                <a:gd name="T9" fmla="*/ 111 h 622"/>
                <a:gd name="T10" fmla="*/ 259 w 287"/>
                <a:gd name="T11" fmla="*/ 134 h 622"/>
                <a:gd name="T12" fmla="*/ 254 w 287"/>
                <a:gd name="T13" fmla="*/ 158 h 622"/>
                <a:gd name="T14" fmla="*/ 235 w 287"/>
                <a:gd name="T15" fmla="*/ 176 h 622"/>
                <a:gd name="T16" fmla="*/ 210 w 287"/>
                <a:gd name="T17" fmla="*/ 179 h 622"/>
                <a:gd name="T18" fmla="*/ 188 w 287"/>
                <a:gd name="T19" fmla="*/ 167 h 622"/>
                <a:gd name="T20" fmla="*/ 160 w 287"/>
                <a:gd name="T21" fmla="*/ 150 h 622"/>
                <a:gd name="T22" fmla="*/ 125 w 287"/>
                <a:gd name="T23" fmla="*/ 151 h 622"/>
                <a:gd name="T24" fmla="*/ 94 w 287"/>
                <a:gd name="T25" fmla="*/ 172 h 622"/>
                <a:gd name="T26" fmla="*/ 83 w 287"/>
                <a:gd name="T27" fmla="*/ 209 h 622"/>
                <a:gd name="T28" fmla="*/ 94 w 287"/>
                <a:gd name="T29" fmla="*/ 245 h 622"/>
                <a:gd name="T30" fmla="*/ 125 w 287"/>
                <a:gd name="T31" fmla="*/ 268 h 622"/>
                <a:gd name="T32" fmla="*/ 148 w 287"/>
                <a:gd name="T33" fmla="*/ 271 h 622"/>
                <a:gd name="T34" fmla="*/ 202 w 287"/>
                <a:gd name="T35" fmla="*/ 283 h 622"/>
                <a:gd name="T36" fmla="*/ 247 w 287"/>
                <a:gd name="T37" fmla="*/ 314 h 622"/>
                <a:gd name="T38" fmla="*/ 277 w 287"/>
                <a:gd name="T39" fmla="*/ 359 h 622"/>
                <a:gd name="T40" fmla="*/ 287 w 287"/>
                <a:gd name="T41" fmla="*/ 415 h 622"/>
                <a:gd name="T42" fmla="*/ 278 w 287"/>
                <a:gd name="T43" fmla="*/ 467 h 622"/>
                <a:gd name="T44" fmla="*/ 250 w 287"/>
                <a:gd name="T45" fmla="*/ 511 h 622"/>
                <a:gd name="T46" fmla="*/ 209 w 287"/>
                <a:gd name="T47" fmla="*/ 542 h 622"/>
                <a:gd name="T48" fmla="*/ 185 w 287"/>
                <a:gd name="T49" fmla="*/ 580 h 622"/>
                <a:gd name="T50" fmla="*/ 177 w 287"/>
                <a:gd name="T51" fmla="*/ 605 h 622"/>
                <a:gd name="T52" fmla="*/ 156 w 287"/>
                <a:gd name="T53" fmla="*/ 620 h 622"/>
                <a:gd name="T54" fmla="*/ 131 w 287"/>
                <a:gd name="T55" fmla="*/ 620 h 622"/>
                <a:gd name="T56" fmla="*/ 110 w 287"/>
                <a:gd name="T57" fmla="*/ 605 h 622"/>
                <a:gd name="T58" fmla="*/ 102 w 287"/>
                <a:gd name="T59" fmla="*/ 580 h 622"/>
                <a:gd name="T60" fmla="*/ 79 w 287"/>
                <a:gd name="T61" fmla="*/ 542 h 622"/>
                <a:gd name="T62" fmla="*/ 39 w 287"/>
                <a:gd name="T63" fmla="*/ 512 h 622"/>
                <a:gd name="T64" fmla="*/ 28 w 287"/>
                <a:gd name="T65" fmla="*/ 489 h 622"/>
                <a:gd name="T66" fmla="*/ 33 w 287"/>
                <a:gd name="T67" fmla="*/ 464 h 622"/>
                <a:gd name="T68" fmla="*/ 52 w 287"/>
                <a:gd name="T69" fmla="*/ 447 h 622"/>
                <a:gd name="T70" fmla="*/ 77 w 287"/>
                <a:gd name="T71" fmla="*/ 443 h 622"/>
                <a:gd name="T72" fmla="*/ 99 w 287"/>
                <a:gd name="T73" fmla="*/ 456 h 622"/>
                <a:gd name="T74" fmla="*/ 127 w 287"/>
                <a:gd name="T75" fmla="*/ 473 h 622"/>
                <a:gd name="T76" fmla="*/ 163 w 287"/>
                <a:gd name="T77" fmla="*/ 472 h 622"/>
                <a:gd name="T78" fmla="*/ 193 w 287"/>
                <a:gd name="T79" fmla="*/ 451 h 622"/>
                <a:gd name="T80" fmla="*/ 205 w 287"/>
                <a:gd name="T81" fmla="*/ 414 h 622"/>
                <a:gd name="T82" fmla="*/ 193 w 287"/>
                <a:gd name="T83" fmla="*/ 378 h 622"/>
                <a:gd name="T84" fmla="*/ 163 w 287"/>
                <a:gd name="T85" fmla="*/ 355 h 622"/>
                <a:gd name="T86" fmla="*/ 140 w 287"/>
                <a:gd name="T87" fmla="*/ 352 h 622"/>
                <a:gd name="T88" fmla="*/ 85 w 287"/>
                <a:gd name="T89" fmla="*/ 340 h 622"/>
                <a:gd name="T90" fmla="*/ 41 w 287"/>
                <a:gd name="T91" fmla="*/ 309 h 622"/>
                <a:gd name="T92" fmla="*/ 11 w 287"/>
                <a:gd name="T93" fmla="*/ 264 h 622"/>
                <a:gd name="T94" fmla="*/ 0 w 287"/>
                <a:gd name="T95" fmla="*/ 208 h 622"/>
                <a:gd name="T96" fmla="*/ 10 w 287"/>
                <a:gd name="T97" fmla="*/ 156 h 622"/>
                <a:gd name="T98" fmla="*/ 37 w 287"/>
                <a:gd name="T99" fmla="*/ 112 h 622"/>
                <a:gd name="T100" fmla="*/ 78 w 287"/>
                <a:gd name="T101" fmla="*/ 80 h 622"/>
                <a:gd name="T102" fmla="*/ 102 w 287"/>
                <a:gd name="T103" fmla="*/ 42 h 622"/>
                <a:gd name="T104" fmla="*/ 110 w 287"/>
                <a:gd name="T105" fmla="*/ 17 h 622"/>
                <a:gd name="T106" fmla="*/ 131 w 287"/>
                <a:gd name="T107" fmla="*/ 3 h 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87" h="622">
                  <a:moveTo>
                    <a:pt x="144" y="0"/>
                  </a:moveTo>
                  <a:lnTo>
                    <a:pt x="156" y="3"/>
                  </a:lnTo>
                  <a:lnTo>
                    <a:pt x="168" y="8"/>
                  </a:lnTo>
                  <a:lnTo>
                    <a:pt x="177" y="17"/>
                  </a:lnTo>
                  <a:lnTo>
                    <a:pt x="183" y="28"/>
                  </a:lnTo>
                  <a:lnTo>
                    <a:pt x="185" y="42"/>
                  </a:lnTo>
                  <a:lnTo>
                    <a:pt x="185" y="72"/>
                  </a:lnTo>
                  <a:lnTo>
                    <a:pt x="208" y="81"/>
                  </a:lnTo>
                  <a:lnTo>
                    <a:pt x="230" y="94"/>
                  </a:lnTo>
                  <a:lnTo>
                    <a:pt x="248" y="111"/>
                  </a:lnTo>
                  <a:lnTo>
                    <a:pt x="255" y="122"/>
                  </a:lnTo>
                  <a:lnTo>
                    <a:pt x="259" y="134"/>
                  </a:lnTo>
                  <a:lnTo>
                    <a:pt x="259" y="147"/>
                  </a:lnTo>
                  <a:lnTo>
                    <a:pt x="254" y="158"/>
                  </a:lnTo>
                  <a:lnTo>
                    <a:pt x="246" y="169"/>
                  </a:lnTo>
                  <a:lnTo>
                    <a:pt x="235" y="176"/>
                  </a:lnTo>
                  <a:lnTo>
                    <a:pt x="224" y="179"/>
                  </a:lnTo>
                  <a:lnTo>
                    <a:pt x="210" y="179"/>
                  </a:lnTo>
                  <a:lnTo>
                    <a:pt x="199" y="175"/>
                  </a:lnTo>
                  <a:lnTo>
                    <a:pt x="188" y="167"/>
                  </a:lnTo>
                  <a:lnTo>
                    <a:pt x="176" y="156"/>
                  </a:lnTo>
                  <a:lnTo>
                    <a:pt x="160" y="150"/>
                  </a:lnTo>
                  <a:lnTo>
                    <a:pt x="144" y="148"/>
                  </a:lnTo>
                  <a:lnTo>
                    <a:pt x="125" y="151"/>
                  </a:lnTo>
                  <a:lnTo>
                    <a:pt x="107" y="159"/>
                  </a:lnTo>
                  <a:lnTo>
                    <a:pt x="94" y="172"/>
                  </a:lnTo>
                  <a:lnTo>
                    <a:pt x="86" y="190"/>
                  </a:lnTo>
                  <a:lnTo>
                    <a:pt x="83" y="209"/>
                  </a:lnTo>
                  <a:lnTo>
                    <a:pt x="86" y="229"/>
                  </a:lnTo>
                  <a:lnTo>
                    <a:pt x="94" y="245"/>
                  </a:lnTo>
                  <a:lnTo>
                    <a:pt x="107" y="259"/>
                  </a:lnTo>
                  <a:lnTo>
                    <a:pt x="125" y="268"/>
                  </a:lnTo>
                  <a:lnTo>
                    <a:pt x="144" y="271"/>
                  </a:lnTo>
                  <a:lnTo>
                    <a:pt x="148" y="271"/>
                  </a:lnTo>
                  <a:lnTo>
                    <a:pt x="176" y="274"/>
                  </a:lnTo>
                  <a:lnTo>
                    <a:pt x="202" y="283"/>
                  </a:lnTo>
                  <a:lnTo>
                    <a:pt x="226" y="297"/>
                  </a:lnTo>
                  <a:lnTo>
                    <a:pt x="247" y="314"/>
                  </a:lnTo>
                  <a:lnTo>
                    <a:pt x="264" y="336"/>
                  </a:lnTo>
                  <a:lnTo>
                    <a:pt x="277" y="359"/>
                  </a:lnTo>
                  <a:lnTo>
                    <a:pt x="285" y="386"/>
                  </a:lnTo>
                  <a:lnTo>
                    <a:pt x="287" y="415"/>
                  </a:lnTo>
                  <a:lnTo>
                    <a:pt x="285" y="441"/>
                  </a:lnTo>
                  <a:lnTo>
                    <a:pt x="278" y="467"/>
                  </a:lnTo>
                  <a:lnTo>
                    <a:pt x="266" y="491"/>
                  </a:lnTo>
                  <a:lnTo>
                    <a:pt x="250" y="511"/>
                  </a:lnTo>
                  <a:lnTo>
                    <a:pt x="231" y="529"/>
                  </a:lnTo>
                  <a:lnTo>
                    <a:pt x="209" y="542"/>
                  </a:lnTo>
                  <a:lnTo>
                    <a:pt x="185" y="552"/>
                  </a:lnTo>
                  <a:lnTo>
                    <a:pt x="185" y="580"/>
                  </a:lnTo>
                  <a:lnTo>
                    <a:pt x="183" y="593"/>
                  </a:lnTo>
                  <a:lnTo>
                    <a:pt x="177" y="605"/>
                  </a:lnTo>
                  <a:lnTo>
                    <a:pt x="168" y="614"/>
                  </a:lnTo>
                  <a:lnTo>
                    <a:pt x="156" y="620"/>
                  </a:lnTo>
                  <a:lnTo>
                    <a:pt x="144" y="622"/>
                  </a:lnTo>
                  <a:lnTo>
                    <a:pt x="131" y="620"/>
                  </a:lnTo>
                  <a:lnTo>
                    <a:pt x="119" y="614"/>
                  </a:lnTo>
                  <a:lnTo>
                    <a:pt x="110" y="605"/>
                  </a:lnTo>
                  <a:lnTo>
                    <a:pt x="104" y="593"/>
                  </a:lnTo>
                  <a:lnTo>
                    <a:pt x="102" y="580"/>
                  </a:lnTo>
                  <a:lnTo>
                    <a:pt x="102" y="551"/>
                  </a:lnTo>
                  <a:lnTo>
                    <a:pt x="79" y="542"/>
                  </a:lnTo>
                  <a:lnTo>
                    <a:pt x="58" y="529"/>
                  </a:lnTo>
                  <a:lnTo>
                    <a:pt x="39" y="512"/>
                  </a:lnTo>
                  <a:lnTo>
                    <a:pt x="32" y="501"/>
                  </a:lnTo>
                  <a:lnTo>
                    <a:pt x="28" y="489"/>
                  </a:lnTo>
                  <a:lnTo>
                    <a:pt x="28" y="476"/>
                  </a:lnTo>
                  <a:lnTo>
                    <a:pt x="33" y="464"/>
                  </a:lnTo>
                  <a:lnTo>
                    <a:pt x="41" y="454"/>
                  </a:lnTo>
                  <a:lnTo>
                    <a:pt x="52" y="447"/>
                  </a:lnTo>
                  <a:lnTo>
                    <a:pt x="64" y="443"/>
                  </a:lnTo>
                  <a:lnTo>
                    <a:pt x="77" y="443"/>
                  </a:lnTo>
                  <a:lnTo>
                    <a:pt x="89" y="448"/>
                  </a:lnTo>
                  <a:lnTo>
                    <a:pt x="99" y="456"/>
                  </a:lnTo>
                  <a:lnTo>
                    <a:pt x="112" y="467"/>
                  </a:lnTo>
                  <a:lnTo>
                    <a:pt x="127" y="473"/>
                  </a:lnTo>
                  <a:lnTo>
                    <a:pt x="144" y="475"/>
                  </a:lnTo>
                  <a:lnTo>
                    <a:pt x="163" y="472"/>
                  </a:lnTo>
                  <a:lnTo>
                    <a:pt x="180" y="463"/>
                  </a:lnTo>
                  <a:lnTo>
                    <a:pt x="193" y="451"/>
                  </a:lnTo>
                  <a:lnTo>
                    <a:pt x="202" y="433"/>
                  </a:lnTo>
                  <a:lnTo>
                    <a:pt x="205" y="414"/>
                  </a:lnTo>
                  <a:lnTo>
                    <a:pt x="202" y="394"/>
                  </a:lnTo>
                  <a:lnTo>
                    <a:pt x="193" y="378"/>
                  </a:lnTo>
                  <a:lnTo>
                    <a:pt x="180" y="364"/>
                  </a:lnTo>
                  <a:lnTo>
                    <a:pt x="163" y="355"/>
                  </a:lnTo>
                  <a:lnTo>
                    <a:pt x="144" y="352"/>
                  </a:lnTo>
                  <a:lnTo>
                    <a:pt x="140" y="352"/>
                  </a:lnTo>
                  <a:lnTo>
                    <a:pt x="111" y="349"/>
                  </a:lnTo>
                  <a:lnTo>
                    <a:pt x="85" y="340"/>
                  </a:lnTo>
                  <a:lnTo>
                    <a:pt x="61" y="326"/>
                  </a:lnTo>
                  <a:lnTo>
                    <a:pt x="41" y="309"/>
                  </a:lnTo>
                  <a:lnTo>
                    <a:pt x="23" y="287"/>
                  </a:lnTo>
                  <a:lnTo>
                    <a:pt x="11" y="264"/>
                  </a:lnTo>
                  <a:lnTo>
                    <a:pt x="3" y="237"/>
                  </a:lnTo>
                  <a:lnTo>
                    <a:pt x="0" y="208"/>
                  </a:lnTo>
                  <a:lnTo>
                    <a:pt x="2" y="181"/>
                  </a:lnTo>
                  <a:lnTo>
                    <a:pt x="10" y="156"/>
                  </a:lnTo>
                  <a:lnTo>
                    <a:pt x="21" y="132"/>
                  </a:lnTo>
                  <a:lnTo>
                    <a:pt x="37" y="112"/>
                  </a:lnTo>
                  <a:lnTo>
                    <a:pt x="56" y="94"/>
                  </a:lnTo>
                  <a:lnTo>
                    <a:pt x="78" y="80"/>
                  </a:lnTo>
                  <a:lnTo>
                    <a:pt x="102" y="70"/>
                  </a:lnTo>
                  <a:lnTo>
                    <a:pt x="102" y="42"/>
                  </a:lnTo>
                  <a:lnTo>
                    <a:pt x="104" y="28"/>
                  </a:lnTo>
                  <a:lnTo>
                    <a:pt x="110" y="17"/>
                  </a:lnTo>
                  <a:lnTo>
                    <a:pt x="119" y="8"/>
                  </a:lnTo>
                  <a:lnTo>
                    <a:pt x="131" y="3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5" name="Freeform 371">
              <a:extLst>
                <a:ext uri="{FF2B5EF4-FFF2-40B4-BE49-F238E27FC236}">
                  <a16:creationId xmlns:a16="http://schemas.microsoft.com/office/drawing/2014/main" id="{89A3280C-7CF3-484C-AE3B-195965F28A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3900" y="3743325"/>
              <a:ext cx="382588" cy="211138"/>
            </a:xfrm>
            <a:custGeom>
              <a:avLst/>
              <a:gdLst>
                <a:gd name="T0" fmla="*/ 527 w 3372"/>
                <a:gd name="T1" fmla="*/ 201 h 1864"/>
                <a:gd name="T2" fmla="*/ 500 w 3372"/>
                <a:gd name="T3" fmla="*/ 221 h 1864"/>
                <a:gd name="T4" fmla="*/ 490 w 3372"/>
                <a:gd name="T5" fmla="*/ 253 h 1864"/>
                <a:gd name="T6" fmla="*/ 480 w 3372"/>
                <a:gd name="T7" fmla="*/ 321 h 1864"/>
                <a:gd name="T8" fmla="*/ 451 w 3372"/>
                <a:gd name="T9" fmla="*/ 379 h 1864"/>
                <a:gd name="T10" fmla="*/ 407 w 3372"/>
                <a:gd name="T11" fmla="*/ 424 h 1864"/>
                <a:gd name="T12" fmla="*/ 351 w 3372"/>
                <a:gd name="T13" fmla="*/ 454 h 1864"/>
                <a:gd name="T14" fmla="*/ 286 w 3372"/>
                <a:gd name="T15" fmla="*/ 466 h 1864"/>
                <a:gd name="T16" fmla="*/ 255 w 3372"/>
                <a:gd name="T17" fmla="*/ 476 h 1864"/>
                <a:gd name="T18" fmla="*/ 235 w 3372"/>
                <a:gd name="T19" fmla="*/ 502 h 1864"/>
                <a:gd name="T20" fmla="*/ 233 w 3372"/>
                <a:gd name="T21" fmla="*/ 1348 h 1864"/>
                <a:gd name="T22" fmla="*/ 243 w 3372"/>
                <a:gd name="T23" fmla="*/ 1380 h 1864"/>
                <a:gd name="T24" fmla="*/ 270 w 3372"/>
                <a:gd name="T25" fmla="*/ 1398 h 1864"/>
                <a:gd name="T26" fmla="*/ 319 w 3372"/>
                <a:gd name="T27" fmla="*/ 1405 h 1864"/>
                <a:gd name="T28" fmla="*/ 379 w 3372"/>
                <a:gd name="T29" fmla="*/ 1425 h 1864"/>
                <a:gd name="T30" fmla="*/ 430 w 3372"/>
                <a:gd name="T31" fmla="*/ 1464 h 1864"/>
                <a:gd name="T32" fmla="*/ 467 w 3372"/>
                <a:gd name="T33" fmla="*/ 1518 h 1864"/>
                <a:gd name="T34" fmla="*/ 487 w 3372"/>
                <a:gd name="T35" fmla="*/ 1580 h 1864"/>
                <a:gd name="T36" fmla="*/ 493 w 3372"/>
                <a:gd name="T37" fmla="*/ 1631 h 1864"/>
                <a:gd name="T38" fmla="*/ 511 w 3372"/>
                <a:gd name="T39" fmla="*/ 1657 h 1864"/>
                <a:gd name="T40" fmla="*/ 543 w 3372"/>
                <a:gd name="T41" fmla="*/ 1668 h 1864"/>
                <a:gd name="T42" fmla="*/ 2845 w 3372"/>
                <a:gd name="T43" fmla="*/ 1665 h 1864"/>
                <a:gd name="T44" fmla="*/ 2872 w 3372"/>
                <a:gd name="T45" fmla="*/ 1646 h 1864"/>
                <a:gd name="T46" fmla="*/ 2882 w 3372"/>
                <a:gd name="T47" fmla="*/ 1614 h 1864"/>
                <a:gd name="T48" fmla="*/ 2892 w 3372"/>
                <a:gd name="T49" fmla="*/ 1546 h 1864"/>
                <a:gd name="T50" fmla="*/ 2921 w 3372"/>
                <a:gd name="T51" fmla="*/ 1488 h 1864"/>
                <a:gd name="T52" fmla="*/ 2965 w 3372"/>
                <a:gd name="T53" fmla="*/ 1443 h 1864"/>
                <a:gd name="T54" fmla="*/ 3021 w 3372"/>
                <a:gd name="T55" fmla="*/ 1413 h 1864"/>
                <a:gd name="T56" fmla="*/ 3086 w 3372"/>
                <a:gd name="T57" fmla="*/ 1401 h 1864"/>
                <a:gd name="T58" fmla="*/ 3117 w 3372"/>
                <a:gd name="T59" fmla="*/ 1391 h 1864"/>
                <a:gd name="T60" fmla="*/ 3137 w 3372"/>
                <a:gd name="T61" fmla="*/ 1364 h 1864"/>
                <a:gd name="T62" fmla="*/ 3140 w 3372"/>
                <a:gd name="T63" fmla="*/ 519 h 1864"/>
                <a:gd name="T64" fmla="*/ 3130 w 3372"/>
                <a:gd name="T65" fmla="*/ 487 h 1864"/>
                <a:gd name="T66" fmla="*/ 3103 w 3372"/>
                <a:gd name="T67" fmla="*/ 469 h 1864"/>
                <a:gd name="T68" fmla="*/ 3053 w 3372"/>
                <a:gd name="T69" fmla="*/ 462 h 1864"/>
                <a:gd name="T70" fmla="*/ 2993 w 3372"/>
                <a:gd name="T71" fmla="*/ 442 h 1864"/>
                <a:gd name="T72" fmla="*/ 2943 w 3372"/>
                <a:gd name="T73" fmla="*/ 403 h 1864"/>
                <a:gd name="T74" fmla="*/ 2906 w 3372"/>
                <a:gd name="T75" fmla="*/ 349 h 1864"/>
                <a:gd name="T76" fmla="*/ 2885 w 3372"/>
                <a:gd name="T77" fmla="*/ 287 h 1864"/>
                <a:gd name="T78" fmla="*/ 2880 w 3372"/>
                <a:gd name="T79" fmla="*/ 236 h 1864"/>
                <a:gd name="T80" fmla="*/ 2861 w 3372"/>
                <a:gd name="T81" fmla="*/ 210 h 1864"/>
                <a:gd name="T82" fmla="*/ 2829 w 3372"/>
                <a:gd name="T83" fmla="*/ 199 h 1864"/>
                <a:gd name="T84" fmla="*/ 0 w 3372"/>
                <a:gd name="T85" fmla="*/ 0 h 1864"/>
                <a:gd name="T86" fmla="*/ 3372 w 3372"/>
                <a:gd name="T87" fmla="*/ 1864 h 1864"/>
                <a:gd name="T88" fmla="*/ 0 w 3372"/>
                <a:gd name="T89" fmla="*/ 0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372" h="1864">
                  <a:moveTo>
                    <a:pt x="543" y="199"/>
                  </a:moveTo>
                  <a:lnTo>
                    <a:pt x="527" y="201"/>
                  </a:lnTo>
                  <a:lnTo>
                    <a:pt x="511" y="210"/>
                  </a:lnTo>
                  <a:lnTo>
                    <a:pt x="500" y="221"/>
                  </a:lnTo>
                  <a:lnTo>
                    <a:pt x="493" y="236"/>
                  </a:lnTo>
                  <a:lnTo>
                    <a:pt x="490" y="253"/>
                  </a:lnTo>
                  <a:lnTo>
                    <a:pt x="487" y="288"/>
                  </a:lnTo>
                  <a:lnTo>
                    <a:pt x="480" y="321"/>
                  </a:lnTo>
                  <a:lnTo>
                    <a:pt x="467" y="351"/>
                  </a:lnTo>
                  <a:lnTo>
                    <a:pt x="451" y="379"/>
                  </a:lnTo>
                  <a:lnTo>
                    <a:pt x="430" y="404"/>
                  </a:lnTo>
                  <a:lnTo>
                    <a:pt x="407" y="424"/>
                  </a:lnTo>
                  <a:lnTo>
                    <a:pt x="379" y="442"/>
                  </a:lnTo>
                  <a:lnTo>
                    <a:pt x="351" y="454"/>
                  </a:lnTo>
                  <a:lnTo>
                    <a:pt x="319" y="462"/>
                  </a:lnTo>
                  <a:lnTo>
                    <a:pt x="286" y="466"/>
                  </a:lnTo>
                  <a:lnTo>
                    <a:pt x="270" y="469"/>
                  </a:lnTo>
                  <a:lnTo>
                    <a:pt x="255" y="476"/>
                  </a:lnTo>
                  <a:lnTo>
                    <a:pt x="243" y="487"/>
                  </a:lnTo>
                  <a:lnTo>
                    <a:pt x="235" y="502"/>
                  </a:lnTo>
                  <a:lnTo>
                    <a:pt x="233" y="519"/>
                  </a:lnTo>
                  <a:lnTo>
                    <a:pt x="233" y="1348"/>
                  </a:lnTo>
                  <a:lnTo>
                    <a:pt x="235" y="1364"/>
                  </a:lnTo>
                  <a:lnTo>
                    <a:pt x="243" y="1380"/>
                  </a:lnTo>
                  <a:lnTo>
                    <a:pt x="255" y="1391"/>
                  </a:lnTo>
                  <a:lnTo>
                    <a:pt x="270" y="1398"/>
                  </a:lnTo>
                  <a:lnTo>
                    <a:pt x="286" y="1401"/>
                  </a:lnTo>
                  <a:lnTo>
                    <a:pt x="319" y="1405"/>
                  </a:lnTo>
                  <a:lnTo>
                    <a:pt x="351" y="1413"/>
                  </a:lnTo>
                  <a:lnTo>
                    <a:pt x="379" y="1425"/>
                  </a:lnTo>
                  <a:lnTo>
                    <a:pt x="407" y="1443"/>
                  </a:lnTo>
                  <a:lnTo>
                    <a:pt x="430" y="1464"/>
                  </a:lnTo>
                  <a:lnTo>
                    <a:pt x="451" y="1489"/>
                  </a:lnTo>
                  <a:lnTo>
                    <a:pt x="467" y="1518"/>
                  </a:lnTo>
                  <a:lnTo>
                    <a:pt x="480" y="1547"/>
                  </a:lnTo>
                  <a:lnTo>
                    <a:pt x="487" y="1580"/>
                  </a:lnTo>
                  <a:lnTo>
                    <a:pt x="490" y="1614"/>
                  </a:lnTo>
                  <a:lnTo>
                    <a:pt x="493" y="1631"/>
                  </a:lnTo>
                  <a:lnTo>
                    <a:pt x="500" y="1646"/>
                  </a:lnTo>
                  <a:lnTo>
                    <a:pt x="511" y="1657"/>
                  </a:lnTo>
                  <a:lnTo>
                    <a:pt x="527" y="1665"/>
                  </a:lnTo>
                  <a:lnTo>
                    <a:pt x="543" y="1668"/>
                  </a:lnTo>
                  <a:lnTo>
                    <a:pt x="2829" y="1668"/>
                  </a:lnTo>
                  <a:lnTo>
                    <a:pt x="2845" y="1665"/>
                  </a:lnTo>
                  <a:lnTo>
                    <a:pt x="2861" y="1657"/>
                  </a:lnTo>
                  <a:lnTo>
                    <a:pt x="2872" y="1646"/>
                  </a:lnTo>
                  <a:lnTo>
                    <a:pt x="2879" y="1631"/>
                  </a:lnTo>
                  <a:lnTo>
                    <a:pt x="2882" y="1614"/>
                  </a:lnTo>
                  <a:lnTo>
                    <a:pt x="2885" y="1579"/>
                  </a:lnTo>
                  <a:lnTo>
                    <a:pt x="2892" y="1546"/>
                  </a:lnTo>
                  <a:lnTo>
                    <a:pt x="2905" y="1515"/>
                  </a:lnTo>
                  <a:lnTo>
                    <a:pt x="2921" y="1488"/>
                  </a:lnTo>
                  <a:lnTo>
                    <a:pt x="2942" y="1463"/>
                  </a:lnTo>
                  <a:lnTo>
                    <a:pt x="2965" y="1443"/>
                  </a:lnTo>
                  <a:lnTo>
                    <a:pt x="2992" y="1425"/>
                  </a:lnTo>
                  <a:lnTo>
                    <a:pt x="3021" y="1413"/>
                  </a:lnTo>
                  <a:lnTo>
                    <a:pt x="3053" y="1405"/>
                  </a:lnTo>
                  <a:lnTo>
                    <a:pt x="3086" y="1401"/>
                  </a:lnTo>
                  <a:lnTo>
                    <a:pt x="3102" y="1398"/>
                  </a:lnTo>
                  <a:lnTo>
                    <a:pt x="3117" y="1391"/>
                  </a:lnTo>
                  <a:lnTo>
                    <a:pt x="3129" y="1380"/>
                  </a:lnTo>
                  <a:lnTo>
                    <a:pt x="3137" y="1364"/>
                  </a:lnTo>
                  <a:lnTo>
                    <a:pt x="3139" y="1348"/>
                  </a:lnTo>
                  <a:lnTo>
                    <a:pt x="3140" y="519"/>
                  </a:lnTo>
                  <a:lnTo>
                    <a:pt x="3137" y="502"/>
                  </a:lnTo>
                  <a:lnTo>
                    <a:pt x="3130" y="487"/>
                  </a:lnTo>
                  <a:lnTo>
                    <a:pt x="3117" y="476"/>
                  </a:lnTo>
                  <a:lnTo>
                    <a:pt x="3103" y="469"/>
                  </a:lnTo>
                  <a:lnTo>
                    <a:pt x="3086" y="466"/>
                  </a:lnTo>
                  <a:lnTo>
                    <a:pt x="3053" y="462"/>
                  </a:lnTo>
                  <a:lnTo>
                    <a:pt x="3022" y="454"/>
                  </a:lnTo>
                  <a:lnTo>
                    <a:pt x="2993" y="442"/>
                  </a:lnTo>
                  <a:lnTo>
                    <a:pt x="2966" y="424"/>
                  </a:lnTo>
                  <a:lnTo>
                    <a:pt x="2943" y="403"/>
                  </a:lnTo>
                  <a:lnTo>
                    <a:pt x="2922" y="378"/>
                  </a:lnTo>
                  <a:lnTo>
                    <a:pt x="2906" y="349"/>
                  </a:lnTo>
                  <a:lnTo>
                    <a:pt x="2893" y="320"/>
                  </a:lnTo>
                  <a:lnTo>
                    <a:pt x="2885" y="287"/>
                  </a:lnTo>
                  <a:lnTo>
                    <a:pt x="2883" y="253"/>
                  </a:lnTo>
                  <a:lnTo>
                    <a:pt x="2880" y="236"/>
                  </a:lnTo>
                  <a:lnTo>
                    <a:pt x="2873" y="221"/>
                  </a:lnTo>
                  <a:lnTo>
                    <a:pt x="2861" y="210"/>
                  </a:lnTo>
                  <a:lnTo>
                    <a:pt x="2846" y="201"/>
                  </a:lnTo>
                  <a:lnTo>
                    <a:pt x="2829" y="199"/>
                  </a:lnTo>
                  <a:lnTo>
                    <a:pt x="543" y="199"/>
                  </a:lnTo>
                  <a:close/>
                  <a:moveTo>
                    <a:pt x="0" y="0"/>
                  </a:moveTo>
                  <a:lnTo>
                    <a:pt x="3372" y="0"/>
                  </a:lnTo>
                  <a:lnTo>
                    <a:pt x="3372" y="1864"/>
                  </a:lnTo>
                  <a:lnTo>
                    <a:pt x="0" y="18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16" name="Freeform 638">
            <a:extLst>
              <a:ext uri="{FF2B5EF4-FFF2-40B4-BE49-F238E27FC236}">
                <a16:creationId xmlns:a16="http://schemas.microsoft.com/office/drawing/2014/main" id="{D9876FEC-D898-42C3-A149-599613BCD7EB}"/>
              </a:ext>
            </a:extLst>
          </p:cNvPr>
          <p:cNvSpPr>
            <a:spLocks/>
          </p:cNvSpPr>
          <p:nvPr/>
        </p:nvSpPr>
        <p:spPr bwMode="auto">
          <a:xfrm>
            <a:off x="730011" y="4830971"/>
            <a:ext cx="253693" cy="309068"/>
          </a:xfrm>
          <a:custGeom>
            <a:avLst/>
            <a:gdLst>
              <a:gd name="T0" fmla="*/ 2347 w 2757"/>
              <a:gd name="T1" fmla="*/ 25 h 3365"/>
              <a:gd name="T2" fmla="*/ 2640 w 2757"/>
              <a:gd name="T3" fmla="*/ 115 h 3365"/>
              <a:gd name="T4" fmla="*/ 2731 w 2757"/>
              <a:gd name="T5" fmla="*/ 209 h 3365"/>
              <a:gd name="T6" fmla="*/ 2757 w 2757"/>
              <a:gd name="T7" fmla="*/ 336 h 3365"/>
              <a:gd name="T8" fmla="*/ 2708 w 2757"/>
              <a:gd name="T9" fmla="*/ 462 h 3365"/>
              <a:gd name="T10" fmla="*/ 2602 w 2757"/>
              <a:gd name="T11" fmla="*/ 538 h 3365"/>
              <a:gd name="T12" fmla="*/ 2471 w 2757"/>
              <a:gd name="T13" fmla="*/ 546 h 3365"/>
              <a:gd name="T14" fmla="*/ 2225 w 2757"/>
              <a:gd name="T15" fmla="*/ 479 h 3365"/>
              <a:gd name="T16" fmla="*/ 1923 w 2757"/>
              <a:gd name="T17" fmla="*/ 480 h 3365"/>
              <a:gd name="T18" fmla="*/ 1635 w 2757"/>
              <a:gd name="T19" fmla="*/ 571 h 3365"/>
              <a:gd name="T20" fmla="*/ 1386 w 2757"/>
              <a:gd name="T21" fmla="*/ 741 h 3365"/>
              <a:gd name="T22" fmla="*/ 1187 w 2757"/>
              <a:gd name="T23" fmla="*/ 976 h 3365"/>
              <a:gd name="T24" fmla="*/ 2211 w 2757"/>
              <a:gd name="T25" fmla="*/ 1056 h 3365"/>
              <a:gd name="T26" fmla="*/ 2326 w 2757"/>
              <a:gd name="T27" fmla="*/ 1140 h 3365"/>
              <a:gd name="T28" fmla="*/ 2371 w 2757"/>
              <a:gd name="T29" fmla="*/ 1278 h 3365"/>
              <a:gd name="T30" fmla="*/ 2326 w 2757"/>
              <a:gd name="T31" fmla="*/ 1416 h 3365"/>
              <a:gd name="T32" fmla="*/ 2211 w 2757"/>
              <a:gd name="T33" fmla="*/ 1500 h 3365"/>
              <a:gd name="T34" fmla="*/ 992 w 2757"/>
              <a:gd name="T35" fmla="*/ 1529 h 3365"/>
              <a:gd name="T36" fmla="*/ 989 w 2757"/>
              <a:gd name="T37" fmla="*/ 1646 h 3365"/>
              <a:gd name="T38" fmla="*/ 990 w 2757"/>
              <a:gd name="T39" fmla="*/ 1784 h 3365"/>
              <a:gd name="T40" fmla="*/ 2137 w 2757"/>
              <a:gd name="T41" fmla="*/ 1853 h 3365"/>
              <a:gd name="T42" fmla="*/ 2275 w 2757"/>
              <a:gd name="T43" fmla="*/ 1898 h 3365"/>
              <a:gd name="T44" fmla="*/ 2359 w 2757"/>
              <a:gd name="T45" fmla="*/ 2012 h 3365"/>
              <a:gd name="T46" fmla="*/ 2359 w 2757"/>
              <a:gd name="T47" fmla="*/ 2160 h 3365"/>
              <a:gd name="T48" fmla="*/ 2275 w 2757"/>
              <a:gd name="T49" fmla="*/ 2275 h 3365"/>
              <a:gd name="T50" fmla="*/ 2137 w 2757"/>
              <a:gd name="T51" fmla="*/ 2320 h 3365"/>
              <a:gd name="T52" fmla="*/ 1279 w 2757"/>
              <a:gd name="T53" fmla="*/ 2513 h 3365"/>
              <a:gd name="T54" fmla="*/ 1504 w 2757"/>
              <a:gd name="T55" fmla="*/ 2718 h 3365"/>
              <a:gd name="T56" fmla="*/ 1775 w 2757"/>
              <a:gd name="T57" fmla="*/ 2850 h 3365"/>
              <a:gd name="T58" fmla="*/ 2076 w 2757"/>
              <a:gd name="T59" fmla="*/ 2897 h 3365"/>
              <a:gd name="T60" fmla="*/ 2375 w 2757"/>
              <a:gd name="T61" fmla="*/ 2852 h 3365"/>
              <a:gd name="T62" fmla="*/ 2507 w 2757"/>
              <a:gd name="T63" fmla="*/ 2848 h 3365"/>
              <a:gd name="T64" fmla="*/ 2618 w 2757"/>
              <a:gd name="T65" fmla="*/ 2916 h 3365"/>
              <a:gd name="T66" fmla="*/ 2676 w 2757"/>
              <a:gd name="T67" fmla="*/ 3038 h 3365"/>
              <a:gd name="T68" fmla="*/ 2660 w 2757"/>
              <a:gd name="T69" fmla="*/ 3167 h 3365"/>
              <a:gd name="T70" fmla="*/ 2577 w 2757"/>
              <a:gd name="T71" fmla="*/ 3268 h 3365"/>
              <a:gd name="T72" fmla="*/ 2342 w 2757"/>
              <a:gd name="T73" fmla="*/ 3340 h 3365"/>
              <a:gd name="T74" fmla="*/ 1980 w 2757"/>
              <a:gd name="T75" fmla="*/ 3361 h 3365"/>
              <a:gd name="T76" fmla="*/ 1609 w 2757"/>
              <a:gd name="T77" fmla="*/ 3287 h 3365"/>
              <a:gd name="T78" fmla="*/ 1274 w 2757"/>
              <a:gd name="T79" fmla="*/ 3125 h 3365"/>
              <a:gd name="T80" fmla="*/ 988 w 2757"/>
              <a:gd name="T81" fmla="*/ 2885 h 3365"/>
              <a:gd name="T82" fmla="*/ 758 w 2757"/>
              <a:gd name="T83" fmla="*/ 2583 h 3365"/>
              <a:gd name="T84" fmla="*/ 234 w 2757"/>
              <a:gd name="T85" fmla="*/ 2320 h 3365"/>
              <a:gd name="T86" fmla="*/ 96 w 2757"/>
              <a:gd name="T87" fmla="*/ 2275 h 3365"/>
              <a:gd name="T88" fmla="*/ 12 w 2757"/>
              <a:gd name="T89" fmla="*/ 2160 h 3365"/>
              <a:gd name="T90" fmla="*/ 12 w 2757"/>
              <a:gd name="T91" fmla="*/ 2012 h 3365"/>
              <a:gd name="T92" fmla="*/ 96 w 2757"/>
              <a:gd name="T93" fmla="*/ 1898 h 3365"/>
              <a:gd name="T94" fmla="*/ 234 w 2757"/>
              <a:gd name="T95" fmla="*/ 1853 h 3365"/>
              <a:gd name="T96" fmla="*/ 520 w 2757"/>
              <a:gd name="T97" fmla="*/ 1784 h 3365"/>
              <a:gd name="T98" fmla="*/ 519 w 2757"/>
              <a:gd name="T99" fmla="*/ 1647 h 3365"/>
              <a:gd name="T100" fmla="*/ 522 w 2757"/>
              <a:gd name="T101" fmla="*/ 1529 h 3365"/>
              <a:gd name="T102" fmla="*/ 160 w 2757"/>
              <a:gd name="T103" fmla="*/ 1500 h 3365"/>
              <a:gd name="T104" fmla="*/ 45 w 2757"/>
              <a:gd name="T105" fmla="*/ 1416 h 3365"/>
              <a:gd name="T106" fmla="*/ 0 w 2757"/>
              <a:gd name="T107" fmla="*/ 1278 h 3365"/>
              <a:gd name="T108" fmla="*/ 45 w 2757"/>
              <a:gd name="T109" fmla="*/ 1140 h 3365"/>
              <a:gd name="T110" fmla="*/ 160 w 2757"/>
              <a:gd name="T111" fmla="*/ 1056 h 3365"/>
              <a:gd name="T112" fmla="*/ 669 w 2757"/>
              <a:gd name="T113" fmla="*/ 954 h 3365"/>
              <a:gd name="T114" fmla="*/ 864 w 2757"/>
              <a:gd name="T115" fmla="*/ 623 h 3365"/>
              <a:gd name="T116" fmla="*/ 1124 w 2757"/>
              <a:gd name="T117" fmla="*/ 350 h 3365"/>
              <a:gd name="T118" fmla="*/ 1436 w 2757"/>
              <a:gd name="T119" fmla="*/ 147 h 3365"/>
              <a:gd name="T120" fmla="*/ 1790 w 2757"/>
              <a:gd name="T121" fmla="*/ 28 h 3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757" h="3365">
                <a:moveTo>
                  <a:pt x="2076" y="0"/>
                </a:moveTo>
                <a:lnTo>
                  <a:pt x="2167" y="2"/>
                </a:lnTo>
                <a:lnTo>
                  <a:pt x="2258" y="11"/>
                </a:lnTo>
                <a:lnTo>
                  <a:pt x="2347" y="25"/>
                </a:lnTo>
                <a:lnTo>
                  <a:pt x="2436" y="44"/>
                </a:lnTo>
                <a:lnTo>
                  <a:pt x="2523" y="70"/>
                </a:lnTo>
                <a:lnTo>
                  <a:pt x="2609" y="100"/>
                </a:lnTo>
                <a:lnTo>
                  <a:pt x="2640" y="115"/>
                </a:lnTo>
                <a:lnTo>
                  <a:pt x="2668" y="134"/>
                </a:lnTo>
                <a:lnTo>
                  <a:pt x="2692" y="155"/>
                </a:lnTo>
                <a:lnTo>
                  <a:pt x="2714" y="181"/>
                </a:lnTo>
                <a:lnTo>
                  <a:pt x="2731" y="209"/>
                </a:lnTo>
                <a:lnTo>
                  <a:pt x="2744" y="238"/>
                </a:lnTo>
                <a:lnTo>
                  <a:pt x="2753" y="270"/>
                </a:lnTo>
                <a:lnTo>
                  <a:pt x="2757" y="303"/>
                </a:lnTo>
                <a:lnTo>
                  <a:pt x="2757" y="336"/>
                </a:lnTo>
                <a:lnTo>
                  <a:pt x="2752" y="369"/>
                </a:lnTo>
                <a:lnTo>
                  <a:pt x="2742" y="403"/>
                </a:lnTo>
                <a:lnTo>
                  <a:pt x="2727" y="435"/>
                </a:lnTo>
                <a:lnTo>
                  <a:pt x="2708" y="462"/>
                </a:lnTo>
                <a:lnTo>
                  <a:pt x="2685" y="487"/>
                </a:lnTo>
                <a:lnTo>
                  <a:pt x="2660" y="507"/>
                </a:lnTo>
                <a:lnTo>
                  <a:pt x="2632" y="525"/>
                </a:lnTo>
                <a:lnTo>
                  <a:pt x="2602" y="538"/>
                </a:lnTo>
                <a:lnTo>
                  <a:pt x="2571" y="547"/>
                </a:lnTo>
                <a:lnTo>
                  <a:pt x="2538" y="551"/>
                </a:lnTo>
                <a:lnTo>
                  <a:pt x="2505" y="551"/>
                </a:lnTo>
                <a:lnTo>
                  <a:pt x="2471" y="546"/>
                </a:lnTo>
                <a:lnTo>
                  <a:pt x="2439" y="536"/>
                </a:lnTo>
                <a:lnTo>
                  <a:pt x="2369" y="511"/>
                </a:lnTo>
                <a:lnTo>
                  <a:pt x="2297" y="492"/>
                </a:lnTo>
                <a:lnTo>
                  <a:pt x="2225" y="479"/>
                </a:lnTo>
                <a:lnTo>
                  <a:pt x="2151" y="470"/>
                </a:lnTo>
                <a:lnTo>
                  <a:pt x="2077" y="467"/>
                </a:lnTo>
                <a:lnTo>
                  <a:pt x="1999" y="470"/>
                </a:lnTo>
                <a:lnTo>
                  <a:pt x="1923" y="480"/>
                </a:lnTo>
                <a:lnTo>
                  <a:pt x="1848" y="494"/>
                </a:lnTo>
                <a:lnTo>
                  <a:pt x="1775" y="514"/>
                </a:lnTo>
                <a:lnTo>
                  <a:pt x="1704" y="540"/>
                </a:lnTo>
                <a:lnTo>
                  <a:pt x="1635" y="571"/>
                </a:lnTo>
                <a:lnTo>
                  <a:pt x="1569" y="606"/>
                </a:lnTo>
                <a:lnTo>
                  <a:pt x="1505" y="647"/>
                </a:lnTo>
                <a:lnTo>
                  <a:pt x="1444" y="692"/>
                </a:lnTo>
                <a:lnTo>
                  <a:pt x="1386" y="741"/>
                </a:lnTo>
                <a:lnTo>
                  <a:pt x="1331" y="794"/>
                </a:lnTo>
                <a:lnTo>
                  <a:pt x="1279" y="852"/>
                </a:lnTo>
                <a:lnTo>
                  <a:pt x="1231" y="912"/>
                </a:lnTo>
                <a:lnTo>
                  <a:pt x="1187" y="976"/>
                </a:lnTo>
                <a:lnTo>
                  <a:pt x="1146" y="1044"/>
                </a:lnTo>
                <a:lnTo>
                  <a:pt x="2138" y="1044"/>
                </a:lnTo>
                <a:lnTo>
                  <a:pt x="2176" y="1047"/>
                </a:lnTo>
                <a:lnTo>
                  <a:pt x="2211" y="1056"/>
                </a:lnTo>
                <a:lnTo>
                  <a:pt x="2245" y="1071"/>
                </a:lnTo>
                <a:lnTo>
                  <a:pt x="2276" y="1089"/>
                </a:lnTo>
                <a:lnTo>
                  <a:pt x="2303" y="1112"/>
                </a:lnTo>
                <a:lnTo>
                  <a:pt x="2326" y="1140"/>
                </a:lnTo>
                <a:lnTo>
                  <a:pt x="2346" y="1171"/>
                </a:lnTo>
                <a:lnTo>
                  <a:pt x="2360" y="1204"/>
                </a:lnTo>
                <a:lnTo>
                  <a:pt x="2368" y="1240"/>
                </a:lnTo>
                <a:lnTo>
                  <a:pt x="2371" y="1278"/>
                </a:lnTo>
                <a:lnTo>
                  <a:pt x="2368" y="1316"/>
                </a:lnTo>
                <a:lnTo>
                  <a:pt x="2360" y="1352"/>
                </a:lnTo>
                <a:lnTo>
                  <a:pt x="2346" y="1385"/>
                </a:lnTo>
                <a:lnTo>
                  <a:pt x="2326" y="1416"/>
                </a:lnTo>
                <a:lnTo>
                  <a:pt x="2303" y="1443"/>
                </a:lnTo>
                <a:lnTo>
                  <a:pt x="2276" y="1466"/>
                </a:lnTo>
                <a:lnTo>
                  <a:pt x="2245" y="1486"/>
                </a:lnTo>
                <a:lnTo>
                  <a:pt x="2211" y="1500"/>
                </a:lnTo>
                <a:lnTo>
                  <a:pt x="2176" y="1508"/>
                </a:lnTo>
                <a:lnTo>
                  <a:pt x="2138" y="1511"/>
                </a:lnTo>
                <a:lnTo>
                  <a:pt x="994" y="1511"/>
                </a:lnTo>
                <a:lnTo>
                  <a:pt x="992" y="1529"/>
                </a:lnTo>
                <a:lnTo>
                  <a:pt x="991" y="1552"/>
                </a:lnTo>
                <a:lnTo>
                  <a:pt x="990" y="1581"/>
                </a:lnTo>
                <a:lnTo>
                  <a:pt x="990" y="1612"/>
                </a:lnTo>
                <a:lnTo>
                  <a:pt x="989" y="1646"/>
                </a:lnTo>
                <a:lnTo>
                  <a:pt x="989" y="1682"/>
                </a:lnTo>
                <a:lnTo>
                  <a:pt x="989" y="1718"/>
                </a:lnTo>
                <a:lnTo>
                  <a:pt x="990" y="1751"/>
                </a:lnTo>
                <a:lnTo>
                  <a:pt x="990" y="1784"/>
                </a:lnTo>
                <a:lnTo>
                  <a:pt x="991" y="1812"/>
                </a:lnTo>
                <a:lnTo>
                  <a:pt x="992" y="1835"/>
                </a:lnTo>
                <a:lnTo>
                  <a:pt x="994" y="1853"/>
                </a:lnTo>
                <a:lnTo>
                  <a:pt x="2137" y="1853"/>
                </a:lnTo>
                <a:lnTo>
                  <a:pt x="2175" y="1856"/>
                </a:lnTo>
                <a:lnTo>
                  <a:pt x="2210" y="1865"/>
                </a:lnTo>
                <a:lnTo>
                  <a:pt x="2244" y="1879"/>
                </a:lnTo>
                <a:lnTo>
                  <a:pt x="2275" y="1898"/>
                </a:lnTo>
                <a:lnTo>
                  <a:pt x="2303" y="1921"/>
                </a:lnTo>
                <a:lnTo>
                  <a:pt x="2325" y="1949"/>
                </a:lnTo>
                <a:lnTo>
                  <a:pt x="2345" y="1978"/>
                </a:lnTo>
                <a:lnTo>
                  <a:pt x="2359" y="2012"/>
                </a:lnTo>
                <a:lnTo>
                  <a:pt x="2368" y="2048"/>
                </a:lnTo>
                <a:lnTo>
                  <a:pt x="2371" y="2086"/>
                </a:lnTo>
                <a:lnTo>
                  <a:pt x="2368" y="2125"/>
                </a:lnTo>
                <a:lnTo>
                  <a:pt x="2359" y="2160"/>
                </a:lnTo>
                <a:lnTo>
                  <a:pt x="2345" y="2193"/>
                </a:lnTo>
                <a:lnTo>
                  <a:pt x="2325" y="2224"/>
                </a:lnTo>
                <a:lnTo>
                  <a:pt x="2303" y="2251"/>
                </a:lnTo>
                <a:lnTo>
                  <a:pt x="2275" y="2275"/>
                </a:lnTo>
                <a:lnTo>
                  <a:pt x="2244" y="2293"/>
                </a:lnTo>
                <a:lnTo>
                  <a:pt x="2210" y="2308"/>
                </a:lnTo>
                <a:lnTo>
                  <a:pt x="2175" y="2317"/>
                </a:lnTo>
                <a:lnTo>
                  <a:pt x="2137" y="2320"/>
                </a:lnTo>
                <a:lnTo>
                  <a:pt x="1145" y="2320"/>
                </a:lnTo>
                <a:lnTo>
                  <a:pt x="1186" y="2387"/>
                </a:lnTo>
                <a:lnTo>
                  <a:pt x="1231" y="2452"/>
                </a:lnTo>
                <a:lnTo>
                  <a:pt x="1279" y="2513"/>
                </a:lnTo>
                <a:lnTo>
                  <a:pt x="1330" y="2569"/>
                </a:lnTo>
                <a:lnTo>
                  <a:pt x="1386" y="2624"/>
                </a:lnTo>
                <a:lnTo>
                  <a:pt x="1444" y="2673"/>
                </a:lnTo>
                <a:lnTo>
                  <a:pt x="1504" y="2718"/>
                </a:lnTo>
                <a:lnTo>
                  <a:pt x="1569" y="2758"/>
                </a:lnTo>
                <a:lnTo>
                  <a:pt x="1635" y="2793"/>
                </a:lnTo>
                <a:lnTo>
                  <a:pt x="1704" y="2824"/>
                </a:lnTo>
                <a:lnTo>
                  <a:pt x="1775" y="2850"/>
                </a:lnTo>
                <a:lnTo>
                  <a:pt x="1847" y="2870"/>
                </a:lnTo>
                <a:lnTo>
                  <a:pt x="1922" y="2884"/>
                </a:lnTo>
                <a:lnTo>
                  <a:pt x="1999" y="2893"/>
                </a:lnTo>
                <a:lnTo>
                  <a:pt x="2076" y="2897"/>
                </a:lnTo>
                <a:lnTo>
                  <a:pt x="2152" y="2893"/>
                </a:lnTo>
                <a:lnTo>
                  <a:pt x="2228" y="2885"/>
                </a:lnTo>
                <a:lnTo>
                  <a:pt x="2302" y="2871"/>
                </a:lnTo>
                <a:lnTo>
                  <a:pt x="2375" y="2852"/>
                </a:lnTo>
                <a:lnTo>
                  <a:pt x="2408" y="2843"/>
                </a:lnTo>
                <a:lnTo>
                  <a:pt x="2442" y="2840"/>
                </a:lnTo>
                <a:lnTo>
                  <a:pt x="2476" y="2842"/>
                </a:lnTo>
                <a:lnTo>
                  <a:pt x="2507" y="2848"/>
                </a:lnTo>
                <a:lnTo>
                  <a:pt x="2539" y="2860"/>
                </a:lnTo>
                <a:lnTo>
                  <a:pt x="2568" y="2875"/>
                </a:lnTo>
                <a:lnTo>
                  <a:pt x="2594" y="2893"/>
                </a:lnTo>
                <a:lnTo>
                  <a:pt x="2618" y="2916"/>
                </a:lnTo>
                <a:lnTo>
                  <a:pt x="2638" y="2943"/>
                </a:lnTo>
                <a:lnTo>
                  <a:pt x="2656" y="2972"/>
                </a:lnTo>
                <a:lnTo>
                  <a:pt x="2668" y="3004"/>
                </a:lnTo>
                <a:lnTo>
                  <a:pt x="2676" y="3038"/>
                </a:lnTo>
                <a:lnTo>
                  <a:pt x="2679" y="3071"/>
                </a:lnTo>
                <a:lnTo>
                  <a:pt x="2677" y="3104"/>
                </a:lnTo>
                <a:lnTo>
                  <a:pt x="2671" y="3137"/>
                </a:lnTo>
                <a:lnTo>
                  <a:pt x="2660" y="3167"/>
                </a:lnTo>
                <a:lnTo>
                  <a:pt x="2644" y="3196"/>
                </a:lnTo>
                <a:lnTo>
                  <a:pt x="2626" y="3223"/>
                </a:lnTo>
                <a:lnTo>
                  <a:pt x="2603" y="3247"/>
                </a:lnTo>
                <a:lnTo>
                  <a:pt x="2577" y="3268"/>
                </a:lnTo>
                <a:lnTo>
                  <a:pt x="2548" y="3284"/>
                </a:lnTo>
                <a:lnTo>
                  <a:pt x="2515" y="3297"/>
                </a:lnTo>
                <a:lnTo>
                  <a:pt x="2429" y="3321"/>
                </a:lnTo>
                <a:lnTo>
                  <a:pt x="2342" y="3340"/>
                </a:lnTo>
                <a:lnTo>
                  <a:pt x="2254" y="3354"/>
                </a:lnTo>
                <a:lnTo>
                  <a:pt x="2166" y="3362"/>
                </a:lnTo>
                <a:lnTo>
                  <a:pt x="2077" y="3365"/>
                </a:lnTo>
                <a:lnTo>
                  <a:pt x="1980" y="3361"/>
                </a:lnTo>
                <a:lnTo>
                  <a:pt x="1885" y="3352"/>
                </a:lnTo>
                <a:lnTo>
                  <a:pt x="1791" y="3336"/>
                </a:lnTo>
                <a:lnTo>
                  <a:pt x="1699" y="3315"/>
                </a:lnTo>
                <a:lnTo>
                  <a:pt x="1609" y="3287"/>
                </a:lnTo>
                <a:lnTo>
                  <a:pt x="1522" y="3254"/>
                </a:lnTo>
                <a:lnTo>
                  <a:pt x="1437" y="3217"/>
                </a:lnTo>
                <a:lnTo>
                  <a:pt x="1354" y="3173"/>
                </a:lnTo>
                <a:lnTo>
                  <a:pt x="1274" y="3125"/>
                </a:lnTo>
                <a:lnTo>
                  <a:pt x="1197" y="3071"/>
                </a:lnTo>
                <a:lnTo>
                  <a:pt x="1125" y="3014"/>
                </a:lnTo>
                <a:lnTo>
                  <a:pt x="1054" y="2952"/>
                </a:lnTo>
                <a:lnTo>
                  <a:pt x="988" y="2885"/>
                </a:lnTo>
                <a:lnTo>
                  <a:pt x="924" y="2816"/>
                </a:lnTo>
                <a:lnTo>
                  <a:pt x="865" y="2741"/>
                </a:lnTo>
                <a:lnTo>
                  <a:pt x="809" y="2663"/>
                </a:lnTo>
                <a:lnTo>
                  <a:pt x="758" y="2583"/>
                </a:lnTo>
                <a:lnTo>
                  <a:pt x="711" y="2498"/>
                </a:lnTo>
                <a:lnTo>
                  <a:pt x="669" y="2410"/>
                </a:lnTo>
                <a:lnTo>
                  <a:pt x="632" y="2320"/>
                </a:lnTo>
                <a:lnTo>
                  <a:pt x="234" y="2320"/>
                </a:lnTo>
                <a:lnTo>
                  <a:pt x="196" y="2317"/>
                </a:lnTo>
                <a:lnTo>
                  <a:pt x="160" y="2308"/>
                </a:lnTo>
                <a:lnTo>
                  <a:pt x="127" y="2293"/>
                </a:lnTo>
                <a:lnTo>
                  <a:pt x="96" y="2275"/>
                </a:lnTo>
                <a:lnTo>
                  <a:pt x="69" y="2251"/>
                </a:lnTo>
                <a:lnTo>
                  <a:pt x="45" y="2224"/>
                </a:lnTo>
                <a:lnTo>
                  <a:pt x="27" y="2193"/>
                </a:lnTo>
                <a:lnTo>
                  <a:pt x="12" y="2160"/>
                </a:lnTo>
                <a:lnTo>
                  <a:pt x="3" y="2125"/>
                </a:lnTo>
                <a:lnTo>
                  <a:pt x="0" y="2086"/>
                </a:lnTo>
                <a:lnTo>
                  <a:pt x="3" y="2048"/>
                </a:lnTo>
                <a:lnTo>
                  <a:pt x="12" y="2012"/>
                </a:lnTo>
                <a:lnTo>
                  <a:pt x="27" y="1978"/>
                </a:lnTo>
                <a:lnTo>
                  <a:pt x="45" y="1949"/>
                </a:lnTo>
                <a:lnTo>
                  <a:pt x="69" y="1921"/>
                </a:lnTo>
                <a:lnTo>
                  <a:pt x="96" y="1898"/>
                </a:lnTo>
                <a:lnTo>
                  <a:pt x="127" y="1879"/>
                </a:lnTo>
                <a:lnTo>
                  <a:pt x="160" y="1865"/>
                </a:lnTo>
                <a:lnTo>
                  <a:pt x="196" y="1856"/>
                </a:lnTo>
                <a:lnTo>
                  <a:pt x="234" y="1853"/>
                </a:lnTo>
                <a:lnTo>
                  <a:pt x="523" y="1853"/>
                </a:lnTo>
                <a:lnTo>
                  <a:pt x="522" y="1835"/>
                </a:lnTo>
                <a:lnTo>
                  <a:pt x="521" y="1812"/>
                </a:lnTo>
                <a:lnTo>
                  <a:pt x="520" y="1784"/>
                </a:lnTo>
                <a:lnTo>
                  <a:pt x="519" y="1752"/>
                </a:lnTo>
                <a:lnTo>
                  <a:pt x="519" y="1718"/>
                </a:lnTo>
                <a:lnTo>
                  <a:pt x="519" y="1682"/>
                </a:lnTo>
                <a:lnTo>
                  <a:pt x="519" y="1647"/>
                </a:lnTo>
                <a:lnTo>
                  <a:pt x="519" y="1612"/>
                </a:lnTo>
                <a:lnTo>
                  <a:pt x="520" y="1581"/>
                </a:lnTo>
                <a:lnTo>
                  <a:pt x="521" y="1552"/>
                </a:lnTo>
                <a:lnTo>
                  <a:pt x="522" y="1529"/>
                </a:lnTo>
                <a:lnTo>
                  <a:pt x="523" y="1511"/>
                </a:lnTo>
                <a:lnTo>
                  <a:pt x="234" y="1511"/>
                </a:lnTo>
                <a:lnTo>
                  <a:pt x="196" y="1508"/>
                </a:lnTo>
                <a:lnTo>
                  <a:pt x="160" y="1500"/>
                </a:lnTo>
                <a:lnTo>
                  <a:pt x="127" y="1486"/>
                </a:lnTo>
                <a:lnTo>
                  <a:pt x="96" y="1466"/>
                </a:lnTo>
                <a:lnTo>
                  <a:pt x="69" y="1443"/>
                </a:lnTo>
                <a:lnTo>
                  <a:pt x="45" y="1416"/>
                </a:lnTo>
                <a:lnTo>
                  <a:pt x="27" y="1385"/>
                </a:lnTo>
                <a:lnTo>
                  <a:pt x="12" y="1352"/>
                </a:lnTo>
                <a:lnTo>
                  <a:pt x="3" y="1316"/>
                </a:lnTo>
                <a:lnTo>
                  <a:pt x="0" y="1278"/>
                </a:lnTo>
                <a:lnTo>
                  <a:pt x="3" y="1240"/>
                </a:lnTo>
                <a:lnTo>
                  <a:pt x="12" y="1204"/>
                </a:lnTo>
                <a:lnTo>
                  <a:pt x="27" y="1171"/>
                </a:lnTo>
                <a:lnTo>
                  <a:pt x="45" y="1140"/>
                </a:lnTo>
                <a:lnTo>
                  <a:pt x="69" y="1112"/>
                </a:lnTo>
                <a:lnTo>
                  <a:pt x="96" y="1089"/>
                </a:lnTo>
                <a:lnTo>
                  <a:pt x="127" y="1071"/>
                </a:lnTo>
                <a:lnTo>
                  <a:pt x="160" y="1056"/>
                </a:lnTo>
                <a:lnTo>
                  <a:pt x="196" y="1047"/>
                </a:lnTo>
                <a:lnTo>
                  <a:pt x="234" y="1044"/>
                </a:lnTo>
                <a:lnTo>
                  <a:pt x="631" y="1044"/>
                </a:lnTo>
                <a:lnTo>
                  <a:pt x="669" y="954"/>
                </a:lnTo>
                <a:lnTo>
                  <a:pt x="711" y="866"/>
                </a:lnTo>
                <a:lnTo>
                  <a:pt x="757" y="782"/>
                </a:lnTo>
                <a:lnTo>
                  <a:pt x="808" y="700"/>
                </a:lnTo>
                <a:lnTo>
                  <a:pt x="864" y="623"/>
                </a:lnTo>
                <a:lnTo>
                  <a:pt x="923" y="548"/>
                </a:lnTo>
                <a:lnTo>
                  <a:pt x="987" y="479"/>
                </a:lnTo>
                <a:lnTo>
                  <a:pt x="1053" y="412"/>
                </a:lnTo>
                <a:lnTo>
                  <a:pt x="1124" y="350"/>
                </a:lnTo>
                <a:lnTo>
                  <a:pt x="1197" y="292"/>
                </a:lnTo>
                <a:lnTo>
                  <a:pt x="1274" y="239"/>
                </a:lnTo>
                <a:lnTo>
                  <a:pt x="1354" y="191"/>
                </a:lnTo>
                <a:lnTo>
                  <a:pt x="1436" y="147"/>
                </a:lnTo>
                <a:lnTo>
                  <a:pt x="1521" y="109"/>
                </a:lnTo>
                <a:lnTo>
                  <a:pt x="1609" y="77"/>
                </a:lnTo>
                <a:lnTo>
                  <a:pt x="1699" y="49"/>
                </a:lnTo>
                <a:lnTo>
                  <a:pt x="1790" y="28"/>
                </a:lnTo>
                <a:lnTo>
                  <a:pt x="1884" y="12"/>
                </a:lnTo>
                <a:lnTo>
                  <a:pt x="1979" y="3"/>
                </a:lnTo>
                <a:lnTo>
                  <a:pt x="207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1AA84D2C-C6A1-4DED-8831-4BCF8FFB9DAC}"/>
              </a:ext>
            </a:extLst>
          </p:cNvPr>
          <p:cNvGrpSpPr/>
          <p:nvPr/>
        </p:nvGrpSpPr>
        <p:grpSpPr>
          <a:xfrm>
            <a:off x="1412938" y="4874113"/>
            <a:ext cx="311644" cy="222787"/>
            <a:chOff x="1060450" y="5138738"/>
            <a:chExt cx="384175" cy="2746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18" name="Freeform 643">
              <a:extLst>
                <a:ext uri="{FF2B5EF4-FFF2-40B4-BE49-F238E27FC236}">
                  <a16:creationId xmlns:a16="http://schemas.microsoft.com/office/drawing/2014/main" id="{AF1615CC-02CA-4B42-8A2E-339D96759F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0450" y="5340351"/>
              <a:ext cx="384175" cy="73025"/>
            </a:xfrm>
            <a:custGeom>
              <a:avLst/>
              <a:gdLst>
                <a:gd name="T0" fmla="*/ 1484 w 3386"/>
                <a:gd name="T1" fmla="*/ 304 h 651"/>
                <a:gd name="T2" fmla="*/ 1466 w 3386"/>
                <a:gd name="T3" fmla="*/ 306 h 651"/>
                <a:gd name="T4" fmla="*/ 1450 w 3386"/>
                <a:gd name="T5" fmla="*/ 313 h 651"/>
                <a:gd name="T6" fmla="*/ 1436 w 3386"/>
                <a:gd name="T7" fmla="*/ 323 h 651"/>
                <a:gd name="T8" fmla="*/ 1426 w 3386"/>
                <a:gd name="T9" fmla="*/ 337 h 651"/>
                <a:gd name="T10" fmla="*/ 1419 w 3386"/>
                <a:gd name="T11" fmla="*/ 353 h 651"/>
                <a:gd name="T12" fmla="*/ 1417 w 3386"/>
                <a:gd name="T13" fmla="*/ 371 h 651"/>
                <a:gd name="T14" fmla="*/ 1419 w 3386"/>
                <a:gd name="T15" fmla="*/ 389 h 651"/>
                <a:gd name="T16" fmla="*/ 1426 w 3386"/>
                <a:gd name="T17" fmla="*/ 405 h 651"/>
                <a:gd name="T18" fmla="*/ 1436 w 3386"/>
                <a:gd name="T19" fmla="*/ 419 h 651"/>
                <a:gd name="T20" fmla="*/ 1450 w 3386"/>
                <a:gd name="T21" fmla="*/ 429 h 651"/>
                <a:gd name="T22" fmla="*/ 1466 w 3386"/>
                <a:gd name="T23" fmla="*/ 435 h 651"/>
                <a:gd name="T24" fmla="*/ 1484 w 3386"/>
                <a:gd name="T25" fmla="*/ 438 h 651"/>
                <a:gd name="T26" fmla="*/ 1902 w 3386"/>
                <a:gd name="T27" fmla="*/ 438 h 651"/>
                <a:gd name="T28" fmla="*/ 1921 w 3386"/>
                <a:gd name="T29" fmla="*/ 435 h 651"/>
                <a:gd name="T30" fmla="*/ 1937 w 3386"/>
                <a:gd name="T31" fmla="*/ 428 h 651"/>
                <a:gd name="T32" fmla="*/ 1951 w 3386"/>
                <a:gd name="T33" fmla="*/ 418 h 651"/>
                <a:gd name="T34" fmla="*/ 1961 w 3386"/>
                <a:gd name="T35" fmla="*/ 403 h 651"/>
                <a:gd name="T36" fmla="*/ 1967 w 3386"/>
                <a:gd name="T37" fmla="*/ 388 h 651"/>
                <a:gd name="T38" fmla="*/ 1970 w 3386"/>
                <a:gd name="T39" fmla="*/ 371 h 651"/>
                <a:gd name="T40" fmla="*/ 1967 w 3386"/>
                <a:gd name="T41" fmla="*/ 353 h 651"/>
                <a:gd name="T42" fmla="*/ 1961 w 3386"/>
                <a:gd name="T43" fmla="*/ 337 h 651"/>
                <a:gd name="T44" fmla="*/ 1951 w 3386"/>
                <a:gd name="T45" fmla="*/ 323 h 651"/>
                <a:gd name="T46" fmla="*/ 1936 w 3386"/>
                <a:gd name="T47" fmla="*/ 313 h 651"/>
                <a:gd name="T48" fmla="*/ 1921 w 3386"/>
                <a:gd name="T49" fmla="*/ 306 h 651"/>
                <a:gd name="T50" fmla="*/ 1902 w 3386"/>
                <a:gd name="T51" fmla="*/ 304 h 651"/>
                <a:gd name="T52" fmla="*/ 1484 w 3386"/>
                <a:gd name="T53" fmla="*/ 304 h 651"/>
                <a:gd name="T54" fmla="*/ 435 w 3386"/>
                <a:gd name="T55" fmla="*/ 0 h 651"/>
                <a:gd name="T56" fmla="*/ 2953 w 3386"/>
                <a:gd name="T57" fmla="*/ 0 h 651"/>
                <a:gd name="T58" fmla="*/ 3386 w 3386"/>
                <a:gd name="T59" fmla="*/ 651 h 651"/>
                <a:gd name="T60" fmla="*/ 0 w 3386"/>
                <a:gd name="T61" fmla="*/ 651 h 651"/>
                <a:gd name="T62" fmla="*/ 435 w 3386"/>
                <a:gd name="T63" fmla="*/ 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86" h="651">
                  <a:moveTo>
                    <a:pt x="1484" y="304"/>
                  </a:moveTo>
                  <a:lnTo>
                    <a:pt x="1466" y="306"/>
                  </a:lnTo>
                  <a:lnTo>
                    <a:pt x="1450" y="313"/>
                  </a:lnTo>
                  <a:lnTo>
                    <a:pt x="1436" y="323"/>
                  </a:lnTo>
                  <a:lnTo>
                    <a:pt x="1426" y="337"/>
                  </a:lnTo>
                  <a:lnTo>
                    <a:pt x="1419" y="353"/>
                  </a:lnTo>
                  <a:lnTo>
                    <a:pt x="1417" y="371"/>
                  </a:lnTo>
                  <a:lnTo>
                    <a:pt x="1419" y="389"/>
                  </a:lnTo>
                  <a:lnTo>
                    <a:pt x="1426" y="405"/>
                  </a:lnTo>
                  <a:lnTo>
                    <a:pt x="1436" y="419"/>
                  </a:lnTo>
                  <a:lnTo>
                    <a:pt x="1450" y="429"/>
                  </a:lnTo>
                  <a:lnTo>
                    <a:pt x="1466" y="435"/>
                  </a:lnTo>
                  <a:lnTo>
                    <a:pt x="1484" y="438"/>
                  </a:lnTo>
                  <a:lnTo>
                    <a:pt x="1902" y="438"/>
                  </a:lnTo>
                  <a:lnTo>
                    <a:pt x="1921" y="435"/>
                  </a:lnTo>
                  <a:lnTo>
                    <a:pt x="1937" y="428"/>
                  </a:lnTo>
                  <a:lnTo>
                    <a:pt x="1951" y="418"/>
                  </a:lnTo>
                  <a:lnTo>
                    <a:pt x="1961" y="403"/>
                  </a:lnTo>
                  <a:lnTo>
                    <a:pt x="1967" y="388"/>
                  </a:lnTo>
                  <a:lnTo>
                    <a:pt x="1970" y="371"/>
                  </a:lnTo>
                  <a:lnTo>
                    <a:pt x="1967" y="353"/>
                  </a:lnTo>
                  <a:lnTo>
                    <a:pt x="1961" y="337"/>
                  </a:lnTo>
                  <a:lnTo>
                    <a:pt x="1951" y="323"/>
                  </a:lnTo>
                  <a:lnTo>
                    <a:pt x="1936" y="313"/>
                  </a:lnTo>
                  <a:lnTo>
                    <a:pt x="1921" y="306"/>
                  </a:lnTo>
                  <a:lnTo>
                    <a:pt x="1902" y="304"/>
                  </a:lnTo>
                  <a:lnTo>
                    <a:pt x="1484" y="304"/>
                  </a:lnTo>
                  <a:close/>
                  <a:moveTo>
                    <a:pt x="435" y="0"/>
                  </a:moveTo>
                  <a:lnTo>
                    <a:pt x="2953" y="0"/>
                  </a:lnTo>
                  <a:lnTo>
                    <a:pt x="3386" y="651"/>
                  </a:lnTo>
                  <a:lnTo>
                    <a:pt x="0" y="651"/>
                  </a:lnTo>
                  <a:lnTo>
                    <a:pt x="4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19" name="Freeform 644">
              <a:extLst>
                <a:ext uri="{FF2B5EF4-FFF2-40B4-BE49-F238E27FC236}">
                  <a16:creationId xmlns:a16="http://schemas.microsoft.com/office/drawing/2014/main" id="{A63B34B6-C48B-4537-BBAB-645A61BBF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4425" y="5138738"/>
              <a:ext cx="276225" cy="185738"/>
            </a:xfrm>
            <a:custGeom>
              <a:avLst/>
              <a:gdLst>
                <a:gd name="T0" fmla="*/ 1046 w 2423"/>
                <a:gd name="T1" fmla="*/ 549 h 1638"/>
                <a:gd name="T2" fmla="*/ 947 w 2423"/>
                <a:gd name="T3" fmla="*/ 574 h 1638"/>
                <a:gd name="T4" fmla="*/ 860 w 2423"/>
                <a:gd name="T5" fmla="*/ 621 h 1638"/>
                <a:gd name="T6" fmla="*/ 786 w 2423"/>
                <a:gd name="T7" fmla="*/ 687 h 1638"/>
                <a:gd name="T8" fmla="*/ 728 w 2423"/>
                <a:gd name="T9" fmla="*/ 768 h 1638"/>
                <a:gd name="T10" fmla="*/ 693 w 2423"/>
                <a:gd name="T11" fmla="*/ 862 h 1638"/>
                <a:gd name="T12" fmla="*/ 679 w 2423"/>
                <a:gd name="T13" fmla="*/ 965 h 1638"/>
                <a:gd name="T14" fmla="*/ 693 w 2423"/>
                <a:gd name="T15" fmla="*/ 1068 h 1638"/>
                <a:gd name="T16" fmla="*/ 728 w 2423"/>
                <a:gd name="T17" fmla="*/ 1162 h 1638"/>
                <a:gd name="T18" fmla="*/ 786 w 2423"/>
                <a:gd name="T19" fmla="*/ 1243 h 1638"/>
                <a:gd name="T20" fmla="*/ 860 w 2423"/>
                <a:gd name="T21" fmla="*/ 1309 h 1638"/>
                <a:gd name="T22" fmla="*/ 947 w 2423"/>
                <a:gd name="T23" fmla="*/ 1355 h 1638"/>
                <a:gd name="T24" fmla="*/ 1046 w 2423"/>
                <a:gd name="T25" fmla="*/ 1381 h 1638"/>
                <a:gd name="T26" fmla="*/ 1147 w 2423"/>
                <a:gd name="T27" fmla="*/ 1381 h 1638"/>
                <a:gd name="T28" fmla="*/ 1240 w 2423"/>
                <a:gd name="T29" fmla="*/ 1359 h 1638"/>
                <a:gd name="T30" fmla="*/ 1323 w 2423"/>
                <a:gd name="T31" fmla="*/ 1319 h 1638"/>
                <a:gd name="T32" fmla="*/ 1395 w 2423"/>
                <a:gd name="T33" fmla="*/ 1262 h 1638"/>
                <a:gd name="T34" fmla="*/ 1452 w 2423"/>
                <a:gd name="T35" fmla="*/ 1190 h 1638"/>
                <a:gd name="T36" fmla="*/ 1493 w 2423"/>
                <a:gd name="T37" fmla="*/ 1107 h 1638"/>
                <a:gd name="T38" fmla="*/ 1515 w 2423"/>
                <a:gd name="T39" fmla="*/ 1013 h 1638"/>
                <a:gd name="T40" fmla="*/ 1099 w 2423"/>
                <a:gd name="T41" fmla="*/ 964 h 1638"/>
                <a:gd name="T42" fmla="*/ 1324 w 2423"/>
                <a:gd name="T43" fmla="*/ 325 h 1638"/>
                <a:gd name="T44" fmla="*/ 1743 w 2423"/>
                <a:gd name="T45" fmla="*/ 744 h 1638"/>
                <a:gd name="T46" fmla="*/ 1730 w 2423"/>
                <a:gd name="T47" fmla="*/ 642 h 1638"/>
                <a:gd name="T48" fmla="*/ 1694 w 2423"/>
                <a:gd name="T49" fmla="*/ 547 h 1638"/>
                <a:gd name="T50" fmla="*/ 1637 w 2423"/>
                <a:gd name="T51" fmla="*/ 466 h 1638"/>
                <a:gd name="T52" fmla="*/ 1563 w 2423"/>
                <a:gd name="T53" fmla="*/ 400 h 1638"/>
                <a:gd name="T54" fmla="*/ 1475 w 2423"/>
                <a:gd name="T55" fmla="*/ 353 h 1638"/>
                <a:gd name="T56" fmla="*/ 1376 w 2423"/>
                <a:gd name="T57" fmla="*/ 329 h 1638"/>
                <a:gd name="T58" fmla="*/ 0 w 2423"/>
                <a:gd name="T59" fmla="*/ 0 h 1638"/>
                <a:gd name="T60" fmla="*/ 2423 w 2423"/>
                <a:gd name="T61" fmla="*/ 1638 h 1638"/>
                <a:gd name="T62" fmla="*/ 0 w 2423"/>
                <a:gd name="T63" fmla="*/ 0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423" h="1638">
                  <a:moveTo>
                    <a:pt x="1099" y="546"/>
                  </a:moveTo>
                  <a:lnTo>
                    <a:pt x="1046" y="549"/>
                  </a:lnTo>
                  <a:lnTo>
                    <a:pt x="995" y="558"/>
                  </a:lnTo>
                  <a:lnTo>
                    <a:pt x="947" y="574"/>
                  </a:lnTo>
                  <a:lnTo>
                    <a:pt x="902" y="595"/>
                  </a:lnTo>
                  <a:lnTo>
                    <a:pt x="860" y="621"/>
                  </a:lnTo>
                  <a:lnTo>
                    <a:pt x="821" y="652"/>
                  </a:lnTo>
                  <a:lnTo>
                    <a:pt x="786" y="687"/>
                  </a:lnTo>
                  <a:lnTo>
                    <a:pt x="755" y="726"/>
                  </a:lnTo>
                  <a:lnTo>
                    <a:pt x="728" y="768"/>
                  </a:lnTo>
                  <a:lnTo>
                    <a:pt x="708" y="814"/>
                  </a:lnTo>
                  <a:lnTo>
                    <a:pt x="693" y="862"/>
                  </a:lnTo>
                  <a:lnTo>
                    <a:pt x="683" y="913"/>
                  </a:lnTo>
                  <a:lnTo>
                    <a:pt x="679" y="965"/>
                  </a:lnTo>
                  <a:lnTo>
                    <a:pt x="683" y="1017"/>
                  </a:lnTo>
                  <a:lnTo>
                    <a:pt x="693" y="1068"/>
                  </a:lnTo>
                  <a:lnTo>
                    <a:pt x="708" y="1116"/>
                  </a:lnTo>
                  <a:lnTo>
                    <a:pt x="728" y="1162"/>
                  </a:lnTo>
                  <a:lnTo>
                    <a:pt x="755" y="1204"/>
                  </a:lnTo>
                  <a:lnTo>
                    <a:pt x="786" y="1243"/>
                  </a:lnTo>
                  <a:lnTo>
                    <a:pt x="821" y="1278"/>
                  </a:lnTo>
                  <a:lnTo>
                    <a:pt x="860" y="1309"/>
                  </a:lnTo>
                  <a:lnTo>
                    <a:pt x="902" y="1335"/>
                  </a:lnTo>
                  <a:lnTo>
                    <a:pt x="947" y="1355"/>
                  </a:lnTo>
                  <a:lnTo>
                    <a:pt x="995" y="1370"/>
                  </a:lnTo>
                  <a:lnTo>
                    <a:pt x="1046" y="1381"/>
                  </a:lnTo>
                  <a:lnTo>
                    <a:pt x="1099" y="1384"/>
                  </a:lnTo>
                  <a:lnTo>
                    <a:pt x="1147" y="1381"/>
                  </a:lnTo>
                  <a:lnTo>
                    <a:pt x="1195" y="1373"/>
                  </a:lnTo>
                  <a:lnTo>
                    <a:pt x="1240" y="1359"/>
                  </a:lnTo>
                  <a:lnTo>
                    <a:pt x="1283" y="1342"/>
                  </a:lnTo>
                  <a:lnTo>
                    <a:pt x="1323" y="1319"/>
                  </a:lnTo>
                  <a:lnTo>
                    <a:pt x="1361" y="1292"/>
                  </a:lnTo>
                  <a:lnTo>
                    <a:pt x="1395" y="1262"/>
                  </a:lnTo>
                  <a:lnTo>
                    <a:pt x="1426" y="1228"/>
                  </a:lnTo>
                  <a:lnTo>
                    <a:pt x="1452" y="1190"/>
                  </a:lnTo>
                  <a:lnTo>
                    <a:pt x="1475" y="1150"/>
                  </a:lnTo>
                  <a:lnTo>
                    <a:pt x="1493" y="1107"/>
                  </a:lnTo>
                  <a:lnTo>
                    <a:pt x="1507" y="1061"/>
                  </a:lnTo>
                  <a:lnTo>
                    <a:pt x="1515" y="1013"/>
                  </a:lnTo>
                  <a:lnTo>
                    <a:pt x="1518" y="964"/>
                  </a:lnTo>
                  <a:lnTo>
                    <a:pt x="1099" y="964"/>
                  </a:lnTo>
                  <a:lnTo>
                    <a:pt x="1099" y="546"/>
                  </a:lnTo>
                  <a:close/>
                  <a:moveTo>
                    <a:pt x="1324" y="325"/>
                  </a:moveTo>
                  <a:lnTo>
                    <a:pt x="1324" y="744"/>
                  </a:lnTo>
                  <a:lnTo>
                    <a:pt x="1743" y="744"/>
                  </a:lnTo>
                  <a:lnTo>
                    <a:pt x="1740" y="692"/>
                  </a:lnTo>
                  <a:lnTo>
                    <a:pt x="1730" y="642"/>
                  </a:lnTo>
                  <a:lnTo>
                    <a:pt x="1715" y="593"/>
                  </a:lnTo>
                  <a:lnTo>
                    <a:pt x="1694" y="547"/>
                  </a:lnTo>
                  <a:lnTo>
                    <a:pt x="1668" y="505"/>
                  </a:lnTo>
                  <a:lnTo>
                    <a:pt x="1637" y="466"/>
                  </a:lnTo>
                  <a:lnTo>
                    <a:pt x="1602" y="431"/>
                  </a:lnTo>
                  <a:lnTo>
                    <a:pt x="1563" y="400"/>
                  </a:lnTo>
                  <a:lnTo>
                    <a:pt x="1521" y="375"/>
                  </a:lnTo>
                  <a:lnTo>
                    <a:pt x="1475" y="353"/>
                  </a:lnTo>
                  <a:lnTo>
                    <a:pt x="1427" y="338"/>
                  </a:lnTo>
                  <a:lnTo>
                    <a:pt x="1376" y="329"/>
                  </a:lnTo>
                  <a:lnTo>
                    <a:pt x="1324" y="325"/>
                  </a:lnTo>
                  <a:close/>
                  <a:moveTo>
                    <a:pt x="0" y="0"/>
                  </a:moveTo>
                  <a:lnTo>
                    <a:pt x="2423" y="0"/>
                  </a:lnTo>
                  <a:lnTo>
                    <a:pt x="2423" y="1638"/>
                  </a:lnTo>
                  <a:lnTo>
                    <a:pt x="0" y="16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C0A53439-B556-415C-81A2-C7DD69A241B0}"/>
              </a:ext>
            </a:extLst>
          </p:cNvPr>
          <p:cNvGrpSpPr/>
          <p:nvPr/>
        </p:nvGrpSpPr>
        <p:grpSpPr>
          <a:xfrm>
            <a:off x="2153815" y="4830971"/>
            <a:ext cx="254983" cy="309068"/>
            <a:chOff x="1663700" y="5064126"/>
            <a:chExt cx="314326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21" name="Freeform 649">
              <a:extLst>
                <a:ext uri="{FF2B5EF4-FFF2-40B4-BE49-F238E27FC236}">
                  <a16:creationId xmlns:a16="http://schemas.microsoft.com/office/drawing/2014/main" id="{EDC26866-F137-4A57-8685-2E6B4C598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813" y="5257801"/>
              <a:ext cx="39688" cy="26988"/>
            </a:xfrm>
            <a:custGeom>
              <a:avLst/>
              <a:gdLst>
                <a:gd name="T0" fmla="*/ 279 w 355"/>
                <a:gd name="T1" fmla="*/ 0 h 227"/>
                <a:gd name="T2" fmla="*/ 297 w 355"/>
                <a:gd name="T3" fmla="*/ 1 h 227"/>
                <a:gd name="T4" fmla="*/ 313 w 355"/>
                <a:gd name="T5" fmla="*/ 6 h 227"/>
                <a:gd name="T6" fmla="*/ 329 w 355"/>
                <a:gd name="T7" fmla="*/ 15 h 227"/>
                <a:gd name="T8" fmla="*/ 341 w 355"/>
                <a:gd name="T9" fmla="*/ 28 h 227"/>
                <a:gd name="T10" fmla="*/ 350 w 355"/>
                <a:gd name="T11" fmla="*/ 43 h 227"/>
                <a:gd name="T12" fmla="*/ 355 w 355"/>
                <a:gd name="T13" fmla="*/ 60 h 227"/>
                <a:gd name="T14" fmla="*/ 355 w 355"/>
                <a:gd name="T15" fmla="*/ 78 h 227"/>
                <a:gd name="T16" fmla="*/ 349 w 355"/>
                <a:gd name="T17" fmla="*/ 95 h 227"/>
                <a:gd name="T18" fmla="*/ 340 w 355"/>
                <a:gd name="T19" fmla="*/ 110 h 227"/>
                <a:gd name="T20" fmla="*/ 328 w 355"/>
                <a:gd name="T21" fmla="*/ 122 h 227"/>
                <a:gd name="T22" fmla="*/ 311 w 355"/>
                <a:gd name="T23" fmla="*/ 131 h 227"/>
                <a:gd name="T24" fmla="*/ 93 w 355"/>
                <a:gd name="T25" fmla="*/ 222 h 227"/>
                <a:gd name="T26" fmla="*/ 76 w 355"/>
                <a:gd name="T27" fmla="*/ 227 h 227"/>
                <a:gd name="T28" fmla="*/ 58 w 355"/>
                <a:gd name="T29" fmla="*/ 226 h 227"/>
                <a:gd name="T30" fmla="*/ 42 w 355"/>
                <a:gd name="T31" fmla="*/ 221 h 227"/>
                <a:gd name="T32" fmla="*/ 26 w 355"/>
                <a:gd name="T33" fmla="*/ 212 h 227"/>
                <a:gd name="T34" fmla="*/ 14 w 355"/>
                <a:gd name="T35" fmla="*/ 199 h 227"/>
                <a:gd name="T36" fmla="*/ 5 w 355"/>
                <a:gd name="T37" fmla="*/ 184 h 227"/>
                <a:gd name="T38" fmla="*/ 0 w 355"/>
                <a:gd name="T39" fmla="*/ 165 h 227"/>
                <a:gd name="T40" fmla="*/ 0 w 355"/>
                <a:gd name="T41" fmla="*/ 147 h 227"/>
                <a:gd name="T42" fmla="*/ 4 w 355"/>
                <a:gd name="T43" fmla="*/ 130 h 227"/>
                <a:gd name="T44" fmla="*/ 13 w 355"/>
                <a:gd name="T45" fmla="*/ 116 h 227"/>
                <a:gd name="T46" fmla="*/ 26 w 355"/>
                <a:gd name="T47" fmla="*/ 104 h 227"/>
                <a:gd name="T48" fmla="*/ 44 w 355"/>
                <a:gd name="T49" fmla="*/ 95 h 227"/>
                <a:gd name="T50" fmla="*/ 262 w 355"/>
                <a:gd name="T51" fmla="*/ 5 h 227"/>
                <a:gd name="T52" fmla="*/ 279 w 355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5" h="227">
                  <a:moveTo>
                    <a:pt x="279" y="0"/>
                  </a:moveTo>
                  <a:lnTo>
                    <a:pt x="297" y="1"/>
                  </a:lnTo>
                  <a:lnTo>
                    <a:pt x="313" y="6"/>
                  </a:lnTo>
                  <a:lnTo>
                    <a:pt x="329" y="15"/>
                  </a:lnTo>
                  <a:lnTo>
                    <a:pt x="341" y="28"/>
                  </a:lnTo>
                  <a:lnTo>
                    <a:pt x="350" y="43"/>
                  </a:lnTo>
                  <a:lnTo>
                    <a:pt x="355" y="60"/>
                  </a:lnTo>
                  <a:lnTo>
                    <a:pt x="355" y="78"/>
                  </a:lnTo>
                  <a:lnTo>
                    <a:pt x="349" y="95"/>
                  </a:lnTo>
                  <a:lnTo>
                    <a:pt x="340" y="110"/>
                  </a:lnTo>
                  <a:lnTo>
                    <a:pt x="328" y="122"/>
                  </a:lnTo>
                  <a:lnTo>
                    <a:pt x="311" y="131"/>
                  </a:lnTo>
                  <a:lnTo>
                    <a:pt x="93" y="222"/>
                  </a:lnTo>
                  <a:lnTo>
                    <a:pt x="76" y="227"/>
                  </a:lnTo>
                  <a:lnTo>
                    <a:pt x="58" y="226"/>
                  </a:lnTo>
                  <a:lnTo>
                    <a:pt x="42" y="221"/>
                  </a:lnTo>
                  <a:lnTo>
                    <a:pt x="26" y="212"/>
                  </a:lnTo>
                  <a:lnTo>
                    <a:pt x="14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0"/>
                  </a:lnTo>
                  <a:lnTo>
                    <a:pt x="13" y="116"/>
                  </a:lnTo>
                  <a:lnTo>
                    <a:pt x="26" y="104"/>
                  </a:lnTo>
                  <a:lnTo>
                    <a:pt x="44" y="95"/>
                  </a:lnTo>
                  <a:lnTo>
                    <a:pt x="262" y="5"/>
                  </a:lnTo>
                  <a:lnTo>
                    <a:pt x="2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2" name="Freeform 650">
              <a:extLst>
                <a:ext uri="{FF2B5EF4-FFF2-40B4-BE49-F238E27FC236}">
                  <a16:creationId xmlns:a16="http://schemas.microsoft.com/office/drawing/2014/main" id="{43DF67C8-4612-4AED-8559-9AED51124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5154613"/>
              <a:ext cx="39688" cy="25400"/>
            </a:xfrm>
            <a:custGeom>
              <a:avLst/>
              <a:gdLst>
                <a:gd name="T0" fmla="*/ 280 w 355"/>
                <a:gd name="T1" fmla="*/ 0 h 227"/>
                <a:gd name="T2" fmla="*/ 297 w 355"/>
                <a:gd name="T3" fmla="*/ 1 h 227"/>
                <a:gd name="T4" fmla="*/ 314 w 355"/>
                <a:gd name="T5" fmla="*/ 6 h 227"/>
                <a:gd name="T6" fmla="*/ 328 w 355"/>
                <a:gd name="T7" fmla="*/ 16 h 227"/>
                <a:gd name="T8" fmla="*/ 342 w 355"/>
                <a:gd name="T9" fmla="*/ 28 h 227"/>
                <a:gd name="T10" fmla="*/ 351 w 355"/>
                <a:gd name="T11" fmla="*/ 43 h 227"/>
                <a:gd name="T12" fmla="*/ 355 w 355"/>
                <a:gd name="T13" fmla="*/ 61 h 227"/>
                <a:gd name="T14" fmla="*/ 355 w 355"/>
                <a:gd name="T15" fmla="*/ 78 h 227"/>
                <a:gd name="T16" fmla="*/ 350 w 355"/>
                <a:gd name="T17" fmla="*/ 96 h 227"/>
                <a:gd name="T18" fmla="*/ 341 w 355"/>
                <a:gd name="T19" fmla="*/ 110 h 227"/>
                <a:gd name="T20" fmla="*/ 327 w 355"/>
                <a:gd name="T21" fmla="*/ 122 h 227"/>
                <a:gd name="T22" fmla="*/ 312 w 355"/>
                <a:gd name="T23" fmla="*/ 132 h 227"/>
                <a:gd name="T24" fmla="*/ 94 w 355"/>
                <a:gd name="T25" fmla="*/ 222 h 227"/>
                <a:gd name="T26" fmla="*/ 76 w 355"/>
                <a:gd name="T27" fmla="*/ 227 h 227"/>
                <a:gd name="T28" fmla="*/ 59 w 355"/>
                <a:gd name="T29" fmla="*/ 226 h 227"/>
                <a:gd name="T30" fmla="*/ 41 w 355"/>
                <a:gd name="T31" fmla="*/ 221 h 227"/>
                <a:gd name="T32" fmla="*/ 27 w 355"/>
                <a:gd name="T33" fmla="*/ 212 h 227"/>
                <a:gd name="T34" fmla="*/ 15 w 355"/>
                <a:gd name="T35" fmla="*/ 199 h 227"/>
                <a:gd name="T36" fmla="*/ 5 w 355"/>
                <a:gd name="T37" fmla="*/ 184 h 227"/>
                <a:gd name="T38" fmla="*/ 0 w 355"/>
                <a:gd name="T39" fmla="*/ 165 h 227"/>
                <a:gd name="T40" fmla="*/ 0 w 355"/>
                <a:gd name="T41" fmla="*/ 147 h 227"/>
                <a:gd name="T42" fmla="*/ 4 w 355"/>
                <a:gd name="T43" fmla="*/ 131 h 227"/>
                <a:gd name="T44" fmla="*/ 14 w 355"/>
                <a:gd name="T45" fmla="*/ 115 h 227"/>
                <a:gd name="T46" fmla="*/ 27 w 355"/>
                <a:gd name="T47" fmla="*/ 104 h 227"/>
                <a:gd name="T48" fmla="*/ 43 w 355"/>
                <a:gd name="T49" fmla="*/ 96 h 227"/>
                <a:gd name="T50" fmla="*/ 262 w 355"/>
                <a:gd name="T51" fmla="*/ 5 h 227"/>
                <a:gd name="T52" fmla="*/ 280 w 355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5" h="227">
                  <a:moveTo>
                    <a:pt x="280" y="0"/>
                  </a:moveTo>
                  <a:lnTo>
                    <a:pt x="297" y="1"/>
                  </a:lnTo>
                  <a:lnTo>
                    <a:pt x="314" y="6"/>
                  </a:lnTo>
                  <a:lnTo>
                    <a:pt x="328" y="16"/>
                  </a:lnTo>
                  <a:lnTo>
                    <a:pt x="342" y="28"/>
                  </a:lnTo>
                  <a:lnTo>
                    <a:pt x="351" y="43"/>
                  </a:lnTo>
                  <a:lnTo>
                    <a:pt x="355" y="61"/>
                  </a:lnTo>
                  <a:lnTo>
                    <a:pt x="355" y="78"/>
                  </a:lnTo>
                  <a:lnTo>
                    <a:pt x="350" y="96"/>
                  </a:lnTo>
                  <a:lnTo>
                    <a:pt x="341" y="110"/>
                  </a:lnTo>
                  <a:lnTo>
                    <a:pt x="327" y="122"/>
                  </a:lnTo>
                  <a:lnTo>
                    <a:pt x="312" y="132"/>
                  </a:lnTo>
                  <a:lnTo>
                    <a:pt x="94" y="222"/>
                  </a:lnTo>
                  <a:lnTo>
                    <a:pt x="76" y="227"/>
                  </a:lnTo>
                  <a:lnTo>
                    <a:pt x="59" y="226"/>
                  </a:lnTo>
                  <a:lnTo>
                    <a:pt x="41" y="221"/>
                  </a:lnTo>
                  <a:lnTo>
                    <a:pt x="27" y="212"/>
                  </a:lnTo>
                  <a:lnTo>
                    <a:pt x="15" y="199"/>
                  </a:lnTo>
                  <a:lnTo>
                    <a:pt x="5" y="184"/>
                  </a:lnTo>
                  <a:lnTo>
                    <a:pt x="0" y="165"/>
                  </a:lnTo>
                  <a:lnTo>
                    <a:pt x="0" y="147"/>
                  </a:lnTo>
                  <a:lnTo>
                    <a:pt x="4" y="131"/>
                  </a:lnTo>
                  <a:lnTo>
                    <a:pt x="14" y="115"/>
                  </a:lnTo>
                  <a:lnTo>
                    <a:pt x="27" y="104"/>
                  </a:lnTo>
                  <a:lnTo>
                    <a:pt x="43" y="96"/>
                  </a:lnTo>
                  <a:lnTo>
                    <a:pt x="262" y="5"/>
                  </a:lnTo>
                  <a:lnTo>
                    <a:pt x="2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3" name="Freeform 651">
              <a:extLst>
                <a:ext uri="{FF2B5EF4-FFF2-40B4-BE49-F238E27FC236}">
                  <a16:creationId xmlns:a16="http://schemas.microsoft.com/office/drawing/2014/main" id="{794D14A4-A042-4937-BF16-F7A4C234A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700" y="5211763"/>
              <a:ext cx="42863" cy="15875"/>
            </a:xfrm>
            <a:custGeom>
              <a:avLst/>
              <a:gdLst>
                <a:gd name="T0" fmla="*/ 70 w 373"/>
                <a:gd name="T1" fmla="*/ 0 h 137"/>
                <a:gd name="T2" fmla="*/ 306 w 373"/>
                <a:gd name="T3" fmla="*/ 0 h 137"/>
                <a:gd name="T4" fmla="*/ 324 w 373"/>
                <a:gd name="T5" fmla="*/ 2 h 137"/>
                <a:gd name="T6" fmla="*/ 340 w 373"/>
                <a:gd name="T7" fmla="*/ 9 h 137"/>
                <a:gd name="T8" fmla="*/ 354 w 373"/>
                <a:gd name="T9" fmla="*/ 21 h 137"/>
                <a:gd name="T10" fmla="*/ 364 w 373"/>
                <a:gd name="T11" fmla="*/ 35 h 137"/>
                <a:gd name="T12" fmla="*/ 371 w 373"/>
                <a:gd name="T13" fmla="*/ 52 h 137"/>
                <a:gd name="T14" fmla="*/ 373 w 373"/>
                <a:gd name="T15" fmla="*/ 70 h 137"/>
                <a:gd name="T16" fmla="*/ 371 w 373"/>
                <a:gd name="T17" fmla="*/ 87 h 137"/>
                <a:gd name="T18" fmla="*/ 364 w 373"/>
                <a:gd name="T19" fmla="*/ 104 h 137"/>
                <a:gd name="T20" fmla="*/ 353 w 373"/>
                <a:gd name="T21" fmla="*/ 117 h 137"/>
                <a:gd name="T22" fmla="*/ 338 w 373"/>
                <a:gd name="T23" fmla="*/ 127 h 137"/>
                <a:gd name="T24" fmla="*/ 322 w 373"/>
                <a:gd name="T25" fmla="*/ 134 h 137"/>
                <a:gd name="T26" fmla="*/ 303 w 373"/>
                <a:gd name="T27" fmla="*/ 137 h 137"/>
                <a:gd name="T28" fmla="*/ 67 w 373"/>
                <a:gd name="T29" fmla="*/ 137 h 137"/>
                <a:gd name="T30" fmla="*/ 49 w 373"/>
                <a:gd name="T31" fmla="*/ 134 h 137"/>
                <a:gd name="T32" fmla="*/ 33 w 373"/>
                <a:gd name="T33" fmla="*/ 126 h 137"/>
                <a:gd name="T34" fmla="*/ 20 w 373"/>
                <a:gd name="T35" fmla="*/ 115 h 137"/>
                <a:gd name="T36" fmla="*/ 9 w 373"/>
                <a:gd name="T37" fmla="*/ 102 h 137"/>
                <a:gd name="T38" fmla="*/ 3 w 373"/>
                <a:gd name="T39" fmla="*/ 84 h 137"/>
                <a:gd name="T40" fmla="*/ 0 w 373"/>
                <a:gd name="T41" fmla="*/ 67 h 137"/>
                <a:gd name="T42" fmla="*/ 3 w 373"/>
                <a:gd name="T43" fmla="*/ 47 h 137"/>
                <a:gd name="T44" fmla="*/ 9 w 373"/>
                <a:gd name="T45" fmla="*/ 31 h 137"/>
                <a:gd name="T46" fmla="*/ 21 w 373"/>
                <a:gd name="T47" fmla="*/ 18 h 137"/>
                <a:gd name="T48" fmla="*/ 34 w 373"/>
                <a:gd name="T49" fmla="*/ 7 h 137"/>
                <a:gd name="T50" fmla="*/ 51 w 373"/>
                <a:gd name="T51" fmla="*/ 1 h 137"/>
                <a:gd name="T52" fmla="*/ 70 w 373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3" h="137">
                  <a:moveTo>
                    <a:pt x="70" y="0"/>
                  </a:moveTo>
                  <a:lnTo>
                    <a:pt x="306" y="0"/>
                  </a:lnTo>
                  <a:lnTo>
                    <a:pt x="324" y="2"/>
                  </a:lnTo>
                  <a:lnTo>
                    <a:pt x="340" y="9"/>
                  </a:lnTo>
                  <a:lnTo>
                    <a:pt x="354" y="21"/>
                  </a:lnTo>
                  <a:lnTo>
                    <a:pt x="364" y="35"/>
                  </a:lnTo>
                  <a:lnTo>
                    <a:pt x="371" y="52"/>
                  </a:lnTo>
                  <a:lnTo>
                    <a:pt x="373" y="70"/>
                  </a:lnTo>
                  <a:lnTo>
                    <a:pt x="371" y="87"/>
                  </a:lnTo>
                  <a:lnTo>
                    <a:pt x="364" y="104"/>
                  </a:lnTo>
                  <a:lnTo>
                    <a:pt x="353" y="117"/>
                  </a:lnTo>
                  <a:lnTo>
                    <a:pt x="338" y="127"/>
                  </a:lnTo>
                  <a:lnTo>
                    <a:pt x="322" y="134"/>
                  </a:lnTo>
                  <a:lnTo>
                    <a:pt x="303" y="137"/>
                  </a:lnTo>
                  <a:lnTo>
                    <a:pt x="67" y="137"/>
                  </a:lnTo>
                  <a:lnTo>
                    <a:pt x="49" y="134"/>
                  </a:lnTo>
                  <a:lnTo>
                    <a:pt x="33" y="126"/>
                  </a:lnTo>
                  <a:lnTo>
                    <a:pt x="20" y="115"/>
                  </a:lnTo>
                  <a:lnTo>
                    <a:pt x="9" y="102"/>
                  </a:lnTo>
                  <a:lnTo>
                    <a:pt x="3" y="84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31"/>
                  </a:lnTo>
                  <a:lnTo>
                    <a:pt x="21" y="18"/>
                  </a:lnTo>
                  <a:lnTo>
                    <a:pt x="34" y="7"/>
                  </a:lnTo>
                  <a:lnTo>
                    <a:pt x="51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4" name="Freeform 652">
              <a:extLst>
                <a:ext uri="{FF2B5EF4-FFF2-40B4-BE49-F238E27FC236}">
                  <a16:creationId xmlns:a16="http://schemas.microsoft.com/office/drawing/2014/main" id="{F2659435-7032-43C9-B38C-EEA9BA613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163" y="5211763"/>
              <a:ext cx="42863" cy="15875"/>
            </a:xfrm>
            <a:custGeom>
              <a:avLst/>
              <a:gdLst>
                <a:gd name="T0" fmla="*/ 70 w 373"/>
                <a:gd name="T1" fmla="*/ 0 h 137"/>
                <a:gd name="T2" fmla="*/ 306 w 373"/>
                <a:gd name="T3" fmla="*/ 0 h 137"/>
                <a:gd name="T4" fmla="*/ 324 w 373"/>
                <a:gd name="T5" fmla="*/ 2 h 137"/>
                <a:gd name="T6" fmla="*/ 340 w 373"/>
                <a:gd name="T7" fmla="*/ 9 h 137"/>
                <a:gd name="T8" fmla="*/ 353 w 373"/>
                <a:gd name="T9" fmla="*/ 21 h 137"/>
                <a:gd name="T10" fmla="*/ 364 w 373"/>
                <a:gd name="T11" fmla="*/ 35 h 137"/>
                <a:gd name="T12" fmla="*/ 371 w 373"/>
                <a:gd name="T13" fmla="*/ 52 h 137"/>
                <a:gd name="T14" fmla="*/ 373 w 373"/>
                <a:gd name="T15" fmla="*/ 70 h 137"/>
                <a:gd name="T16" fmla="*/ 371 w 373"/>
                <a:gd name="T17" fmla="*/ 87 h 137"/>
                <a:gd name="T18" fmla="*/ 364 w 373"/>
                <a:gd name="T19" fmla="*/ 104 h 137"/>
                <a:gd name="T20" fmla="*/ 352 w 373"/>
                <a:gd name="T21" fmla="*/ 117 h 137"/>
                <a:gd name="T22" fmla="*/ 338 w 373"/>
                <a:gd name="T23" fmla="*/ 127 h 137"/>
                <a:gd name="T24" fmla="*/ 322 w 373"/>
                <a:gd name="T25" fmla="*/ 134 h 137"/>
                <a:gd name="T26" fmla="*/ 303 w 373"/>
                <a:gd name="T27" fmla="*/ 137 h 137"/>
                <a:gd name="T28" fmla="*/ 66 w 373"/>
                <a:gd name="T29" fmla="*/ 137 h 137"/>
                <a:gd name="T30" fmla="*/ 49 w 373"/>
                <a:gd name="T31" fmla="*/ 134 h 137"/>
                <a:gd name="T32" fmla="*/ 32 w 373"/>
                <a:gd name="T33" fmla="*/ 126 h 137"/>
                <a:gd name="T34" fmla="*/ 19 w 373"/>
                <a:gd name="T35" fmla="*/ 115 h 137"/>
                <a:gd name="T36" fmla="*/ 9 w 373"/>
                <a:gd name="T37" fmla="*/ 102 h 137"/>
                <a:gd name="T38" fmla="*/ 3 w 373"/>
                <a:gd name="T39" fmla="*/ 84 h 137"/>
                <a:gd name="T40" fmla="*/ 0 w 373"/>
                <a:gd name="T41" fmla="*/ 67 h 137"/>
                <a:gd name="T42" fmla="*/ 3 w 373"/>
                <a:gd name="T43" fmla="*/ 47 h 137"/>
                <a:gd name="T44" fmla="*/ 9 w 373"/>
                <a:gd name="T45" fmla="*/ 31 h 137"/>
                <a:gd name="T46" fmla="*/ 20 w 373"/>
                <a:gd name="T47" fmla="*/ 18 h 137"/>
                <a:gd name="T48" fmla="*/ 34 w 373"/>
                <a:gd name="T49" fmla="*/ 7 h 137"/>
                <a:gd name="T50" fmla="*/ 51 w 373"/>
                <a:gd name="T51" fmla="*/ 1 h 137"/>
                <a:gd name="T52" fmla="*/ 70 w 373"/>
                <a:gd name="T5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73" h="137">
                  <a:moveTo>
                    <a:pt x="70" y="0"/>
                  </a:moveTo>
                  <a:lnTo>
                    <a:pt x="306" y="0"/>
                  </a:lnTo>
                  <a:lnTo>
                    <a:pt x="324" y="2"/>
                  </a:lnTo>
                  <a:lnTo>
                    <a:pt x="340" y="9"/>
                  </a:lnTo>
                  <a:lnTo>
                    <a:pt x="353" y="21"/>
                  </a:lnTo>
                  <a:lnTo>
                    <a:pt x="364" y="35"/>
                  </a:lnTo>
                  <a:lnTo>
                    <a:pt x="371" y="52"/>
                  </a:lnTo>
                  <a:lnTo>
                    <a:pt x="373" y="70"/>
                  </a:lnTo>
                  <a:lnTo>
                    <a:pt x="371" y="87"/>
                  </a:lnTo>
                  <a:lnTo>
                    <a:pt x="364" y="104"/>
                  </a:lnTo>
                  <a:lnTo>
                    <a:pt x="352" y="117"/>
                  </a:lnTo>
                  <a:lnTo>
                    <a:pt x="338" y="127"/>
                  </a:lnTo>
                  <a:lnTo>
                    <a:pt x="322" y="134"/>
                  </a:lnTo>
                  <a:lnTo>
                    <a:pt x="303" y="137"/>
                  </a:lnTo>
                  <a:lnTo>
                    <a:pt x="66" y="137"/>
                  </a:lnTo>
                  <a:lnTo>
                    <a:pt x="49" y="134"/>
                  </a:lnTo>
                  <a:lnTo>
                    <a:pt x="32" y="126"/>
                  </a:lnTo>
                  <a:lnTo>
                    <a:pt x="19" y="115"/>
                  </a:lnTo>
                  <a:lnTo>
                    <a:pt x="9" y="102"/>
                  </a:lnTo>
                  <a:lnTo>
                    <a:pt x="3" y="84"/>
                  </a:lnTo>
                  <a:lnTo>
                    <a:pt x="0" y="67"/>
                  </a:lnTo>
                  <a:lnTo>
                    <a:pt x="3" y="47"/>
                  </a:lnTo>
                  <a:lnTo>
                    <a:pt x="9" y="31"/>
                  </a:lnTo>
                  <a:lnTo>
                    <a:pt x="20" y="18"/>
                  </a:lnTo>
                  <a:lnTo>
                    <a:pt x="34" y="7"/>
                  </a:lnTo>
                  <a:lnTo>
                    <a:pt x="51" y="1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5" name="Freeform 653">
              <a:extLst>
                <a:ext uri="{FF2B5EF4-FFF2-40B4-BE49-F238E27FC236}">
                  <a16:creationId xmlns:a16="http://schemas.microsoft.com/office/drawing/2014/main" id="{C03F0AAE-0DB3-4D09-B59A-BA5D162C1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50" y="5106988"/>
              <a:ext cx="34925" cy="33338"/>
            </a:xfrm>
            <a:custGeom>
              <a:avLst/>
              <a:gdLst>
                <a:gd name="T0" fmla="*/ 238 w 305"/>
                <a:gd name="T1" fmla="*/ 0 h 303"/>
                <a:gd name="T2" fmla="*/ 256 w 305"/>
                <a:gd name="T3" fmla="*/ 2 h 303"/>
                <a:gd name="T4" fmla="*/ 272 w 305"/>
                <a:gd name="T5" fmla="*/ 9 h 303"/>
                <a:gd name="T6" fmla="*/ 287 w 305"/>
                <a:gd name="T7" fmla="*/ 21 h 303"/>
                <a:gd name="T8" fmla="*/ 297 w 305"/>
                <a:gd name="T9" fmla="*/ 35 h 303"/>
                <a:gd name="T10" fmla="*/ 304 w 305"/>
                <a:gd name="T11" fmla="*/ 51 h 303"/>
                <a:gd name="T12" fmla="*/ 305 w 305"/>
                <a:gd name="T13" fmla="*/ 69 h 303"/>
                <a:gd name="T14" fmla="*/ 303 w 305"/>
                <a:gd name="T15" fmla="*/ 86 h 303"/>
                <a:gd name="T16" fmla="*/ 296 w 305"/>
                <a:gd name="T17" fmla="*/ 103 h 303"/>
                <a:gd name="T18" fmla="*/ 284 w 305"/>
                <a:gd name="T19" fmla="*/ 117 h 303"/>
                <a:gd name="T20" fmla="*/ 117 w 305"/>
                <a:gd name="T21" fmla="*/ 283 h 303"/>
                <a:gd name="T22" fmla="*/ 102 w 305"/>
                <a:gd name="T23" fmla="*/ 295 h 303"/>
                <a:gd name="T24" fmla="*/ 87 w 305"/>
                <a:gd name="T25" fmla="*/ 301 h 303"/>
                <a:gd name="T26" fmla="*/ 70 w 305"/>
                <a:gd name="T27" fmla="*/ 303 h 303"/>
                <a:gd name="T28" fmla="*/ 52 w 305"/>
                <a:gd name="T29" fmla="*/ 300 h 303"/>
                <a:gd name="T30" fmla="*/ 36 w 305"/>
                <a:gd name="T31" fmla="*/ 293 h 303"/>
                <a:gd name="T32" fmla="*/ 20 w 305"/>
                <a:gd name="T33" fmla="*/ 281 h 303"/>
                <a:gd name="T34" fmla="*/ 9 w 305"/>
                <a:gd name="T35" fmla="*/ 267 h 303"/>
                <a:gd name="T36" fmla="*/ 2 w 305"/>
                <a:gd name="T37" fmla="*/ 250 h 303"/>
                <a:gd name="T38" fmla="*/ 0 w 305"/>
                <a:gd name="T39" fmla="*/ 233 h 303"/>
                <a:gd name="T40" fmla="*/ 3 w 305"/>
                <a:gd name="T41" fmla="*/ 216 h 303"/>
                <a:gd name="T42" fmla="*/ 10 w 305"/>
                <a:gd name="T43" fmla="*/ 199 h 303"/>
                <a:gd name="T44" fmla="*/ 22 w 305"/>
                <a:gd name="T45" fmla="*/ 185 h 303"/>
                <a:gd name="T46" fmla="*/ 190 w 305"/>
                <a:gd name="T47" fmla="*/ 19 h 303"/>
                <a:gd name="T48" fmla="*/ 204 w 305"/>
                <a:gd name="T49" fmla="*/ 7 h 303"/>
                <a:gd name="T50" fmla="*/ 221 w 305"/>
                <a:gd name="T51" fmla="*/ 1 h 303"/>
                <a:gd name="T52" fmla="*/ 238 w 305"/>
                <a:gd name="T53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5" h="303">
                  <a:moveTo>
                    <a:pt x="238" y="0"/>
                  </a:moveTo>
                  <a:lnTo>
                    <a:pt x="256" y="2"/>
                  </a:lnTo>
                  <a:lnTo>
                    <a:pt x="272" y="9"/>
                  </a:lnTo>
                  <a:lnTo>
                    <a:pt x="287" y="21"/>
                  </a:lnTo>
                  <a:lnTo>
                    <a:pt x="297" y="35"/>
                  </a:lnTo>
                  <a:lnTo>
                    <a:pt x="304" y="51"/>
                  </a:lnTo>
                  <a:lnTo>
                    <a:pt x="305" y="69"/>
                  </a:lnTo>
                  <a:lnTo>
                    <a:pt x="303" y="86"/>
                  </a:lnTo>
                  <a:lnTo>
                    <a:pt x="296" y="103"/>
                  </a:lnTo>
                  <a:lnTo>
                    <a:pt x="284" y="117"/>
                  </a:lnTo>
                  <a:lnTo>
                    <a:pt x="117" y="283"/>
                  </a:lnTo>
                  <a:lnTo>
                    <a:pt x="102" y="295"/>
                  </a:lnTo>
                  <a:lnTo>
                    <a:pt x="87" y="301"/>
                  </a:lnTo>
                  <a:lnTo>
                    <a:pt x="70" y="303"/>
                  </a:lnTo>
                  <a:lnTo>
                    <a:pt x="52" y="300"/>
                  </a:lnTo>
                  <a:lnTo>
                    <a:pt x="36" y="293"/>
                  </a:lnTo>
                  <a:lnTo>
                    <a:pt x="20" y="281"/>
                  </a:lnTo>
                  <a:lnTo>
                    <a:pt x="9" y="267"/>
                  </a:lnTo>
                  <a:lnTo>
                    <a:pt x="2" y="250"/>
                  </a:lnTo>
                  <a:lnTo>
                    <a:pt x="0" y="233"/>
                  </a:lnTo>
                  <a:lnTo>
                    <a:pt x="3" y="216"/>
                  </a:lnTo>
                  <a:lnTo>
                    <a:pt x="10" y="199"/>
                  </a:lnTo>
                  <a:lnTo>
                    <a:pt x="22" y="185"/>
                  </a:lnTo>
                  <a:lnTo>
                    <a:pt x="190" y="19"/>
                  </a:lnTo>
                  <a:lnTo>
                    <a:pt x="204" y="7"/>
                  </a:lnTo>
                  <a:lnTo>
                    <a:pt x="221" y="1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6" name="Freeform 654">
              <a:extLst>
                <a:ext uri="{FF2B5EF4-FFF2-40B4-BE49-F238E27FC236}">
                  <a16:creationId xmlns:a16="http://schemas.microsoft.com/office/drawing/2014/main" id="{EDE70910-87A6-42BA-96FE-45A0E46D0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5075238"/>
              <a:ext cx="25400" cy="39688"/>
            </a:xfrm>
            <a:custGeom>
              <a:avLst/>
              <a:gdLst>
                <a:gd name="T0" fmla="*/ 153 w 228"/>
                <a:gd name="T1" fmla="*/ 0 h 353"/>
                <a:gd name="T2" fmla="*/ 171 w 228"/>
                <a:gd name="T3" fmla="*/ 0 h 353"/>
                <a:gd name="T4" fmla="*/ 188 w 228"/>
                <a:gd name="T5" fmla="*/ 4 h 353"/>
                <a:gd name="T6" fmla="*/ 204 w 228"/>
                <a:gd name="T7" fmla="*/ 14 h 353"/>
                <a:gd name="T8" fmla="*/ 216 w 228"/>
                <a:gd name="T9" fmla="*/ 26 h 353"/>
                <a:gd name="T10" fmla="*/ 224 w 228"/>
                <a:gd name="T11" fmla="*/ 42 h 353"/>
                <a:gd name="T12" fmla="*/ 228 w 228"/>
                <a:gd name="T13" fmla="*/ 59 h 353"/>
                <a:gd name="T14" fmla="*/ 228 w 228"/>
                <a:gd name="T15" fmla="*/ 77 h 353"/>
                <a:gd name="T16" fmla="*/ 224 w 228"/>
                <a:gd name="T17" fmla="*/ 94 h 353"/>
                <a:gd name="T18" fmla="*/ 133 w 228"/>
                <a:gd name="T19" fmla="*/ 313 h 353"/>
                <a:gd name="T20" fmla="*/ 124 w 228"/>
                <a:gd name="T21" fmla="*/ 328 h 353"/>
                <a:gd name="T22" fmla="*/ 111 w 228"/>
                <a:gd name="T23" fmla="*/ 341 h 353"/>
                <a:gd name="T24" fmla="*/ 95 w 228"/>
                <a:gd name="T25" fmla="*/ 349 h 353"/>
                <a:gd name="T26" fmla="*/ 78 w 228"/>
                <a:gd name="T27" fmla="*/ 353 h 353"/>
                <a:gd name="T28" fmla="*/ 60 w 228"/>
                <a:gd name="T29" fmla="*/ 353 h 353"/>
                <a:gd name="T30" fmla="*/ 43 w 228"/>
                <a:gd name="T31" fmla="*/ 348 h 353"/>
                <a:gd name="T32" fmla="*/ 25 w 228"/>
                <a:gd name="T33" fmla="*/ 339 h 353"/>
                <a:gd name="T34" fmla="*/ 13 w 228"/>
                <a:gd name="T35" fmla="*/ 325 h 353"/>
                <a:gd name="T36" fmla="*/ 4 w 228"/>
                <a:gd name="T37" fmla="*/ 311 h 353"/>
                <a:gd name="T38" fmla="*/ 0 w 228"/>
                <a:gd name="T39" fmla="*/ 293 h 353"/>
                <a:gd name="T40" fmla="*/ 1 w 228"/>
                <a:gd name="T41" fmla="*/ 276 h 353"/>
                <a:gd name="T42" fmla="*/ 7 w 228"/>
                <a:gd name="T43" fmla="*/ 257 h 353"/>
                <a:gd name="T44" fmla="*/ 97 w 228"/>
                <a:gd name="T45" fmla="*/ 40 h 353"/>
                <a:gd name="T46" fmla="*/ 107 w 228"/>
                <a:gd name="T47" fmla="*/ 24 h 353"/>
                <a:gd name="T48" fmla="*/ 120 w 228"/>
                <a:gd name="T49" fmla="*/ 12 h 353"/>
                <a:gd name="T50" fmla="*/ 136 w 228"/>
                <a:gd name="T51" fmla="*/ 4 h 353"/>
                <a:gd name="T52" fmla="*/ 153 w 228"/>
                <a:gd name="T53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353">
                  <a:moveTo>
                    <a:pt x="153" y="0"/>
                  </a:moveTo>
                  <a:lnTo>
                    <a:pt x="171" y="0"/>
                  </a:lnTo>
                  <a:lnTo>
                    <a:pt x="188" y="4"/>
                  </a:lnTo>
                  <a:lnTo>
                    <a:pt x="204" y="14"/>
                  </a:lnTo>
                  <a:lnTo>
                    <a:pt x="216" y="26"/>
                  </a:lnTo>
                  <a:lnTo>
                    <a:pt x="224" y="42"/>
                  </a:lnTo>
                  <a:lnTo>
                    <a:pt x="228" y="59"/>
                  </a:lnTo>
                  <a:lnTo>
                    <a:pt x="228" y="77"/>
                  </a:lnTo>
                  <a:lnTo>
                    <a:pt x="224" y="94"/>
                  </a:lnTo>
                  <a:lnTo>
                    <a:pt x="133" y="313"/>
                  </a:lnTo>
                  <a:lnTo>
                    <a:pt x="124" y="328"/>
                  </a:lnTo>
                  <a:lnTo>
                    <a:pt x="111" y="341"/>
                  </a:lnTo>
                  <a:lnTo>
                    <a:pt x="95" y="349"/>
                  </a:lnTo>
                  <a:lnTo>
                    <a:pt x="78" y="353"/>
                  </a:lnTo>
                  <a:lnTo>
                    <a:pt x="60" y="353"/>
                  </a:lnTo>
                  <a:lnTo>
                    <a:pt x="43" y="348"/>
                  </a:lnTo>
                  <a:lnTo>
                    <a:pt x="25" y="339"/>
                  </a:lnTo>
                  <a:lnTo>
                    <a:pt x="13" y="325"/>
                  </a:lnTo>
                  <a:lnTo>
                    <a:pt x="4" y="311"/>
                  </a:lnTo>
                  <a:lnTo>
                    <a:pt x="0" y="293"/>
                  </a:lnTo>
                  <a:lnTo>
                    <a:pt x="1" y="276"/>
                  </a:lnTo>
                  <a:lnTo>
                    <a:pt x="7" y="257"/>
                  </a:lnTo>
                  <a:lnTo>
                    <a:pt x="97" y="40"/>
                  </a:lnTo>
                  <a:lnTo>
                    <a:pt x="107" y="24"/>
                  </a:lnTo>
                  <a:lnTo>
                    <a:pt x="120" y="12"/>
                  </a:lnTo>
                  <a:lnTo>
                    <a:pt x="136" y="4"/>
                  </a:lnTo>
                  <a:lnTo>
                    <a:pt x="1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7" name="Freeform 655">
              <a:extLst>
                <a:ext uri="{FF2B5EF4-FFF2-40B4-BE49-F238E27FC236}">
                  <a16:creationId xmlns:a16="http://schemas.microsoft.com/office/drawing/2014/main" id="{8B5AD767-2EEC-4A71-915E-942B9D26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338" y="5064126"/>
              <a:ext cx="15875" cy="41275"/>
            </a:xfrm>
            <a:custGeom>
              <a:avLst/>
              <a:gdLst>
                <a:gd name="T0" fmla="*/ 70 w 137"/>
                <a:gd name="T1" fmla="*/ 0 h 373"/>
                <a:gd name="T2" fmla="*/ 88 w 137"/>
                <a:gd name="T3" fmla="*/ 3 h 373"/>
                <a:gd name="T4" fmla="*/ 104 w 137"/>
                <a:gd name="T5" fmla="*/ 10 h 373"/>
                <a:gd name="T6" fmla="*/ 118 w 137"/>
                <a:gd name="T7" fmla="*/ 22 h 373"/>
                <a:gd name="T8" fmla="*/ 128 w 137"/>
                <a:gd name="T9" fmla="*/ 36 h 373"/>
                <a:gd name="T10" fmla="*/ 135 w 137"/>
                <a:gd name="T11" fmla="*/ 53 h 373"/>
                <a:gd name="T12" fmla="*/ 137 w 137"/>
                <a:gd name="T13" fmla="*/ 70 h 373"/>
                <a:gd name="T14" fmla="*/ 137 w 137"/>
                <a:gd name="T15" fmla="*/ 306 h 373"/>
                <a:gd name="T16" fmla="*/ 134 w 137"/>
                <a:gd name="T17" fmla="*/ 324 h 373"/>
                <a:gd name="T18" fmla="*/ 127 w 137"/>
                <a:gd name="T19" fmla="*/ 340 h 373"/>
                <a:gd name="T20" fmla="*/ 117 w 137"/>
                <a:gd name="T21" fmla="*/ 353 h 373"/>
                <a:gd name="T22" fmla="*/ 102 w 137"/>
                <a:gd name="T23" fmla="*/ 364 h 373"/>
                <a:gd name="T24" fmla="*/ 86 w 137"/>
                <a:gd name="T25" fmla="*/ 371 h 373"/>
                <a:gd name="T26" fmla="*/ 67 w 137"/>
                <a:gd name="T27" fmla="*/ 373 h 373"/>
                <a:gd name="T28" fmla="*/ 48 w 137"/>
                <a:gd name="T29" fmla="*/ 371 h 373"/>
                <a:gd name="T30" fmla="*/ 31 w 137"/>
                <a:gd name="T31" fmla="*/ 364 h 373"/>
                <a:gd name="T32" fmla="*/ 18 w 137"/>
                <a:gd name="T33" fmla="*/ 353 h 373"/>
                <a:gd name="T34" fmla="*/ 8 w 137"/>
                <a:gd name="T35" fmla="*/ 339 h 373"/>
                <a:gd name="T36" fmla="*/ 1 w 137"/>
                <a:gd name="T37" fmla="*/ 323 h 373"/>
                <a:gd name="T38" fmla="*/ 0 w 137"/>
                <a:gd name="T39" fmla="*/ 303 h 373"/>
                <a:gd name="T40" fmla="*/ 0 w 137"/>
                <a:gd name="T41" fmla="*/ 68 h 373"/>
                <a:gd name="T42" fmla="*/ 2 w 137"/>
                <a:gd name="T43" fmla="*/ 49 h 373"/>
                <a:gd name="T44" fmla="*/ 10 w 137"/>
                <a:gd name="T45" fmla="*/ 34 h 373"/>
                <a:gd name="T46" fmla="*/ 21 w 137"/>
                <a:gd name="T47" fmla="*/ 20 h 373"/>
                <a:gd name="T48" fmla="*/ 35 w 137"/>
                <a:gd name="T49" fmla="*/ 9 h 373"/>
                <a:gd name="T50" fmla="*/ 52 w 137"/>
                <a:gd name="T51" fmla="*/ 3 h 373"/>
                <a:gd name="T52" fmla="*/ 70 w 137"/>
                <a:gd name="T53" fmla="*/ 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7" h="373">
                  <a:moveTo>
                    <a:pt x="70" y="0"/>
                  </a:moveTo>
                  <a:lnTo>
                    <a:pt x="88" y="3"/>
                  </a:lnTo>
                  <a:lnTo>
                    <a:pt x="104" y="10"/>
                  </a:lnTo>
                  <a:lnTo>
                    <a:pt x="118" y="22"/>
                  </a:lnTo>
                  <a:lnTo>
                    <a:pt x="128" y="36"/>
                  </a:lnTo>
                  <a:lnTo>
                    <a:pt x="135" y="53"/>
                  </a:lnTo>
                  <a:lnTo>
                    <a:pt x="137" y="70"/>
                  </a:lnTo>
                  <a:lnTo>
                    <a:pt x="137" y="306"/>
                  </a:lnTo>
                  <a:lnTo>
                    <a:pt x="134" y="324"/>
                  </a:lnTo>
                  <a:lnTo>
                    <a:pt x="127" y="340"/>
                  </a:lnTo>
                  <a:lnTo>
                    <a:pt x="117" y="353"/>
                  </a:lnTo>
                  <a:lnTo>
                    <a:pt x="102" y="364"/>
                  </a:lnTo>
                  <a:lnTo>
                    <a:pt x="86" y="371"/>
                  </a:lnTo>
                  <a:lnTo>
                    <a:pt x="67" y="373"/>
                  </a:lnTo>
                  <a:lnTo>
                    <a:pt x="48" y="371"/>
                  </a:lnTo>
                  <a:lnTo>
                    <a:pt x="31" y="364"/>
                  </a:lnTo>
                  <a:lnTo>
                    <a:pt x="18" y="353"/>
                  </a:lnTo>
                  <a:lnTo>
                    <a:pt x="8" y="339"/>
                  </a:lnTo>
                  <a:lnTo>
                    <a:pt x="1" y="323"/>
                  </a:lnTo>
                  <a:lnTo>
                    <a:pt x="0" y="303"/>
                  </a:lnTo>
                  <a:lnTo>
                    <a:pt x="0" y="68"/>
                  </a:lnTo>
                  <a:lnTo>
                    <a:pt x="2" y="49"/>
                  </a:lnTo>
                  <a:lnTo>
                    <a:pt x="10" y="34"/>
                  </a:lnTo>
                  <a:lnTo>
                    <a:pt x="21" y="20"/>
                  </a:lnTo>
                  <a:lnTo>
                    <a:pt x="35" y="9"/>
                  </a:lnTo>
                  <a:lnTo>
                    <a:pt x="52" y="3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8" name="Freeform 656">
              <a:extLst>
                <a:ext uri="{FF2B5EF4-FFF2-40B4-BE49-F238E27FC236}">
                  <a16:creationId xmlns:a16="http://schemas.microsoft.com/office/drawing/2014/main" id="{CA398683-1897-4CE7-ADE4-D5A7986E4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188" y="5075238"/>
              <a:ext cx="26988" cy="39688"/>
            </a:xfrm>
            <a:custGeom>
              <a:avLst/>
              <a:gdLst>
                <a:gd name="T0" fmla="*/ 61 w 227"/>
                <a:gd name="T1" fmla="*/ 0 h 355"/>
                <a:gd name="T2" fmla="*/ 78 w 227"/>
                <a:gd name="T3" fmla="*/ 1 h 355"/>
                <a:gd name="T4" fmla="*/ 95 w 227"/>
                <a:gd name="T5" fmla="*/ 6 h 355"/>
                <a:gd name="T6" fmla="*/ 110 w 227"/>
                <a:gd name="T7" fmla="*/ 15 h 355"/>
                <a:gd name="T8" fmla="*/ 123 w 227"/>
                <a:gd name="T9" fmla="*/ 28 h 355"/>
                <a:gd name="T10" fmla="*/ 132 w 227"/>
                <a:gd name="T11" fmla="*/ 43 h 355"/>
                <a:gd name="T12" fmla="*/ 222 w 227"/>
                <a:gd name="T13" fmla="*/ 262 h 355"/>
                <a:gd name="T14" fmla="*/ 227 w 227"/>
                <a:gd name="T15" fmla="*/ 279 h 355"/>
                <a:gd name="T16" fmla="*/ 227 w 227"/>
                <a:gd name="T17" fmla="*/ 297 h 355"/>
                <a:gd name="T18" fmla="*/ 221 w 227"/>
                <a:gd name="T19" fmla="*/ 313 h 355"/>
                <a:gd name="T20" fmla="*/ 212 w 227"/>
                <a:gd name="T21" fmla="*/ 328 h 355"/>
                <a:gd name="T22" fmla="*/ 200 w 227"/>
                <a:gd name="T23" fmla="*/ 341 h 355"/>
                <a:gd name="T24" fmla="*/ 183 w 227"/>
                <a:gd name="T25" fmla="*/ 350 h 355"/>
                <a:gd name="T26" fmla="*/ 165 w 227"/>
                <a:gd name="T27" fmla="*/ 355 h 355"/>
                <a:gd name="T28" fmla="*/ 147 w 227"/>
                <a:gd name="T29" fmla="*/ 355 h 355"/>
                <a:gd name="T30" fmla="*/ 131 w 227"/>
                <a:gd name="T31" fmla="*/ 350 h 355"/>
                <a:gd name="T32" fmla="*/ 116 w 227"/>
                <a:gd name="T33" fmla="*/ 342 h 355"/>
                <a:gd name="T34" fmla="*/ 104 w 227"/>
                <a:gd name="T35" fmla="*/ 328 h 355"/>
                <a:gd name="T36" fmla="*/ 95 w 227"/>
                <a:gd name="T37" fmla="*/ 311 h 355"/>
                <a:gd name="T38" fmla="*/ 4 w 227"/>
                <a:gd name="T39" fmla="*/ 93 h 355"/>
                <a:gd name="T40" fmla="*/ 0 w 227"/>
                <a:gd name="T41" fmla="*/ 76 h 355"/>
                <a:gd name="T42" fmla="*/ 0 w 227"/>
                <a:gd name="T43" fmla="*/ 58 h 355"/>
                <a:gd name="T44" fmla="*/ 5 w 227"/>
                <a:gd name="T45" fmla="*/ 42 h 355"/>
                <a:gd name="T46" fmla="*/ 15 w 227"/>
                <a:gd name="T47" fmla="*/ 27 h 355"/>
                <a:gd name="T48" fmla="*/ 27 w 227"/>
                <a:gd name="T49" fmla="*/ 14 h 355"/>
                <a:gd name="T50" fmla="*/ 44 w 227"/>
                <a:gd name="T51" fmla="*/ 5 h 355"/>
                <a:gd name="T52" fmla="*/ 61 w 227"/>
                <a:gd name="T53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7" h="355">
                  <a:moveTo>
                    <a:pt x="61" y="0"/>
                  </a:moveTo>
                  <a:lnTo>
                    <a:pt x="78" y="1"/>
                  </a:lnTo>
                  <a:lnTo>
                    <a:pt x="95" y="6"/>
                  </a:lnTo>
                  <a:lnTo>
                    <a:pt x="110" y="15"/>
                  </a:lnTo>
                  <a:lnTo>
                    <a:pt x="123" y="28"/>
                  </a:lnTo>
                  <a:lnTo>
                    <a:pt x="132" y="43"/>
                  </a:lnTo>
                  <a:lnTo>
                    <a:pt x="222" y="262"/>
                  </a:lnTo>
                  <a:lnTo>
                    <a:pt x="227" y="279"/>
                  </a:lnTo>
                  <a:lnTo>
                    <a:pt x="227" y="297"/>
                  </a:lnTo>
                  <a:lnTo>
                    <a:pt x="221" y="313"/>
                  </a:lnTo>
                  <a:lnTo>
                    <a:pt x="212" y="328"/>
                  </a:lnTo>
                  <a:lnTo>
                    <a:pt x="200" y="341"/>
                  </a:lnTo>
                  <a:lnTo>
                    <a:pt x="183" y="350"/>
                  </a:lnTo>
                  <a:lnTo>
                    <a:pt x="165" y="355"/>
                  </a:lnTo>
                  <a:lnTo>
                    <a:pt x="147" y="355"/>
                  </a:lnTo>
                  <a:lnTo>
                    <a:pt x="131" y="350"/>
                  </a:lnTo>
                  <a:lnTo>
                    <a:pt x="116" y="342"/>
                  </a:lnTo>
                  <a:lnTo>
                    <a:pt x="104" y="328"/>
                  </a:lnTo>
                  <a:lnTo>
                    <a:pt x="95" y="311"/>
                  </a:lnTo>
                  <a:lnTo>
                    <a:pt x="4" y="93"/>
                  </a:lnTo>
                  <a:lnTo>
                    <a:pt x="0" y="76"/>
                  </a:lnTo>
                  <a:lnTo>
                    <a:pt x="0" y="58"/>
                  </a:lnTo>
                  <a:lnTo>
                    <a:pt x="5" y="42"/>
                  </a:lnTo>
                  <a:lnTo>
                    <a:pt x="15" y="27"/>
                  </a:lnTo>
                  <a:lnTo>
                    <a:pt x="27" y="14"/>
                  </a:lnTo>
                  <a:lnTo>
                    <a:pt x="44" y="5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29" name="Freeform 657">
              <a:extLst>
                <a:ext uri="{FF2B5EF4-FFF2-40B4-BE49-F238E27FC236}">
                  <a16:creationId xmlns:a16="http://schemas.microsoft.com/office/drawing/2014/main" id="{5162BA85-C2C1-484D-ABD1-08DAACC02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563" y="5106988"/>
              <a:ext cx="34925" cy="34925"/>
            </a:xfrm>
            <a:custGeom>
              <a:avLst/>
              <a:gdLst>
                <a:gd name="T0" fmla="*/ 69 w 304"/>
                <a:gd name="T1" fmla="*/ 0 h 305"/>
                <a:gd name="T2" fmla="*/ 87 w 304"/>
                <a:gd name="T3" fmla="*/ 3 h 305"/>
                <a:gd name="T4" fmla="*/ 103 w 304"/>
                <a:gd name="T5" fmla="*/ 11 h 305"/>
                <a:gd name="T6" fmla="*/ 118 w 304"/>
                <a:gd name="T7" fmla="*/ 21 h 305"/>
                <a:gd name="T8" fmla="*/ 284 w 304"/>
                <a:gd name="T9" fmla="*/ 188 h 305"/>
                <a:gd name="T10" fmla="*/ 296 w 304"/>
                <a:gd name="T11" fmla="*/ 203 h 305"/>
                <a:gd name="T12" fmla="*/ 302 w 304"/>
                <a:gd name="T13" fmla="*/ 219 h 305"/>
                <a:gd name="T14" fmla="*/ 304 w 304"/>
                <a:gd name="T15" fmla="*/ 236 h 305"/>
                <a:gd name="T16" fmla="*/ 301 w 304"/>
                <a:gd name="T17" fmla="*/ 254 h 305"/>
                <a:gd name="T18" fmla="*/ 294 w 304"/>
                <a:gd name="T19" fmla="*/ 270 h 305"/>
                <a:gd name="T20" fmla="*/ 282 w 304"/>
                <a:gd name="T21" fmla="*/ 285 h 305"/>
                <a:gd name="T22" fmla="*/ 268 w 304"/>
                <a:gd name="T23" fmla="*/ 297 h 305"/>
                <a:gd name="T24" fmla="*/ 251 w 304"/>
                <a:gd name="T25" fmla="*/ 303 h 305"/>
                <a:gd name="T26" fmla="*/ 234 w 304"/>
                <a:gd name="T27" fmla="*/ 305 h 305"/>
                <a:gd name="T28" fmla="*/ 216 w 304"/>
                <a:gd name="T29" fmla="*/ 303 h 305"/>
                <a:gd name="T30" fmla="*/ 200 w 304"/>
                <a:gd name="T31" fmla="*/ 295 h 305"/>
                <a:gd name="T32" fmla="*/ 186 w 304"/>
                <a:gd name="T33" fmla="*/ 283 h 305"/>
                <a:gd name="T34" fmla="*/ 19 w 304"/>
                <a:gd name="T35" fmla="*/ 115 h 305"/>
                <a:gd name="T36" fmla="*/ 8 w 304"/>
                <a:gd name="T37" fmla="*/ 101 h 305"/>
                <a:gd name="T38" fmla="*/ 2 w 304"/>
                <a:gd name="T39" fmla="*/ 85 h 305"/>
                <a:gd name="T40" fmla="*/ 0 w 304"/>
                <a:gd name="T41" fmla="*/ 67 h 305"/>
                <a:gd name="T42" fmla="*/ 3 w 304"/>
                <a:gd name="T43" fmla="*/ 50 h 305"/>
                <a:gd name="T44" fmla="*/ 10 w 304"/>
                <a:gd name="T45" fmla="*/ 33 h 305"/>
                <a:gd name="T46" fmla="*/ 21 w 304"/>
                <a:gd name="T47" fmla="*/ 19 h 305"/>
                <a:gd name="T48" fmla="*/ 35 w 304"/>
                <a:gd name="T49" fmla="*/ 9 h 305"/>
                <a:gd name="T50" fmla="*/ 52 w 304"/>
                <a:gd name="T51" fmla="*/ 2 h 305"/>
                <a:gd name="T52" fmla="*/ 69 w 304"/>
                <a:gd name="T53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04" h="305">
                  <a:moveTo>
                    <a:pt x="69" y="0"/>
                  </a:moveTo>
                  <a:lnTo>
                    <a:pt x="87" y="3"/>
                  </a:lnTo>
                  <a:lnTo>
                    <a:pt x="103" y="11"/>
                  </a:lnTo>
                  <a:lnTo>
                    <a:pt x="118" y="21"/>
                  </a:lnTo>
                  <a:lnTo>
                    <a:pt x="284" y="188"/>
                  </a:lnTo>
                  <a:lnTo>
                    <a:pt x="296" y="203"/>
                  </a:lnTo>
                  <a:lnTo>
                    <a:pt x="302" y="219"/>
                  </a:lnTo>
                  <a:lnTo>
                    <a:pt x="304" y="236"/>
                  </a:lnTo>
                  <a:lnTo>
                    <a:pt x="301" y="254"/>
                  </a:lnTo>
                  <a:lnTo>
                    <a:pt x="294" y="270"/>
                  </a:lnTo>
                  <a:lnTo>
                    <a:pt x="282" y="285"/>
                  </a:lnTo>
                  <a:lnTo>
                    <a:pt x="268" y="297"/>
                  </a:lnTo>
                  <a:lnTo>
                    <a:pt x="251" y="303"/>
                  </a:lnTo>
                  <a:lnTo>
                    <a:pt x="234" y="305"/>
                  </a:lnTo>
                  <a:lnTo>
                    <a:pt x="216" y="303"/>
                  </a:lnTo>
                  <a:lnTo>
                    <a:pt x="200" y="295"/>
                  </a:lnTo>
                  <a:lnTo>
                    <a:pt x="186" y="283"/>
                  </a:lnTo>
                  <a:lnTo>
                    <a:pt x="19" y="115"/>
                  </a:lnTo>
                  <a:lnTo>
                    <a:pt x="8" y="101"/>
                  </a:lnTo>
                  <a:lnTo>
                    <a:pt x="2" y="85"/>
                  </a:lnTo>
                  <a:lnTo>
                    <a:pt x="0" y="67"/>
                  </a:lnTo>
                  <a:lnTo>
                    <a:pt x="3" y="50"/>
                  </a:lnTo>
                  <a:lnTo>
                    <a:pt x="10" y="33"/>
                  </a:lnTo>
                  <a:lnTo>
                    <a:pt x="21" y="19"/>
                  </a:lnTo>
                  <a:lnTo>
                    <a:pt x="35" y="9"/>
                  </a:lnTo>
                  <a:lnTo>
                    <a:pt x="52" y="2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0" name="Freeform 658">
              <a:extLst>
                <a:ext uri="{FF2B5EF4-FFF2-40B4-BE49-F238E27FC236}">
                  <a16:creationId xmlns:a16="http://schemas.microsoft.com/office/drawing/2014/main" id="{93808B27-8813-4C35-9094-00DEB7405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5260976"/>
              <a:ext cx="39688" cy="25400"/>
            </a:xfrm>
            <a:custGeom>
              <a:avLst/>
              <a:gdLst>
                <a:gd name="T0" fmla="*/ 60 w 354"/>
                <a:gd name="T1" fmla="*/ 0 h 228"/>
                <a:gd name="T2" fmla="*/ 77 w 354"/>
                <a:gd name="T3" fmla="*/ 0 h 228"/>
                <a:gd name="T4" fmla="*/ 96 w 354"/>
                <a:gd name="T5" fmla="*/ 5 h 228"/>
                <a:gd name="T6" fmla="*/ 314 w 354"/>
                <a:gd name="T7" fmla="*/ 96 h 228"/>
                <a:gd name="T8" fmla="*/ 329 w 354"/>
                <a:gd name="T9" fmla="*/ 104 h 228"/>
                <a:gd name="T10" fmla="*/ 342 w 354"/>
                <a:gd name="T11" fmla="*/ 117 h 228"/>
                <a:gd name="T12" fmla="*/ 350 w 354"/>
                <a:gd name="T13" fmla="*/ 133 h 228"/>
                <a:gd name="T14" fmla="*/ 354 w 354"/>
                <a:gd name="T15" fmla="*/ 150 h 228"/>
                <a:gd name="T16" fmla="*/ 354 w 354"/>
                <a:gd name="T17" fmla="*/ 168 h 228"/>
                <a:gd name="T18" fmla="*/ 349 w 354"/>
                <a:gd name="T19" fmla="*/ 186 h 228"/>
                <a:gd name="T20" fmla="*/ 340 w 354"/>
                <a:gd name="T21" fmla="*/ 203 h 228"/>
                <a:gd name="T22" fmla="*/ 326 w 354"/>
                <a:gd name="T23" fmla="*/ 215 h 228"/>
                <a:gd name="T24" fmla="*/ 312 w 354"/>
                <a:gd name="T25" fmla="*/ 224 h 228"/>
                <a:gd name="T26" fmla="*/ 294 w 354"/>
                <a:gd name="T27" fmla="*/ 228 h 228"/>
                <a:gd name="T28" fmla="*/ 277 w 354"/>
                <a:gd name="T29" fmla="*/ 227 h 228"/>
                <a:gd name="T30" fmla="*/ 258 w 354"/>
                <a:gd name="T31" fmla="*/ 221 h 228"/>
                <a:gd name="T32" fmla="*/ 40 w 354"/>
                <a:gd name="T33" fmla="*/ 131 h 228"/>
                <a:gd name="T34" fmla="*/ 25 w 354"/>
                <a:gd name="T35" fmla="*/ 121 h 228"/>
                <a:gd name="T36" fmla="*/ 12 w 354"/>
                <a:gd name="T37" fmla="*/ 108 h 228"/>
                <a:gd name="T38" fmla="*/ 4 w 354"/>
                <a:gd name="T39" fmla="*/ 93 h 228"/>
                <a:gd name="T40" fmla="*/ 0 w 354"/>
                <a:gd name="T41" fmla="*/ 75 h 228"/>
                <a:gd name="T42" fmla="*/ 0 w 354"/>
                <a:gd name="T43" fmla="*/ 58 h 228"/>
                <a:gd name="T44" fmla="*/ 5 w 354"/>
                <a:gd name="T45" fmla="*/ 40 h 228"/>
                <a:gd name="T46" fmla="*/ 15 w 354"/>
                <a:gd name="T47" fmla="*/ 25 h 228"/>
                <a:gd name="T48" fmla="*/ 27 w 354"/>
                <a:gd name="T49" fmla="*/ 13 h 228"/>
                <a:gd name="T50" fmla="*/ 42 w 354"/>
                <a:gd name="T51" fmla="*/ 4 h 228"/>
                <a:gd name="T52" fmla="*/ 60 w 354"/>
                <a:gd name="T5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4" h="228">
                  <a:moveTo>
                    <a:pt x="60" y="0"/>
                  </a:moveTo>
                  <a:lnTo>
                    <a:pt x="77" y="0"/>
                  </a:lnTo>
                  <a:lnTo>
                    <a:pt x="96" y="5"/>
                  </a:lnTo>
                  <a:lnTo>
                    <a:pt x="314" y="96"/>
                  </a:lnTo>
                  <a:lnTo>
                    <a:pt x="329" y="104"/>
                  </a:lnTo>
                  <a:lnTo>
                    <a:pt x="342" y="117"/>
                  </a:lnTo>
                  <a:lnTo>
                    <a:pt x="350" y="133"/>
                  </a:lnTo>
                  <a:lnTo>
                    <a:pt x="354" y="150"/>
                  </a:lnTo>
                  <a:lnTo>
                    <a:pt x="354" y="168"/>
                  </a:lnTo>
                  <a:lnTo>
                    <a:pt x="349" y="186"/>
                  </a:lnTo>
                  <a:lnTo>
                    <a:pt x="340" y="203"/>
                  </a:lnTo>
                  <a:lnTo>
                    <a:pt x="326" y="215"/>
                  </a:lnTo>
                  <a:lnTo>
                    <a:pt x="312" y="224"/>
                  </a:lnTo>
                  <a:lnTo>
                    <a:pt x="294" y="228"/>
                  </a:lnTo>
                  <a:lnTo>
                    <a:pt x="277" y="227"/>
                  </a:lnTo>
                  <a:lnTo>
                    <a:pt x="258" y="221"/>
                  </a:lnTo>
                  <a:lnTo>
                    <a:pt x="40" y="131"/>
                  </a:lnTo>
                  <a:lnTo>
                    <a:pt x="25" y="121"/>
                  </a:lnTo>
                  <a:lnTo>
                    <a:pt x="12" y="108"/>
                  </a:lnTo>
                  <a:lnTo>
                    <a:pt x="4" y="93"/>
                  </a:lnTo>
                  <a:lnTo>
                    <a:pt x="0" y="75"/>
                  </a:lnTo>
                  <a:lnTo>
                    <a:pt x="0" y="58"/>
                  </a:lnTo>
                  <a:lnTo>
                    <a:pt x="5" y="40"/>
                  </a:lnTo>
                  <a:lnTo>
                    <a:pt x="15" y="25"/>
                  </a:lnTo>
                  <a:lnTo>
                    <a:pt x="27" y="13"/>
                  </a:lnTo>
                  <a:lnTo>
                    <a:pt x="42" y="4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1" name="Freeform 659">
              <a:extLst>
                <a:ext uri="{FF2B5EF4-FFF2-40B4-BE49-F238E27FC236}">
                  <a16:creationId xmlns:a16="http://schemas.microsoft.com/office/drawing/2014/main" id="{2174071D-7D15-4B13-82ED-8C54BA8BA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813" y="5156201"/>
              <a:ext cx="39688" cy="25400"/>
            </a:xfrm>
            <a:custGeom>
              <a:avLst/>
              <a:gdLst>
                <a:gd name="T0" fmla="*/ 59 w 354"/>
                <a:gd name="T1" fmla="*/ 0 h 226"/>
                <a:gd name="T2" fmla="*/ 78 w 354"/>
                <a:gd name="T3" fmla="*/ 0 h 226"/>
                <a:gd name="T4" fmla="*/ 95 w 354"/>
                <a:gd name="T5" fmla="*/ 4 h 226"/>
                <a:gd name="T6" fmla="*/ 314 w 354"/>
                <a:gd name="T7" fmla="*/ 94 h 226"/>
                <a:gd name="T8" fmla="*/ 330 w 354"/>
                <a:gd name="T9" fmla="*/ 103 h 226"/>
                <a:gd name="T10" fmla="*/ 342 w 354"/>
                <a:gd name="T11" fmla="*/ 116 h 226"/>
                <a:gd name="T12" fmla="*/ 350 w 354"/>
                <a:gd name="T13" fmla="*/ 132 h 226"/>
                <a:gd name="T14" fmla="*/ 354 w 354"/>
                <a:gd name="T15" fmla="*/ 148 h 226"/>
                <a:gd name="T16" fmla="*/ 354 w 354"/>
                <a:gd name="T17" fmla="*/ 167 h 226"/>
                <a:gd name="T18" fmla="*/ 349 w 354"/>
                <a:gd name="T19" fmla="*/ 184 h 226"/>
                <a:gd name="T20" fmla="*/ 340 w 354"/>
                <a:gd name="T21" fmla="*/ 201 h 226"/>
                <a:gd name="T22" fmla="*/ 327 w 354"/>
                <a:gd name="T23" fmla="*/ 214 h 226"/>
                <a:gd name="T24" fmla="*/ 312 w 354"/>
                <a:gd name="T25" fmla="*/ 222 h 226"/>
                <a:gd name="T26" fmla="*/ 295 w 354"/>
                <a:gd name="T27" fmla="*/ 226 h 226"/>
                <a:gd name="T28" fmla="*/ 277 w 354"/>
                <a:gd name="T29" fmla="*/ 225 h 226"/>
                <a:gd name="T30" fmla="*/ 259 w 354"/>
                <a:gd name="T31" fmla="*/ 219 h 226"/>
                <a:gd name="T32" fmla="*/ 41 w 354"/>
                <a:gd name="T33" fmla="*/ 129 h 226"/>
                <a:gd name="T34" fmla="*/ 24 w 354"/>
                <a:gd name="T35" fmla="*/ 120 h 226"/>
                <a:gd name="T36" fmla="*/ 13 w 354"/>
                <a:gd name="T37" fmla="*/ 107 h 226"/>
                <a:gd name="T38" fmla="*/ 4 w 354"/>
                <a:gd name="T39" fmla="*/ 92 h 226"/>
                <a:gd name="T40" fmla="*/ 0 w 354"/>
                <a:gd name="T41" fmla="*/ 74 h 226"/>
                <a:gd name="T42" fmla="*/ 0 w 354"/>
                <a:gd name="T43" fmla="*/ 57 h 226"/>
                <a:gd name="T44" fmla="*/ 5 w 354"/>
                <a:gd name="T45" fmla="*/ 40 h 226"/>
                <a:gd name="T46" fmla="*/ 14 w 354"/>
                <a:gd name="T47" fmla="*/ 24 h 226"/>
                <a:gd name="T48" fmla="*/ 27 w 354"/>
                <a:gd name="T49" fmla="*/ 12 h 226"/>
                <a:gd name="T50" fmla="*/ 43 w 354"/>
                <a:gd name="T51" fmla="*/ 4 h 226"/>
                <a:gd name="T52" fmla="*/ 59 w 354"/>
                <a:gd name="T5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4" h="226">
                  <a:moveTo>
                    <a:pt x="59" y="0"/>
                  </a:moveTo>
                  <a:lnTo>
                    <a:pt x="78" y="0"/>
                  </a:lnTo>
                  <a:lnTo>
                    <a:pt x="95" y="4"/>
                  </a:lnTo>
                  <a:lnTo>
                    <a:pt x="314" y="94"/>
                  </a:lnTo>
                  <a:lnTo>
                    <a:pt x="330" y="103"/>
                  </a:lnTo>
                  <a:lnTo>
                    <a:pt x="342" y="116"/>
                  </a:lnTo>
                  <a:lnTo>
                    <a:pt x="350" y="132"/>
                  </a:lnTo>
                  <a:lnTo>
                    <a:pt x="354" y="148"/>
                  </a:lnTo>
                  <a:lnTo>
                    <a:pt x="354" y="167"/>
                  </a:lnTo>
                  <a:lnTo>
                    <a:pt x="349" y="184"/>
                  </a:lnTo>
                  <a:lnTo>
                    <a:pt x="340" y="201"/>
                  </a:lnTo>
                  <a:lnTo>
                    <a:pt x="327" y="214"/>
                  </a:lnTo>
                  <a:lnTo>
                    <a:pt x="312" y="222"/>
                  </a:lnTo>
                  <a:lnTo>
                    <a:pt x="295" y="226"/>
                  </a:lnTo>
                  <a:lnTo>
                    <a:pt x="277" y="225"/>
                  </a:lnTo>
                  <a:lnTo>
                    <a:pt x="259" y="219"/>
                  </a:lnTo>
                  <a:lnTo>
                    <a:pt x="41" y="129"/>
                  </a:lnTo>
                  <a:lnTo>
                    <a:pt x="24" y="120"/>
                  </a:lnTo>
                  <a:lnTo>
                    <a:pt x="13" y="10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0" y="57"/>
                  </a:lnTo>
                  <a:lnTo>
                    <a:pt x="5" y="40"/>
                  </a:lnTo>
                  <a:lnTo>
                    <a:pt x="14" y="24"/>
                  </a:lnTo>
                  <a:lnTo>
                    <a:pt x="27" y="12"/>
                  </a:lnTo>
                  <a:lnTo>
                    <a:pt x="43" y="4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2" name="Freeform 660">
              <a:extLst>
                <a:ext uri="{FF2B5EF4-FFF2-40B4-BE49-F238E27FC236}">
                  <a16:creationId xmlns:a16="http://schemas.microsoft.com/office/drawing/2014/main" id="{37691CF7-6F80-41AF-BC52-5DBE77EB9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373688"/>
              <a:ext cx="139700" cy="71438"/>
            </a:xfrm>
            <a:custGeom>
              <a:avLst/>
              <a:gdLst>
                <a:gd name="T0" fmla="*/ 161 w 1229"/>
                <a:gd name="T1" fmla="*/ 0 h 638"/>
                <a:gd name="T2" fmla="*/ 1071 w 1229"/>
                <a:gd name="T3" fmla="*/ 3 h 638"/>
                <a:gd name="T4" fmla="*/ 1071 w 1229"/>
                <a:gd name="T5" fmla="*/ 204 h 638"/>
                <a:gd name="T6" fmla="*/ 1162 w 1229"/>
                <a:gd name="T7" fmla="*/ 204 h 638"/>
                <a:gd name="T8" fmla="*/ 1180 w 1229"/>
                <a:gd name="T9" fmla="*/ 206 h 638"/>
                <a:gd name="T10" fmla="*/ 1196 w 1229"/>
                <a:gd name="T11" fmla="*/ 213 h 638"/>
                <a:gd name="T12" fmla="*/ 1210 w 1229"/>
                <a:gd name="T13" fmla="*/ 223 h 638"/>
                <a:gd name="T14" fmla="*/ 1220 w 1229"/>
                <a:gd name="T15" fmla="*/ 237 h 638"/>
                <a:gd name="T16" fmla="*/ 1227 w 1229"/>
                <a:gd name="T17" fmla="*/ 254 h 638"/>
                <a:gd name="T18" fmla="*/ 1229 w 1229"/>
                <a:gd name="T19" fmla="*/ 273 h 638"/>
                <a:gd name="T20" fmla="*/ 1226 w 1229"/>
                <a:gd name="T21" fmla="*/ 291 h 638"/>
                <a:gd name="T22" fmla="*/ 1219 w 1229"/>
                <a:gd name="T23" fmla="*/ 307 h 638"/>
                <a:gd name="T24" fmla="*/ 1209 w 1229"/>
                <a:gd name="T25" fmla="*/ 321 h 638"/>
                <a:gd name="T26" fmla="*/ 1194 w 1229"/>
                <a:gd name="T27" fmla="*/ 331 h 638"/>
                <a:gd name="T28" fmla="*/ 1178 w 1229"/>
                <a:gd name="T29" fmla="*/ 338 h 638"/>
                <a:gd name="T30" fmla="*/ 1159 w 1229"/>
                <a:gd name="T31" fmla="*/ 340 h 638"/>
                <a:gd name="T32" fmla="*/ 1066 w 1229"/>
                <a:gd name="T33" fmla="*/ 340 h 638"/>
                <a:gd name="T34" fmla="*/ 1055 w 1229"/>
                <a:gd name="T35" fmla="*/ 385 h 638"/>
                <a:gd name="T36" fmla="*/ 1040 w 1229"/>
                <a:gd name="T37" fmla="*/ 427 h 638"/>
                <a:gd name="T38" fmla="*/ 1018 w 1229"/>
                <a:gd name="T39" fmla="*/ 467 h 638"/>
                <a:gd name="T40" fmla="*/ 994 w 1229"/>
                <a:gd name="T41" fmla="*/ 504 h 638"/>
                <a:gd name="T42" fmla="*/ 964 w 1229"/>
                <a:gd name="T43" fmla="*/ 537 h 638"/>
                <a:gd name="T44" fmla="*/ 930 w 1229"/>
                <a:gd name="T45" fmla="*/ 566 h 638"/>
                <a:gd name="T46" fmla="*/ 893 w 1229"/>
                <a:gd name="T47" fmla="*/ 591 h 638"/>
                <a:gd name="T48" fmla="*/ 853 w 1229"/>
                <a:gd name="T49" fmla="*/ 610 h 638"/>
                <a:gd name="T50" fmla="*/ 810 w 1229"/>
                <a:gd name="T51" fmla="*/ 625 h 638"/>
                <a:gd name="T52" fmla="*/ 764 w 1229"/>
                <a:gd name="T53" fmla="*/ 635 h 638"/>
                <a:gd name="T54" fmla="*/ 717 w 1229"/>
                <a:gd name="T55" fmla="*/ 638 h 638"/>
                <a:gd name="T56" fmla="*/ 507 w 1229"/>
                <a:gd name="T57" fmla="*/ 638 h 638"/>
                <a:gd name="T58" fmla="*/ 460 w 1229"/>
                <a:gd name="T59" fmla="*/ 635 h 638"/>
                <a:gd name="T60" fmla="*/ 415 w 1229"/>
                <a:gd name="T61" fmla="*/ 624 h 638"/>
                <a:gd name="T62" fmla="*/ 371 w 1229"/>
                <a:gd name="T63" fmla="*/ 610 h 638"/>
                <a:gd name="T64" fmla="*/ 331 w 1229"/>
                <a:gd name="T65" fmla="*/ 590 h 638"/>
                <a:gd name="T66" fmla="*/ 294 w 1229"/>
                <a:gd name="T67" fmla="*/ 565 h 638"/>
                <a:gd name="T68" fmla="*/ 260 w 1229"/>
                <a:gd name="T69" fmla="*/ 535 h 638"/>
                <a:gd name="T70" fmla="*/ 232 w 1229"/>
                <a:gd name="T71" fmla="*/ 502 h 638"/>
                <a:gd name="T72" fmla="*/ 206 w 1229"/>
                <a:gd name="T73" fmla="*/ 465 h 638"/>
                <a:gd name="T74" fmla="*/ 185 w 1229"/>
                <a:gd name="T75" fmla="*/ 425 h 638"/>
                <a:gd name="T76" fmla="*/ 171 w 1229"/>
                <a:gd name="T77" fmla="*/ 382 h 638"/>
                <a:gd name="T78" fmla="*/ 161 w 1229"/>
                <a:gd name="T79" fmla="*/ 337 h 638"/>
                <a:gd name="T80" fmla="*/ 67 w 1229"/>
                <a:gd name="T81" fmla="*/ 337 h 638"/>
                <a:gd name="T82" fmla="*/ 50 w 1229"/>
                <a:gd name="T83" fmla="*/ 335 h 638"/>
                <a:gd name="T84" fmla="*/ 33 w 1229"/>
                <a:gd name="T85" fmla="*/ 328 h 638"/>
                <a:gd name="T86" fmla="*/ 20 w 1229"/>
                <a:gd name="T87" fmla="*/ 316 h 638"/>
                <a:gd name="T88" fmla="*/ 9 w 1229"/>
                <a:gd name="T89" fmla="*/ 302 h 638"/>
                <a:gd name="T90" fmla="*/ 2 w 1229"/>
                <a:gd name="T91" fmla="*/ 286 h 638"/>
                <a:gd name="T92" fmla="*/ 0 w 1229"/>
                <a:gd name="T93" fmla="*/ 268 h 638"/>
                <a:gd name="T94" fmla="*/ 2 w 1229"/>
                <a:gd name="T95" fmla="*/ 250 h 638"/>
                <a:gd name="T96" fmla="*/ 9 w 1229"/>
                <a:gd name="T97" fmla="*/ 234 h 638"/>
                <a:gd name="T98" fmla="*/ 21 w 1229"/>
                <a:gd name="T99" fmla="*/ 220 h 638"/>
                <a:gd name="T100" fmla="*/ 35 w 1229"/>
                <a:gd name="T101" fmla="*/ 210 h 638"/>
                <a:gd name="T102" fmla="*/ 52 w 1229"/>
                <a:gd name="T103" fmla="*/ 204 h 638"/>
                <a:gd name="T104" fmla="*/ 70 w 1229"/>
                <a:gd name="T105" fmla="*/ 200 h 638"/>
                <a:gd name="T106" fmla="*/ 161 w 1229"/>
                <a:gd name="T107" fmla="*/ 200 h 638"/>
                <a:gd name="T108" fmla="*/ 161 w 1229"/>
                <a:gd name="T109" fmla="*/ 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29" h="638">
                  <a:moveTo>
                    <a:pt x="161" y="0"/>
                  </a:moveTo>
                  <a:lnTo>
                    <a:pt x="1071" y="3"/>
                  </a:lnTo>
                  <a:lnTo>
                    <a:pt x="1071" y="204"/>
                  </a:lnTo>
                  <a:lnTo>
                    <a:pt x="1162" y="204"/>
                  </a:lnTo>
                  <a:lnTo>
                    <a:pt x="1180" y="206"/>
                  </a:lnTo>
                  <a:lnTo>
                    <a:pt x="1196" y="213"/>
                  </a:lnTo>
                  <a:lnTo>
                    <a:pt x="1210" y="223"/>
                  </a:lnTo>
                  <a:lnTo>
                    <a:pt x="1220" y="237"/>
                  </a:lnTo>
                  <a:lnTo>
                    <a:pt x="1227" y="254"/>
                  </a:lnTo>
                  <a:lnTo>
                    <a:pt x="1229" y="273"/>
                  </a:lnTo>
                  <a:lnTo>
                    <a:pt x="1226" y="291"/>
                  </a:lnTo>
                  <a:lnTo>
                    <a:pt x="1219" y="307"/>
                  </a:lnTo>
                  <a:lnTo>
                    <a:pt x="1209" y="321"/>
                  </a:lnTo>
                  <a:lnTo>
                    <a:pt x="1194" y="331"/>
                  </a:lnTo>
                  <a:lnTo>
                    <a:pt x="1178" y="338"/>
                  </a:lnTo>
                  <a:lnTo>
                    <a:pt x="1159" y="340"/>
                  </a:lnTo>
                  <a:lnTo>
                    <a:pt x="1066" y="340"/>
                  </a:lnTo>
                  <a:lnTo>
                    <a:pt x="1055" y="385"/>
                  </a:lnTo>
                  <a:lnTo>
                    <a:pt x="1040" y="427"/>
                  </a:lnTo>
                  <a:lnTo>
                    <a:pt x="1018" y="467"/>
                  </a:lnTo>
                  <a:lnTo>
                    <a:pt x="994" y="504"/>
                  </a:lnTo>
                  <a:lnTo>
                    <a:pt x="964" y="537"/>
                  </a:lnTo>
                  <a:lnTo>
                    <a:pt x="930" y="566"/>
                  </a:lnTo>
                  <a:lnTo>
                    <a:pt x="893" y="591"/>
                  </a:lnTo>
                  <a:lnTo>
                    <a:pt x="853" y="610"/>
                  </a:lnTo>
                  <a:lnTo>
                    <a:pt x="810" y="625"/>
                  </a:lnTo>
                  <a:lnTo>
                    <a:pt x="764" y="635"/>
                  </a:lnTo>
                  <a:lnTo>
                    <a:pt x="717" y="638"/>
                  </a:lnTo>
                  <a:lnTo>
                    <a:pt x="507" y="638"/>
                  </a:lnTo>
                  <a:lnTo>
                    <a:pt x="460" y="635"/>
                  </a:lnTo>
                  <a:lnTo>
                    <a:pt x="415" y="624"/>
                  </a:lnTo>
                  <a:lnTo>
                    <a:pt x="371" y="610"/>
                  </a:lnTo>
                  <a:lnTo>
                    <a:pt x="331" y="590"/>
                  </a:lnTo>
                  <a:lnTo>
                    <a:pt x="294" y="565"/>
                  </a:lnTo>
                  <a:lnTo>
                    <a:pt x="260" y="535"/>
                  </a:lnTo>
                  <a:lnTo>
                    <a:pt x="232" y="502"/>
                  </a:lnTo>
                  <a:lnTo>
                    <a:pt x="206" y="465"/>
                  </a:lnTo>
                  <a:lnTo>
                    <a:pt x="185" y="425"/>
                  </a:lnTo>
                  <a:lnTo>
                    <a:pt x="171" y="382"/>
                  </a:lnTo>
                  <a:lnTo>
                    <a:pt x="161" y="337"/>
                  </a:lnTo>
                  <a:lnTo>
                    <a:pt x="67" y="337"/>
                  </a:lnTo>
                  <a:lnTo>
                    <a:pt x="50" y="335"/>
                  </a:lnTo>
                  <a:lnTo>
                    <a:pt x="33" y="328"/>
                  </a:lnTo>
                  <a:lnTo>
                    <a:pt x="20" y="316"/>
                  </a:lnTo>
                  <a:lnTo>
                    <a:pt x="9" y="302"/>
                  </a:lnTo>
                  <a:lnTo>
                    <a:pt x="2" y="286"/>
                  </a:lnTo>
                  <a:lnTo>
                    <a:pt x="0" y="268"/>
                  </a:lnTo>
                  <a:lnTo>
                    <a:pt x="2" y="250"/>
                  </a:lnTo>
                  <a:lnTo>
                    <a:pt x="9" y="234"/>
                  </a:lnTo>
                  <a:lnTo>
                    <a:pt x="21" y="220"/>
                  </a:lnTo>
                  <a:lnTo>
                    <a:pt x="35" y="210"/>
                  </a:lnTo>
                  <a:lnTo>
                    <a:pt x="52" y="204"/>
                  </a:lnTo>
                  <a:lnTo>
                    <a:pt x="70" y="200"/>
                  </a:lnTo>
                  <a:lnTo>
                    <a:pt x="161" y="200"/>
                  </a:lnTo>
                  <a:lnTo>
                    <a:pt x="1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3" name="Freeform 661">
              <a:extLst>
                <a:ext uri="{FF2B5EF4-FFF2-40B4-BE49-F238E27FC236}">
                  <a16:creationId xmlns:a16="http://schemas.microsoft.com/office/drawing/2014/main" id="{8E1DDDB4-6EEA-43C1-9D4A-281E4794BF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0850" y="5119688"/>
              <a:ext cx="200025" cy="238125"/>
            </a:xfrm>
            <a:custGeom>
              <a:avLst/>
              <a:gdLst>
                <a:gd name="T0" fmla="*/ 816 w 1764"/>
                <a:gd name="T1" fmla="*/ 1355 h 2100"/>
                <a:gd name="T2" fmla="*/ 733 w 1764"/>
                <a:gd name="T3" fmla="*/ 1412 h 2100"/>
                <a:gd name="T4" fmla="*/ 690 w 1764"/>
                <a:gd name="T5" fmla="*/ 1502 h 2100"/>
                <a:gd name="T6" fmla="*/ 699 w 1764"/>
                <a:gd name="T7" fmla="*/ 1605 h 2100"/>
                <a:gd name="T8" fmla="*/ 756 w 1764"/>
                <a:gd name="T9" fmla="*/ 1686 h 2100"/>
                <a:gd name="T10" fmla="*/ 846 w 1764"/>
                <a:gd name="T11" fmla="*/ 1729 h 2100"/>
                <a:gd name="T12" fmla="*/ 948 w 1764"/>
                <a:gd name="T13" fmla="*/ 1721 h 2100"/>
                <a:gd name="T14" fmla="*/ 1030 w 1764"/>
                <a:gd name="T15" fmla="*/ 1664 h 2100"/>
                <a:gd name="T16" fmla="*/ 1073 w 1764"/>
                <a:gd name="T17" fmla="*/ 1574 h 2100"/>
                <a:gd name="T18" fmla="*/ 1066 w 1764"/>
                <a:gd name="T19" fmla="*/ 1471 h 2100"/>
                <a:gd name="T20" fmla="*/ 1008 w 1764"/>
                <a:gd name="T21" fmla="*/ 1390 h 2100"/>
                <a:gd name="T22" fmla="*/ 918 w 1764"/>
                <a:gd name="T23" fmla="*/ 1347 h 2100"/>
                <a:gd name="T24" fmla="*/ 863 w 1764"/>
                <a:gd name="T25" fmla="*/ 309 h 2100"/>
                <a:gd name="T26" fmla="*/ 804 w 1764"/>
                <a:gd name="T27" fmla="*/ 315 h 2100"/>
                <a:gd name="T28" fmla="*/ 753 w 1764"/>
                <a:gd name="T29" fmla="*/ 339 h 2100"/>
                <a:gd name="T30" fmla="*/ 713 w 1764"/>
                <a:gd name="T31" fmla="*/ 387 h 2100"/>
                <a:gd name="T32" fmla="*/ 686 w 1764"/>
                <a:gd name="T33" fmla="*/ 470 h 2100"/>
                <a:gd name="T34" fmla="*/ 677 w 1764"/>
                <a:gd name="T35" fmla="*/ 599 h 2100"/>
                <a:gd name="T36" fmla="*/ 684 w 1764"/>
                <a:gd name="T37" fmla="*/ 744 h 2100"/>
                <a:gd name="T38" fmla="*/ 704 w 1764"/>
                <a:gd name="T39" fmla="*/ 899 h 2100"/>
                <a:gd name="T40" fmla="*/ 736 w 1764"/>
                <a:gd name="T41" fmla="*/ 1045 h 2100"/>
                <a:gd name="T42" fmla="*/ 778 w 1764"/>
                <a:gd name="T43" fmla="*/ 1171 h 2100"/>
                <a:gd name="T44" fmla="*/ 827 w 1764"/>
                <a:gd name="T45" fmla="*/ 1258 h 2100"/>
                <a:gd name="T46" fmla="*/ 880 w 1764"/>
                <a:gd name="T47" fmla="*/ 1290 h 2100"/>
                <a:gd name="T48" fmla="*/ 936 w 1764"/>
                <a:gd name="T49" fmla="*/ 1258 h 2100"/>
                <a:gd name="T50" fmla="*/ 986 w 1764"/>
                <a:gd name="T51" fmla="*/ 1171 h 2100"/>
                <a:gd name="T52" fmla="*/ 1028 w 1764"/>
                <a:gd name="T53" fmla="*/ 1046 h 2100"/>
                <a:gd name="T54" fmla="*/ 1060 w 1764"/>
                <a:gd name="T55" fmla="*/ 899 h 2100"/>
                <a:gd name="T56" fmla="*/ 1081 w 1764"/>
                <a:gd name="T57" fmla="*/ 746 h 2100"/>
                <a:gd name="T58" fmla="*/ 1087 w 1764"/>
                <a:gd name="T59" fmla="*/ 601 h 2100"/>
                <a:gd name="T60" fmla="*/ 1080 w 1764"/>
                <a:gd name="T61" fmla="*/ 479 h 2100"/>
                <a:gd name="T62" fmla="*/ 1057 w 1764"/>
                <a:gd name="T63" fmla="*/ 396 h 2100"/>
                <a:gd name="T64" fmla="*/ 1022 w 1764"/>
                <a:gd name="T65" fmla="*/ 345 h 2100"/>
                <a:gd name="T66" fmla="*/ 976 w 1764"/>
                <a:gd name="T67" fmla="*/ 319 h 2100"/>
                <a:gd name="T68" fmla="*/ 923 w 1764"/>
                <a:gd name="T69" fmla="*/ 309 h 2100"/>
                <a:gd name="T70" fmla="*/ 906 w 1764"/>
                <a:gd name="T71" fmla="*/ 0 h 2100"/>
                <a:gd name="T72" fmla="*/ 1124 w 1764"/>
                <a:gd name="T73" fmla="*/ 33 h 2100"/>
                <a:gd name="T74" fmla="*/ 1321 w 1764"/>
                <a:gd name="T75" fmla="*/ 116 h 2100"/>
                <a:gd name="T76" fmla="*/ 1490 w 1764"/>
                <a:gd name="T77" fmla="*/ 242 h 2100"/>
                <a:gd name="T78" fmla="*/ 1624 w 1764"/>
                <a:gd name="T79" fmla="*/ 405 h 2100"/>
                <a:gd name="T80" fmla="*/ 1717 w 1764"/>
                <a:gd name="T81" fmla="*/ 596 h 2100"/>
                <a:gd name="T82" fmla="*/ 1761 w 1764"/>
                <a:gd name="T83" fmla="*/ 810 h 2100"/>
                <a:gd name="T84" fmla="*/ 1753 w 1764"/>
                <a:gd name="T85" fmla="*/ 1022 h 2100"/>
                <a:gd name="T86" fmla="*/ 1699 w 1764"/>
                <a:gd name="T87" fmla="*/ 1215 h 2100"/>
                <a:gd name="T88" fmla="*/ 1604 w 1764"/>
                <a:gd name="T89" fmla="*/ 1386 h 2100"/>
                <a:gd name="T90" fmla="*/ 1469 w 1764"/>
                <a:gd name="T91" fmla="*/ 1571 h 2100"/>
                <a:gd name="T92" fmla="*/ 1356 w 1764"/>
                <a:gd name="T93" fmla="*/ 1788 h 2100"/>
                <a:gd name="T94" fmla="*/ 1278 w 1764"/>
                <a:gd name="T95" fmla="*/ 2020 h 2100"/>
                <a:gd name="T96" fmla="*/ 473 w 1764"/>
                <a:gd name="T97" fmla="*/ 2005 h 2100"/>
                <a:gd name="T98" fmla="*/ 378 w 1764"/>
                <a:gd name="T99" fmla="*/ 1739 h 2100"/>
                <a:gd name="T100" fmla="*/ 239 w 1764"/>
                <a:gd name="T101" fmla="*/ 1493 h 2100"/>
                <a:gd name="T102" fmla="*/ 110 w 1764"/>
                <a:gd name="T103" fmla="*/ 1307 h 2100"/>
                <a:gd name="T104" fmla="*/ 34 w 1764"/>
                <a:gd name="T105" fmla="*/ 1124 h 2100"/>
                <a:gd name="T106" fmla="*/ 1 w 1764"/>
                <a:gd name="T107" fmla="*/ 923 h 2100"/>
                <a:gd name="T108" fmla="*/ 17 w 1764"/>
                <a:gd name="T109" fmla="*/ 706 h 2100"/>
                <a:gd name="T110" fmla="*/ 87 w 1764"/>
                <a:gd name="T111" fmla="*/ 500 h 2100"/>
                <a:gd name="T112" fmla="*/ 204 w 1764"/>
                <a:gd name="T113" fmla="*/ 321 h 2100"/>
                <a:gd name="T114" fmla="*/ 358 w 1764"/>
                <a:gd name="T115" fmla="*/ 174 h 2100"/>
                <a:gd name="T116" fmla="*/ 545 w 1764"/>
                <a:gd name="T117" fmla="*/ 67 h 2100"/>
                <a:gd name="T118" fmla="*/ 755 w 1764"/>
                <a:gd name="T119" fmla="*/ 8 h 2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64" h="2100">
                  <a:moveTo>
                    <a:pt x="883" y="1344"/>
                  </a:moveTo>
                  <a:lnTo>
                    <a:pt x="848" y="1347"/>
                  </a:lnTo>
                  <a:lnTo>
                    <a:pt x="816" y="1355"/>
                  </a:lnTo>
                  <a:lnTo>
                    <a:pt x="785" y="1370"/>
                  </a:lnTo>
                  <a:lnTo>
                    <a:pt x="757" y="1389"/>
                  </a:lnTo>
                  <a:lnTo>
                    <a:pt x="733" y="1412"/>
                  </a:lnTo>
                  <a:lnTo>
                    <a:pt x="715" y="1440"/>
                  </a:lnTo>
                  <a:lnTo>
                    <a:pt x="699" y="1469"/>
                  </a:lnTo>
                  <a:lnTo>
                    <a:pt x="690" y="1502"/>
                  </a:lnTo>
                  <a:lnTo>
                    <a:pt x="687" y="1537"/>
                  </a:lnTo>
                  <a:lnTo>
                    <a:pt x="690" y="1572"/>
                  </a:lnTo>
                  <a:lnTo>
                    <a:pt x="699" y="1605"/>
                  </a:lnTo>
                  <a:lnTo>
                    <a:pt x="714" y="1636"/>
                  </a:lnTo>
                  <a:lnTo>
                    <a:pt x="733" y="1662"/>
                  </a:lnTo>
                  <a:lnTo>
                    <a:pt x="756" y="1686"/>
                  </a:lnTo>
                  <a:lnTo>
                    <a:pt x="783" y="1705"/>
                  </a:lnTo>
                  <a:lnTo>
                    <a:pt x="814" y="1721"/>
                  </a:lnTo>
                  <a:lnTo>
                    <a:pt x="846" y="1729"/>
                  </a:lnTo>
                  <a:lnTo>
                    <a:pt x="880" y="1733"/>
                  </a:lnTo>
                  <a:lnTo>
                    <a:pt x="915" y="1730"/>
                  </a:lnTo>
                  <a:lnTo>
                    <a:pt x="948" y="1721"/>
                  </a:lnTo>
                  <a:lnTo>
                    <a:pt x="979" y="1707"/>
                  </a:lnTo>
                  <a:lnTo>
                    <a:pt x="1006" y="1687"/>
                  </a:lnTo>
                  <a:lnTo>
                    <a:pt x="1030" y="1664"/>
                  </a:lnTo>
                  <a:lnTo>
                    <a:pt x="1049" y="1637"/>
                  </a:lnTo>
                  <a:lnTo>
                    <a:pt x="1063" y="1607"/>
                  </a:lnTo>
                  <a:lnTo>
                    <a:pt x="1073" y="1574"/>
                  </a:lnTo>
                  <a:lnTo>
                    <a:pt x="1077" y="1539"/>
                  </a:lnTo>
                  <a:lnTo>
                    <a:pt x="1074" y="1504"/>
                  </a:lnTo>
                  <a:lnTo>
                    <a:pt x="1066" y="1471"/>
                  </a:lnTo>
                  <a:lnTo>
                    <a:pt x="1051" y="1441"/>
                  </a:lnTo>
                  <a:lnTo>
                    <a:pt x="1032" y="1414"/>
                  </a:lnTo>
                  <a:lnTo>
                    <a:pt x="1008" y="1390"/>
                  </a:lnTo>
                  <a:lnTo>
                    <a:pt x="981" y="1371"/>
                  </a:lnTo>
                  <a:lnTo>
                    <a:pt x="951" y="1356"/>
                  </a:lnTo>
                  <a:lnTo>
                    <a:pt x="918" y="1347"/>
                  </a:lnTo>
                  <a:lnTo>
                    <a:pt x="883" y="1344"/>
                  </a:lnTo>
                  <a:close/>
                  <a:moveTo>
                    <a:pt x="883" y="308"/>
                  </a:moveTo>
                  <a:lnTo>
                    <a:pt x="863" y="309"/>
                  </a:lnTo>
                  <a:lnTo>
                    <a:pt x="842" y="310"/>
                  </a:lnTo>
                  <a:lnTo>
                    <a:pt x="823" y="312"/>
                  </a:lnTo>
                  <a:lnTo>
                    <a:pt x="804" y="315"/>
                  </a:lnTo>
                  <a:lnTo>
                    <a:pt x="786" y="322"/>
                  </a:lnTo>
                  <a:lnTo>
                    <a:pt x="768" y="329"/>
                  </a:lnTo>
                  <a:lnTo>
                    <a:pt x="753" y="339"/>
                  </a:lnTo>
                  <a:lnTo>
                    <a:pt x="738" y="351"/>
                  </a:lnTo>
                  <a:lnTo>
                    <a:pt x="725" y="368"/>
                  </a:lnTo>
                  <a:lnTo>
                    <a:pt x="713" y="387"/>
                  </a:lnTo>
                  <a:lnTo>
                    <a:pt x="702" y="411"/>
                  </a:lnTo>
                  <a:lnTo>
                    <a:pt x="693" y="439"/>
                  </a:lnTo>
                  <a:lnTo>
                    <a:pt x="686" y="470"/>
                  </a:lnTo>
                  <a:lnTo>
                    <a:pt x="681" y="508"/>
                  </a:lnTo>
                  <a:lnTo>
                    <a:pt x="678" y="550"/>
                  </a:lnTo>
                  <a:lnTo>
                    <a:pt x="677" y="599"/>
                  </a:lnTo>
                  <a:lnTo>
                    <a:pt x="678" y="645"/>
                  </a:lnTo>
                  <a:lnTo>
                    <a:pt x="680" y="693"/>
                  </a:lnTo>
                  <a:lnTo>
                    <a:pt x="684" y="744"/>
                  </a:lnTo>
                  <a:lnTo>
                    <a:pt x="690" y="795"/>
                  </a:lnTo>
                  <a:lnTo>
                    <a:pt x="696" y="846"/>
                  </a:lnTo>
                  <a:lnTo>
                    <a:pt x="704" y="899"/>
                  </a:lnTo>
                  <a:lnTo>
                    <a:pt x="715" y="949"/>
                  </a:lnTo>
                  <a:lnTo>
                    <a:pt x="725" y="998"/>
                  </a:lnTo>
                  <a:lnTo>
                    <a:pt x="736" y="1045"/>
                  </a:lnTo>
                  <a:lnTo>
                    <a:pt x="750" y="1091"/>
                  </a:lnTo>
                  <a:lnTo>
                    <a:pt x="763" y="1133"/>
                  </a:lnTo>
                  <a:lnTo>
                    <a:pt x="778" y="1171"/>
                  </a:lnTo>
                  <a:lnTo>
                    <a:pt x="793" y="1204"/>
                  </a:lnTo>
                  <a:lnTo>
                    <a:pt x="809" y="1234"/>
                  </a:lnTo>
                  <a:lnTo>
                    <a:pt x="827" y="1258"/>
                  </a:lnTo>
                  <a:lnTo>
                    <a:pt x="844" y="1275"/>
                  </a:lnTo>
                  <a:lnTo>
                    <a:pt x="862" y="1287"/>
                  </a:lnTo>
                  <a:lnTo>
                    <a:pt x="880" y="1290"/>
                  </a:lnTo>
                  <a:lnTo>
                    <a:pt x="900" y="1287"/>
                  </a:lnTo>
                  <a:lnTo>
                    <a:pt x="918" y="1275"/>
                  </a:lnTo>
                  <a:lnTo>
                    <a:pt x="936" y="1258"/>
                  </a:lnTo>
                  <a:lnTo>
                    <a:pt x="953" y="1234"/>
                  </a:lnTo>
                  <a:lnTo>
                    <a:pt x="971" y="1204"/>
                  </a:lnTo>
                  <a:lnTo>
                    <a:pt x="986" y="1171"/>
                  </a:lnTo>
                  <a:lnTo>
                    <a:pt x="1002" y="1133"/>
                  </a:lnTo>
                  <a:lnTo>
                    <a:pt x="1015" y="1091"/>
                  </a:lnTo>
                  <a:lnTo>
                    <a:pt x="1028" y="1046"/>
                  </a:lnTo>
                  <a:lnTo>
                    <a:pt x="1041" y="999"/>
                  </a:lnTo>
                  <a:lnTo>
                    <a:pt x="1051" y="950"/>
                  </a:lnTo>
                  <a:lnTo>
                    <a:pt x="1060" y="899"/>
                  </a:lnTo>
                  <a:lnTo>
                    <a:pt x="1069" y="847"/>
                  </a:lnTo>
                  <a:lnTo>
                    <a:pt x="1076" y="796"/>
                  </a:lnTo>
                  <a:lnTo>
                    <a:pt x="1081" y="746"/>
                  </a:lnTo>
                  <a:lnTo>
                    <a:pt x="1085" y="695"/>
                  </a:lnTo>
                  <a:lnTo>
                    <a:pt x="1087" y="647"/>
                  </a:lnTo>
                  <a:lnTo>
                    <a:pt x="1087" y="601"/>
                  </a:lnTo>
                  <a:lnTo>
                    <a:pt x="1087" y="556"/>
                  </a:lnTo>
                  <a:lnTo>
                    <a:pt x="1084" y="515"/>
                  </a:lnTo>
                  <a:lnTo>
                    <a:pt x="1080" y="479"/>
                  </a:lnTo>
                  <a:lnTo>
                    <a:pt x="1075" y="447"/>
                  </a:lnTo>
                  <a:lnTo>
                    <a:pt x="1067" y="420"/>
                  </a:lnTo>
                  <a:lnTo>
                    <a:pt x="1057" y="396"/>
                  </a:lnTo>
                  <a:lnTo>
                    <a:pt x="1047" y="376"/>
                  </a:lnTo>
                  <a:lnTo>
                    <a:pt x="1036" y="360"/>
                  </a:lnTo>
                  <a:lnTo>
                    <a:pt x="1022" y="345"/>
                  </a:lnTo>
                  <a:lnTo>
                    <a:pt x="1008" y="335"/>
                  </a:lnTo>
                  <a:lnTo>
                    <a:pt x="992" y="326"/>
                  </a:lnTo>
                  <a:lnTo>
                    <a:pt x="976" y="319"/>
                  </a:lnTo>
                  <a:lnTo>
                    <a:pt x="959" y="314"/>
                  </a:lnTo>
                  <a:lnTo>
                    <a:pt x="941" y="311"/>
                  </a:lnTo>
                  <a:lnTo>
                    <a:pt x="923" y="309"/>
                  </a:lnTo>
                  <a:lnTo>
                    <a:pt x="903" y="309"/>
                  </a:lnTo>
                  <a:lnTo>
                    <a:pt x="883" y="308"/>
                  </a:lnTo>
                  <a:close/>
                  <a:moveTo>
                    <a:pt x="906" y="0"/>
                  </a:moveTo>
                  <a:lnTo>
                    <a:pt x="980" y="5"/>
                  </a:lnTo>
                  <a:lnTo>
                    <a:pt x="1053" y="16"/>
                  </a:lnTo>
                  <a:lnTo>
                    <a:pt x="1124" y="33"/>
                  </a:lnTo>
                  <a:lnTo>
                    <a:pt x="1192" y="56"/>
                  </a:lnTo>
                  <a:lnTo>
                    <a:pt x="1258" y="83"/>
                  </a:lnTo>
                  <a:lnTo>
                    <a:pt x="1321" y="116"/>
                  </a:lnTo>
                  <a:lnTo>
                    <a:pt x="1381" y="153"/>
                  </a:lnTo>
                  <a:lnTo>
                    <a:pt x="1437" y="195"/>
                  </a:lnTo>
                  <a:lnTo>
                    <a:pt x="1490" y="242"/>
                  </a:lnTo>
                  <a:lnTo>
                    <a:pt x="1539" y="293"/>
                  </a:lnTo>
                  <a:lnTo>
                    <a:pt x="1584" y="346"/>
                  </a:lnTo>
                  <a:lnTo>
                    <a:pt x="1624" y="405"/>
                  </a:lnTo>
                  <a:lnTo>
                    <a:pt x="1660" y="465"/>
                  </a:lnTo>
                  <a:lnTo>
                    <a:pt x="1691" y="529"/>
                  </a:lnTo>
                  <a:lnTo>
                    <a:pt x="1717" y="596"/>
                  </a:lnTo>
                  <a:lnTo>
                    <a:pt x="1737" y="665"/>
                  </a:lnTo>
                  <a:lnTo>
                    <a:pt x="1753" y="736"/>
                  </a:lnTo>
                  <a:lnTo>
                    <a:pt x="1761" y="810"/>
                  </a:lnTo>
                  <a:lnTo>
                    <a:pt x="1764" y="885"/>
                  </a:lnTo>
                  <a:lnTo>
                    <a:pt x="1761" y="954"/>
                  </a:lnTo>
                  <a:lnTo>
                    <a:pt x="1753" y="1022"/>
                  </a:lnTo>
                  <a:lnTo>
                    <a:pt x="1740" y="1088"/>
                  </a:lnTo>
                  <a:lnTo>
                    <a:pt x="1722" y="1152"/>
                  </a:lnTo>
                  <a:lnTo>
                    <a:pt x="1699" y="1215"/>
                  </a:lnTo>
                  <a:lnTo>
                    <a:pt x="1671" y="1274"/>
                  </a:lnTo>
                  <a:lnTo>
                    <a:pt x="1639" y="1332"/>
                  </a:lnTo>
                  <a:lnTo>
                    <a:pt x="1604" y="1386"/>
                  </a:lnTo>
                  <a:lnTo>
                    <a:pt x="1565" y="1438"/>
                  </a:lnTo>
                  <a:lnTo>
                    <a:pt x="1515" y="1503"/>
                  </a:lnTo>
                  <a:lnTo>
                    <a:pt x="1469" y="1571"/>
                  </a:lnTo>
                  <a:lnTo>
                    <a:pt x="1428" y="1642"/>
                  </a:lnTo>
                  <a:lnTo>
                    <a:pt x="1390" y="1714"/>
                  </a:lnTo>
                  <a:lnTo>
                    <a:pt x="1356" y="1788"/>
                  </a:lnTo>
                  <a:lnTo>
                    <a:pt x="1326" y="1864"/>
                  </a:lnTo>
                  <a:lnTo>
                    <a:pt x="1300" y="1941"/>
                  </a:lnTo>
                  <a:lnTo>
                    <a:pt x="1278" y="2020"/>
                  </a:lnTo>
                  <a:lnTo>
                    <a:pt x="1262" y="2100"/>
                  </a:lnTo>
                  <a:lnTo>
                    <a:pt x="494" y="2097"/>
                  </a:lnTo>
                  <a:lnTo>
                    <a:pt x="473" y="2005"/>
                  </a:lnTo>
                  <a:lnTo>
                    <a:pt x="446" y="1915"/>
                  </a:lnTo>
                  <a:lnTo>
                    <a:pt x="415" y="1827"/>
                  </a:lnTo>
                  <a:lnTo>
                    <a:pt x="378" y="1739"/>
                  </a:lnTo>
                  <a:lnTo>
                    <a:pt x="336" y="1655"/>
                  </a:lnTo>
                  <a:lnTo>
                    <a:pt x="290" y="1573"/>
                  </a:lnTo>
                  <a:lnTo>
                    <a:pt x="239" y="1493"/>
                  </a:lnTo>
                  <a:lnTo>
                    <a:pt x="182" y="1416"/>
                  </a:lnTo>
                  <a:lnTo>
                    <a:pt x="144" y="1363"/>
                  </a:lnTo>
                  <a:lnTo>
                    <a:pt x="110" y="1307"/>
                  </a:lnTo>
                  <a:lnTo>
                    <a:pt x="80" y="1249"/>
                  </a:lnTo>
                  <a:lnTo>
                    <a:pt x="54" y="1187"/>
                  </a:lnTo>
                  <a:lnTo>
                    <a:pt x="34" y="1124"/>
                  </a:lnTo>
                  <a:lnTo>
                    <a:pt x="17" y="1059"/>
                  </a:lnTo>
                  <a:lnTo>
                    <a:pt x="7" y="992"/>
                  </a:lnTo>
                  <a:lnTo>
                    <a:pt x="1" y="923"/>
                  </a:lnTo>
                  <a:lnTo>
                    <a:pt x="0" y="853"/>
                  </a:lnTo>
                  <a:lnTo>
                    <a:pt x="5" y="778"/>
                  </a:lnTo>
                  <a:lnTo>
                    <a:pt x="17" y="706"/>
                  </a:lnTo>
                  <a:lnTo>
                    <a:pt x="35" y="635"/>
                  </a:lnTo>
                  <a:lnTo>
                    <a:pt x="59" y="566"/>
                  </a:lnTo>
                  <a:lnTo>
                    <a:pt x="87" y="500"/>
                  </a:lnTo>
                  <a:lnTo>
                    <a:pt x="121" y="437"/>
                  </a:lnTo>
                  <a:lnTo>
                    <a:pt x="159" y="377"/>
                  </a:lnTo>
                  <a:lnTo>
                    <a:pt x="204" y="321"/>
                  </a:lnTo>
                  <a:lnTo>
                    <a:pt x="251" y="267"/>
                  </a:lnTo>
                  <a:lnTo>
                    <a:pt x="302" y="218"/>
                  </a:lnTo>
                  <a:lnTo>
                    <a:pt x="358" y="174"/>
                  </a:lnTo>
                  <a:lnTo>
                    <a:pt x="418" y="134"/>
                  </a:lnTo>
                  <a:lnTo>
                    <a:pt x="479" y="98"/>
                  </a:lnTo>
                  <a:lnTo>
                    <a:pt x="545" y="67"/>
                  </a:lnTo>
                  <a:lnTo>
                    <a:pt x="613" y="42"/>
                  </a:lnTo>
                  <a:lnTo>
                    <a:pt x="683" y="23"/>
                  </a:lnTo>
                  <a:lnTo>
                    <a:pt x="755" y="8"/>
                  </a:lnTo>
                  <a:lnTo>
                    <a:pt x="830" y="1"/>
                  </a:lnTo>
                  <a:lnTo>
                    <a:pt x="9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B752A67-43FC-48AF-BC79-77DD1D151F58}"/>
              </a:ext>
            </a:extLst>
          </p:cNvPr>
          <p:cNvGrpSpPr/>
          <p:nvPr/>
        </p:nvGrpSpPr>
        <p:grpSpPr>
          <a:xfrm>
            <a:off x="2838032" y="4868317"/>
            <a:ext cx="310355" cy="234376"/>
            <a:chOff x="2119313" y="5153025"/>
            <a:chExt cx="382587" cy="2889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35" name="Freeform 666">
              <a:extLst>
                <a:ext uri="{FF2B5EF4-FFF2-40B4-BE49-F238E27FC236}">
                  <a16:creationId xmlns:a16="http://schemas.microsoft.com/office/drawing/2014/main" id="{29AD5F65-18F6-4F23-A0B8-1B7A818455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9313" y="5384800"/>
              <a:ext cx="382587" cy="57150"/>
            </a:xfrm>
            <a:custGeom>
              <a:avLst/>
              <a:gdLst>
                <a:gd name="T0" fmla="*/ 412 w 3371"/>
                <a:gd name="T1" fmla="*/ 186 h 514"/>
                <a:gd name="T2" fmla="*/ 378 w 3371"/>
                <a:gd name="T3" fmla="*/ 205 h 514"/>
                <a:gd name="T4" fmla="*/ 359 w 3371"/>
                <a:gd name="T5" fmla="*/ 239 h 514"/>
                <a:gd name="T6" fmla="*/ 359 w 3371"/>
                <a:gd name="T7" fmla="*/ 278 h 514"/>
                <a:gd name="T8" fmla="*/ 378 w 3371"/>
                <a:gd name="T9" fmla="*/ 311 h 514"/>
                <a:gd name="T10" fmla="*/ 412 w 3371"/>
                <a:gd name="T11" fmla="*/ 330 h 514"/>
                <a:gd name="T12" fmla="*/ 1398 w 3371"/>
                <a:gd name="T13" fmla="*/ 333 h 514"/>
                <a:gd name="T14" fmla="*/ 1435 w 3371"/>
                <a:gd name="T15" fmla="*/ 323 h 514"/>
                <a:gd name="T16" fmla="*/ 1462 w 3371"/>
                <a:gd name="T17" fmla="*/ 296 h 514"/>
                <a:gd name="T18" fmla="*/ 1473 w 3371"/>
                <a:gd name="T19" fmla="*/ 259 h 514"/>
                <a:gd name="T20" fmla="*/ 1462 w 3371"/>
                <a:gd name="T21" fmla="*/ 221 h 514"/>
                <a:gd name="T22" fmla="*/ 1435 w 3371"/>
                <a:gd name="T23" fmla="*/ 193 h 514"/>
                <a:gd name="T24" fmla="*/ 1398 w 3371"/>
                <a:gd name="T25" fmla="*/ 183 h 514"/>
                <a:gd name="T26" fmla="*/ 2549 w 3371"/>
                <a:gd name="T27" fmla="*/ 148 h 514"/>
                <a:gd name="T28" fmla="*/ 2512 w 3371"/>
                <a:gd name="T29" fmla="*/ 154 h 514"/>
                <a:gd name="T30" fmla="*/ 2484 w 3371"/>
                <a:gd name="T31" fmla="*/ 169 h 514"/>
                <a:gd name="T32" fmla="*/ 2474 w 3371"/>
                <a:gd name="T33" fmla="*/ 191 h 514"/>
                <a:gd name="T34" fmla="*/ 2477 w 3371"/>
                <a:gd name="T35" fmla="*/ 338 h 514"/>
                <a:gd name="T36" fmla="*/ 2497 w 3371"/>
                <a:gd name="T37" fmla="*/ 356 h 514"/>
                <a:gd name="T38" fmla="*/ 2529 w 3371"/>
                <a:gd name="T39" fmla="*/ 367 h 514"/>
                <a:gd name="T40" fmla="*/ 2568 w 3371"/>
                <a:gd name="T41" fmla="*/ 367 h 514"/>
                <a:gd name="T42" fmla="*/ 2602 w 3371"/>
                <a:gd name="T43" fmla="*/ 356 h 514"/>
                <a:gd name="T44" fmla="*/ 2621 w 3371"/>
                <a:gd name="T45" fmla="*/ 338 h 514"/>
                <a:gd name="T46" fmla="*/ 2625 w 3371"/>
                <a:gd name="T47" fmla="*/ 191 h 514"/>
                <a:gd name="T48" fmla="*/ 2613 w 3371"/>
                <a:gd name="T49" fmla="*/ 169 h 514"/>
                <a:gd name="T50" fmla="*/ 2587 w 3371"/>
                <a:gd name="T51" fmla="*/ 154 h 514"/>
                <a:gd name="T52" fmla="*/ 2549 w 3371"/>
                <a:gd name="T53" fmla="*/ 148 h 514"/>
                <a:gd name="T54" fmla="*/ 2283 w 3371"/>
                <a:gd name="T55" fmla="*/ 150 h 514"/>
                <a:gd name="T56" fmla="*/ 2250 w 3371"/>
                <a:gd name="T57" fmla="*/ 160 h 514"/>
                <a:gd name="T58" fmla="*/ 2230 w 3371"/>
                <a:gd name="T59" fmla="*/ 180 h 514"/>
                <a:gd name="T60" fmla="*/ 2228 w 3371"/>
                <a:gd name="T61" fmla="*/ 326 h 514"/>
                <a:gd name="T62" fmla="*/ 2238 w 3371"/>
                <a:gd name="T63" fmla="*/ 348 h 514"/>
                <a:gd name="T64" fmla="*/ 2266 w 3371"/>
                <a:gd name="T65" fmla="*/ 363 h 514"/>
                <a:gd name="T66" fmla="*/ 2302 w 3371"/>
                <a:gd name="T67" fmla="*/ 368 h 514"/>
                <a:gd name="T68" fmla="*/ 2339 w 3371"/>
                <a:gd name="T69" fmla="*/ 363 h 514"/>
                <a:gd name="T70" fmla="*/ 2367 w 3371"/>
                <a:gd name="T71" fmla="*/ 348 h 514"/>
                <a:gd name="T72" fmla="*/ 2377 w 3371"/>
                <a:gd name="T73" fmla="*/ 326 h 514"/>
                <a:gd name="T74" fmla="*/ 2375 w 3371"/>
                <a:gd name="T75" fmla="*/ 180 h 514"/>
                <a:gd name="T76" fmla="*/ 2355 w 3371"/>
                <a:gd name="T77" fmla="*/ 160 h 514"/>
                <a:gd name="T78" fmla="*/ 2322 w 3371"/>
                <a:gd name="T79" fmla="*/ 150 h 514"/>
                <a:gd name="T80" fmla="*/ 0 w 3371"/>
                <a:gd name="T81" fmla="*/ 0 h 514"/>
                <a:gd name="T82" fmla="*/ 3371 w 3371"/>
                <a:gd name="T83" fmla="*/ 157 h 514"/>
                <a:gd name="T84" fmla="*/ 3360 w 3371"/>
                <a:gd name="T85" fmla="*/ 244 h 514"/>
                <a:gd name="T86" fmla="*/ 3329 w 3371"/>
                <a:gd name="T87" fmla="*/ 324 h 514"/>
                <a:gd name="T88" fmla="*/ 3281 w 3371"/>
                <a:gd name="T89" fmla="*/ 393 h 514"/>
                <a:gd name="T90" fmla="*/ 3219 w 3371"/>
                <a:gd name="T91" fmla="*/ 449 h 514"/>
                <a:gd name="T92" fmla="*/ 3144 w 3371"/>
                <a:gd name="T93" fmla="*/ 489 h 514"/>
                <a:gd name="T94" fmla="*/ 3059 w 3371"/>
                <a:gd name="T95" fmla="*/ 511 h 514"/>
                <a:gd name="T96" fmla="*/ 356 w 3371"/>
                <a:gd name="T97" fmla="*/ 514 h 514"/>
                <a:gd name="T98" fmla="*/ 269 w 3371"/>
                <a:gd name="T99" fmla="*/ 503 h 514"/>
                <a:gd name="T100" fmla="*/ 189 w 3371"/>
                <a:gd name="T101" fmla="*/ 472 h 514"/>
                <a:gd name="T102" fmla="*/ 120 w 3371"/>
                <a:gd name="T103" fmla="*/ 424 h 514"/>
                <a:gd name="T104" fmla="*/ 64 w 3371"/>
                <a:gd name="T105" fmla="*/ 361 h 514"/>
                <a:gd name="T106" fmla="*/ 25 w 3371"/>
                <a:gd name="T107" fmla="*/ 286 h 514"/>
                <a:gd name="T108" fmla="*/ 3 w 3371"/>
                <a:gd name="T109" fmla="*/ 202 h 514"/>
                <a:gd name="T110" fmla="*/ 0 w 3371"/>
                <a:gd name="T1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71" h="514">
                  <a:moveTo>
                    <a:pt x="431" y="183"/>
                  </a:moveTo>
                  <a:lnTo>
                    <a:pt x="412" y="186"/>
                  </a:lnTo>
                  <a:lnTo>
                    <a:pt x="394" y="193"/>
                  </a:lnTo>
                  <a:lnTo>
                    <a:pt x="378" y="205"/>
                  </a:lnTo>
                  <a:lnTo>
                    <a:pt x="367" y="221"/>
                  </a:lnTo>
                  <a:lnTo>
                    <a:pt x="359" y="239"/>
                  </a:lnTo>
                  <a:lnTo>
                    <a:pt x="356" y="259"/>
                  </a:lnTo>
                  <a:lnTo>
                    <a:pt x="359" y="278"/>
                  </a:lnTo>
                  <a:lnTo>
                    <a:pt x="367" y="296"/>
                  </a:lnTo>
                  <a:lnTo>
                    <a:pt x="378" y="311"/>
                  </a:lnTo>
                  <a:lnTo>
                    <a:pt x="394" y="323"/>
                  </a:lnTo>
                  <a:lnTo>
                    <a:pt x="412" y="330"/>
                  </a:lnTo>
                  <a:lnTo>
                    <a:pt x="431" y="333"/>
                  </a:lnTo>
                  <a:lnTo>
                    <a:pt x="1398" y="333"/>
                  </a:lnTo>
                  <a:lnTo>
                    <a:pt x="1417" y="330"/>
                  </a:lnTo>
                  <a:lnTo>
                    <a:pt x="1435" y="323"/>
                  </a:lnTo>
                  <a:lnTo>
                    <a:pt x="1450" y="311"/>
                  </a:lnTo>
                  <a:lnTo>
                    <a:pt x="1462" y="296"/>
                  </a:lnTo>
                  <a:lnTo>
                    <a:pt x="1470" y="278"/>
                  </a:lnTo>
                  <a:lnTo>
                    <a:pt x="1473" y="259"/>
                  </a:lnTo>
                  <a:lnTo>
                    <a:pt x="1470" y="239"/>
                  </a:lnTo>
                  <a:lnTo>
                    <a:pt x="1462" y="221"/>
                  </a:lnTo>
                  <a:lnTo>
                    <a:pt x="1450" y="205"/>
                  </a:lnTo>
                  <a:lnTo>
                    <a:pt x="1435" y="193"/>
                  </a:lnTo>
                  <a:lnTo>
                    <a:pt x="1417" y="186"/>
                  </a:lnTo>
                  <a:lnTo>
                    <a:pt x="1398" y="183"/>
                  </a:lnTo>
                  <a:lnTo>
                    <a:pt x="431" y="183"/>
                  </a:lnTo>
                  <a:close/>
                  <a:moveTo>
                    <a:pt x="2549" y="148"/>
                  </a:moveTo>
                  <a:lnTo>
                    <a:pt x="2529" y="150"/>
                  </a:lnTo>
                  <a:lnTo>
                    <a:pt x="2512" y="154"/>
                  </a:lnTo>
                  <a:lnTo>
                    <a:pt x="2497" y="160"/>
                  </a:lnTo>
                  <a:lnTo>
                    <a:pt x="2484" y="169"/>
                  </a:lnTo>
                  <a:lnTo>
                    <a:pt x="2477" y="180"/>
                  </a:lnTo>
                  <a:lnTo>
                    <a:pt x="2474" y="191"/>
                  </a:lnTo>
                  <a:lnTo>
                    <a:pt x="2474" y="326"/>
                  </a:lnTo>
                  <a:lnTo>
                    <a:pt x="2477" y="338"/>
                  </a:lnTo>
                  <a:lnTo>
                    <a:pt x="2484" y="348"/>
                  </a:lnTo>
                  <a:lnTo>
                    <a:pt x="2497" y="356"/>
                  </a:lnTo>
                  <a:lnTo>
                    <a:pt x="2512" y="363"/>
                  </a:lnTo>
                  <a:lnTo>
                    <a:pt x="2529" y="367"/>
                  </a:lnTo>
                  <a:lnTo>
                    <a:pt x="2549" y="368"/>
                  </a:lnTo>
                  <a:lnTo>
                    <a:pt x="2568" y="367"/>
                  </a:lnTo>
                  <a:lnTo>
                    <a:pt x="2587" y="363"/>
                  </a:lnTo>
                  <a:lnTo>
                    <a:pt x="2602" y="356"/>
                  </a:lnTo>
                  <a:lnTo>
                    <a:pt x="2613" y="348"/>
                  </a:lnTo>
                  <a:lnTo>
                    <a:pt x="2621" y="338"/>
                  </a:lnTo>
                  <a:lnTo>
                    <a:pt x="2625" y="326"/>
                  </a:lnTo>
                  <a:lnTo>
                    <a:pt x="2625" y="191"/>
                  </a:lnTo>
                  <a:lnTo>
                    <a:pt x="2621" y="180"/>
                  </a:lnTo>
                  <a:lnTo>
                    <a:pt x="2613" y="169"/>
                  </a:lnTo>
                  <a:lnTo>
                    <a:pt x="2602" y="160"/>
                  </a:lnTo>
                  <a:lnTo>
                    <a:pt x="2587" y="154"/>
                  </a:lnTo>
                  <a:lnTo>
                    <a:pt x="2568" y="150"/>
                  </a:lnTo>
                  <a:lnTo>
                    <a:pt x="2549" y="148"/>
                  </a:lnTo>
                  <a:close/>
                  <a:moveTo>
                    <a:pt x="2302" y="148"/>
                  </a:moveTo>
                  <a:lnTo>
                    <a:pt x="2283" y="150"/>
                  </a:lnTo>
                  <a:lnTo>
                    <a:pt x="2266" y="154"/>
                  </a:lnTo>
                  <a:lnTo>
                    <a:pt x="2250" y="160"/>
                  </a:lnTo>
                  <a:lnTo>
                    <a:pt x="2238" y="169"/>
                  </a:lnTo>
                  <a:lnTo>
                    <a:pt x="2230" y="180"/>
                  </a:lnTo>
                  <a:lnTo>
                    <a:pt x="2228" y="191"/>
                  </a:lnTo>
                  <a:lnTo>
                    <a:pt x="2228" y="326"/>
                  </a:lnTo>
                  <a:lnTo>
                    <a:pt x="2230" y="338"/>
                  </a:lnTo>
                  <a:lnTo>
                    <a:pt x="2238" y="348"/>
                  </a:lnTo>
                  <a:lnTo>
                    <a:pt x="2250" y="356"/>
                  </a:lnTo>
                  <a:lnTo>
                    <a:pt x="2266" y="363"/>
                  </a:lnTo>
                  <a:lnTo>
                    <a:pt x="2283" y="367"/>
                  </a:lnTo>
                  <a:lnTo>
                    <a:pt x="2302" y="368"/>
                  </a:lnTo>
                  <a:lnTo>
                    <a:pt x="2322" y="367"/>
                  </a:lnTo>
                  <a:lnTo>
                    <a:pt x="2339" y="363"/>
                  </a:lnTo>
                  <a:lnTo>
                    <a:pt x="2355" y="356"/>
                  </a:lnTo>
                  <a:lnTo>
                    <a:pt x="2367" y="348"/>
                  </a:lnTo>
                  <a:lnTo>
                    <a:pt x="2375" y="338"/>
                  </a:lnTo>
                  <a:lnTo>
                    <a:pt x="2377" y="326"/>
                  </a:lnTo>
                  <a:lnTo>
                    <a:pt x="2377" y="191"/>
                  </a:lnTo>
                  <a:lnTo>
                    <a:pt x="2375" y="180"/>
                  </a:lnTo>
                  <a:lnTo>
                    <a:pt x="2367" y="169"/>
                  </a:lnTo>
                  <a:lnTo>
                    <a:pt x="2355" y="160"/>
                  </a:lnTo>
                  <a:lnTo>
                    <a:pt x="2339" y="154"/>
                  </a:lnTo>
                  <a:lnTo>
                    <a:pt x="2322" y="150"/>
                  </a:lnTo>
                  <a:lnTo>
                    <a:pt x="2302" y="148"/>
                  </a:lnTo>
                  <a:close/>
                  <a:moveTo>
                    <a:pt x="0" y="0"/>
                  </a:moveTo>
                  <a:lnTo>
                    <a:pt x="3371" y="0"/>
                  </a:lnTo>
                  <a:lnTo>
                    <a:pt x="3371" y="157"/>
                  </a:lnTo>
                  <a:lnTo>
                    <a:pt x="3368" y="201"/>
                  </a:lnTo>
                  <a:lnTo>
                    <a:pt x="3360" y="244"/>
                  </a:lnTo>
                  <a:lnTo>
                    <a:pt x="3346" y="285"/>
                  </a:lnTo>
                  <a:lnTo>
                    <a:pt x="3329" y="324"/>
                  </a:lnTo>
                  <a:lnTo>
                    <a:pt x="3308" y="360"/>
                  </a:lnTo>
                  <a:lnTo>
                    <a:pt x="3281" y="393"/>
                  </a:lnTo>
                  <a:lnTo>
                    <a:pt x="3251" y="423"/>
                  </a:lnTo>
                  <a:lnTo>
                    <a:pt x="3219" y="449"/>
                  </a:lnTo>
                  <a:lnTo>
                    <a:pt x="3183" y="472"/>
                  </a:lnTo>
                  <a:lnTo>
                    <a:pt x="3144" y="489"/>
                  </a:lnTo>
                  <a:lnTo>
                    <a:pt x="3103" y="503"/>
                  </a:lnTo>
                  <a:lnTo>
                    <a:pt x="3059" y="511"/>
                  </a:lnTo>
                  <a:lnTo>
                    <a:pt x="3014" y="514"/>
                  </a:lnTo>
                  <a:lnTo>
                    <a:pt x="356" y="514"/>
                  </a:lnTo>
                  <a:lnTo>
                    <a:pt x="312" y="511"/>
                  </a:lnTo>
                  <a:lnTo>
                    <a:pt x="269" y="503"/>
                  </a:lnTo>
                  <a:lnTo>
                    <a:pt x="228" y="489"/>
                  </a:lnTo>
                  <a:lnTo>
                    <a:pt x="189" y="472"/>
                  </a:lnTo>
                  <a:lnTo>
                    <a:pt x="153" y="450"/>
                  </a:lnTo>
                  <a:lnTo>
                    <a:pt x="120" y="424"/>
                  </a:lnTo>
                  <a:lnTo>
                    <a:pt x="90" y="394"/>
                  </a:lnTo>
                  <a:lnTo>
                    <a:pt x="64" y="361"/>
                  </a:lnTo>
                  <a:lnTo>
                    <a:pt x="42" y="325"/>
                  </a:lnTo>
                  <a:lnTo>
                    <a:pt x="25" y="286"/>
                  </a:lnTo>
                  <a:lnTo>
                    <a:pt x="11" y="245"/>
                  </a:lnTo>
                  <a:lnTo>
                    <a:pt x="3" y="202"/>
                  </a:lnTo>
                  <a:lnTo>
                    <a:pt x="0" y="1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6" name="Freeform 667">
              <a:extLst>
                <a:ext uri="{FF2B5EF4-FFF2-40B4-BE49-F238E27FC236}">
                  <a16:creationId xmlns:a16="http://schemas.microsoft.com/office/drawing/2014/main" id="{B9E163FD-6932-41D7-80CE-6230DF57F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863" y="5245100"/>
              <a:ext cx="17462" cy="74613"/>
            </a:xfrm>
            <a:custGeom>
              <a:avLst/>
              <a:gdLst>
                <a:gd name="T0" fmla="*/ 76 w 150"/>
                <a:gd name="T1" fmla="*/ 0 h 667"/>
                <a:gd name="T2" fmla="*/ 95 w 150"/>
                <a:gd name="T3" fmla="*/ 4 h 667"/>
                <a:gd name="T4" fmla="*/ 113 w 150"/>
                <a:gd name="T5" fmla="*/ 12 h 667"/>
                <a:gd name="T6" fmla="*/ 128 w 150"/>
                <a:gd name="T7" fmla="*/ 24 h 667"/>
                <a:gd name="T8" fmla="*/ 140 w 150"/>
                <a:gd name="T9" fmla="*/ 38 h 667"/>
                <a:gd name="T10" fmla="*/ 147 w 150"/>
                <a:gd name="T11" fmla="*/ 57 h 667"/>
                <a:gd name="T12" fmla="*/ 150 w 150"/>
                <a:gd name="T13" fmla="*/ 76 h 667"/>
                <a:gd name="T14" fmla="*/ 150 w 150"/>
                <a:gd name="T15" fmla="*/ 592 h 667"/>
                <a:gd name="T16" fmla="*/ 147 w 150"/>
                <a:gd name="T17" fmla="*/ 611 h 667"/>
                <a:gd name="T18" fmla="*/ 140 w 150"/>
                <a:gd name="T19" fmla="*/ 629 h 667"/>
                <a:gd name="T20" fmla="*/ 128 w 150"/>
                <a:gd name="T21" fmla="*/ 644 h 667"/>
                <a:gd name="T22" fmla="*/ 113 w 150"/>
                <a:gd name="T23" fmla="*/ 656 h 667"/>
                <a:gd name="T24" fmla="*/ 95 w 150"/>
                <a:gd name="T25" fmla="*/ 665 h 667"/>
                <a:gd name="T26" fmla="*/ 76 w 150"/>
                <a:gd name="T27" fmla="*/ 667 h 667"/>
                <a:gd name="T28" fmla="*/ 54 w 150"/>
                <a:gd name="T29" fmla="*/ 665 h 667"/>
                <a:gd name="T30" fmla="*/ 37 w 150"/>
                <a:gd name="T31" fmla="*/ 656 h 667"/>
                <a:gd name="T32" fmla="*/ 22 w 150"/>
                <a:gd name="T33" fmla="*/ 644 h 667"/>
                <a:gd name="T34" fmla="*/ 10 w 150"/>
                <a:gd name="T35" fmla="*/ 629 h 667"/>
                <a:gd name="T36" fmla="*/ 3 w 150"/>
                <a:gd name="T37" fmla="*/ 609 h 667"/>
                <a:gd name="T38" fmla="*/ 0 w 150"/>
                <a:gd name="T39" fmla="*/ 589 h 667"/>
                <a:gd name="T40" fmla="*/ 0 w 150"/>
                <a:gd name="T41" fmla="*/ 76 h 667"/>
                <a:gd name="T42" fmla="*/ 3 w 150"/>
                <a:gd name="T43" fmla="*/ 57 h 667"/>
                <a:gd name="T44" fmla="*/ 11 w 150"/>
                <a:gd name="T45" fmla="*/ 38 h 667"/>
                <a:gd name="T46" fmla="*/ 23 w 150"/>
                <a:gd name="T47" fmla="*/ 24 h 667"/>
                <a:gd name="T48" fmla="*/ 38 w 150"/>
                <a:gd name="T49" fmla="*/ 12 h 667"/>
                <a:gd name="T50" fmla="*/ 56 w 150"/>
                <a:gd name="T51" fmla="*/ 4 h 667"/>
                <a:gd name="T52" fmla="*/ 76 w 150"/>
                <a:gd name="T53" fmla="*/ 0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667">
                  <a:moveTo>
                    <a:pt x="76" y="0"/>
                  </a:moveTo>
                  <a:lnTo>
                    <a:pt x="95" y="4"/>
                  </a:lnTo>
                  <a:lnTo>
                    <a:pt x="113" y="12"/>
                  </a:lnTo>
                  <a:lnTo>
                    <a:pt x="128" y="24"/>
                  </a:lnTo>
                  <a:lnTo>
                    <a:pt x="140" y="38"/>
                  </a:lnTo>
                  <a:lnTo>
                    <a:pt x="147" y="57"/>
                  </a:lnTo>
                  <a:lnTo>
                    <a:pt x="150" y="76"/>
                  </a:lnTo>
                  <a:lnTo>
                    <a:pt x="150" y="592"/>
                  </a:lnTo>
                  <a:lnTo>
                    <a:pt x="147" y="611"/>
                  </a:lnTo>
                  <a:lnTo>
                    <a:pt x="140" y="629"/>
                  </a:lnTo>
                  <a:lnTo>
                    <a:pt x="128" y="644"/>
                  </a:lnTo>
                  <a:lnTo>
                    <a:pt x="113" y="656"/>
                  </a:lnTo>
                  <a:lnTo>
                    <a:pt x="95" y="665"/>
                  </a:lnTo>
                  <a:lnTo>
                    <a:pt x="76" y="667"/>
                  </a:lnTo>
                  <a:lnTo>
                    <a:pt x="54" y="665"/>
                  </a:lnTo>
                  <a:lnTo>
                    <a:pt x="37" y="656"/>
                  </a:lnTo>
                  <a:lnTo>
                    <a:pt x="22" y="644"/>
                  </a:lnTo>
                  <a:lnTo>
                    <a:pt x="10" y="629"/>
                  </a:lnTo>
                  <a:lnTo>
                    <a:pt x="3" y="609"/>
                  </a:lnTo>
                  <a:lnTo>
                    <a:pt x="0" y="589"/>
                  </a:lnTo>
                  <a:lnTo>
                    <a:pt x="0" y="76"/>
                  </a:lnTo>
                  <a:lnTo>
                    <a:pt x="3" y="57"/>
                  </a:lnTo>
                  <a:lnTo>
                    <a:pt x="11" y="38"/>
                  </a:lnTo>
                  <a:lnTo>
                    <a:pt x="23" y="24"/>
                  </a:lnTo>
                  <a:lnTo>
                    <a:pt x="38" y="12"/>
                  </a:lnTo>
                  <a:lnTo>
                    <a:pt x="56" y="4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7" name="Freeform 668">
              <a:extLst>
                <a:ext uri="{FF2B5EF4-FFF2-40B4-BE49-F238E27FC236}">
                  <a16:creationId xmlns:a16="http://schemas.microsoft.com/office/drawing/2014/main" id="{688FDF61-89DF-4C5C-8D91-7A111DEB0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200" y="5232400"/>
              <a:ext cx="15875" cy="87313"/>
            </a:xfrm>
            <a:custGeom>
              <a:avLst/>
              <a:gdLst>
                <a:gd name="T0" fmla="*/ 76 w 151"/>
                <a:gd name="T1" fmla="*/ 0 h 776"/>
                <a:gd name="T2" fmla="*/ 95 w 151"/>
                <a:gd name="T3" fmla="*/ 3 h 776"/>
                <a:gd name="T4" fmla="*/ 113 w 151"/>
                <a:gd name="T5" fmla="*/ 11 h 776"/>
                <a:gd name="T6" fmla="*/ 128 w 151"/>
                <a:gd name="T7" fmla="*/ 22 h 776"/>
                <a:gd name="T8" fmla="*/ 140 w 151"/>
                <a:gd name="T9" fmla="*/ 38 h 776"/>
                <a:gd name="T10" fmla="*/ 148 w 151"/>
                <a:gd name="T11" fmla="*/ 56 h 776"/>
                <a:gd name="T12" fmla="*/ 151 w 151"/>
                <a:gd name="T13" fmla="*/ 76 h 776"/>
                <a:gd name="T14" fmla="*/ 151 w 151"/>
                <a:gd name="T15" fmla="*/ 701 h 776"/>
                <a:gd name="T16" fmla="*/ 148 w 151"/>
                <a:gd name="T17" fmla="*/ 720 h 776"/>
                <a:gd name="T18" fmla="*/ 140 w 151"/>
                <a:gd name="T19" fmla="*/ 738 h 776"/>
                <a:gd name="T20" fmla="*/ 128 w 151"/>
                <a:gd name="T21" fmla="*/ 753 h 776"/>
                <a:gd name="T22" fmla="*/ 113 w 151"/>
                <a:gd name="T23" fmla="*/ 765 h 776"/>
                <a:gd name="T24" fmla="*/ 95 w 151"/>
                <a:gd name="T25" fmla="*/ 774 h 776"/>
                <a:gd name="T26" fmla="*/ 76 w 151"/>
                <a:gd name="T27" fmla="*/ 776 h 776"/>
                <a:gd name="T28" fmla="*/ 57 w 151"/>
                <a:gd name="T29" fmla="*/ 774 h 776"/>
                <a:gd name="T30" fmla="*/ 38 w 151"/>
                <a:gd name="T31" fmla="*/ 765 h 776"/>
                <a:gd name="T32" fmla="*/ 23 w 151"/>
                <a:gd name="T33" fmla="*/ 753 h 776"/>
                <a:gd name="T34" fmla="*/ 12 w 151"/>
                <a:gd name="T35" fmla="*/ 738 h 776"/>
                <a:gd name="T36" fmla="*/ 3 w 151"/>
                <a:gd name="T37" fmla="*/ 720 h 776"/>
                <a:gd name="T38" fmla="*/ 0 w 151"/>
                <a:gd name="T39" fmla="*/ 701 h 776"/>
                <a:gd name="T40" fmla="*/ 0 w 151"/>
                <a:gd name="T41" fmla="*/ 76 h 776"/>
                <a:gd name="T42" fmla="*/ 3 w 151"/>
                <a:gd name="T43" fmla="*/ 55 h 776"/>
                <a:gd name="T44" fmla="*/ 12 w 151"/>
                <a:gd name="T45" fmla="*/ 37 h 776"/>
                <a:gd name="T46" fmla="*/ 23 w 151"/>
                <a:gd name="T47" fmla="*/ 21 h 776"/>
                <a:gd name="T48" fmla="*/ 38 w 151"/>
                <a:gd name="T49" fmla="*/ 10 h 776"/>
                <a:gd name="T50" fmla="*/ 57 w 151"/>
                <a:gd name="T51" fmla="*/ 3 h 776"/>
                <a:gd name="T52" fmla="*/ 76 w 151"/>
                <a:gd name="T53" fmla="*/ 0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1" h="776">
                  <a:moveTo>
                    <a:pt x="76" y="0"/>
                  </a:moveTo>
                  <a:lnTo>
                    <a:pt x="95" y="3"/>
                  </a:lnTo>
                  <a:lnTo>
                    <a:pt x="113" y="11"/>
                  </a:lnTo>
                  <a:lnTo>
                    <a:pt x="128" y="22"/>
                  </a:lnTo>
                  <a:lnTo>
                    <a:pt x="140" y="38"/>
                  </a:lnTo>
                  <a:lnTo>
                    <a:pt x="148" y="56"/>
                  </a:lnTo>
                  <a:lnTo>
                    <a:pt x="151" y="76"/>
                  </a:lnTo>
                  <a:lnTo>
                    <a:pt x="151" y="701"/>
                  </a:lnTo>
                  <a:lnTo>
                    <a:pt x="148" y="720"/>
                  </a:lnTo>
                  <a:lnTo>
                    <a:pt x="140" y="738"/>
                  </a:lnTo>
                  <a:lnTo>
                    <a:pt x="128" y="753"/>
                  </a:lnTo>
                  <a:lnTo>
                    <a:pt x="113" y="765"/>
                  </a:lnTo>
                  <a:lnTo>
                    <a:pt x="95" y="774"/>
                  </a:lnTo>
                  <a:lnTo>
                    <a:pt x="76" y="776"/>
                  </a:lnTo>
                  <a:lnTo>
                    <a:pt x="57" y="774"/>
                  </a:lnTo>
                  <a:lnTo>
                    <a:pt x="38" y="765"/>
                  </a:lnTo>
                  <a:lnTo>
                    <a:pt x="23" y="753"/>
                  </a:lnTo>
                  <a:lnTo>
                    <a:pt x="12" y="738"/>
                  </a:lnTo>
                  <a:lnTo>
                    <a:pt x="3" y="720"/>
                  </a:lnTo>
                  <a:lnTo>
                    <a:pt x="0" y="701"/>
                  </a:lnTo>
                  <a:lnTo>
                    <a:pt x="0" y="76"/>
                  </a:lnTo>
                  <a:lnTo>
                    <a:pt x="3" y="55"/>
                  </a:lnTo>
                  <a:lnTo>
                    <a:pt x="12" y="37"/>
                  </a:lnTo>
                  <a:lnTo>
                    <a:pt x="23" y="21"/>
                  </a:lnTo>
                  <a:lnTo>
                    <a:pt x="38" y="10"/>
                  </a:lnTo>
                  <a:lnTo>
                    <a:pt x="57" y="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8" name="Freeform 669">
              <a:extLst>
                <a:ext uri="{FF2B5EF4-FFF2-40B4-BE49-F238E27FC236}">
                  <a16:creationId xmlns:a16="http://schemas.microsoft.com/office/drawing/2014/main" id="{D3C2C0BC-BCB6-4343-AACC-C112764A7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950" y="5265738"/>
              <a:ext cx="17462" cy="53975"/>
            </a:xfrm>
            <a:custGeom>
              <a:avLst/>
              <a:gdLst>
                <a:gd name="T0" fmla="*/ 75 w 150"/>
                <a:gd name="T1" fmla="*/ 0 h 480"/>
                <a:gd name="T2" fmla="*/ 95 w 150"/>
                <a:gd name="T3" fmla="*/ 2 h 480"/>
                <a:gd name="T4" fmla="*/ 112 w 150"/>
                <a:gd name="T5" fmla="*/ 10 h 480"/>
                <a:gd name="T6" fmla="*/ 127 w 150"/>
                <a:gd name="T7" fmla="*/ 23 h 480"/>
                <a:gd name="T8" fmla="*/ 140 w 150"/>
                <a:gd name="T9" fmla="*/ 38 h 480"/>
                <a:gd name="T10" fmla="*/ 147 w 150"/>
                <a:gd name="T11" fmla="*/ 55 h 480"/>
                <a:gd name="T12" fmla="*/ 150 w 150"/>
                <a:gd name="T13" fmla="*/ 75 h 480"/>
                <a:gd name="T14" fmla="*/ 150 w 150"/>
                <a:gd name="T15" fmla="*/ 405 h 480"/>
                <a:gd name="T16" fmla="*/ 147 w 150"/>
                <a:gd name="T17" fmla="*/ 424 h 480"/>
                <a:gd name="T18" fmla="*/ 140 w 150"/>
                <a:gd name="T19" fmla="*/ 442 h 480"/>
                <a:gd name="T20" fmla="*/ 127 w 150"/>
                <a:gd name="T21" fmla="*/ 457 h 480"/>
                <a:gd name="T22" fmla="*/ 112 w 150"/>
                <a:gd name="T23" fmla="*/ 469 h 480"/>
                <a:gd name="T24" fmla="*/ 95 w 150"/>
                <a:gd name="T25" fmla="*/ 478 h 480"/>
                <a:gd name="T26" fmla="*/ 75 w 150"/>
                <a:gd name="T27" fmla="*/ 480 h 480"/>
                <a:gd name="T28" fmla="*/ 54 w 150"/>
                <a:gd name="T29" fmla="*/ 478 h 480"/>
                <a:gd name="T30" fmla="*/ 36 w 150"/>
                <a:gd name="T31" fmla="*/ 469 h 480"/>
                <a:gd name="T32" fmla="*/ 21 w 150"/>
                <a:gd name="T33" fmla="*/ 457 h 480"/>
                <a:gd name="T34" fmla="*/ 10 w 150"/>
                <a:gd name="T35" fmla="*/ 442 h 480"/>
                <a:gd name="T36" fmla="*/ 3 w 150"/>
                <a:gd name="T37" fmla="*/ 424 h 480"/>
                <a:gd name="T38" fmla="*/ 0 w 150"/>
                <a:gd name="T39" fmla="*/ 405 h 480"/>
                <a:gd name="T40" fmla="*/ 0 w 150"/>
                <a:gd name="T41" fmla="*/ 75 h 480"/>
                <a:gd name="T42" fmla="*/ 3 w 150"/>
                <a:gd name="T43" fmla="*/ 55 h 480"/>
                <a:gd name="T44" fmla="*/ 11 w 150"/>
                <a:gd name="T45" fmla="*/ 38 h 480"/>
                <a:gd name="T46" fmla="*/ 22 w 150"/>
                <a:gd name="T47" fmla="*/ 23 h 480"/>
                <a:gd name="T48" fmla="*/ 37 w 150"/>
                <a:gd name="T49" fmla="*/ 10 h 480"/>
                <a:gd name="T50" fmla="*/ 56 w 150"/>
                <a:gd name="T51" fmla="*/ 2 h 480"/>
                <a:gd name="T52" fmla="*/ 75 w 150"/>
                <a:gd name="T53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480">
                  <a:moveTo>
                    <a:pt x="75" y="0"/>
                  </a:moveTo>
                  <a:lnTo>
                    <a:pt x="95" y="2"/>
                  </a:lnTo>
                  <a:lnTo>
                    <a:pt x="112" y="10"/>
                  </a:lnTo>
                  <a:lnTo>
                    <a:pt x="127" y="23"/>
                  </a:lnTo>
                  <a:lnTo>
                    <a:pt x="140" y="38"/>
                  </a:lnTo>
                  <a:lnTo>
                    <a:pt x="147" y="55"/>
                  </a:lnTo>
                  <a:lnTo>
                    <a:pt x="150" y="75"/>
                  </a:lnTo>
                  <a:lnTo>
                    <a:pt x="150" y="405"/>
                  </a:lnTo>
                  <a:lnTo>
                    <a:pt x="147" y="424"/>
                  </a:lnTo>
                  <a:lnTo>
                    <a:pt x="140" y="442"/>
                  </a:lnTo>
                  <a:lnTo>
                    <a:pt x="127" y="457"/>
                  </a:lnTo>
                  <a:lnTo>
                    <a:pt x="112" y="469"/>
                  </a:lnTo>
                  <a:lnTo>
                    <a:pt x="95" y="478"/>
                  </a:lnTo>
                  <a:lnTo>
                    <a:pt x="75" y="480"/>
                  </a:lnTo>
                  <a:lnTo>
                    <a:pt x="54" y="478"/>
                  </a:lnTo>
                  <a:lnTo>
                    <a:pt x="36" y="469"/>
                  </a:lnTo>
                  <a:lnTo>
                    <a:pt x="21" y="457"/>
                  </a:lnTo>
                  <a:lnTo>
                    <a:pt x="10" y="442"/>
                  </a:lnTo>
                  <a:lnTo>
                    <a:pt x="3" y="424"/>
                  </a:lnTo>
                  <a:lnTo>
                    <a:pt x="0" y="405"/>
                  </a:lnTo>
                  <a:lnTo>
                    <a:pt x="0" y="75"/>
                  </a:lnTo>
                  <a:lnTo>
                    <a:pt x="3" y="55"/>
                  </a:lnTo>
                  <a:lnTo>
                    <a:pt x="11" y="38"/>
                  </a:lnTo>
                  <a:lnTo>
                    <a:pt x="22" y="23"/>
                  </a:lnTo>
                  <a:lnTo>
                    <a:pt x="37" y="10"/>
                  </a:lnTo>
                  <a:lnTo>
                    <a:pt x="56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39" name="Freeform 670">
              <a:extLst>
                <a:ext uri="{FF2B5EF4-FFF2-40B4-BE49-F238E27FC236}">
                  <a16:creationId xmlns:a16="http://schemas.microsoft.com/office/drawing/2014/main" id="{C08D69C7-4E43-4DD4-8CA4-B476455BB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288" y="5238750"/>
              <a:ext cx="17462" cy="80963"/>
            </a:xfrm>
            <a:custGeom>
              <a:avLst/>
              <a:gdLst>
                <a:gd name="T0" fmla="*/ 76 w 150"/>
                <a:gd name="T1" fmla="*/ 0 h 712"/>
                <a:gd name="T2" fmla="*/ 95 w 150"/>
                <a:gd name="T3" fmla="*/ 3 h 712"/>
                <a:gd name="T4" fmla="*/ 112 w 150"/>
                <a:gd name="T5" fmla="*/ 11 h 712"/>
                <a:gd name="T6" fmla="*/ 128 w 150"/>
                <a:gd name="T7" fmla="*/ 23 h 712"/>
                <a:gd name="T8" fmla="*/ 140 w 150"/>
                <a:gd name="T9" fmla="*/ 38 h 712"/>
                <a:gd name="T10" fmla="*/ 147 w 150"/>
                <a:gd name="T11" fmla="*/ 56 h 712"/>
                <a:gd name="T12" fmla="*/ 150 w 150"/>
                <a:gd name="T13" fmla="*/ 75 h 712"/>
                <a:gd name="T14" fmla="*/ 150 w 150"/>
                <a:gd name="T15" fmla="*/ 637 h 712"/>
                <a:gd name="T16" fmla="*/ 147 w 150"/>
                <a:gd name="T17" fmla="*/ 656 h 712"/>
                <a:gd name="T18" fmla="*/ 140 w 150"/>
                <a:gd name="T19" fmla="*/ 674 h 712"/>
                <a:gd name="T20" fmla="*/ 128 w 150"/>
                <a:gd name="T21" fmla="*/ 689 h 712"/>
                <a:gd name="T22" fmla="*/ 112 w 150"/>
                <a:gd name="T23" fmla="*/ 701 h 712"/>
                <a:gd name="T24" fmla="*/ 95 w 150"/>
                <a:gd name="T25" fmla="*/ 710 h 712"/>
                <a:gd name="T26" fmla="*/ 76 w 150"/>
                <a:gd name="T27" fmla="*/ 712 h 712"/>
                <a:gd name="T28" fmla="*/ 56 w 150"/>
                <a:gd name="T29" fmla="*/ 710 h 712"/>
                <a:gd name="T30" fmla="*/ 38 w 150"/>
                <a:gd name="T31" fmla="*/ 701 h 712"/>
                <a:gd name="T32" fmla="*/ 22 w 150"/>
                <a:gd name="T33" fmla="*/ 689 h 712"/>
                <a:gd name="T34" fmla="*/ 11 w 150"/>
                <a:gd name="T35" fmla="*/ 674 h 712"/>
                <a:gd name="T36" fmla="*/ 3 w 150"/>
                <a:gd name="T37" fmla="*/ 656 h 712"/>
                <a:gd name="T38" fmla="*/ 0 w 150"/>
                <a:gd name="T39" fmla="*/ 637 h 712"/>
                <a:gd name="T40" fmla="*/ 0 w 150"/>
                <a:gd name="T41" fmla="*/ 75 h 712"/>
                <a:gd name="T42" fmla="*/ 3 w 150"/>
                <a:gd name="T43" fmla="*/ 56 h 712"/>
                <a:gd name="T44" fmla="*/ 11 w 150"/>
                <a:gd name="T45" fmla="*/ 38 h 712"/>
                <a:gd name="T46" fmla="*/ 22 w 150"/>
                <a:gd name="T47" fmla="*/ 23 h 712"/>
                <a:gd name="T48" fmla="*/ 38 w 150"/>
                <a:gd name="T49" fmla="*/ 11 h 712"/>
                <a:gd name="T50" fmla="*/ 56 w 150"/>
                <a:gd name="T51" fmla="*/ 3 h 712"/>
                <a:gd name="T52" fmla="*/ 76 w 150"/>
                <a:gd name="T53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50" h="712">
                  <a:moveTo>
                    <a:pt x="76" y="0"/>
                  </a:moveTo>
                  <a:lnTo>
                    <a:pt x="95" y="3"/>
                  </a:lnTo>
                  <a:lnTo>
                    <a:pt x="112" y="11"/>
                  </a:lnTo>
                  <a:lnTo>
                    <a:pt x="128" y="23"/>
                  </a:lnTo>
                  <a:lnTo>
                    <a:pt x="140" y="38"/>
                  </a:lnTo>
                  <a:lnTo>
                    <a:pt x="147" y="56"/>
                  </a:lnTo>
                  <a:lnTo>
                    <a:pt x="150" y="75"/>
                  </a:lnTo>
                  <a:lnTo>
                    <a:pt x="150" y="637"/>
                  </a:lnTo>
                  <a:lnTo>
                    <a:pt x="147" y="656"/>
                  </a:lnTo>
                  <a:lnTo>
                    <a:pt x="140" y="674"/>
                  </a:lnTo>
                  <a:lnTo>
                    <a:pt x="128" y="689"/>
                  </a:lnTo>
                  <a:lnTo>
                    <a:pt x="112" y="701"/>
                  </a:lnTo>
                  <a:lnTo>
                    <a:pt x="95" y="710"/>
                  </a:lnTo>
                  <a:lnTo>
                    <a:pt x="76" y="712"/>
                  </a:lnTo>
                  <a:lnTo>
                    <a:pt x="56" y="710"/>
                  </a:lnTo>
                  <a:lnTo>
                    <a:pt x="38" y="701"/>
                  </a:lnTo>
                  <a:lnTo>
                    <a:pt x="22" y="689"/>
                  </a:lnTo>
                  <a:lnTo>
                    <a:pt x="11" y="674"/>
                  </a:lnTo>
                  <a:lnTo>
                    <a:pt x="3" y="656"/>
                  </a:lnTo>
                  <a:lnTo>
                    <a:pt x="0" y="637"/>
                  </a:lnTo>
                  <a:lnTo>
                    <a:pt x="0" y="75"/>
                  </a:lnTo>
                  <a:lnTo>
                    <a:pt x="3" y="56"/>
                  </a:lnTo>
                  <a:lnTo>
                    <a:pt x="11" y="38"/>
                  </a:lnTo>
                  <a:lnTo>
                    <a:pt x="22" y="23"/>
                  </a:lnTo>
                  <a:lnTo>
                    <a:pt x="38" y="11"/>
                  </a:lnTo>
                  <a:lnTo>
                    <a:pt x="56" y="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0" name="Freeform 671">
              <a:extLst>
                <a:ext uri="{FF2B5EF4-FFF2-40B4-BE49-F238E27FC236}">
                  <a16:creationId xmlns:a16="http://schemas.microsoft.com/office/drawing/2014/main" id="{CAB48B66-7FA3-40C4-BFEA-ABDA456F7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75" y="5265738"/>
              <a:ext cx="50800" cy="17463"/>
            </a:xfrm>
            <a:custGeom>
              <a:avLst/>
              <a:gdLst>
                <a:gd name="T0" fmla="*/ 75 w 447"/>
                <a:gd name="T1" fmla="*/ 0 h 150"/>
                <a:gd name="T2" fmla="*/ 372 w 447"/>
                <a:gd name="T3" fmla="*/ 0 h 150"/>
                <a:gd name="T4" fmla="*/ 392 w 447"/>
                <a:gd name="T5" fmla="*/ 2 h 150"/>
                <a:gd name="T6" fmla="*/ 409 w 447"/>
                <a:gd name="T7" fmla="*/ 10 h 150"/>
                <a:gd name="T8" fmla="*/ 424 w 447"/>
                <a:gd name="T9" fmla="*/ 23 h 150"/>
                <a:gd name="T10" fmla="*/ 437 w 447"/>
                <a:gd name="T11" fmla="*/ 38 h 150"/>
                <a:gd name="T12" fmla="*/ 445 w 447"/>
                <a:gd name="T13" fmla="*/ 55 h 150"/>
                <a:gd name="T14" fmla="*/ 447 w 447"/>
                <a:gd name="T15" fmla="*/ 75 h 150"/>
                <a:gd name="T16" fmla="*/ 445 w 447"/>
                <a:gd name="T17" fmla="*/ 94 h 150"/>
                <a:gd name="T18" fmla="*/ 437 w 447"/>
                <a:gd name="T19" fmla="*/ 112 h 150"/>
                <a:gd name="T20" fmla="*/ 424 w 447"/>
                <a:gd name="T21" fmla="*/ 127 h 150"/>
                <a:gd name="T22" fmla="*/ 409 w 447"/>
                <a:gd name="T23" fmla="*/ 139 h 150"/>
                <a:gd name="T24" fmla="*/ 392 w 447"/>
                <a:gd name="T25" fmla="*/ 148 h 150"/>
                <a:gd name="T26" fmla="*/ 372 w 447"/>
                <a:gd name="T27" fmla="*/ 150 h 150"/>
                <a:gd name="T28" fmla="*/ 75 w 447"/>
                <a:gd name="T29" fmla="*/ 150 h 150"/>
                <a:gd name="T30" fmla="*/ 54 w 447"/>
                <a:gd name="T31" fmla="*/ 148 h 150"/>
                <a:gd name="T32" fmla="*/ 36 w 447"/>
                <a:gd name="T33" fmla="*/ 139 h 150"/>
                <a:gd name="T34" fmla="*/ 21 w 447"/>
                <a:gd name="T35" fmla="*/ 127 h 150"/>
                <a:gd name="T36" fmla="*/ 9 w 447"/>
                <a:gd name="T37" fmla="*/ 112 h 150"/>
                <a:gd name="T38" fmla="*/ 2 w 447"/>
                <a:gd name="T39" fmla="*/ 94 h 150"/>
                <a:gd name="T40" fmla="*/ 0 w 447"/>
                <a:gd name="T41" fmla="*/ 75 h 150"/>
                <a:gd name="T42" fmla="*/ 2 w 447"/>
                <a:gd name="T43" fmla="*/ 55 h 150"/>
                <a:gd name="T44" fmla="*/ 10 w 447"/>
                <a:gd name="T45" fmla="*/ 38 h 150"/>
                <a:gd name="T46" fmla="*/ 22 w 447"/>
                <a:gd name="T47" fmla="*/ 23 h 150"/>
                <a:gd name="T48" fmla="*/ 38 w 447"/>
                <a:gd name="T49" fmla="*/ 10 h 150"/>
                <a:gd name="T50" fmla="*/ 55 w 447"/>
                <a:gd name="T51" fmla="*/ 2 h 150"/>
                <a:gd name="T52" fmla="*/ 75 w 447"/>
                <a:gd name="T5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7" h="150">
                  <a:moveTo>
                    <a:pt x="75" y="0"/>
                  </a:moveTo>
                  <a:lnTo>
                    <a:pt x="372" y="0"/>
                  </a:lnTo>
                  <a:lnTo>
                    <a:pt x="392" y="2"/>
                  </a:lnTo>
                  <a:lnTo>
                    <a:pt x="409" y="10"/>
                  </a:lnTo>
                  <a:lnTo>
                    <a:pt x="424" y="23"/>
                  </a:lnTo>
                  <a:lnTo>
                    <a:pt x="437" y="38"/>
                  </a:lnTo>
                  <a:lnTo>
                    <a:pt x="445" y="55"/>
                  </a:lnTo>
                  <a:lnTo>
                    <a:pt x="447" y="75"/>
                  </a:lnTo>
                  <a:lnTo>
                    <a:pt x="445" y="94"/>
                  </a:lnTo>
                  <a:lnTo>
                    <a:pt x="437" y="112"/>
                  </a:lnTo>
                  <a:lnTo>
                    <a:pt x="424" y="127"/>
                  </a:lnTo>
                  <a:lnTo>
                    <a:pt x="409" y="139"/>
                  </a:lnTo>
                  <a:lnTo>
                    <a:pt x="392" y="148"/>
                  </a:lnTo>
                  <a:lnTo>
                    <a:pt x="372" y="150"/>
                  </a:lnTo>
                  <a:lnTo>
                    <a:pt x="75" y="150"/>
                  </a:lnTo>
                  <a:lnTo>
                    <a:pt x="54" y="148"/>
                  </a:lnTo>
                  <a:lnTo>
                    <a:pt x="36" y="139"/>
                  </a:lnTo>
                  <a:lnTo>
                    <a:pt x="21" y="127"/>
                  </a:lnTo>
                  <a:lnTo>
                    <a:pt x="9" y="112"/>
                  </a:lnTo>
                  <a:lnTo>
                    <a:pt x="2" y="94"/>
                  </a:lnTo>
                  <a:lnTo>
                    <a:pt x="0" y="75"/>
                  </a:lnTo>
                  <a:lnTo>
                    <a:pt x="2" y="55"/>
                  </a:lnTo>
                  <a:lnTo>
                    <a:pt x="10" y="38"/>
                  </a:lnTo>
                  <a:lnTo>
                    <a:pt x="22" y="23"/>
                  </a:lnTo>
                  <a:lnTo>
                    <a:pt x="38" y="10"/>
                  </a:lnTo>
                  <a:lnTo>
                    <a:pt x="55" y="2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1" name="Freeform 672">
              <a:extLst>
                <a:ext uri="{FF2B5EF4-FFF2-40B4-BE49-F238E27FC236}">
                  <a16:creationId xmlns:a16="http://schemas.microsoft.com/office/drawing/2014/main" id="{772DBD35-398F-46A4-9B09-31DE86BC2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75" y="5294313"/>
              <a:ext cx="50800" cy="17463"/>
            </a:xfrm>
            <a:custGeom>
              <a:avLst/>
              <a:gdLst>
                <a:gd name="T0" fmla="*/ 75 w 447"/>
                <a:gd name="T1" fmla="*/ 0 h 151"/>
                <a:gd name="T2" fmla="*/ 372 w 447"/>
                <a:gd name="T3" fmla="*/ 0 h 151"/>
                <a:gd name="T4" fmla="*/ 392 w 447"/>
                <a:gd name="T5" fmla="*/ 3 h 151"/>
                <a:gd name="T6" fmla="*/ 409 w 447"/>
                <a:gd name="T7" fmla="*/ 11 h 151"/>
                <a:gd name="T8" fmla="*/ 424 w 447"/>
                <a:gd name="T9" fmla="*/ 24 h 151"/>
                <a:gd name="T10" fmla="*/ 437 w 447"/>
                <a:gd name="T11" fmla="*/ 38 h 151"/>
                <a:gd name="T12" fmla="*/ 445 w 447"/>
                <a:gd name="T13" fmla="*/ 56 h 151"/>
                <a:gd name="T14" fmla="*/ 447 w 447"/>
                <a:gd name="T15" fmla="*/ 76 h 151"/>
                <a:gd name="T16" fmla="*/ 445 w 447"/>
                <a:gd name="T17" fmla="*/ 95 h 151"/>
                <a:gd name="T18" fmla="*/ 437 w 447"/>
                <a:gd name="T19" fmla="*/ 113 h 151"/>
                <a:gd name="T20" fmla="*/ 424 w 447"/>
                <a:gd name="T21" fmla="*/ 128 h 151"/>
                <a:gd name="T22" fmla="*/ 409 w 447"/>
                <a:gd name="T23" fmla="*/ 140 h 151"/>
                <a:gd name="T24" fmla="*/ 392 w 447"/>
                <a:gd name="T25" fmla="*/ 149 h 151"/>
                <a:gd name="T26" fmla="*/ 372 w 447"/>
                <a:gd name="T27" fmla="*/ 151 h 151"/>
                <a:gd name="T28" fmla="*/ 75 w 447"/>
                <a:gd name="T29" fmla="*/ 151 h 151"/>
                <a:gd name="T30" fmla="*/ 54 w 447"/>
                <a:gd name="T31" fmla="*/ 149 h 151"/>
                <a:gd name="T32" fmla="*/ 36 w 447"/>
                <a:gd name="T33" fmla="*/ 140 h 151"/>
                <a:gd name="T34" fmla="*/ 21 w 447"/>
                <a:gd name="T35" fmla="*/ 128 h 151"/>
                <a:gd name="T36" fmla="*/ 9 w 447"/>
                <a:gd name="T37" fmla="*/ 114 h 151"/>
                <a:gd name="T38" fmla="*/ 2 w 447"/>
                <a:gd name="T39" fmla="*/ 95 h 151"/>
                <a:gd name="T40" fmla="*/ 0 w 447"/>
                <a:gd name="T41" fmla="*/ 76 h 151"/>
                <a:gd name="T42" fmla="*/ 2 w 447"/>
                <a:gd name="T43" fmla="*/ 56 h 151"/>
                <a:gd name="T44" fmla="*/ 10 w 447"/>
                <a:gd name="T45" fmla="*/ 38 h 151"/>
                <a:gd name="T46" fmla="*/ 22 w 447"/>
                <a:gd name="T47" fmla="*/ 24 h 151"/>
                <a:gd name="T48" fmla="*/ 38 w 447"/>
                <a:gd name="T49" fmla="*/ 11 h 151"/>
                <a:gd name="T50" fmla="*/ 55 w 447"/>
                <a:gd name="T51" fmla="*/ 3 h 151"/>
                <a:gd name="T52" fmla="*/ 75 w 447"/>
                <a:gd name="T5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47" h="151">
                  <a:moveTo>
                    <a:pt x="75" y="0"/>
                  </a:moveTo>
                  <a:lnTo>
                    <a:pt x="372" y="0"/>
                  </a:lnTo>
                  <a:lnTo>
                    <a:pt x="392" y="3"/>
                  </a:lnTo>
                  <a:lnTo>
                    <a:pt x="409" y="11"/>
                  </a:lnTo>
                  <a:lnTo>
                    <a:pt x="424" y="24"/>
                  </a:lnTo>
                  <a:lnTo>
                    <a:pt x="437" y="38"/>
                  </a:lnTo>
                  <a:lnTo>
                    <a:pt x="445" y="56"/>
                  </a:lnTo>
                  <a:lnTo>
                    <a:pt x="447" y="76"/>
                  </a:lnTo>
                  <a:lnTo>
                    <a:pt x="445" y="95"/>
                  </a:lnTo>
                  <a:lnTo>
                    <a:pt x="437" y="113"/>
                  </a:lnTo>
                  <a:lnTo>
                    <a:pt x="424" y="128"/>
                  </a:lnTo>
                  <a:lnTo>
                    <a:pt x="409" y="140"/>
                  </a:lnTo>
                  <a:lnTo>
                    <a:pt x="392" y="149"/>
                  </a:lnTo>
                  <a:lnTo>
                    <a:pt x="372" y="151"/>
                  </a:lnTo>
                  <a:lnTo>
                    <a:pt x="75" y="151"/>
                  </a:lnTo>
                  <a:lnTo>
                    <a:pt x="54" y="149"/>
                  </a:lnTo>
                  <a:lnTo>
                    <a:pt x="36" y="140"/>
                  </a:lnTo>
                  <a:lnTo>
                    <a:pt x="21" y="128"/>
                  </a:lnTo>
                  <a:lnTo>
                    <a:pt x="9" y="114"/>
                  </a:lnTo>
                  <a:lnTo>
                    <a:pt x="2" y="95"/>
                  </a:lnTo>
                  <a:lnTo>
                    <a:pt x="0" y="76"/>
                  </a:lnTo>
                  <a:lnTo>
                    <a:pt x="2" y="56"/>
                  </a:lnTo>
                  <a:lnTo>
                    <a:pt x="10" y="38"/>
                  </a:lnTo>
                  <a:lnTo>
                    <a:pt x="22" y="24"/>
                  </a:lnTo>
                  <a:lnTo>
                    <a:pt x="38" y="11"/>
                  </a:lnTo>
                  <a:lnTo>
                    <a:pt x="55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2" name="Freeform 673">
              <a:extLst>
                <a:ext uri="{FF2B5EF4-FFF2-40B4-BE49-F238E27FC236}">
                  <a16:creationId xmlns:a16="http://schemas.microsoft.com/office/drawing/2014/main" id="{0E125C9F-4ED7-4F2E-9AB5-778FE7321E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43125" y="5153025"/>
              <a:ext cx="334962" cy="214313"/>
            </a:xfrm>
            <a:custGeom>
              <a:avLst/>
              <a:gdLst>
                <a:gd name="T0" fmla="*/ 251 w 2961"/>
                <a:gd name="T1" fmla="*/ 217 h 1887"/>
                <a:gd name="T2" fmla="*/ 251 w 2961"/>
                <a:gd name="T3" fmla="*/ 1669 h 1887"/>
                <a:gd name="T4" fmla="*/ 2709 w 2961"/>
                <a:gd name="T5" fmla="*/ 1669 h 1887"/>
                <a:gd name="T6" fmla="*/ 2709 w 2961"/>
                <a:gd name="T7" fmla="*/ 217 h 1887"/>
                <a:gd name="T8" fmla="*/ 251 w 2961"/>
                <a:gd name="T9" fmla="*/ 217 h 1887"/>
                <a:gd name="T10" fmla="*/ 0 w 2961"/>
                <a:gd name="T11" fmla="*/ 0 h 1887"/>
                <a:gd name="T12" fmla="*/ 2960 w 2961"/>
                <a:gd name="T13" fmla="*/ 0 h 1887"/>
                <a:gd name="T14" fmla="*/ 2961 w 2961"/>
                <a:gd name="T15" fmla="*/ 1887 h 1887"/>
                <a:gd name="T16" fmla="*/ 0 w 2961"/>
                <a:gd name="T17" fmla="*/ 1887 h 1887"/>
                <a:gd name="T18" fmla="*/ 0 w 2961"/>
                <a:gd name="T19" fmla="*/ 0 h 1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61" h="1887">
                  <a:moveTo>
                    <a:pt x="251" y="217"/>
                  </a:moveTo>
                  <a:lnTo>
                    <a:pt x="251" y="1669"/>
                  </a:lnTo>
                  <a:lnTo>
                    <a:pt x="2709" y="1669"/>
                  </a:lnTo>
                  <a:lnTo>
                    <a:pt x="2709" y="217"/>
                  </a:lnTo>
                  <a:lnTo>
                    <a:pt x="251" y="217"/>
                  </a:lnTo>
                  <a:close/>
                  <a:moveTo>
                    <a:pt x="0" y="0"/>
                  </a:moveTo>
                  <a:lnTo>
                    <a:pt x="2960" y="0"/>
                  </a:lnTo>
                  <a:lnTo>
                    <a:pt x="2961" y="1887"/>
                  </a:lnTo>
                  <a:lnTo>
                    <a:pt x="0" y="18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8D41477-5D3E-41CC-8177-BAECC72354FD}"/>
              </a:ext>
            </a:extLst>
          </p:cNvPr>
          <p:cNvGrpSpPr/>
          <p:nvPr/>
        </p:nvGrpSpPr>
        <p:grpSpPr>
          <a:xfrm>
            <a:off x="3577620" y="4830971"/>
            <a:ext cx="302629" cy="309068"/>
            <a:chOff x="2714625" y="5075238"/>
            <a:chExt cx="373063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44" name="Freeform 678">
              <a:extLst>
                <a:ext uri="{FF2B5EF4-FFF2-40B4-BE49-F238E27FC236}">
                  <a16:creationId xmlns:a16="http://schemas.microsoft.com/office/drawing/2014/main" id="{BB8EA2FB-17D8-4A1C-B051-BD52AB37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575" y="5075238"/>
              <a:ext cx="157163" cy="61912"/>
            </a:xfrm>
            <a:custGeom>
              <a:avLst/>
              <a:gdLst>
                <a:gd name="T0" fmla="*/ 86 w 1387"/>
                <a:gd name="T1" fmla="*/ 0 h 549"/>
                <a:gd name="T2" fmla="*/ 1302 w 1387"/>
                <a:gd name="T3" fmla="*/ 0 h 549"/>
                <a:gd name="T4" fmla="*/ 1325 w 1387"/>
                <a:gd name="T5" fmla="*/ 3 h 549"/>
                <a:gd name="T6" fmla="*/ 1346 w 1387"/>
                <a:gd name="T7" fmla="*/ 11 h 549"/>
                <a:gd name="T8" fmla="*/ 1362 w 1387"/>
                <a:gd name="T9" fmla="*/ 25 h 549"/>
                <a:gd name="T10" fmla="*/ 1376 w 1387"/>
                <a:gd name="T11" fmla="*/ 42 h 549"/>
                <a:gd name="T12" fmla="*/ 1385 w 1387"/>
                <a:gd name="T13" fmla="*/ 62 h 549"/>
                <a:gd name="T14" fmla="*/ 1387 w 1387"/>
                <a:gd name="T15" fmla="*/ 85 h 549"/>
                <a:gd name="T16" fmla="*/ 1387 w 1387"/>
                <a:gd name="T17" fmla="*/ 549 h 549"/>
                <a:gd name="T18" fmla="*/ 1213 w 1387"/>
                <a:gd name="T19" fmla="*/ 549 h 549"/>
                <a:gd name="T20" fmla="*/ 1213 w 1387"/>
                <a:gd name="T21" fmla="*/ 173 h 549"/>
                <a:gd name="T22" fmla="*/ 174 w 1387"/>
                <a:gd name="T23" fmla="*/ 173 h 549"/>
                <a:gd name="T24" fmla="*/ 174 w 1387"/>
                <a:gd name="T25" fmla="*/ 547 h 549"/>
                <a:gd name="T26" fmla="*/ 0 w 1387"/>
                <a:gd name="T27" fmla="*/ 547 h 549"/>
                <a:gd name="T28" fmla="*/ 0 w 1387"/>
                <a:gd name="T29" fmla="*/ 85 h 549"/>
                <a:gd name="T30" fmla="*/ 3 w 1387"/>
                <a:gd name="T31" fmla="*/ 62 h 549"/>
                <a:gd name="T32" fmla="*/ 11 w 1387"/>
                <a:gd name="T33" fmla="*/ 42 h 549"/>
                <a:gd name="T34" fmla="*/ 25 w 1387"/>
                <a:gd name="T35" fmla="*/ 25 h 549"/>
                <a:gd name="T36" fmla="*/ 42 w 1387"/>
                <a:gd name="T37" fmla="*/ 11 h 549"/>
                <a:gd name="T38" fmla="*/ 63 w 1387"/>
                <a:gd name="T39" fmla="*/ 3 h 549"/>
                <a:gd name="T40" fmla="*/ 86 w 1387"/>
                <a:gd name="T41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87" h="549">
                  <a:moveTo>
                    <a:pt x="86" y="0"/>
                  </a:moveTo>
                  <a:lnTo>
                    <a:pt x="1302" y="0"/>
                  </a:lnTo>
                  <a:lnTo>
                    <a:pt x="1325" y="3"/>
                  </a:lnTo>
                  <a:lnTo>
                    <a:pt x="1346" y="11"/>
                  </a:lnTo>
                  <a:lnTo>
                    <a:pt x="1362" y="25"/>
                  </a:lnTo>
                  <a:lnTo>
                    <a:pt x="1376" y="42"/>
                  </a:lnTo>
                  <a:lnTo>
                    <a:pt x="1385" y="62"/>
                  </a:lnTo>
                  <a:lnTo>
                    <a:pt x="1387" y="85"/>
                  </a:lnTo>
                  <a:lnTo>
                    <a:pt x="1387" y="549"/>
                  </a:lnTo>
                  <a:lnTo>
                    <a:pt x="1213" y="549"/>
                  </a:lnTo>
                  <a:lnTo>
                    <a:pt x="1213" y="173"/>
                  </a:lnTo>
                  <a:lnTo>
                    <a:pt x="174" y="173"/>
                  </a:lnTo>
                  <a:lnTo>
                    <a:pt x="174" y="547"/>
                  </a:lnTo>
                  <a:lnTo>
                    <a:pt x="0" y="547"/>
                  </a:lnTo>
                  <a:lnTo>
                    <a:pt x="0" y="85"/>
                  </a:lnTo>
                  <a:lnTo>
                    <a:pt x="3" y="62"/>
                  </a:lnTo>
                  <a:lnTo>
                    <a:pt x="11" y="42"/>
                  </a:lnTo>
                  <a:lnTo>
                    <a:pt x="25" y="25"/>
                  </a:lnTo>
                  <a:lnTo>
                    <a:pt x="42" y="11"/>
                  </a:lnTo>
                  <a:lnTo>
                    <a:pt x="63" y="3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5" name="Freeform 679">
              <a:extLst>
                <a:ext uri="{FF2B5EF4-FFF2-40B4-BE49-F238E27FC236}">
                  <a16:creationId xmlns:a16="http://schemas.microsoft.com/office/drawing/2014/main" id="{39462248-E4E7-4220-B32E-D82619EEB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14625" y="5157788"/>
              <a:ext cx="373063" cy="298450"/>
            </a:xfrm>
            <a:custGeom>
              <a:avLst/>
              <a:gdLst>
                <a:gd name="T0" fmla="*/ 2658 w 3289"/>
                <a:gd name="T1" fmla="*/ 326 h 2641"/>
                <a:gd name="T2" fmla="*/ 2620 w 3289"/>
                <a:gd name="T3" fmla="*/ 348 h 2641"/>
                <a:gd name="T4" fmla="*/ 2599 w 3289"/>
                <a:gd name="T5" fmla="*/ 385 h 2641"/>
                <a:gd name="T6" fmla="*/ 2595 w 3289"/>
                <a:gd name="T7" fmla="*/ 2232 h 2641"/>
                <a:gd name="T8" fmla="*/ 2607 w 3289"/>
                <a:gd name="T9" fmla="*/ 2275 h 2641"/>
                <a:gd name="T10" fmla="*/ 2638 w 3289"/>
                <a:gd name="T11" fmla="*/ 2305 h 2641"/>
                <a:gd name="T12" fmla="*/ 2681 w 3289"/>
                <a:gd name="T13" fmla="*/ 2317 h 2641"/>
                <a:gd name="T14" fmla="*/ 2725 w 3289"/>
                <a:gd name="T15" fmla="*/ 2305 h 2641"/>
                <a:gd name="T16" fmla="*/ 2754 w 3289"/>
                <a:gd name="T17" fmla="*/ 2275 h 2641"/>
                <a:gd name="T18" fmla="*/ 2767 w 3289"/>
                <a:gd name="T19" fmla="*/ 2232 h 2641"/>
                <a:gd name="T20" fmla="*/ 2764 w 3289"/>
                <a:gd name="T21" fmla="*/ 385 h 2641"/>
                <a:gd name="T22" fmla="*/ 2742 w 3289"/>
                <a:gd name="T23" fmla="*/ 348 h 2641"/>
                <a:gd name="T24" fmla="*/ 2704 w 3289"/>
                <a:gd name="T25" fmla="*/ 326 h 2641"/>
                <a:gd name="T26" fmla="*/ 1990 w 3289"/>
                <a:gd name="T27" fmla="*/ 323 h 2641"/>
                <a:gd name="T28" fmla="*/ 1947 w 3289"/>
                <a:gd name="T29" fmla="*/ 334 h 2641"/>
                <a:gd name="T30" fmla="*/ 1916 w 3289"/>
                <a:gd name="T31" fmla="*/ 365 h 2641"/>
                <a:gd name="T32" fmla="*/ 1905 w 3289"/>
                <a:gd name="T33" fmla="*/ 408 h 2641"/>
                <a:gd name="T34" fmla="*/ 1908 w 3289"/>
                <a:gd name="T35" fmla="*/ 2254 h 2641"/>
                <a:gd name="T36" fmla="*/ 1930 w 3289"/>
                <a:gd name="T37" fmla="*/ 2292 h 2641"/>
                <a:gd name="T38" fmla="*/ 1968 w 3289"/>
                <a:gd name="T39" fmla="*/ 2314 h 2641"/>
                <a:gd name="T40" fmla="*/ 2014 w 3289"/>
                <a:gd name="T41" fmla="*/ 2314 h 2641"/>
                <a:gd name="T42" fmla="*/ 2052 w 3289"/>
                <a:gd name="T43" fmla="*/ 2292 h 2641"/>
                <a:gd name="T44" fmla="*/ 2073 w 3289"/>
                <a:gd name="T45" fmla="*/ 2254 h 2641"/>
                <a:gd name="T46" fmla="*/ 2076 w 3289"/>
                <a:gd name="T47" fmla="*/ 408 h 2641"/>
                <a:gd name="T48" fmla="*/ 2064 w 3289"/>
                <a:gd name="T49" fmla="*/ 365 h 2641"/>
                <a:gd name="T50" fmla="*/ 2034 w 3289"/>
                <a:gd name="T51" fmla="*/ 334 h 2641"/>
                <a:gd name="T52" fmla="*/ 1990 w 3289"/>
                <a:gd name="T53" fmla="*/ 323 h 2641"/>
                <a:gd name="T54" fmla="*/ 1279 w 3289"/>
                <a:gd name="T55" fmla="*/ 326 h 2641"/>
                <a:gd name="T56" fmla="*/ 1241 w 3289"/>
                <a:gd name="T57" fmla="*/ 348 h 2641"/>
                <a:gd name="T58" fmla="*/ 1220 w 3289"/>
                <a:gd name="T59" fmla="*/ 385 h 2641"/>
                <a:gd name="T60" fmla="*/ 1217 w 3289"/>
                <a:gd name="T61" fmla="*/ 2232 h 2641"/>
                <a:gd name="T62" fmla="*/ 1228 w 3289"/>
                <a:gd name="T63" fmla="*/ 2275 h 2641"/>
                <a:gd name="T64" fmla="*/ 1259 w 3289"/>
                <a:gd name="T65" fmla="*/ 2305 h 2641"/>
                <a:gd name="T66" fmla="*/ 1302 w 3289"/>
                <a:gd name="T67" fmla="*/ 2317 h 2641"/>
                <a:gd name="T68" fmla="*/ 1346 w 3289"/>
                <a:gd name="T69" fmla="*/ 2305 h 2641"/>
                <a:gd name="T70" fmla="*/ 1376 w 3289"/>
                <a:gd name="T71" fmla="*/ 2275 h 2641"/>
                <a:gd name="T72" fmla="*/ 1387 w 3289"/>
                <a:gd name="T73" fmla="*/ 2232 h 2641"/>
                <a:gd name="T74" fmla="*/ 1385 w 3289"/>
                <a:gd name="T75" fmla="*/ 385 h 2641"/>
                <a:gd name="T76" fmla="*/ 1362 w 3289"/>
                <a:gd name="T77" fmla="*/ 348 h 2641"/>
                <a:gd name="T78" fmla="*/ 1325 w 3289"/>
                <a:gd name="T79" fmla="*/ 326 h 2641"/>
                <a:gd name="T80" fmla="*/ 610 w 3289"/>
                <a:gd name="T81" fmla="*/ 323 h 2641"/>
                <a:gd name="T82" fmla="*/ 567 w 3289"/>
                <a:gd name="T83" fmla="*/ 334 h 2641"/>
                <a:gd name="T84" fmla="*/ 537 w 3289"/>
                <a:gd name="T85" fmla="*/ 365 h 2641"/>
                <a:gd name="T86" fmla="*/ 525 w 3289"/>
                <a:gd name="T87" fmla="*/ 408 h 2641"/>
                <a:gd name="T88" fmla="*/ 528 w 3289"/>
                <a:gd name="T89" fmla="*/ 2254 h 2641"/>
                <a:gd name="T90" fmla="*/ 550 w 3289"/>
                <a:gd name="T91" fmla="*/ 2292 h 2641"/>
                <a:gd name="T92" fmla="*/ 588 w 3289"/>
                <a:gd name="T93" fmla="*/ 2314 h 2641"/>
                <a:gd name="T94" fmla="*/ 634 w 3289"/>
                <a:gd name="T95" fmla="*/ 2314 h 2641"/>
                <a:gd name="T96" fmla="*/ 672 w 3289"/>
                <a:gd name="T97" fmla="*/ 2292 h 2641"/>
                <a:gd name="T98" fmla="*/ 693 w 3289"/>
                <a:gd name="T99" fmla="*/ 2254 h 2641"/>
                <a:gd name="T100" fmla="*/ 697 w 3289"/>
                <a:gd name="T101" fmla="*/ 408 h 2641"/>
                <a:gd name="T102" fmla="*/ 685 w 3289"/>
                <a:gd name="T103" fmla="*/ 365 h 2641"/>
                <a:gd name="T104" fmla="*/ 654 w 3289"/>
                <a:gd name="T105" fmla="*/ 334 h 2641"/>
                <a:gd name="T106" fmla="*/ 610 w 3289"/>
                <a:gd name="T107" fmla="*/ 323 h 2641"/>
                <a:gd name="T108" fmla="*/ 3289 w 3289"/>
                <a:gd name="T109" fmla="*/ 0 h 2641"/>
                <a:gd name="T110" fmla="*/ 0 w 3289"/>
                <a:gd name="T111" fmla="*/ 2641 h 2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89" h="2641">
                  <a:moveTo>
                    <a:pt x="2681" y="323"/>
                  </a:moveTo>
                  <a:lnTo>
                    <a:pt x="2658" y="326"/>
                  </a:lnTo>
                  <a:lnTo>
                    <a:pt x="2638" y="334"/>
                  </a:lnTo>
                  <a:lnTo>
                    <a:pt x="2620" y="348"/>
                  </a:lnTo>
                  <a:lnTo>
                    <a:pt x="2607" y="365"/>
                  </a:lnTo>
                  <a:lnTo>
                    <a:pt x="2599" y="385"/>
                  </a:lnTo>
                  <a:lnTo>
                    <a:pt x="2595" y="408"/>
                  </a:lnTo>
                  <a:lnTo>
                    <a:pt x="2595" y="2232"/>
                  </a:lnTo>
                  <a:lnTo>
                    <a:pt x="2599" y="2254"/>
                  </a:lnTo>
                  <a:lnTo>
                    <a:pt x="2607" y="2275"/>
                  </a:lnTo>
                  <a:lnTo>
                    <a:pt x="2620" y="2292"/>
                  </a:lnTo>
                  <a:lnTo>
                    <a:pt x="2638" y="2305"/>
                  </a:lnTo>
                  <a:lnTo>
                    <a:pt x="2658" y="2314"/>
                  </a:lnTo>
                  <a:lnTo>
                    <a:pt x="2681" y="2317"/>
                  </a:lnTo>
                  <a:lnTo>
                    <a:pt x="2704" y="2314"/>
                  </a:lnTo>
                  <a:lnTo>
                    <a:pt x="2725" y="2305"/>
                  </a:lnTo>
                  <a:lnTo>
                    <a:pt x="2742" y="2292"/>
                  </a:lnTo>
                  <a:lnTo>
                    <a:pt x="2754" y="2275"/>
                  </a:lnTo>
                  <a:lnTo>
                    <a:pt x="2764" y="2254"/>
                  </a:lnTo>
                  <a:lnTo>
                    <a:pt x="2767" y="2232"/>
                  </a:lnTo>
                  <a:lnTo>
                    <a:pt x="2767" y="408"/>
                  </a:lnTo>
                  <a:lnTo>
                    <a:pt x="2764" y="385"/>
                  </a:lnTo>
                  <a:lnTo>
                    <a:pt x="2754" y="365"/>
                  </a:lnTo>
                  <a:lnTo>
                    <a:pt x="2742" y="348"/>
                  </a:lnTo>
                  <a:lnTo>
                    <a:pt x="2725" y="334"/>
                  </a:lnTo>
                  <a:lnTo>
                    <a:pt x="2704" y="326"/>
                  </a:lnTo>
                  <a:lnTo>
                    <a:pt x="2681" y="323"/>
                  </a:lnTo>
                  <a:close/>
                  <a:moveTo>
                    <a:pt x="1990" y="323"/>
                  </a:moveTo>
                  <a:lnTo>
                    <a:pt x="1968" y="326"/>
                  </a:lnTo>
                  <a:lnTo>
                    <a:pt x="1947" y="334"/>
                  </a:lnTo>
                  <a:lnTo>
                    <a:pt x="1930" y="348"/>
                  </a:lnTo>
                  <a:lnTo>
                    <a:pt x="1916" y="365"/>
                  </a:lnTo>
                  <a:lnTo>
                    <a:pt x="1908" y="385"/>
                  </a:lnTo>
                  <a:lnTo>
                    <a:pt x="1905" y="408"/>
                  </a:lnTo>
                  <a:lnTo>
                    <a:pt x="1905" y="2232"/>
                  </a:lnTo>
                  <a:lnTo>
                    <a:pt x="1908" y="2254"/>
                  </a:lnTo>
                  <a:lnTo>
                    <a:pt x="1916" y="2275"/>
                  </a:lnTo>
                  <a:lnTo>
                    <a:pt x="1930" y="2292"/>
                  </a:lnTo>
                  <a:lnTo>
                    <a:pt x="1947" y="2305"/>
                  </a:lnTo>
                  <a:lnTo>
                    <a:pt x="1968" y="2314"/>
                  </a:lnTo>
                  <a:lnTo>
                    <a:pt x="1990" y="2317"/>
                  </a:lnTo>
                  <a:lnTo>
                    <a:pt x="2014" y="2314"/>
                  </a:lnTo>
                  <a:lnTo>
                    <a:pt x="2034" y="2305"/>
                  </a:lnTo>
                  <a:lnTo>
                    <a:pt x="2052" y="2292"/>
                  </a:lnTo>
                  <a:lnTo>
                    <a:pt x="2064" y="2275"/>
                  </a:lnTo>
                  <a:lnTo>
                    <a:pt x="2073" y="2254"/>
                  </a:lnTo>
                  <a:lnTo>
                    <a:pt x="2076" y="2232"/>
                  </a:lnTo>
                  <a:lnTo>
                    <a:pt x="2076" y="408"/>
                  </a:lnTo>
                  <a:lnTo>
                    <a:pt x="2073" y="385"/>
                  </a:lnTo>
                  <a:lnTo>
                    <a:pt x="2064" y="365"/>
                  </a:lnTo>
                  <a:lnTo>
                    <a:pt x="2052" y="348"/>
                  </a:lnTo>
                  <a:lnTo>
                    <a:pt x="2034" y="334"/>
                  </a:lnTo>
                  <a:lnTo>
                    <a:pt x="2014" y="326"/>
                  </a:lnTo>
                  <a:lnTo>
                    <a:pt x="1990" y="323"/>
                  </a:lnTo>
                  <a:close/>
                  <a:moveTo>
                    <a:pt x="1302" y="323"/>
                  </a:moveTo>
                  <a:lnTo>
                    <a:pt x="1279" y="326"/>
                  </a:lnTo>
                  <a:lnTo>
                    <a:pt x="1259" y="334"/>
                  </a:lnTo>
                  <a:lnTo>
                    <a:pt x="1241" y="348"/>
                  </a:lnTo>
                  <a:lnTo>
                    <a:pt x="1228" y="365"/>
                  </a:lnTo>
                  <a:lnTo>
                    <a:pt x="1220" y="385"/>
                  </a:lnTo>
                  <a:lnTo>
                    <a:pt x="1217" y="408"/>
                  </a:lnTo>
                  <a:lnTo>
                    <a:pt x="1217" y="2232"/>
                  </a:lnTo>
                  <a:lnTo>
                    <a:pt x="1220" y="2254"/>
                  </a:lnTo>
                  <a:lnTo>
                    <a:pt x="1228" y="2275"/>
                  </a:lnTo>
                  <a:lnTo>
                    <a:pt x="1241" y="2292"/>
                  </a:lnTo>
                  <a:lnTo>
                    <a:pt x="1259" y="2305"/>
                  </a:lnTo>
                  <a:lnTo>
                    <a:pt x="1279" y="2314"/>
                  </a:lnTo>
                  <a:lnTo>
                    <a:pt x="1302" y="2317"/>
                  </a:lnTo>
                  <a:lnTo>
                    <a:pt x="1325" y="2314"/>
                  </a:lnTo>
                  <a:lnTo>
                    <a:pt x="1346" y="2305"/>
                  </a:lnTo>
                  <a:lnTo>
                    <a:pt x="1362" y="2292"/>
                  </a:lnTo>
                  <a:lnTo>
                    <a:pt x="1376" y="2275"/>
                  </a:lnTo>
                  <a:lnTo>
                    <a:pt x="1385" y="2254"/>
                  </a:lnTo>
                  <a:lnTo>
                    <a:pt x="1387" y="2232"/>
                  </a:lnTo>
                  <a:lnTo>
                    <a:pt x="1387" y="408"/>
                  </a:lnTo>
                  <a:lnTo>
                    <a:pt x="1385" y="385"/>
                  </a:lnTo>
                  <a:lnTo>
                    <a:pt x="1376" y="365"/>
                  </a:lnTo>
                  <a:lnTo>
                    <a:pt x="1362" y="348"/>
                  </a:lnTo>
                  <a:lnTo>
                    <a:pt x="1346" y="334"/>
                  </a:lnTo>
                  <a:lnTo>
                    <a:pt x="1325" y="326"/>
                  </a:lnTo>
                  <a:lnTo>
                    <a:pt x="1302" y="323"/>
                  </a:lnTo>
                  <a:close/>
                  <a:moveTo>
                    <a:pt x="610" y="323"/>
                  </a:moveTo>
                  <a:lnTo>
                    <a:pt x="588" y="326"/>
                  </a:lnTo>
                  <a:lnTo>
                    <a:pt x="567" y="334"/>
                  </a:lnTo>
                  <a:lnTo>
                    <a:pt x="550" y="348"/>
                  </a:lnTo>
                  <a:lnTo>
                    <a:pt x="537" y="365"/>
                  </a:lnTo>
                  <a:lnTo>
                    <a:pt x="528" y="385"/>
                  </a:lnTo>
                  <a:lnTo>
                    <a:pt x="525" y="408"/>
                  </a:lnTo>
                  <a:lnTo>
                    <a:pt x="525" y="2232"/>
                  </a:lnTo>
                  <a:lnTo>
                    <a:pt x="528" y="2254"/>
                  </a:lnTo>
                  <a:lnTo>
                    <a:pt x="537" y="2275"/>
                  </a:lnTo>
                  <a:lnTo>
                    <a:pt x="550" y="2292"/>
                  </a:lnTo>
                  <a:lnTo>
                    <a:pt x="567" y="2305"/>
                  </a:lnTo>
                  <a:lnTo>
                    <a:pt x="588" y="2314"/>
                  </a:lnTo>
                  <a:lnTo>
                    <a:pt x="610" y="2317"/>
                  </a:lnTo>
                  <a:lnTo>
                    <a:pt x="634" y="2314"/>
                  </a:lnTo>
                  <a:lnTo>
                    <a:pt x="654" y="2305"/>
                  </a:lnTo>
                  <a:lnTo>
                    <a:pt x="672" y="2292"/>
                  </a:lnTo>
                  <a:lnTo>
                    <a:pt x="685" y="2275"/>
                  </a:lnTo>
                  <a:lnTo>
                    <a:pt x="693" y="2254"/>
                  </a:lnTo>
                  <a:lnTo>
                    <a:pt x="697" y="2232"/>
                  </a:lnTo>
                  <a:lnTo>
                    <a:pt x="697" y="408"/>
                  </a:lnTo>
                  <a:lnTo>
                    <a:pt x="693" y="385"/>
                  </a:lnTo>
                  <a:lnTo>
                    <a:pt x="685" y="365"/>
                  </a:lnTo>
                  <a:lnTo>
                    <a:pt x="672" y="348"/>
                  </a:lnTo>
                  <a:lnTo>
                    <a:pt x="654" y="334"/>
                  </a:lnTo>
                  <a:lnTo>
                    <a:pt x="634" y="326"/>
                  </a:lnTo>
                  <a:lnTo>
                    <a:pt x="610" y="323"/>
                  </a:lnTo>
                  <a:close/>
                  <a:moveTo>
                    <a:pt x="0" y="0"/>
                  </a:moveTo>
                  <a:lnTo>
                    <a:pt x="3289" y="0"/>
                  </a:lnTo>
                  <a:lnTo>
                    <a:pt x="3289" y="2641"/>
                  </a:lnTo>
                  <a:lnTo>
                    <a:pt x="0" y="264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2B23154B-0B24-4E99-8561-4AAC9603EB71}"/>
              </a:ext>
            </a:extLst>
          </p:cNvPr>
          <p:cNvGrpSpPr/>
          <p:nvPr/>
        </p:nvGrpSpPr>
        <p:grpSpPr>
          <a:xfrm>
            <a:off x="4309484" y="4830327"/>
            <a:ext cx="305205" cy="310356"/>
            <a:chOff x="3308350" y="5059363"/>
            <a:chExt cx="376238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47" name="Freeform 684">
              <a:extLst>
                <a:ext uri="{FF2B5EF4-FFF2-40B4-BE49-F238E27FC236}">
                  <a16:creationId xmlns:a16="http://schemas.microsoft.com/office/drawing/2014/main" id="{470D1967-5E06-40E9-9345-8A01A8F51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059363"/>
              <a:ext cx="376238" cy="382588"/>
            </a:xfrm>
            <a:custGeom>
              <a:avLst/>
              <a:gdLst>
                <a:gd name="T0" fmla="*/ 2869 w 3314"/>
                <a:gd name="T1" fmla="*/ 0 h 3379"/>
                <a:gd name="T2" fmla="*/ 3314 w 3314"/>
                <a:gd name="T3" fmla="*/ 627 h 3379"/>
                <a:gd name="T4" fmla="*/ 2941 w 3314"/>
                <a:gd name="T5" fmla="*/ 627 h 3379"/>
                <a:gd name="T6" fmla="*/ 2941 w 3314"/>
                <a:gd name="T7" fmla="*/ 3309 h 3379"/>
                <a:gd name="T8" fmla="*/ 2938 w 3314"/>
                <a:gd name="T9" fmla="*/ 3326 h 3379"/>
                <a:gd name="T10" fmla="*/ 2931 w 3314"/>
                <a:gd name="T11" fmla="*/ 3343 h 3379"/>
                <a:gd name="T12" fmla="*/ 2920 w 3314"/>
                <a:gd name="T13" fmla="*/ 3357 h 3379"/>
                <a:gd name="T14" fmla="*/ 2905 w 3314"/>
                <a:gd name="T15" fmla="*/ 3369 h 3379"/>
                <a:gd name="T16" fmla="*/ 2889 w 3314"/>
                <a:gd name="T17" fmla="*/ 3376 h 3379"/>
                <a:gd name="T18" fmla="*/ 2871 w 3314"/>
                <a:gd name="T19" fmla="*/ 3379 h 3379"/>
                <a:gd name="T20" fmla="*/ 69 w 3314"/>
                <a:gd name="T21" fmla="*/ 3379 h 3379"/>
                <a:gd name="T22" fmla="*/ 51 w 3314"/>
                <a:gd name="T23" fmla="*/ 3376 h 3379"/>
                <a:gd name="T24" fmla="*/ 35 w 3314"/>
                <a:gd name="T25" fmla="*/ 3369 h 3379"/>
                <a:gd name="T26" fmla="*/ 21 w 3314"/>
                <a:gd name="T27" fmla="*/ 3357 h 3379"/>
                <a:gd name="T28" fmla="*/ 9 w 3314"/>
                <a:gd name="T29" fmla="*/ 3343 h 3379"/>
                <a:gd name="T30" fmla="*/ 2 w 3314"/>
                <a:gd name="T31" fmla="*/ 3326 h 3379"/>
                <a:gd name="T32" fmla="*/ 0 w 3314"/>
                <a:gd name="T33" fmla="*/ 3309 h 3379"/>
                <a:gd name="T34" fmla="*/ 2 w 3314"/>
                <a:gd name="T35" fmla="*/ 3290 h 3379"/>
                <a:gd name="T36" fmla="*/ 9 w 3314"/>
                <a:gd name="T37" fmla="*/ 3274 h 3379"/>
                <a:gd name="T38" fmla="*/ 21 w 3314"/>
                <a:gd name="T39" fmla="*/ 3260 h 3379"/>
                <a:gd name="T40" fmla="*/ 35 w 3314"/>
                <a:gd name="T41" fmla="*/ 3248 h 3379"/>
                <a:gd name="T42" fmla="*/ 51 w 3314"/>
                <a:gd name="T43" fmla="*/ 3241 h 3379"/>
                <a:gd name="T44" fmla="*/ 69 w 3314"/>
                <a:gd name="T45" fmla="*/ 3239 h 3379"/>
                <a:gd name="T46" fmla="*/ 2802 w 3314"/>
                <a:gd name="T47" fmla="*/ 3239 h 3379"/>
                <a:gd name="T48" fmla="*/ 2802 w 3314"/>
                <a:gd name="T49" fmla="*/ 627 h 3379"/>
                <a:gd name="T50" fmla="*/ 2427 w 3314"/>
                <a:gd name="T51" fmla="*/ 627 h 3379"/>
                <a:gd name="T52" fmla="*/ 2869 w 3314"/>
                <a:gd name="T53" fmla="*/ 0 h 3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14" h="3379">
                  <a:moveTo>
                    <a:pt x="2869" y="0"/>
                  </a:moveTo>
                  <a:lnTo>
                    <a:pt x="3314" y="627"/>
                  </a:lnTo>
                  <a:lnTo>
                    <a:pt x="2941" y="627"/>
                  </a:lnTo>
                  <a:lnTo>
                    <a:pt x="2941" y="3309"/>
                  </a:lnTo>
                  <a:lnTo>
                    <a:pt x="2938" y="3326"/>
                  </a:lnTo>
                  <a:lnTo>
                    <a:pt x="2931" y="3343"/>
                  </a:lnTo>
                  <a:lnTo>
                    <a:pt x="2920" y="3357"/>
                  </a:lnTo>
                  <a:lnTo>
                    <a:pt x="2905" y="3369"/>
                  </a:lnTo>
                  <a:lnTo>
                    <a:pt x="2889" y="3376"/>
                  </a:lnTo>
                  <a:lnTo>
                    <a:pt x="2871" y="3379"/>
                  </a:lnTo>
                  <a:lnTo>
                    <a:pt x="69" y="3379"/>
                  </a:lnTo>
                  <a:lnTo>
                    <a:pt x="51" y="3376"/>
                  </a:lnTo>
                  <a:lnTo>
                    <a:pt x="35" y="3369"/>
                  </a:lnTo>
                  <a:lnTo>
                    <a:pt x="21" y="3357"/>
                  </a:lnTo>
                  <a:lnTo>
                    <a:pt x="9" y="3343"/>
                  </a:lnTo>
                  <a:lnTo>
                    <a:pt x="2" y="3326"/>
                  </a:lnTo>
                  <a:lnTo>
                    <a:pt x="0" y="3309"/>
                  </a:lnTo>
                  <a:lnTo>
                    <a:pt x="2" y="3290"/>
                  </a:lnTo>
                  <a:lnTo>
                    <a:pt x="9" y="3274"/>
                  </a:lnTo>
                  <a:lnTo>
                    <a:pt x="21" y="3260"/>
                  </a:lnTo>
                  <a:lnTo>
                    <a:pt x="35" y="3248"/>
                  </a:lnTo>
                  <a:lnTo>
                    <a:pt x="51" y="3241"/>
                  </a:lnTo>
                  <a:lnTo>
                    <a:pt x="69" y="3239"/>
                  </a:lnTo>
                  <a:lnTo>
                    <a:pt x="2802" y="3239"/>
                  </a:lnTo>
                  <a:lnTo>
                    <a:pt x="2802" y="627"/>
                  </a:lnTo>
                  <a:lnTo>
                    <a:pt x="2427" y="627"/>
                  </a:lnTo>
                  <a:lnTo>
                    <a:pt x="28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8" name="Rectangle 685">
              <a:extLst>
                <a:ext uri="{FF2B5EF4-FFF2-40B4-BE49-F238E27FC236}">
                  <a16:creationId xmlns:a16="http://schemas.microsoft.com/office/drawing/2014/main" id="{9D78D701-6377-40EC-AB24-F4C4D1427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6288" y="5254626"/>
              <a:ext cx="79375" cy="14446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49" name="Rectangle 686">
              <a:extLst>
                <a:ext uri="{FF2B5EF4-FFF2-40B4-BE49-F238E27FC236}">
                  <a16:creationId xmlns:a16="http://schemas.microsoft.com/office/drawing/2014/main" id="{6B4C2989-824A-4C97-BF3C-12E841A44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650" y="5219701"/>
              <a:ext cx="77788" cy="177800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0" name="Rectangle 687">
              <a:extLst>
                <a:ext uri="{FF2B5EF4-FFF2-40B4-BE49-F238E27FC236}">
                  <a16:creationId xmlns:a16="http://schemas.microsoft.com/office/drawing/2014/main" id="{B75DB621-6CA4-4378-A06E-1B3D20CAC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425" y="5178426"/>
              <a:ext cx="79375" cy="22066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251" name="Freeform 692">
            <a:extLst>
              <a:ext uri="{FF2B5EF4-FFF2-40B4-BE49-F238E27FC236}">
                <a16:creationId xmlns:a16="http://schemas.microsoft.com/office/drawing/2014/main" id="{2A7502DE-4A60-48D2-8E4E-37C9DEFCA880}"/>
              </a:ext>
            </a:extLst>
          </p:cNvPr>
          <p:cNvSpPr>
            <a:spLocks noEditPoints="1"/>
          </p:cNvSpPr>
          <p:nvPr/>
        </p:nvSpPr>
        <p:spPr bwMode="auto">
          <a:xfrm>
            <a:off x="5043923" y="4830971"/>
            <a:ext cx="172563" cy="309068"/>
          </a:xfrm>
          <a:custGeom>
            <a:avLst/>
            <a:gdLst>
              <a:gd name="T0" fmla="*/ 1298 w 1870"/>
              <a:gd name="T1" fmla="*/ 2878 h 3373"/>
              <a:gd name="T2" fmla="*/ 1314 w 1870"/>
              <a:gd name="T3" fmla="*/ 3068 h 3373"/>
              <a:gd name="T4" fmla="*/ 1502 w 1870"/>
              <a:gd name="T5" fmla="*/ 3116 h 3373"/>
              <a:gd name="T6" fmla="*/ 1611 w 1870"/>
              <a:gd name="T7" fmla="*/ 2961 h 3373"/>
              <a:gd name="T8" fmla="*/ 1502 w 1870"/>
              <a:gd name="T9" fmla="*/ 2806 h 3373"/>
              <a:gd name="T10" fmla="*/ 818 w 1870"/>
              <a:gd name="T11" fmla="*/ 2835 h 3373"/>
              <a:gd name="T12" fmla="*/ 769 w 1870"/>
              <a:gd name="T13" fmla="*/ 3019 h 3373"/>
              <a:gd name="T14" fmla="*/ 927 w 1870"/>
              <a:gd name="T15" fmla="*/ 3126 h 3373"/>
              <a:gd name="T16" fmla="*/ 1084 w 1870"/>
              <a:gd name="T17" fmla="*/ 3019 h 3373"/>
              <a:gd name="T18" fmla="*/ 1035 w 1870"/>
              <a:gd name="T19" fmla="*/ 2835 h 3373"/>
              <a:gd name="T20" fmla="*/ 351 w 1870"/>
              <a:gd name="T21" fmla="*/ 2806 h 3373"/>
              <a:gd name="T22" fmla="*/ 241 w 1870"/>
              <a:gd name="T23" fmla="*/ 2961 h 3373"/>
              <a:gd name="T24" fmla="*/ 351 w 1870"/>
              <a:gd name="T25" fmla="*/ 3116 h 3373"/>
              <a:gd name="T26" fmla="*/ 538 w 1870"/>
              <a:gd name="T27" fmla="*/ 3068 h 3373"/>
              <a:gd name="T28" fmla="*/ 554 w 1870"/>
              <a:gd name="T29" fmla="*/ 2878 h 3373"/>
              <a:gd name="T30" fmla="*/ 1443 w 1870"/>
              <a:gd name="T31" fmla="*/ 2246 h 3373"/>
              <a:gd name="T32" fmla="*/ 1286 w 1870"/>
              <a:gd name="T33" fmla="*/ 2355 h 3373"/>
              <a:gd name="T34" fmla="*/ 1335 w 1870"/>
              <a:gd name="T35" fmla="*/ 2539 h 3373"/>
              <a:gd name="T36" fmla="*/ 1528 w 1870"/>
              <a:gd name="T37" fmla="*/ 2555 h 3373"/>
              <a:gd name="T38" fmla="*/ 1609 w 1870"/>
              <a:gd name="T39" fmla="*/ 2383 h 3373"/>
              <a:gd name="T40" fmla="*/ 1474 w 1870"/>
              <a:gd name="T41" fmla="*/ 2249 h 3373"/>
              <a:gd name="T42" fmla="*/ 798 w 1870"/>
              <a:gd name="T43" fmla="*/ 2306 h 3373"/>
              <a:gd name="T44" fmla="*/ 781 w 1870"/>
              <a:gd name="T45" fmla="*/ 2496 h 3373"/>
              <a:gd name="T46" fmla="*/ 956 w 1870"/>
              <a:gd name="T47" fmla="*/ 2576 h 3373"/>
              <a:gd name="T48" fmla="*/ 1091 w 1870"/>
              <a:gd name="T49" fmla="*/ 2442 h 3373"/>
              <a:gd name="T50" fmla="*/ 1012 w 1870"/>
              <a:gd name="T51" fmla="*/ 2270 h 3373"/>
              <a:gd name="T52" fmla="*/ 324 w 1870"/>
              <a:gd name="T53" fmla="*/ 2270 h 3373"/>
              <a:gd name="T54" fmla="*/ 244 w 1870"/>
              <a:gd name="T55" fmla="*/ 2442 h 3373"/>
              <a:gd name="T56" fmla="*/ 379 w 1870"/>
              <a:gd name="T57" fmla="*/ 2576 h 3373"/>
              <a:gd name="T58" fmla="*/ 554 w 1870"/>
              <a:gd name="T59" fmla="*/ 2496 h 3373"/>
              <a:gd name="T60" fmla="*/ 538 w 1870"/>
              <a:gd name="T61" fmla="*/ 2306 h 3373"/>
              <a:gd name="T62" fmla="*/ 1413 w 1870"/>
              <a:gd name="T63" fmla="*/ 1704 h 3373"/>
              <a:gd name="T64" fmla="*/ 1278 w 1870"/>
              <a:gd name="T65" fmla="*/ 1837 h 3373"/>
              <a:gd name="T66" fmla="*/ 1358 w 1870"/>
              <a:gd name="T67" fmla="*/ 2010 h 3373"/>
              <a:gd name="T68" fmla="*/ 1552 w 1870"/>
              <a:gd name="T69" fmla="*/ 1994 h 3373"/>
              <a:gd name="T70" fmla="*/ 1601 w 1870"/>
              <a:gd name="T71" fmla="*/ 1810 h 3373"/>
              <a:gd name="T72" fmla="*/ 1443 w 1870"/>
              <a:gd name="T73" fmla="*/ 1701 h 3373"/>
              <a:gd name="T74" fmla="*/ 781 w 1870"/>
              <a:gd name="T75" fmla="*/ 1783 h 3373"/>
              <a:gd name="T76" fmla="*/ 798 w 1870"/>
              <a:gd name="T77" fmla="*/ 1973 h 3373"/>
              <a:gd name="T78" fmla="*/ 985 w 1870"/>
              <a:gd name="T79" fmla="*/ 2022 h 3373"/>
              <a:gd name="T80" fmla="*/ 1095 w 1870"/>
              <a:gd name="T81" fmla="*/ 1867 h 3373"/>
              <a:gd name="T82" fmla="*/ 985 w 1870"/>
              <a:gd name="T83" fmla="*/ 1711 h 3373"/>
              <a:gd name="T84" fmla="*/ 302 w 1870"/>
              <a:gd name="T85" fmla="*/ 1740 h 3373"/>
              <a:gd name="T86" fmla="*/ 253 w 1870"/>
              <a:gd name="T87" fmla="*/ 1925 h 3373"/>
              <a:gd name="T88" fmla="*/ 410 w 1870"/>
              <a:gd name="T89" fmla="*/ 2033 h 3373"/>
              <a:gd name="T90" fmla="*/ 568 w 1870"/>
              <a:gd name="T91" fmla="*/ 1925 h 3373"/>
              <a:gd name="T92" fmla="*/ 519 w 1870"/>
              <a:gd name="T93" fmla="*/ 1740 h 3373"/>
              <a:gd name="T94" fmla="*/ 1611 w 1870"/>
              <a:gd name="T95" fmla="*/ 1501 h 3373"/>
              <a:gd name="T96" fmla="*/ 584 w 1870"/>
              <a:gd name="T97" fmla="*/ 167 h 3373"/>
              <a:gd name="T98" fmla="*/ 624 w 1870"/>
              <a:gd name="T99" fmla="*/ 265 h 3373"/>
              <a:gd name="T100" fmla="*/ 1292 w 1870"/>
              <a:gd name="T101" fmla="*/ 219 h 3373"/>
              <a:gd name="T102" fmla="*/ 1227 w 1870"/>
              <a:gd name="T103" fmla="*/ 134 h 3373"/>
              <a:gd name="T104" fmla="*/ 1785 w 1870"/>
              <a:gd name="T105" fmla="*/ 40 h 3373"/>
              <a:gd name="T106" fmla="*/ 1870 w 1870"/>
              <a:gd name="T107" fmla="*/ 3164 h 3373"/>
              <a:gd name="T108" fmla="*/ 1757 w 1870"/>
              <a:gd name="T109" fmla="*/ 3349 h 3373"/>
              <a:gd name="T110" fmla="*/ 113 w 1870"/>
              <a:gd name="T111" fmla="*/ 3349 h 3373"/>
              <a:gd name="T112" fmla="*/ 0 w 1870"/>
              <a:gd name="T113" fmla="*/ 3164 h 3373"/>
              <a:gd name="T114" fmla="*/ 85 w 1870"/>
              <a:gd name="T115" fmla="*/ 40 h 3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870" h="3373">
                <a:moveTo>
                  <a:pt x="1443" y="2795"/>
                </a:moveTo>
                <a:lnTo>
                  <a:pt x="1413" y="2798"/>
                </a:lnTo>
                <a:lnTo>
                  <a:pt x="1385" y="2806"/>
                </a:lnTo>
                <a:lnTo>
                  <a:pt x="1358" y="2818"/>
                </a:lnTo>
                <a:lnTo>
                  <a:pt x="1335" y="2835"/>
                </a:lnTo>
                <a:lnTo>
                  <a:pt x="1314" y="2854"/>
                </a:lnTo>
                <a:lnTo>
                  <a:pt x="1298" y="2878"/>
                </a:lnTo>
                <a:lnTo>
                  <a:pt x="1286" y="2903"/>
                </a:lnTo>
                <a:lnTo>
                  <a:pt x="1278" y="2931"/>
                </a:lnTo>
                <a:lnTo>
                  <a:pt x="1276" y="2961"/>
                </a:lnTo>
                <a:lnTo>
                  <a:pt x="1278" y="2991"/>
                </a:lnTo>
                <a:lnTo>
                  <a:pt x="1286" y="3019"/>
                </a:lnTo>
                <a:lnTo>
                  <a:pt x="1298" y="3044"/>
                </a:lnTo>
                <a:lnTo>
                  <a:pt x="1314" y="3068"/>
                </a:lnTo>
                <a:lnTo>
                  <a:pt x="1335" y="3087"/>
                </a:lnTo>
                <a:lnTo>
                  <a:pt x="1358" y="3104"/>
                </a:lnTo>
                <a:lnTo>
                  <a:pt x="1385" y="3116"/>
                </a:lnTo>
                <a:lnTo>
                  <a:pt x="1413" y="3124"/>
                </a:lnTo>
                <a:lnTo>
                  <a:pt x="1443" y="3126"/>
                </a:lnTo>
                <a:lnTo>
                  <a:pt x="1474" y="3124"/>
                </a:lnTo>
                <a:lnTo>
                  <a:pt x="1502" y="3116"/>
                </a:lnTo>
                <a:lnTo>
                  <a:pt x="1528" y="3104"/>
                </a:lnTo>
                <a:lnTo>
                  <a:pt x="1552" y="3087"/>
                </a:lnTo>
                <a:lnTo>
                  <a:pt x="1572" y="3068"/>
                </a:lnTo>
                <a:lnTo>
                  <a:pt x="1589" y="3044"/>
                </a:lnTo>
                <a:lnTo>
                  <a:pt x="1601" y="3019"/>
                </a:lnTo>
                <a:lnTo>
                  <a:pt x="1609" y="2991"/>
                </a:lnTo>
                <a:lnTo>
                  <a:pt x="1611" y="2961"/>
                </a:lnTo>
                <a:lnTo>
                  <a:pt x="1609" y="2931"/>
                </a:lnTo>
                <a:lnTo>
                  <a:pt x="1601" y="2903"/>
                </a:lnTo>
                <a:lnTo>
                  <a:pt x="1589" y="2878"/>
                </a:lnTo>
                <a:lnTo>
                  <a:pt x="1572" y="2854"/>
                </a:lnTo>
                <a:lnTo>
                  <a:pt x="1552" y="2835"/>
                </a:lnTo>
                <a:lnTo>
                  <a:pt x="1528" y="2818"/>
                </a:lnTo>
                <a:lnTo>
                  <a:pt x="1502" y="2806"/>
                </a:lnTo>
                <a:lnTo>
                  <a:pt x="1474" y="2798"/>
                </a:lnTo>
                <a:lnTo>
                  <a:pt x="1443" y="2795"/>
                </a:lnTo>
                <a:close/>
                <a:moveTo>
                  <a:pt x="927" y="2795"/>
                </a:moveTo>
                <a:lnTo>
                  <a:pt x="896" y="2798"/>
                </a:lnTo>
                <a:lnTo>
                  <a:pt x="867" y="2806"/>
                </a:lnTo>
                <a:lnTo>
                  <a:pt x="842" y="2818"/>
                </a:lnTo>
                <a:lnTo>
                  <a:pt x="818" y="2835"/>
                </a:lnTo>
                <a:lnTo>
                  <a:pt x="798" y="2854"/>
                </a:lnTo>
                <a:lnTo>
                  <a:pt x="781" y="2878"/>
                </a:lnTo>
                <a:lnTo>
                  <a:pt x="769" y="2903"/>
                </a:lnTo>
                <a:lnTo>
                  <a:pt x="761" y="2931"/>
                </a:lnTo>
                <a:lnTo>
                  <a:pt x="759" y="2961"/>
                </a:lnTo>
                <a:lnTo>
                  <a:pt x="761" y="2991"/>
                </a:lnTo>
                <a:lnTo>
                  <a:pt x="769" y="3019"/>
                </a:lnTo>
                <a:lnTo>
                  <a:pt x="781" y="3044"/>
                </a:lnTo>
                <a:lnTo>
                  <a:pt x="798" y="3068"/>
                </a:lnTo>
                <a:lnTo>
                  <a:pt x="818" y="3087"/>
                </a:lnTo>
                <a:lnTo>
                  <a:pt x="842" y="3104"/>
                </a:lnTo>
                <a:lnTo>
                  <a:pt x="867" y="3116"/>
                </a:lnTo>
                <a:lnTo>
                  <a:pt x="896" y="3124"/>
                </a:lnTo>
                <a:lnTo>
                  <a:pt x="927" y="3126"/>
                </a:lnTo>
                <a:lnTo>
                  <a:pt x="956" y="3124"/>
                </a:lnTo>
                <a:lnTo>
                  <a:pt x="985" y="3116"/>
                </a:lnTo>
                <a:lnTo>
                  <a:pt x="1012" y="3104"/>
                </a:lnTo>
                <a:lnTo>
                  <a:pt x="1035" y="3087"/>
                </a:lnTo>
                <a:lnTo>
                  <a:pt x="1055" y="3068"/>
                </a:lnTo>
                <a:lnTo>
                  <a:pt x="1072" y="3044"/>
                </a:lnTo>
                <a:lnTo>
                  <a:pt x="1084" y="3019"/>
                </a:lnTo>
                <a:lnTo>
                  <a:pt x="1091" y="2991"/>
                </a:lnTo>
                <a:lnTo>
                  <a:pt x="1095" y="2961"/>
                </a:lnTo>
                <a:lnTo>
                  <a:pt x="1091" y="2931"/>
                </a:lnTo>
                <a:lnTo>
                  <a:pt x="1084" y="2903"/>
                </a:lnTo>
                <a:lnTo>
                  <a:pt x="1072" y="2878"/>
                </a:lnTo>
                <a:lnTo>
                  <a:pt x="1055" y="2854"/>
                </a:lnTo>
                <a:lnTo>
                  <a:pt x="1035" y="2835"/>
                </a:lnTo>
                <a:lnTo>
                  <a:pt x="1012" y="2818"/>
                </a:lnTo>
                <a:lnTo>
                  <a:pt x="985" y="2806"/>
                </a:lnTo>
                <a:lnTo>
                  <a:pt x="956" y="2798"/>
                </a:lnTo>
                <a:lnTo>
                  <a:pt x="927" y="2795"/>
                </a:lnTo>
                <a:close/>
                <a:moveTo>
                  <a:pt x="410" y="2795"/>
                </a:moveTo>
                <a:lnTo>
                  <a:pt x="379" y="2798"/>
                </a:lnTo>
                <a:lnTo>
                  <a:pt x="351" y="2806"/>
                </a:lnTo>
                <a:lnTo>
                  <a:pt x="324" y="2818"/>
                </a:lnTo>
                <a:lnTo>
                  <a:pt x="302" y="2835"/>
                </a:lnTo>
                <a:lnTo>
                  <a:pt x="281" y="2854"/>
                </a:lnTo>
                <a:lnTo>
                  <a:pt x="265" y="2878"/>
                </a:lnTo>
                <a:lnTo>
                  <a:pt x="253" y="2903"/>
                </a:lnTo>
                <a:lnTo>
                  <a:pt x="244" y="2931"/>
                </a:lnTo>
                <a:lnTo>
                  <a:pt x="241" y="2961"/>
                </a:lnTo>
                <a:lnTo>
                  <a:pt x="244" y="2991"/>
                </a:lnTo>
                <a:lnTo>
                  <a:pt x="253" y="3019"/>
                </a:lnTo>
                <a:lnTo>
                  <a:pt x="265" y="3044"/>
                </a:lnTo>
                <a:lnTo>
                  <a:pt x="281" y="3068"/>
                </a:lnTo>
                <a:lnTo>
                  <a:pt x="302" y="3087"/>
                </a:lnTo>
                <a:lnTo>
                  <a:pt x="324" y="3104"/>
                </a:lnTo>
                <a:lnTo>
                  <a:pt x="351" y="3116"/>
                </a:lnTo>
                <a:lnTo>
                  <a:pt x="379" y="3124"/>
                </a:lnTo>
                <a:lnTo>
                  <a:pt x="410" y="3126"/>
                </a:lnTo>
                <a:lnTo>
                  <a:pt x="440" y="3124"/>
                </a:lnTo>
                <a:lnTo>
                  <a:pt x="468" y="3116"/>
                </a:lnTo>
                <a:lnTo>
                  <a:pt x="495" y="3104"/>
                </a:lnTo>
                <a:lnTo>
                  <a:pt x="519" y="3087"/>
                </a:lnTo>
                <a:lnTo>
                  <a:pt x="538" y="3068"/>
                </a:lnTo>
                <a:lnTo>
                  <a:pt x="554" y="3044"/>
                </a:lnTo>
                <a:lnTo>
                  <a:pt x="568" y="3019"/>
                </a:lnTo>
                <a:lnTo>
                  <a:pt x="575" y="2991"/>
                </a:lnTo>
                <a:lnTo>
                  <a:pt x="578" y="2961"/>
                </a:lnTo>
                <a:lnTo>
                  <a:pt x="575" y="2931"/>
                </a:lnTo>
                <a:lnTo>
                  <a:pt x="568" y="2903"/>
                </a:lnTo>
                <a:lnTo>
                  <a:pt x="554" y="2878"/>
                </a:lnTo>
                <a:lnTo>
                  <a:pt x="538" y="2854"/>
                </a:lnTo>
                <a:lnTo>
                  <a:pt x="519" y="2835"/>
                </a:lnTo>
                <a:lnTo>
                  <a:pt x="495" y="2818"/>
                </a:lnTo>
                <a:lnTo>
                  <a:pt x="468" y="2806"/>
                </a:lnTo>
                <a:lnTo>
                  <a:pt x="440" y="2798"/>
                </a:lnTo>
                <a:lnTo>
                  <a:pt x="410" y="2795"/>
                </a:lnTo>
                <a:close/>
                <a:moveTo>
                  <a:pt x="1443" y="2246"/>
                </a:moveTo>
                <a:lnTo>
                  <a:pt x="1413" y="2249"/>
                </a:lnTo>
                <a:lnTo>
                  <a:pt x="1385" y="2258"/>
                </a:lnTo>
                <a:lnTo>
                  <a:pt x="1358" y="2270"/>
                </a:lnTo>
                <a:lnTo>
                  <a:pt x="1335" y="2286"/>
                </a:lnTo>
                <a:lnTo>
                  <a:pt x="1314" y="2306"/>
                </a:lnTo>
                <a:lnTo>
                  <a:pt x="1298" y="2329"/>
                </a:lnTo>
                <a:lnTo>
                  <a:pt x="1286" y="2355"/>
                </a:lnTo>
                <a:lnTo>
                  <a:pt x="1278" y="2383"/>
                </a:lnTo>
                <a:lnTo>
                  <a:pt x="1276" y="2413"/>
                </a:lnTo>
                <a:lnTo>
                  <a:pt x="1278" y="2442"/>
                </a:lnTo>
                <a:lnTo>
                  <a:pt x="1286" y="2470"/>
                </a:lnTo>
                <a:lnTo>
                  <a:pt x="1298" y="2496"/>
                </a:lnTo>
                <a:lnTo>
                  <a:pt x="1314" y="2519"/>
                </a:lnTo>
                <a:lnTo>
                  <a:pt x="1335" y="2539"/>
                </a:lnTo>
                <a:lnTo>
                  <a:pt x="1358" y="2555"/>
                </a:lnTo>
                <a:lnTo>
                  <a:pt x="1385" y="2568"/>
                </a:lnTo>
                <a:lnTo>
                  <a:pt x="1413" y="2576"/>
                </a:lnTo>
                <a:lnTo>
                  <a:pt x="1443" y="2578"/>
                </a:lnTo>
                <a:lnTo>
                  <a:pt x="1474" y="2576"/>
                </a:lnTo>
                <a:lnTo>
                  <a:pt x="1502" y="2568"/>
                </a:lnTo>
                <a:lnTo>
                  <a:pt x="1528" y="2555"/>
                </a:lnTo>
                <a:lnTo>
                  <a:pt x="1552" y="2539"/>
                </a:lnTo>
                <a:lnTo>
                  <a:pt x="1572" y="2519"/>
                </a:lnTo>
                <a:lnTo>
                  <a:pt x="1589" y="2496"/>
                </a:lnTo>
                <a:lnTo>
                  <a:pt x="1601" y="2470"/>
                </a:lnTo>
                <a:lnTo>
                  <a:pt x="1609" y="2442"/>
                </a:lnTo>
                <a:lnTo>
                  <a:pt x="1611" y="2413"/>
                </a:lnTo>
                <a:lnTo>
                  <a:pt x="1609" y="2383"/>
                </a:lnTo>
                <a:lnTo>
                  <a:pt x="1601" y="2355"/>
                </a:lnTo>
                <a:lnTo>
                  <a:pt x="1589" y="2329"/>
                </a:lnTo>
                <a:lnTo>
                  <a:pt x="1572" y="2306"/>
                </a:lnTo>
                <a:lnTo>
                  <a:pt x="1552" y="2286"/>
                </a:lnTo>
                <a:lnTo>
                  <a:pt x="1528" y="2270"/>
                </a:lnTo>
                <a:lnTo>
                  <a:pt x="1502" y="2258"/>
                </a:lnTo>
                <a:lnTo>
                  <a:pt x="1474" y="2249"/>
                </a:lnTo>
                <a:lnTo>
                  <a:pt x="1443" y="2246"/>
                </a:lnTo>
                <a:close/>
                <a:moveTo>
                  <a:pt x="927" y="2246"/>
                </a:moveTo>
                <a:lnTo>
                  <a:pt x="896" y="2249"/>
                </a:lnTo>
                <a:lnTo>
                  <a:pt x="867" y="2258"/>
                </a:lnTo>
                <a:lnTo>
                  <a:pt x="842" y="2270"/>
                </a:lnTo>
                <a:lnTo>
                  <a:pt x="818" y="2286"/>
                </a:lnTo>
                <a:lnTo>
                  <a:pt x="798" y="2306"/>
                </a:lnTo>
                <a:lnTo>
                  <a:pt x="781" y="2329"/>
                </a:lnTo>
                <a:lnTo>
                  <a:pt x="769" y="2355"/>
                </a:lnTo>
                <a:lnTo>
                  <a:pt x="761" y="2383"/>
                </a:lnTo>
                <a:lnTo>
                  <a:pt x="759" y="2413"/>
                </a:lnTo>
                <a:lnTo>
                  <a:pt x="761" y="2442"/>
                </a:lnTo>
                <a:lnTo>
                  <a:pt x="769" y="2470"/>
                </a:lnTo>
                <a:lnTo>
                  <a:pt x="781" y="2496"/>
                </a:lnTo>
                <a:lnTo>
                  <a:pt x="798" y="2519"/>
                </a:lnTo>
                <a:lnTo>
                  <a:pt x="818" y="2539"/>
                </a:lnTo>
                <a:lnTo>
                  <a:pt x="842" y="2555"/>
                </a:lnTo>
                <a:lnTo>
                  <a:pt x="867" y="2568"/>
                </a:lnTo>
                <a:lnTo>
                  <a:pt x="896" y="2576"/>
                </a:lnTo>
                <a:lnTo>
                  <a:pt x="927" y="2578"/>
                </a:lnTo>
                <a:lnTo>
                  <a:pt x="956" y="2576"/>
                </a:lnTo>
                <a:lnTo>
                  <a:pt x="985" y="2568"/>
                </a:lnTo>
                <a:lnTo>
                  <a:pt x="1012" y="2555"/>
                </a:lnTo>
                <a:lnTo>
                  <a:pt x="1035" y="2539"/>
                </a:lnTo>
                <a:lnTo>
                  <a:pt x="1055" y="2519"/>
                </a:lnTo>
                <a:lnTo>
                  <a:pt x="1072" y="2496"/>
                </a:lnTo>
                <a:lnTo>
                  <a:pt x="1084" y="2470"/>
                </a:lnTo>
                <a:lnTo>
                  <a:pt x="1091" y="2442"/>
                </a:lnTo>
                <a:lnTo>
                  <a:pt x="1095" y="2413"/>
                </a:lnTo>
                <a:lnTo>
                  <a:pt x="1091" y="2383"/>
                </a:lnTo>
                <a:lnTo>
                  <a:pt x="1084" y="2355"/>
                </a:lnTo>
                <a:lnTo>
                  <a:pt x="1072" y="2329"/>
                </a:lnTo>
                <a:lnTo>
                  <a:pt x="1055" y="2306"/>
                </a:lnTo>
                <a:lnTo>
                  <a:pt x="1035" y="2286"/>
                </a:lnTo>
                <a:lnTo>
                  <a:pt x="1012" y="2270"/>
                </a:lnTo>
                <a:lnTo>
                  <a:pt x="985" y="2258"/>
                </a:lnTo>
                <a:lnTo>
                  <a:pt x="956" y="2249"/>
                </a:lnTo>
                <a:lnTo>
                  <a:pt x="927" y="2246"/>
                </a:lnTo>
                <a:close/>
                <a:moveTo>
                  <a:pt x="410" y="2246"/>
                </a:moveTo>
                <a:lnTo>
                  <a:pt x="379" y="2249"/>
                </a:lnTo>
                <a:lnTo>
                  <a:pt x="351" y="2258"/>
                </a:lnTo>
                <a:lnTo>
                  <a:pt x="324" y="2270"/>
                </a:lnTo>
                <a:lnTo>
                  <a:pt x="302" y="2286"/>
                </a:lnTo>
                <a:lnTo>
                  <a:pt x="281" y="2306"/>
                </a:lnTo>
                <a:lnTo>
                  <a:pt x="265" y="2329"/>
                </a:lnTo>
                <a:lnTo>
                  <a:pt x="253" y="2355"/>
                </a:lnTo>
                <a:lnTo>
                  <a:pt x="244" y="2383"/>
                </a:lnTo>
                <a:lnTo>
                  <a:pt x="241" y="2413"/>
                </a:lnTo>
                <a:lnTo>
                  <a:pt x="244" y="2442"/>
                </a:lnTo>
                <a:lnTo>
                  <a:pt x="253" y="2470"/>
                </a:lnTo>
                <a:lnTo>
                  <a:pt x="265" y="2496"/>
                </a:lnTo>
                <a:lnTo>
                  <a:pt x="281" y="2519"/>
                </a:lnTo>
                <a:lnTo>
                  <a:pt x="302" y="2539"/>
                </a:lnTo>
                <a:lnTo>
                  <a:pt x="324" y="2555"/>
                </a:lnTo>
                <a:lnTo>
                  <a:pt x="351" y="2568"/>
                </a:lnTo>
                <a:lnTo>
                  <a:pt x="379" y="2576"/>
                </a:lnTo>
                <a:lnTo>
                  <a:pt x="410" y="2578"/>
                </a:lnTo>
                <a:lnTo>
                  <a:pt x="440" y="2576"/>
                </a:lnTo>
                <a:lnTo>
                  <a:pt x="468" y="2568"/>
                </a:lnTo>
                <a:lnTo>
                  <a:pt x="495" y="2555"/>
                </a:lnTo>
                <a:lnTo>
                  <a:pt x="519" y="2539"/>
                </a:lnTo>
                <a:lnTo>
                  <a:pt x="538" y="2519"/>
                </a:lnTo>
                <a:lnTo>
                  <a:pt x="554" y="2496"/>
                </a:lnTo>
                <a:lnTo>
                  <a:pt x="568" y="2470"/>
                </a:lnTo>
                <a:lnTo>
                  <a:pt x="575" y="2442"/>
                </a:lnTo>
                <a:lnTo>
                  <a:pt x="578" y="2413"/>
                </a:lnTo>
                <a:lnTo>
                  <a:pt x="575" y="2383"/>
                </a:lnTo>
                <a:lnTo>
                  <a:pt x="568" y="2355"/>
                </a:lnTo>
                <a:lnTo>
                  <a:pt x="554" y="2329"/>
                </a:lnTo>
                <a:lnTo>
                  <a:pt x="538" y="2306"/>
                </a:lnTo>
                <a:lnTo>
                  <a:pt x="519" y="2286"/>
                </a:lnTo>
                <a:lnTo>
                  <a:pt x="495" y="2270"/>
                </a:lnTo>
                <a:lnTo>
                  <a:pt x="468" y="2258"/>
                </a:lnTo>
                <a:lnTo>
                  <a:pt x="440" y="2249"/>
                </a:lnTo>
                <a:lnTo>
                  <a:pt x="410" y="2246"/>
                </a:lnTo>
                <a:close/>
                <a:moveTo>
                  <a:pt x="1443" y="1701"/>
                </a:moveTo>
                <a:lnTo>
                  <a:pt x="1413" y="1704"/>
                </a:lnTo>
                <a:lnTo>
                  <a:pt x="1385" y="1711"/>
                </a:lnTo>
                <a:lnTo>
                  <a:pt x="1358" y="1723"/>
                </a:lnTo>
                <a:lnTo>
                  <a:pt x="1335" y="1740"/>
                </a:lnTo>
                <a:lnTo>
                  <a:pt x="1314" y="1760"/>
                </a:lnTo>
                <a:lnTo>
                  <a:pt x="1298" y="1783"/>
                </a:lnTo>
                <a:lnTo>
                  <a:pt x="1286" y="1810"/>
                </a:lnTo>
                <a:lnTo>
                  <a:pt x="1278" y="1837"/>
                </a:lnTo>
                <a:lnTo>
                  <a:pt x="1276" y="1867"/>
                </a:lnTo>
                <a:lnTo>
                  <a:pt x="1278" y="1896"/>
                </a:lnTo>
                <a:lnTo>
                  <a:pt x="1286" y="1925"/>
                </a:lnTo>
                <a:lnTo>
                  <a:pt x="1298" y="1950"/>
                </a:lnTo>
                <a:lnTo>
                  <a:pt x="1314" y="1973"/>
                </a:lnTo>
                <a:lnTo>
                  <a:pt x="1335" y="1994"/>
                </a:lnTo>
                <a:lnTo>
                  <a:pt x="1358" y="2010"/>
                </a:lnTo>
                <a:lnTo>
                  <a:pt x="1385" y="2022"/>
                </a:lnTo>
                <a:lnTo>
                  <a:pt x="1413" y="2030"/>
                </a:lnTo>
                <a:lnTo>
                  <a:pt x="1443" y="2033"/>
                </a:lnTo>
                <a:lnTo>
                  <a:pt x="1474" y="2030"/>
                </a:lnTo>
                <a:lnTo>
                  <a:pt x="1502" y="2022"/>
                </a:lnTo>
                <a:lnTo>
                  <a:pt x="1528" y="2010"/>
                </a:lnTo>
                <a:lnTo>
                  <a:pt x="1552" y="1994"/>
                </a:lnTo>
                <a:lnTo>
                  <a:pt x="1572" y="1973"/>
                </a:lnTo>
                <a:lnTo>
                  <a:pt x="1589" y="1950"/>
                </a:lnTo>
                <a:lnTo>
                  <a:pt x="1601" y="1925"/>
                </a:lnTo>
                <a:lnTo>
                  <a:pt x="1609" y="1896"/>
                </a:lnTo>
                <a:lnTo>
                  <a:pt x="1611" y="1867"/>
                </a:lnTo>
                <a:lnTo>
                  <a:pt x="1609" y="1837"/>
                </a:lnTo>
                <a:lnTo>
                  <a:pt x="1601" y="1810"/>
                </a:lnTo>
                <a:lnTo>
                  <a:pt x="1589" y="1783"/>
                </a:lnTo>
                <a:lnTo>
                  <a:pt x="1572" y="1760"/>
                </a:lnTo>
                <a:lnTo>
                  <a:pt x="1552" y="1740"/>
                </a:lnTo>
                <a:lnTo>
                  <a:pt x="1528" y="1723"/>
                </a:lnTo>
                <a:lnTo>
                  <a:pt x="1502" y="1711"/>
                </a:lnTo>
                <a:lnTo>
                  <a:pt x="1474" y="1704"/>
                </a:lnTo>
                <a:lnTo>
                  <a:pt x="1443" y="1701"/>
                </a:lnTo>
                <a:close/>
                <a:moveTo>
                  <a:pt x="927" y="1701"/>
                </a:moveTo>
                <a:lnTo>
                  <a:pt x="896" y="1704"/>
                </a:lnTo>
                <a:lnTo>
                  <a:pt x="867" y="1711"/>
                </a:lnTo>
                <a:lnTo>
                  <a:pt x="842" y="1723"/>
                </a:lnTo>
                <a:lnTo>
                  <a:pt x="818" y="1740"/>
                </a:lnTo>
                <a:lnTo>
                  <a:pt x="798" y="1760"/>
                </a:lnTo>
                <a:lnTo>
                  <a:pt x="781" y="1783"/>
                </a:lnTo>
                <a:lnTo>
                  <a:pt x="769" y="1810"/>
                </a:lnTo>
                <a:lnTo>
                  <a:pt x="761" y="1837"/>
                </a:lnTo>
                <a:lnTo>
                  <a:pt x="759" y="1867"/>
                </a:lnTo>
                <a:lnTo>
                  <a:pt x="761" y="1896"/>
                </a:lnTo>
                <a:lnTo>
                  <a:pt x="769" y="1925"/>
                </a:lnTo>
                <a:lnTo>
                  <a:pt x="781" y="1950"/>
                </a:lnTo>
                <a:lnTo>
                  <a:pt x="798" y="1973"/>
                </a:lnTo>
                <a:lnTo>
                  <a:pt x="818" y="1994"/>
                </a:lnTo>
                <a:lnTo>
                  <a:pt x="842" y="2010"/>
                </a:lnTo>
                <a:lnTo>
                  <a:pt x="867" y="2022"/>
                </a:lnTo>
                <a:lnTo>
                  <a:pt x="896" y="2030"/>
                </a:lnTo>
                <a:lnTo>
                  <a:pt x="927" y="2033"/>
                </a:lnTo>
                <a:lnTo>
                  <a:pt x="956" y="2030"/>
                </a:lnTo>
                <a:lnTo>
                  <a:pt x="985" y="2022"/>
                </a:lnTo>
                <a:lnTo>
                  <a:pt x="1012" y="2010"/>
                </a:lnTo>
                <a:lnTo>
                  <a:pt x="1035" y="1994"/>
                </a:lnTo>
                <a:lnTo>
                  <a:pt x="1055" y="1973"/>
                </a:lnTo>
                <a:lnTo>
                  <a:pt x="1072" y="1950"/>
                </a:lnTo>
                <a:lnTo>
                  <a:pt x="1084" y="1925"/>
                </a:lnTo>
                <a:lnTo>
                  <a:pt x="1091" y="1896"/>
                </a:lnTo>
                <a:lnTo>
                  <a:pt x="1095" y="1867"/>
                </a:lnTo>
                <a:lnTo>
                  <a:pt x="1091" y="1837"/>
                </a:lnTo>
                <a:lnTo>
                  <a:pt x="1084" y="1810"/>
                </a:lnTo>
                <a:lnTo>
                  <a:pt x="1072" y="1783"/>
                </a:lnTo>
                <a:lnTo>
                  <a:pt x="1055" y="1760"/>
                </a:lnTo>
                <a:lnTo>
                  <a:pt x="1035" y="1740"/>
                </a:lnTo>
                <a:lnTo>
                  <a:pt x="1012" y="1723"/>
                </a:lnTo>
                <a:lnTo>
                  <a:pt x="985" y="1711"/>
                </a:lnTo>
                <a:lnTo>
                  <a:pt x="956" y="1704"/>
                </a:lnTo>
                <a:lnTo>
                  <a:pt x="927" y="1701"/>
                </a:lnTo>
                <a:close/>
                <a:moveTo>
                  <a:pt x="410" y="1701"/>
                </a:moveTo>
                <a:lnTo>
                  <a:pt x="379" y="1704"/>
                </a:lnTo>
                <a:lnTo>
                  <a:pt x="351" y="1711"/>
                </a:lnTo>
                <a:lnTo>
                  <a:pt x="324" y="1723"/>
                </a:lnTo>
                <a:lnTo>
                  <a:pt x="302" y="1740"/>
                </a:lnTo>
                <a:lnTo>
                  <a:pt x="281" y="1760"/>
                </a:lnTo>
                <a:lnTo>
                  <a:pt x="265" y="1783"/>
                </a:lnTo>
                <a:lnTo>
                  <a:pt x="253" y="1810"/>
                </a:lnTo>
                <a:lnTo>
                  <a:pt x="244" y="1837"/>
                </a:lnTo>
                <a:lnTo>
                  <a:pt x="241" y="1867"/>
                </a:lnTo>
                <a:lnTo>
                  <a:pt x="244" y="1896"/>
                </a:lnTo>
                <a:lnTo>
                  <a:pt x="253" y="1925"/>
                </a:lnTo>
                <a:lnTo>
                  <a:pt x="265" y="1950"/>
                </a:lnTo>
                <a:lnTo>
                  <a:pt x="281" y="1973"/>
                </a:lnTo>
                <a:lnTo>
                  <a:pt x="302" y="1994"/>
                </a:lnTo>
                <a:lnTo>
                  <a:pt x="324" y="2010"/>
                </a:lnTo>
                <a:lnTo>
                  <a:pt x="351" y="2022"/>
                </a:lnTo>
                <a:lnTo>
                  <a:pt x="379" y="2030"/>
                </a:lnTo>
                <a:lnTo>
                  <a:pt x="410" y="2033"/>
                </a:lnTo>
                <a:lnTo>
                  <a:pt x="440" y="2030"/>
                </a:lnTo>
                <a:lnTo>
                  <a:pt x="468" y="2022"/>
                </a:lnTo>
                <a:lnTo>
                  <a:pt x="495" y="2010"/>
                </a:lnTo>
                <a:lnTo>
                  <a:pt x="519" y="1994"/>
                </a:lnTo>
                <a:lnTo>
                  <a:pt x="538" y="1973"/>
                </a:lnTo>
                <a:lnTo>
                  <a:pt x="554" y="1950"/>
                </a:lnTo>
                <a:lnTo>
                  <a:pt x="568" y="1925"/>
                </a:lnTo>
                <a:lnTo>
                  <a:pt x="575" y="1896"/>
                </a:lnTo>
                <a:lnTo>
                  <a:pt x="578" y="1867"/>
                </a:lnTo>
                <a:lnTo>
                  <a:pt x="575" y="1837"/>
                </a:lnTo>
                <a:lnTo>
                  <a:pt x="568" y="1810"/>
                </a:lnTo>
                <a:lnTo>
                  <a:pt x="554" y="1783"/>
                </a:lnTo>
                <a:lnTo>
                  <a:pt x="538" y="1760"/>
                </a:lnTo>
                <a:lnTo>
                  <a:pt x="519" y="1740"/>
                </a:lnTo>
                <a:lnTo>
                  <a:pt x="495" y="1723"/>
                </a:lnTo>
                <a:lnTo>
                  <a:pt x="468" y="1711"/>
                </a:lnTo>
                <a:lnTo>
                  <a:pt x="440" y="1704"/>
                </a:lnTo>
                <a:lnTo>
                  <a:pt x="410" y="1701"/>
                </a:lnTo>
                <a:close/>
                <a:moveTo>
                  <a:pt x="258" y="407"/>
                </a:moveTo>
                <a:lnTo>
                  <a:pt x="258" y="1501"/>
                </a:lnTo>
                <a:lnTo>
                  <a:pt x="1611" y="1501"/>
                </a:lnTo>
                <a:lnTo>
                  <a:pt x="1611" y="407"/>
                </a:lnTo>
                <a:lnTo>
                  <a:pt x="258" y="407"/>
                </a:lnTo>
                <a:close/>
                <a:moveTo>
                  <a:pt x="641" y="134"/>
                </a:moveTo>
                <a:lnTo>
                  <a:pt x="624" y="137"/>
                </a:lnTo>
                <a:lnTo>
                  <a:pt x="608" y="143"/>
                </a:lnTo>
                <a:lnTo>
                  <a:pt x="594" y="153"/>
                </a:lnTo>
                <a:lnTo>
                  <a:pt x="584" y="167"/>
                </a:lnTo>
                <a:lnTo>
                  <a:pt x="577" y="183"/>
                </a:lnTo>
                <a:lnTo>
                  <a:pt x="575" y="200"/>
                </a:lnTo>
                <a:lnTo>
                  <a:pt x="577" y="219"/>
                </a:lnTo>
                <a:lnTo>
                  <a:pt x="584" y="234"/>
                </a:lnTo>
                <a:lnTo>
                  <a:pt x="594" y="248"/>
                </a:lnTo>
                <a:lnTo>
                  <a:pt x="608" y="259"/>
                </a:lnTo>
                <a:lnTo>
                  <a:pt x="624" y="265"/>
                </a:lnTo>
                <a:lnTo>
                  <a:pt x="641" y="267"/>
                </a:lnTo>
                <a:lnTo>
                  <a:pt x="1227" y="267"/>
                </a:lnTo>
                <a:lnTo>
                  <a:pt x="1245" y="265"/>
                </a:lnTo>
                <a:lnTo>
                  <a:pt x="1261" y="259"/>
                </a:lnTo>
                <a:lnTo>
                  <a:pt x="1275" y="248"/>
                </a:lnTo>
                <a:lnTo>
                  <a:pt x="1285" y="234"/>
                </a:lnTo>
                <a:lnTo>
                  <a:pt x="1292" y="219"/>
                </a:lnTo>
                <a:lnTo>
                  <a:pt x="1294" y="200"/>
                </a:lnTo>
                <a:lnTo>
                  <a:pt x="1292" y="183"/>
                </a:lnTo>
                <a:lnTo>
                  <a:pt x="1285" y="167"/>
                </a:lnTo>
                <a:lnTo>
                  <a:pt x="1275" y="153"/>
                </a:lnTo>
                <a:lnTo>
                  <a:pt x="1261" y="143"/>
                </a:lnTo>
                <a:lnTo>
                  <a:pt x="1245" y="137"/>
                </a:lnTo>
                <a:lnTo>
                  <a:pt x="1227" y="134"/>
                </a:lnTo>
                <a:lnTo>
                  <a:pt x="641" y="134"/>
                </a:lnTo>
                <a:close/>
                <a:moveTo>
                  <a:pt x="208" y="0"/>
                </a:moveTo>
                <a:lnTo>
                  <a:pt x="1662" y="0"/>
                </a:lnTo>
                <a:lnTo>
                  <a:pt x="1696" y="2"/>
                </a:lnTo>
                <a:lnTo>
                  <a:pt x="1728" y="10"/>
                </a:lnTo>
                <a:lnTo>
                  <a:pt x="1757" y="24"/>
                </a:lnTo>
                <a:lnTo>
                  <a:pt x="1785" y="40"/>
                </a:lnTo>
                <a:lnTo>
                  <a:pt x="1808" y="62"/>
                </a:lnTo>
                <a:lnTo>
                  <a:pt x="1830" y="85"/>
                </a:lnTo>
                <a:lnTo>
                  <a:pt x="1846" y="113"/>
                </a:lnTo>
                <a:lnTo>
                  <a:pt x="1859" y="143"/>
                </a:lnTo>
                <a:lnTo>
                  <a:pt x="1867" y="176"/>
                </a:lnTo>
                <a:lnTo>
                  <a:pt x="1870" y="209"/>
                </a:lnTo>
                <a:lnTo>
                  <a:pt x="1870" y="3164"/>
                </a:lnTo>
                <a:lnTo>
                  <a:pt x="1867" y="3197"/>
                </a:lnTo>
                <a:lnTo>
                  <a:pt x="1859" y="3230"/>
                </a:lnTo>
                <a:lnTo>
                  <a:pt x="1846" y="3260"/>
                </a:lnTo>
                <a:lnTo>
                  <a:pt x="1830" y="3287"/>
                </a:lnTo>
                <a:lnTo>
                  <a:pt x="1808" y="3311"/>
                </a:lnTo>
                <a:lnTo>
                  <a:pt x="1785" y="3332"/>
                </a:lnTo>
                <a:lnTo>
                  <a:pt x="1757" y="3349"/>
                </a:lnTo>
                <a:lnTo>
                  <a:pt x="1728" y="3362"/>
                </a:lnTo>
                <a:lnTo>
                  <a:pt x="1696" y="3370"/>
                </a:lnTo>
                <a:lnTo>
                  <a:pt x="1662" y="3373"/>
                </a:lnTo>
                <a:lnTo>
                  <a:pt x="208" y="3373"/>
                </a:lnTo>
                <a:lnTo>
                  <a:pt x="174" y="3370"/>
                </a:lnTo>
                <a:lnTo>
                  <a:pt x="142" y="3362"/>
                </a:lnTo>
                <a:lnTo>
                  <a:pt x="113" y="3349"/>
                </a:lnTo>
                <a:lnTo>
                  <a:pt x="85" y="3332"/>
                </a:lnTo>
                <a:lnTo>
                  <a:pt x="60" y="3311"/>
                </a:lnTo>
                <a:lnTo>
                  <a:pt x="40" y="3287"/>
                </a:lnTo>
                <a:lnTo>
                  <a:pt x="24" y="3260"/>
                </a:lnTo>
                <a:lnTo>
                  <a:pt x="10" y="3230"/>
                </a:lnTo>
                <a:lnTo>
                  <a:pt x="3" y="3197"/>
                </a:lnTo>
                <a:lnTo>
                  <a:pt x="0" y="3164"/>
                </a:lnTo>
                <a:lnTo>
                  <a:pt x="0" y="209"/>
                </a:lnTo>
                <a:lnTo>
                  <a:pt x="3" y="175"/>
                </a:lnTo>
                <a:lnTo>
                  <a:pt x="10" y="143"/>
                </a:lnTo>
                <a:lnTo>
                  <a:pt x="24" y="113"/>
                </a:lnTo>
                <a:lnTo>
                  <a:pt x="40" y="85"/>
                </a:lnTo>
                <a:lnTo>
                  <a:pt x="60" y="61"/>
                </a:lnTo>
                <a:lnTo>
                  <a:pt x="85" y="40"/>
                </a:lnTo>
                <a:lnTo>
                  <a:pt x="113" y="23"/>
                </a:lnTo>
                <a:lnTo>
                  <a:pt x="142" y="10"/>
                </a:lnTo>
                <a:lnTo>
                  <a:pt x="174" y="2"/>
                </a:lnTo>
                <a:lnTo>
                  <a:pt x="208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52" name="Freeform 697">
            <a:extLst>
              <a:ext uri="{FF2B5EF4-FFF2-40B4-BE49-F238E27FC236}">
                <a16:creationId xmlns:a16="http://schemas.microsoft.com/office/drawing/2014/main" id="{095C3E12-439A-4DAE-BDC6-D37AC809D96F}"/>
              </a:ext>
            </a:extLst>
          </p:cNvPr>
          <p:cNvSpPr>
            <a:spLocks/>
          </p:cNvSpPr>
          <p:nvPr/>
        </p:nvSpPr>
        <p:spPr bwMode="auto">
          <a:xfrm>
            <a:off x="5645719" y="4830971"/>
            <a:ext cx="144232" cy="309068"/>
          </a:xfrm>
          <a:custGeom>
            <a:avLst/>
            <a:gdLst>
              <a:gd name="T0" fmla="*/ 886 w 1565"/>
              <a:gd name="T1" fmla="*/ 25 h 3364"/>
              <a:gd name="T2" fmla="*/ 982 w 1565"/>
              <a:gd name="T3" fmla="*/ 121 h 3364"/>
              <a:gd name="T4" fmla="*/ 1007 w 1565"/>
              <a:gd name="T5" fmla="*/ 378 h 3364"/>
              <a:gd name="T6" fmla="*/ 1218 w 1565"/>
              <a:gd name="T7" fmla="*/ 478 h 3364"/>
              <a:gd name="T8" fmla="*/ 1374 w 1565"/>
              <a:gd name="T9" fmla="*/ 617 h 3364"/>
              <a:gd name="T10" fmla="*/ 1414 w 1565"/>
              <a:gd name="T11" fmla="*/ 735 h 3364"/>
              <a:gd name="T12" fmla="*/ 1384 w 1565"/>
              <a:gd name="T13" fmla="*/ 855 h 3364"/>
              <a:gd name="T14" fmla="*/ 1290 w 1565"/>
              <a:gd name="T15" fmla="*/ 944 h 3364"/>
              <a:gd name="T16" fmla="*/ 1168 w 1565"/>
              <a:gd name="T17" fmla="*/ 965 h 3364"/>
              <a:gd name="T18" fmla="*/ 1052 w 1565"/>
              <a:gd name="T19" fmla="*/ 919 h 3364"/>
              <a:gd name="T20" fmla="*/ 934 w 1565"/>
              <a:gd name="T21" fmla="*/ 826 h 3364"/>
              <a:gd name="T22" fmla="*/ 783 w 1565"/>
              <a:gd name="T23" fmla="*/ 791 h 3364"/>
              <a:gd name="T24" fmla="*/ 614 w 1565"/>
              <a:gd name="T25" fmla="*/ 837 h 3364"/>
              <a:gd name="T26" fmla="*/ 494 w 1565"/>
              <a:gd name="T27" fmla="*/ 957 h 3364"/>
              <a:gd name="T28" fmla="*/ 448 w 1565"/>
              <a:gd name="T29" fmla="*/ 1125 h 3364"/>
              <a:gd name="T30" fmla="*/ 494 w 1565"/>
              <a:gd name="T31" fmla="*/ 1293 h 3364"/>
              <a:gd name="T32" fmla="*/ 614 w 1565"/>
              <a:gd name="T33" fmla="*/ 1413 h 3364"/>
              <a:gd name="T34" fmla="*/ 783 w 1565"/>
              <a:gd name="T35" fmla="*/ 1459 h 3364"/>
              <a:gd name="T36" fmla="*/ 1056 w 1565"/>
              <a:gd name="T37" fmla="*/ 1508 h 3364"/>
              <a:gd name="T38" fmla="*/ 1287 w 1565"/>
              <a:gd name="T39" fmla="*/ 1642 h 3364"/>
              <a:gd name="T40" fmla="*/ 1458 w 1565"/>
              <a:gd name="T41" fmla="*/ 1846 h 3364"/>
              <a:gd name="T42" fmla="*/ 1553 w 1565"/>
              <a:gd name="T43" fmla="*/ 2098 h 3364"/>
              <a:gd name="T44" fmla="*/ 1554 w 1565"/>
              <a:gd name="T45" fmla="*/ 2376 h 3364"/>
              <a:gd name="T46" fmla="*/ 1461 w 1565"/>
              <a:gd name="T47" fmla="*/ 2626 h 3364"/>
              <a:gd name="T48" fmla="*/ 1295 w 1565"/>
              <a:gd name="T49" fmla="*/ 2827 h 3364"/>
              <a:gd name="T50" fmla="*/ 1069 w 1565"/>
              <a:gd name="T51" fmla="*/ 2964 h 3364"/>
              <a:gd name="T52" fmla="*/ 995 w 1565"/>
              <a:gd name="T53" fmla="*/ 3210 h 3364"/>
              <a:gd name="T54" fmla="*/ 914 w 1565"/>
              <a:gd name="T55" fmla="*/ 3321 h 3364"/>
              <a:gd name="T56" fmla="*/ 782 w 1565"/>
              <a:gd name="T57" fmla="*/ 3364 h 3364"/>
              <a:gd name="T58" fmla="*/ 650 w 1565"/>
              <a:gd name="T59" fmla="*/ 3320 h 3364"/>
              <a:gd name="T60" fmla="*/ 570 w 1565"/>
              <a:gd name="T61" fmla="*/ 3210 h 3364"/>
              <a:gd name="T62" fmla="*/ 503 w 1565"/>
              <a:gd name="T63" fmla="*/ 2966 h 3364"/>
              <a:gd name="T64" fmla="*/ 300 w 1565"/>
              <a:gd name="T65" fmla="*/ 2852 h 3364"/>
              <a:gd name="T66" fmla="*/ 174 w 1565"/>
              <a:gd name="T67" fmla="*/ 2720 h 3364"/>
              <a:gd name="T68" fmla="*/ 152 w 1565"/>
              <a:gd name="T69" fmla="*/ 2598 h 3364"/>
              <a:gd name="T70" fmla="*/ 199 w 1565"/>
              <a:gd name="T71" fmla="*/ 2481 h 3364"/>
              <a:gd name="T72" fmla="*/ 305 w 1565"/>
              <a:gd name="T73" fmla="*/ 2408 h 3364"/>
              <a:gd name="T74" fmla="*/ 429 w 1565"/>
              <a:gd name="T75" fmla="*/ 2403 h 3364"/>
              <a:gd name="T76" fmla="*/ 539 w 1565"/>
              <a:gd name="T77" fmla="*/ 2467 h 3364"/>
              <a:gd name="T78" fmla="*/ 667 w 1565"/>
              <a:gd name="T79" fmla="*/ 2552 h 3364"/>
              <a:gd name="T80" fmla="*/ 828 w 1565"/>
              <a:gd name="T81" fmla="*/ 2569 h 3364"/>
              <a:gd name="T82" fmla="*/ 987 w 1565"/>
              <a:gd name="T83" fmla="*/ 2503 h 3364"/>
              <a:gd name="T84" fmla="*/ 1091 w 1565"/>
              <a:gd name="T85" fmla="*/ 2368 h 3364"/>
              <a:gd name="T86" fmla="*/ 1114 w 1565"/>
              <a:gd name="T87" fmla="*/ 2193 h 3364"/>
              <a:gd name="T88" fmla="*/ 1048 w 1565"/>
              <a:gd name="T89" fmla="*/ 2035 h 3364"/>
              <a:gd name="T90" fmla="*/ 912 w 1565"/>
              <a:gd name="T91" fmla="*/ 1930 h 3364"/>
              <a:gd name="T92" fmla="*/ 711 w 1565"/>
              <a:gd name="T93" fmla="*/ 1902 h 3364"/>
              <a:gd name="T94" fmla="*/ 447 w 1565"/>
              <a:gd name="T95" fmla="*/ 1829 h 3364"/>
              <a:gd name="T96" fmla="*/ 229 w 1565"/>
              <a:gd name="T97" fmla="*/ 1676 h 3364"/>
              <a:gd name="T98" fmla="*/ 75 w 1565"/>
              <a:gd name="T99" fmla="*/ 1459 h 3364"/>
              <a:gd name="T100" fmla="*/ 3 w 1565"/>
              <a:gd name="T101" fmla="*/ 1196 h 3364"/>
              <a:gd name="T102" fmla="*/ 27 w 1565"/>
              <a:gd name="T103" fmla="*/ 921 h 3364"/>
              <a:gd name="T104" fmla="*/ 140 w 1565"/>
              <a:gd name="T105" fmla="*/ 682 h 3364"/>
              <a:gd name="T106" fmla="*/ 322 w 1565"/>
              <a:gd name="T107" fmla="*/ 495 h 3364"/>
              <a:gd name="T108" fmla="*/ 559 w 1565"/>
              <a:gd name="T109" fmla="*/ 377 h 3364"/>
              <a:gd name="T110" fmla="*/ 584 w 1565"/>
              <a:gd name="T111" fmla="*/ 121 h 3364"/>
              <a:gd name="T112" fmla="*/ 680 w 1565"/>
              <a:gd name="T113" fmla="*/ 25 h 3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565" h="3364">
                <a:moveTo>
                  <a:pt x="783" y="0"/>
                </a:moveTo>
                <a:lnTo>
                  <a:pt x="819" y="3"/>
                </a:lnTo>
                <a:lnTo>
                  <a:pt x="854" y="11"/>
                </a:lnTo>
                <a:lnTo>
                  <a:pt x="886" y="25"/>
                </a:lnTo>
                <a:lnTo>
                  <a:pt x="915" y="43"/>
                </a:lnTo>
                <a:lnTo>
                  <a:pt x="941" y="65"/>
                </a:lnTo>
                <a:lnTo>
                  <a:pt x="964" y="92"/>
                </a:lnTo>
                <a:lnTo>
                  <a:pt x="982" y="121"/>
                </a:lnTo>
                <a:lnTo>
                  <a:pt x="995" y="152"/>
                </a:lnTo>
                <a:lnTo>
                  <a:pt x="1004" y="187"/>
                </a:lnTo>
                <a:lnTo>
                  <a:pt x="1007" y="223"/>
                </a:lnTo>
                <a:lnTo>
                  <a:pt x="1007" y="378"/>
                </a:lnTo>
                <a:lnTo>
                  <a:pt x="1062" y="398"/>
                </a:lnTo>
                <a:lnTo>
                  <a:pt x="1116" y="420"/>
                </a:lnTo>
                <a:lnTo>
                  <a:pt x="1168" y="447"/>
                </a:lnTo>
                <a:lnTo>
                  <a:pt x="1218" y="478"/>
                </a:lnTo>
                <a:lnTo>
                  <a:pt x="1265" y="511"/>
                </a:lnTo>
                <a:lnTo>
                  <a:pt x="1310" y="549"/>
                </a:lnTo>
                <a:lnTo>
                  <a:pt x="1354" y="591"/>
                </a:lnTo>
                <a:lnTo>
                  <a:pt x="1374" y="617"/>
                </a:lnTo>
                <a:lnTo>
                  <a:pt x="1390" y="644"/>
                </a:lnTo>
                <a:lnTo>
                  <a:pt x="1403" y="674"/>
                </a:lnTo>
                <a:lnTo>
                  <a:pt x="1410" y="703"/>
                </a:lnTo>
                <a:lnTo>
                  <a:pt x="1414" y="735"/>
                </a:lnTo>
                <a:lnTo>
                  <a:pt x="1413" y="766"/>
                </a:lnTo>
                <a:lnTo>
                  <a:pt x="1408" y="797"/>
                </a:lnTo>
                <a:lnTo>
                  <a:pt x="1398" y="826"/>
                </a:lnTo>
                <a:lnTo>
                  <a:pt x="1384" y="855"/>
                </a:lnTo>
                <a:lnTo>
                  <a:pt x="1366" y="881"/>
                </a:lnTo>
                <a:lnTo>
                  <a:pt x="1343" y="906"/>
                </a:lnTo>
                <a:lnTo>
                  <a:pt x="1318" y="926"/>
                </a:lnTo>
                <a:lnTo>
                  <a:pt x="1290" y="944"/>
                </a:lnTo>
                <a:lnTo>
                  <a:pt x="1260" y="955"/>
                </a:lnTo>
                <a:lnTo>
                  <a:pt x="1229" y="963"/>
                </a:lnTo>
                <a:lnTo>
                  <a:pt x="1199" y="966"/>
                </a:lnTo>
                <a:lnTo>
                  <a:pt x="1168" y="965"/>
                </a:lnTo>
                <a:lnTo>
                  <a:pt x="1137" y="960"/>
                </a:lnTo>
                <a:lnTo>
                  <a:pt x="1107" y="951"/>
                </a:lnTo>
                <a:lnTo>
                  <a:pt x="1079" y="937"/>
                </a:lnTo>
                <a:lnTo>
                  <a:pt x="1052" y="919"/>
                </a:lnTo>
                <a:lnTo>
                  <a:pt x="1027" y="897"/>
                </a:lnTo>
                <a:lnTo>
                  <a:pt x="998" y="869"/>
                </a:lnTo>
                <a:lnTo>
                  <a:pt x="967" y="846"/>
                </a:lnTo>
                <a:lnTo>
                  <a:pt x="934" y="826"/>
                </a:lnTo>
                <a:lnTo>
                  <a:pt x="898" y="811"/>
                </a:lnTo>
                <a:lnTo>
                  <a:pt x="861" y="801"/>
                </a:lnTo>
                <a:lnTo>
                  <a:pt x="822" y="793"/>
                </a:lnTo>
                <a:lnTo>
                  <a:pt x="783" y="791"/>
                </a:lnTo>
                <a:lnTo>
                  <a:pt x="738" y="794"/>
                </a:lnTo>
                <a:lnTo>
                  <a:pt x="694" y="804"/>
                </a:lnTo>
                <a:lnTo>
                  <a:pt x="653" y="818"/>
                </a:lnTo>
                <a:lnTo>
                  <a:pt x="614" y="837"/>
                </a:lnTo>
                <a:lnTo>
                  <a:pt x="579" y="861"/>
                </a:lnTo>
                <a:lnTo>
                  <a:pt x="546" y="890"/>
                </a:lnTo>
                <a:lnTo>
                  <a:pt x="518" y="921"/>
                </a:lnTo>
                <a:lnTo>
                  <a:pt x="494" y="957"/>
                </a:lnTo>
                <a:lnTo>
                  <a:pt x="474" y="995"/>
                </a:lnTo>
                <a:lnTo>
                  <a:pt x="460" y="1037"/>
                </a:lnTo>
                <a:lnTo>
                  <a:pt x="452" y="1080"/>
                </a:lnTo>
                <a:lnTo>
                  <a:pt x="448" y="1125"/>
                </a:lnTo>
                <a:lnTo>
                  <a:pt x="452" y="1171"/>
                </a:lnTo>
                <a:lnTo>
                  <a:pt x="460" y="1214"/>
                </a:lnTo>
                <a:lnTo>
                  <a:pt x="474" y="1255"/>
                </a:lnTo>
                <a:lnTo>
                  <a:pt x="494" y="1293"/>
                </a:lnTo>
                <a:lnTo>
                  <a:pt x="518" y="1329"/>
                </a:lnTo>
                <a:lnTo>
                  <a:pt x="546" y="1361"/>
                </a:lnTo>
                <a:lnTo>
                  <a:pt x="579" y="1390"/>
                </a:lnTo>
                <a:lnTo>
                  <a:pt x="614" y="1413"/>
                </a:lnTo>
                <a:lnTo>
                  <a:pt x="653" y="1432"/>
                </a:lnTo>
                <a:lnTo>
                  <a:pt x="694" y="1447"/>
                </a:lnTo>
                <a:lnTo>
                  <a:pt x="738" y="1456"/>
                </a:lnTo>
                <a:lnTo>
                  <a:pt x="783" y="1459"/>
                </a:lnTo>
                <a:lnTo>
                  <a:pt x="854" y="1462"/>
                </a:lnTo>
                <a:lnTo>
                  <a:pt x="924" y="1471"/>
                </a:lnTo>
                <a:lnTo>
                  <a:pt x="990" y="1487"/>
                </a:lnTo>
                <a:lnTo>
                  <a:pt x="1056" y="1508"/>
                </a:lnTo>
                <a:lnTo>
                  <a:pt x="1119" y="1534"/>
                </a:lnTo>
                <a:lnTo>
                  <a:pt x="1178" y="1565"/>
                </a:lnTo>
                <a:lnTo>
                  <a:pt x="1233" y="1601"/>
                </a:lnTo>
                <a:lnTo>
                  <a:pt x="1287" y="1642"/>
                </a:lnTo>
                <a:lnTo>
                  <a:pt x="1336" y="1687"/>
                </a:lnTo>
                <a:lnTo>
                  <a:pt x="1381" y="1736"/>
                </a:lnTo>
                <a:lnTo>
                  <a:pt x="1422" y="1789"/>
                </a:lnTo>
                <a:lnTo>
                  <a:pt x="1458" y="1846"/>
                </a:lnTo>
                <a:lnTo>
                  <a:pt x="1490" y="1905"/>
                </a:lnTo>
                <a:lnTo>
                  <a:pt x="1517" y="1966"/>
                </a:lnTo>
                <a:lnTo>
                  <a:pt x="1537" y="2032"/>
                </a:lnTo>
                <a:lnTo>
                  <a:pt x="1553" y="2098"/>
                </a:lnTo>
                <a:lnTo>
                  <a:pt x="1562" y="2168"/>
                </a:lnTo>
                <a:lnTo>
                  <a:pt x="1565" y="2238"/>
                </a:lnTo>
                <a:lnTo>
                  <a:pt x="1562" y="2308"/>
                </a:lnTo>
                <a:lnTo>
                  <a:pt x="1554" y="2376"/>
                </a:lnTo>
                <a:lnTo>
                  <a:pt x="1538" y="2443"/>
                </a:lnTo>
                <a:lnTo>
                  <a:pt x="1518" y="2506"/>
                </a:lnTo>
                <a:lnTo>
                  <a:pt x="1492" y="2567"/>
                </a:lnTo>
                <a:lnTo>
                  <a:pt x="1461" y="2626"/>
                </a:lnTo>
                <a:lnTo>
                  <a:pt x="1426" y="2681"/>
                </a:lnTo>
                <a:lnTo>
                  <a:pt x="1386" y="2734"/>
                </a:lnTo>
                <a:lnTo>
                  <a:pt x="1343" y="2782"/>
                </a:lnTo>
                <a:lnTo>
                  <a:pt x="1295" y="2827"/>
                </a:lnTo>
                <a:lnTo>
                  <a:pt x="1244" y="2868"/>
                </a:lnTo>
                <a:lnTo>
                  <a:pt x="1188" y="2905"/>
                </a:lnTo>
                <a:lnTo>
                  <a:pt x="1131" y="2936"/>
                </a:lnTo>
                <a:lnTo>
                  <a:pt x="1069" y="2964"/>
                </a:lnTo>
                <a:lnTo>
                  <a:pt x="1007" y="2986"/>
                </a:lnTo>
                <a:lnTo>
                  <a:pt x="1007" y="3140"/>
                </a:lnTo>
                <a:lnTo>
                  <a:pt x="1004" y="3177"/>
                </a:lnTo>
                <a:lnTo>
                  <a:pt x="995" y="3210"/>
                </a:lnTo>
                <a:lnTo>
                  <a:pt x="981" y="3243"/>
                </a:lnTo>
                <a:lnTo>
                  <a:pt x="964" y="3272"/>
                </a:lnTo>
                <a:lnTo>
                  <a:pt x="941" y="3298"/>
                </a:lnTo>
                <a:lnTo>
                  <a:pt x="914" y="3321"/>
                </a:lnTo>
                <a:lnTo>
                  <a:pt x="886" y="3338"/>
                </a:lnTo>
                <a:lnTo>
                  <a:pt x="853" y="3353"/>
                </a:lnTo>
                <a:lnTo>
                  <a:pt x="819" y="3361"/>
                </a:lnTo>
                <a:lnTo>
                  <a:pt x="782" y="3364"/>
                </a:lnTo>
                <a:lnTo>
                  <a:pt x="746" y="3361"/>
                </a:lnTo>
                <a:lnTo>
                  <a:pt x="711" y="3352"/>
                </a:lnTo>
                <a:lnTo>
                  <a:pt x="679" y="3338"/>
                </a:lnTo>
                <a:lnTo>
                  <a:pt x="650" y="3320"/>
                </a:lnTo>
                <a:lnTo>
                  <a:pt x="624" y="3298"/>
                </a:lnTo>
                <a:lnTo>
                  <a:pt x="601" y="3272"/>
                </a:lnTo>
                <a:lnTo>
                  <a:pt x="583" y="3242"/>
                </a:lnTo>
                <a:lnTo>
                  <a:pt x="570" y="3210"/>
                </a:lnTo>
                <a:lnTo>
                  <a:pt x="561" y="3177"/>
                </a:lnTo>
                <a:lnTo>
                  <a:pt x="558" y="3140"/>
                </a:lnTo>
                <a:lnTo>
                  <a:pt x="558" y="2985"/>
                </a:lnTo>
                <a:lnTo>
                  <a:pt x="503" y="2966"/>
                </a:lnTo>
                <a:lnTo>
                  <a:pt x="449" y="2944"/>
                </a:lnTo>
                <a:lnTo>
                  <a:pt x="397" y="2917"/>
                </a:lnTo>
                <a:lnTo>
                  <a:pt x="347" y="2886"/>
                </a:lnTo>
                <a:lnTo>
                  <a:pt x="300" y="2852"/>
                </a:lnTo>
                <a:lnTo>
                  <a:pt x="254" y="2814"/>
                </a:lnTo>
                <a:lnTo>
                  <a:pt x="212" y="2773"/>
                </a:lnTo>
                <a:lnTo>
                  <a:pt x="191" y="2747"/>
                </a:lnTo>
                <a:lnTo>
                  <a:pt x="174" y="2720"/>
                </a:lnTo>
                <a:lnTo>
                  <a:pt x="162" y="2690"/>
                </a:lnTo>
                <a:lnTo>
                  <a:pt x="155" y="2659"/>
                </a:lnTo>
                <a:lnTo>
                  <a:pt x="152" y="2629"/>
                </a:lnTo>
                <a:lnTo>
                  <a:pt x="152" y="2598"/>
                </a:lnTo>
                <a:lnTo>
                  <a:pt x="158" y="2566"/>
                </a:lnTo>
                <a:lnTo>
                  <a:pt x="167" y="2537"/>
                </a:lnTo>
                <a:lnTo>
                  <a:pt x="182" y="2508"/>
                </a:lnTo>
                <a:lnTo>
                  <a:pt x="199" y="2481"/>
                </a:lnTo>
                <a:lnTo>
                  <a:pt x="222" y="2458"/>
                </a:lnTo>
                <a:lnTo>
                  <a:pt x="247" y="2436"/>
                </a:lnTo>
                <a:lnTo>
                  <a:pt x="275" y="2420"/>
                </a:lnTo>
                <a:lnTo>
                  <a:pt x="305" y="2408"/>
                </a:lnTo>
                <a:lnTo>
                  <a:pt x="336" y="2401"/>
                </a:lnTo>
                <a:lnTo>
                  <a:pt x="366" y="2397"/>
                </a:lnTo>
                <a:lnTo>
                  <a:pt x="398" y="2398"/>
                </a:lnTo>
                <a:lnTo>
                  <a:pt x="429" y="2403"/>
                </a:lnTo>
                <a:lnTo>
                  <a:pt x="459" y="2413"/>
                </a:lnTo>
                <a:lnTo>
                  <a:pt x="487" y="2426"/>
                </a:lnTo>
                <a:lnTo>
                  <a:pt x="514" y="2445"/>
                </a:lnTo>
                <a:lnTo>
                  <a:pt x="539" y="2467"/>
                </a:lnTo>
                <a:lnTo>
                  <a:pt x="567" y="2495"/>
                </a:lnTo>
                <a:lnTo>
                  <a:pt x="598" y="2517"/>
                </a:lnTo>
                <a:lnTo>
                  <a:pt x="632" y="2537"/>
                </a:lnTo>
                <a:lnTo>
                  <a:pt x="667" y="2552"/>
                </a:lnTo>
                <a:lnTo>
                  <a:pt x="704" y="2563"/>
                </a:lnTo>
                <a:lnTo>
                  <a:pt x="743" y="2570"/>
                </a:lnTo>
                <a:lnTo>
                  <a:pt x="782" y="2572"/>
                </a:lnTo>
                <a:lnTo>
                  <a:pt x="828" y="2569"/>
                </a:lnTo>
                <a:lnTo>
                  <a:pt x="871" y="2560"/>
                </a:lnTo>
                <a:lnTo>
                  <a:pt x="912" y="2546"/>
                </a:lnTo>
                <a:lnTo>
                  <a:pt x="951" y="2526"/>
                </a:lnTo>
                <a:lnTo>
                  <a:pt x="987" y="2503"/>
                </a:lnTo>
                <a:lnTo>
                  <a:pt x="1019" y="2474"/>
                </a:lnTo>
                <a:lnTo>
                  <a:pt x="1048" y="2443"/>
                </a:lnTo>
                <a:lnTo>
                  <a:pt x="1071" y="2407"/>
                </a:lnTo>
                <a:lnTo>
                  <a:pt x="1091" y="2368"/>
                </a:lnTo>
                <a:lnTo>
                  <a:pt x="1105" y="2327"/>
                </a:lnTo>
                <a:lnTo>
                  <a:pt x="1114" y="2284"/>
                </a:lnTo>
                <a:lnTo>
                  <a:pt x="1118" y="2238"/>
                </a:lnTo>
                <a:lnTo>
                  <a:pt x="1114" y="2193"/>
                </a:lnTo>
                <a:lnTo>
                  <a:pt x="1105" y="2150"/>
                </a:lnTo>
                <a:lnTo>
                  <a:pt x="1091" y="2108"/>
                </a:lnTo>
                <a:lnTo>
                  <a:pt x="1071" y="2070"/>
                </a:lnTo>
                <a:lnTo>
                  <a:pt x="1048" y="2035"/>
                </a:lnTo>
                <a:lnTo>
                  <a:pt x="1019" y="2003"/>
                </a:lnTo>
                <a:lnTo>
                  <a:pt x="987" y="1974"/>
                </a:lnTo>
                <a:lnTo>
                  <a:pt x="951" y="1950"/>
                </a:lnTo>
                <a:lnTo>
                  <a:pt x="912" y="1930"/>
                </a:lnTo>
                <a:lnTo>
                  <a:pt x="871" y="1916"/>
                </a:lnTo>
                <a:lnTo>
                  <a:pt x="828" y="1908"/>
                </a:lnTo>
                <a:lnTo>
                  <a:pt x="782" y="1905"/>
                </a:lnTo>
                <a:lnTo>
                  <a:pt x="711" y="1902"/>
                </a:lnTo>
                <a:lnTo>
                  <a:pt x="641" y="1892"/>
                </a:lnTo>
                <a:lnTo>
                  <a:pt x="575" y="1877"/>
                </a:lnTo>
                <a:lnTo>
                  <a:pt x="510" y="1856"/>
                </a:lnTo>
                <a:lnTo>
                  <a:pt x="447" y="1829"/>
                </a:lnTo>
                <a:lnTo>
                  <a:pt x="388" y="1798"/>
                </a:lnTo>
                <a:lnTo>
                  <a:pt x="331" y="1762"/>
                </a:lnTo>
                <a:lnTo>
                  <a:pt x="278" y="1721"/>
                </a:lnTo>
                <a:lnTo>
                  <a:pt x="229" y="1676"/>
                </a:lnTo>
                <a:lnTo>
                  <a:pt x="184" y="1627"/>
                </a:lnTo>
                <a:lnTo>
                  <a:pt x="144" y="1575"/>
                </a:lnTo>
                <a:lnTo>
                  <a:pt x="107" y="1518"/>
                </a:lnTo>
                <a:lnTo>
                  <a:pt x="75" y="1459"/>
                </a:lnTo>
                <a:lnTo>
                  <a:pt x="49" y="1397"/>
                </a:lnTo>
                <a:lnTo>
                  <a:pt x="28" y="1332"/>
                </a:lnTo>
                <a:lnTo>
                  <a:pt x="12" y="1265"/>
                </a:lnTo>
                <a:lnTo>
                  <a:pt x="3" y="1196"/>
                </a:lnTo>
                <a:lnTo>
                  <a:pt x="0" y="1125"/>
                </a:lnTo>
                <a:lnTo>
                  <a:pt x="3" y="1055"/>
                </a:lnTo>
                <a:lnTo>
                  <a:pt x="12" y="988"/>
                </a:lnTo>
                <a:lnTo>
                  <a:pt x="27" y="921"/>
                </a:lnTo>
                <a:lnTo>
                  <a:pt x="47" y="858"/>
                </a:lnTo>
                <a:lnTo>
                  <a:pt x="73" y="797"/>
                </a:lnTo>
                <a:lnTo>
                  <a:pt x="104" y="737"/>
                </a:lnTo>
                <a:lnTo>
                  <a:pt x="140" y="682"/>
                </a:lnTo>
                <a:lnTo>
                  <a:pt x="179" y="630"/>
                </a:lnTo>
                <a:lnTo>
                  <a:pt x="223" y="581"/>
                </a:lnTo>
                <a:lnTo>
                  <a:pt x="271" y="536"/>
                </a:lnTo>
                <a:lnTo>
                  <a:pt x="322" y="495"/>
                </a:lnTo>
                <a:lnTo>
                  <a:pt x="377" y="459"/>
                </a:lnTo>
                <a:lnTo>
                  <a:pt x="435" y="426"/>
                </a:lnTo>
                <a:lnTo>
                  <a:pt x="496" y="400"/>
                </a:lnTo>
                <a:lnTo>
                  <a:pt x="559" y="377"/>
                </a:lnTo>
                <a:lnTo>
                  <a:pt x="559" y="223"/>
                </a:lnTo>
                <a:lnTo>
                  <a:pt x="562" y="187"/>
                </a:lnTo>
                <a:lnTo>
                  <a:pt x="571" y="152"/>
                </a:lnTo>
                <a:lnTo>
                  <a:pt x="584" y="121"/>
                </a:lnTo>
                <a:lnTo>
                  <a:pt x="602" y="91"/>
                </a:lnTo>
                <a:lnTo>
                  <a:pt x="624" y="65"/>
                </a:lnTo>
                <a:lnTo>
                  <a:pt x="651" y="43"/>
                </a:lnTo>
                <a:lnTo>
                  <a:pt x="680" y="25"/>
                </a:lnTo>
                <a:lnTo>
                  <a:pt x="712" y="11"/>
                </a:lnTo>
                <a:lnTo>
                  <a:pt x="746" y="3"/>
                </a:lnTo>
                <a:lnTo>
                  <a:pt x="783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C300AD29-2EC1-4BA6-A7E4-F8CC743B269E}"/>
              </a:ext>
            </a:extLst>
          </p:cNvPr>
          <p:cNvGrpSpPr/>
          <p:nvPr/>
        </p:nvGrpSpPr>
        <p:grpSpPr>
          <a:xfrm>
            <a:off x="6219186" y="4832904"/>
            <a:ext cx="82417" cy="305205"/>
            <a:chOff x="4795838" y="5211763"/>
            <a:chExt cx="101599" cy="3762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54" name="Freeform 702">
              <a:extLst>
                <a:ext uri="{FF2B5EF4-FFF2-40B4-BE49-F238E27FC236}">
                  <a16:creationId xmlns:a16="http://schemas.microsoft.com/office/drawing/2014/main" id="{DDF5F7C1-C7E1-4E90-ABEF-99CEDB501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600" y="5378451"/>
              <a:ext cx="88900" cy="96838"/>
            </a:xfrm>
            <a:custGeom>
              <a:avLst/>
              <a:gdLst>
                <a:gd name="T0" fmla="*/ 754 w 794"/>
                <a:gd name="T1" fmla="*/ 0 h 860"/>
                <a:gd name="T2" fmla="*/ 794 w 794"/>
                <a:gd name="T3" fmla="*/ 448 h 860"/>
                <a:gd name="T4" fmla="*/ 0 w 794"/>
                <a:gd name="T5" fmla="*/ 860 h 860"/>
                <a:gd name="T6" fmla="*/ 43 w 794"/>
                <a:gd name="T7" fmla="*/ 371 h 860"/>
                <a:gd name="T8" fmla="*/ 754 w 794"/>
                <a:gd name="T9" fmla="*/ 0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4" h="860">
                  <a:moveTo>
                    <a:pt x="754" y="0"/>
                  </a:moveTo>
                  <a:lnTo>
                    <a:pt x="794" y="448"/>
                  </a:lnTo>
                  <a:lnTo>
                    <a:pt x="0" y="860"/>
                  </a:lnTo>
                  <a:lnTo>
                    <a:pt x="43" y="371"/>
                  </a:lnTo>
                  <a:lnTo>
                    <a:pt x="7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5" name="Freeform 703">
              <a:extLst>
                <a:ext uri="{FF2B5EF4-FFF2-40B4-BE49-F238E27FC236}">
                  <a16:creationId xmlns:a16="http://schemas.microsoft.com/office/drawing/2014/main" id="{BDE60373-2A2C-4A5C-A3C9-688A0A403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6950" y="5310188"/>
              <a:ext cx="76200" cy="90488"/>
            </a:xfrm>
            <a:custGeom>
              <a:avLst/>
              <a:gdLst>
                <a:gd name="T0" fmla="*/ 644 w 684"/>
                <a:gd name="T1" fmla="*/ 0 h 804"/>
                <a:gd name="T2" fmla="*/ 684 w 684"/>
                <a:gd name="T3" fmla="*/ 448 h 804"/>
                <a:gd name="T4" fmla="*/ 0 w 684"/>
                <a:gd name="T5" fmla="*/ 804 h 804"/>
                <a:gd name="T6" fmla="*/ 45 w 684"/>
                <a:gd name="T7" fmla="*/ 313 h 804"/>
                <a:gd name="T8" fmla="*/ 644 w 684"/>
                <a:gd name="T9" fmla="*/ 0 h 8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804">
                  <a:moveTo>
                    <a:pt x="644" y="0"/>
                  </a:moveTo>
                  <a:lnTo>
                    <a:pt x="684" y="448"/>
                  </a:lnTo>
                  <a:lnTo>
                    <a:pt x="0" y="804"/>
                  </a:lnTo>
                  <a:lnTo>
                    <a:pt x="45" y="313"/>
                  </a:lnTo>
                  <a:lnTo>
                    <a:pt x="6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6" name="Freeform 704">
              <a:extLst>
                <a:ext uri="{FF2B5EF4-FFF2-40B4-BE49-F238E27FC236}">
                  <a16:creationId xmlns:a16="http://schemas.microsoft.com/office/drawing/2014/main" id="{EE5E21BF-0F9E-4560-8622-6E36701C9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838" y="5445126"/>
              <a:ext cx="100012" cy="95250"/>
            </a:xfrm>
            <a:custGeom>
              <a:avLst/>
              <a:gdLst>
                <a:gd name="T0" fmla="*/ 844 w 882"/>
                <a:gd name="T1" fmla="*/ 0 h 841"/>
                <a:gd name="T2" fmla="*/ 882 w 882"/>
                <a:gd name="T3" fmla="*/ 447 h 841"/>
                <a:gd name="T4" fmla="*/ 126 w 882"/>
                <a:gd name="T5" fmla="*/ 841 h 841"/>
                <a:gd name="T6" fmla="*/ 0 w 882"/>
                <a:gd name="T7" fmla="*/ 682 h 841"/>
                <a:gd name="T8" fmla="*/ 21 w 882"/>
                <a:gd name="T9" fmla="*/ 429 h 841"/>
                <a:gd name="T10" fmla="*/ 844 w 882"/>
                <a:gd name="T11" fmla="*/ 0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2" h="841">
                  <a:moveTo>
                    <a:pt x="844" y="0"/>
                  </a:moveTo>
                  <a:lnTo>
                    <a:pt x="882" y="447"/>
                  </a:lnTo>
                  <a:lnTo>
                    <a:pt x="126" y="841"/>
                  </a:lnTo>
                  <a:lnTo>
                    <a:pt x="0" y="682"/>
                  </a:lnTo>
                  <a:lnTo>
                    <a:pt x="21" y="429"/>
                  </a:lnTo>
                  <a:lnTo>
                    <a:pt x="8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7" name="Freeform 705">
              <a:extLst>
                <a:ext uri="{FF2B5EF4-FFF2-40B4-BE49-F238E27FC236}">
                  <a16:creationId xmlns:a16="http://schemas.microsoft.com/office/drawing/2014/main" id="{A3D93123-77C4-4892-A824-D876DB83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9650" y="5513388"/>
              <a:ext cx="77787" cy="74613"/>
            </a:xfrm>
            <a:custGeom>
              <a:avLst/>
              <a:gdLst>
                <a:gd name="T0" fmla="*/ 685 w 692"/>
                <a:gd name="T1" fmla="*/ 0 h 663"/>
                <a:gd name="T2" fmla="*/ 692 w 692"/>
                <a:gd name="T3" fmla="*/ 84 h 663"/>
                <a:gd name="T4" fmla="*/ 240 w 692"/>
                <a:gd name="T5" fmla="*/ 663 h 663"/>
                <a:gd name="T6" fmla="*/ 0 w 692"/>
                <a:gd name="T7" fmla="*/ 356 h 663"/>
                <a:gd name="T8" fmla="*/ 685 w 692"/>
                <a:gd name="T9" fmla="*/ 0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2" h="663">
                  <a:moveTo>
                    <a:pt x="685" y="0"/>
                  </a:moveTo>
                  <a:lnTo>
                    <a:pt x="692" y="84"/>
                  </a:lnTo>
                  <a:lnTo>
                    <a:pt x="240" y="663"/>
                  </a:lnTo>
                  <a:lnTo>
                    <a:pt x="0" y="356"/>
                  </a:lnTo>
                  <a:lnTo>
                    <a:pt x="6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8" name="Freeform 706">
              <a:extLst>
                <a:ext uri="{FF2B5EF4-FFF2-40B4-BE49-F238E27FC236}">
                  <a16:creationId xmlns:a16="http://schemas.microsoft.com/office/drawing/2014/main" id="{D595B084-24C7-4E3B-B95F-70AB839A7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7425" y="5211763"/>
              <a:ext cx="100012" cy="39688"/>
            </a:xfrm>
            <a:custGeom>
              <a:avLst/>
              <a:gdLst>
                <a:gd name="T0" fmla="*/ 0 w 880"/>
                <a:gd name="T1" fmla="*/ 0 h 345"/>
                <a:gd name="T2" fmla="*/ 880 w 880"/>
                <a:gd name="T3" fmla="*/ 0 h 345"/>
                <a:gd name="T4" fmla="*/ 866 w 880"/>
                <a:gd name="T5" fmla="*/ 48 h 345"/>
                <a:gd name="T6" fmla="*/ 847 w 880"/>
                <a:gd name="T7" fmla="*/ 94 h 345"/>
                <a:gd name="T8" fmla="*/ 822 w 880"/>
                <a:gd name="T9" fmla="*/ 137 h 345"/>
                <a:gd name="T10" fmla="*/ 794 w 880"/>
                <a:gd name="T11" fmla="*/ 178 h 345"/>
                <a:gd name="T12" fmla="*/ 761 w 880"/>
                <a:gd name="T13" fmla="*/ 214 h 345"/>
                <a:gd name="T14" fmla="*/ 724 w 880"/>
                <a:gd name="T15" fmla="*/ 247 h 345"/>
                <a:gd name="T16" fmla="*/ 683 w 880"/>
                <a:gd name="T17" fmla="*/ 276 h 345"/>
                <a:gd name="T18" fmla="*/ 640 w 880"/>
                <a:gd name="T19" fmla="*/ 300 h 345"/>
                <a:gd name="T20" fmla="*/ 594 w 880"/>
                <a:gd name="T21" fmla="*/ 320 h 345"/>
                <a:gd name="T22" fmla="*/ 544 w 880"/>
                <a:gd name="T23" fmla="*/ 334 h 345"/>
                <a:gd name="T24" fmla="*/ 493 w 880"/>
                <a:gd name="T25" fmla="*/ 342 h 345"/>
                <a:gd name="T26" fmla="*/ 440 w 880"/>
                <a:gd name="T27" fmla="*/ 345 h 345"/>
                <a:gd name="T28" fmla="*/ 387 w 880"/>
                <a:gd name="T29" fmla="*/ 342 h 345"/>
                <a:gd name="T30" fmla="*/ 336 w 880"/>
                <a:gd name="T31" fmla="*/ 334 h 345"/>
                <a:gd name="T32" fmla="*/ 286 w 880"/>
                <a:gd name="T33" fmla="*/ 320 h 345"/>
                <a:gd name="T34" fmla="*/ 240 w 880"/>
                <a:gd name="T35" fmla="*/ 300 h 345"/>
                <a:gd name="T36" fmla="*/ 197 w 880"/>
                <a:gd name="T37" fmla="*/ 276 h 345"/>
                <a:gd name="T38" fmla="*/ 156 w 880"/>
                <a:gd name="T39" fmla="*/ 247 h 345"/>
                <a:gd name="T40" fmla="*/ 119 w 880"/>
                <a:gd name="T41" fmla="*/ 214 h 345"/>
                <a:gd name="T42" fmla="*/ 86 w 880"/>
                <a:gd name="T43" fmla="*/ 178 h 345"/>
                <a:gd name="T44" fmla="*/ 58 w 880"/>
                <a:gd name="T45" fmla="*/ 137 h 345"/>
                <a:gd name="T46" fmla="*/ 33 w 880"/>
                <a:gd name="T47" fmla="*/ 94 h 345"/>
                <a:gd name="T48" fmla="*/ 14 w 880"/>
                <a:gd name="T49" fmla="*/ 48 h 345"/>
                <a:gd name="T50" fmla="*/ 0 w 880"/>
                <a:gd name="T51" fmla="*/ 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80" h="345">
                  <a:moveTo>
                    <a:pt x="0" y="0"/>
                  </a:moveTo>
                  <a:lnTo>
                    <a:pt x="880" y="0"/>
                  </a:lnTo>
                  <a:lnTo>
                    <a:pt x="866" y="48"/>
                  </a:lnTo>
                  <a:lnTo>
                    <a:pt x="847" y="94"/>
                  </a:lnTo>
                  <a:lnTo>
                    <a:pt x="822" y="137"/>
                  </a:lnTo>
                  <a:lnTo>
                    <a:pt x="794" y="178"/>
                  </a:lnTo>
                  <a:lnTo>
                    <a:pt x="761" y="214"/>
                  </a:lnTo>
                  <a:lnTo>
                    <a:pt x="724" y="247"/>
                  </a:lnTo>
                  <a:lnTo>
                    <a:pt x="683" y="276"/>
                  </a:lnTo>
                  <a:lnTo>
                    <a:pt x="640" y="300"/>
                  </a:lnTo>
                  <a:lnTo>
                    <a:pt x="594" y="320"/>
                  </a:lnTo>
                  <a:lnTo>
                    <a:pt x="544" y="334"/>
                  </a:lnTo>
                  <a:lnTo>
                    <a:pt x="493" y="342"/>
                  </a:lnTo>
                  <a:lnTo>
                    <a:pt x="440" y="345"/>
                  </a:lnTo>
                  <a:lnTo>
                    <a:pt x="387" y="342"/>
                  </a:lnTo>
                  <a:lnTo>
                    <a:pt x="336" y="334"/>
                  </a:lnTo>
                  <a:lnTo>
                    <a:pt x="286" y="320"/>
                  </a:lnTo>
                  <a:lnTo>
                    <a:pt x="240" y="300"/>
                  </a:lnTo>
                  <a:lnTo>
                    <a:pt x="197" y="276"/>
                  </a:lnTo>
                  <a:lnTo>
                    <a:pt x="156" y="247"/>
                  </a:lnTo>
                  <a:lnTo>
                    <a:pt x="119" y="214"/>
                  </a:lnTo>
                  <a:lnTo>
                    <a:pt x="86" y="178"/>
                  </a:lnTo>
                  <a:lnTo>
                    <a:pt x="58" y="137"/>
                  </a:lnTo>
                  <a:lnTo>
                    <a:pt x="33" y="94"/>
                  </a:lnTo>
                  <a:lnTo>
                    <a:pt x="14" y="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59" name="Freeform 707">
              <a:extLst>
                <a:ext uri="{FF2B5EF4-FFF2-40B4-BE49-F238E27FC236}">
                  <a16:creationId xmlns:a16="http://schemas.microsoft.com/office/drawing/2014/main" id="{3B1C9085-2A12-47A8-9C6A-AE19FEBC1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300" y="5260976"/>
              <a:ext cx="63500" cy="65088"/>
            </a:xfrm>
            <a:custGeom>
              <a:avLst/>
              <a:gdLst>
                <a:gd name="T0" fmla="*/ 53 w 572"/>
                <a:gd name="T1" fmla="*/ 0 h 585"/>
                <a:gd name="T2" fmla="*/ 100 w 572"/>
                <a:gd name="T3" fmla="*/ 19 h 585"/>
                <a:gd name="T4" fmla="*/ 149 w 572"/>
                <a:gd name="T5" fmla="*/ 35 h 585"/>
                <a:gd name="T6" fmla="*/ 200 w 572"/>
                <a:gd name="T7" fmla="*/ 47 h 585"/>
                <a:gd name="T8" fmla="*/ 251 w 572"/>
                <a:gd name="T9" fmla="*/ 54 h 585"/>
                <a:gd name="T10" fmla="*/ 303 w 572"/>
                <a:gd name="T11" fmla="*/ 56 h 585"/>
                <a:gd name="T12" fmla="*/ 354 w 572"/>
                <a:gd name="T13" fmla="*/ 54 h 585"/>
                <a:gd name="T14" fmla="*/ 404 w 572"/>
                <a:gd name="T15" fmla="*/ 47 h 585"/>
                <a:gd name="T16" fmla="*/ 454 w 572"/>
                <a:gd name="T17" fmla="*/ 35 h 585"/>
                <a:gd name="T18" fmla="*/ 502 w 572"/>
                <a:gd name="T19" fmla="*/ 21 h 585"/>
                <a:gd name="T20" fmla="*/ 549 w 572"/>
                <a:gd name="T21" fmla="*/ 2 h 585"/>
                <a:gd name="T22" fmla="*/ 572 w 572"/>
                <a:gd name="T23" fmla="*/ 287 h 585"/>
                <a:gd name="T24" fmla="*/ 0 w 572"/>
                <a:gd name="T25" fmla="*/ 585 h 585"/>
                <a:gd name="T26" fmla="*/ 53 w 572"/>
                <a:gd name="T27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2" h="585">
                  <a:moveTo>
                    <a:pt x="53" y="0"/>
                  </a:moveTo>
                  <a:lnTo>
                    <a:pt x="100" y="19"/>
                  </a:lnTo>
                  <a:lnTo>
                    <a:pt x="149" y="35"/>
                  </a:lnTo>
                  <a:lnTo>
                    <a:pt x="200" y="47"/>
                  </a:lnTo>
                  <a:lnTo>
                    <a:pt x="251" y="54"/>
                  </a:lnTo>
                  <a:lnTo>
                    <a:pt x="303" y="56"/>
                  </a:lnTo>
                  <a:lnTo>
                    <a:pt x="354" y="54"/>
                  </a:lnTo>
                  <a:lnTo>
                    <a:pt x="404" y="47"/>
                  </a:lnTo>
                  <a:lnTo>
                    <a:pt x="454" y="35"/>
                  </a:lnTo>
                  <a:lnTo>
                    <a:pt x="502" y="21"/>
                  </a:lnTo>
                  <a:lnTo>
                    <a:pt x="549" y="2"/>
                  </a:lnTo>
                  <a:lnTo>
                    <a:pt x="572" y="287"/>
                  </a:lnTo>
                  <a:lnTo>
                    <a:pt x="0" y="585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2BD633F-0884-4122-9F56-6A63713AADAE}"/>
              </a:ext>
            </a:extLst>
          </p:cNvPr>
          <p:cNvGrpSpPr/>
          <p:nvPr/>
        </p:nvGrpSpPr>
        <p:grpSpPr>
          <a:xfrm>
            <a:off x="6730837" y="4877975"/>
            <a:ext cx="310356" cy="215060"/>
            <a:chOff x="5127625" y="5356225"/>
            <a:chExt cx="382588" cy="26511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1" name="Freeform 712">
              <a:extLst>
                <a:ext uri="{FF2B5EF4-FFF2-40B4-BE49-F238E27FC236}">
                  <a16:creationId xmlns:a16="http://schemas.microsoft.com/office/drawing/2014/main" id="{095C3169-F0F6-426C-8C2F-EB35CB2C8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7625" y="5384800"/>
              <a:ext cx="365125" cy="236538"/>
            </a:xfrm>
            <a:custGeom>
              <a:avLst/>
              <a:gdLst>
                <a:gd name="T0" fmla="*/ 70 w 3221"/>
                <a:gd name="T1" fmla="*/ 0 h 2091"/>
                <a:gd name="T2" fmla="*/ 88 w 3221"/>
                <a:gd name="T3" fmla="*/ 3 h 2091"/>
                <a:gd name="T4" fmla="*/ 104 w 3221"/>
                <a:gd name="T5" fmla="*/ 10 h 2091"/>
                <a:gd name="T6" fmla="*/ 119 w 3221"/>
                <a:gd name="T7" fmla="*/ 20 h 2091"/>
                <a:gd name="T8" fmla="*/ 129 w 3221"/>
                <a:gd name="T9" fmla="*/ 35 h 2091"/>
                <a:gd name="T10" fmla="*/ 137 w 3221"/>
                <a:gd name="T11" fmla="*/ 51 h 2091"/>
                <a:gd name="T12" fmla="*/ 139 w 3221"/>
                <a:gd name="T13" fmla="*/ 69 h 2091"/>
                <a:gd name="T14" fmla="*/ 139 w 3221"/>
                <a:gd name="T15" fmla="*/ 1952 h 2091"/>
                <a:gd name="T16" fmla="*/ 3151 w 3221"/>
                <a:gd name="T17" fmla="*/ 1952 h 2091"/>
                <a:gd name="T18" fmla="*/ 3171 w 3221"/>
                <a:gd name="T19" fmla="*/ 1954 h 2091"/>
                <a:gd name="T20" fmla="*/ 3188 w 3221"/>
                <a:gd name="T21" fmla="*/ 1961 h 2091"/>
                <a:gd name="T22" fmla="*/ 3201 w 3221"/>
                <a:gd name="T23" fmla="*/ 1972 h 2091"/>
                <a:gd name="T24" fmla="*/ 3212 w 3221"/>
                <a:gd name="T25" fmla="*/ 1986 h 2091"/>
                <a:gd name="T26" fmla="*/ 3219 w 3221"/>
                <a:gd name="T27" fmla="*/ 2003 h 2091"/>
                <a:gd name="T28" fmla="*/ 3221 w 3221"/>
                <a:gd name="T29" fmla="*/ 2021 h 2091"/>
                <a:gd name="T30" fmla="*/ 3219 w 3221"/>
                <a:gd name="T31" fmla="*/ 2039 h 2091"/>
                <a:gd name="T32" fmla="*/ 3211 w 3221"/>
                <a:gd name="T33" fmla="*/ 2055 h 2091"/>
                <a:gd name="T34" fmla="*/ 3200 w 3221"/>
                <a:gd name="T35" fmla="*/ 2069 h 2091"/>
                <a:gd name="T36" fmla="*/ 3186 w 3221"/>
                <a:gd name="T37" fmla="*/ 2081 h 2091"/>
                <a:gd name="T38" fmla="*/ 3170 w 3221"/>
                <a:gd name="T39" fmla="*/ 2088 h 2091"/>
                <a:gd name="T40" fmla="*/ 3151 w 3221"/>
                <a:gd name="T41" fmla="*/ 2091 h 2091"/>
                <a:gd name="T42" fmla="*/ 70 w 3221"/>
                <a:gd name="T43" fmla="*/ 2091 h 2091"/>
                <a:gd name="T44" fmla="*/ 51 w 3221"/>
                <a:gd name="T45" fmla="*/ 2088 h 2091"/>
                <a:gd name="T46" fmla="*/ 35 w 3221"/>
                <a:gd name="T47" fmla="*/ 2081 h 2091"/>
                <a:gd name="T48" fmla="*/ 20 w 3221"/>
                <a:gd name="T49" fmla="*/ 2069 h 2091"/>
                <a:gd name="T50" fmla="*/ 10 w 3221"/>
                <a:gd name="T51" fmla="*/ 2055 h 2091"/>
                <a:gd name="T52" fmla="*/ 3 w 3221"/>
                <a:gd name="T53" fmla="*/ 2039 h 2091"/>
                <a:gd name="T54" fmla="*/ 0 w 3221"/>
                <a:gd name="T55" fmla="*/ 2021 h 2091"/>
                <a:gd name="T56" fmla="*/ 0 w 3221"/>
                <a:gd name="T57" fmla="*/ 69 h 2091"/>
                <a:gd name="T58" fmla="*/ 3 w 3221"/>
                <a:gd name="T59" fmla="*/ 51 h 2091"/>
                <a:gd name="T60" fmla="*/ 10 w 3221"/>
                <a:gd name="T61" fmla="*/ 35 h 2091"/>
                <a:gd name="T62" fmla="*/ 20 w 3221"/>
                <a:gd name="T63" fmla="*/ 20 h 2091"/>
                <a:gd name="T64" fmla="*/ 35 w 3221"/>
                <a:gd name="T65" fmla="*/ 10 h 2091"/>
                <a:gd name="T66" fmla="*/ 51 w 3221"/>
                <a:gd name="T67" fmla="*/ 3 h 2091"/>
                <a:gd name="T68" fmla="*/ 70 w 3221"/>
                <a:gd name="T69" fmla="*/ 0 h 2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21" h="2091">
                  <a:moveTo>
                    <a:pt x="70" y="0"/>
                  </a:moveTo>
                  <a:lnTo>
                    <a:pt x="88" y="3"/>
                  </a:lnTo>
                  <a:lnTo>
                    <a:pt x="104" y="10"/>
                  </a:lnTo>
                  <a:lnTo>
                    <a:pt x="119" y="20"/>
                  </a:lnTo>
                  <a:lnTo>
                    <a:pt x="129" y="35"/>
                  </a:lnTo>
                  <a:lnTo>
                    <a:pt x="137" y="51"/>
                  </a:lnTo>
                  <a:lnTo>
                    <a:pt x="139" y="69"/>
                  </a:lnTo>
                  <a:lnTo>
                    <a:pt x="139" y="1952"/>
                  </a:lnTo>
                  <a:lnTo>
                    <a:pt x="3151" y="1952"/>
                  </a:lnTo>
                  <a:lnTo>
                    <a:pt x="3171" y="1954"/>
                  </a:lnTo>
                  <a:lnTo>
                    <a:pt x="3188" y="1961"/>
                  </a:lnTo>
                  <a:lnTo>
                    <a:pt x="3201" y="1972"/>
                  </a:lnTo>
                  <a:lnTo>
                    <a:pt x="3212" y="1986"/>
                  </a:lnTo>
                  <a:lnTo>
                    <a:pt x="3219" y="2003"/>
                  </a:lnTo>
                  <a:lnTo>
                    <a:pt x="3221" y="2021"/>
                  </a:lnTo>
                  <a:lnTo>
                    <a:pt x="3219" y="2039"/>
                  </a:lnTo>
                  <a:lnTo>
                    <a:pt x="3211" y="2055"/>
                  </a:lnTo>
                  <a:lnTo>
                    <a:pt x="3200" y="2069"/>
                  </a:lnTo>
                  <a:lnTo>
                    <a:pt x="3186" y="2081"/>
                  </a:lnTo>
                  <a:lnTo>
                    <a:pt x="3170" y="2088"/>
                  </a:lnTo>
                  <a:lnTo>
                    <a:pt x="3151" y="2091"/>
                  </a:lnTo>
                  <a:lnTo>
                    <a:pt x="70" y="2091"/>
                  </a:lnTo>
                  <a:lnTo>
                    <a:pt x="51" y="2088"/>
                  </a:lnTo>
                  <a:lnTo>
                    <a:pt x="35" y="2081"/>
                  </a:lnTo>
                  <a:lnTo>
                    <a:pt x="20" y="2069"/>
                  </a:lnTo>
                  <a:lnTo>
                    <a:pt x="10" y="2055"/>
                  </a:lnTo>
                  <a:lnTo>
                    <a:pt x="3" y="2039"/>
                  </a:lnTo>
                  <a:lnTo>
                    <a:pt x="0" y="2021"/>
                  </a:lnTo>
                  <a:lnTo>
                    <a:pt x="0" y="69"/>
                  </a:lnTo>
                  <a:lnTo>
                    <a:pt x="3" y="51"/>
                  </a:lnTo>
                  <a:lnTo>
                    <a:pt x="10" y="35"/>
                  </a:lnTo>
                  <a:lnTo>
                    <a:pt x="20" y="20"/>
                  </a:lnTo>
                  <a:lnTo>
                    <a:pt x="35" y="10"/>
                  </a:lnTo>
                  <a:lnTo>
                    <a:pt x="51" y="3"/>
                  </a:lnTo>
                  <a:lnTo>
                    <a:pt x="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2" name="Freeform 713">
              <a:extLst>
                <a:ext uri="{FF2B5EF4-FFF2-40B4-BE49-F238E27FC236}">
                  <a16:creationId xmlns:a16="http://schemas.microsoft.com/office/drawing/2014/main" id="{3E909338-973B-45D1-8548-FFDDF06812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0963" y="5356225"/>
              <a:ext cx="349250" cy="222250"/>
            </a:xfrm>
            <a:custGeom>
              <a:avLst/>
              <a:gdLst>
                <a:gd name="T0" fmla="*/ 1501 w 3082"/>
                <a:gd name="T1" fmla="*/ 307 h 1952"/>
                <a:gd name="T2" fmla="*/ 1459 w 3082"/>
                <a:gd name="T3" fmla="*/ 349 h 1952"/>
                <a:gd name="T4" fmla="*/ 1451 w 3082"/>
                <a:gd name="T5" fmla="*/ 450 h 1952"/>
                <a:gd name="T6" fmla="*/ 1345 w 3082"/>
                <a:gd name="T7" fmla="*/ 506 h 1952"/>
                <a:gd name="T8" fmla="*/ 1268 w 3082"/>
                <a:gd name="T9" fmla="*/ 596 h 1952"/>
                <a:gd name="T10" fmla="*/ 1229 w 3082"/>
                <a:gd name="T11" fmla="*/ 709 h 1952"/>
                <a:gd name="T12" fmla="*/ 1239 w 3082"/>
                <a:gd name="T13" fmla="*/ 835 h 1952"/>
                <a:gd name="T14" fmla="*/ 1293 w 3082"/>
                <a:gd name="T15" fmla="*/ 944 h 1952"/>
                <a:gd name="T16" fmla="*/ 1383 w 3082"/>
                <a:gd name="T17" fmla="*/ 1023 h 1952"/>
                <a:gd name="T18" fmla="*/ 1498 w 3082"/>
                <a:gd name="T19" fmla="*/ 1063 h 1952"/>
                <a:gd name="T20" fmla="*/ 1593 w 3082"/>
                <a:gd name="T21" fmla="*/ 1076 h 1952"/>
                <a:gd name="T22" fmla="*/ 1653 w 3082"/>
                <a:gd name="T23" fmla="*/ 1125 h 1952"/>
                <a:gd name="T24" fmla="*/ 1675 w 3082"/>
                <a:gd name="T25" fmla="*/ 1200 h 1952"/>
                <a:gd name="T26" fmla="*/ 1653 w 3082"/>
                <a:gd name="T27" fmla="*/ 1275 h 1952"/>
                <a:gd name="T28" fmla="*/ 1593 w 3082"/>
                <a:gd name="T29" fmla="*/ 1324 h 1952"/>
                <a:gd name="T30" fmla="*/ 1519 w 3082"/>
                <a:gd name="T31" fmla="*/ 1333 h 1952"/>
                <a:gd name="T32" fmla="*/ 1459 w 3082"/>
                <a:gd name="T33" fmla="*/ 1307 h 1952"/>
                <a:gd name="T34" fmla="*/ 1409 w 3082"/>
                <a:gd name="T35" fmla="*/ 1270 h 1952"/>
                <a:gd name="T36" fmla="*/ 1351 w 3082"/>
                <a:gd name="T37" fmla="*/ 1268 h 1952"/>
                <a:gd name="T38" fmla="*/ 1303 w 3082"/>
                <a:gd name="T39" fmla="*/ 1304 h 1952"/>
                <a:gd name="T40" fmla="*/ 1289 w 3082"/>
                <a:gd name="T41" fmla="*/ 1360 h 1952"/>
                <a:gd name="T42" fmla="*/ 1312 w 3082"/>
                <a:gd name="T43" fmla="*/ 1416 h 1952"/>
                <a:gd name="T44" fmla="*/ 1413 w 3082"/>
                <a:gd name="T45" fmla="*/ 1486 h 1952"/>
                <a:gd name="T46" fmla="*/ 1454 w 3082"/>
                <a:gd name="T47" fmla="*/ 1585 h 1952"/>
                <a:gd name="T48" fmla="*/ 1485 w 3082"/>
                <a:gd name="T49" fmla="*/ 1634 h 1952"/>
                <a:gd name="T50" fmla="*/ 1541 w 3082"/>
                <a:gd name="T51" fmla="*/ 1653 h 1952"/>
                <a:gd name="T52" fmla="*/ 1597 w 3082"/>
                <a:gd name="T53" fmla="*/ 1634 h 1952"/>
                <a:gd name="T54" fmla="*/ 1628 w 3082"/>
                <a:gd name="T55" fmla="*/ 1585 h 1952"/>
                <a:gd name="T56" fmla="*/ 1668 w 3082"/>
                <a:gd name="T57" fmla="*/ 1487 h 1952"/>
                <a:gd name="T58" fmla="*/ 1765 w 3082"/>
                <a:gd name="T59" fmla="*/ 1420 h 1952"/>
                <a:gd name="T60" fmla="*/ 1831 w 3082"/>
                <a:gd name="T61" fmla="*/ 1320 h 1952"/>
                <a:gd name="T62" fmla="*/ 1854 w 3082"/>
                <a:gd name="T63" fmla="*/ 1200 h 1952"/>
                <a:gd name="T64" fmla="*/ 1830 w 3082"/>
                <a:gd name="T65" fmla="*/ 1078 h 1952"/>
                <a:gd name="T66" fmla="*/ 1762 w 3082"/>
                <a:gd name="T67" fmla="*/ 978 h 1952"/>
                <a:gd name="T68" fmla="*/ 1662 w 3082"/>
                <a:gd name="T69" fmla="*/ 910 h 1952"/>
                <a:gd name="T70" fmla="*/ 1540 w 3082"/>
                <a:gd name="T71" fmla="*/ 885 h 1952"/>
                <a:gd name="T72" fmla="*/ 1466 w 3082"/>
                <a:gd name="T73" fmla="*/ 863 h 1952"/>
                <a:gd name="T74" fmla="*/ 1416 w 3082"/>
                <a:gd name="T75" fmla="*/ 804 h 1952"/>
                <a:gd name="T76" fmla="*/ 1408 w 3082"/>
                <a:gd name="T77" fmla="*/ 725 h 1952"/>
                <a:gd name="T78" fmla="*/ 1445 w 3082"/>
                <a:gd name="T79" fmla="*/ 656 h 1952"/>
                <a:gd name="T80" fmla="*/ 1514 w 3082"/>
                <a:gd name="T81" fmla="*/ 619 h 1952"/>
                <a:gd name="T82" fmla="*/ 1583 w 3082"/>
                <a:gd name="T83" fmla="*/ 623 h 1952"/>
                <a:gd name="T84" fmla="*/ 1638 w 3082"/>
                <a:gd name="T85" fmla="*/ 659 h 1952"/>
                <a:gd name="T86" fmla="*/ 1690 w 3082"/>
                <a:gd name="T87" fmla="*/ 687 h 1952"/>
                <a:gd name="T88" fmla="*/ 1749 w 3082"/>
                <a:gd name="T89" fmla="*/ 676 h 1952"/>
                <a:gd name="T90" fmla="*/ 1788 w 3082"/>
                <a:gd name="T91" fmla="*/ 630 h 1952"/>
                <a:gd name="T92" fmla="*/ 1790 w 3082"/>
                <a:gd name="T93" fmla="*/ 571 h 1952"/>
                <a:gd name="T94" fmla="*/ 1739 w 3082"/>
                <a:gd name="T95" fmla="*/ 508 h 1952"/>
                <a:gd name="T96" fmla="*/ 1630 w 3082"/>
                <a:gd name="T97" fmla="*/ 450 h 1952"/>
                <a:gd name="T98" fmla="*/ 1621 w 3082"/>
                <a:gd name="T99" fmla="*/ 349 h 1952"/>
                <a:gd name="T100" fmla="*/ 1580 w 3082"/>
                <a:gd name="T101" fmla="*/ 307 h 1952"/>
                <a:gd name="T102" fmla="*/ 0 w 3082"/>
                <a:gd name="T103" fmla="*/ 0 h 1952"/>
                <a:gd name="T104" fmla="*/ 0 w 3082"/>
                <a:gd name="T105" fmla="*/ 1952 h 1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082" h="1952">
                  <a:moveTo>
                    <a:pt x="1540" y="299"/>
                  </a:moveTo>
                  <a:lnTo>
                    <a:pt x="1520" y="301"/>
                  </a:lnTo>
                  <a:lnTo>
                    <a:pt x="1501" y="307"/>
                  </a:lnTo>
                  <a:lnTo>
                    <a:pt x="1484" y="318"/>
                  </a:lnTo>
                  <a:lnTo>
                    <a:pt x="1471" y="332"/>
                  </a:lnTo>
                  <a:lnTo>
                    <a:pt x="1459" y="349"/>
                  </a:lnTo>
                  <a:lnTo>
                    <a:pt x="1453" y="368"/>
                  </a:lnTo>
                  <a:lnTo>
                    <a:pt x="1451" y="388"/>
                  </a:lnTo>
                  <a:lnTo>
                    <a:pt x="1451" y="450"/>
                  </a:lnTo>
                  <a:lnTo>
                    <a:pt x="1413" y="465"/>
                  </a:lnTo>
                  <a:lnTo>
                    <a:pt x="1378" y="483"/>
                  </a:lnTo>
                  <a:lnTo>
                    <a:pt x="1345" y="506"/>
                  </a:lnTo>
                  <a:lnTo>
                    <a:pt x="1316" y="532"/>
                  </a:lnTo>
                  <a:lnTo>
                    <a:pt x="1291" y="562"/>
                  </a:lnTo>
                  <a:lnTo>
                    <a:pt x="1268" y="596"/>
                  </a:lnTo>
                  <a:lnTo>
                    <a:pt x="1251" y="632"/>
                  </a:lnTo>
                  <a:lnTo>
                    <a:pt x="1238" y="670"/>
                  </a:lnTo>
                  <a:lnTo>
                    <a:pt x="1229" y="709"/>
                  </a:lnTo>
                  <a:lnTo>
                    <a:pt x="1227" y="751"/>
                  </a:lnTo>
                  <a:lnTo>
                    <a:pt x="1229" y="794"/>
                  </a:lnTo>
                  <a:lnTo>
                    <a:pt x="1239" y="835"/>
                  </a:lnTo>
                  <a:lnTo>
                    <a:pt x="1252" y="874"/>
                  </a:lnTo>
                  <a:lnTo>
                    <a:pt x="1270" y="910"/>
                  </a:lnTo>
                  <a:lnTo>
                    <a:pt x="1293" y="944"/>
                  </a:lnTo>
                  <a:lnTo>
                    <a:pt x="1319" y="973"/>
                  </a:lnTo>
                  <a:lnTo>
                    <a:pt x="1349" y="1000"/>
                  </a:lnTo>
                  <a:lnTo>
                    <a:pt x="1383" y="1023"/>
                  </a:lnTo>
                  <a:lnTo>
                    <a:pt x="1419" y="1041"/>
                  </a:lnTo>
                  <a:lnTo>
                    <a:pt x="1457" y="1054"/>
                  </a:lnTo>
                  <a:lnTo>
                    <a:pt x="1498" y="1063"/>
                  </a:lnTo>
                  <a:lnTo>
                    <a:pt x="1541" y="1066"/>
                  </a:lnTo>
                  <a:lnTo>
                    <a:pt x="1568" y="1069"/>
                  </a:lnTo>
                  <a:lnTo>
                    <a:pt x="1593" y="1076"/>
                  </a:lnTo>
                  <a:lnTo>
                    <a:pt x="1616" y="1089"/>
                  </a:lnTo>
                  <a:lnTo>
                    <a:pt x="1635" y="1106"/>
                  </a:lnTo>
                  <a:lnTo>
                    <a:pt x="1653" y="1125"/>
                  </a:lnTo>
                  <a:lnTo>
                    <a:pt x="1665" y="1147"/>
                  </a:lnTo>
                  <a:lnTo>
                    <a:pt x="1672" y="1173"/>
                  </a:lnTo>
                  <a:lnTo>
                    <a:pt x="1675" y="1200"/>
                  </a:lnTo>
                  <a:lnTo>
                    <a:pt x="1672" y="1227"/>
                  </a:lnTo>
                  <a:lnTo>
                    <a:pt x="1665" y="1252"/>
                  </a:lnTo>
                  <a:lnTo>
                    <a:pt x="1653" y="1275"/>
                  </a:lnTo>
                  <a:lnTo>
                    <a:pt x="1636" y="1295"/>
                  </a:lnTo>
                  <a:lnTo>
                    <a:pt x="1616" y="1311"/>
                  </a:lnTo>
                  <a:lnTo>
                    <a:pt x="1593" y="1324"/>
                  </a:lnTo>
                  <a:lnTo>
                    <a:pt x="1568" y="1332"/>
                  </a:lnTo>
                  <a:lnTo>
                    <a:pt x="1541" y="1335"/>
                  </a:lnTo>
                  <a:lnTo>
                    <a:pt x="1519" y="1333"/>
                  </a:lnTo>
                  <a:lnTo>
                    <a:pt x="1498" y="1328"/>
                  </a:lnTo>
                  <a:lnTo>
                    <a:pt x="1478" y="1319"/>
                  </a:lnTo>
                  <a:lnTo>
                    <a:pt x="1459" y="1307"/>
                  </a:lnTo>
                  <a:lnTo>
                    <a:pt x="1443" y="1293"/>
                  </a:lnTo>
                  <a:lnTo>
                    <a:pt x="1428" y="1280"/>
                  </a:lnTo>
                  <a:lnTo>
                    <a:pt x="1409" y="1270"/>
                  </a:lnTo>
                  <a:lnTo>
                    <a:pt x="1391" y="1265"/>
                  </a:lnTo>
                  <a:lnTo>
                    <a:pt x="1370" y="1264"/>
                  </a:lnTo>
                  <a:lnTo>
                    <a:pt x="1351" y="1268"/>
                  </a:lnTo>
                  <a:lnTo>
                    <a:pt x="1333" y="1276"/>
                  </a:lnTo>
                  <a:lnTo>
                    <a:pt x="1316" y="1289"/>
                  </a:lnTo>
                  <a:lnTo>
                    <a:pt x="1303" y="1304"/>
                  </a:lnTo>
                  <a:lnTo>
                    <a:pt x="1294" y="1323"/>
                  </a:lnTo>
                  <a:lnTo>
                    <a:pt x="1289" y="1341"/>
                  </a:lnTo>
                  <a:lnTo>
                    <a:pt x="1289" y="1360"/>
                  </a:lnTo>
                  <a:lnTo>
                    <a:pt x="1292" y="1380"/>
                  </a:lnTo>
                  <a:lnTo>
                    <a:pt x="1300" y="1398"/>
                  </a:lnTo>
                  <a:lnTo>
                    <a:pt x="1312" y="1416"/>
                  </a:lnTo>
                  <a:lnTo>
                    <a:pt x="1343" y="1443"/>
                  </a:lnTo>
                  <a:lnTo>
                    <a:pt x="1377" y="1467"/>
                  </a:lnTo>
                  <a:lnTo>
                    <a:pt x="1413" y="1486"/>
                  </a:lnTo>
                  <a:lnTo>
                    <a:pt x="1451" y="1501"/>
                  </a:lnTo>
                  <a:lnTo>
                    <a:pt x="1451" y="1563"/>
                  </a:lnTo>
                  <a:lnTo>
                    <a:pt x="1454" y="1585"/>
                  </a:lnTo>
                  <a:lnTo>
                    <a:pt x="1460" y="1603"/>
                  </a:lnTo>
                  <a:lnTo>
                    <a:pt x="1471" y="1619"/>
                  </a:lnTo>
                  <a:lnTo>
                    <a:pt x="1485" y="1634"/>
                  </a:lnTo>
                  <a:lnTo>
                    <a:pt x="1501" y="1644"/>
                  </a:lnTo>
                  <a:lnTo>
                    <a:pt x="1521" y="1651"/>
                  </a:lnTo>
                  <a:lnTo>
                    <a:pt x="1541" y="1653"/>
                  </a:lnTo>
                  <a:lnTo>
                    <a:pt x="1562" y="1651"/>
                  </a:lnTo>
                  <a:lnTo>
                    <a:pt x="1580" y="1644"/>
                  </a:lnTo>
                  <a:lnTo>
                    <a:pt x="1597" y="1634"/>
                  </a:lnTo>
                  <a:lnTo>
                    <a:pt x="1611" y="1619"/>
                  </a:lnTo>
                  <a:lnTo>
                    <a:pt x="1621" y="1603"/>
                  </a:lnTo>
                  <a:lnTo>
                    <a:pt x="1628" y="1585"/>
                  </a:lnTo>
                  <a:lnTo>
                    <a:pt x="1630" y="1563"/>
                  </a:lnTo>
                  <a:lnTo>
                    <a:pt x="1630" y="1502"/>
                  </a:lnTo>
                  <a:lnTo>
                    <a:pt x="1668" y="1487"/>
                  </a:lnTo>
                  <a:lnTo>
                    <a:pt x="1704" y="1469"/>
                  </a:lnTo>
                  <a:lnTo>
                    <a:pt x="1736" y="1446"/>
                  </a:lnTo>
                  <a:lnTo>
                    <a:pt x="1765" y="1420"/>
                  </a:lnTo>
                  <a:lnTo>
                    <a:pt x="1791" y="1390"/>
                  </a:lnTo>
                  <a:lnTo>
                    <a:pt x="1813" y="1356"/>
                  </a:lnTo>
                  <a:lnTo>
                    <a:pt x="1831" y="1320"/>
                  </a:lnTo>
                  <a:lnTo>
                    <a:pt x="1844" y="1283"/>
                  </a:lnTo>
                  <a:lnTo>
                    <a:pt x="1852" y="1243"/>
                  </a:lnTo>
                  <a:lnTo>
                    <a:pt x="1854" y="1200"/>
                  </a:lnTo>
                  <a:lnTo>
                    <a:pt x="1851" y="1158"/>
                  </a:lnTo>
                  <a:lnTo>
                    <a:pt x="1843" y="1117"/>
                  </a:lnTo>
                  <a:lnTo>
                    <a:pt x="1830" y="1078"/>
                  </a:lnTo>
                  <a:lnTo>
                    <a:pt x="1811" y="1041"/>
                  </a:lnTo>
                  <a:lnTo>
                    <a:pt x="1789" y="1008"/>
                  </a:lnTo>
                  <a:lnTo>
                    <a:pt x="1762" y="978"/>
                  </a:lnTo>
                  <a:lnTo>
                    <a:pt x="1732" y="951"/>
                  </a:lnTo>
                  <a:lnTo>
                    <a:pt x="1699" y="928"/>
                  </a:lnTo>
                  <a:lnTo>
                    <a:pt x="1662" y="910"/>
                  </a:lnTo>
                  <a:lnTo>
                    <a:pt x="1624" y="897"/>
                  </a:lnTo>
                  <a:lnTo>
                    <a:pt x="1583" y="889"/>
                  </a:lnTo>
                  <a:lnTo>
                    <a:pt x="1540" y="885"/>
                  </a:lnTo>
                  <a:lnTo>
                    <a:pt x="1514" y="883"/>
                  </a:lnTo>
                  <a:lnTo>
                    <a:pt x="1488" y="875"/>
                  </a:lnTo>
                  <a:lnTo>
                    <a:pt x="1466" y="863"/>
                  </a:lnTo>
                  <a:lnTo>
                    <a:pt x="1445" y="847"/>
                  </a:lnTo>
                  <a:lnTo>
                    <a:pt x="1429" y="827"/>
                  </a:lnTo>
                  <a:lnTo>
                    <a:pt x="1416" y="804"/>
                  </a:lnTo>
                  <a:lnTo>
                    <a:pt x="1408" y="779"/>
                  </a:lnTo>
                  <a:lnTo>
                    <a:pt x="1406" y="751"/>
                  </a:lnTo>
                  <a:lnTo>
                    <a:pt x="1408" y="725"/>
                  </a:lnTo>
                  <a:lnTo>
                    <a:pt x="1416" y="699"/>
                  </a:lnTo>
                  <a:lnTo>
                    <a:pt x="1429" y="677"/>
                  </a:lnTo>
                  <a:lnTo>
                    <a:pt x="1445" y="656"/>
                  </a:lnTo>
                  <a:lnTo>
                    <a:pt x="1466" y="640"/>
                  </a:lnTo>
                  <a:lnTo>
                    <a:pt x="1488" y="628"/>
                  </a:lnTo>
                  <a:lnTo>
                    <a:pt x="1514" y="619"/>
                  </a:lnTo>
                  <a:lnTo>
                    <a:pt x="1540" y="617"/>
                  </a:lnTo>
                  <a:lnTo>
                    <a:pt x="1563" y="618"/>
                  </a:lnTo>
                  <a:lnTo>
                    <a:pt x="1583" y="623"/>
                  </a:lnTo>
                  <a:lnTo>
                    <a:pt x="1604" y="633"/>
                  </a:lnTo>
                  <a:lnTo>
                    <a:pt x="1622" y="644"/>
                  </a:lnTo>
                  <a:lnTo>
                    <a:pt x="1638" y="659"/>
                  </a:lnTo>
                  <a:lnTo>
                    <a:pt x="1654" y="673"/>
                  </a:lnTo>
                  <a:lnTo>
                    <a:pt x="1672" y="682"/>
                  </a:lnTo>
                  <a:lnTo>
                    <a:pt x="1690" y="687"/>
                  </a:lnTo>
                  <a:lnTo>
                    <a:pt x="1711" y="687"/>
                  </a:lnTo>
                  <a:lnTo>
                    <a:pt x="1730" y="684"/>
                  </a:lnTo>
                  <a:lnTo>
                    <a:pt x="1749" y="676"/>
                  </a:lnTo>
                  <a:lnTo>
                    <a:pt x="1765" y="663"/>
                  </a:lnTo>
                  <a:lnTo>
                    <a:pt x="1778" y="647"/>
                  </a:lnTo>
                  <a:lnTo>
                    <a:pt x="1788" y="630"/>
                  </a:lnTo>
                  <a:lnTo>
                    <a:pt x="1793" y="610"/>
                  </a:lnTo>
                  <a:lnTo>
                    <a:pt x="1793" y="591"/>
                  </a:lnTo>
                  <a:lnTo>
                    <a:pt x="1790" y="571"/>
                  </a:lnTo>
                  <a:lnTo>
                    <a:pt x="1781" y="553"/>
                  </a:lnTo>
                  <a:lnTo>
                    <a:pt x="1769" y="536"/>
                  </a:lnTo>
                  <a:lnTo>
                    <a:pt x="1739" y="508"/>
                  </a:lnTo>
                  <a:lnTo>
                    <a:pt x="1705" y="484"/>
                  </a:lnTo>
                  <a:lnTo>
                    <a:pt x="1668" y="465"/>
                  </a:lnTo>
                  <a:lnTo>
                    <a:pt x="1630" y="450"/>
                  </a:lnTo>
                  <a:lnTo>
                    <a:pt x="1630" y="388"/>
                  </a:lnTo>
                  <a:lnTo>
                    <a:pt x="1627" y="368"/>
                  </a:lnTo>
                  <a:lnTo>
                    <a:pt x="1621" y="349"/>
                  </a:lnTo>
                  <a:lnTo>
                    <a:pt x="1610" y="332"/>
                  </a:lnTo>
                  <a:lnTo>
                    <a:pt x="1596" y="318"/>
                  </a:lnTo>
                  <a:lnTo>
                    <a:pt x="1580" y="307"/>
                  </a:lnTo>
                  <a:lnTo>
                    <a:pt x="1561" y="301"/>
                  </a:lnTo>
                  <a:lnTo>
                    <a:pt x="1540" y="299"/>
                  </a:lnTo>
                  <a:close/>
                  <a:moveTo>
                    <a:pt x="0" y="0"/>
                  </a:moveTo>
                  <a:lnTo>
                    <a:pt x="3082" y="0"/>
                  </a:lnTo>
                  <a:lnTo>
                    <a:pt x="3082" y="1952"/>
                  </a:lnTo>
                  <a:lnTo>
                    <a:pt x="0" y="195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9283E652-6DB1-477F-AA41-6AFF1A5FB90C}"/>
              </a:ext>
            </a:extLst>
          </p:cNvPr>
          <p:cNvGrpSpPr/>
          <p:nvPr/>
        </p:nvGrpSpPr>
        <p:grpSpPr>
          <a:xfrm>
            <a:off x="7470427" y="4842561"/>
            <a:ext cx="310356" cy="285888"/>
            <a:chOff x="5746750" y="5291138"/>
            <a:chExt cx="382588" cy="3524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4" name="Freeform 718">
              <a:extLst>
                <a:ext uri="{FF2B5EF4-FFF2-40B4-BE49-F238E27FC236}">
                  <a16:creationId xmlns:a16="http://schemas.microsoft.com/office/drawing/2014/main" id="{8D672EA4-F6EE-46AD-9E2B-6339B9302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0413" y="5418138"/>
              <a:ext cx="39688" cy="23813"/>
            </a:xfrm>
            <a:custGeom>
              <a:avLst/>
              <a:gdLst>
                <a:gd name="T0" fmla="*/ 22 w 348"/>
                <a:gd name="T1" fmla="*/ 0 h 204"/>
                <a:gd name="T2" fmla="*/ 348 w 348"/>
                <a:gd name="T3" fmla="*/ 67 h 204"/>
                <a:gd name="T4" fmla="*/ 51 w 348"/>
                <a:gd name="T5" fmla="*/ 204 h 204"/>
                <a:gd name="T6" fmla="*/ 33 w 348"/>
                <a:gd name="T7" fmla="*/ 188 h 204"/>
                <a:gd name="T8" fmla="*/ 19 w 348"/>
                <a:gd name="T9" fmla="*/ 171 h 204"/>
                <a:gd name="T10" fmla="*/ 8 w 348"/>
                <a:gd name="T11" fmla="*/ 152 h 204"/>
                <a:gd name="T12" fmla="*/ 2 w 348"/>
                <a:gd name="T13" fmla="*/ 130 h 204"/>
                <a:gd name="T14" fmla="*/ 0 w 348"/>
                <a:gd name="T15" fmla="*/ 109 h 204"/>
                <a:gd name="T16" fmla="*/ 3 w 348"/>
                <a:gd name="T17" fmla="*/ 85 h 204"/>
                <a:gd name="T18" fmla="*/ 22 w 348"/>
                <a:gd name="T19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8" h="204">
                  <a:moveTo>
                    <a:pt x="22" y="0"/>
                  </a:moveTo>
                  <a:lnTo>
                    <a:pt x="348" y="67"/>
                  </a:lnTo>
                  <a:lnTo>
                    <a:pt x="51" y="204"/>
                  </a:lnTo>
                  <a:lnTo>
                    <a:pt x="33" y="188"/>
                  </a:lnTo>
                  <a:lnTo>
                    <a:pt x="19" y="171"/>
                  </a:lnTo>
                  <a:lnTo>
                    <a:pt x="8" y="152"/>
                  </a:lnTo>
                  <a:lnTo>
                    <a:pt x="2" y="130"/>
                  </a:lnTo>
                  <a:lnTo>
                    <a:pt x="0" y="109"/>
                  </a:lnTo>
                  <a:lnTo>
                    <a:pt x="3" y="85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5" name="Freeform 719">
              <a:extLst>
                <a:ext uri="{FF2B5EF4-FFF2-40B4-BE49-F238E27FC236}">
                  <a16:creationId xmlns:a16="http://schemas.microsoft.com/office/drawing/2014/main" id="{AA989090-340C-4AAF-9960-56445D491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675" y="5480050"/>
              <a:ext cx="252413" cy="131763"/>
            </a:xfrm>
            <a:custGeom>
              <a:avLst/>
              <a:gdLst>
                <a:gd name="T0" fmla="*/ 2141 w 2225"/>
                <a:gd name="T1" fmla="*/ 0 h 1159"/>
                <a:gd name="T2" fmla="*/ 2225 w 2225"/>
                <a:gd name="T3" fmla="*/ 179 h 1159"/>
                <a:gd name="T4" fmla="*/ 83 w 2225"/>
                <a:gd name="T5" fmla="*/ 1159 h 1159"/>
                <a:gd name="T6" fmla="*/ 0 w 2225"/>
                <a:gd name="T7" fmla="*/ 980 h 1159"/>
                <a:gd name="T8" fmla="*/ 2141 w 2225"/>
                <a:gd name="T9" fmla="*/ 0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5" h="1159">
                  <a:moveTo>
                    <a:pt x="2141" y="0"/>
                  </a:moveTo>
                  <a:lnTo>
                    <a:pt x="2225" y="179"/>
                  </a:lnTo>
                  <a:lnTo>
                    <a:pt x="83" y="1159"/>
                  </a:lnTo>
                  <a:lnTo>
                    <a:pt x="0" y="980"/>
                  </a:lnTo>
                  <a:lnTo>
                    <a:pt x="2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6" name="Freeform 720">
              <a:extLst>
                <a:ext uri="{FF2B5EF4-FFF2-40B4-BE49-F238E27FC236}">
                  <a16:creationId xmlns:a16="http://schemas.microsoft.com/office/drawing/2014/main" id="{3E845748-08BD-4400-906E-8B94765AA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913" y="5457825"/>
              <a:ext cx="73025" cy="34925"/>
            </a:xfrm>
            <a:custGeom>
              <a:avLst/>
              <a:gdLst>
                <a:gd name="T0" fmla="*/ 0 w 645"/>
                <a:gd name="T1" fmla="*/ 0 h 311"/>
                <a:gd name="T2" fmla="*/ 645 w 645"/>
                <a:gd name="T3" fmla="*/ 134 h 311"/>
                <a:gd name="T4" fmla="*/ 627 w 645"/>
                <a:gd name="T5" fmla="*/ 222 h 311"/>
                <a:gd name="T6" fmla="*/ 620 w 645"/>
                <a:gd name="T7" fmla="*/ 244 h 311"/>
                <a:gd name="T8" fmla="*/ 609 w 645"/>
                <a:gd name="T9" fmla="*/ 262 h 311"/>
                <a:gd name="T10" fmla="*/ 595 w 645"/>
                <a:gd name="T11" fmla="*/ 279 h 311"/>
                <a:gd name="T12" fmla="*/ 579 w 645"/>
                <a:gd name="T13" fmla="*/ 293 h 311"/>
                <a:gd name="T14" fmla="*/ 559 w 645"/>
                <a:gd name="T15" fmla="*/ 302 h 311"/>
                <a:gd name="T16" fmla="*/ 539 w 645"/>
                <a:gd name="T17" fmla="*/ 309 h 311"/>
                <a:gd name="T18" fmla="*/ 516 w 645"/>
                <a:gd name="T19" fmla="*/ 311 h 311"/>
                <a:gd name="T20" fmla="*/ 494 w 645"/>
                <a:gd name="T21" fmla="*/ 308 h 311"/>
                <a:gd name="T22" fmla="*/ 105 w 645"/>
                <a:gd name="T23" fmla="*/ 228 h 311"/>
                <a:gd name="T24" fmla="*/ 0 w 645"/>
                <a:gd name="T25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5" h="311">
                  <a:moveTo>
                    <a:pt x="0" y="0"/>
                  </a:moveTo>
                  <a:lnTo>
                    <a:pt x="645" y="134"/>
                  </a:lnTo>
                  <a:lnTo>
                    <a:pt x="627" y="222"/>
                  </a:lnTo>
                  <a:lnTo>
                    <a:pt x="620" y="244"/>
                  </a:lnTo>
                  <a:lnTo>
                    <a:pt x="609" y="262"/>
                  </a:lnTo>
                  <a:lnTo>
                    <a:pt x="595" y="279"/>
                  </a:lnTo>
                  <a:lnTo>
                    <a:pt x="579" y="293"/>
                  </a:lnTo>
                  <a:lnTo>
                    <a:pt x="559" y="302"/>
                  </a:lnTo>
                  <a:lnTo>
                    <a:pt x="539" y="309"/>
                  </a:lnTo>
                  <a:lnTo>
                    <a:pt x="516" y="311"/>
                  </a:lnTo>
                  <a:lnTo>
                    <a:pt x="494" y="308"/>
                  </a:lnTo>
                  <a:lnTo>
                    <a:pt x="105" y="22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7" name="Freeform 721">
              <a:extLst>
                <a:ext uri="{FF2B5EF4-FFF2-40B4-BE49-F238E27FC236}">
                  <a16:creationId xmlns:a16="http://schemas.microsoft.com/office/drawing/2014/main" id="{298000DA-B5F0-49BE-BCB6-F072D751EB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6750" y="5399088"/>
              <a:ext cx="271463" cy="177800"/>
            </a:xfrm>
            <a:custGeom>
              <a:avLst/>
              <a:gdLst>
                <a:gd name="T0" fmla="*/ 1973 w 2390"/>
                <a:gd name="T1" fmla="*/ 249 h 1570"/>
                <a:gd name="T2" fmla="*/ 1692 w 2390"/>
                <a:gd name="T3" fmla="*/ 380 h 1570"/>
                <a:gd name="T4" fmla="*/ 1821 w 2390"/>
                <a:gd name="T5" fmla="*/ 661 h 1570"/>
                <a:gd name="T6" fmla="*/ 2102 w 2390"/>
                <a:gd name="T7" fmla="*/ 530 h 1570"/>
                <a:gd name="T8" fmla="*/ 1973 w 2390"/>
                <a:gd name="T9" fmla="*/ 249 h 1570"/>
                <a:gd name="T10" fmla="*/ 2046 w 2390"/>
                <a:gd name="T11" fmla="*/ 0 h 1570"/>
                <a:gd name="T12" fmla="*/ 2067 w 2390"/>
                <a:gd name="T13" fmla="*/ 2 h 1570"/>
                <a:gd name="T14" fmla="*/ 2089 w 2390"/>
                <a:gd name="T15" fmla="*/ 7 h 1570"/>
                <a:gd name="T16" fmla="*/ 2108 w 2390"/>
                <a:gd name="T17" fmla="*/ 17 h 1570"/>
                <a:gd name="T18" fmla="*/ 2126 w 2390"/>
                <a:gd name="T19" fmla="*/ 30 h 1570"/>
                <a:gd name="T20" fmla="*/ 2140 w 2390"/>
                <a:gd name="T21" fmla="*/ 46 h 1570"/>
                <a:gd name="T22" fmla="*/ 2152 w 2390"/>
                <a:gd name="T23" fmla="*/ 67 h 1570"/>
                <a:gd name="T24" fmla="*/ 2390 w 2390"/>
                <a:gd name="T25" fmla="*/ 589 h 1570"/>
                <a:gd name="T26" fmla="*/ 248 w 2390"/>
                <a:gd name="T27" fmla="*/ 1570 h 1570"/>
                <a:gd name="T28" fmla="*/ 10 w 2390"/>
                <a:gd name="T29" fmla="*/ 1047 h 1570"/>
                <a:gd name="T30" fmla="*/ 3 w 2390"/>
                <a:gd name="T31" fmla="*/ 1026 h 1570"/>
                <a:gd name="T32" fmla="*/ 0 w 2390"/>
                <a:gd name="T33" fmla="*/ 1004 h 1570"/>
                <a:gd name="T34" fmla="*/ 2 w 2390"/>
                <a:gd name="T35" fmla="*/ 982 h 1570"/>
                <a:gd name="T36" fmla="*/ 7 w 2390"/>
                <a:gd name="T37" fmla="*/ 961 h 1570"/>
                <a:gd name="T38" fmla="*/ 17 w 2390"/>
                <a:gd name="T39" fmla="*/ 942 h 1570"/>
                <a:gd name="T40" fmla="*/ 31 w 2390"/>
                <a:gd name="T41" fmla="*/ 924 h 1570"/>
                <a:gd name="T42" fmla="*/ 47 w 2390"/>
                <a:gd name="T43" fmla="*/ 909 h 1570"/>
                <a:gd name="T44" fmla="*/ 66 w 2390"/>
                <a:gd name="T45" fmla="*/ 897 h 1570"/>
                <a:gd name="T46" fmla="*/ 2002 w 2390"/>
                <a:gd name="T47" fmla="*/ 11 h 1570"/>
                <a:gd name="T48" fmla="*/ 2023 w 2390"/>
                <a:gd name="T49" fmla="*/ 3 h 1570"/>
                <a:gd name="T50" fmla="*/ 2046 w 2390"/>
                <a:gd name="T51" fmla="*/ 0 h 1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90" h="1570">
                  <a:moveTo>
                    <a:pt x="1973" y="249"/>
                  </a:moveTo>
                  <a:lnTo>
                    <a:pt x="1692" y="380"/>
                  </a:lnTo>
                  <a:lnTo>
                    <a:pt x="1821" y="661"/>
                  </a:lnTo>
                  <a:lnTo>
                    <a:pt x="2102" y="530"/>
                  </a:lnTo>
                  <a:lnTo>
                    <a:pt x="1973" y="249"/>
                  </a:lnTo>
                  <a:close/>
                  <a:moveTo>
                    <a:pt x="2046" y="0"/>
                  </a:moveTo>
                  <a:lnTo>
                    <a:pt x="2067" y="2"/>
                  </a:lnTo>
                  <a:lnTo>
                    <a:pt x="2089" y="7"/>
                  </a:lnTo>
                  <a:lnTo>
                    <a:pt x="2108" y="17"/>
                  </a:lnTo>
                  <a:lnTo>
                    <a:pt x="2126" y="30"/>
                  </a:lnTo>
                  <a:lnTo>
                    <a:pt x="2140" y="46"/>
                  </a:lnTo>
                  <a:lnTo>
                    <a:pt x="2152" y="67"/>
                  </a:lnTo>
                  <a:lnTo>
                    <a:pt x="2390" y="589"/>
                  </a:lnTo>
                  <a:lnTo>
                    <a:pt x="248" y="1570"/>
                  </a:lnTo>
                  <a:lnTo>
                    <a:pt x="10" y="1047"/>
                  </a:lnTo>
                  <a:lnTo>
                    <a:pt x="3" y="1026"/>
                  </a:lnTo>
                  <a:lnTo>
                    <a:pt x="0" y="1004"/>
                  </a:lnTo>
                  <a:lnTo>
                    <a:pt x="2" y="982"/>
                  </a:lnTo>
                  <a:lnTo>
                    <a:pt x="7" y="961"/>
                  </a:lnTo>
                  <a:lnTo>
                    <a:pt x="17" y="942"/>
                  </a:lnTo>
                  <a:lnTo>
                    <a:pt x="31" y="924"/>
                  </a:lnTo>
                  <a:lnTo>
                    <a:pt x="47" y="909"/>
                  </a:lnTo>
                  <a:lnTo>
                    <a:pt x="66" y="897"/>
                  </a:lnTo>
                  <a:lnTo>
                    <a:pt x="2002" y="11"/>
                  </a:lnTo>
                  <a:lnTo>
                    <a:pt x="2023" y="3"/>
                  </a:lnTo>
                  <a:lnTo>
                    <a:pt x="20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8" name="Freeform 722">
              <a:extLst>
                <a:ext uri="{FF2B5EF4-FFF2-40B4-BE49-F238E27FC236}">
                  <a16:creationId xmlns:a16="http://schemas.microsoft.com/office/drawing/2014/main" id="{004F80CF-C579-4836-8A0A-FC4EA0F04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550" y="5516563"/>
              <a:ext cx="247650" cy="127000"/>
            </a:xfrm>
            <a:custGeom>
              <a:avLst/>
              <a:gdLst>
                <a:gd name="T0" fmla="*/ 2141 w 2189"/>
                <a:gd name="T1" fmla="*/ 0 h 1128"/>
                <a:gd name="T2" fmla="*/ 2177 w 2189"/>
                <a:gd name="T3" fmla="*/ 74 h 1128"/>
                <a:gd name="T4" fmla="*/ 2186 w 2189"/>
                <a:gd name="T5" fmla="*/ 96 h 1128"/>
                <a:gd name="T6" fmla="*/ 2189 w 2189"/>
                <a:gd name="T7" fmla="*/ 119 h 1128"/>
                <a:gd name="T8" fmla="*/ 2188 w 2189"/>
                <a:gd name="T9" fmla="*/ 141 h 1128"/>
                <a:gd name="T10" fmla="*/ 2182 w 2189"/>
                <a:gd name="T11" fmla="*/ 164 h 1128"/>
                <a:gd name="T12" fmla="*/ 2173 w 2189"/>
                <a:gd name="T13" fmla="*/ 184 h 1128"/>
                <a:gd name="T14" fmla="*/ 2159 w 2189"/>
                <a:gd name="T15" fmla="*/ 203 h 1128"/>
                <a:gd name="T16" fmla="*/ 2142 w 2189"/>
                <a:gd name="T17" fmla="*/ 218 h 1128"/>
                <a:gd name="T18" fmla="*/ 2120 w 2189"/>
                <a:gd name="T19" fmla="*/ 230 h 1128"/>
                <a:gd name="T20" fmla="*/ 187 w 2189"/>
                <a:gd name="T21" fmla="*/ 1117 h 1128"/>
                <a:gd name="T22" fmla="*/ 165 w 2189"/>
                <a:gd name="T23" fmla="*/ 1125 h 1128"/>
                <a:gd name="T24" fmla="*/ 144 w 2189"/>
                <a:gd name="T25" fmla="*/ 1128 h 1128"/>
                <a:gd name="T26" fmla="*/ 122 w 2189"/>
                <a:gd name="T27" fmla="*/ 1126 h 1128"/>
                <a:gd name="T28" fmla="*/ 101 w 2189"/>
                <a:gd name="T29" fmla="*/ 1120 h 1128"/>
                <a:gd name="T30" fmla="*/ 82 w 2189"/>
                <a:gd name="T31" fmla="*/ 1110 h 1128"/>
                <a:gd name="T32" fmla="*/ 64 w 2189"/>
                <a:gd name="T33" fmla="*/ 1097 h 1128"/>
                <a:gd name="T34" fmla="*/ 49 w 2189"/>
                <a:gd name="T35" fmla="*/ 1081 h 1128"/>
                <a:gd name="T36" fmla="*/ 37 w 2189"/>
                <a:gd name="T37" fmla="*/ 1060 h 1128"/>
                <a:gd name="T38" fmla="*/ 0 w 2189"/>
                <a:gd name="T39" fmla="*/ 979 h 1128"/>
                <a:gd name="T40" fmla="*/ 2141 w 2189"/>
                <a:gd name="T41" fmla="*/ 0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89" h="1128">
                  <a:moveTo>
                    <a:pt x="2141" y="0"/>
                  </a:moveTo>
                  <a:lnTo>
                    <a:pt x="2177" y="74"/>
                  </a:lnTo>
                  <a:lnTo>
                    <a:pt x="2186" y="96"/>
                  </a:lnTo>
                  <a:lnTo>
                    <a:pt x="2189" y="119"/>
                  </a:lnTo>
                  <a:lnTo>
                    <a:pt x="2188" y="141"/>
                  </a:lnTo>
                  <a:lnTo>
                    <a:pt x="2182" y="164"/>
                  </a:lnTo>
                  <a:lnTo>
                    <a:pt x="2173" y="184"/>
                  </a:lnTo>
                  <a:lnTo>
                    <a:pt x="2159" y="203"/>
                  </a:lnTo>
                  <a:lnTo>
                    <a:pt x="2142" y="218"/>
                  </a:lnTo>
                  <a:lnTo>
                    <a:pt x="2120" y="230"/>
                  </a:lnTo>
                  <a:lnTo>
                    <a:pt x="187" y="1117"/>
                  </a:lnTo>
                  <a:lnTo>
                    <a:pt x="165" y="1125"/>
                  </a:lnTo>
                  <a:lnTo>
                    <a:pt x="144" y="1128"/>
                  </a:lnTo>
                  <a:lnTo>
                    <a:pt x="122" y="1126"/>
                  </a:lnTo>
                  <a:lnTo>
                    <a:pt x="101" y="1120"/>
                  </a:lnTo>
                  <a:lnTo>
                    <a:pt x="82" y="1110"/>
                  </a:lnTo>
                  <a:lnTo>
                    <a:pt x="64" y="1097"/>
                  </a:lnTo>
                  <a:lnTo>
                    <a:pt x="49" y="1081"/>
                  </a:lnTo>
                  <a:lnTo>
                    <a:pt x="37" y="1060"/>
                  </a:lnTo>
                  <a:lnTo>
                    <a:pt x="0" y="979"/>
                  </a:lnTo>
                  <a:lnTo>
                    <a:pt x="2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69" name="Freeform 723">
              <a:extLst>
                <a:ext uri="{FF2B5EF4-FFF2-40B4-BE49-F238E27FC236}">
                  <a16:creationId xmlns:a16="http://schemas.microsoft.com/office/drawing/2014/main" id="{F5C1B8D7-32B9-48B8-9FA5-44428B7D9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863" y="5413375"/>
              <a:ext cx="100013" cy="42863"/>
            </a:xfrm>
            <a:custGeom>
              <a:avLst/>
              <a:gdLst>
                <a:gd name="T0" fmla="*/ 0 w 892"/>
                <a:gd name="T1" fmla="*/ 0 h 381"/>
                <a:gd name="T2" fmla="*/ 892 w 892"/>
                <a:gd name="T3" fmla="*/ 185 h 381"/>
                <a:gd name="T4" fmla="*/ 852 w 892"/>
                <a:gd name="T5" fmla="*/ 381 h 381"/>
                <a:gd name="T6" fmla="*/ 106 w 892"/>
                <a:gd name="T7" fmla="*/ 225 h 381"/>
                <a:gd name="T8" fmla="*/ 0 w 892"/>
                <a:gd name="T9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2" h="381">
                  <a:moveTo>
                    <a:pt x="0" y="0"/>
                  </a:moveTo>
                  <a:lnTo>
                    <a:pt x="892" y="185"/>
                  </a:lnTo>
                  <a:lnTo>
                    <a:pt x="852" y="381"/>
                  </a:lnTo>
                  <a:lnTo>
                    <a:pt x="106" y="22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0" name="Freeform 724">
              <a:extLst>
                <a:ext uri="{FF2B5EF4-FFF2-40B4-BE49-F238E27FC236}">
                  <a16:creationId xmlns:a16="http://schemas.microsoft.com/office/drawing/2014/main" id="{12EC7EDC-27CC-445A-BCA2-C9B0C05E1E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4700" y="5291138"/>
              <a:ext cx="274638" cy="128588"/>
            </a:xfrm>
            <a:custGeom>
              <a:avLst/>
              <a:gdLst>
                <a:gd name="T0" fmla="*/ 1869 w 2422"/>
                <a:gd name="T1" fmla="*/ 550 h 1136"/>
                <a:gd name="T2" fmla="*/ 1804 w 2422"/>
                <a:gd name="T3" fmla="*/ 853 h 1136"/>
                <a:gd name="T4" fmla="*/ 2107 w 2422"/>
                <a:gd name="T5" fmla="*/ 916 h 1136"/>
                <a:gd name="T6" fmla="*/ 2170 w 2422"/>
                <a:gd name="T7" fmla="*/ 614 h 1136"/>
                <a:gd name="T8" fmla="*/ 1869 w 2422"/>
                <a:gd name="T9" fmla="*/ 550 h 1136"/>
                <a:gd name="T10" fmla="*/ 229 w 2422"/>
                <a:gd name="T11" fmla="*/ 0 h 1136"/>
                <a:gd name="T12" fmla="*/ 251 w 2422"/>
                <a:gd name="T13" fmla="*/ 2 h 1136"/>
                <a:gd name="T14" fmla="*/ 2335 w 2422"/>
                <a:gd name="T15" fmla="*/ 435 h 1136"/>
                <a:gd name="T16" fmla="*/ 2356 w 2422"/>
                <a:gd name="T17" fmla="*/ 442 h 1136"/>
                <a:gd name="T18" fmla="*/ 2376 w 2422"/>
                <a:gd name="T19" fmla="*/ 453 h 1136"/>
                <a:gd name="T20" fmla="*/ 2392 w 2422"/>
                <a:gd name="T21" fmla="*/ 468 h 1136"/>
                <a:gd name="T22" fmla="*/ 2407 w 2422"/>
                <a:gd name="T23" fmla="*/ 485 h 1136"/>
                <a:gd name="T24" fmla="*/ 2416 w 2422"/>
                <a:gd name="T25" fmla="*/ 505 h 1136"/>
                <a:gd name="T26" fmla="*/ 2421 w 2422"/>
                <a:gd name="T27" fmla="*/ 526 h 1136"/>
                <a:gd name="T28" fmla="*/ 2422 w 2422"/>
                <a:gd name="T29" fmla="*/ 550 h 1136"/>
                <a:gd name="T30" fmla="*/ 2417 w 2422"/>
                <a:gd name="T31" fmla="*/ 573 h 1136"/>
                <a:gd name="T32" fmla="*/ 2299 w 2422"/>
                <a:gd name="T33" fmla="*/ 1136 h 1136"/>
                <a:gd name="T34" fmla="*/ 1297 w 2422"/>
                <a:gd name="T35" fmla="*/ 930 h 1136"/>
                <a:gd name="T36" fmla="*/ 1276 w 2422"/>
                <a:gd name="T37" fmla="*/ 903 h 1136"/>
                <a:gd name="T38" fmla="*/ 1252 w 2422"/>
                <a:gd name="T39" fmla="*/ 880 h 1136"/>
                <a:gd name="T40" fmla="*/ 1227 w 2422"/>
                <a:gd name="T41" fmla="*/ 862 h 1136"/>
                <a:gd name="T42" fmla="*/ 1199 w 2422"/>
                <a:gd name="T43" fmla="*/ 847 h 1136"/>
                <a:gd name="T44" fmla="*/ 1169 w 2422"/>
                <a:gd name="T45" fmla="*/ 836 h 1136"/>
                <a:gd name="T46" fmla="*/ 1137 w 2422"/>
                <a:gd name="T47" fmla="*/ 828 h 1136"/>
                <a:gd name="T48" fmla="*/ 1101 w 2422"/>
                <a:gd name="T49" fmla="*/ 824 h 1136"/>
                <a:gd name="T50" fmla="*/ 1086 w 2422"/>
                <a:gd name="T51" fmla="*/ 823 h 1136"/>
                <a:gd name="T52" fmla="*/ 1068 w 2422"/>
                <a:gd name="T53" fmla="*/ 825 h 1136"/>
                <a:gd name="T54" fmla="*/ 1050 w 2422"/>
                <a:gd name="T55" fmla="*/ 828 h 1136"/>
                <a:gd name="T56" fmla="*/ 1031 w 2422"/>
                <a:gd name="T57" fmla="*/ 833 h 1136"/>
                <a:gd name="T58" fmla="*/ 1014 w 2422"/>
                <a:gd name="T59" fmla="*/ 838 h 1136"/>
                <a:gd name="T60" fmla="*/ 998 w 2422"/>
                <a:gd name="T61" fmla="*/ 844 h 1136"/>
                <a:gd name="T62" fmla="*/ 983 w 2422"/>
                <a:gd name="T63" fmla="*/ 848 h 1136"/>
                <a:gd name="T64" fmla="*/ 973 w 2422"/>
                <a:gd name="T65" fmla="*/ 852 h 1136"/>
                <a:gd name="T66" fmla="*/ 966 w 2422"/>
                <a:gd name="T67" fmla="*/ 855 h 1136"/>
                <a:gd name="T68" fmla="*/ 963 w 2422"/>
                <a:gd name="T69" fmla="*/ 856 h 1136"/>
                <a:gd name="T70" fmla="*/ 0 w 2422"/>
                <a:gd name="T71" fmla="*/ 654 h 1136"/>
                <a:gd name="T72" fmla="*/ 118 w 2422"/>
                <a:gd name="T73" fmla="*/ 90 h 1136"/>
                <a:gd name="T74" fmla="*/ 125 w 2422"/>
                <a:gd name="T75" fmla="*/ 69 h 1136"/>
                <a:gd name="T76" fmla="*/ 136 w 2422"/>
                <a:gd name="T77" fmla="*/ 49 h 1136"/>
                <a:gd name="T78" fmla="*/ 150 w 2422"/>
                <a:gd name="T79" fmla="*/ 32 h 1136"/>
                <a:gd name="T80" fmla="*/ 166 w 2422"/>
                <a:gd name="T81" fmla="*/ 19 h 1136"/>
                <a:gd name="T82" fmla="*/ 186 w 2422"/>
                <a:gd name="T83" fmla="*/ 8 h 1136"/>
                <a:gd name="T84" fmla="*/ 206 w 2422"/>
                <a:gd name="T85" fmla="*/ 2 h 1136"/>
                <a:gd name="T86" fmla="*/ 229 w 2422"/>
                <a:gd name="T87" fmla="*/ 0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22" h="1136">
                  <a:moveTo>
                    <a:pt x="1869" y="550"/>
                  </a:moveTo>
                  <a:lnTo>
                    <a:pt x="1804" y="853"/>
                  </a:lnTo>
                  <a:lnTo>
                    <a:pt x="2107" y="916"/>
                  </a:lnTo>
                  <a:lnTo>
                    <a:pt x="2170" y="614"/>
                  </a:lnTo>
                  <a:lnTo>
                    <a:pt x="1869" y="550"/>
                  </a:lnTo>
                  <a:close/>
                  <a:moveTo>
                    <a:pt x="229" y="0"/>
                  </a:moveTo>
                  <a:lnTo>
                    <a:pt x="251" y="2"/>
                  </a:lnTo>
                  <a:lnTo>
                    <a:pt x="2335" y="435"/>
                  </a:lnTo>
                  <a:lnTo>
                    <a:pt x="2356" y="442"/>
                  </a:lnTo>
                  <a:lnTo>
                    <a:pt x="2376" y="453"/>
                  </a:lnTo>
                  <a:lnTo>
                    <a:pt x="2392" y="468"/>
                  </a:lnTo>
                  <a:lnTo>
                    <a:pt x="2407" y="485"/>
                  </a:lnTo>
                  <a:lnTo>
                    <a:pt x="2416" y="505"/>
                  </a:lnTo>
                  <a:lnTo>
                    <a:pt x="2421" y="526"/>
                  </a:lnTo>
                  <a:lnTo>
                    <a:pt x="2422" y="550"/>
                  </a:lnTo>
                  <a:lnTo>
                    <a:pt x="2417" y="573"/>
                  </a:lnTo>
                  <a:lnTo>
                    <a:pt x="2299" y="1136"/>
                  </a:lnTo>
                  <a:lnTo>
                    <a:pt x="1297" y="930"/>
                  </a:lnTo>
                  <a:lnTo>
                    <a:pt x="1276" y="903"/>
                  </a:lnTo>
                  <a:lnTo>
                    <a:pt x="1252" y="880"/>
                  </a:lnTo>
                  <a:lnTo>
                    <a:pt x="1227" y="862"/>
                  </a:lnTo>
                  <a:lnTo>
                    <a:pt x="1199" y="847"/>
                  </a:lnTo>
                  <a:lnTo>
                    <a:pt x="1169" y="836"/>
                  </a:lnTo>
                  <a:lnTo>
                    <a:pt x="1137" y="828"/>
                  </a:lnTo>
                  <a:lnTo>
                    <a:pt x="1101" y="824"/>
                  </a:lnTo>
                  <a:lnTo>
                    <a:pt x="1086" y="823"/>
                  </a:lnTo>
                  <a:lnTo>
                    <a:pt x="1068" y="825"/>
                  </a:lnTo>
                  <a:lnTo>
                    <a:pt x="1050" y="828"/>
                  </a:lnTo>
                  <a:lnTo>
                    <a:pt x="1031" y="833"/>
                  </a:lnTo>
                  <a:lnTo>
                    <a:pt x="1014" y="838"/>
                  </a:lnTo>
                  <a:lnTo>
                    <a:pt x="998" y="844"/>
                  </a:lnTo>
                  <a:lnTo>
                    <a:pt x="983" y="848"/>
                  </a:lnTo>
                  <a:lnTo>
                    <a:pt x="973" y="852"/>
                  </a:lnTo>
                  <a:lnTo>
                    <a:pt x="966" y="855"/>
                  </a:lnTo>
                  <a:lnTo>
                    <a:pt x="963" y="856"/>
                  </a:lnTo>
                  <a:lnTo>
                    <a:pt x="0" y="654"/>
                  </a:lnTo>
                  <a:lnTo>
                    <a:pt x="118" y="90"/>
                  </a:lnTo>
                  <a:lnTo>
                    <a:pt x="125" y="69"/>
                  </a:lnTo>
                  <a:lnTo>
                    <a:pt x="136" y="49"/>
                  </a:lnTo>
                  <a:lnTo>
                    <a:pt x="150" y="32"/>
                  </a:lnTo>
                  <a:lnTo>
                    <a:pt x="166" y="19"/>
                  </a:lnTo>
                  <a:lnTo>
                    <a:pt x="186" y="8"/>
                  </a:lnTo>
                  <a:lnTo>
                    <a:pt x="206" y="2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1" name="Freeform 725">
              <a:extLst>
                <a:ext uri="{FF2B5EF4-FFF2-40B4-BE49-F238E27FC236}">
                  <a16:creationId xmlns:a16="http://schemas.microsoft.com/office/drawing/2014/main" id="{837C7FE1-25AE-46E3-8DEB-A5F33B6B3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763" y="5380038"/>
              <a:ext cx="92075" cy="34925"/>
            </a:xfrm>
            <a:custGeom>
              <a:avLst/>
              <a:gdLst>
                <a:gd name="T0" fmla="*/ 40 w 822"/>
                <a:gd name="T1" fmla="*/ 0 h 302"/>
                <a:gd name="T2" fmla="*/ 822 w 822"/>
                <a:gd name="T3" fmla="*/ 161 h 302"/>
                <a:gd name="T4" fmla="*/ 515 w 822"/>
                <a:gd name="T5" fmla="*/ 302 h 302"/>
                <a:gd name="T6" fmla="*/ 0 w 822"/>
                <a:gd name="T7" fmla="*/ 195 h 302"/>
                <a:gd name="T8" fmla="*/ 40 w 822"/>
                <a:gd name="T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2" h="302">
                  <a:moveTo>
                    <a:pt x="40" y="0"/>
                  </a:moveTo>
                  <a:lnTo>
                    <a:pt x="822" y="161"/>
                  </a:lnTo>
                  <a:lnTo>
                    <a:pt x="515" y="302"/>
                  </a:lnTo>
                  <a:lnTo>
                    <a:pt x="0" y="195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35170ED-25D9-494A-86F9-5D1AA23DADCD}"/>
              </a:ext>
            </a:extLst>
          </p:cNvPr>
          <p:cNvGrpSpPr/>
          <p:nvPr/>
        </p:nvGrpSpPr>
        <p:grpSpPr>
          <a:xfrm>
            <a:off x="8210017" y="4830327"/>
            <a:ext cx="309068" cy="310356"/>
            <a:chOff x="6265863" y="5224463"/>
            <a:chExt cx="381000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3" name="Freeform 730">
              <a:extLst>
                <a:ext uri="{FF2B5EF4-FFF2-40B4-BE49-F238E27FC236}">
                  <a16:creationId xmlns:a16="http://schemas.microsoft.com/office/drawing/2014/main" id="{91C266A6-87BE-42D2-B3CD-118186F55F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5863" y="5224463"/>
              <a:ext cx="271462" cy="273050"/>
            </a:xfrm>
            <a:custGeom>
              <a:avLst/>
              <a:gdLst>
                <a:gd name="T0" fmla="*/ 1046 w 2395"/>
                <a:gd name="T1" fmla="*/ 281 h 2408"/>
                <a:gd name="T2" fmla="*/ 835 w 2395"/>
                <a:gd name="T3" fmla="*/ 343 h 2408"/>
                <a:gd name="T4" fmla="*/ 648 w 2395"/>
                <a:gd name="T5" fmla="*/ 450 h 2408"/>
                <a:gd name="T6" fmla="*/ 492 w 2395"/>
                <a:gd name="T7" fmla="*/ 595 h 2408"/>
                <a:gd name="T8" fmla="*/ 371 w 2395"/>
                <a:gd name="T9" fmla="*/ 774 h 2408"/>
                <a:gd name="T10" fmla="*/ 294 w 2395"/>
                <a:gd name="T11" fmla="*/ 979 h 2408"/>
                <a:gd name="T12" fmla="*/ 268 w 2395"/>
                <a:gd name="T13" fmla="*/ 1204 h 2408"/>
                <a:gd name="T14" fmla="*/ 294 w 2395"/>
                <a:gd name="T15" fmla="*/ 1428 h 2408"/>
                <a:gd name="T16" fmla="*/ 371 w 2395"/>
                <a:gd name="T17" fmla="*/ 1633 h 2408"/>
                <a:gd name="T18" fmla="*/ 492 w 2395"/>
                <a:gd name="T19" fmla="*/ 1812 h 2408"/>
                <a:gd name="T20" fmla="*/ 648 w 2395"/>
                <a:gd name="T21" fmla="*/ 1958 h 2408"/>
                <a:gd name="T22" fmla="*/ 835 w 2395"/>
                <a:gd name="T23" fmla="*/ 2065 h 2408"/>
                <a:gd name="T24" fmla="*/ 1046 w 2395"/>
                <a:gd name="T25" fmla="*/ 2125 h 2408"/>
                <a:gd name="T26" fmla="*/ 1273 w 2395"/>
                <a:gd name="T27" fmla="*/ 2134 h 2408"/>
                <a:gd name="T28" fmla="*/ 1491 w 2395"/>
                <a:gd name="T29" fmla="*/ 2090 h 2408"/>
                <a:gd name="T30" fmla="*/ 1687 w 2395"/>
                <a:gd name="T31" fmla="*/ 1998 h 2408"/>
                <a:gd name="T32" fmla="*/ 1855 w 2395"/>
                <a:gd name="T33" fmla="*/ 1864 h 2408"/>
                <a:gd name="T34" fmla="*/ 1988 w 2395"/>
                <a:gd name="T35" fmla="*/ 1696 h 2408"/>
                <a:gd name="T36" fmla="*/ 2080 w 2395"/>
                <a:gd name="T37" fmla="*/ 1499 h 2408"/>
                <a:gd name="T38" fmla="*/ 2124 w 2395"/>
                <a:gd name="T39" fmla="*/ 1280 h 2408"/>
                <a:gd name="T40" fmla="*/ 2114 w 2395"/>
                <a:gd name="T41" fmla="*/ 1052 h 2408"/>
                <a:gd name="T42" fmla="*/ 2053 w 2395"/>
                <a:gd name="T43" fmla="*/ 840 h 2408"/>
                <a:gd name="T44" fmla="*/ 1947 w 2395"/>
                <a:gd name="T45" fmla="*/ 652 h 2408"/>
                <a:gd name="T46" fmla="*/ 1802 w 2395"/>
                <a:gd name="T47" fmla="*/ 495 h 2408"/>
                <a:gd name="T48" fmla="*/ 1624 w 2395"/>
                <a:gd name="T49" fmla="*/ 374 h 2408"/>
                <a:gd name="T50" fmla="*/ 1420 w 2395"/>
                <a:gd name="T51" fmla="*/ 297 h 2408"/>
                <a:gd name="T52" fmla="*/ 1197 w 2395"/>
                <a:gd name="T53" fmla="*/ 269 h 2408"/>
                <a:gd name="T54" fmla="*/ 1367 w 2395"/>
                <a:gd name="T55" fmla="*/ 12 h 2408"/>
                <a:gd name="T56" fmla="*/ 1606 w 2395"/>
                <a:gd name="T57" fmla="*/ 73 h 2408"/>
                <a:gd name="T58" fmla="*/ 1824 w 2395"/>
                <a:gd name="T59" fmla="*/ 179 h 2408"/>
                <a:gd name="T60" fmla="*/ 2015 w 2395"/>
                <a:gd name="T61" fmla="*/ 324 h 2408"/>
                <a:gd name="T62" fmla="*/ 2173 w 2395"/>
                <a:gd name="T63" fmla="*/ 506 h 2408"/>
                <a:gd name="T64" fmla="*/ 2292 w 2395"/>
                <a:gd name="T65" fmla="*/ 717 h 2408"/>
                <a:gd name="T66" fmla="*/ 2368 w 2395"/>
                <a:gd name="T67" fmla="*/ 951 h 2408"/>
                <a:gd name="T68" fmla="*/ 2395 w 2395"/>
                <a:gd name="T69" fmla="*/ 1204 h 2408"/>
                <a:gd name="T70" fmla="*/ 2368 w 2395"/>
                <a:gd name="T71" fmla="*/ 1457 h 2408"/>
                <a:gd name="T72" fmla="*/ 2292 w 2395"/>
                <a:gd name="T73" fmla="*/ 1691 h 2408"/>
                <a:gd name="T74" fmla="*/ 2173 w 2395"/>
                <a:gd name="T75" fmla="*/ 1901 h 2408"/>
                <a:gd name="T76" fmla="*/ 2015 w 2395"/>
                <a:gd name="T77" fmla="*/ 2082 h 2408"/>
                <a:gd name="T78" fmla="*/ 1824 w 2395"/>
                <a:gd name="T79" fmla="*/ 2229 h 2408"/>
                <a:gd name="T80" fmla="*/ 1606 w 2395"/>
                <a:gd name="T81" fmla="*/ 2335 h 2408"/>
                <a:gd name="T82" fmla="*/ 1367 w 2395"/>
                <a:gd name="T83" fmla="*/ 2395 h 2408"/>
                <a:gd name="T84" fmla="*/ 1111 w 2395"/>
                <a:gd name="T85" fmla="*/ 2404 h 2408"/>
                <a:gd name="T86" fmla="*/ 866 w 2395"/>
                <a:gd name="T87" fmla="*/ 2360 h 2408"/>
                <a:gd name="T88" fmla="*/ 640 w 2395"/>
                <a:gd name="T89" fmla="*/ 2269 h 2408"/>
                <a:gd name="T90" fmla="*/ 440 w 2395"/>
                <a:gd name="T91" fmla="*/ 2135 h 2408"/>
                <a:gd name="T92" fmla="*/ 270 w 2395"/>
                <a:gd name="T93" fmla="*/ 1965 h 2408"/>
                <a:gd name="T94" fmla="*/ 137 w 2395"/>
                <a:gd name="T95" fmla="*/ 1764 h 2408"/>
                <a:gd name="T96" fmla="*/ 46 w 2395"/>
                <a:gd name="T97" fmla="*/ 1537 h 2408"/>
                <a:gd name="T98" fmla="*/ 3 w 2395"/>
                <a:gd name="T99" fmla="*/ 1289 h 2408"/>
                <a:gd name="T100" fmla="*/ 12 w 2395"/>
                <a:gd name="T101" fmla="*/ 1034 h 2408"/>
                <a:gd name="T102" fmla="*/ 72 w 2395"/>
                <a:gd name="T103" fmla="*/ 793 h 2408"/>
                <a:gd name="T104" fmla="*/ 177 w 2395"/>
                <a:gd name="T105" fmla="*/ 573 h 2408"/>
                <a:gd name="T106" fmla="*/ 323 w 2395"/>
                <a:gd name="T107" fmla="*/ 382 h 2408"/>
                <a:gd name="T108" fmla="*/ 503 w 2395"/>
                <a:gd name="T109" fmla="*/ 223 h 2408"/>
                <a:gd name="T110" fmla="*/ 713 w 2395"/>
                <a:gd name="T111" fmla="*/ 103 h 2408"/>
                <a:gd name="T112" fmla="*/ 946 w 2395"/>
                <a:gd name="T113" fmla="*/ 27 h 2408"/>
                <a:gd name="T114" fmla="*/ 1197 w 2395"/>
                <a:gd name="T115" fmla="*/ 0 h 2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95" h="2408">
                  <a:moveTo>
                    <a:pt x="1197" y="269"/>
                  </a:moveTo>
                  <a:lnTo>
                    <a:pt x="1121" y="272"/>
                  </a:lnTo>
                  <a:lnTo>
                    <a:pt x="1046" y="281"/>
                  </a:lnTo>
                  <a:lnTo>
                    <a:pt x="974" y="297"/>
                  </a:lnTo>
                  <a:lnTo>
                    <a:pt x="904" y="317"/>
                  </a:lnTo>
                  <a:lnTo>
                    <a:pt x="835" y="343"/>
                  </a:lnTo>
                  <a:lnTo>
                    <a:pt x="770" y="374"/>
                  </a:lnTo>
                  <a:lnTo>
                    <a:pt x="708" y="410"/>
                  </a:lnTo>
                  <a:lnTo>
                    <a:pt x="648" y="450"/>
                  </a:lnTo>
                  <a:lnTo>
                    <a:pt x="592" y="494"/>
                  </a:lnTo>
                  <a:lnTo>
                    <a:pt x="540" y="543"/>
                  </a:lnTo>
                  <a:lnTo>
                    <a:pt x="492" y="595"/>
                  </a:lnTo>
                  <a:lnTo>
                    <a:pt x="447" y="652"/>
                  </a:lnTo>
                  <a:lnTo>
                    <a:pt x="407" y="711"/>
                  </a:lnTo>
                  <a:lnTo>
                    <a:pt x="371" y="774"/>
                  </a:lnTo>
                  <a:lnTo>
                    <a:pt x="340" y="840"/>
                  </a:lnTo>
                  <a:lnTo>
                    <a:pt x="315" y="909"/>
                  </a:lnTo>
                  <a:lnTo>
                    <a:pt x="294" y="979"/>
                  </a:lnTo>
                  <a:lnTo>
                    <a:pt x="280" y="1052"/>
                  </a:lnTo>
                  <a:lnTo>
                    <a:pt x="271" y="1127"/>
                  </a:lnTo>
                  <a:lnTo>
                    <a:pt x="268" y="1204"/>
                  </a:lnTo>
                  <a:lnTo>
                    <a:pt x="271" y="1280"/>
                  </a:lnTo>
                  <a:lnTo>
                    <a:pt x="280" y="1355"/>
                  </a:lnTo>
                  <a:lnTo>
                    <a:pt x="294" y="1428"/>
                  </a:lnTo>
                  <a:lnTo>
                    <a:pt x="315" y="1499"/>
                  </a:lnTo>
                  <a:lnTo>
                    <a:pt x="340" y="1568"/>
                  </a:lnTo>
                  <a:lnTo>
                    <a:pt x="371" y="1633"/>
                  </a:lnTo>
                  <a:lnTo>
                    <a:pt x="407" y="1696"/>
                  </a:lnTo>
                  <a:lnTo>
                    <a:pt x="447" y="1756"/>
                  </a:lnTo>
                  <a:lnTo>
                    <a:pt x="492" y="1812"/>
                  </a:lnTo>
                  <a:lnTo>
                    <a:pt x="540" y="1864"/>
                  </a:lnTo>
                  <a:lnTo>
                    <a:pt x="592" y="1913"/>
                  </a:lnTo>
                  <a:lnTo>
                    <a:pt x="648" y="1958"/>
                  </a:lnTo>
                  <a:lnTo>
                    <a:pt x="708" y="1998"/>
                  </a:lnTo>
                  <a:lnTo>
                    <a:pt x="770" y="2034"/>
                  </a:lnTo>
                  <a:lnTo>
                    <a:pt x="835" y="2065"/>
                  </a:lnTo>
                  <a:lnTo>
                    <a:pt x="904" y="2090"/>
                  </a:lnTo>
                  <a:lnTo>
                    <a:pt x="974" y="2111"/>
                  </a:lnTo>
                  <a:lnTo>
                    <a:pt x="1046" y="2125"/>
                  </a:lnTo>
                  <a:lnTo>
                    <a:pt x="1121" y="2134"/>
                  </a:lnTo>
                  <a:lnTo>
                    <a:pt x="1197" y="2138"/>
                  </a:lnTo>
                  <a:lnTo>
                    <a:pt x="1273" y="2134"/>
                  </a:lnTo>
                  <a:lnTo>
                    <a:pt x="1348" y="2125"/>
                  </a:lnTo>
                  <a:lnTo>
                    <a:pt x="1420" y="2111"/>
                  </a:lnTo>
                  <a:lnTo>
                    <a:pt x="1491" y="2090"/>
                  </a:lnTo>
                  <a:lnTo>
                    <a:pt x="1559" y="2065"/>
                  </a:lnTo>
                  <a:lnTo>
                    <a:pt x="1625" y="2034"/>
                  </a:lnTo>
                  <a:lnTo>
                    <a:pt x="1687" y="1998"/>
                  </a:lnTo>
                  <a:lnTo>
                    <a:pt x="1746" y="1958"/>
                  </a:lnTo>
                  <a:lnTo>
                    <a:pt x="1803" y="1913"/>
                  </a:lnTo>
                  <a:lnTo>
                    <a:pt x="1855" y="1864"/>
                  </a:lnTo>
                  <a:lnTo>
                    <a:pt x="1903" y="1812"/>
                  </a:lnTo>
                  <a:lnTo>
                    <a:pt x="1948" y="1756"/>
                  </a:lnTo>
                  <a:lnTo>
                    <a:pt x="1988" y="1696"/>
                  </a:lnTo>
                  <a:lnTo>
                    <a:pt x="2023" y="1633"/>
                  </a:lnTo>
                  <a:lnTo>
                    <a:pt x="2054" y="1568"/>
                  </a:lnTo>
                  <a:lnTo>
                    <a:pt x="2080" y="1499"/>
                  </a:lnTo>
                  <a:lnTo>
                    <a:pt x="2100" y="1428"/>
                  </a:lnTo>
                  <a:lnTo>
                    <a:pt x="2114" y="1355"/>
                  </a:lnTo>
                  <a:lnTo>
                    <a:pt x="2124" y="1280"/>
                  </a:lnTo>
                  <a:lnTo>
                    <a:pt x="2127" y="1204"/>
                  </a:lnTo>
                  <a:lnTo>
                    <a:pt x="2124" y="1127"/>
                  </a:lnTo>
                  <a:lnTo>
                    <a:pt x="2114" y="1052"/>
                  </a:lnTo>
                  <a:lnTo>
                    <a:pt x="2099" y="979"/>
                  </a:lnTo>
                  <a:lnTo>
                    <a:pt x="2079" y="909"/>
                  </a:lnTo>
                  <a:lnTo>
                    <a:pt x="2053" y="840"/>
                  </a:lnTo>
                  <a:lnTo>
                    <a:pt x="2022" y="774"/>
                  </a:lnTo>
                  <a:lnTo>
                    <a:pt x="1988" y="711"/>
                  </a:lnTo>
                  <a:lnTo>
                    <a:pt x="1947" y="652"/>
                  </a:lnTo>
                  <a:lnTo>
                    <a:pt x="1903" y="595"/>
                  </a:lnTo>
                  <a:lnTo>
                    <a:pt x="1854" y="543"/>
                  </a:lnTo>
                  <a:lnTo>
                    <a:pt x="1802" y="495"/>
                  </a:lnTo>
                  <a:lnTo>
                    <a:pt x="1746" y="450"/>
                  </a:lnTo>
                  <a:lnTo>
                    <a:pt x="1686" y="410"/>
                  </a:lnTo>
                  <a:lnTo>
                    <a:pt x="1624" y="374"/>
                  </a:lnTo>
                  <a:lnTo>
                    <a:pt x="1559" y="343"/>
                  </a:lnTo>
                  <a:lnTo>
                    <a:pt x="1491" y="317"/>
                  </a:lnTo>
                  <a:lnTo>
                    <a:pt x="1420" y="297"/>
                  </a:lnTo>
                  <a:lnTo>
                    <a:pt x="1348" y="281"/>
                  </a:lnTo>
                  <a:lnTo>
                    <a:pt x="1273" y="272"/>
                  </a:lnTo>
                  <a:lnTo>
                    <a:pt x="1197" y="269"/>
                  </a:lnTo>
                  <a:close/>
                  <a:moveTo>
                    <a:pt x="1197" y="0"/>
                  </a:moveTo>
                  <a:lnTo>
                    <a:pt x="1283" y="3"/>
                  </a:lnTo>
                  <a:lnTo>
                    <a:pt x="1367" y="12"/>
                  </a:lnTo>
                  <a:lnTo>
                    <a:pt x="1449" y="27"/>
                  </a:lnTo>
                  <a:lnTo>
                    <a:pt x="1529" y="47"/>
                  </a:lnTo>
                  <a:lnTo>
                    <a:pt x="1606" y="73"/>
                  </a:lnTo>
                  <a:lnTo>
                    <a:pt x="1682" y="103"/>
                  </a:lnTo>
                  <a:lnTo>
                    <a:pt x="1754" y="139"/>
                  </a:lnTo>
                  <a:lnTo>
                    <a:pt x="1824" y="179"/>
                  </a:lnTo>
                  <a:lnTo>
                    <a:pt x="1891" y="223"/>
                  </a:lnTo>
                  <a:lnTo>
                    <a:pt x="1955" y="272"/>
                  </a:lnTo>
                  <a:lnTo>
                    <a:pt x="2015" y="324"/>
                  </a:lnTo>
                  <a:lnTo>
                    <a:pt x="2071" y="382"/>
                  </a:lnTo>
                  <a:lnTo>
                    <a:pt x="2125" y="442"/>
                  </a:lnTo>
                  <a:lnTo>
                    <a:pt x="2173" y="506"/>
                  </a:lnTo>
                  <a:lnTo>
                    <a:pt x="2217" y="573"/>
                  </a:lnTo>
                  <a:lnTo>
                    <a:pt x="2256" y="644"/>
                  </a:lnTo>
                  <a:lnTo>
                    <a:pt x="2292" y="717"/>
                  </a:lnTo>
                  <a:lnTo>
                    <a:pt x="2323" y="793"/>
                  </a:lnTo>
                  <a:lnTo>
                    <a:pt x="2347" y="871"/>
                  </a:lnTo>
                  <a:lnTo>
                    <a:pt x="2368" y="951"/>
                  </a:lnTo>
                  <a:lnTo>
                    <a:pt x="2382" y="1034"/>
                  </a:lnTo>
                  <a:lnTo>
                    <a:pt x="2391" y="1118"/>
                  </a:lnTo>
                  <a:lnTo>
                    <a:pt x="2395" y="1204"/>
                  </a:lnTo>
                  <a:lnTo>
                    <a:pt x="2391" y="1289"/>
                  </a:lnTo>
                  <a:lnTo>
                    <a:pt x="2382" y="1374"/>
                  </a:lnTo>
                  <a:lnTo>
                    <a:pt x="2368" y="1457"/>
                  </a:lnTo>
                  <a:lnTo>
                    <a:pt x="2347" y="1537"/>
                  </a:lnTo>
                  <a:lnTo>
                    <a:pt x="2323" y="1615"/>
                  </a:lnTo>
                  <a:lnTo>
                    <a:pt x="2292" y="1691"/>
                  </a:lnTo>
                  <a:lnTo>
                    <a:pt x="2256" y="1764"/>
                  </a:lnTo>
                  <a:lnTo>
                    <a:pt x="2217" y="1834"/>
                  </a:lnTo>
                  <a:lnTo>
                    <a:pt x="2173" y="1901"/>
                  </a:lnTo>
                  <a:lnTo>
                    <a:pt x="2125" y="1965"/>
                  </a:lnTo>
                  <a:lnTo>
                    <a:pt x="2071" y="2026"/>
                  </a:lnTo>
                  <a:lnTo>
                    <a:pt x="2015" y="2082"/>
                  </a:lnTo>
                  <a:lnTo>
                    <a:pt x="1955" y="2135"/>
                  </a:lnTo>
                  <a:lnTo>
                    <a:pt x="1891" y="2185"/>
                  </a:lnTo>
                  <a:lnTo>
                    <a:pt x="1824" y="2229"/>
                  </a:lnTo>
                  <a:lnTo>
                    <a:pt x="1754" y="2269"/>
                  </a:lnTo>
                  <a:lnTo>
                    <a:pt x="1682" y="2305"/>
                  </a:lnTo>
                  <a:lnTo>
                    <a:pt x="1606" y="2335"/>
                  </a:lnTo>
                  <a:lnTo>
                    <a:pt x="1529" y="2360"/>
                  </a:lnTo>
                  <a:lnTo>
                    <a:pt x="1449" y="2381"/>
                  </a:lnTo>
                  <a:lnTo>
                    <a:pt x="1367" y="2395"/>
                  </a:lnTo>
                  <a:lnTo>
                    <a:pt x="1283" y="2404"/>
                  </a:lnTo>
                  <a:lnTo>
                    <a:pt x="1197" y="2408"/>
                  </a:lnTo>
                  <a:lnTo>
                    <a:pt x="1111" y="2404"/>
                  </a:lnTo>
                  <a:lnTo>
                    <a:pt x="1028" y="2395"/>
                  </a:lnTo>
                  <a:lnTo>
                    <a:pt x="946" y="2381"/>
                  </a:lnTo>
                  <a:lnTo>
                    <a:pt x="866" y="2360"/>
                  </a:lnTo>
                  <a:lnTo>
                    <a:pt x="788" y="2336"/>
                  </a:lnTo>
                  <a:lnTo>
                    <a:pt x="713" y="2305"/>
                  </a:lnTo>
                  <a:lnTo>
                    <a:pt x="640" y="2269"/>
                  </a:lnTo>
                  <a:lnTo>
                    <a:pt x="569" y="2229"/>
                  </a:lnTo>
                  <a:lnTo>
                    <a:pt x="503" y="2185"/>
                  </a:lnTo>
                  <a:lnTo>
                    <a:pt x="440" y="2135"/>
                  </a:lnTo>
                  <a:lnTo>
                    <a:pt x="379" y="2083"/>
                  </a:lnTo>
                  <a:lnTo>
                    <a:pt x="323" y="2026"/>
                  </a:lnTo>
                  <a:lnTo>
                    <a:pt x="270" y="1965"/>
                  </a:lnTo>
                  <a:lnTo>
                    <a:pt x="222" y="1901"/>
                  </a:lnTo>
                  <a:lnTo>
                    <a:pt x="177" y="1835"/>
                  </a:lnTo>
                  <a:lnTo>
                    <a:pt x="137" y="1764"/>
                  </a:lnTo>
                  <a:lnTo>
                    <a:pt x="102" y="1691"/>
                  </a:lnTo>
                  <a:lnTo>
                    <a:pt x="72" y="1615"/>
                  </a:lnTo>
                  <a:lnTo>
                    <a:pt x="46" y="1537"/>
                  </a:lnTo>
                  <a:lnTo>
                    <a:pt x="27" y="1457"/>
                  </a:lnTo>
                  <a:lnTo>
                    <a:pt x="12" y="1374"/>
                  </a:lnTo>
                  <a:lnTo>
                    <a:pt x="3" y="1289"/>
                  </a:lnTo>
                  <a:lnTo>
                    <a:pt x="0" y="1204"/>
                  </a:lnTo>
                  <a:lnTo>
                    <a:pt x="3" y="1118"/>
                  </a:lnTo>
                  <a:lnTo>
                    <a:pt x="12" y="1034"/>
                  </a:lnTo>
                  <a:lnTo>
                    <a:pt x="27" y="951"/>
                  </a:lnTo>
                  <a:lnTo>
                    <a:pt x="46" y="871"/>
                  </a:lnTo>
                  <a:lnTo>
                    <a:pt x="72" y="793"/>
                  </a:lnTo>
                  <a:lnTo>
                    <a:pt x="102" y="717"/>
                  </a:lnTo>
                  <a:lnTo>
                    <a:pt x="137" y="644"/>
                  </a:lnTo>
                  <a:lnTo>
                    <a:pt x="177" y="573"/>
                  </a:lnTo>
                  <a:lnTo>
                    <a:pt x="222" y="506"/>
                  </a:lnTo>
                  <a:lnTo>
                    <a:pt x="270" y="442"/>
                  </a:lnTo>
                  <a:lnTo>
                    <a:pt x="323" y="382"/>
                  </a:lnTo>
                  <a:lnTo>
                    <a:pt x="379" y="324"/>
                  </a:lnTo>
                  <a:lnTo>
                    <a:pt x="440" y="272"/>
                  </a:lnTo>
                  <a:lnTo>
                    <a:pt x="503" y="223"/>
                  </a:lnTo>
                  <a:lnTo>
                    <a:pt x="569" y="179"/>
                  </a:lnTo>
                  <a:lnTo>
                    <a:pt x="640" y="139"/>
                  </a:lnTo>
                  <a:lnTo>
                    <a:pt x="713" y="103"/>
                  </a:lnTo>
                  <a:lnTo>
                    <a:pt x="788" y="73"/>
                  </a:lnTo>
                  <a:lnTo>
                    <a:pt x="866" y="47"/>
                  </a:lnTo>
                  <a:lnTo>
                    <a:pt x="946" y="27"/>
                  </a:lnTo>
                  <a:lnTo>
                    <a:pt x="1028" y="12"/>
                  </a:lnTo>
                  <a:lnTo>
                    <a:pt x="1111" y="3"/>
                  </a:lnTo>
                  <a:lnTo>
                    <a:pt x="11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4" name="Freeform 731">
              <a:extLst>
                <a:ext uri="{FF2B5EF4-FFF2-40B4-BE49-F238E27FC236}">
                  <a16:creationId xmlns:a16="http://schemas.microsoft.com/office/drawing/2014/main" id="{13417B67-B91A-4CB0-AD6A-FB47BCE68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063" y="5429251"/>
              <a:ext cx="177800" cy="177800"/>
            </a:xfrm>
            <a:custGeom>
              <a:avLst/>
              <a:gdLst>
                <a:gd name="T0" fmla="*/ 596 w 1570"/>
                <a:gd name="T1" fmla="*/ 0 h 1580"/>
                <a:gd name="T2" fmla="*/ 1299 w 1570"/>
                <a:gd name="T3" fmla="*/ 475 h 1580"/>
                <a:gd name="T4" fmla="*/ 1345 w 1570"/>
                <a:gd name="T5" fmla="*/ 509 h 1580"/>
                <a:gd name="T6" fmla="*/ 1386 w 1570"/>
                <a:gd name="T7" fmla="*/ 546 h 1580"/>
                <a:gd name="T8" fmla="*/ 1424 w 1570"/>
                <a:gd name="T9" fmla="*/ 586 h 1580"/>
                <a:gd name="T10" fmla="*/ 1456 w 1570"/>
                <a:gd name="T11" fmla="*/ 628 h 1580"/>
                <a:gd name="T12" fmla="*/ 1486 w 1570"/>
                <a:gd name="T13" fmla="*/ 672 h 1580"/>
                <a:gd name="T14" fmla="*/ 1511 w 1570"/>
                <a:gd name="T15" fmla="*/ 719 h 1580"/>
                <a:gd name="T16" fmla="*/ 1531 w 1570"/>
                <a:gd name="T17" fmla="*/ 768 h 1580"/>
                <a:gd name="T18" fmla="*/ 1547 w 1570"/>
                <a:gd name="T19" fmla="*/ 817 h 1580"/>
                <a:gd name="T20" fmla="*/ 1559 w 1570"/>
                <a:gd name="T21" fmla="*/ 867 h 1580"/>
                <a:gd name="T22" fmla="*/ 1567 w 1570"/>
                <a:gd name="T23" fmla="*/ 919 h 1580"/>
                <a:gd name="T24" fmla="*/ 1570 w 1570"/>
                <a:gd name="T25" fmla="*/ 971 h 1580"/>
                <a:gd name="T26" fmla="*/ 1568 w 1570"/>
                <a:gd name="T27" fmla="*/ 1022 h 1580"/>
                <a:gd name="T28" fmla="*/ 1563 w 1570"/>
                <a:gd name="T29" fmla="*/ 1074 h 1580"/>
                <a:gd name="T30" fmla="*/ 1552 w 1570"/>
                <a:gd name="T31" fmla="*/ 1125 h 1580"/>
                <a:gd name="T32" fmla="*/ 1537 w 1570"/>
                <a:gd name="T33" fmla="*/ 1175 h 1580"/>
                <a:gd name="T34" fmla="*/ 1518 w 1570"/>
                <a:gd name="T35" fmla="*/ 1225 h 1580"/>
                <a:gd name="T36" fmla="*/ 1494 w 1570"/>
                <a:gd name="T37" fmla="*/ 1273 h 1580"/>
                <a:gd name="T38" fmla="*/ 1466 w 1570"/>
                <a:gd name="T39" fmla="*/ 1318 h 1580"/>
                <a:gd name="T40" fmla="*/ 1433 w 1570"/>
                <a:gd name="T41" fmla="*/ 1362 h 1580"/>
                <a:gd name="T42" fmla="*/ 1395 w 1570"/>
                <a:gd name="T43" fmla="*/ 1404 h 1580"/>
                <a:gd name="T44" fmla="*/ 1354 w 1570"/>
                <a:gd name="T45" fmla="*/ 1442 h 1580"/>
                <a:gd name="T46" fmla="*/ 1310 w 1570"/>
                <a:gd name="T47" fmla="*/ 1475 h 1580"/>
                <a:gd name="T48" fmla="*/ 1264 w 1570"/>
                <a:gd name="T49" fmla="*/ 1504 h 1580"/>
                <a:gd name="T50" fmla="*/ 1216 w 1570"/>
                <a:gd name="T51" fmla="*/ 1527 h 1580"/>
                <a:gd name="T52" fmla="*/ 1167 w 1570"/>
                <a:gd name="T53" fmla="*/ 1547 h 1580"/>
                <a:gd name="T54" fmla="*/ 1117 w 1570"/>
                <a:gd name="T55" fmla="*/ 1561 h 1580"/>
                <a:gd name="T56" fmla="*/ 1066 w 1570"/>
                <a:gd name="T57" fmla="*/ 1572 h 1580"/>
                <a:gd name="T58" fmla="*/ 1015 w 1570"/>
                <a:gd name="T59" fmla="*/ 1578 h 1580"/>
                <a:gd name="T60" fmla="*/ 963 w 1570"/>
                <a:gd name="T61" fmla="*/ 1580 h 1580"/>
                <a:gd name="T62" fmla="*/ 911 w 1570"/>
                <a:gd name="T63" fmla="*/ 1577 h 1580"/>
                <a:gd name="T64" fmla="*/ 859 w 1570"/>
                <a:gd name="T65" fmla="*/ 1568 h 1580"/>
                <a:gd name="T66" fmla="*/ 809 w 1570"/>
                <a:gd name="T67" fmla="*/ 1557 h 1580"/>
                <a:gd name="T68" fmla="*/ 760 w 1570"/>
                <a:gd name="T69" fmla="*/ 1541 h 1580"/>
                <a:gd name="T70" fmla="*/ 712 w 1570"/>
                <a:gd name="T71" fmla="*/ 1520 h 1580"/>
                <a:gd name="T72" fmla="*/ 666 w 1570"/>
                <a:gd name="T73" fmla="*/ 1496 h 1580"/>
                <a:gd name="T74" fmla="*/ 621 w 1570"/>
                <a:gd name="T75" fmla="*/ 1467 h 1580"/>
                <a:gd name="T76" fmla="*/ 580 w 1570"/>
                <a:gd name="T77" fmla="*/ 1434 h 1580"/>
                <a:gd name="T78" fmla="*/ 540 w 1570"/>
                <a:gd name="T79" fmla="*/ 1397 h 1580"/>
                <a:gd name="T80" fmla="*/ 504 w 1570"/>
                <a:gd name="T81" fmla="*/ 1356 h 1580"/>
                <a:gd name="T82" fmla="*/ 471 w 1570"/>
                <a:gd name="T83" fmla="*/ 1310 h 1580"/>
                <a:gd name="T84" fmla="*/ 0 w 1570"/>
                <a:gd name="T85" fmla="*/ 601 h 1580"/>
                <a:gd name="T86" fmla="*/ 76 w 1570"/>
                <a:gd name="T87" fmla="*/ 560 h 1580"/>
                <a:gd name="T88" fmla="*/ 149 w 1570"/>
                <a:gd name="T89" fmla="*/ 514 h 1580"/>
                <a:gd name="T90" fmla="*/ 218 w 1570"/>
                <a:gd name="T91" fmla="*/ 463 h 1580"/>
                <a:gd name="T92" fmla="*/ 285 w 1570"/>
                <a:gd name="T93" fmla="*/ 408 h 1580"/>
                <a:gd name="T94" fmla="*/ 347 w 1570"/>
                <a:gd name="T95" fmla="*/ 349 h 1580"/>
                <a:gd name="T96" fmla="*/ 405 w 1570"/>
                <a:gd name="T97" fmla="*/ 286 h 1580"/>
                <a:gd name="T98" fmla="*/ 459 w 1570"/>
                <a:gd name="T99" fmla="*/ 219 h 1580"/>
                <a:gd name="T100" fmla="*/ 510 w 1570"/>
                <a:gd name="T101" fmla="*/ 150 h 1580"/>
                <a:gd name="T102" fmla="*/ 556 w 1570"/>
                <a:gd name="T103" fmla="*/ 76 h 1580"/>
                <a:gd name="T104" fmla="*/ 596 w 1570"/>
                <a:gd name="T105" fmla="*/ 0 h 1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70" h="1580">
                  <a:moveTo>
                    <a:pt x="596" y="0"/>
                  </a:moveTo>
                  <a:lnTo>
                    <a:pt x="1299" y="475"/>
                  </a:lnTo>
                  <a:lnTo>
                    <a:pt x="1345" y="509"/>
                  </a:lnTo>
                  <a:lnTo>
                    <a:pt x="1386" y="546"/>
                  </a:lnTo>
                  <a:lnTo>
                    <a:pt x="1424" y="586"/>
                  </a:lnTo>
                  <a:lnTo>
                    <a:pt x="1456" y="628"/>
                  </a:lnTo>
                  <a:lnTo>
                    <a:pt x="1486" y="672"/>
                  </a:lnTo>
                  <a:lnTo>
                    <a:pt x="1511" y="719"/>
                  </a:lnTo>
                  <a:lnTo>
                    <a:pt x="1531" y="768"/>
                  </a:lnTo>
                  <a:lnTo>
                    <a:pt x="1547" y="817"/>
                  </a:lnTo>
                  <a:lnTo>
                    <a:pt x="1559" y="867"/>
                  </a:lnTo>
                  <a:lnTo>
                    <a:pt x="1567" y="919"/>
                  </a:lnTo>
                  <a:lnTo>
                    <a:pt x="1570" y="971"/>
                  </a:lnTo>
                  <a:lnTo>
                    <a:pt x="1568" y="1022"/>
                  </a:lnTo>
                  <a:lnTo>
                    <a:pt x="1563" y="1074"/>
                  </a:lnTo>
                  <a:lnTo>
                    <a:pt x="1552" y="1125"/>
                  </a:lnTo>
                  <a:lnTo>
                    <a:pt x="1537" y="1175"/>
                  </a:lnTo>
                  <a:lnTo>
                    <a:pt x="1518" y="1225"/>
                  </a:lnTo>
                  <a:lnTo>
                    <a:pt x="1494" y="1273"/>
                  </a:lnTo>
                  <a:lnTo>
                    <a:pt x="1466" y="1318"/>
                  </a:lnTo>
                  <a:lnTo>
                    <a:pt x="1433" y="1362"/>
                  </a:lnTo>
                  <a:lnTo>
                    <a:pt x="1395" y="1404"/>
                  </a:lnTo>
                  <a:lnTo>
                    <a:pt x="1354" y="1442"/>
                  </a:lnTo>
                  <a:lnTo>
                    <a:pt x="1310" y="1475"/>
                  </a:lnTo>
                  <a:lnTo>
                    <a:pt x="1264" y="1504"/>
                  </a:lnTo>
                  <a:lnTo>
                    <a:pt x="1216" y="1527"/>
                  </a:lnTo>
                  <a:lnTo>
                    <a:pt x="1167" y="1547"/>
                  </a:lnTo>
                  <a:lnTo>
                    <a:pt x="1117" y="1561"/>
                  </a:lnTo>
                  <a:lnTo>
                    <a:pt x="1066" y="1572"/>
                  </a:lnTo>
                  <a:lnTo>
                    <a:pt x="1015" y="1578"/>
                  </a:lnTo>
                  <a:lnTo>
                    <a:pt x="963" y="1580"/>
                  </a:lnTo>
                  <a:lnTo>
                    <a:pt x="911" y="1577"/>
                  </a:lnTo>
                  <a:lnTo>
                    <a:pt x="859" y="1568"/>
                  </a:lnTo>
                  <a:lnTo>
                    <a:pt x="809" y="1557"/>
                  </a:lnTo>
                  <a:lnTo>
                    <a:pt x="760" y="1541"/>
                  </a:lnTo>
                  <a:lnTo>
                    <a:pt x="712" y="1520"/>
                  </a:lnTo>
                  <a:lnTo>
                    <a:pt x="666" y="1496"/>
                  </a:lnTo>
                  <a:lnTo>
                    <a:pt x="621" y="1467"/>
                  </a:lnTo>
                  <a:lnTo>
                    <a:pt x="580" y="1434"/>
                  </a:lnTo>
                  <a:lnTo>
                    <a:pt x="540" y="1397"/>
                  </a:lnTo>
                  <a:lnTo>
                    <a:pt x="504" y="1356"/>
                  </a:lnTo>
                  <a:lnTo>
                    <a:pt x="471" y="1310"/>
                  </a:lnTo>
                  <a:lnTo>
                    <a:pt x="0" y="601"/>
                  </a:lnTo>
                  <a:lnTo>
                    <a:pt x="76" y="560"/>
                  </a:lnTo>
                  <a:lnTo>
                    <a:pt x="149" y="514"/>
                  </a:lnTo>
                  <a:lnTo>
                    <a:pt x="218" y="463"/>
                  </a:lnTo>
                  <a:lnTo>
                    <a:pt x="285" y="408"/>
                  </a:lnTo>
                  <a:lnTo>
                    <a:pt x="347" y="349"/>
                  </a:lnTo>
                  <a:lnTo>
                    <a:pt x="405" y="286"/>
                  </a:lnTo>
                  <a:lnTo>
                    <a:pt x="459" y="219"/>
                  </a:lnTo>
                  <a:lnTo>
                    <a:pt x="510" y="150"/>
                  </a:lnTo>
                  <a:lnTo>
                    <a:pt x="556" y="76"/>
                  </a:lnTo>
                  <a:lnTo>
                    <a:pt x="5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5" name="Freeform 732">
              <a:extLst>
                <a:ext uri="{FF2B5EF4-FFF2-40B4-BE49-F238E27FC236}">
                  <a16:creationId xmlns:a16="http://schemas.microsoft.com/office/drawing/2014/main" id="{B006EB24-996F-4788-8C90-40E0BB197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3488" y="5272088"/>
              <a:ext cx="177800" cy="177800"/>
            </a:xfrm>
            <a:custGeom>
              <a:avLst/>
              <a:gdLst>
                <a:gd name="T0" fmla="*/ 1064 w 1568"/>
                <a:gd name="T1" fmla="*/ 958 h 1577"/>
                <a:gd name="T2" fmla="*/ 755 w 1568"/>
                <a:gd name="T3" fmla="*/ 1137 h 1577"/>
                <a:gd name="T4" fmla="*/ 1061 w 1568"/>
                <a:gd name="T5" fmla="*/ 1280 h 1577"/>
                <a:gd name="T6" fmla="*/ 1064 w 1568"/>
                <a:gd name="T7" fmla="*/ 816 h 1577"/>
                <a:gd name="T8" fmla="*/ 274 w 1568"/>
                <a:gd name="T9" fmla="*/ 529 h 1577"/>
                <a:gd name="T10" fmla="*/ 506 w 1568"/>
                <a:gd name="T11" fmla="*/ 617 h 1577"/>
                <a:gd name="T12" fmla="*/ 816 w 1568"/>
                <a:gd name="T13" fmla="*/ 436 h 1577"/>
                <a:gd name="T14" fmla="*/ 506 w 1568"/>
                <a:gd name="T15" fmla="*/ 294 h 1577"/>
                <a:gd name="T16" fmla="*/ 856 w 1568"/>
                <a:gd name="T17" fmla="*/ 3 h 1577"/>
                <a:gd name="T18" fmla="*/ 993 w 1568"/>
                <a:gd name="T19" fmla="*/ 27 h 1577"/>
                <a:gd name="T20" fmla="*/ 1121 w 1568"/>
                <a:gd name="T21" fmla="*/ 76 h 1577"/>
                <a:gd name="T22" fmla="*/ 1236 w 1568"/>
                <a:gd name="T23" fmla="*/ 145 h 1577"/>
                <a:gd name="T24" fmla="*/ 1338 w 1568"/>
                <a:gd name="T25" fmla="*/ 231 h 1577"/>
                <a:gd name="T26" fmla="*/ 1425 w 1568"/>
                <a:gd name="T27" fmla="*/ 333 h 1577"/>
                <a:gd name="T28" fmla="*/ 1493 w 1568"/>
                <a:gd name="T29" fmla="*/ 450 h 1577"/>
                <a:gd name="T30" fmla="*/ 1541 w 1568"/>
                <a:gd name="T31" fmla="*/ 579 h 1577"/>
                <a:gd name="T32" fmla="*/ 1565 w 1568"/>
                <a:gd name="T33" fmla="*/ 716 h 1577"/>
                <a:gd name="T34" fmla="*/ 1565 w 1568"/>
                <a:gd name="T35" fmla="*/ 860 h 1577"/>
                <a:gd name="T36" fmla="*/ 1541 w 1568"/>
                <a:gd name="T37" fmla="*/ 998 h 1577"/>
                <a:gd name="T38" fmla="*/ 1493 w 1568"/>
                <a:gd name="T39" fmla="*/ 1126 h 1577"/>
                <a:gd name="T40" fmla="*/ 1425 w 1568"/>
                <a:gd name="T41" fmla="*/ 1243 h 1577"/>
                <a:gd name="T42" fmla="*/ 1338 w 1568"/>
                <a:gd name="T43" fmla="*/ 1346 h 1577"/>
                <a:gd name="T44" fmla="*/ 1236 w 1568"/>
                <a:gd name="T45" fmla="*/ 1432 h 1577"/>
                <a:gd name="T46" fmla="*/ 1121 w 1568"/>
                <a:gd name="T47" fmla="*/ 1501 h 1577"/>
                <a:gd name="T48" fmla="*/ 993 w 1568"/>
                <a:gd name="T49" fmla="*/ 1548 h 1577"/>
                <a:gd name="T50" fmla="*/ 856 w 1568"/>
                <a:gd name="T51" fmla="*/ 1574 h 1577"/>
                <a:gd name="T52" fmla="*/ 713 w 1568"/>
                <a:gd name="T53" fmla="*/ 1574 h 1577"/>
                <a:gd name="T54" fmla="*/ 576 w 1568"/>
                <a:gd name="T55" fmla="*/ 1548 h 1577"/>
                <a:gd name="T56" fmla="*/ 448 w 1568"/>
                <a:gd name="T57" fmla="*/ 1501 h 1577"/>
                <a:gd name="T58" fmla="*/ 331 w 1568"/>
                <a:gd name="T59" fmla="*/ 1432 h 1577"/>
                <a:gd name="T60" fmla="*/ 229 w 1568"/>
                <a:gd name="T61" fmla="*/ 1346 h 1577"/>
                <a:gd name="T62" fmla="*/ 143 w 1568"/>
                <a:gd name="T63" fmla="*/ 1243 h 1577"/>
                <a:gd name="T64" fmla="*/ 76 w 1568"/>
                <a:gd name="T65" fmla="*/ 1126 h 1577"/>
                <a:gd name="T66" fmla="*/ 28 w 1568"/>
                <a:gd name="T67" fmla="*/ 998 h 1577"/>
                <a:gd name="T68" fmla="*/ 3 w 1568"/>
                <a:gd name="T69" fmla="*/ 860 h 1577"/>
                <a:gd name="T70" fmla="*/ 3 w 1568"/>
                <a:gd name="T71" fmla="*/ 716 h 1577"/>
                <a:gd name="T72" fmla="*/ 28 w 1568"/>
                <a:gd name="T73" fmla="*/ 579 h 1577"/>
                <a:gd name="T74" fmla="*/ 76 w 1568"/>
                <a:gd name="T75" fmla="*/ 450 h 1577"/>
                <a:gd name="T76" fmla="*/ 143 w 1568"/>
                <a:gd name="T77" fmla="*/ 333 h 1577"/>
                <a:gd name="T78" fmla="*/ 229 w 1568"/>
                <a:gd name="T79" fmla="*/ 231 h 1577"/>
                <a:gd name="T80" fmla="*/ 331 w 1568"/>
                <a:gd name="T81" fmla="*/ 145 h 1577"/>
                <a:gd name="T82" fmla="*/ 448 w 1568"/>
                <a:gd name="T83" fmla="*/ 76 h 1577"/>
                <a:gd name="T84" fmla="*/ 576 w 1568"/>
                <a:gd name="T85" fmla="*/ 27 h 1577"/>
                <a:gd name="T86" fmla="*/ 713 w 1568"/>
                <a:gd name="T87" fmla="*/ 3 h 1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68" h="1577">
                  <a:moveTo>
                    <a:pt x="1064" y="816"/>
                  </a:moveTo>
                  <a:lnTo>
                    <a:pt x="1064" y="958"/>
                  </a:lnTo>
                  <a:lnTo>
                    <a:pt x="755" y="958"/>
                  </a:lnTo>
                  <a:lnTo>
                    <a:pt x="755" y="1137"/>
                  </a:lnTo>
                  <a:lnTo>
                    <a:pt x="1061" y="1137"/>
                  </a:lnTo>
                  <a:lnTo>
                    <a:pt x="1061" y="1280"/>
                  </a:lnTo>
                  <a:lnTo>
                    <a:pt x="1296" y="1049"/>
                  </a:lnTo>
                  <a:lnTo>
                    <a:pt x="1064" y="816"/>
                  </a:lnTo>
                  <a:close/>
                  <a:moveTo>
                    <a:pt x="506" y="294"/>
                  </a:moveTo>
                  <a:lnTo>
                    <a:pt x="274" y="529"/>
                  </a:lnTo>
                  <a:lnTo>
                    <a:pt x="506" y="762"/>
                  </a:lnTo>
                  <a:lnTo>
                    <a:pt x="506" y="617"/>
                  </a:lnTo>
                  <a:lnTo>
                    <a:pt x="816" y="617"/>
                  </a:lnTo>
                  <a:lnTo>
                    <a:pt x="816" y="436"/>
                  </a:lnTo>
                  <a:lnTo>
                    <a:pt x="506" y="436"/>
                  </a:lnTo>
                  <a:lnTo>
                    <a:pt x="506" y="294"/>
                  </a:lnTo>
                  <a:close/>
                  <a:moveTo>
                    <a:pt x="784" y="0"/>
                  </a:moveTo>
                  <a:lnTo>
                    <a:pt x="856" y="3"/>
                  </a:lnTo>
                  <a:lnTo>
                    <a:pt x="925" y="12"/>
                  </a:lnTo>
                  <a:lnTo>
                    <a:pt x="993" y="27"/>
                  </a:lnTo>
                  <a:lnTo>
                    <a:pt x="1058" y="49"/>
                  </a:lnTo>
                  <a:lnTo>
                    <a:pt x="1121" y="76"/>
                  </a:lnTo>
                  <a:lnTo>
                    <a:pt x="1180" y="108"/>
                  </a:lnTo>
                  <a:lnTo>
                    <a:pt x="1236" y="145"/>
                  </a:lnTo>
                  <a:lnTo>
                    <a:pt x="1289" y="186"/>
                  </a:lnTo>
                  <a:lnTo>
                    <a:pt x="1338" y="231"/>
                  </a:lnTo>
                  <a:lnTo>
                    <a:pt x="1384" y="280"/>
                  </a:lnTo>
                  <a:lnTo>
                    <a:pt x="1425" y="333"/>
                  </a:lnTo>
                  <a:lnTo>
                    <a:pt x="1461" y="390"/>
                  </a:lnTo>
                  <a:lnTo>
                    <a:pt x="1493" y="450"/>
                  </a:lnTo>
                  <a:lnTo>
                    <a:pt x="1519" y="513"/>
                  </a:lnTo>
                  <a:lnTo>
                    <a:pt x="1541" y="579"/>
                  </a:lnTo>
                  <a:lnTo>
                    <a:pt x="1556" y="647"/>
                  </a:lnTo>
                  <a:lnTo>
                    <a:pt x="1565" y="716"/>
                  </a:lnTo>
                  <a:lnTo>
                    <a:pt x="1568" y="788"/>
                  </a:lnTo>
                  <a:lnTo>
                    <a:pt x="1565" y="860"/>
                  </a:lnTo>
                  <a:lnTo>
                    <a:pt x="1556" y="930"/>
                  </a:lnTo>
                  <a:lnTo>
                    <a:pt x="1541" y="998"/>
                  </a:lnTo>
                  <a:lnTo>
                    <a:pt x="1519" y="1063"/>
                  </a:lnTo>
                  <a:lnTo>
                    <a:pt x="1493" y="1126"/>
                  </a:lnTo>
                  <a:lnTo>
                    <a:pt x="1461" y="1186"/>
                  </a:lnTo>
                  <a:lnTo>
                    <a:pt x="1425" y="1243"/>
                  </a:lnTo>
                  <a:lnTo>
                    <a:pt x="1384" y="1296"/>
                  </a:lnTo>
                  <a:lnTo>
                    <a:pt x="1338" y="1346"/>
                  </a:lnTo>
                  <a:lnTo>
                    <a:pt x="1289" y="1391"/>
                  </a:lnTo>
                  <a:lnTo>
                    <a:pt x="1236" y="1432"/>
                  </a:lnTo>
                  <a:lnTo>
                    <a:pt x="1180" y="1469"/>
                  </a:lnTo>
                  <a:lnTo>
                    <a:pt x="1121" y="1501"/>
                  </a:lnTo>
                  <a:lnTo>
                    <a:pt x="1058" y="1527"/>
                  </a:lnTo>
                  <a:lnTo>
                    <a:pt x="993" y="1548"/>
                  </a:lnTo>
                  <a:lnTo>
                    <a:pt x="925" y="1563"/>
                  </a:lnTo>
                  <a:lnTo>
                    <a:pt x="856" y="1574"/>
                  </a:lnTo>
                  <a:lnTo>
                    <a:pt x="784" y="1577"/>
                  </a:lnTo>
                  <a:lnTo>
                    <a:pt x="713" y="1574"/>
                  </a:lnTo>
                  <a:lnTo>
                    <a:pt x="643" y="1563"/>
                  </a:lnTo>
                  <a:lnTo>
                    <a:pt x="576" y="1548"/>
                  </a:lnTo>
                  <a:lnTo>
                    <a:pt x="510" y="1527"/>
                  </a:lnTo>
                  <a:lnTo>
                    <a:pt x="448" y="1501"/>
                  </a:lnTo>
                  <a:lnTo>
                    <a:pt x="389" y="1469"/>
                  </a:lnTo>
                  <a:lnTo>
                    <a:pt x="331" y="1432"/>
                  </a:lnTo>
                  <a:lnTo>
                    <a:pt x="279" y="1391"/>
                  </a:lnTo>
                  <a:lnTo>
                    <a:pt x="229" y="1346"/>
                  </a:lnTo>
                  <a:lnTo>
                    <a:pt x="184" y="1296"/>
                  </a:lnTo>
                  <a:lnTo>
                    <a:pt x="143" y="1243"/>
                  </a:lnTo>
                  <a:lnTo>
                    <a:pt x="106" y="1186"/>
                  </a:lnTo>
                  <a:lnTo>
                    <a:pt x="76" y="1126"/>
                  </a:lnTo>
                  <a:lnTo>
                    <a:pt x="49" y="1063"/>
                  </a:lnTo>
                  <a:lnTo>
                    <a:pt x="28" y="998"/>
                  </a:lnTo>
                  <a:lnTo>
                    <a:pt x="12" y="930"/>
                  </a:lnTo>
                  <a:lnTo>
                    <a:pt x="3" y="860"/>
                  </a:lnTo>
                  <a:lnTo>
                    <a:pt x="0" y="788"/>
                  </a:lnTo>
                  <a:lnTo>
                    <a:pt x="3" y="716"/>
                  </a:lnTo>
                  <a:lnTo>
                    <a:pt x="12" y="647"/>
                  </a:lnTo>
                  <a:lnTo>
                    <a:pt x="28" y="579"/>
                  </a:lnTo>
                  <a:lnTo>
                    <a:pt x="49" y="513"/>
                  </a:lnTo>
                  <a:lnTo>
                    <a:pt x="76" y="450"/>
                  </a:lnTo>
                  <a:lnTo>
                    <a:pt x="106" y="390"/>
                  </a:lnTo>
                  <a:lnTo>
                    <a:pt x="143" y="333"/>
                  </a:lnTo>
                  <a:lnTo>
                    <a:pt x="184" y="280"/>
                  </a:lnTo>
                  <a:lnTo>
                    <a:pt x="229" y="231"/>
                  </a:lnTo>
                  <a:lnTo>
                    <a:pt x="279" y="186"/>
                  </a:lnTo>
                  <a:lnTo>
                    <a:pt x="331" y="145"/>
                  </a:lnTo>
                  <a:lnTo>
                    <a:pt x="389" y="108"/>
                  </a:lnTo>
                  <a:lnTo>
                    <a:pt x="448" y="76"/>
                  </a:lnTo>
                  <a:lnTo>
                    <a:pt x="510" y="49"/>
                  </a:lnTo>
                  <a:lnTo>
                    <a:pt x="576" y="27"/>
                  </a:lnTo>
                  <a:lnTo>
                    <a:pt x="643" y="12"/>
                  </a:lnTo>
                  <a:lnTo>
                    <a:pt x="713" y="3"/>
                  </a:lnTo>
                  <a:lnTo>
                    <a:pt x="7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65CEAA56-2C59-4E43-8566-0114EB02438C}"/>
              </a:ext>
            </a:extLst>
          </p:cNvPr>
          <p:cNvGrpSpPr/>
          <p:nvPr/>
        </p:nvGrpSpPr>
        <p:grpSpPr>
          <a:xfrm>
            <a:off x="8948318" y="4830329"/>
            <a:ext cx="293615" cy="310355"/>
            <a:chOff x="6894513" y="5233988"/>
            <a:chExt cx="361950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7" name="Freeform 737">
              <a:extLst>
                <a:ext uri="{FF2B5EF4-FFF2-40B4-BE49-F238E27FC236}">
                  <a16:creationId xmlns:a16="http://schemas.microsoft.com/office/drawing/2014/main" id="{418DD2EF-BC3B-4879-87AF-B8A55099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513" y="5233988"/>
              <a:ext cx="361950" cy="382587"/>
            </a:xfrm>
            <a:custGeom>
              <a:avLst/>
              <a:gdLst>
                <a:gd name="T0" fmla="*/ 0 w 3196"/>
                <a:gd name="T1" fmla="*/ 0 h 3374"/>
                <a:gd name="T2" fmla="*/ 504 w 3196"/>
                <a:gd name="T3" fmla="*/ 0 h 3374"/>
                <a:gd name="T4" fmla="*/ 504 w 3196"/>
                <a:gd name="T5" fmla="*/ 2871 h 3374"/>
                <a:gd name="T6" fmla="*/ 3196 w 3196"/>
                <a:gd name="T7" fmla="*/ 2871 h 3374"/>
                <a:gd name="T8" fmla="*/ 3196 w 3196"/>
                <a:gd name="T9" fmla="*/ 3374 h 3374"/>
                <a:gd name="T10" fmla="*/ 0 w 3196"/>
                <a:gd name="T11" fmla="*/ 3374 h 3374"/>
                <a:gd name="T12" fmla="*/ 0 w 3196"/>
                <a:gd name="T13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96" h="3374">
                  <a:moveTo>
                    <a:pt x="0" y="0"/>
                  </a:moveTo>
                  <a:lnTo>
                    <a:pt x="504" y="0"/>
                  </a:lnTo>
                  <a:lnTo>
                    <a:pt x="504" y="2871"/>
                  </a:lnTo>
                  <a:lnTo>
                    <a:pt x="3196" y="2871"/>
                  </a:lnTo>
                  <a:lnTo>
                    <a:pt x="3196" y="3374"/>
                  </a:lnTo>
                  <a:lnTo>
                    <a:pt x="0" y="33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8" name="Rectangle 738">
              <a:extLst>
                <a:ext uri="{FF2B5EF4-FFF2-40B4-BE49-F238E27FC236}">
                  <a16:creationId xmlns:a16="http://schemas.microsoft.com/office/drawing/2014/main" id="{08FA01FD-0B50-43E0-ADAA-DFF1C523F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6138" y="5394325"/>
              <a:ext cx="60325" cy="138112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79" name="Rectangle 739">
              <a:extLst>
                <a:ext uri="{FF2B5EF4-FFF2-40B4-BE49-F238E27FC236}">
                  <a16:creationId xmlns:a16="http://schemas.microsoft.com/office/drawing/2014/main" id="{D42B6851-A977-4E11-BDAD-EA9A57AF1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5650" y="5448300"/>
              <a:ext cx="60325" cy="84137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0" name="Rectangle 740">
              <a:extLst>
                <a:ext uri="{FF2B5EF4-FFF2-40B4-BE49-F238E27FC236}">
                  <a16:creationId xmlns:a16="http://schemas.microsoft.com/office/drawing/2014/main" id="{782C4577-53D9-4E06-AB37-4A437B031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163" y="5275263"/>
              <a:ext cx="60325" cy="2571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1" name="Freeform 741">
              <a:extLst>
                <a:ext uri="{FF2B5EF4-FFF2-40B4-BE49-F238E27FC236}">
                  <a16:creationId xmlns:a16="http://schemas.microsoft.com/office/drawing/2014/main" id="{89981EE2-FA98-4D9E-9A9F-E0079BF4B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25" y="5265738"/>
              <a:ext cx="30162" cy="19050"/>
            </a:xfrm>
            <a:custGeom>
              <a:avLst/>
              <a:gdLst>
                <a:gd name="T0" fmla="*/ 81 w 269"/>
                <a:gd name="T1" fmla="*/ 0 h 162"/>
                <a:gd name="T2" fmla="*/ 189 w 269"/>
                <a:gd name="T3" fmla="*/ 0 h 162"/>
                <a:gd name="T4" fmla="*/ 210 w 269"/>
                <a:gd name="T5" fmla="*/ 3 h 162"/>
                <a:gd name="T6" fmla="*/ 230 w 269"/>
                <a:gd name="T7" fmla="*/ 12 h 162"/>
                <a:gd name="T8" fmla="*/ 246 w 269"/>
                <a:gd name="T9" fmla="*/ 24 h 162"/>
                <a:gd name="T10" fmla="*/ 259 w 269"/>
                <a:gd name="T11" fmla="*/ 40 h 162"/>
                <a:gd name="T12" fmla="*/ 267 w 269"/>
                <a:gd name="T13" fmla="*/ 60 h 162"/>
                <a:gd name="T14" fmla="*/ 269 w 269"/>
                <a:gd name="T15" fmla="*/ 81 h 162"/>
                <a:gd name="T16" fmla="*/ 266 w 269"/>
                <a:gd name="T17" fmla="*/ 103 h 162"/>
                <a:gd name="T18" fmla="*/ 257 w 269"/>
                <a:gd name="T19" fmla="*/ 122 h 162"/>
                <a:gd name="T20" fmla="*/ 245 w 269"/>
                <a:gd name="T21" fmla="*/ 138 h 162"/>
                <a:gd name="T22" fmla="*/ 229 w 269"/>
                <a:gd name="T23" fmla="*/ 151 h 162"/>
                <a:gd name="T24" fmla="*/ 209 w 269"/>
                <a:gd name="T25" fmla="*/ 159 h 162"/>
                <a:gd name="T26" fmla="*/ 189 w 269"/>
                <a:gd name="T27" fmla="*/ 162 h 162"/>
                <a:gd name="T28" fmla="*/ 81 w 269"/>
                <a:gd name="T29" fmla="*/ 162 h 162"/>
                <a:gd name="T30" fmla="*/ 60 w 269"/>
                <a:gd name="T31" fmla="*/ 159 h 162"/>
                <a:gd name="T32" fmla="*/ 41 w 269"/>
                <a:gd name="T33" fmla="*/ 151 h 162"/>
                <a:gd name="T34" fmla="*/ 24 w 269"/>
                <a:gd name="T35" fmla="*/ 138 h 162"/>
                <a:gd name="T36" fmla="*/ 12 w 269"/>
                <a:gd name="T37" fmla="*/ 122 h 162"/>
                <a:gd name="T38" fmla="*/ 4 w 269"/>
                <a:gd name="T39" fmla="*/ 103 h 162"/>
                <a:gd name="T40" fmla="*/ 0 w 269"/>
                <a:gd name="T41" fmla="*/ 81 h 162"/>
                <a:gd name="T42" fmla="*/ 4 w 269"/>
                <a:gd name="T43" fmla="*/ 60 h 162"/>
                <a:gd name="T44" fmla="*/ 12 w 269"/>
                <a:gd name="T45" fmla="*/ 40 h 162"/>
                <a:gd name="T46" fmla="*/ 24 w 269"/>
                <a:gd name="T47" fmla="*/ 24 h 162"/>
                <a:gd name="T48" fmla="*/ 41 w 269"/>
                <a:gd name="T49" fmla="*/ 12 h 162"/>
                <a:gd name="T50" fmla="*/ 60 w 269"/>
                <a:gd name="T51" fmla="*/ 3 h 162"/>
                <a:gd name="T52" fmla="*/ 81 w 269"/>
                <a:gd name="T53" fmla="*/ 0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9" h="162">
                  <a:moveTo>
                    <a:pt x="81" y="0"/>
                  </a:moveTo>
                  <a:lnTo>
                    <a:pt x="189" y="0"/>
                  </a:lnTo>
                  <a:lnTo>
                    <a:pt x="210" y="3"/>
                  </a:lnTo>
                  <a:lnTo>
                    <a:pt x="230" y="12"/>
                  </a:lnTo>
                  <a:lnTo>
                    <a:pt x="246" y="24"/>
                  </a:lnTo>
                  <a:lnTo>
                    <a:pt x="259" y="40"/>
                  </a:lnTo>
                  <a:lnTo>
                    <a:pt x="267" y="60"/>
                  </a:lnTo>
                  <a:lnTo>
                    <a:pt x="269" y="81"/>
                  </a:lnTo>
                  <a:lnTo>
                    <a:pt x="266" y="103"/>
                  </a:lnTo>
                  <a:lnTo>
                    <a:pt x="257" y="122"/>
                  </a:lnTo>
                  <a:lnTo>
                    <a:pt x="245" y="138"/>
                  </a:lnTo>
                  <a:lnTo>
                    <a:pt x="229" y="151"/>
                  </a:lnTo>
                  <a:lnTo>
                    <a:pt x="209" y="159"/>
                  </a:lnTo>
                  <a:lnTo>
                    <a:pt x="189" y="162"/>
                  </a:lnTo>
                  <a:lnTo>
                    <a:pt x="81" y="162"/>
                  </a:lnTo>
                  <a:lnTo>
                    <a:pt x="60" y="159"/>
                  </a:lnTo>
                  <a:lnTo>
                    <a:pt x="41" y="151"/>
                  </a:lnTo>
                  <a:lnTo>
                    <a:pt x="24" y="138"/>
                  </a:lnTo>
                  <a:lnTo>
                    <a:pt x="12" y="122"/>
                  </a:lnTo>
                  <a:lnTo>
                    <a:pt x="4" y="103"/>
                  </a:lnTo>
                  <a:lnTo>
                    <a:pt x="0" y="81"/>
                  </a:lnTo>
                  <a:lnTo>
                    <a:pt x="4" y="60"/>
                  </a:lnTo>
                  <a:lnTo>
                    <a:pt x="12" y="40"/>
                  </a:lnTo>
                  <a:lnTo>
                    <a:pt x="24" y="24"/>
                  </a:lnTo>
                  <a:lnTo>
                    <a:pt x="41" y="12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2" name="Freeform 742">
              <a:extLst>
                <a:ext uri="{FF2B5EF4-FFF2-40B4-BE49-F238E27FC236}">
                  <a16:creationId xmlns:a16="http://schemas.microsoft.com/office/drawing/2014/main" id="{07E92DDD-A8F2-45C2-852A-17F2D704D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25" y="5324475"/>
              <a:ext cx="30162" cy="17462"/>
            </a:xfrm>
            <a:custGeom>
              <a:avLst/>
              <a:gdLst>
                <a:gd name="T0" fmla="*/ 81 w 269"/>
                <a:gd name="T1" fmla="*/ 0 h 161"/>
                <a:gd name="T2" fmla="*/ 189 w 269"/>
                <a:gd name="T3" fmla="*/ 0 h 161"/>
                <a:gd name="T4" fmla="*/ 210 w 269"/>
                <a:gd name="T5" fmla="*/ 4 h 161"/>
                <a:gd name="T6" fmla="*/ 230 w 269"/>
                <a:gd name="T7" fmla="*/ 12 h 161"/>
                <a:gd name="T8" fmla="*/ 246 w 269"/>
                <a:gd name="T9" fmla="*/ 25 h 161"/>
                <a:gd name="T10" fmla="*/ 259 w 269"/>
                <a:gd name="T11" fmla="*/ 41 h 161"/>
                <a:gd name="T12" fmla="*/ 267 w 269"/>
                <a:gd name="T13" fmla="*/ 60 h 161"/>
                <a:gd name="T14" fmla="*/ 269 w 269"/>
                <a:gd name="T15" fmla="*/ 81 h 161"/>
                <a:gd name="T16" fmla="*/ 266 w 269"/>
                <a:gd name="T17" fmla="*/ 103 h 161"/>
                <a:gd name="T18" fmla="*/ 257 w 269"/>
                <a:gd name="T19" fmla="*/ 122 h 161"/>
                <a:gd name="T20" fmla="*/ 245 w 269"/>
                <a:gd name="T21" fmla="*/ 138 h 161"/>
                <a:gd name="T22" fmla="*/ 229 w 269"/>
                <a:gd name="T23" fmla="*/ 151 h 161"/>
                <a:gd name="T24" fmla="*/ 209 w 269"/>
                <a:gd name="T25" fmla="*/ 159 h 161"/>
                <a:gd name="T26" fmla="*/ 189 w 269"/>
                <a:gd name="T27" fmla="*/ 161 h 161"/>
                <a:gd name="T28" fmla="*/ 81 w 269"/>
                <a:gd name="T29" fmla="*/ 161 h 161"/>
                <a:gd name="T30" fmla="*/ 60 w 269"/>
                <a:gd name="T31" fmla="*/ 159 h 161"/>
                <a:gd name="T32" fmla="*/ 41 w 269"/>
                <a:gd name="T33" fmla="*/ 151 h 161"/>
                <a:gd name="T34" fmla="*/ 24 w 269"/>
                <a:gd name="T35" fmla="*/ 138 h 161"/>
                <a:gd name="T36" fmla="*/ 12 w 269"/>
                <a:gd name="T37" fmla="*/ 122 h 161"/>
                <a:gd name="T38" fmla="*/ 4 w 269"/>
                <a:gd name="T39" fmla="*/ 103 h 161"/>
                <a:gd name="T40" fmla="*/ 0 w 269"/>
                <a:gd name="T41" fmla="*/ 81 h 161"/>
                <a:gd name="T42" fmla="*/ 4 w 269"/>
                <a:gd name="T43" fmla="*/ 59 h 161"/>
                <a:gd name="T44" fmla="*/ 12 w 269"/>
                <a:gd name="T45" fmla="*/ 39 h 161"/>
                <a:gd name="T46" fmla="*/ 24 w 269"/>
                <a:gd name="T47" fmla="*/ 24 h 161"/>
                <a:gd name="T48" fmla="*/ 41 w 269"/>
                <a:gd name="T49" fmla="*/ 11 h 161"/>
                <a:gd name="T50" fmla="*/ 60 w 269"/>
                <a:gd name="T51" fmla="*/ 4 h 161"/>
                <a:gd name="T52" fmla="*/ 81 w 269"/>
                <a:gd name="T53" fmla="*/ 0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9" h="161">
                  <a:moveTo>
                    <a:pt x="81" y="0"/>
                  </a:moveTo>
                  <a:lnTo>
                    <a:pt x="189" y="0"/>
                  </a:lnTo>
                  <a:lnTo>
                    <a:pt x="210" y="4"/>
                  </a:lnTo>
                  <a:lnTo>
                    <a:pt x="230" y="12"/>
                  </a:lnTo>
                  <a:lnTo>
                    <a:pt x="246" y="25"/>
                  </a:lnTo>
                  <a:lnTo>
                    <a:pt x="259" y="41"/>
                  </a:lnTo>
                  <a:lnTo>
                    <a:pt x="267" y="60"/>
                  </a:lnTo>
                  <a:lnTo>
                    <a:pt x="269" y="81"/>
                  </a:lnTo>
                  <a:lnTo>
                    <a:pt x="266" y="103"/>
                  </a:lnTo>
                  <a:lnTo>
                    <a:pt x="257" y="122"/>
                  </a:lnTo>
                  <a:lnTo>
                    <a:pt x="245" y="138"/>
                  </a:lnTo>
                  <a:lnTo>
                    <a:pt x="229" y="151"/>
                  </a:lnTo>
                  <a:lnTo>
                    <a:pt x="209" y="159"/>
                  </a:lnTo>
                  <a:lnTo>
                    <a:pt x="189" y="161"/>
                  </a:lnTo>
                  <a:lnTo>
                    <a:pt x="81" y="161"/>
                  </a:lnTo>
                  <a:lnTo>
                    <a:pt x="60" y="159"/>
                  </a:lnTo>
                  <a:lnTo>
                    <a:pt x="41" y="151"/>
                  </a:lnTo>
                  <a:lnTo>
                    <a:pt x="24" y="138"/>
                  </a:lnTo>
                  <a:lnTo>
                    <a:pt x="12" y="122"/>
                  </a:lnTo>
                  <a:lnTo>
                    <a:pt x="4" y="103"/>
                  </a:lnTo>
                  <a:lnTo>
                    <a:pt x="0" y="81"/>
                  </a:lnTo>
                  <a:lnTo>
                    <a:pt x="4" y="59"/>
                  </a:lnTo>
                  <a:lnTo>
                    <a:pt x="12" y="39"/>
                  </a:lnTo>
                  <a:lnTo>
                    <a:pt x="24" y="24"/>
                  </a:lnTo>
                  <a:lnTo>
                    <a:pt x="41" y="11"/>
                  </a:lnTo>
                  <a:lnTo>
                    <a:pt x="60" y="4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3" name="Freeform 743">
              <a:extLst>
                <a:ext uri="{FF2B5EF4-FFF2-40B4-BE49-F238E27FC236}">
                  <a16:creationId xmlns:a16="http://schemas.microsoft.com/office/drawing/2014/main" id="{C72DBFEF-C6A8-45BA-B78B-49AD2633A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25" y="5381625"/>
              <a:ext cx="30162" cy="19050"/>
            </a:xfrm>
            <a:custGeom>
              <a:avLst/>
              <a:gdLst>
                <a:gd name="T0" fmla="*/ 81 w 269"/>
                <a:gd name="T1" fmla="*/ 0 h 160"/>
                <a:gd name="T2" fmla="*/ 189 w 269"/>
                <a:gd name="T3" fmla="*/ 0 h 160"/>
                <a:gd name="T4" fmla="*/ 210 w 269"/>
                <a:gd name="T5" fmla="*/ 3 h 160"/>
                <a:gd name="T6" fmla="*/ 230 w 269"/>
                <a:gd name="T7" fmla="*/ 11 h 160"/>
                <a:gd name="T8" fmla="*/ 246 w 269"/>
                <a:gd name="T9" fmla="*/ 24 h 160"/>
                <a:gd name="T10" fmla="*/ 259 w 269"/>
                <a:gd name="T11" fmla="*/ 40 h 160"/>
                <a:gd name="T12" fmla="*/ 267 w 269"/>
                <a:gd name="T13" fmla="*/ 59 h 160"/>
                <a:gd name="T14" fmla="*/ 269 w 269"/>
                <a:gd name="T15" fmla="*/ 80 h 160"/>
                <a:gd name="T16" fmla="*/ 266 w 269"/>
                <a:gd name="T17" fmla="*/ 102 h 160"/>
                <a:gd name="T18" fmla="*/ 257 w 269"/>
                <a:gd name="T19" fmla="*/ 121 h 160"/>
                <a:gd name="T20" fmla="*/ 245 w 269"/>
                <a:gd name="T21" fmla="*/ 138 h 160"/>
                <a:gd name="T22" fmla="*/ 229 w 269"/>
                <a:gd name="T23" fmla="*/ 150 h 160"/>
                <a:gd name="T24" fmla="*/ 209 w 269"/>
                <a:gd name="T25" fmla="*/ 158 h 160"/>
                <a:gd name="T26" fmla="*/ 189 w 269"/>
                <a:gd name="T27" fmla="*/ 160 h 160"/>
                <a:gd name="T28" fmla="*/ 81 w 269"/>
                <a:gd name="T29" fmla="*/ 160 h 160"/>
                <a:gd name="T30" fmla="*/ 60 w 269"/>
                <a:gd name="T31" fmla="*/ 158 h 160"/>
                <a:gd name="T32" fmla="*/ 41 w 269"/>
                <a:gd name="T33" fmla="*/ 149 h 160"/>
                <a:gd name="T34" fmla="*/ 24 w 269"/>
                <a:gd name="T35" fmla="*/ 137 h 160"/>
                <a:gd name="T36" fmla="*/ 12 w 269"/>
                <a:gd name="T37" fmla="*/ 120 h 160"/>
                <a:gd name="T38" fmla="*/ 4 w 269"/>
                <a:gd name="T39" fmla="*/ 101 h 160"/>
                <a:gd name="T40" fmla="*/ 0 w 269"/>
                <a:gd name="T41" fmla="*/ 80 h 160"/>
                <a:gd name="T42" fmla="*/ 4 w 269"/>
                <a:gd name="T43" fmla="*/ 58 h 160"/>
                <a:gd name="T44" fmla="*/ 12 w 269"/>
                <a:gd name="T45" fmla="*/ 38 h 160"/>
                <a:gd name="T46" fmla="*/ 24 w 269"/>
                <a:gd name="T47" fmla="*/ 23 h 160"/>
                <a:gd name="T48" fmla="*/ 41 w 269"/>
                <a:gd name="T49" fmla="*/ 10 h 160"/>
                <a:gd name="T50" fmla="*/ 60 w 269"/>
                <a:gd name="T51" fmla="*/ 3 h 160"/>
                <a:gd name="T52" fmla="*/ 81 w 269"/>
                <a:gd name="T5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9" h="160">
                  <a:moveTo>
                    <a:pt x="81" y="0"/>
                  </a:moveTo>
                  <a:lnTo>
                    <a:pt x="189" y="0"/>
                  </a:lnTo>
                  <a:lnTo>
                    <a:pt x="210" y="3"/>
                  </a:lnTo>
                  <a:lnTo>
                    <a:pt x="230" y="11"/>
                  </a:lnTo>
                  <a:lnTo>
                    <a:pt x="246" y="24"/>
                  </a:lnTo>
                  <a:lnTo>
                    <a:pt x="259" y="40"/>
                  </a:lnTo>
                  <a:lnTo>
                    <a:pt x="267" y="59"/>
                  </a:lnTo>
                  <a:lnTo>
                    <a:pt x="269" y="80"/>
                  </a:lnTo>
                  <a:lnTo>
                    <a:pt x="266" y="102"/>
                  </a:lnTo>
                  <a:lnTo>
                    <a:pt x="257" y="121"/>
                  </a:lnTo>
                  <a:lnTo>
                    <a:pt x="245" y="138"/>
                  </a:lnTo>
                  <a:lnTo>
                    <a:pt x="229" y="150"/>
                  </a:lnTo>
                  <a:lnTo>
                    <a:pt x="209" y="158"/>
                  </a:lnTo>
                  <a:lnTo>
                    <a:pt x="189" y="160"/>
                  </a:lnTo>
                  <a:lnTo>
                    <a:pt x="81" y="160"/>
                  </a:lnTo>
                  <a:lnTo>
                    <a:pt x="60" y="158"/>
                  </a:lnTo>
                  <a:lnTo>
                    <a:pt x="41" y="149"/>
                  </a:lnTo>
                  <a:lnTo>
                    <a:pt x="24" y="137"/>
                  </a:lnTo>
                  <a:lnTo>
                    <a:pt x="12" y="120"/>
                  </a:lnTo>
                  <a:lnTo>
                    <a:pt x="4" y="101"/>
                  </a:lnTo>
                  <a:lnTo>
                    <a:pt x="0" y="80"/>
                  </a:lnTo>
                  <a:lnTo>
                    <a:pt x="4" y="58"/>
                  </a:lnTo>
                  <a:lnTo>
                    <a:pt x="12" y="38"/>
                  </a:lnTo>
                  <a:lnTo>
                    <a:pt x="24" y="23"/>
                  </a:lnTo>
                  <a:lnTo>
                    <a:pt x="41" y="10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4" name="Freeform 744">
              <a:extLst>
                <a:ext uri="{FF2B5EF4-FFF2-40B4-BE49-F238E27FC236}">
                  <a16:creationId xmlns:a16="http://schemas.microsoft.com/office/drawing/2014/main" id="{FA12347C-E931-45F5-8436-3FEB86154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25" y="5438775"/>
              <a:ext cx="30162" cy="19050"/>
            </a:xfrm>
            <a:custGeom>
              <a:avLst/>
              <a:gdLst>
                <a:gd name="T0" fmla="*/ 81 w 269"/>
                <a:gd name="T1" fmla="*/ 0 h 160"/>
                <a:gd name="T2" fmla="*/ 189 w 269"/>
                <a:gd name="T3" fmla="*/ 0 h 160"/>
                <a:gd name="T4" fmla="*/ 210 w 269"/>
                <a:gd name="T5" fmla="*/ 3 h 160"/>
                <a:gd name="T6" fmla="*/ 230 w 269"/>
                <a:gd name="T7" fmla="*/ 10 h 160"/>
                <a:gd name="T8" fmla="*/ 246 w 269"/>
                <a:gd name="T9" fmla="*/ 23 h 160"/>
                <a:gd name="T10" fmla="*/ 259 w 269"/>
                <a:gd name="T11" fmla="*/ 39 h 160"/>
                <a:gd name="T12" fmla="*/ 267 w 269"/>
                <a:gd name="T13" fmla="*/ 58 h 160"/>
                <a:gd name="T14" fmla="*/ 269 w 269"/>
                <a:gd name="T15" fmla="*/ 80 h 160"/>
                <a:gd name="T16" fmla="*/ 266 w 269"/>
                <a:gd name="T17" fmla="*/ 102 h 160"/>
                <a:gd name="T18" fmla="*/ 257 w 269"/>
                <a:gd name="T19" fmla="*/ 121 h 160"/>
                <a:gd name="T20" fmla="*/ 245 w 269"/>
                <a:gd name="T21" fmla="*/ 138 h 160"/>
                <a:gd name="T22" fmla="*/ 229 w 269"/>
                <a:gd name="T23" fmla="*/ 150 h 160"/>
                <a:gd name="T24" fmla="*/ 209 w 269"/>
                <a:gd name="T25" fmla="*/ 158 h 160"/>
                <a:gd name="T26" fmla="*/ 189 w 269"/>
                <a:gd name="T27" fmla="*/ 160 h 160"/>
                <a:gd name="T28" fmla="*/ 81 w 269"/>
                <a:gd name="T29" fmla="*/ 160 h 160"/>
                <a:gd name="T30" fmla="*/ 63 w 269"/>
                <a:gd name="T31" fmla="*/ 158 h 160"/>
                <a:gd name="T32" fmla="*/ 47 w 269"/>
                <a:gd name="T33" fmla="*/ 153 h 160"/>
                <a:gd name="T34" fmla="*/ 31 w 269"/>
                <a:gd name="T35" fmla="*/ 144 h 160"/>
                <a:gd name="T36" fmla="*/ 19 w 269"/>
                <a:gd name="T37" fmla="*/ 132 h 160"/>
                <a:gd name="T38" fmla="*/ 9 w 269"/>
                <a:gd name="T39" fmla="*/ 116 h 160"/>
                <a:gd name="T40" fmla="*/ 3 w 269"/>
                <a:gd name="T41" fmla="*/ 99 h 160"/>
                <a:gd name="T42" fmla="*/ 0 w 269"/>
                <a:gd name="T43" fmla="*/ 80 h 160"/>
                <a:gd name="T44" fmla="*/ 4 w 269"/>
                <a:gd name="T45" fmla="*/ 58 h 160"/>
                <a:gd name="T46" fmla="*/ 12 w 269"/>
                <a:gd name="T47" fmla="*/ 39 h 160"/>
                <a:gd name="T48" fmla="*/ 24 w 269"/>
                <a:gd name="T49" fmla="*/ 23 h 160"/>
                <a:gd name="T50" fmla="*/ 41 w 269"/>
                <a:gd name="T51" fmla="*/ 10 h 160"/>
                <a:gd name="T52" fmla="*/ 60 w 269"/>
                <a:gd name="T53" fmla="*/ 3 h 160"/>
                <a:gd name="T54" fmla="*/ 81 w 269"/>
                <a:gd name="T55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9" h="160">
                  <a:moveTo>
                    <a:pt x="81" y="0"/>
                  </a:moveTo>
                  <a:lnTo>
                    <a:pt x="189" y="0"/>
                  </a:lnTo>
                  <a:lnTo>
                    <a:pt x="210" y="3"/>
                  </a:lnTo>
                  <a:lnTo>
                    <a:pt x="230" y="10"/>
                  </a:lnTo>
                  <a:lnTo>
                    <a:pt x="246" y="23"/>
                  </a:lnTo>
                  <a:lnTo>
                    <a:pt x="259" y="39"/>
                  </a:lnTo>
                  <a:lnTo>
                    <a:pt x="267" y="58"/>
                  </a:lnTo>
                  <a:lnTo>
                    <a:pt x="269" y="80"/>
                  </a:lnTo>
                  <a:lnTo>
                    <a:pt x="266" y="102"/>
                  </a:lnTo>
                  <a:lnTo>
                    <a:pt x="257" y="121"/>
                  </a:lnTo>
                  <a:lnTo>
                    <a:pt x="245" y="138"/>
                  </a:lnTo>
                  <a:lnTo>
                    <a:pt x="229" y="150"/>
                  </a:lnTo>
                  <a:lnTo>
                    <a:pt x="209" y="158"/>
                  </a:lnTo>
                  <a:lnTo>
                    <a:pt x="189" y="160"/>
                  </a:lnTo>
                  <a:lnTo>
                    <a:pt x="81" y="160"/>
                  </a:lnTo>
                  <a:lnTo>
                    <a:pt x="63" y="158"/>
                  </a:lnTo>
                  <a:lnTo>
                    <a:pt x="47" y="153"/>
                  </a:lnTo>
                  <a:lnTo>
                    <a:pt x="31" y="144"/>
                  </a:lnTo>
                  <a:lnTo>
                    <a:pt x="19" y="132"/>
                  </a:lnTo>
                  <a:lnTo>
                    <a:pt x="9" y="116"/>
                  </a:lnTo>
                  <a:lnTo>
                    <a:pt x="3" y="99"/>
                  </a:lnTo>
                  <a:lnTo>
                    <a:pt x="0" y="80"/>
                  </a:lnTo>
                  <a:lnTo>
                    <a:pt x="4" y="58"/>
                  </a:lnTo>
                  <a:lnTo>
                    <a:pt x="12" y="39"/>
                  </a:lnTo>
                  <a:lnTo>
                    <a:pt x="24" y="23"/>
                  </a:lnTo>
                  <a:lnTo>
                    <a:pt x="41" y="10"/>
                  </a:lnTo>
                  <a:lnTo>
                    <a:pt x="60" y="3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5" name="Freeform 745">
              <a:extLst>
                <a:ext uri="{FF2B5EF4-FFF2-40B4-BE49-F238E27FC236}">
                  <a16:creationId xmlns:a16="http://schemas.microsoft.com/office/drawing/2014/main" id="{063C8351-A85F-4211-93F7-A495D0092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9125" y="5497513"/>
              <a:ext cx="30162" cy="17462"/>
            </a:xfrm>
            <a:custGeom>
              <a:avLst/>
              <a:gdLst>
                <a:gd name="T0" fmla="*/ 81 w 269"/>
                <a:gd name="T1" fmla="*/ 0 h 160"/>
                <a:gd name="T2" fmla="*/ 189 w 269"/>
                <a:gd name="T3" fmla="*/ 0 h 160"/>
                <a:gd name="T4" fmla="*/ 210 w 269"/>
                <a:gd name="T5" fmla="*/ 3 h 160"/>
                <a:gd name="T6" fmla="*/ 230 w 269"/>
                <a:gd name="T7" fmla="*/ 11 h 160"/>
                <a:gd name="T8" fmla="*/ 246 w 269"/>
                <a:gd name="T9" fmla="*/ 23 h 160"/>
                <a:gd name="T10" fmla="*/ 259 w 269"/>
                <a:gd name="T11" fmla="*/ 40 h 160"/>
                <a:gd name="T12" fmla="*/ 267 w 269"/>
                <a:gd name="T13" fmla="*/ 59 h 160"/>
                <a:gd name="T14" fmla="*/ 269 w 269"/>
                <a:gd name="T15" fmla="*/ 80 h 160"/>
                <a:gd name="T16" fmla="*/ 266 w 269"/>
                <a:gd name="T17" fmla="*/ 102 h 160"/>
                <a:gd name="T18" fmla="*/ 257 w 269"/>
                <a:gd name="T19" fmla="*/ 122 h 160"/>
                <a:gd name="T20" fmla="*/ 245 w 269"/>
                <a:gd name="T21" fmla="*/ 137 h 160"/>
                <a:gd name="T22" fmla="*/ 229 w 269"/>
                <a:gd name="T23" fmla="*/ 150 h 160"/>
                <a:gd name="T24" fmla="*/ 209 w 269"/>
                <a:gd name="T25" fmla="*/ 157 h 160"/>
                <a:gd name="T26" fmla="*/ 189 w 269"/>
                <a:gd name="T27" fmla="*/ 160 h 160"/>
                <a:gd name="T28" fmla="*/ 81 w 269"/>
                <a:gd name="T29" fmla="*/ 160 h 160"/>
                <a:gd name="T30" fmla="*/ 60 w 269"/>
                <a:gd name="T31" fmla="*/ 157 h 160"/>
                <a:gd name="T32" fmla="*/ 41 w 269"/>
                <a:gd name="T33" fmla="*/ 150 h 160"/>
                <a:gd name="T34" fmla="*/ 24 w 269"/>
                <a:gd name="T35" fmla="*/ 137 h 160"/>
                <a:gd name="T36" fmla="*/ 12 w 269"/>
                <a:gd name="T37" fmla="*/ 122 h 160"/>
                <a:gd name="T38" fmla="*/ 4 w 269"/>
                <a:gd name="T39" fmla="*/ 102 h 160"/>
                <a:gd name="T40" fmla="*/ 0 w 269"/>
                <a:gd name="T41" fmla="*/ 80 h 160"/>
                <a:gd name="T42" fmla="*/ 4 w 269"/>
                <a:gd name="T43" fmla="*/ 58 h 160"/>
                <a:gd name="T44" fmla="*/ 12 w 269"/>
                <a:gd name="T45" fmla="*/ 39 h 160"/>
                <a:gd name="T46" fmla="*/ 24 w 269"/>
                <a:gd name="T47" fmla="*/ 22 h 160"/>
                <a:gd name="T48" fmla="*/ 41 w 269"/>
                <a:gd name="T49" fmla="*/ 10 h 160"/>
                <a:gd name="T50" fmla="*/ 60 w 269"/>
                <a:gd name="T51" fmla="*/ 2 h 160"/>
                <a:gd name="T52" fmla="*/ 81 w 269"/>
                <a:gd name="T5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9" h="160">
                  <a:moveTo>
                    <a:pt x="81" y="0"/>
                  </a:moveTo>
                  <a:lnTo>
                    <a:pt x="189" y="0"/>
                  </a:lnTo>
                  <a:lnTo>
                    <a:pt x="210" y="3"/>
                  </a:lnTo>
                  <a:lnTo>
                    <a:pt x="230" y="11"/>
                  </a:lnTo>
                  <a:lnTo>
                    <a:pt x="246" y="23"/>
                  </a:lnTo>
                  <a:lnTo>
                    <a:pt x="259" y="40"/>
                  </a:lnTo>
                  <a:lnTo>
                    <a:pt x="267" y="59"/>
                  </a:lnTo>
                  <a:lnTo>
                    <a:pt x="269" y="80"/>
                  </a:lnTo>
                  <a:lnTo>
                    <a:pt x="266" y="102"/>
                  </a:lnTo>
                  <a:lnTo>
                    <a:pt x="257" y="122"/>
                  </a:lnTo>
                  <a:lnTo>
                    <a:pt x="245" y="137"/>
                  </a:lnTo>
                  <a:lnTo>
                    <a:pt x="229" y="150"/>
                  </a:lnTo>
                  <a:lnTo>
                    <a:pt x="209" y="157"/>
                  </a:lnTo>
                  <a:lnTo>
                    <a:pt x="189" y="160"/>
                  </a:lnTo>
                  <a:lnTo>
                    <a:pt x="81" y="160"/>
                  </a:lnTo>
                  <a:lnTo>
                    <a:pt x="60" y="157"/>
                  </a:lnTo>
                  <a:lnTo>
                    <a:pt x="41" y="150"/>
                  </a:lnTo>
                  <a:lnTo>
                    <a:pt x="24" y="137"/>
                  </a:lnTo>
                  <a:lnTo>
                    <a:pt x="12" y="122"/>
                  </a:lnTo>
                  <a:lnTo>
                    <a:pt x="4" y="102"/>
                  </a:lnTo>
                  <a:lnTo>
                    <a:pt x="0" y="80"/>
                  </a:lnTo>
                  <a:lnTo>
                    <a:pt x="4" y="58"/>
                  </a:lnTo>
                  <a:lnTo>
                    <a:pt x="12" y="39"/>
                  </a:lnTo>
                  <a:lnTo>
                    <a:pt x="24" y="22"/>
                  </a:lnTo>
                  <a:lnTo>
                    <a:pt x="41" y="10"/>
                  </a:lnTo>
                  <a:lnTo>
                    <a:pt x="60" y="2"/>
                  </a:lnTo>
                  <a:lnTo>
                    <a:pt x="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46E0EA40-29C1-4A93-9A1A-D9591DCA3FCD}"/>
              </a:ext>
            </a:extLst>
          </p:cNvPr>
          <p:cNvGrpSpPr/>
          <p:nvPr/>
        </p:nvGrpSpPr>
        <p:grpSpPr>
          <a:xfrm>
            <a:off x="9671167" y="4830973"/>
            <a:ext cx="310355" cy="309067"/>
            <a:chOff x="7554913" y="5148263"/>
            <a:chExt cx="382587" cy="3809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87" name="Freeform 750">
              <a:extLst>
                <a:ext uri="{FF2B5EF4-FFF2-40B4-BE49-F238E27FC236}">
                  <a16:creationId xmlns:a16="http://schemas.microsoft.com/office/drawing/2014/main" id="{65A89B43-B4A2-4051-AB86-7C43E1F07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9850" y="5148263"/>
              <a:ext cx="42862" cy="136525"/>
            </a:xfrm>
            <a:custGeom>
              <a:avLst/>
              <a:gdLst>
                <a:gd name="T0" fmla="*/ 193 w 378"/>
                <a:gd name="T1" fmla="*/ 2 h 1208"/>
                <a:gd name="T2" fmla="*/ 222 w 378"/>
                <a:gd name="T3" fmla="*/ 18 h 1208"/>
                <a:gd name="T4" fmla="*/ 238 w 378"/>
                <a:gd name="T5" fmla="*/ 47 h 1208"/>
                <a:gd name="T6" fmla="*/ 238 w 378"/>
                <a:gd name="T7" fmla="*/ 79 h 1208"/>
                <a:gd name="T8" fmla="*/ 222 w 378"/>
                <a:gd name="T9" fmla="*/ 106 h 1208"/>
                <a:gd name="T10" fmla="*/ 198 w 378"/>
                <a:gd name="T11" fmla="*/ 134 h 1208"/>
                <a:gd name="T12" fmla="*/ 173 w 378"/>
                <a:gd name="T13" fmla="*/ 172 h 1208"/>
                <a:gd name="T14" fmla="*/ 150 w 378"/>
                <a:gd name="T15" fmla="*/ 220 h 1208"/>
                <a:gd name="T16" fmla="*/ 134 w 378"/>
                <a:gd name="T17" fmla="*/ 275 h 1208"/>
                <a:gd name="T18" fmla="*/ 127 w 378"/>
                <a:gd name="T19" fmla="*/ 336 h 1208"/>
                <a:gd name="T20" fmla="*/ 135 w 378"/>
                <a:gd name="T21" fmla="*/ 402 h 1208"/>
                <a:gd name="T22" fmla="*/ 161 w 378"/>
                <a:gd name="T23" fmla="*/ 469 h 1208"/>
                <a:gd name="T24" fmla="*/ 209 w 378"/>
                <a:gd name="T25" fmla="*/ 537 h 1208"/>
                <a:gd name="T26" fmla="*/ 277 w 378"/>
                <a:gd name="T27" fmla="*/ 605 h 1208"/>
                <a:gd name="T28" fmla="*/ 329 w 378"/>
                <a:gd name="T29" fmla="*/ 677 h 1208"/>
                <a:gd name="T30" fmla="*/ 361 w 378"/>
                <a:gd name="T31" fmla="*/ 752 h 1208"/>
                <a:gd name="T32" fmla="*/ 377 w 378"/>
                <a:gd name="T33" fmla="*/ 826 h 1208"/>
                <a:gd name="T34" fmla="*/ 377 w 378"/>
                <a:gd name="T35" fmla="*/ 900 h 1208"/>
                <a:gd name="T36" fmla="*/ 365 w 378"/>
                <a:gd name="T37" fmla="*/ 970 h 1208"/>
                <a:gd name="T38" fmla="*/ 345 w 378"/>
                <a:gd name="T39" fmla="*/ 1035 h 1208"/>
                <a:gd name="T40" fmla="*/ 318 w 378"/>
                <a:gd name="T41" fmla="*/ 1092 h 1208"/>
                <a:gd name="T42" fmla="*/ 288 w 378"/>
                <a:gd name="T43" fmla="*/ 1140 h 1208"/>
                <a:gd name="T44" fmla="*/ 258 w 378"/>
                <a:gd name="T45" fmla="*/ 1176 h 1208"/>
                <a:gd name="T46" fmla="*/ 231 w 378"/>
                <a:gd name="T47" fmla="*/ 1199 h 1208"/>
                <a:gd name="T48" fmla="*/ 205 w 378"/>
                <a:gd name="T49" fmla="*/ 1208 h 1208"/>
                <a:gd name="T50" fmla="*/ 181 w 378"/>
                <a:gd name="T51" fmla="*/ 1204 h 1208"/>
                <a:gd name="T52" fmla="*/ 161 w 378"/>
                <a:gd name="T53" fmla="*/ 1195 h 1208"/>
                <a:gd name="T54" fmla="*/ 146 w 378"/>
                <a:gd name="T55" fmla="*/ 1178 h 1208"/>
                <a:gd name="T56" fmla="*/ 136 w 378"/>
                <a:gd name="T57" fmla="*/ 1151 h 1208"/>
                <a:gd name="T58" fmla="*/ 139 w 378"/>
                <a:gd name="T59" fmla="*/ 1124 h 1208"/>
                <a:gd name="T60" fmla="*/ 155 w 378"/>
                <a:gd name="T61" fmla="*/ 1102 h 1208"/>
                <a:gd name="T62" fmla="*/ 195 w 378"/>
                <a:gd name="T63" fmla="*/ 1060 h 1208"/>
                <a:gd name="T64" fmla="*/ 225 w 378"/>
                <a:gd name="T65" fmla="*/ 1007 h 1208"/>
                <a:gd name="T66" fmla="*/ 243 w 378"/>
                <a:gd name="T67" fmla="*/ 945 h 1208"/>
                <a:gd name="T68" fmla="*/ 249 w 378"/>
                <a:gd name="T69" fmla="*/ 877 h 1208"/>
                <a:gd name="T70" fmla="*/ 241 w 378"/>
                <a:gd name="T71" fmla="*/ 809 h 1208"/>
                <a:gd name="T72" fmla="*/ 219 w 378"/>
                <a:gd name="T73" fmla="*/ 743 h 1208"/>
                <a:gd name="T74" fmla="*/ 181 w 378"/>
                <a:gd name="T75" fmla="*/ 684 h 1208"/>
                <a:gd name="T76" fmla="*/ 136 w 378"/>
                <a:gd name="T77" fmla="*/ 641 h 1208"/>
                <a:gd name="T78" fmla="*/ 97 w 378"/>
                <a:gd name="T79" fmla="*/ 596 h 1208"/>
                <a:gd name="T80" fmla="*/ 60 w 378"/>
                <a:gd name="T81" fmla="*/ 540 h 1208"/>
                <a:gd name="T82" fmla="*/ 29 w 378"/>
                <a:gd name="T83" fmla="*/ 473 h 1208"/>
                <a:gd name="T84" fmla="*/ 7 w 378"/>
                <a:gd name="T85" fmla="*/ 400 h 1208"/>
                <a:gd name="T86" fmla="*/ 0 w 378"/>
                <a:gd name="T87" fmla="*/ 321 h 1208"/>
                <a:gd name="T88" fmla="*/ 10 w 378"/>
                <a:gd name="T89" fmla="*/ 236 h 1208"/>
                <a:gd name="T90" fmla="*/ 40 w 378"/>
                <a:gd name="T91" fmla="*/ 150 h 1208"/>
                <a:gd name="T92" fmla="*/ 96 w 378"/>
                <a:gd name="T93" fmla="*/ 62 h 1208"/>
                <a:gd name="T94" fmla="*/ 147 w 378"/>
                <a:gd name="T95" fmla="*/ 8 h 1208"/>
                <a:gd name="T96" fmla="*/ 178 w 378"/>
                <a:gd name="T97" fmla="*/ 0 h 1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78" h="1208">
                  <a:moveTo>
                    <a:pt x="178" y="0"/>
                  </a:moveTo>
                  <a:lnTo>
                    <a:pt x="193" y="2"/>
                  </a:lnTo>
                  <a:lnTo>
                    <a:pt x="208" y="8"/>
                  </a:lnTo>
                  <a:lnTo>
                    <a:pt x="222" y="18"/>
                  </a:lnTo>
                  <a:lnTo>
                    <a:pt x="232" y="32"/>
                  </a:lnTo>
                  <a:lnTo>
                    <a:pt x="238" y="47"/>
                  </a:lnTo>
                  <a:lnTo>
                    <a:pt x="240" y="62"/>
                  </a:lnTo>
                  <a:lnTo>
                    <a:pt x="238" y="79"/>
                  </a:lnTo>
                  <a:lnTo>
                    <a:pt x="232" y="93"/>
                  </a:lnTo>
                  <a:lnTo>
                    <a:pt x="222" y="106"/>
                  </a:lnTo>
                  <a:lnTo>
                    <a:pt x="210" y="119"/>
                  </a:lnTo>
                  <a:lnTo>
                    <a:pt x="198" y="134"/>
                  </a:lnTo>
                  <a:lnTo>
                    <a:pt x="185" y="151"/>
                  </a:lnTo>
                  <a:lnTo>
                    <a:pt x="173" y="172"/>
                  </a:lnTo>
                  <a:lnTo>
                    <a:pt x="160" y="194"/>
                  </a:lnTo>
                  <a:lnTo>
                    <a:pt x="150" y="220"/>
                  </a:lnTo>
                  <a:lnTo>
                    <a:pt x="141" y="246"/>
                  </a:lnTo>
                  <a:lnTo>
                    <a:pt x="134" y="275"/>
                  </a:lnTo>
                  <a:lnTo>
                    <a:pt x="128" y="305"/>
                  </a:lnTo>
                  <a:lnTo>
                    <a:pt x="127" y="336"/>
                  </a:lnTo>
                  <a:lnTo>
                    <a:pt x="129" y="368"/>
                  </a:lnTo>
                  <a:lnTo>
                    <a:pt x="135" y="402"/>
                  </a:lnTo>
                  <a:lnTo>
                    <a:pt x="146" y="435"/>
                  </a:lnTo>
                  <a:lnTo>
                    <a:pt x="161" y="469"/>
                  </a:lnTo>
                  <a:lnTo>
                    <a:pt x="183" y="503"/>
                  </a:lnTo>
                  <a:lnTo>
                    <a:pt x="209" y="537"/>
                  </a:lnTo>
                  <a:lnTo>
                    <a:pt x="243" y="571"/>
                  </a:lnTo>
                  <a:lnTo>
                    <a:pt x="277" y="605"/>
                  </a:lnTo>
                  <a:lnTo>
                    <a:pt x="306" y="641"/>
                  </a:lnTo>
                  <a:lnTo>
                    <a:pt x="329" y="677"/>
                  </a:lnTo>
                  <a:lnTo>
                    <a:pt x="348" y="714"/>
                  </a:lnTo>
                  <a:lnTo>
                    <a:pt x="361" y="752"/>
                  </a:lnTo>
                  <a:lnTo>
                    <a:pt x="370" y="789"/>
                  </a:lnTo>
                  <a:lnTo>
                    <a:pt x="377" y="826"/>
                  </a:lnTo>
                  <a:lnTo>
                    <a:pt x="378" y="864"/>
                  </a:lnTo>
                  <a:lnTo>
                    <a:pt x="377" y="900"/>
                  </a:lnTo>
                  <a:lnTo>
                    <a:pt x="372" y="936"/>
                  </a:lnTo>
                  <a:lnTo>
                    <a:pt x="365" y="970"/>
                  </a:lnTo>
                  <a:lnTo>
                    <a:pt x="356" y="1003"/>
                  </a:lnTo>
                  <a:lnTo>
                    <a:pt x="345" y="1035"/>
                  </a:lnTo>
                  <a:lnTo>
                    <a:pt x="332" y="1064"/>
                  </a:lnTo>
                  <a:lnTo>
                    <a:pt x="318" y="1092"/>
                  </a:lnTo>
                  <a:lnTo>
                    <a:pt x="304" y="1118"/>
                  </a:lnTo>
                  <a:lnTo>
                    <a:pt x="288" y="1140"/>
                  </a:lnTo>
                  <a:lnTo>
                    <a:pt x="273" y="1159"/>
                  </a:lnTo>
                  <a:lnTo>
                    <a:pt x="258" y="1176"/>
                  </a:lnTo>
                  <a:lnTo>
                    <a:pt x="243" y="1190"/>
                  </a:lnTo>
                  <a:lnTo>
                    <a:pt x="231" y="1199"/>
                  </a:lnTo>
                  <a:lnTo>
                    <a:pt x="219" y="1205"/>
                  </a:lnTo>
                  <a:lnTo>
                    <a:pt x="205" y="1208"/>
                  </a:lnTo>
                  <a:lnTo>
                    <a:pt x="192" y="1208"/>
                  </a:lnTo>
                  <a:lnTo>
                    <a:pt x="181" y="1204"/>
                  </a:lnTo>
                  <a:lnTo>
                    <a:pt x="169" y="1200"/>
                  </a:lnTo>
                  <a:lnTo>
                    <a:pt x="161" y="1195"/>
                  </a:lnTo>
                  <a:lnTo>
                    <a:pt x="155" y="1190"/>
                  </a:lnTo>
                  <a:lnTo>
                    <a:pt x="146" y="1178"/>
                  </a:lnTo>
                  <a:lnTo>
                    <a:pt x="140" y="1166"/>
                  </a:lnTo>
                  <a:lnTo>
                    <a:pt x="136" y="1151"/>
                  </a:lnTo>
                  <a:lnTo>
                    <a:pt x="136" y="1137"/>
                  </a:lnTo>
                  <a:lnTo>
                    <a:pt x="139" y="1124"/>
                  </a:lnTo>
                  <a:lnTo>
                    <a:pt x="145" y="1111"/>
                  </a:lnTo>
                  <a:lnTo>
                    <a:pt x="155" y="1102"/>
                  </a:lnTo>
                  <a:lnTo>
                    <a:pt x="176" y="1083"/>
                  </a:lnTo>
                  <a:lnTo>
                    <a:pt x="195" y="1060"/>
                  </a:lnTo>
                  <a:lnTo>
                    <a:pt x="211" y="1036"/>
                  </a:lnTo>
                  <a:lnTo>
                    <a:pt x="225" y="1007"/>
                  </a:lnTo>
                  <a:lnTo>
                    <a:pt x="235" y="976"/>
                  </a:lnTo>
                  <a:lnTo>
                    <a:pt x="243" y="945"/>
                  </a:lnTo>
                  <a:lnTo>
                    <a:pt x="247" y="911"/>
                  </a:lnTo>
                  <a:lnTo>
                    <a:pt x="249" y="877"/>
                  </a:lnTo>
                  <a:lnTo>
                    <a:pt x="247" y="843"/>
                  </a:lnTo>
                  <a:lnTo>
                    <a:pt x="241" y="809"/>
                  </a:lnTo>
                  <a:lnTo>
                    <a:pt x="232" y="775"/>
                  </a:lnTo>
                  <a:lnTo>
                    <a:pt x="219" y="743"/>
                  </a:lnTo>
                  <a:lnTo>
                    <a:pt x="202" y="713"/>
                  </a:lnTo>
                  <a:lnTo>
                    <a:pt x="181" y="684"/>
                  </a:lnTo>
                  <a:lnTo>
                    <a:pt x="155" y="658"/>
                  </a:lnTo>
                  <a:lnTo>
                    <a:pt x="136" y="641"/>
                  </a:lnTo>
                  <a:lnTo>
                    <a:pt x="116" y="620"/>
                  </a:lnTo>
                  <a:lnTo>
                    <a:pt x="97" y="596"/>
                  </a:lnTo>
                  <a:lnTo>
                    <a:pt x="77" y="569"/>
                  </a:lnTo>
                  <a:lnTo>
                    <a:pt x="60" y="540"/>
                  </a:lnTo>
                  <a:lnTo>
                    <a:pt x="43" y="508"/>
                  </a:lnTo>
                  <a:lnTo>
                    <a:pt x="29" y="473"/>
                  </a:lnTo>
                  <a:lnTo>
                    <a:pt x="17" y="438"/>
                  </a:lnTo>
                  <a:lnTo>
                    <a:pt x="7" y="400"/>
                  </a:lnTo>
                  <a:lnTo>
                    <a:pt x="1" y="361"/>
                  </a:lnTo>
                  <a:lnTo>
                    <a:pt x="0" y="321"/>
                  </a:lnTo>
                  <a:lnTo>
                    <a:pt x="2" y="279"/>
                  </a:lnTo>
                  <a:lnTo>
                    <a:pt x="10" y="236"/>
                  </a:lnTo>
                  <a:lnTo>
                    <a:pt x="22" y="193"/>
                  </a:lnTo>
                  <a:lnTo>
                    <a:pt x="40" y="150"/>
                  </a:lnTo>
                  <a:lnTo>
                    <a:pt x="64" y="106"/>
                  </a:lnTo>
                  <a:lnTo>
                    <a:pt x="96" y="62"/>
                  </a:lnTo>
                  <a:lnTo>
                    <a:pt x="134" y="18"/>
                  </a:lnTo>
                  <a:lnTo>
                    <a:pt x="147" y="8"/>
                  </a:lnTo>
                  <a:lnTo>
                    <a:pt x="161" y="2"/>
                  </a:lnTo>
                  <a:lnTo>
                    <a:pt x="1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8" name="Freeform 751">
              <a:extLst>
                <a:ext uri="{FF2B5EF4-FFF2-40B4-BE49-F238E27FC236}">
                  <a16:creationId xmlns:a16="http://schemas.microsoft.com/office/drawing/2014/main" id="{9BA60325-ACEF-4B1D-A94A-9F5CC7441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2400" y="5184775"/>
              <a:ext cx="33337" cy="100012"/>
            </a:xfrm>
            <a:custGeom>
              <a:avLst/>
              <a:gdLst>
                <a:gd name="T0" fmla="*/ 159 w 296"/>
                <a:gd name="T1" fmla="*/ 2 h 891"/>
                <a:gd name="T2" fmla="*/ 187 w 296"/>
                <a:gd name="T3" fmla="*/ 18 h 891"/>
                <a:gd name="T4" fmla="*/ 203 w 296"/>
                <a:gd name="T5" fmla="*/ 46 h 891"/>
                <a:gd name="T6" fmla="*/ 203 w 296"/>
                <a:gd name="T7" fmla="*/ 78 h 891"/>
                <a:gd name="T8" fmla="*/ 187 w 296"/>
                <a:gd name="T9" fmla="*/ 106 h 891"/>
                <a:gd name="T10" fmla="*/ 168 w 296"/>
                <a:gd name="T11" fmla="*/ 129 h 891"/>
                <a:gd name="T12" fmla="*/ 148 w 296"/>
                <a:gd name="T13" fmla="*/ 163 h 891"/>
                <a:gd name="T14" fmla="*/ 131 w 296"/>
                <a:gd name="T15" fmla="*/ 204 h 891"/>
                <a:gd name="T16" fmla="*/ 124 w 296"/>
                <a:gd name="T17" fmla="*/ 252 h 891"/>
                <a:gd name="T18" fmla="*/ 130 w 296"/>
                <a:gd name="T19" fmla="*/ 304 h 891"/>
                <a:gd name="T20" fmla="*/ 154 w 296"/>
                <a:gd name="T21" fmla="*/ 356 h 891"/>
                <a:gd name="T22" fmla="*/ 200 w 296"/>
                <a:gd name="T23" fmla="*/ 408 h 891"/>
                <a:gd name="T24" fmla="*/ 248 w 296"/>
                <a:gd name="T25" fmla="*/ 461 h 891"/>
                <a:gd name="T26" fmla="*/ 279 w 296"/>
                <a:gd name="T27" fmla="*/ 522 h 891"/>
                <a:gd name="T28" fmla="*/ 293 w 296"/>
                <a:gd name="T29" fmla="*/ 587 h 891"/>
                <a:gd name="T30" fmla="*/ 295 w 296"/>
                <a:gd name="T31" fmla="*/ 652 h 891"/>
                <a:gd name="T32" fmla="*/ 287 w 296"/>
                <a:gd name="T33" fmla="*/ 716 h 891"/>
                <a:gd name="T34" fmla="*/ 269 w 296"/>
                <a:gd name="T35" fmla="*/ 773 h 891"/>
                <a:gd name="T36" fmla="*/ 244 w 296"/>
                <a:gd name="T37" fmla="*/ 822 h 891"/>
                <a:gd name="T38" fmla="*/ 215 w 296"/>
                <a:gd name="T39" fmla="*/ 859 h 891"/>
                <a:gd name="T40" fmla="*/ 189 w 296"/>
                <a:gd name="T41" fmla="*/ 882 h 891"/>
                <a:gd name="T42" fmla="*/ 163 w 296"/>
                <a:gd name="T43" fmla="*/ 891 h 891"/>
                <a:gd name="T44" fmla="*/ 137 w 296"/>
                <a:gd name="T45" fmla="*/ 887 h 891"/>
                <a:gd name="T46" fmla="*/ 118 w 296"/>
                <a:gd name="T47" fmla="*/ 877 h 891"/>
                <a:gd name="T48" fmla="*/ 102 w 296"/>
                <a:gd name="T49" fmla="*/ 859 h 891"/>
                <a:gd name="T50" fmla="*/ 94 w 296"/>
                <a:gd name="T51" fmla="*/ 828 h 891"/>
                <a:gd name="T52" fmla="*/ 102 w 296"/>
                <a:gd name="T53" fmla="*/ 797 h 891"/>
                <a:gd name="T54" fmla="*/ 122 w 296"/>
                <a:gd name="T55" fmla="*/ 773 h 891"/>
                <a:gd name="T56" fmla="*/ 144 w 296"/>
                <a:gd name="T57" fmla="*/ 744 h 891"/>
                <a:gd name="T58" fmla="*/ 162 w 296"/>
                <a:gd name="T59" fmla="*/ 705 h 891"/>
                <a:gd name="T60" fmla="*/ 174 w 296"/>
                <a:gd name="T61" fmla="*/ 659 h 891"/>
                <a:gd name="T62" fmla="*/ 173 w 296"/>
                <a:gd name="T63" fmla="*/ 607 h 891"/>
                <a:gd name="T64" fmla="*/ 154 w 296"/>
                <a:gd name="T65" fmla="*/ 553 h 891"/>
                <a:gd name="T66" fmla="*/ 112 w 296"/>
                <a:gd name="T67" fmla="*/ 496 h 891"/>
                <a:gd name="T68" fmla="*/ 50 w 296"/>
                <a:gd name="T69" fmla="*/ 418 h 891"/>
                <a:gd name="T70" fmla="*/ 14 w 296"/>
                <a:gd name="T71" fmla="*/ 343 h 891"/>
                <a:gd name="T72" fmla="*/ 0 w 296"/>
                <a:gd name="T73" fmla="*/ 270 h 891"/>
                <a:gd name="T74" fmla="*/ 4 w 296"/>
                <a:gd name="T75" fmla="*/ 202 h 891"/>
                <a:gd name="T76" fmla="*/ 21 w 296"/>
                <a:gd name="T77" fmla="*/ 142 h 891"/>
                <a:gd name="T78" fmla="*/ 45 w 296"/>
                <a:gd name="T79" fmla="*/ 90 h 891"/>
                <a:gd name="T80" fmla="*/ 73 w 296"/>
                <a:gd name="T81" fmla="*/ 48 h 891"/>
                <a:gd name="T82" fmla="*/ 98 w 296"/>
                <a:gd name="T83" fmla="*/ 18 h 891"/>
                <a:gd name="T84" fmla="*/ 127 w 296"/>
                <a:gd name="T85" fmla="*/ 2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6" h="891">
                  <a:moveTo>
                    <a:pt x="143" y="0"/>
                  </a:moveTo>
                  <a:lnTo>
                    <a:pt x="159" y="2"/>
                  </a:lnTo>
                  <a:lnTo>
                    <a:pt x="173" y="8"/>
                  </a:lnTo>
                  <a:lnTo>
                    <a:pt x="187" y="18"/>
                  </a:lnTo>
                  <a:lnTo>
                    <a:pt x="197" y="32"/>
                  </a:lnTo>
                  <a:lnTo>
                    <a:pt x="203" y="46"/>
                  </a:lnTo>
                  <a:lnTo>
                    <a:pt x="205" y="62"/>
                  </a:lnTo>
                  <a:lnTo>
                    <a:pt x="203" y="78"/>
                  </a:lnTo>
                  <a:lnTo>
                    <a:pt x="197" y="93"/>
                  </a:lnTo>
                  <a:lnTo>
                    <a:pt x="187" y="106"/>
                  </a:lnTo>
                  <a:lnTo>
                    <a:pt x="177" y="117"/>
                  </a:lnTo>
                  <a:lnTo>
                    <a:pt x="168" y="129"/>
                  </a:lnTo>
                  <a:lnTo>
                    <a:pt x="158" y="145"/>
                  </a:lnTo>
                  <a:lnTo>
                    <a:pt x="148" y="163"/>
                  </a:lnTo>
                  <a:lnTo>
                    <a:pt x="139" y="183"/>
                  </a:lnTo>
                  <a:lnTo>
                    <a:pt x="131" y="204"/>
                  </a:lnTo>
                  <a:lnTo>
                    <a:pt x="127" y="228"/>
                  </a:lnTo>
                  <a:lnTo>
                    <a:pt x="124" y="252"/>
                  </a:lnTo>
                  <a:lnTo>
                    <a:pt x="125" y="277"/>
                  </a:lnTo>
                  <a:lnTo>
                    <a:pt x="130" y="304"/>
                  </a:lnTo>
                  <a:lnTo>
                    <a:pt x="139" y="329"/>
                  </a:lnTo>
                  <a:lnTo>
                    <a:pt x="154" y="356"/>
                  </a:lnTo>
                  <a:lnTo>
                    <a:pt x="174" y="382"/>
                  </a:lnTo>
                  <a:lnTo>
                    <a:pt x="200" y="408"/>
                  </a:lnTo>
                  <a:lnTo>
                    <a:pt x="227" y="434"/>
                  </a:lnTo>
                  <a:lnTo>
                    <a:pt x="248" y="461"/>
                  </a:lnTo>
                  <a:lnTo>
                    <a:pt x="266" y="491"/>
                  </a:lnTo>
                  <a:lnTo>
                    <a:pt x="279" y="522"/>
                  </a:lnTo>
                  <a:lnTo>
                    <a:pt x="288" y="554"/>
                  </a:lnTo>
                  <a:lnTo>
                    <a:pt x="293" y="587"/>
                  </a:lnTo>
                  <a:lnTo>
                    <a:pt x="296" y="620"/>
                  </a:lnTo>
                  <a:lnTo>
                    <a:pt x="295" y="652"/>
                  </a:lnTo>
                  <a:lnTo>
                    <a:pt x="292" y="685"/>
                  </a:lnTo>
                  <a:lnTo>
                    <a:pt x="287" y="716"/>
                  </a:lnTo>
                  <a:lnTo>
                    <a:pt x="279" y="745"/>
                  </a:lnTo>
                  <a:lnTo>
                    <a:pt x="269" y="773"/>
                  </a:lnTo>
                  <a:lnTo>
                    <a:pt x="257" y="800"/>
                  </a:lnTo>
                  <a:lnTo>
                    <a:pt x="244" y="822"/>
                  </a:lnTo>
                  <a:lnTo>
                    <a:pt x="231" y="842"/>
                  </a:lnTo>
                  <a:lnTo>
                    <a:pt x="215" y="859"/>
                  </a:lnTo>
                  <a:lnTo>
                    <a:pt x="200" y="872"/>
                  </a:lnTo>
                  <a:lnTo>
                    <a:pt x="189" y="882"/>
                  </a:lnTo>
                  <a:lnTo>
                    <a:pt x="176" y="887"/>
                  </a:lnTo>
                  <a:lnTo>
                    <a:pt x="163" y="891"/>
                  </a:lnTo>
                  <a:lnTo>
                    <a:pt x="150" y="890"/>
                  </a:lnTo>
                  <a:lnTo>
                    <a:pt x="137" y="887"/>
                  </a:lnTo>
                  <a:lnTo>
                    <a:pt x="127" y="883"/>
                  </a:lnTo>
                  <a:lnTo>
                    <a:pt x="118" y="877"/>
                  </a:lnTo>
                  <a:lnTo>
                    <a:pt x="112" y="872"/>
                  </a:lnTo>
                  <a:lnTo>
                    <a:pt x="102" y="859"/>
                  </a:lnTo>
                  <a:lnTo>
                    <a:pt x="95" y="843"/>
                  </a:lnTo>
                  <a:lnTo>
                    <a:pt x="94" y="828"/>
                  </a:lnTo>
                  <a:lnTo>
                    <a:pt x="95" y="812"/>
                  </a:lnTo>
                  <a:lnTo>
                    <a:pt x="102" y="797"/>
                  </a:lnTo>
                  <a:lnTo>
                    <a:pt x="112" y="784"/>
                  </a:lnTo>
                  <a:lnTo>
                    <a:pt x="122" y="773"/>
                  </a:lnTo>
                  <a:lnTo>
                    <a:pt x="132" y="760"/>
                  </a:lnTo>
                  <a:lnTo>
                    <a:pt x="144" y="744"/>
                  </a:lnTo>
                  <a:lnTo>
                    <a:pt x="154" y="726"/>
                  </a:lnTo>
                  <a:lnTo>
                    <a:pt x="162" y="705"/>
                  </a:lnTo>
                  <a:lnTo>
                    <a:pt x="169" y="683"/>
                  </a:lnTo>
                  <a:lnTo>
                    <a:pt x="174" y="659"/>
                  </a:lnTo>
                  <a:lnTo>
                    <a:pt x="175" y="634"/>
                  </a:lnTo>
                  <a:lnTo>
                    <a:pt x="173" y="607"/>
                  </a:lnTo>
                  <a:lnTo>
                    <a:pt x="166" y="581"/>
                  </a:lnTo>
                  <a:lnTo>
                    <a:pt x="154" y="553"/>
                  </a:lnTo>
                  <a:lnTo>
                    <a:pt x="136" y="525"/>
                  </a:lnTo>
                  <a:lnTo>
                    <a:pt x="112" y="496"/>
                  </a:lnTo>
                  <a:lnTo>
                    <a:pt x="77" y="457"/>
                  </a:lnTo>
                  <a:lnTo>
                    <a:pt x="50" y="418"/>
                  </a:lnTo>
                  <a:lnTo>
                    <a:pt x="29" y="380"/>
                  </a:lnTo>
                  <a:lnTo>
                    <a:pt x="14" y="343"/>
                  </a:lnTo>
                  <a:lnTo>
                    <a:pt x="5" y="306"/>
                  </a:lnTo>
                  <a:lnTo>
                    <a:pt x="0" y="270"/>
                  </a:lnTo>
                  <a:lnTo>
                    <a:pt x="0" y="235"/>
                  </a:lnTo>
                  <a:lnTo>
                    <a:pt x="4" y="202"/>
                  </a:lnTo>
                  <a:lnTo>
                    <a:pt x="11" y="171"/>
                  </a:lnTo>
                  <a:lnTo>
                    <a:pt x="21" y="142"/>
                  </a:lnTo>
                  <a:lnTo>
                    <a:pt x="32" y="115"/>
                  </a:lnTo>
                  <a:lnTo>
                    <a:pt x="45" y="90"/>
                  </a:lnTo>
                  <a:lnTo>
                    <a:pt x="58" y="67"/>
                  </a:lnTo>
                  <a:lnTo>
                    <a:pt x="73" y="48"/>
                  </a:lnTo>
                  <a:lnTo>
                    <a:pt x="86" y="32"/>
                  </a:lnTo>
                  <a:lnTo>
                    <a:pt x="98" y="18"/>
                  </a:lnTo>
                  <a:lnTo>
                    <a:pt x="112" y="8"/>
                  </a:lnTo>
                  <a:lnTo>
                    <a:pt x="127" y="2"/>
                  </a:lnTo>
                  <a:lnTo>
                    <a:pt x="1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89" name="Freeform 752">
              <a:extLst>
                <a:ext uri="{FF2B5EF4-FFF2-40B4-BE49-F238E27FC236}">
                  <a16:creationId xmlns:a16="http://schemas.microsoft.com/office/drawing/2014/main" id="{175FC303-5F1A-4979-81CB-807A1BE54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6825" y="5184775"/>
              <a:ext cx="34925" cy="100012"/>
            </a:xfrm>
            <a:custGeom>
              <a:avLst/>
              <a:gdLst>
                <a:gd name="T0" fmla="*/ 157 w 295"/>
                <a:gd name="T1" fmla="*/ 2 h 891"/>
                <a:gd name="T2" fmla="*/ 186 w 295"/>
                <a:gd name="T3" fmla="*/ 18 h 891"/>
                <a:gd name="T4" fmla="*/ 202 w 295"/>
                <a:gd name="T5" fmla="*/ 46 h 891"/>
                <a:gd name="T6" fmla="*/ 202 w 295"/>
                <a:gd name="T7" fmla="*/ 78 h 891"/>
                <a:gd name="T8" fmla="*/ 186 w 295"/>
                <a:gd name="T9" fmla="*/ 106 h 891"/>
                <a:gd name="T10" fmla="*/ 167 w 295"/>
                <a:gd name="T11" fmla="*/ 129 h 891"/>
                <a:gd name="T12" fmla="*/ 146 w 295"/>
                <a:gd name="T13" fmla="*/ 163 h 891"/>
                <a:gd name="T14" fmla="*/ 131 w 295"/>
                <a:gd name="T15" fmla="*/ 204 h 891"/>
                <a:gd name="T16" fmla="*/ 124 w 295"/>
                <a:gd name="T17" fmla="*/ 252 h 891"/>
                <a:gd name="T18" fmla="*/ 129 w 295"/>
                <a:gd name="T19" fmla="*/ 304 h 891"/>
                <a:gd name="T20" fmla="*/ 152 w 295"/>
                <a:gd name="T21" fmla="*/ 356 h 891"/>
                <a:gd name="T22" fmla="*/ 198 w 295"/>
                <a:gd name="T23" fmla="*/ 408 h 891"/>
                <a:gd name="T24" fmla="*/ 247 w 295"/>
                <a:gd name="T25" fmla="*/ 461 h 891"/>
                <a:gd name="T26" fmla="*/ 277 w 295"/>
                <a:gd name="T27" fmla="*/ 522 h 891"/>
                <a:gd name="T28" fmla="*/ 293 w 295"/>
                <a:gd name="T29" fmla="*/ 587 h 891"/>
                <a:gd name="T30" fmla="*/ 295 w 295"/>
                <a:gd name="T31" fmla="*/ 652 h 891"/>
                <a:gd name="T32" fmla="*/ 286 w 295"/>
                <a:gd name="T33" fmla="*/ 716 h 891"/>
                <a:gd name="T34" fmla="*/ 268 w 295"/>
                <a:gd name="T35" fmla="*/ 773 h 891"/>
                <a:gd name="T36" fmla="*/ 244 w 295"/>
                <a:gd name="T37" fmla="*/ 822 h 891"/>
                <a:gd name="T38" fmla="*/ 215 w 295"/>
                <a:gd name="T39" fmla="*/ 859 h 891"/>
                <a:gd name="T40" fmla="*/ 187 w 295"/>
                <a:gd name="T41" fmla="*/ 882 h 891"/>
                <a:gd name="T42" fmla="*/ 162 w 295"/>
                <a:gd name="T43" fmla="*/ 891 h 891"/>
                <a:gd name="T44" fmla="*/ 137 w 295"/>
                <a:gd name="T45" fmla="*/ 887 h 891"/>
                <a:gd name="T46" fmla="*/ 116 w 295"/>
                <a:gd name="T47" fmla="*/ 877 h 891"/>
                <a:gd name="T48" fmla="*/ 101 w 295"/>
                <a:gd name="T49" fmla="*/ 859 h 891"/>
                <a:gd name="T50" fmla="*/ 93 w 295"/>
                <a:gd name="T51" fmla="*/ 828 h 891"/>
                <a:gd name="T52" fmla="*/ 101 w 295"/>
                <a:gd name="T53" fmla="*/ 797 h 891"/>
                <a:gd name="T54" fmla="*/ 121 w 295"/>
                <a:gd name="T55" fmla="*/ 773 h 891"/>
                <a:gd name="T56" fmla="*/ 142 w 295"/>
                <a:gd name="T57" fmla="*/ 744 h 891"/>
                <a:gd name="T58" fmla="*/ 162 w 295"/>
                <a:gd name="T59" fmla="*/ 705 h 891"/>
                <a:gd name="T60" fmla="*/ 173 w 295"/>
                <a:gd name="T61" fmla="*/ 659 h 891"/>
                <a:gd name="T62" fmla="*/ 172 w 295"/>
                <a:gd name="T63" fmla="*/ 607 h 891"/>
                <a:gd name="T64" fmla="*/ 153 w 295"/>
                <a:gd name="T65" fmla="*/ 553 h 891"/>
                <a:gd name="T66" fmla="*/ 110 w 295"/>
                <a:gd name="T67" fmla="*/ 496 h 891"/>
                <a:gd name="T68" fmla="*/ 49 w 295"/>
                <a:gd name="T69" fmla="*/ 418 h 891"/>
                <a:gd name="T70" fmla="*/ 13 w 295"/>
                <a:gd name="T71" fmla="*/ 343 h 891"/>
                <a:gd name="T72" fmla="*/ 0 w 295"/>
                <a:gd name="T73" fmla="*/ 270 h 891"/>
                <a:gd name="T74" fmla="*/ 3 w 295"/>
                <a:gd name="T75" fmla="*/ 202 h 891"/>
                <a:gd name="T76" fmla="*/ 19 w 295"/>
                <a:gd name="T77" fmla="*/ 142 h 891"/>
                <a:gd name="T78" fmla="*/ 44 w 295"/>
                <a:gd name="T79" fmla="*/ 90 h 891"/>
                <a:gd name="T80" fmla="*/ 71 w 295"/>
                <a:gd name="T81" fmla="*/ 48 h 891"/>
                <a:gd name="T82" fmla="*/ 98 w 295"/>
                <a:gd name="T83" fmla="*/ 18 h 891"/>
                <a:gd name="T84" fmla="*/ 126 w 295"/>
                <a:gd name="T85" fmla="*/ 2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95" h="891">
                  <a:moveTo>
                    <a:pt x="142" y="0"/>
                  </a:moveTo>
                  <a:lnTo>
                    <a:pt x="157" y="2"/>
                  </a:lnTo>
                  <a:lnTo>
                    <a:pt x="173" y="8"/>
                  </a:lnTo>
                  <a:lnTo>
                    <a:pt x="186" y="18"/>
                  </a:lnTo>
                  <a:lnTo>
                    <a:pt x="195" y="32"/>
                  </a:lnTo>
                  <a:lnTo>
                    <a:pt x="202" y="46"/>
                  </a:lnTo>
                  <a:lnTo>
                    <a:pt x="204" y="62"/>
                  </a:lnTo>
                  <a:lnTo>
                    <a:pt x="202" y="78"/>
                  </a:lnTo>
                  <a:lnTo>
                    <a:pt x="195" y="93"/>
                  </a:lnTo>
                  <a:lnTo>
                    <a:pt x="186" y="106"/>
                  </a:lnTo>
                  <a:lnTo>
                    <a:pt x="177" y="117"/>
                  </a:lnTo>
                  <a:lnTo>
                    <a:pt x="167" y="129"/>
                  </a:lnTo>
                  <a:lnTo>
                    <a:pt x="156" y="145"/>
                  </a:lnTo>
                  <a:lnTo>
                    <a:pt x="146" y="163"/>
                  </a:lnTo>
                  <a:lnTo>
                    <a:pt x="138" y="183"/>
                  </a:lnTo>
                  <a:lnTo>
                    <a:pt x="131" y="204"/>
                  </a:lnTo>
                  <a:lnTo>
                    <a:pt x="126" y="228"/>
                  </a:lnTo>
                  <a:lnTo>
                    <a:pt x="124" y="252"/>
                  </a:lnTo>
                  <a:lnTo>
                    <a:pt x="124" y="277"/>
                  </a:lnTo>
                  <a:lnTo>
                    <a:pt x="129" y="304"/>
                  </a:lnTo>
                  <a:lnTo>
                    <a:pt x="138" y="329"/>
                  </a:lnTo>
                  <a:lnTo>
                    <a:pt x="152" y="356"/>
                  </a:lnTo>
                  <a:lnTo>
                    <a:pt x="173" y="382"/>
                  </a:lnTo>
                  <a:lnTo>
                    <a:pt x="198" y="408"/>
                  </a:lnTo>
                  <a:lnTo>
                    <a:pt x="225" y="434"/>
                  </a:lnTo>
                  <a:lnTo>
                    <a:pt x="247" y="461"/>
                  </a:lnTo>
                  <a:lnTo>
                    <a:pt x="264" y="491"/>
                  </a:lnTo>
                  <a:lnTo>
                    <a:pt x="277" y="522"/>
                  </a:lnTo>
                  <a:lnTo>
                    <a:pt x="287" y="554"/>
                  </a:lnTo>
                  <a:lnTo>
                    <a:pt x="293" y="587"/>
                  </a:lnTo>
                  <a:lnTo>
                    <a:pt x="295" y="620"/>
                  </a:lnTo>
                  <a:lnTo>
                    <a:pt x="295" y="652"/>
                  </a:lnTo>
                  <a:lnTo>
                    <a:pt x="291" y="685"/>
                  </a:lnTo>
                  <a:lnTo>
                    <a:pt x="286" y="716"/>
                  </a:lnTo>
                  <a:lnTo>
                    <a:pt x="277" y="745"/>
                  </a:lnTo>
                  <a:lnTo>
                    <a:pt x="268" y="773"/>
                  </a:lnTo>
                  <a:lnTo>
                    <a:pt x="256" y="800"/>
                  </a:lnTo>
                  <a:lnTo>
                    <a:pt x="244" y="822"/>
                  </a:lnTo>
                  <a:lnTo>
                    <a:pt x="229" y="842"/>
                  </a:lnTo>
                  <a:lnTo>
                    <a:pt x="215" y="859"/>
                  </a:lnTo>
                  <a:lnTo>
                    <a:pt x="198" y="872"/>
                  </a:lnTo>
                  <a:lnTo>
                    <a:pt x="187" y="882"/>
                  </a:lnTo>
                  <a:lnTo>
                    <a:pt x="175" y="887"/>
                  </a:lnTo>
                  <a:lnTo>
                    <a:pt x="162" y="891"/>
                  </a:lnTo>
                  <a:lnTo>
                    <a:pt x="148" y="890"/>
                  </a:lnTo>
                  <a:lnTo>
                    <a:pt x="137" y="887"/>
                  </a:lnTo>
                  <a:lnTo>
                    <a:pt x="126" y="883"/>
                  </a:lnTo>
                  <a:lnTo>
                    <a:pt x="116" y="877"/>
                  </a:lnTo>
                  <a:lnTo>
                    <a:pt x="110" y="872"/>
                  </a:lnTo>
                  <a:lnTo>
                    <a:pt x="101" y="859"/>
                  </a:lnTo>
                  <a:lnTo>
                    <a:pt x="95" y="843"/>
                  </a:lnTo>
                  <a:lnTo>
                    <a:pt x="93" y="828"/>
                  </a:lnTo>
                  <a:lnTo>
                    <a:pt x="95" y="812"/>
                  </a:lnTo>
                  <a:lnTo>
                    <a:pt x="101" y="797"/>
                  </a:lnTo>
                  <a:lnTo>
                    <a:pt x="110" y="784"/>
                  </a:lnTo>
                  <a:lnTo>
                    <a:pt x="121" y="773"/>
                  </a:lnTo>
                  <a:lnTo>
                    <a:pt x="131" y="760"/>
                  </a:lnTo>
                  <a:lnTo>
                    <a:pt x="142" y="744"/>
                  </a:lnTo>
                  <a:lnTo>
                    <a:pt x="152" y="726"/>
                  </a:lnTo>
                  <a:lnTo>
                    <a:pt x="162" y="705"/>
                  </a:lnTo>
                  <a:lnTo>
                    <a:pt x="169" y="683"/>
                  </a:lnTo>
                  <a:lnTo>
                    <a:pt x="173" y="659"/>
                  </a:lnTo>
                  <a:lnTo>
                    <a:pt x="174" y="634"/>
                  </a:lnTo>
                  <a:lnTo>
                    <a:pt x="172" y="607"/>
                  </a:lnTo>
                  <a:lnTo>
                    <a:pt x="165" y="581"/>
                  </a:lnTo>
                  <a:lnTo>
                    <a:pt x="153" y="553"/>
                  </a:lnTo>
                  <a:lnTo>
                    <a:pt x="135" y="525"/>
                  </a:lnTo>
                  <a:lnTo>
                    <a:pt x="110" y="496"/>
                  </a:lnTo>
                  <a:lnTo>
                    <a:pt x="76" y="457"/>
                  </a:lnTo>
                  <a:lnTo>
                    <a:pt x="49" y="418"/>
                  </a:lnTo>
                  <a:lnTo>
                    <a:pt x="28" y="380"/>
                  </a:lnTo>
                  <a:lnTo>
                    <a:pt x="13" y="343"/>
                  </a:lnTo>
                  <a:lnTo>
                    <a:pt x="4" y="306"/>
                  </a:lnTo>
                  <a:lnTo>
                    <a:pt x="0" y="270"/>
                  </a:lnTo>
                  <a:lnTo>
                    <a:pt x="0" y="235"/>
                  </a:lnTo>
                  <a:lnTo>
                    <a:pt x="3" y="202"/>
                  </a:lnTo>
                  <a:lnTo>
                    <a:pt x="10" y="171"/>
                  </a:lnTo>
                  <a:lnTo>
                    <a:pt x="19" y="142"/>
                  </a:lnTo>
                  <a:lnTo>
                    <a:pt x="30" y="115"/>
                  </a:lnTo>
                  <a:lnTo>
                    <a:pt x="44" y="90"/>
                  </a:lnTo>
                  <a:lnTo>
                    <a:pt x="57" y="67"/>
                  </a:lnTo>
                  <a:lnTo>
                    <a:pt x="71" y="48"/>
                  </a:lnTo>
                  <a:lnTo>
                    <a:pt x="85" y="32"/>
                  </a:lnTo>
                  <a:lnTo>
                    <a:pt x="98" y="18"/>
                  </a:lnTo>
                  <a:lnTo>
                    <a:pt x="111" y="8"/>
                  </a:lnTo>
                  <a:lnTo>
                    <a:pt x="126" y="2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0" name="Freeform 753">
              <a:extLst>
                <a:ext uri="{FF2B5EF4-FFF2-40B4-BE49-F238E27FC236}">
                  <a16:creationId xmlns:a16="http://schemas.microsoft.com/office/drawing/2014/main" id="{2E4931DB-CD68-43EC-9740-188FF7A98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2250" y="5318125"/>
              <a:ext cx="95250" cy="127000"/>
            </a:xfrm>
            <a:custGeom>
              <a:avLst/>
              <a:gdLst>
                <a:gd name="T0" fmla="*/ 438 w 842"/>
                <a:gd name="T1" fmla="*/ 8 h 1117"/>
                <a:gd name="T2" fmla="*/ 541 w 842"/>
                <a:gd name="T3" fmla="*/ 34 h 1117"/>
                <a:gd name="T4" fmla="*/ 632 w 842"/>
                <a:gd name="T5" fmla="*/ 72 h 1117"/>
                <a:gd name="T6" fmla="*/ 708 w 842"/>
                <a:gd name="T7" fmla="*/ 123 h 1117"/>
                <a:gd name="T8" fmla="*/ 769 w 842"/>
                <a:gd name="T9" fmla="*/ 187 h 1117"/>
                <a:gd name="T10" fmla="*/ 813 w 842"/>
                <a:gd name="T11" fmla="*/ 262 h 1117"/>
                <a:gd name="T12" fmla="*/ 838 w 842"/>
                <a:gd name="T13" fmla="*/ 346 h 1117"/>
                <a:gd name="T14" fmla="*/ 842 w 842"/>
                <a:gd name="T15" fmla="*/ 436 h 1117"/>
                <a:gd name="T16" fmla="*/ 826 w 842"/>
                <a:gd name="T17" fmla="*/ 528 h 1117"/>
                <a:gd name="T18" fmla="*/ 794 w 842"/>
                <a:gd name="T19" fmla="*/ 612 h 1117"/>
                <a:gd name="T20" fmla="*/ 746 w 842"/>
                <a:gd name="T21" fmla="*/ 689 h 1117"/>
                <a:gd name="T22" fmla="*/ 679 w 842"/>
                <a:gd name="T23" fmla="*/ 768 h 1117"/>
                <a:gd name="T24" fmla="*/ 594 w 842"/>
                <a:gd name="T25" fmla="*/ 846 h 1117"/>
                <a:gd name="T26" fmla="*/ 491 w 842"/>
                <a:gd name="T27" fmla="*/ 921 h 1117"/>
                <a:gd name="T28" fmla="*/ 371 w 842"/>
                <a:gd name="T29" fmla="*/ 991 h 1117"/>
                <a:gd name="T30" fmla="*/ 235 w 842"/>
                <a:gd name="T31" fmla="*/ 1051 h 1117"/>
                <a:gd name="T32" fmla="*/ 82 w 842"/>
                <a:gd name="T33" fmla="*/ 1099 h 1117"/>
                <a:gd name="T34" fmla="*/ 41 w 842"/>
                <a:gd name="T35" fmla="*/ 1070 h 1117"/>
                <a:gd name="T36" fmla="*/ 120 w 842"/>
                <a:gd name="T37" fmla="*/ 969 h 1117"/>
                <a:gd name="T38" fmla="*/ 149 w 842"/>
                <a:gd name="T39" fmla="*/ 962 h 1117"/>
                <a:gd name="T40" fmla="*/ 195 w 842"/>
                <a:gd name="T41" fmla="*/ 946 h 1117"/>
                <a:gd name="T42" fmla="*/ 255 w 842"/>
                <a:gd name="T43" fmla="*/ 919 h 1117"/>
                <a:gd name="T44" fmla="*/ 325 w 842"/>
                <a:gd name="T45" fmla="*/ 884 h 1117"/>
                <a:gd name="T46" fmla="*/ 400 w 842"/>
                <a:gd name="T47" fmla="*/ 840 h 1117"/>
                <a:gd name="T48" fmla="*/ 477 w 842"/>
                <a:gd name="T49" fmla="*/ 786 h 1117"/>
                <a:gd name="T50" fmla="*/ 550 w 842"/>
                <a:gd name="T51" fmla="*/ 724 h 1117"/>
                <a:gd name="T52" fmla="*/ 616 w 842"/>
                <a:gd name="T53" fmla="*/ 652 h 1117"/>
                <a:gd name="T54" fmla="*/ 671 w 842"/>
                <a:gd name="T55" fmla="*/ 572 h 1117"/>
                <a:gd name="T56" fmla="*/ 707 w 842"/>
                <a:gd name="T57" fmla="*/ 490 h 1117"/>
                <a:gd name="T58" fmla="*/ 719 w 842"/>
                <a:gd name="T59" fmla="*/ 414 h 1117"/>
                <a:gd name="T60" fmla="*/ 710 w 842"/>
                <a:gd name="T61" fmla="*/ 343 h 1117"/>
                <a:gd name="T62" fmla="*/ 681 w 842"/>
                <a:gd name="T63" fmla="*/ 278 h 1117"/>
                <a:gd name="T64" fmla="*/ 633 w 842"/>
                <a:gd name="T65" fmla="*/ 222 h 1117"/>
                <a:gd name="T66" fmla="*/ 566 w 842"/>
                <a:gd name="T67" fmla="*/ 177 h 1117"/>
                <a:gd name="T68" fmla="*/ 484 w 842"/>
                <a:gd name="T69" fmla="*/ 145 h 1117"/>
                <a:gd name="T70" fmla="*/ 388 w 842"/>
                <a:gd name="T71" fmla="*/ 126 h 1117"/>
                <a:gd name="T72" fmla="*/ 388 w 842"/>
                <a:gd name="T73" fmla="*/ 111 h 1117"/>
                <a:gd name="T74" fmla="*/ 387 w 842"/>
                <a:gd name="T75" fmla="*/ 79 h 1117"/>
                <a:gd name="T76" fmla="*/ 386 w 842"/>
                <a:gd name="T77" fmla="*/ 41 h 1117"/>
                <a:gd name="T78" fmla="*/ 384 w 842"/>
                <a:gd name="T79" fmla="*/ 9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42" h="1117">
                  <a:moveTo>
                    <a:pt x="383" y="0"/>
                  </a:moveTo>
                  <a:lnTo>
                    <a:pt x="438" y="8"/>
                  </a:lnTo>
                  <a:lnTo>
                    <a:pt x="491" y="19"/>
                  </a:lnTo>
                  <a:lnTo>
                    <a:pt x="541" y="34"/>
                  </a:lnTo>
                  <a:lnTo>
                    <a:pt x="588" y="51"/>
                  </a:lnTo>
                  <a:lnTo>
                    <a:pt x="632" y="72"/>
                  </a:lnTo>
                  <a:lnTo>
                    <a:pt x="672" y="97"/>
                  </a:lnTo>
                  <a:lnTo>
                    <a:pt x="708" y="123"/>
                  </a:lnTo>
                  <a:lnTo>
                    <a:pt x="740" y="154"/>
                  </a:lnTo>
                  <a:lnTo>
                    <a:pt x="769" y="187"/>
                  </a:lnTo>
                  <a:lnTo>
                    <a:pt x="794" y="223"/>
                  </a:lnTo>
                  <a:lnTo>
                    <a:pt x="813" y="262"/>
                  </a:lnTo>
                  <a:lnTo>
                    <a:pt x="828" y="303"/>
                  </a:lnTo>
                  <a:lnTo>
                    <a:pt x="838" y="346"/>
                  </a:lnTo>
                  <a:lnTo>
                    <a:pt x="842" y="390"/>
                  </a:lnTo>
                  <a:lnTo>
                    <a:pt x="842" y="436"/>
                  </a:lnTo>
                  <a:lnTo>
                    <a:pt x="837" y="482"/>
                  </a:lnTo>
                  <a:lnTo>
                    <a:pt x="826" y="528"/>
                  </a:lnTo>
                  <a:lnTo>
                    <a:pt x="810" y="576"/>
                  </a:lnTo>
                  <a:lnTo>
                    <a:pt x="794" y="612"/>
                  </a:lnTo>
                  <a:lnTo>
                    <a:pt x="771" y="650"/>
                  </a:lnTo>
                  <a:lnTo>
                    <a:pt x="746" y="689"/>
                  </a:lnTo>
                  <a:lnTo>
                    <a:pt x="714" y="728"/>
                  </a:lnTo>
                  <a:lnTo>
                    <a:pt x="679" y="768"/>
                  </a:lnTo>
                  <a:lnTo>
                    <a:pt x="638" y="806"/>
                  </a:lnTo>
                  <a:lnTo>
                    <a:pt x="594" y="846"/>
                  </a:lnTo>
                  <a:lnTo>
                    <a:pt x="545" y="884"/>
                  </a:lnTo>
                  <a:lnTo>
                    <a:pt x="491" y="921"/>
                  </a:lnTo>
                  <a:lnTo>
                    <a:pt x="433" y="957"/>
                  </a:lnTo>
                  <a:lnTo>
                    <a:pt x="371" y="991"/>
                  </a:lnTo>
                  <a:lnTo>
                    <a:pt x="305" y="1022"/>
                  </a:lnTo>
                  <a:lnTo>
                    <a:pt x="235" y="1051"/>
                  </a:lnTo>
                  <a:lnTo>
                    <a:pt x="160" y="1076"/>
                  </a:lnTo>
                  <a:lnTo>
                    <a:pt x="82" y="1099"/>
                  </a:lnTo>
                  <a:lnTo>
                    <a:pt x="0" y="1117"/>
                  </a:lnTo>
                  <a:lnTo>
                    <a:pt x="41" y="1070"/>
                  </a:lnTo>
                  <a:lnTo>
                    <a:pt x="82" y="1020"/>
                  </a:lnTo>
                  <a:lnTo>
                    <a:pt x="120" y="969"/>
                  </a:lnTo>
                  <a:lnTo>
                    <a:pt x="131" y="966"/>
                  </a:lnTo>
                  <a:lnTo>
                    <a:pt x="149" y="962"/>
                  </a:lnTo>
                  <a:lnTo>
                    <a:pt x="169" y="955"/>
                  </a:lnTo>
                  <a:lnTo>
                    <a:pt x="195" y="946"/>
                  </a:lnTo>
                  <a:lnTo>
                    <a:pt x="224" y="933"/>
                  </a:lnTo>
                  <a:lnTo>
                    <a:pt x="255" y="919"/>
                  </a:lnTo>
                  <a:lnTo>
                    <a:pt x="289" y="903"/>
                  </a:lnTo>
                  <a:lnTo>
                    <a:pt x="325" y="884"/>
                  </a:lnTo>
                  <a:lnTo>
                    <a:pt x="362" y="863"/>
                  </a:lnTo>
                  <a:lnTo>
                    <a:pt x="400" y="840"/>
                  </a:lnTo>
                  <a:lnTo>
                    <a:pt x="439" y="815"/>
                  </a:lnTo>
                  <a:lnTo>
                    <a:pt x="477" y="786"/>
                  </a:lnTo>
                  <a:lnTo>
                    <a:pt x="514" y="756"/>
                  </a:lnTo>
                  <a:lnTo>
                    <a:pt x="550" y="724"/>
                  </a:lnTo>
                  <a:lnTo>
                    <a:pt x="585" y="689"/>
                  </a:lnTo>
                  <a:lnTo>
                    <a:pt x="616" y="652"/>
                  </a:lnTo>
                  <a:lnTo>
                    <a:pt x="645" y="613"/>
                  </a:lnTo>
                  <a:lnTo>
                    <a:pt x="671" y="572"/>
                  </a:lnTo>
                  <a:lnTo>
                    <a:pt x="692" y="528"/>
                  </a:lnTo>
                  <a:lnTo>
                    <a:pt x="707" y="490"/>
                  </a:lnTo>
                  <a:lnTo>
                    <a:pt x="716" y="451"/>
                  </a:lnTo>
                  <a:lnTo>
                    <a:pt x="719" y="414"/>
                  </a:lnTo>
                  <a:lnTo>
                    <a:pt x="717" y="378"/>
                  </a:lnTo>
                  <a:lnTo>
                    <a:pt x="710" y="343"/>
                  </a:lnTo>
                  <a:lnTo>
                    <a:pt x="698" y="310"/>
                  </a:lnTo>
                  <a:lnTo>
                    <a:pt x="681" y="278"/>
                  </a:lnTo>
                  <a:lnTo>
                    <a:pt x="659" y="248"/>
                  </a:lnTo>
                  <a:lnTo>
                    <a:pt x="633" y="222"/>
                  </a:lnTo>
                  <a:lnTo>
                    <a:pt x="601" y="197"/>
                  </a:lnTo>
                  <a:lnTo>
                    <a:pt x="566" y="177"/>
                  </a:lnTo>
                  <a:lnTo>
                    <a:pt x="527" y="159"/>
                  </a:lnTo>
                  <a:lnTo>
                    <a:pt x="484" y="145"/>
                  </a:lnTo>
                  <a:lnTo>
                    <a:pt x="437" y="134"/>
                  </a:lnTo>
                  <a:lnTo>
                    <a:pt x="388" y="126"/>
                  </a:lnTo>
                  <a:lnTo>
                    <a:pt x="388" y="121"/>
                  </a:lnTo>
                  <a:lnTo>
                    <a:pt x="388" y="111"/>
                  </a:lnTo>
                  <a:lnTo>
                    <a:pt x="388" y="96"/>
                  </a:lnTo>
                  <a:lnTo>
                    <a:pt x="387" y="79"/>
                  </a:lnTo>
                  <a:lnTo>
                    <a:pt x="386" y="59"/>
                  </a:lnTo>
                  <a:lnTo>
                    <a:pt x="386" y="41"/>
                  </a:lnTo>
                  <a:lnTo>
                    <a:pt x="385" y="23"/>
                  </a:lnTo>
                  <a:lnTo>
                    <a:pt x="384" y="9"/>
                  </a:lnTo>
                  <a:lnTo>
                    <a:pt x="3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1" name="Freeform 754">
              <a:extLst>
                <a:ext uri="{FF2B5EF4-FFF2-40B4-BE49-F238E27FC236}">
                  <a16:creationId xmlns:a16="http://schemas.microsoft.com/office/drawing/2014/main" id="{48474469-4197-43FB-B8F3-30B3557BC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4913" y="5303838"/>
              <a:ext cx="312737" cy="180975"/>
            </a:xfrm>
            <a:custGeom>
              <a:avLst/>
              <a:gdLst>
                <a:gd name="T0" fmla="*/ 16 w 2763"/>
                <a:gd name="T1" fmla="*/ 0 h 1588"/>
                <a:gd name="T2" fmla="*/ 2748 w 2763"/>
                <a:gd name="T3" fmla="*/ 0 h 1588"/>
                <a:gd name="T4" fmla="*/ 2756 w 2763"/>
                <a:gd name="T5" fmla="*/ 70 h 1588"/>
                <a:gd name="T6" fmla="*/ 2762 w 2763"/>
                <a:gd name="T7" fmla="*/ 139 h 1588"/>
                <a:gd name="T8" fmla="*/ 2763 w 2763"/>
                <a:gd name="T9" fmla="*/ 210 h 1588"/>
                <a:gd name="T10" fmla="*/ 2760 w 2763"/>
                <a:gd name="T11" fmla="*/ 304 h 1588"/>
                <a:gd name="T12" fmla="*/ 2751 w 2763"/>
                <a:gd name="T13" fmla="*/ 397 h 1588"/>
                <a:gd name="T14" fmla="*/ 2735 w 2763"/>
                <a:gd name="T15" fmla="*/ 488 h 1588"/>
                <a:gd name="T16" fmla="*/ 2714 w 2763"/>
                <a:gd name="T17" fmla="*/ 576 h 1588"/>
                <a:gd name="T18" fmla="*/ 2687 w 2763"/>
                <a:gd name="T19" fmla="*/ 663 h 1588"/>
                <a:gd name="T20" fmla="*/ 2654 w 2763"/>
                <a:gd name="T21" fmla="*/ 747 h 1588"/>
                <a:gd name="T22" fmla="*/ 2617 w 2763"/>
                <a:gd name="T23" fmla="*/ 827 h 1588"/>
                <a:gd name="T24" fmla="*/ 2574 w 2763"/>
                <a:gd name="T25" fmla="*/ 905 h 1588"/>
                <a:gd name="T26" fmla="*/ 2527 w 2763"/>
                <a:gd name="T27" fmla="*/ 981 h 1588"/>
                <a:gd name="T28" fmla="*/ 2476 w 2763"/>
                <a:gd name="T29" fmla="*/ 1052 h 1588"/>
                <a:gd name="T30" fmla="*/ 2419 w 2763"/>
                <a:gd name="T31" fmla="*/ 1120 h 1588"/>
                <a:gd name="T32" fmla="*/ 2359 w 2763"/>
                <a:gd name="T33" fmla="*/ 1184 h 1588"/>
                <a:gd name="T34" fmla="*/ 2294 w 2763"/>
                <a:gd name="T35" fmla="*/ 1245 h 1588"/>
                <a:gd name="T36" fmla="*/ 2226 w 2763"/>
                <a:gd name="T37" fmla="*/ 1301 h 1588"/>
                <a:gd name="T38" fmla="*/ 2154 w 2763"/>
                <a:gd name="T39" fmla="*/ 1353 h 1588"/>
                <a:gd name="T40" fmla="*/ 2079 w 2763"/>
                <a:gd name="T41" fmla="*/ 1400 h 1588"/>
                <a:gd name="T42" fmla="*/ 2001 w 2763"/>
                <a:gd name="T43" fmla="*/ 1442 h 1588"/>
                <a:gd name="T44" fmla="*/ 1919 w 2763"/>
                <a:gd name="T45" fmla="*/ 1480 h 1588"/>
                <a:gd name="T46" fmla="*/ 1835 w 2763"/>
                <a:gd name="T47" fmla="*/ 1511 h 1588"/>
                <a:gd name="T48" fmla="*/ 1749 w 2763"/>
                <a:gd name="T49" fmla="*/ 1539 h 1588"/>
                <a:gd name="T50" fmla="*/ 1660 w 2763"/>
                <a:gd name="T51" fmla="*/ 1559 h 1588"/>
                <a:gd name="T52" fmla="*/ 1570 w 2763"/>
                <a:gd name="T53" fmla="*/ 1575 h 1588"/>
                <a:gd name="T54" fmla="*/ 1476 w 2763"/>
                <a:gd name="T55" fmla="*/ 1585 h 1588"/>
                <a:gd name="T56" fmla="*/ 1382 w 2763"/>
                <a:gd name="T57" fmla="*/ 1588 h 1588"/>
                <a:gd name="T58" fmla="*/ 1287 w 2763"/>
                <a:gd name="T59" fmla="*/ 1585 h 1588"/>
                <a:gd name="T60" fmla="*/ 1194 w 2763"/>
                <a:gd name="T61" fmla="*/ 1575 h 1588"/>
                <a:gd name="T62" fmla="*/ 1103 w 2763"/>
                <a:gd name="T63" fmla="*/ 1559 h 1588"/>
                <a:gd name="T64" fmla="*/ 1014 w 2763"/>
                <a:gd name="T65" fmla="*/ 1539 h 1588"/>
                <a:gd name="T66" fmla="*/ 928 w 2763"/>
                <a:gd name="T67" fmla="*/ 1511 h 1588"/>
                <a:gd name="T68" fmla="*/ 844 w 2763"/>
                <a:gd name="T69" fmla="*/ 1480 h 1588"/>
                <a:gd name="T70" fmla="*/ 763 w 2763"/>
                <a:gd name="T71" fmla="*/ 1442 h 1588"/>
                <a:gd name="T72" fmla="*/ 685 w 2763"/>
                <a:gd name="T73" fmla="*/ 1400 h 1588"/>
                <a:gd name="T74" fmla="*/ 609 w 2763"/>
                <a:gd name="T75" fmla="*/ 1353 h 1588"/>
                <a:gd name="T76" fmla="*/ 537 w 2763"/>
                <a:gd name="T77" fmla="*/ 1301 h 1588"/>
                <a:gd name="T78" fmla="*/ 470 w 2763"/>
                <a:gd name="T79" fmla="*/ 1245 h 1588"/>
                <a:gd name="T80" fmla="*/ 405 w 2763"/>
                <a:gd name="T81" fmla="*/ 1184 h 1588"/>
                <a:gd name="T82" fmla="*/ 344 w 2763"/>
                <a:gd name="T83" fmla="*/ 1120 h 1588"/>
                <a:gd name="T84" fmla="*/ 288 w 2763"/>
                <a:gd name="T85" fmla="*/ 1052 h 1588"/>
                <a:gd name="T86" fmla="*/ 236 w 2763"/>
                <a:gd name="T87" fmla="*/ 981 h 1588"/>
                <a:gd name="T88" fmla="*/ 189 w 2763"/>
                <a:gd name="T89" fmla="*/ 905 h 1588"/>
                <a:gd name="T90" fmla="*/ 147 w 2763"/>
                <a:gd name="T91" fmla="*/ 827 h 1588"/>
                <a:gd name="T92" fmla="*/ 109 w 2763"/>
                <a:gd name="T93" fmla="*/ 747 h 1588"/>
                <a:gd name="T94" fmla="*/ 77 w 2763"/>
                <a:gd name="T95" fmla="*/ 663 h 1588"/>
                <a:gd name="T96" fmla="*/ 49 w 2763"/>
                <a:gd name="T97" fmla="*/ 576 h 1588"/>
                <a:gd name="T98" fmla="*/ 29 w 2763"/>
                <a:gd name="T99" fmla="*/ 488 h 1588"/>
                <a:gd name="T100" fmla="*/ 12 w 2763"/>
                <a:gd name="T101" fmla="*/ 397 h 1588"/>
                <a:gd name="T102" fmla="*/ 3 w 2763"/>
                <a:gd name="T103" fmla="*/ 304 h 1588"/>
                <a:gd name="T104" fmla="*/ 0 w 2763"/>
                <a:gd name="T105" fmla="*/ 210 h 1588"/>
                <a:gd name="T106" fmla="*/ 2 w 2763"/>
                <a:gd name="T107" fmla="*/ 139 h 1588"/>
                <a:gd name="T108" fmla="*/ 7 w 2763"/>
                <a:gd name="T109" fmla="*/ 69 h 1588"/>
                <a:gd name="T110" fmla="*/ 16 w 2763"/>
                <a:gd name="T111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63" h="1588">
                  <a:moveTo>
                    <a:pt x="16" y="0"/>
                  </a:moveTo>
                  <a:lnTo>
                    <a:pt x="2748" y="0"/>
                  </a:lnTo>
                  <a:lnTo>
                    <a:pt x="2756" y="70"/>
                  </a:lnTo>
                  <a:lnTo>
                    <a:pt x="2762" y="139"/>
                  </a:lnTo>
                  <a:lnTo>
                    <a:pt x="2763" y="210"/>
                  </a:lnTo>
                  <a:lnTo>
                    <a:pt x="2760" y="304"/>
                  </a:lnTo>
                  <a:lnTo>
                    <a:pt x="2751" y="397"/>
                  </a:lnTo>
                  <a:lnTo>
                    <a:pt x="2735" y="488"/>
                  </a:lnTo>
                  <a:lnTo>
                    <a:pt x="2714" y="576"/>
                  </a:lnTo>
                  <a:lnTo>
                    <a:pt x="2687" y="663"/>
                  </a:lnTo>
                  <a:lnTo>
                    <a:pt x="2654" y="747"/>
                  </a:lnTo>
                  <a:lnTo>
                    <a:pt x="2617" y="827"/>
                  </a:lnTo>
                  <a:lnTo>
                    <a:pt x="2574" y="905"/>
                  </a:lnTo>
                  <a:lnTo>
                    <a:pt x="2527" y="981"/>
                  </a:lnTo>
                  <a:lnTo>
                    <a:pt x="2476" y="1052"/>
                  </a:lnTo>
                  <a:lnTo>
                    <a:pt x="2419" y="1120"/>
                  </a:lnTo>
                  <a:lnTo>
                    <a:pt x="2359" y="1184"/>
                  </a:lnTo>
                  <a:lnTo>
                    <a:pt x="2294" y="1245"/>
                  </a:lnTo>
                  <a:lnTo>
                    <a:pt x="2226" y="1301"/>
                  </a:lnTo>
                  <a:lnTo>
                    <a:pt x="2154" y="1353"/>
                  </a:lnTo>
                  <a:lnTo>
                    <a:pt x="2079" y="1400"/>
                  </a:lnTo>
                  <a:lnTo>
                    <a:pt x="2001" y="1442"/>
                  </a:lnTo>
                  <a:lnTo>
                    <a:pt x="1919" y="1480"/>
                  </a:lnTo>
                  <a:lnTo>
                    <a:pt x="1835" y="1511"/>
                  </a:lnTo>
                  <a:lnTo>
                    <a:pt x="1749" y="1539"/>
                  </a:lnTo>
                  <a:lnTo>
                    <a:pt x="1660" y="1559"/>
                  </a:lnTo>
                  <a:lnTo>
                    <a:pt x="1570" y="1575"/>
                  </a:lnTo>
                  <a:lnTo>
                    <a:pt x="1476" y="1585"/>
                  </a:lnTo>
                  <a:lnTo>
                    <a:pt x="1382" y="1588"/>
                  </a:lnTo>
                  <a:lnTo>
                    <a:pt x="1287" y="1585"/>
                  </a:lnTo>
                  <a:lnTo>
                    <a:pt x="1194" y="1575"/>
                  </a:lnTo>
                  <a:lnTo>
                    <a:pt x="1103" y="1559"/>
                  </a:lnTo>
                  <a:lnTo>
                    <a:pt x="1014" y="1539"/>
                  </a:lnTo>
                  <a:lnTo>
                    <a:pt x="928" y="1511"/>
                  </a:lnTo>
                  <a:lnTo>
                    <a:pt x="844" y="1480"/>
                  </a:lnTo>
                  <a:lnTo>
                    <a:pt x="763" y="1442"/>
                  </a:lnTo>
                  <a:lnTo>
                    <a:pt x="685" y="1400"/>
                  </a:lnTo>
                  <a:lnTo>
                    <a:pt x="609" y="1353"/>
                  </a:lnTo>
                  <a:lnTo>
                    <a:pt x="537" y="1301"/>
                  </a:lnTo>
                  <a:lnTo>
                    <a:pt x="470" y="1245"/>
                  </a:lnTo>
                  <a:lnTo>
                    <a:pt x="405" y="1184"/>
                  </a:lnTo>
                  <a:lnTo>
                    <a:pt x="344" y="1120"/>
                  </a:lnTo>
                  <a:lnTo>
                    <a:pt x="288" y="1052"/>
                  </a:lnTo>
                  <a:lnTo>
                    <a:pt x="236" y="981"/>
                  </a:lnTo>
                  <a:lnTo>
                    <a:pt x="189" y="905"/>
                  </a:lnTo>
                  <a:lnTo>
                    <a:pt x="147" y="827"/>
                  </a:lnTo>
                  <a:lnTo>
                    <a:pt x="109" y="747"/>
                  </a:lnTo>
                  <a:lnTo>
                    <a:pt x="77" y="663"/>
                  </a:lnTo>
                  <a:lnTo>
                    <a:pt x="49" y="576"/>
                  </a:lnTo>
                  <a:lnTo>
                    <a:pt x="29" y="488"/>
                  </a:lnTo>
                  <a:lnTo>
                    <a:pt x="12" y="397"/>
                  </a:lnTo>
                  <a:lnTo>
                    <a:pt x="3" y="304"/>
                  </a:lnTo>
                  <a:lnTo>
                    <a:pt x="0" y="210"/>
                  </a:lnTo>
                  <a:lnTo>
                    <a:pt x="2" y="139"/>
                  </a:lnTo>
                  <a:lnTo>
                    <a:pt x="7" y="69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2" name="Freeform 755">
              <a:extLst>
                <a:ext uri="{FF2B5EF4-FFF2-40B4-BE49-F238E27FC236}">
                  <a16:creationId xmlns:a16="http://schemas.microsoft.com/office/drawing/2014/main" id="{12EA0E99-0DED-4E91-BC20-5BC648484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8088" y="5454650"/>
              <a:ext cx="306387" cy="74612"/>
            </a:xfrm>
            <a:custGeom>
              <a:avLst/>
              <a:gdLst>
                <a:gd name="T0" fmla="*/ 377 w 2711"/>
                <a:gd name="T1" fmla="*/ 62 h 659"/>
                <a:gd name="T2" fmla="*/ 531 w 2711"/>
                <a:gd name="T3" fmla="*/ 172 h 659"/>
                <a:gd name="T4" fmla="*/ 697 w 2711"/>
                <a:gd name="T5" fmla="*/ 263 h 659"/>
                <a:gd name="T6" fmla="*/ 874 w 2711"/>
                <a:gd name="T7" fmla="*/ 334 h 659"/>
                <a:gd name="T8" fmla="*/ 1062 w 2711"/>
                <a:gd name="T9" fmla="*/ 383 h 659"/>
                <a:gd name="T10" fmla="*/ 1257 w 2711"/>
                <a:gd name="T11" fmla="*/ 407 h 659"/>
                <a:gd name="T12" fmla="*/ 1456 w 2711"/>
                <a:gd name="T13" fmla="*/ 407 h 659"/>
                <a:gd name="T14" fmla="*/ 1652 w 2711"/>
                <a:gd name="T15" fmla="*/ 383 h 659"/>
                <a:gd name="T16" fmla="*/ 1839 w 2711"/>
                <a:gd name="T17" fmla="*/ 334 h 659"/>
                <a:gd name="T18" fmla="*/ 2016 w 2711"/>
                <a:gd name="T19" fmla="*/ 263 h 659"/>
                <a:gd name="T20" fmla="*/ 2182 w 2711"/>
                <a:gd name="T21" fmla="*/ 172 h 659"/>
                <a:gd name="T22" fmla="*/ 2336 w 2711"/>
                <a:gd name="T23" fmla="*/ 63 h 659"/>
                <a:gd name="T24" fmla="*/ 2463 w 2711"/>
                <a:gd name="T25" fmla="*/ 23 h 659"/>
                <a:gd name="T26" fmla="*/ 2558 w 2711"/>
                <a:gd name="T27" fmla="*/ 69 h 659"/>
                <a:gd name="T28" fmla="*/ 2631 w 2711"/>
                <a:gd name="T29" fmla="*/ 118 h 659"/>
                <a:gd name="T30" fmla="*/ 2682 w 2711"/>
                <a:gd name="T31" fmla="*/ 171 h 659"/>
                <a:gd name="T32" fmla="*/ 2708 w 2711"/>
                <a:gd name="T33" fmla="*/ 226 h 659"/>
                <a:gd name="T34" fmla="*/ 2707 w 2711"/>
                <a:gd name="T35" fmla="*/ 286 h 659"/>
                <a:gd name="T36" fmla="*/ 2678 w 2711"/>
                <a:gd name="T37" fmla="*/ 344 h 659"/>
                <a:gd name="T38" fmla="*/ 2623 w 2711"/>
                <a:gd name="T39" fmla="*/ 399 h 659"/>
                <a:gd name="T40" fmla="*/ 2542 w 2711"/>
                <a:gd name="T41" fmla="*/ 450 h 659"/>
                <a:gd name="T42" fmla="*/ 2439 w 2711"/>
                <a:gd name="T43" fmla="*/ 498 h 659"/>
                <a:gd name="T44" fmla="*/ 2315 w 2711"/>
                <a:gd name="T45" fmla="*/ 540 h 659"/>
                <a:gd name="T46" fmla="*/ 2171 w 2711"/>
                <a:gd name="T47" fmla="*/ 577 h 659"/>
                <a:gd name="T48" fmla="*/ 2012 w 2711"/>
                <a:gd name="T49" fmla="*/ 608 h 659"/>
                <a:gd name="T50" fmla="*/ 1839 w 2711"/>
                <a:gd name="T51" fmla="*/ 632 h 659"/>
                <a:gd name="T52" fmla="*/ 1652 w 2711"/>
                <a:gd name="T53" fmla="*/ 649 h 659"/>
                <a:gd name="T54" fmla="*/ 1456 w 2711"/>
                <a:gd name="T55" fmla="*/ 658 h 659"/>
                <a:gd name="T56" fmla="*/ 1254 w 2711"/>
                <a:gd name="T57" fmla="*/ 658 h 659"/>
                <a:gd name="T58" fmla="*/ 1059 w 2711"/>
                <a:gd name="T59" fmla="*/ 649 h 659"/>
                <a:gd name="T60" fmla="*/ 872 w 2711"/>
                <a:gd name="T61" fmla="*/ 632 h 659"/>
                <a:gd name="T62" fmla="*/ 699 w 2711"/>
                <a:gd name="T63" fmla="*/ 608 h 659"/>
                <a:gd name="T64" fmla="*/ 540 w 2711"/>
                <a:gd name="T65" fmla="*/ 577 h 659"/>
                <a:gd name="T66" fmla="*/ 396 w 2711"/>
                <a:gd name="T67" fmla="*/ 540 h 659"/>
                <a:gd name="T68" fmla="*/ 272 w 2711"/>
                <a:gd name="T69" fmla="*/ 498 h 659"/>
                <a:gd name="T70" fmla="*/ 169 w 2711"/>
                <a:gd name="T71" fmla="*/ 450 h 659"/>
                <a:gd name="T72" fmla="*/ 88 w 2711"/>
                <a:gd name="T73" fmla="*/ 399 h 659"/>
                <a:gd name="T74" fmla="*/ 32 w 2711"/>
                <a:gd name="T75" fmla="*/ 344 h 659"/>
                <a:gd name="T76" fmla="*/ 3 w 2711"/>
                <a:gd name="T77" fmla="*/ 286 h 659"/>
                <a:gd name="T78" fmla="*/ 3 w 2711"/>
                <a:gd name="T79" fmla="*/ 226 h 659"/>
                <a:gd name="T80" fmla="*/ 29 w 2711"/>
                <a:gd name="T81" fmla="*/ 170 h 659"/>
                <a:gd name="T82" fmla="*/ 81 w 2711"/>
                <a:gd name="T83" fmla="*/ 118 h 659"/>
                <a:gd name="T84" fmla="*/ 154 w 2711"/>
                <a:gd name="T85" fmla="*/ 68 h 659"/>
                <a:gd name="T86" fmla="*/ 250 w 2711"/>
                <a:gd name="T87" fmla="*/ 22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711" h="659">
                  <a:moveTo>
                    <a:pt x="304" y="0"/>
                  </a:moveTo>
                  <a:lnTo>
                    <a:pt x="377" y="62"/>
                  </a:lnTo>
                  <a:lnTo>
                    <a:pt x="452" y="120"/>
                  </a:lnTo>
                  <a:lnTo>
                    <a:pt x="531" y="172"/>
                  </a:lnTo>
                  <a:lnTo>
                    <a:pt x="613" y="220"/>
                  </a:lnTo>
                  <a:lnTo>
                    <a:pt x="697" y="263"/>
                  </a:lnTo>
                  <a:lnTo>
                    <a:pt x="785" y="301"/>
                  </a:lnTo>
                  <a:lnTo>
                    <a:pt x="874" y="334"/>
                  </a:lnTo>
                  <a:lnTo>
                    <a:pt x="967" y="361"/>
                  </a:lnTo>
                  <a:lnTo>
                    <a:pt x="1062" y="383"/>
                  </a:lnTo>
                  <a:lnTo>
                    <a:pt x="1158" y="398"/>
                  </a:lnTo>
                  <a:lnTo>
                    <a:pt x="1257" y="407"/>
                  </a:lnTo>
                  <a:lnTo>
                    <a:pt x="1357" y="410"/>
                  </a:lnTo>
                  <a:lnTo>
                    <a:pt x="1456" y="407"/>
                  </a:lnTo>
                  <a:lnTo>
                    <a:pt x="1555" y="398"/>
                  </a:lnTo>
                  <a:lnTo>
                    <a:pt x="1652" y="383"/>
                  </a:lnTo>
                  <a:lnTo>
                    <a:pt x="1747" y="361"/>
                  </a:lnTo>
                  <a:lnTo>
                    <a:pt x="1839" y="334"/>
                  </a:lnTo>
                  <a:lnTo>
                    <a:pt x="1929" y="301"/>
                  </a:lnTo>
                  <a:lnTo>
                    <a:pt x="2016" y="263"/>
                  </a:lnTo>
                  <a:lnTo>
                    <a:pt x="2101" y="220"/>
                  </a:lnTo>
                  <a:lnTo>
                    <a:pt x="2182" y="172"/>
                  </a:lnTo>
                  <a:lnTo>
                    <a:pt x="2261" y="120"/>
                  </a:lnTo>
                  <a:lnTo>
                    <a:pt x="2336" y="63"/>
                  </a:lnTo>
                  <a:lnTo>
                    <a:pt x="2409" y="1"/>
                  </a:lnTo>
                  <a:lnTo>
                    <a:pt x="2463" y="23"/>
                  </a:lnTo>
                  <a:lnTo>
                    <a:pt x="2512" y="45"/>
                  </a:lnTo>
                  <a:lnTo>
                    <a:pt x="2558" y="69"/>
                  </a:lnTo>
                  <a:lnTo>
                    <a:pt x="2596" y="92"/>
                  </a:lnTo>
                  <a:lnTo>
                    <a:pt x="2631" y="118"/>
                  </a:lnTo>
                  <a:lnTo>
                    <a:pt x="2659" y="145"/>
                  </a:lnTo>
                  <a:lnTo>
                    <a:pt x="2682" y="171"/>
                  </a:lnTo>
                  <a:lnTo>
                    <a:pt x="2698" y="199"/>
                  </a:lnTo>
                  <a:lnTo>
                    <a:pt x="2708" y="226"/>
                  </a:lnTo>
                  <a:lnTo>
                    <a:pt x="2711" y="255"/>
                  </a:lnTo>
                  <a:lnTo>
                    <a:pt x="2707" y="286"/>
                  </a:lnTo>
                  <a:lnTo>
                    <a:pt x="2697" y="315"/>
                  </a:lnTo>
                  <a:lnTo>
                    <a:pt x="2678" y="344"/>
                  </a:lnTo>
                  <a:lnTo>
                    <a:pt x="2654" y="372"/>
                  </a:lnTo>
                  <a:lnTo>
                    <a:pt x="2623" y="399"/>
                  </a:lnTo>
                  <a:lnTo>
                    <a:pt x="2585" y="425"/>
                  </a:lnTo>
                  <a:lnTo>
                    <a:pt x="2542" y="450"/>
                  </a:lnTo>
                  <a:lnTo>
                    <a:pt x="2493" y="475"/>
                  </a:lnTo>
                  <a:lnTo>
                    <a:pt x="2439" y="498"/>
                  </a:lnTo>
                  <a:lnTo>
                    <a:pt x="2379" y="520"/>
                  </a:lnTo>
                  <a:lnTo>
                    <a:pt x="2315" y="540"/>
                  </a:lnTo>
                  <a:lnTo>
                    <a:pt x="2245" y="560"/>
                  </a:lnTo>
                  <a:lnTo>
                    <a:pt x="2171" y="577"/>
                  </a:lnTo>
                  <a:lnTo>
                    <a:pt x="2093" y="593"/>
                  </a:lnTo>
                  <a:lnTo>
                    <a:pt x="2012" y="608"/>
                  </a:lnTo>
                  <a:lnTo>
                    <a:pt x="1927" y="621"/>
                  </a:lnTo>
                  <a:lnTo>
                    <a:pt x="1839" y="632"/>
                  </a:lnTo>
                  <a:lnTo>
                    <a:pt x="1747" y="641"/>
                  </a:lnTo>
                  <a:lnTo>
                    <a:pt x="1652" y="649"/>
                  </a:lnTo>
                  <a:lnTo>
                    <a:pt x="1556" y="654"/>
                  </a:lnTo>
                  <a:lnTo>
                    <a:pt x="1456" y="658"/>
                  </a:lnTo>
                  <a:lnTo>
                    <a:pt x="1355" y="659"/>
                  </a:lnTo>
                  <a:lnTo>
                    <a:pt x="1254" y="658"/>
                  </a:lnTo>
                  <a:lnTo>
                    <a:pt x="1155" y="654"/>
                  </a:lnTo>
                  <a:lnTo>
                    <a:pt x="1059" y="649"/>
                  </a:lnTo>
                  <a:lnTo>
                    <a:pt x="963" y="641"/>
                  </a:lnTo>
                  <a:lnTo>
                    <a:pt x="872" y="632"/>
                  </a:lnTo>
                  <a:lnTo>
                    <a:pt x="784" y="621"/>
                  </a:lnTo>
                  <a:lnTo>
                    <a:pt x="699" y="608"/>
                  </a:lnTo>
                  <a:lnTo>
                    <a:pt x="617" y="593"/>
                  </a:lnTo>
                  <a:lnTo>
                    <a:pt x="540" y="577"/>
                  </a:lnTo>
                  <a:lnTo>
                    <a:pt x="466" y="560"/>
                  </a:lnTo>
                  <a:lnTo>
                    <a:pt x="396" y="540"/>
                  </a:lnTo>
                  <a:lnTo>
                    <a:pt x="332" y="520"/>
                  </a:lnTo>
                  <a:lnTo>
                    <a:pt x="272" y="498"/>
                  </a:lnTo>
                  <a:lnTo>
                    <a:pt x="218" y="475"/>
                  </a:lnTo>
                  <a:lnTo>
                    <a:pt x="169" y="450"/>
                  </a:lnTo>
                  <a:lnTo>
                    <a:pt x="126" y="425"/>
                  </a:lnTo>
                  <a:lnTo>
                    <a:pt x="88" y="399"/>
                  </a:lnTo>
                  <a:lnTo>
                    <a:pt x="57" y="372"/>
                  </a:lnTo>
                  <a:lnTo>
                    <a:pt x="32" y="344"/>
                  </a:lnTo>
                  <a:lnTo>
                    <a:pt x="14" y="315"/>
                  </a:lnTo>
                  <a:lnTo>
                    <a:pt x="3" y="286"/>
                  </a:lnTo>
                  <a:lnTo>
                    <a:pt x="0" y="255"/>
                  </a:lnTo>
                  <a:lnTo>
                    <a:pt x="3" y="226"/>
                  </a:lnTo>
                  <a:lnTo>
                    <a:pt x="13" y="198"/>
                  </a:lnTo>
                  <a:lnTo>
                    <a:pt x="29" y="170"/>
                  </a:lnTo>
                  <a:lnTo>
                    <a:pt x="52" y="144"/>
                  </a:lnTo>
                  <a:lnTo>
                    <a:pt x="81" y="118"/>
                  </a:lnTo>
                  <a:lnTo>
                    <a:pt x="114" y="92"/>
                  </a:lnTo>
                  <a:lnTo>
                    <a:pt x="154" y="68"/>
                  </a:lnTo>
                  <a:lnTo>
                    <a:pt x="199" y="44"/>
                  </a:lnTo>
                  <a:lnTo>
                    <a:pt x="250" y="22"/>
                  </a:lnTo>
                  <a:lnTo>
                    <a:pt x="3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8DB0A1BC-57D8-4B9D-A2C5-8F5EADFC3A4F}"/>
              </a:ext>
            </a:extLst>
          </p:cNvPr>
          <p:cNvGrpSpPr/>
          <p:nvPr/>
        </p:nvGrpSpPr>
        <p:grpSpPr>
          <a:xfrm>
            <a:off x="10410756" y="4830973"/>
            <a:ext cx="311643" cy="309067"/>
            <a:chOff x="8201025" y="5148263"/>
            <a:chExt cx="384175" cy="3809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94" name="Freeform 760">
              <a:extLst>
                <a:ext uri="{FF2B5EF4-FFF2-40B4-BE49-F238E27FC236}">
                  <a16:creationId xmlns:a16="http://schemas.microsoft.com/office/drawing/2014/main" id="{3AD11C44-B97C-4C48-BB1A-670C860DC8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5175250"/>
              <a:ext cx="355600" cy="354012"/>
            </a:xfrm>
            <a:custGeom>
              <a:avLst/>
              <a:gdLst>
                <a:gd name="T0" fmla="*/ 1512 w 3132"/>
                <a:gd name="T1" fmla="*/ 2682 h 3124"/>
                <a:gd name="T2" fmla="*/ 1531 w 3132"/>
                <a:gd name="T3" fmla="*/ 2974 h 3124"/>
                <a:gd name="T4" fmla="*/ 1611 w 3132"/>
                <a:gd name="T5" fmla="*/ 2961 h 3124"/>
                <a:gd name="T6" fmla="*/ 1611 w 3132"/>
                <a:gd name="T7" fmla="*/ 2667 h 3124"/>
                <a:gd name="T8" fmla="*/ 2350 w 3132"/>
                <a:gd name="T9" fmla="*/ 2315 h 3124"/>
                <a:gd name="T10" fmla="*/ 2323 w 3132"/>
                <a:gd name="T11" fmla="*/ 2391 h 3124"/>
                <a:gd name="T12" fmla="*/ 2545 w 3132"/>
                <a:gd name="T13" fmla="*/ 2583 h 3124"/>
                <a:gd name="T14" fmla="*/ 2592 w 3132"/>
                <a:gd name="T15" fmla="*/ 2519 h 3124"/>
                <a:gd name="T16" fmla="*/ 2382 w 3132"/>
                <a:gd name="T17" fmla="*/ 2310 h 3124"/>
                <a:gd name="T18" fmla="*/ 556 w 3132"/>
                <a:gd name="T19" fmla="*/ 2487 h 3124"/>
                <a:gd name="T20" fmla="*/ 556 w 3132"/>
                <a:gd name="T21" fmla="*/ 2567 h 3124"/>
                <a:gd name="T22" fmla="*/ 635 w 3132"/>
                <a:gd name="T23" fmla="*/ 2567 h 3124"/>
                <a:gd name="T24" fmla="*/ 809 w 3132"/>
                <a:gd name="T25" fmla="*/ 2341 h 3124"/>
                <a:gd name="T26" fmla="*/ 2708 w 3132"/>
                <a:gd name="T27" fmla="*/ 1504 h 3124"/>
                <a:gd name="T28" fmla="*/ 2651 w 3132"/>
                <a:gd name="T29" fmla="*/ 1561 h 3124"/>
                <a:gd name="T30" fmla="*/ 2708 w 3132"/>
                <a:gd name="T31" fmla="*/ 1617 h 3124"/>
                <a:gd name="T32" fmla="*/ 2990 w 3132"/>
                <a:gd name="T33" fmla="*/ 1579 h 3124"/>
                <a:gd name="T34" fmla="*/ 2954 w 3132"/>
                <a:gd name="T35" fmla="*/ 1506 h 3124"/>
                <a:gd name="T36" fmla="*/ 159 w 3132"/>
                <a:gd name="T37" fmla="*/ 1515 h 3124"/>
                <a:gd name="T38" fmla="*/ 146 w 3132"/>
                <a:gd name="T39" fmla="*/ 1594 h 3124"/>
                <a:gd name="T40" fmla="*/ 440 w 3132"/>
                <a:gd name="T41" fmla="*/ 1614 h 3124"/>
                <a:gd name="T42" fmla="*/ 475 w 3132"/>
                <a:gd name="T43" fmla="*/ 1542 h 3124"/>
                <a:gd name="T44" fmla="*/ 193 w 3132"/>
                <a:gd name="T45" fmla="*/ 1504 h 3124"/>
                <a:gd name="T46" fmla="*/ 1512 w 3132"/>
                <a:gd name="T47" fmla="*/ 684 h 3124"/>
                <a:gd name="T48" fmla="*/ 1532 w 3132"/>
                <a:gd name="T49" fmla="*/ 1607 h 3124"/>
                <a:gd name="T50" fmla="*/ 2186 w 3132"/>
                <a:gd name="T51" fmla="*/ 1610 h 3124"/>
                <a:gd name="T52" fmla="*/ 2213 w 3132"/>
                <a:gd name="T53" fmla="*/ 1540 h 3124"/>
                <a:gd name="T54" fmla="*/ 1623 w 3132"/>
                <a:gd name="T55" fmla="*/ 1502 h 3124"/>
                <a:gd name="T56" fmla="*/ 1585 w 3132"/>
                <a:gd name="T57" fmla="*/ 650 h 3124"/>
                <a:gd name="T58" fmla="*/ 2331 w 3132"/>
                <a:gd name="T59" fmla="*/ 715 h 3124"/>
                <a:gd name="T60" fmla="*/ 2331 w 3132"/>
                <a:gd name="T61" fmla="*/ 795 h 3124"/>
                <a:gd name="T62" fmla="*/ 2411 w 3132"/>
                <a:gd name="T63" fmla="*/ 795 h 3124"/>
                <a:gd name="T64" fmla="*/ 2584 w 3132"/>
                <a:gd name="T65" fmla="*/ 569 h 3124"/>
                <a:gd name="T66" fmla="*/ 1563 w 3132"/>
                <a:gd name="T67" fmla="*/ 139 h 3124"/>
                <a:gd name="T68" fmla="*/ 1507 w 3132"/>
                <a:gd name="T69" fmla="*/ 196 h 3124"/>
                <a:gd name="T70" fmla="*/ 1545 w 3132"/>
                <a:gd name="T71" fmla="*/ 477 h 3124"/>
                <a:gd name="T72" fmla="*/ 1618 w 3132"/>
                <a:gd name="T73" fmla="*/ 441 h 3124"/>
                <a:gd name="T74" fmla="*/ 1597 w 3132"/>
                <a:gd name="T75" fmla="*/ 150 h 3124"/>
                <a:gd name="T76" fmla="*/ 1762 w 3132"/>
                <a:gd name="T77" fmla="*/ 13 h 3124"/>
                <a:gd name="T78" fmla="*/ 2218 w 3132"/>
                <a:gd name="T79" fmla="*/ 142 h 3124"/>
                <a:gd name="T80" fmla="*/ 2606 w 3132"/>
                <a:gd name="T81" fmla="*/ 395 h 3124"/>
                <a:gd name="T82" fmla="*/ 2903 w 3132"/>
                <a:gd name="T83" fmla="*/ 748 h 3124"/>
                <a:gd name="T84" fmla="*/ 3085 w 3132"/>
                <a:gd name="T85" fmla="*/ 1178 h 3124"/>
                <a:gd name="T86" fmla="*/ 3129 w 3132"/>
                <a:gd name="T87" fmla="*/ 1663 h 3124"/>
                <a:gd name="T88" fmla="*/ 3027 w 3132"/>
                <a:gd name="T89" fmla="*/ 2128 h 3124"/>
                <a:gd name="T90" fmla="*/ 2796 w 3132"/>
                <a:gd name="T91" fmla="*/ 2529 h 3124"/>
                <a:gd name="T92" fmla="*/ 2460 w 3132"/>
                <a:gd name="T93" fmla="*/ 2844 h 3124"/>
                <a:gd name="T94" fmla="*/ 2044 w 3132"/>
                <a:gd name="T95" fmla="*/ 3050 h 3124"/>
                <a:gd name="T96" fmla="*/ 1566 w 3132"/>
                <a:gd name="T97" fmla="*/ 3124 h 3124"/>
                <a:gd name="T98" fmla="*/ 1089 w 3132"/>
                <a:gd name="T99" fmla="*/ 3050 h 3124"/>
                <a:gd name="T100" fmla="*/ 671 w 3132"/>
                <a:gd name="T101" fmla="*/ 2844 h 3124"/>
                <a:gd name="T102" fmla="*/ 336 w 3132"/>
                <a:gd name="T103" fmla="*/ 2529 h 3124"/>
                <a:gd name="T104" fmla="*/ 105 w 3132"/>
                <a:gd name="T105" fmla="*/ 2128 h 3124"/>
                <a:gd name="T106" fmla="*/ 3 w 3132"/>
                <a:gd name="T107" fmla="*/ 1663 h 3124"/>
                <a:gd name="T108" fmla="*/ 40 w 3132"/>
                <a:gd name="T109" fmla="*/ 1213 h 3124"/>
                <a:gd name="T110" fmla="*/ 322 w 3132"/>
                <a:gd name="T111" fmla="*/ 1197 h 3124"/>
                <a:gd name="T112" fmla="*/ 668 w 3132"/>
                <a:gd name="T113" fmla="*/ 1149 h 3124"/>
                <a:gd name="T114" fmla="*/ 954 w 3132"/>
                <a:gd name="T115" fmla="*/ 965 h 3124"/>
                <a:gd name="T116" fmla="*/ 1140 w 3132"/>
                <a:gd name="T117" fmla="*/ 679 h 3124"/>
                <a:gd name="T118" fmla="*/ 1187 w 3132"/>
                <a:gd name="T119" fmla="*/ 344 h 3124"/>
                <a:gd name="T120" fmla="*/ 1115 w 3132"/>
                <a:gd name="T121" fmla="*/ 68 h 3124"/>
                <a:gd name="T122" fmla="*/ 1566 w 3132"/>
                <a:gd name="T123" fmla="*/ 0 h 3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132" h="3124">
                  <a:moveTo>
                    <a:pt x="1565" y="2644"/>
                  </a:moveTo>
                  <a:lnTo>
                    <a:pt x="1547" y="2647"/>
                  </a:lnTo>
                  <a:lnTo>
                    <a:pt x="1531" y="2655"/>
                  </a:lnTo>
                  <a:lnTo>
                    <a:pt x="1519" y="2667"/>
                  </a:lnTo>
                  <a:lnTo>
                    <a:pt x="1512" y="2682"/>
                  </a:lnTo>
                  <a:lnTo>
                    <a:pt x="1509" y="2701"/>
                  </a:lnTo>
                  <a:lnTo>
                    <a:pt x="1509" y="2927"/>
                  </a:lnTo>
                  <a:lnTo>
                    <a:pt x="1512" y="2946"/>
                  </a:lnTo>
                  <a:lnTo>
                    <a:pt x="1519" y="2961"/>
                  </a:lnTo>
                  <a:lnTo>
                    <a:pt x="1531" y="2974"/>
                  </a:lnTo>
                  <a:lnTo>
                    <a:pt x="1547" y="2982"/>
                  </a:lnTo>
                  <a:lnTo>
                    <a:pt x="1565" y="2985"/>
                  </a:lnTo>
                  <a:lnTo>
                    <a:pt x="1584" y="2982"/>
                  </a:lnTo>
                  <a:lnTo>
                    <a:pt x="1599" y="2974"/>
                  </a:lnTo>
                  <a:lnTo>
                    <a:pt x="1611" y="2961"/>
                  </a:lnTo>
                  <a:lnTo>
                    <a:pt x="1620" y="2946"/>
                  </a:lnTo>
                  <a:lnTo>
                    <a:pt x="1622" y="2927"/>
                  </a:lnTo>
                  <a:lnTo>
                    <a:pt x="1622" y="2701"/>
                  </a:lnTo>
                  <a:lnTo>
                    <a:pt x="1620" y="2682"/>
                  </a:lnTo>
                  <a:lnTo>
                    <a:pt x="1611" y="2667"/>
                  </a:lnTo>
                  <a:lnTo>
                    <a:pt x="1599" y="2655"/>
                  </a:lnTo>
                  <a:lnTo>
                    <a:pt x="1584" y="2647"/>
                  </a:lnTo>
                  <a:lnTo>
                    <a:pt x="1565" y="2644"/>
                  </a:lnTo>
                  <a:close/>
                  <a:moveTo>
                    <a:pt x="2366" y="2310"/>
                  </a:moveTo>
                  <a:lnTo>
                    <a:pt x="2350" y="2315"/>
                  </a:lnTo>
                  <a:lnTo>
                    <a:pt x="2334" y="2326"/>
                  </a:lnTo>
                  <a:lnTo>
                    <a:pt x="2323" y="2341"/>
                  </a:lnTo>
                  <a:lnTo>
                    <a:pt x="2318" y="2357"/>
                  </a:lnTo>
                  <a:lnTo>
                    <a:pt x="2318" y="2374"/>
                  </a:lnTo>
                  <a:lnTo>
                    <a:pt x="2323" y="2391"/>
                  </a:lnTo>
                  <a:lnTo>
                    <a:pt x="2334" y="2405"/>
                  </a:lnTo>
                  <a:lnTo>
                    <a:pt x="2496" y="2567"/>
                  </a:lnTo>
                  <a:lnTo>
                    <a:pt x="2511" y="2577"/>
                  </a:lnTo>
                  <a:lnTo>
                    <a:pt x="2527" y="2583"/>
                  </a:lnTo>
                  <a:lnTo>
                    <a:pt x="2545" y="2583"/>
                  </a:lnTo>
                  <a:lnTo>
                    <a:pt x="2561" y="2577"/>
                  </a:lnTo>
                  <a:lnTo>
                    <a:pt x="2575" y="2567"/>
                  </a:lnTo>
                  <a:lnTo>
                    <a:pt x="2587" y="2551"/>
                  </a:lnTo>
                  <a:lnTo>
                    <a:pt x="2592" y="2535"/>
                  </a:lnTo>
                  <a:lnTo>
                    <a:pt x="2592" y="2519"/>
                  </a:lnTo>
                  <a:lnTo>
                    <a:pt x="2587" y="2502"/>
                  </a:lnTo>
                  <a:lnTo>
                    <a:pt x="2575" y="2487"/>
                  </a:lnTo>
                  <a:lnTo>
                    <a:pt x="2414" y="2326"/>
                  </a:lnTo>
                  <a:lnTo>
                    <a:pt x="2399" y="2315"/>
                  </a:lnTo>
                  <a:lnTo>
                    <a:pt x="2382" y="2310"/>
                  </a:lnTo>
                  <a:lnTo>
                    <a:pt x="2366" y="2310"/>
                  </a:lnTo>
                  <a:close/>
                  <a:moveTo>
                    <a:pt x="749" y="2310"/>
                  </a:moveTo>
                  <a:lnTo>
                    <a:pt x="733" y="2315"/>
                  </a:lnTo>
                  <a:lnTo>
                    <a:pt x="718" y="2326"/>
                  </a:lnTo>
                  <a:lnTo>
                    <a:pt x="556" y="2487"/>
                  </a:lnTo>
                  <a:lnTo>
                    <a:pt x="545" y="2502"/>
                  </a:lnTo>
                  <a:lnTo>
                    <a:pt x="540" y="2519"/>
                  </a:lnTo>
                  <a:lnTo>
                    <a:pt x="540" y="2535"/>
                  </a:lnTo>
                  <a:lnTo>
                    <a:pt x="545" y="2551"/>
                  </a:lnTo>
                  <a:lnTo>
                    <a:pt x="556" y="2567"/>
                  </a:lnTo>
                  <a:lnTo>
                    <a:pt x="570" y="2577"/>
                  </a:lnTo>
                  <a:lnTo>
                    <a:pt x="587" y="2583"/>
                  </a:lnTo>
                  <a:lnTo>
                    <a:pt x="604" y="2583"/>
                  </a:lnTo>
                  <a:lnTo>
                    <a:pt x="621" y="2577"/>
                  </a:lnTo>
                  <a:lnTo>
                    <a:pt x="635" y="2567"/>
                  </a:lnTo>
                  <a:lnTo>
                    <a:pt x="797" y="2405"/>
                  </a:lnTo>
                  <a:lnTo>
                    <a:pt x="809" y="2391"/>
                  </a:lnTo>
                  <a:lnTo>
                    <a:pt x="814" y="2374"/>
                  </a:lnTo>
                  <a:lnTo>
                    <a:pt x="814" y="2357"/>
                  </a:lnTo>
                  <a:lnTo>
                    <a:pt x="809" y="2341"/>
                  </a:lnTo>
                  <a:lnTo>
                    <a:pt x="797" y="2326"/>
                  </a:lnTo>
                  <a:lnTo>
                    <a:pt x="783" y="2315"/>
                  </a:lnTo>
                  <a:lnTo>
                    <a:pt x="766" y="2310"/>
                  </a:lnTo>
                  <a:lnTo>
                    <a:pt x="749" y="2310"/>
                  </a:lnTo>
                  <a:close/>
                  <a:moveTo>
                    <a:pt x="2708" y="1504"/>
                  </a:moveTo>
                  <a:lnTo>
                    <a:pt x="2689" y="1506"/>
                  </a:lnTo>
                  <a:lnTo>
                    <a:pt x="2674" y="1515"/>
                  </a:lnTo>
                  <a:lnTo>
                    <a:pt x="2662" y="1527"/>
                  </a:lnTo>
                  <a:lnTo>
                    <a:pt x="2653" y="1542"/>
                  </a:lnTo>
                  <a:lnTo>
                    <a:pt x="2651" y="1561"/>
                  </a:lnTo>
                  <a:lnTo>
                    <a:pt x="2653" y="1579"/>
                  </a:lnTo>
                  <a:lnTo>
                    <a:pt x="2662" y="1594"/>
                  </a:lnTo>
                  <a:lnTo>
                    <a:pt x="2674" y="1607"/>
                  </a:lnTo>
                  <a:lnTo>
                    <a:pt x="2689" y="1614"/>
                  </a:lnTo>
                  <a:lnTo>
                    <a:pt x="2708" y="1617"/>
                  </a:lnTo>
                  <a:lnTo>
                    <a:pt x="2936" y="1617"/>
                  </a:lnTo>
                  <a:lnTo>
                    <a:pt x="2954" y="1614"/>
                  </a:lnTo>
                  <a:lnTo>
                    <a:pt x="2970" y="1607"/>
                  </a:lnTo>
                  <a:lnTo>
                    <a:pt x="2982" y="1594"/>
                  </a:lnTo>
                  <a:lnTo>
                    <a:pt x="2990" y="1579"/>
                  </a:lnTo>
                  <a:lnTo>
                    <a:pt x="2992" y="1561"/>
                  </a:lnTo>
                  <a:lnTo>
                    <a:pt x="2990" y="1542"/>
                  </a:lnTo>
                  <a:lnTo>
                    <a:pt x="2982" y="1527"/>
                  </a:lnTo>
                  <a:lnTo>
                    <a:pt x="2970" y="1515"/>
                  </a:lnTo>
                  <a:lnTo>
                    <a:pt x="2954" y="1506"/>
                  </a:lnTo>
                  <a:lnTo>
                    <a:pt x="2936" y="1504"/>
                  </a:lnTo>
                  <a:lnTo>
                    <a:pt x="2708" y="1504"/>
                  </a:lnTo>
                  <a:close/>
                  <a:moveTo>
                    <a:pt x="193" y="1504"/>
                  </a:moveTo>
                  <a:lnTo>
                    <a:pt x="174" y="1506"/>
                  </a:lnTo>
                  <a:lnTo>
                    <a:pt x="159" y="1515"/>
                  </a:lnTo>
                  <a:lnTo>
                    <a:pt x="146" y="1527"/>
                  </a:lnTo>
                  <a:lnTo>
                    <a:pt x="139" y="1542"/>
                  </a:lnTo>
                  <a:lnTo>
                    <a:pt x="136" y="1561"/>
                  </a:lnTo>
                  <a:lnTo>
                    <a:pt x="139" y="1579"/>
                  </a:lnTo>
                  <a:lnTo>
                    <a:pt x="146" y="1594"/>
                  </a:lnTo>
                  <a:lnTo>
                    <a:pt x="159" y="1607"/>
                  </a:lnTo>
                  <a:lnTo>
                    <a:pt x="174" y="1614"/>
                  </a:lnTo>
                  <a:lnTo>
                    <a:pt x="193" y="1617"/>
                  </a:lnTo>
                  <a:lnTo>
                    <a:pt x="422" y="1617"/>
                  </a:lnTo>
                  <a:lnTo>
                    <a:pt x="440" y="1614"/>
                  </a:lnTo>
                  <a:lnTo>
                    <a:pt x="455" y="1607"/>
                  </a:lnTo>
                  <a:lnTo>
                    <a:pt x="468" y="1594"/>
                  </a:lnTo>
                  <a:lnTo>
                    <a:pt x="475" y="1579"/>
                  </a:lnTo>
                  <a:lnTo>
                    <a:pt x="478" y="1561"/>
                  </a:lnTo>
                  <a:lnTo>
                    <a:pt x="475" y="1542"/>
                  </a:lnTo>
                  <a:lnTo>
                    <a:pt x="468" y="1527"/>
                  </a:lnTo>
                  <a:lnTo>
                    <a:pt x="455" y="1515"/>
                  </a:lnTo>
                  <a:lnTo>
                    <a:pt x="440" y="1506"/>
                  </a:lnTo>
                  <a:lnTo>
                    <a:pt x="422" y="1504"/>
                  </a:lnTo>
                  <a:lnTo>
                    <a:pt x="193" y="1504"/>
                  </a:lnTo>
                  <a:close/>
                  <a:moveTo>
                    <a:pt x="1566" y="646"/>
                  </a:moveTo>
                  <a:lnTo>
                    <a:pt x="1548" y="650"/>
                  </a:lnTo>
                  <a:lnTo>
                    <a:pt x="1532" y="657"/>
                  </a:lnTo>
                  <a:lnTo>
                    <a:pt x="1520" y="669"/>
                  </a:lnTo>
                  <a:lnTo>
                    <a:pt x="1512" y="684"/>
                  </a:lnTo>
                  <a:lnTo>
                    <a:pt x="1510" y="703"/>
                  </a:lnTo>
                  <a:lnTo>
                    <a:pt x="1510" y="1561"/>
                  </a:lnTo>
                  <a:lnTo>
                    <a:pt x="1512" y="1579"/>
                  </a:lnTo>
                  <a:lnTo>
                    <a:pt x="1520" y="1594"/>
                  </a:lnTo>
                  <a:lnTo>
                    <a:pt x="1532" y="1607"/>
                  </a:lnTo>
                  <a:lnTo>
                    <a:pt x="1548" y="1614"/>
                  </a:lnTo>
                  <a:lnTo>
                    <a:pt x="1566" y="1617"/>
                  </a:lnTo>
                  <a:lnTo>
                    <a:pt x="2159" y="1617"/>
                  </a:lnTo>
                  <a:lnTo>
                    <a:pt x="2173" y="1615"/>
                  </a:lnTo>
                  <a:lnTo>
                    <a:pt x="2186" y="1610"/>
                  </a:lnTo>
                  <a:lnTo>
                    <a:pt x="2198" y="1600"/>
                  </a:lnTo>
                  <a:lnTo>
                    <a:pt x="2207" y="1589"/>
                  </a:lnTo>
                  <a:lnTo>
                    <a:pt x="2213" y="1575"/>
                  </a:lnTo>
                  <a:lnTo>
                    <a:pt x="2215" y="1558"/>
                  </a:lnTo>
                  <a:lnTo>
                    <a:pt x="2213" y="1540"/>
                  </a:lnTo>
                  <a:lnTo>
                    <a:pt x="2205" y="1525"/>
                  </a:lnTo>
                  <a:lnTo>
                    <a:pt x="2193" y="1512"/>
                  </a:lnTo>
                  <a:lnTo>
                    <a:pt x="2177" y="1504"/>
                  </a:lnTo>
                  <a:lnTo>
                    <a:pt x="2159" y="1502"/>
                  </a:lnTo>
                  <a:lnTo>
                    <a:pt x="1623" y="1502"/>
                  </a:lnTo>
                  <a:lnTo>
                    <a:pt x="1623" y="703"/>
                  </a:lnTo>
                  <a:lnTo>
                    <a:pt x="1620" y="684"/>
                  </a:lnTo>
                  <a:lnTo>
                    <a:pt x="1612" y="669"/>
                  </a:lnTo>
                  <a:lnTo>
                    <a:pt x="1600" y="657"/>
                  </a:lnTo>
                  <a:lnTo>
                    <a:pt x="1585" y="650"/>
                  </a:lnTo>
                  <a:lnTo>
                    <a:pt x="1566" y="646"/>
                  </a:lnTo>
                  <a:close/>
                  <a:moveTo>
                    <a:pt x="2524" y="538"/>
                  </a:moveTo>
                  <a:lnTo>
                    <a:pt x="2508" y="543"/>
                  </a:lnTo>
                  <a:lnTo>
                    <a:pt x="2493" y="554"/>
                  </a:lnTo>
                  <a:lnTo>
                    <a:pt x="2331" y="715"/>
                  </a:lnTo>
                  <a:lnTo>
                    <a:pt x="2321" y="730"/>
                  </a:lnTo>
                  <a:lnTo>
                    <a:pt x="2315" y="747"/>
                  </a:lnTo>
                  <a:lnTo>
                    <a:pt x="2315" y="763"/>
                  </a:lnTo>
                  <a:lnTo>
                    <a:pt x="2321" y="779"/>
                  </a:lnTo>
                  <a:lnTo>
                    <a:pt x="2331" y="795"/>
                  </a:lnTo>
                  <a:lnTo>
                    <a:pt x="2347" y="806"/>
                  </a:lnTo>
                  <a:lnTo>
                    <a:pt x="2363" y="811"/>
                  </a:lnTo>
                  <a:lnTo>
                    <a:pt x="2379" y="811"/>
                  </a:lnTo>
                  <a:lnTo>
                    <a:pt x="2396" y="806"/>
                  </a:lnTo>
                  <a:lnTo>
                    <a:pt x="2411" y="795"/>
                  </a:lnTo>
                  <a:lnTo>
                    <a:pt x="2572" y="633"/>
                  </a:lnTo>
                  <a:lnTo>
                    <a:pt x="2584" y="619"/>
                  </a:lnTo>
                  <a:lnTo>
                    <a:pt x="2589" y="603"/>
                  </a:lnTo>
                  <a:lnTo>
                    <a:pt x="2589" y="585"/>
                  </a:lnTo>
                  <a:lnTo>
                    <a:pt x="2584" y="569"/>
                  </a:lnTo>
                  <a:lnTo>
                    <a:pt x="2572" y="554"/>
                  </a:lnTo>
                  <a:lnTo>
                    <a:pt x="2558" y="543"/>
                  </a:lnTo>
                  <a:lnTo>
                    <a:pt x="2542" y="538"/>
                  </a:lnTo>
                  <a:lnTo>
                    <a:pt x="2524" y="538"/>
                  </a:lnTo>
                  <a:close/>
                  <a:moveTo>
                    <a:pt x="1563" y="139"/>
                  </a:moveTo>
                  <a:lnTo>
                    <a:pt x="1545" y="141"/>
                  </a:lnTo>
                  <a:lnTo>
                    <a:pt x="1529" y="150"/>
                  </a:lnTo>
                  <a:lnTo>
                    <a:pt x="1517" y="162"/>
                  </a:lnTo>
                  <a:lnTo>
                    <a:pt x="1510" y="177"/>
                  </a:lnTo>
                  <a:lnTo>
                    <a:pt x="1507" y="196"/>
                  </a:lnTo>
                  <a:lnTo>
                    <a:pt x="1507" y="423"/>
                  </a:lnTo>
                  <a:lnTo>
                    <a:pt x="1510" y="441"/>
                  </a:lnTo>
                  <a:lnTo>
                    <a:pt x="1517" y="456"/>
                  </a:lnTo>
                  <a:lnTo>
                    <a:pt x="1529" y="469"/>
                  </a:lnTo>
                  <a:lnTo>
                    <a:pt x="1545" y="477"/>
                  </a:lnTo>
                  <a:lnTo>
                    <a:pt x="1563" y="479"/>
                  </a:lnTo>
                  <a:lnTo>
                    <a:pt x="1582" y="477"/>
                  </a:lnTo>
                  <a:lnTo>
                    <a:pt x="1597" y="469"/>
                  </a:lnTo>
                  <a:lnTo>
                    <a:pt x="1609" y="456"/>
                  </a:lnTo>
                  <a:lnTo>
                    <a:pt x="1618" y="441"/>
                  </a:lnTo>
                  <a:lnTo>
                    <a:pt x="1620" y="423"/>
                  </a:lnTo>
                  <a:lnTo>
                    <a:pt x="1620" y="196"/>
                  </a:lnTo>
                  <a:lnTo>
                    <a:pt x="1618" y="177"/>
                  </a:lnTo>
                  <a:lnTo>
                    <a:pt x="1609" y="162"/>
                  </a:lnTo>
                  <a:lnTo>
                    <a:pt x="1597" y="150"/>
                  </a:lnTo>
                  <a:lnTo>
                    <a:pt x="1582" y="141"/>
                  </a:lnTo>
                  <a:lnTo>
                    <a:pt x="1563" y="139"/>
                  </a:lnTo>
                  <a:close/>
                  <a:moveTo>
                    <a:pt x="1566" y="0"/>
                  </a:moveTo>
                  <a:lnTo>
                    <a:pt x="1665" y="3"/>
                  </a:lnTo>
                  <a:lnTo>
                    <a:pt x="1762" y="13"/>
                  </a:lnTo>
                  <a:lnTo>
                    <a:pt x="1858" y="28"/>
                  </a:lnTo>
                  <a:lnTo>
                    <a:pt x="1952" y="48"/>
                  </a:lnTo>
                  <a:lnTo>
                    <a:pt x="2044" y="74"/>
                  </a:lnTo>
                  <a:lnTo>
                    <a:pt x="2132" y="106"/>
                  </a:lnTo>
                  <a:lnTo>
                    <a:pt x="2218" y="142"/>
                  </a:lnTo>
                  <a:lnTo>
                    <a:pt x="2302" y="183"/>
                  </a:lnTo>
                  <a:lnTo>
                    <a:pt x="2383" y="229"/>
                  </a:lnTo>
                  <a:lnTo>
                    <a:pt x="2460" y="280"/>
                  </a:lnTo>
                  <a:lnTo>
                    <a:pt x="2535" y="336"/>
                  </a:lnTo>
                  <a:lnTo>
                    <a:pt x="2606" y="395"/>
                  </a:lnTo>
                  <a:lnTo>
                    <a:pt x="2674" y="458"/>
                  </a:lnTo>
                  <a:lnTo>
                    <a:pt x="2737" y="525"/>
                  </a:lnTo>
                  <a:lnTo>
                    <a:pt x="2796" y="595"/>
                  </a:lnTo>
                  <a:lnTo>
                    <a:pt x="2852" y="670"/>
                  </a:lnTo>
                  <a:lnTo>
                    <a:pt x="2903" y="748"/>
                  </a:lnTo>
                  <a:lnTo>
                    <a:pt x="2949" y="828"/>
                  </a:lnTo>
                  <a:lnTo>
                    <a:pt x="2990" y="912"/>
                  </a:lnTo>
                  <a:lnTo>
                    <a:pt x="3027" y="998"/>
                  </a:lnTo>
                  <a:lnTo>
                    <a:pt x="3058" y="1087"/>
                  </a:lnTo>
                  <a:lnTo>
                    <a:pt x="3085" y="1178"/>
                  </a:lnTo>
                  <a:lnTo>
                    <a:pt x="3105" y="1272"/>
                  </a:lnTo>
                  <a:lnTo>
                    <a:pt x="3120" y="1367"/>
                  </a:lnTo>
                  <a:lnTo>
                    <a:pt x="3129" y="1464"/>
                  </a:lnTo>
                  <a:lnTo>
                    <a:pt x="3132" y="1564"/>
                  </a:lnTo>
                  <a:lnTo>
                    <a:pt x="3129" y="1663"/>
                  </a:lnTo>
                  <a:lnTo>
                    <a:pt x="3120" y="1760"/>
                  </a:lnTo>
                  <a:lnTo>
                    <a:pt x="3105" y="1855"/>
                  </a:lnTo>
                  <a:lnTo>
                    <a:pt x="3085" y="1948"/>
                  </a:lnTo>
                  <a:lnTo>
                    <a:pt x="3058" y="2039"/>
                  </a:lnTo>
                  <a:lnTo>
                    <a:pt x="3027" y="2128"/>
                  </a:lnTo>
                  <a:lnTo>
                    <a:pt x="2990" y="2214"/>
                  </a:lnTo>
                  <a:lnTo>
                    <a:pt x="2949" y="2297"/>
                  </a:lnTo>
                  <a:lnTo>
                    <a:pt x="2903" y="2377"/>
                  </a:lnTo>
                  <a:lnTo>
                    <a:pt x="2852" y="2455"/>
                  </a:lnTo>
                  <a:lnTo>
                    <a:pt x="2796" y="2529"/>
                  </a:lnTo>
                  <a:lnTo>
                    <a:pt x="2737" y="2599"/>
                  </a:lnTo>
                  <a:lnTo>
                    <a:pt x="2674" y="2667"/>
                  </a:lnTo>
                  <a:lnTo>
                    <a:pt x="2606" y="2730"/>
                  </a:lnTo>
                  <a:lnTo>
                    <a:pt x="2535" y="2789"/>
                  </a:lnTo>
                  <a:lnTo>
                    <a:pt x="2460" y="2844"/>
                  </a:lnTo>
                  <a:lnTo>
                    <a:pt x="2383" y="2895"/>
                  </a:lnTo>
                  <a:lnTo>
                    <a:pt x="2302" y="2941"/>
                  </a:lnTo>
                  <a:lnTo>
                    <a:pt x="2218" y="2982"/>
                  </a:lnTo>
                  <a:lnTo>
                    <a:pt x="2132" y="3018"/>
                  </a:lnTo>
                  <a:lnTo>
                    <a:pt x="2044" y="3050"/>
                  </a:lnTo>
                  <a:lnTo>
                    <a:pt x="1952" y="3076"/>
                  </a:lnTo>
                  <a:lnTo>
                    <a:pt x="1858" y="3096"/>
                  </a:lnTo>
                  <a:lnTo>
                    <a:pt x="1762" y="3112"/>
                  </a:lnTo>
                  <a:lnTo>
                    <a:pt x="1665" y="3121"/>
                  </a:lnTo>
                  <a:lnTo>
                    <a:pt x="1566" y="3124"/>
                  </a:lnTo>
                  <a:lnTo>
                    <a:pt x="1467" y="3121"/>
                  </a:lnTo>
                  <a:lnTo>
                    <a:pt x="1370" y="3112"/>
                  </a:lnTo>
                  <a:lnTo>
                    <a:pt x="1274" y="3096"/>
                  </a:lnTo>
                  <a:lnTo>
                    <a:pt x="1180" y="3076"/>
                  </a:lnTo>
                  <a:lnTo>
                    <a:pt x="1089" y="3050"/>
                  </a:lnTo>
                  <a:lnTo>
                    <a:pt x="1001" y="3018"/>
                  </a:lnTo>
                  <a:lnTo>
                    <a:pt x="913" y="2982"/>
                  </a:lnTo>
                  <a:lnTo>
                    <a:pt x="830" y="2941"/>
                  </a:lnTo>
                  <a:lnTo>
                    <a:pt x="749" y="2895"/>
                  </a:lnTo>
                  <a:lnTo>
                    <a:pt x="671" y="2844"/>
                  </a:lnTo>
                  <a:lnTo>
                    <a:pt x="597" y="2789"/>
                  </a:lnTo>
                  <a:lnTo>
                    <a:pt x="526" y="2730"/>
                  </a:lnTo>
                  <a:lnTo>
                    <a:pt x="458" y="2667"/>
                  </a:lnTo>
                  <a:lnTo>
                    <a:pt x="395" y="2599"/>
                  </a:lnTo>
                  <a:lnTo>
                    <a:pt x="336" y="2529"/>
                  </a:lnTo>
                  <a:lnTo>
                    <a:pt x="281" y="2455"/>
                  </a:lnTo>
                  <a:lnTo>
                    <a:pt x="230" y="2377"/>
                  </a:lnTo>
                  <a:lnTo>
                    <a:pt x="183" y="2297"/>
                  </a:lnTo>
                  <a:lnTo>
                    <a:pt x="142" y="2214"/>
                  </a:lnTo>
                  <a:lnTo>
                    <a:pt x="105" y="2128"/>
                  </a:lnTo>
                  <a:lnTo>
                    <a:pt x="75" y="2039"/>
                  </a:lnTo>
                  <a:lnTo>
                    <a:pt x="48" y="1948"/>
                  </a:lnTo>
                  <a:lnTo>
                    <a:pt x="27" y="1855"/>
                  </a:lnTo>
                  <a:lnTo>
                    <a:pt x="12" y="1760"/>
                  </a:lnTo>
                  <a:lnTo>
                    <a:pt x="3" y="1663"/>
                  </a:lnTo>
                  <a:lnTo>
                    <a:pt x="0" y="1564"/>
                  </a:lnTo>
                  <a:lnTo>
                    <a:pt x="3" y="1474"/>
                  </a:lnTo>
                  <a:lnTo>
                    <a:pt x="10" y="1386"/>
                  </a:lnTo>
                  <a:lnTo>
                    <a:pt x="22" y="1299"/>
                  </a:lnTo>
                  <a:lnTo>
                    <a:pt x="40" y="1213"/>
                  </a:lnTo>
                  <a:lnTo>
                    <a:pt x="61" y="1130"/>
                  </a:lnTo>
                  <a:lnTo>
                    <a:pt x="125" y="1155"/>
                  </a:lnTo>
                  <a:lnTo>
                    <a:pt x="189" y="1174"/>
                  </a:lnTo>
                  <a:lnTo>
                    <a:pt x="255" y="1188"/>
                  </a:lnTo>
                  <a:lnTo>
                    <a:pt x="322" y="1197"/>
                  </a:lnTo>
                  <a:lnTo>
                    <a:pt x="390" y="1200"/>
                  </a:lnTo>
                  <a:lnTo>
                    <a:pt x="462" y="1197"/>
                  </a:lnTo>
                  <a:lnTo>
                    <a:pt x="532" y="1186"/>
                  </a:lnTo>
                  <a:lnTo>
                    <a:pt x="601" y="1171"/>
                  </a:lnTo>
                  <a:lnTo>
                    <a:pt x="668" y="1149"/>
                  </a:lnTo>
                  <a:lnTo>
                    <a:pt x="732" y="1123"/>
                  </a:lnTo>
                  <a:lnTo>
                    <a:pt x="793" y="1090"/>
                  </a:lnTo>
                  <a:lnTo>
                    <a:pt x="851" y="1053"/>
                  </a:lnTo>
                  <a:lnTo>
                    <a:pt x="904" y="1011"/>
                  </a:lnTo>
                  <a:lnTo>
                    <a:pt x="954" y="965"/>
                  </a:lnTo>
                  <a:lnTo>
                    <a:pt x="1002" y="915"/>
                  </a:lnTo>
                  <a:lnTo>
                    <a:pt x="1043" y="861"/>
                  </a:lnTo>
                  <a:lnTo>
                    <a:pt x="1081" y="804"/>
                  </a:lnTo>
                  <a:lnTo>
                    <a:pt x="1112" y="744"/>
                  </a:lnTo>
                  <a:lnTo>
                    <a:pt x="1140" y="679"/>
                  </a:lnTo>
                  <a:lnTo>
                    <a:pt x="1162" y="614"/>
                  </a:lnTo>
                  <a:lnTo>
                    <a:pt x="1177" y="545"/>
                  </a:lnTo>
                  <a:lnTo>
                    <a:pt x="1186" y="475"/>
                  </a:lnTo>
                  <a:lnTo>
                    <a:pt x="1190" y="402"/>
                  </a:lnTo>
                  <a:lnTo>
                    <a:pt x="1187" y="344"/>
                  </a:lnTo>
                  <a:lnTo>
                    <a:pt x="1181" y="287"/>
                  </a:lnTo>
                  <a:lnTo>
                    <a:pt x="1171" y="230"/>
                  </a:lnTo>
                  <a:lnTo>
                    <a:pt x="1156" y="175"/>
                  </a:lnTo>
                  <a:lnTo>
                    <a:pt x="1137" y="121"/>
                  </a:lnTo>
                  <a:lnTo>
                    <a:pt x="1115" y="68"/>
                  </a:lnTo>
                  <a:lnTo>
                    <a:pt x="1201" y="44"/>
                  </a:lnTo>
                  <a:lnTo>
                    <a:pt x="1289" y="26"/>
                  </a:lnTo>
                  <a:lnTo>
                    <a:pt x="1379" y="12"/>
                  </a:lnTo>
                  <a:lnTo>
                    <a:pt x="1472" y="3"/>
                  </a:lnTo>
                  <a:lnTo>
                    <a:pt x="15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5" name="Freeform 761">
              <a:extLst>
                <a:ext uri="{FF2B5EF4-FFF2-40B4-BE49-F238E27FC236}">
                  <a16:creationId xmlns:a16="http://schemas.microsoft.com/office/drawing/2014/main" id="{8A110848-7870-4E6F-9704-E1B6398CE7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01025" y="5148263"/>
              <a:ext cx="144463" cy="144462"/>
            </a:xfrm>
            <a:custGeom>
              <a:avLst/>
              <a:gdLst>
                <a:gd name="T0" fmla="*/ 595 w 1279"/>
                <a:gd name="T1" fmla="*/ 245 h 1274"/>
                <a:gd name="T2" fmla="*/ 556 w 1279"/>
                <a:gd name="T3" fmla="*/ 327 h 1274"/>
                <a:gd name="T4" fmla="*/ 470 w 1279"/>
                <a:gd name="T5" fmla="*/ 409 h 1274"/>
                <a:gd name="T6" fmla="*/ 451 w 1279"/>
                <a:gd name="T7" fmla="*/ 534 h 1274"/>
                <a:gd name="T8" fmla="*/ 515 w 1279"/>
                <a:gd name="T9" fmla="*/ 645 h 1274"/>
                <a:gd name="T10" fmla="*/ 640 w 1279"/>
                <a:gd name="T11" fmla="*/ 690 h 1274"/>
                <a:gd name="T12" fmla="*/ 710 w 1279"/>
                <a:gd name="T13" fmla="*/ 731 h 1274"/>
                <a:gd name="T14" fmla="*/ 710 w 1279"/>
                <a:gd name="T15" fmla="*/ 814 h 1274"/>
                <a:gd name="T16" fmla="*/ 640 w 1279"/>
                <a:gd name="T17" fmla="*/ 855 h 1274"/>
                <a:gd name="T18" fmla="*/ 579 w 1279"/>
                <a:gd name="T19" fmla="*/ 829 h 1274"/>
                <a:gd name="T20" fmla="*/ 528 w 1279"/>
                <a:gd name="T21" fmla="*/ 813 h 1274"/>
                <a:gd name="T22" fmla="*/ 487 w 1279"/>
                <a:gd name="T23" fmla="*/ 851 h 1274"/>
                <a:gd name="T24" fmla="*/ 500 w 1279"/>
                <a:gd name="T25" fmla="*/ 904 h 1274"/>
                <a:gd name="T26" fmla="*/ 585 w 1279"/>
                <a:gd name="T27" fmla="*/ 956 h 1274"/>
                <a:gd name="T28" fmla="*/ 608 w 1279"/>
                <a:gd name="T29" fmla="*/ 1038 h 1274"/>
                <a:gd name="T30" fmla="*/ 671 w 1279"/>
                <a:gd name="T31" fmla="*/ 1038 h 1274"/>
                <a:gd name="T32" fmla="*/ 694 w 1279"/>
                <a:gd name="T33" fmla="*/ 956 h 1274"/>
                <a:gd name="T34" fmla="*/ 793 w 1279"/>
                <a:gd name="T35" fmla="*/ 889 h 1274"/>
                <a:gd name="T36" fmla="*/ 832 w 1279"/>
                <a:gd name="T37" fmla="*/ 774 h 1274"/>
                <a:gd name="T38" fmla="*/ 786 w 1279"/>
                <a:gd name="T39" fmla="*/ 650 h 1274"/>
                <a:gd name="T40" fmla="*/ 675 w 1279"/>
                <a:gd name="T41" fmla="*/ 586 h 1274"/>
                <a:gd name="T42" fmla="*/ 581 w 1279"/>
                <a:gd name="T43" fmla="*/ 558 h 1274"/>
                <a:gd name="T44" fmla="*/ 561 w 1279"/>
                <a:gd name="T45" fmla="*/ 479 h 1274"/>
                <a:gd name="T46" fmla="*/ 618 w 1279"/>
                <a:gd name="T47" fmla="*/ 421 h 1274"/>
                <a:gd name="T48" fmla="*/ 687 w 1279"/>
                <a:gd name="T49" fmla="*/ 433 h 1274"/>
                <a:gd name="T50" fmla="*/ 738 w 1279"/>
                <a:gd name="T51" fmla="*/ 461 h 1274"/>
                <a:gd name="T52" fmla="*/ 786 w 1279"/>
                <a:gd name="T53" fmla="*/ 435 h 1274"/>
                <a:gd name="T54" fmla="*/ 787 w 1279"/>
                <a:gd name="T55" fmla="*/ 380 h 1274"/>
                <a:gd name="T56" fmla="*/ 718 w 1279"/>
                <a:gd name="T57" fmla="*/ 325 h 1274"/>
                <a:gd name="T58" fmla="*/ 684 w 1279"/>
                <a:gd name="T59" fmla="*/ 247 h 1274"/>
                <a:gd name="T60" fmla="*/ 640 w 1279"/>
                <a:gd name="T61" fmla="*/ 0 h 1274"/>
                <a:gd name="T62" fmla="*/ 875 w 1279"/>
                <a:gd name="T63" fmla="*/ 44 h 1274"/>
                <a:gd name="T64" fmla="*/ 1071 w 1279"/>
                <a:gd name="T65" fmla="*/ 167 h 1274"/>
                <a:gd name="T66" fmla="*/ 1210 w 1279"/>
                <a:gd name="T67" fmla="*/ 349 h 1274"/>
                <a:gd name="T68" fmla="*/ 1276 w 1279"/>
                <a:gd name="T69" fmla="*/ 576 h 1274"/>
                <a:gd name="T70" fmla="*/ 1254 w 1279"/>
                <a:gd name="T71" fmla="*/ 816 h 1274"/>
                <a:gd name="T72" fmla="*/ 1149 w 1279"/>
                <a:gd name="T73" fmla="*/ 1023 h 1274"/>
                <a:gd name="T74" fmla="*/ 979 w 1279"/>
                <a:gd name="T75" fmla="*/ 1177 h 1274"/>
                <a:gd name="T76" fmla="*/ 761 w 1279"/>
                <a:gd name="T77" fmla="*/ 1262 h 1274"/>
                <a:gd name="T78" fmla="*/ 518 w 1279"/>
                <a:gd name="T79" fmla="*/ 1262 h 1274"/>
                <a:gd name="T80" fmla="*/ 300 w 1279"/>
                <a:gd name="T81" fmla="*/ 1177 h 1274"/>
                <a:gd name="T82" fmla="*/ 130 w 1279"/>
                <a:gd name="T83" fmla="*/ 1023 h 1274"/>
                <a:gd name="T84" fmla="*/ 26 w 1279"/>
                <a:gd name="T85" fmla="*/ 816 h 1274"/>
                <a:gd name="T86" fmla="*/ 3 w 1279"/>
                <a:gd name="T87" fmla="*/ 576 h 1274"/>
                <a:gd name="T88" fmla="*/ 69 w 1279"/>
                <a:gd name="T89" fmla="*/ 349 h 1274"/>
                <a:gd name="T90" fmla="*/ 208 w 1279"/>
                <a:gd name="T91" fmla="*/ 167 h 1274"/>
                <a:gd name="T92" fmla="*/ 405 w 1279"/>
                <a:gd name="T93" fmla="*/ 44 h 1274"/>
                <a:gd name="T94" fmla="*/ 640 w 1279"/>
                <a:gd name="T95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79" h="1274">
                  <a:moveTo>
                    <a:pt x="640" y="224"/>
                  </a:moveTo>
                  <a:lnTo>
                    <a:pt x="622" y="226"/>
                  </a:lnTo>
                  <a:lnTo>
                    <a:pt x="608" y="234"/>
                  </a:lnTo>
                  <a:lnTo>
                    <a:pt x="595" y="245"/>
                  </a:lnTo>
                  <a:lnTo>
                    <a:pt x="588" y="261"/>
                  </a:lnTo>
                  <a:lnTo>
                    <a:pt x="585" y="278"/>
                  </a:lnTo>
                  <a:lnTo>
                    <a:pt x="585" y="316"/>
                  </a:lnTo>
                  <a:lnTo>
                    <a:pt x="556" y="327"/>
                  </a:lnTo>
                  <a:lnTo>
                    <a:pt x="530" y="343"/>
                  </a:lnTo>
                  <a:lnTo>
                    <a:pt x="506" y="361"/>
                  </a:lnTo>
                  <a:lnTo>
                    <a:pt x="487" y="384"/>
                  </a:lnTo>
                  <a:lnTo>
                    <a:pt x="470" y="409"/>
                  </a:lnTo>
                  <a:lnTo>
                    <a:pt x="458" y="437"/>
                  </a:lnTo>
                  <a:lnTo>
                    <a:pt x="450" y="467"/>
                  </a:lnTo>
                  <a:lnTo>
                    <a:pt x="448" y="499"/>
                  </a:lnTo>
                  <a:lnTo>
                    <a:pt x="451" y="534"/>
                  </a:lnTo>
                  <a:lnTo>
                    <a:pt x="460" y="566"/>
                  </a:lnTo>
                  <a:lnTo>
                    <a:pt x="473" y="595"/>
                  </a:lnTo>
                  <a:lnTo>
                    <a:pt x="493" y="622"/>
                  </a:lnTo>
                  <a:lnTo>
                    <a:pt x="515" y="645"/>
                  </a:lnTo>
                  <a:lnTo>
                    <a:pt x="543" y="665"/>
                  </a:lnTo>
                  <a:lnTo>
                    <a:pt x="573" y="678"/>
                  </a:lnTo>
                  <a:lnTo>
                    <a:pt x="605" y="687"/>
                  </a:lnTo>
                  <a:lnTo>
                    <a:pt x="640" y="690"/>
                  </a:lnTo>
                  <a:lnTo>
                    <a:pt x="661" y="693"/>
                  </a:lnTo>
                  <a:lnTo>
                    <a:pt x="681" y="701"/>
                  </a:lnTo>
                  <a:lnTo>
                    <a:pt x="698" y="715"/>
                  </a:lnTo>
                  <a:lnTo>
                    <a:pt x="710" y="731"/>
                  </a:lnTo>
                  <a:lnTo>
                    <a:pt x="719" y="751"/>
                  </a:lnTo>
                  <a:lnTo>
                    <a:pt x="722" y="772"/>
                  </a:lnTo>
                  <a:lnTo>
                    <a:pt x="719" y="795"/>
                  </a:lnTo>
                  <a:lnTo>
                    <a:pt x="710" y="814"/>
                  </a:lnTo>
                  <a:lnTo>
                    <a:pt x="698" y="830"/>
                  </a:lnTo>
                  <a:lnTo>
                    <a:pt x="681" y="844"/>
                  </a:lnTo>
                  <a:lnTo>
                    <a:pt x="661" y="852"/>
                  </a:lnTo>
                  <a:lnTo>
                    <a:pt x="640" y="855"/>
                  </a:lnTo>
                  <a:lnTo>
                    <a:pt x="623" y="853"/>
                  </a:lnTo>
                  <a:lnTo>
                    <a:pt x="607" y="848"/>
                  </a:lnTo>
                  <a:lnTo>
                    <a:pt x="592" y="840"/>
                  </a:lnTo>
                  <a:lnTo>
                    <a:pt x="579" y="829"/>
                  </a:lnTo>
                  <a:lnTo>
                    <a:pt x="568" y="820"/>
                  </a:lnTo>
                  <a:lnTo>
                    <a:pt x="555" y="814"/>
                  </a:lnTo>
                  <a:lnTo>
                    <a:pt x="541" y="812"/>
                  </a:lnTo>
                  <a:lnTo>
                    <a:pt x="528" y="813"/>
                  </a:lnTo>
                  <a:lnTo>
                    <a:pt x="514" y="818"/>
                  </a:lnTo>
                  <a:lnTo>
                    <a:pt x="502" y="827"/>
                  </a:lnTo>
                  <a:lnTo>
                    <a:pt x="493" y="839"/>
                  </a:lnTo>
                  <a:lnTo>
                    <a:pt x="487" y="851"/>
                  </a:lnTo>
                  <a:lnTo>
                    <a:pt x="485" y="865"/>
                  </a:lnTo>
                  <a:lnTo>
                    <a:pt x="487" y="878"/>
                  </a:lnTo>
                  <a:lnTo>
                    <a:pt x="492" y="892"/>
                  </a:lnTo>
                  <a:lnTo>
                    <a:pt x="500" y="904"/>
                  </a:lnTo>
                  <a:lnTo>
                    <a:pt x="518" y="921"/>
                  </a:lnTo>
                  <a:lnTo>
                    <a:pt x="539" y="936"/>
                  </a:lnTo>
                  <a:lnTo>
                    <a:pt x="562" y="948"/>
                  </a:lnTo>
                  <a:lnTo>
                    <a:pt x="585" y="956"/>
                  </a:lnTo>
                  <a:lnTo>
                    <a:pt x="585" y="994"/>
                  </a:lnTo>
                  <a:lnTo>
                    <a:pt x="588" y="1011"/>
                  </a:lnTo>
                  <a:lnTo>
                    <a:pt x="595" y="1026"/>
                  </a:lnTo>
                  <a:lnTo>
                    <a:pt x="608" y="1038"/>
                  </a:lnTo>
                  <a:lnTo>
                    <a:pt x="622" y="1046"/>
                  </a:lnTo>
                  <a:lnTo>
                    <a:pt x="640" y="1048"/>
                  </a:lnTo>
                  <a:lnTo>
                    <a:pt x="657" y="1046"/>
                  </a:lnTo>
                  <a:lnTo>
                    <a:pt x="671" y="1038"/>
                  </a:lnTo>
                  <a:lnTo>
                    <a:pt x="684" y="1027"/>
                  </a:lnTo>
                  <a:lnTo>
                    <a:pt x="691" y="1011"/>
                  </a:lnTo>
                  <a:lnTo>
                    <a:pt x="694" y="994"/>
                  </a:lnTo>
                  <a:lnTo>
                    <a:pt x="694" y="956"/>
                  </a:lnTo>
                  <a:lnTo>
                    <a:pt x="723" y="945"/>
                  </a:lnTo>
                  <a:lnTo>
                    <a:pt x="749" y="929"/>
                  </a:lnTo>
                  <a:lnTo>
                    <a:pt x="773" y="911"/>
                  </a:lnTo>
                  <a:lnTo>
                    <a:pt x="793" y="889"/>
                  </a:lnTo>
                  <a:lnTo>
                    <a:pt x="809" y="863"/>
                  </a:lnTo>
                  <a:lnTo>
                    <a:pt x="821" y="835"/>
                  </a:lnTo>
                  <a:lnTo>
                    <a:pt x="830" y="806"/>
                  </a:lnTo>
                  <a:lnTo>
                    <a:pt x="832" y="774"/>
                  </a:lnTo>
                  <a:lnTo>
                    <a:pt x="829" y="739"/>
                  </a:lnTo>
                  <a:lnTo>
                    <a:pt x="819" y="708"/>
                  </a:lnTo>
                  <a:lnTo>
                    <a:pt x="806" y="677"/>
                  </a:lnTo>
                  <a:lnTo>
                    <a:pt x="786" y="650"/>
                  </a:lnTo>
                  <a:lnTo>
                    <a:pt x="763" y="628"/>
                  </a:lnTo>
                  <a:lnTo>
                    <a:pt x="736" y="608"/>
                  </a:lnTo>
                  <a:lnTo>
                    <a:pt x="706" y="594"/>
                  </a:lnTo>
                  <a:lnTo>
                    <a:pt x="675" y="586"/>
                  </a:lnTo>
                  <a:lnTo>
                    <a:pt x="640" y="582"/>
                  </a:lnTo>
                  <a:lnTo>
                    <a:pt x="618" y="580"/>
                  </a:lnTo>
                  <a:lnTo>
                    <a:pt x="598" y="572"/>
                  </a:lnTo>
                  <a:lnTo>
                    <a:pt x="581" y="558"/>
                  </a:lnTo>
                  <a:lnTo>
                    <a:pt x="569" y="542"/>
                  </a:lnTo>
                  <a:lnTo>
                    <a:pt x="561" y="523"/>
                  </a:lnTo>
                  <a:lnTo>
                    <a:pt x="557" y="500"/>
                  </a:lnTo>
                  <a:lnTo>
                    <a:pt x="561" y="479"/>
                  </a:lnTo>
                  <a:lnTo>
                    <a:pt x="569" y="459"/>
                  </a:lnTo>
                  <a:lnTo>
                    <a:pt x="581" y="443"/>
                  </a:lnTo>
                  <a:lnTo>
                    <a:pt x="598" y="430"/>
                  </a:lnTo>
                  <a:lnTo>
                    <a:pt x="618" y="421"/>
                  </a:lnTo>
                  <a:lnTo>
                    <a:pt x="640" y="418"/>
                  </a:lnTo>
                  <a:lnTo>
                    <a:pt x="656" y="420"/>
                  </a:lnTo>
                  <a:lnTo>
                    <a:pt x="672" y="425"/>
                  </a:lnTo>
                  <a:lnTo>
                    <a:pt x="687" y="433"/>
                  </a:lnTo>
                  <a:lnTo>
                    <a:pt x="700" y="444"/>
                  </a:lnTo>
                  <a:lnTo>
                    <a:pt x="711" y="453"/>
                  </a:lnTo>
                  <a:lnTo>
                    <a:pt x="724" y="459"/>
                  </a:lnTo>
                  <a:lnTo>
                    <a:pt x="738" y="461"/>
                  </a:lnTo>
                  <a:lnTo>
                    <a:pt x="752" y="459"/>
                  </a:lnTo>
                  <a:lnTo>
                    <a:pt x="765" y="454"/>
                  </a:lnTo>
                  <a:lnTo>
                    <a:pt x="777" y="446"/>
                  </a:lnTo>
                  <a:lnTo>
                    <a:pt x="786" y="435"/>
                  </a:lnTo>
                  <a:lnTo>
                    <a:pt x="793" y="421"/>
                  </a:lnTo>
                  <a:lnTo>
                    <a:pt x="795" y="408"/>
                  </a:lnTo>
                  <a:lnTo>
                    <a:pt x="793" y="394"/>
                  </a:lnTo>
                  <a:lnTo>
                    <a:pt x="787" y="380"/>
                  </a:lnTo>
                  <a:lnTo>
                    <a:pt x="779" y="369"/>
                  </a:lnTo>
                  <a:lnTo>
                    <a:pt x="761" y="352"/>
                  </a:lnTo>
                  <a:lnTo>
                    <a:pt x="740" y="338"/>
                  </a:lnTo>
                  <a:lnTo>
                    <a:pt x="718" y="325"/>
                  </a:lnTo>
                  <a:lnTo>
                    <a:pt x="694" y="317"/>
                  </a:lnTo>
                  <a:lnTo>
                    <a:pt x="694" y="278"/>
                  </a:lnTo>
                  <a:lnTo>
                    <a:pt x="691" y="261"/>
                  </a:lnTo>
                  <a:lnTo>
                    <a:pt x="684" y="247"/>
                  </a:lnTo>
                  <a:lnTo>
                    <a:pt x="671" y="234"/>
                  </a:lnTo>
                  <a:lnTo>
                    <a:pt x="657" y="226"/>
                  </a:lnTo>
                  <a:lnTo>
                    <a:pt x="640" y="224"/>
                  </a:lnTo>
                  <a:close/>
                  <a:moveTo>
                    <a:pt x="640" y="0"/>
                  </a:moveTo>
                  <a:lnTo>
                    <a:pt x="701" y="3"/>
                  </a:lnTo>
                  <a:lnTo>
                    <a:pt x="761" y="11"/>
                  </a:lnTo>
                  <a:lnTo>
                    <a:pt x="819" y="26"/>
                  </a:lnTo>
                  <a:lnTo>
                    <a:pt x="875" y="44"/>
                  </a:lnTo>
                  <a:lnTo>
                    <a:pt x="928" y="69"/>
                  </a:lnTo>
                  <a:lnTo>
                    <a:pt x="979" y="97"/>
                  </a:lnTo>
                  <a:lnTo>
                    <a:pt x="1027" y="130"/>
                  </a:lnTo>
                  <a:lnTo>
                    <a:pt x="1071" y="167"/>
                  </a:lnTo>
                  <a:lnTo>
                    <a:pt x="1112" y="207"/>
                  </a:lnTo>
                  <a:lnTo>
                    <a:pt x="1149" y="252"/>
                  </a:lnTo>
                  <a:lnTo>
                    <a:pt x="1182" y="299"/>
                  </a:lnTo>
                  <a:lnTo>
                    <a:pt x="1210" y="349"/>
                  </a:lnTo>
                  <a:lnTo>
                    <a:pt x="1234" y="402"/>
                  </a:lnTo>
                  <a:lnTo>
                    <a:pt x="1254" y="458"/>
                  </a:lnTo>
                  <a:lnTo>
                    <a:pt x="1268" y="515"/>
                  </a:lnTo>
                  <a:lnTo>
                    <a:pt x="1276" y="576"/>
                  </a:lnTo>
                  <a:lnTo>
                    <a:pt x="1279" y="637"/>
                  </a:lnTo>
                  <a:lnTo>
                    <a:pt x="1276" y="698"/>
                  </a:lnTo>
                  <a:lnTo>
                    <a:pt x="1268" y="758"/>
                  </a:lnTo>
                  <a:lnTo>
                    <a:pt x="1254" y="816"/>
                  </a:lnTo>
                  <a:lnTo>
                    <a:pt x="1234" y="871"/>
                  </a:lnTo>
                  <a:lnTo>
                    <a:pt x="1210" y="924"/>
                  </a:lnTo>
                  <a:lnTo>
                    <a:pt x="1182" y="974"/>
                  </a:lnTo>
                  <a:lnTo>
                    <a:pt x="1149" y="1023"/>
                  </a:lnTo>
                  <a:lnTo>
                    <a:pt x="1112" y="1067"/>
                  </a:lnTo>
                  <a:lnTo>
                    <a:pt x="1071" y="1107"/>
                  </a:lnTo>
                  <a:lnTo>
                    <a:pt x="1027" y="1144"/>
                  </a:lnTo>
                  <a:lnTo>
                    <a:pt x="979" y="1177"/>
                  </a:lnTo>
                  <a:lnTo>
                    <a:pt x="928" y="1206"/>
                  </a:lnTo>
                  <a:lnTo>
                    <a:pt x="875" y="1229"/>
                  </a:lnTo>
                  <a:lnTo>
                    <a:pt x="819" y="1248"/>
                  </a:lnTo>
                  <a:lnTo>
                    <a:pt x="761" y="1262"/>
                  </a:lnTo>
                  <a:lnTo>
                    <a:pt x="701" y="1271"/>
                  </a:lnTo>
                  <a:lnTo>
                    <a:pt x="640" y="1274"/>
                  </a:lnTo>
                  <a:lnTo>
                    <a:pt x="578" y="1271"/>
                  </a:lnTo>
                  <a:lnTo>
                    <a:pt x="518" y="1262"/>
                  </a:lnTo>
                  <a:lnTo>
                    <a:pt x="460" y="1248"/>
                  </a:lnTo>
                  <a:lnTo>
                    <a:pt x="405" y="1229"/>
                  </a:lnTo>
                  <a:lnTo>
                    <a:pt x="351" y="1206"/>
                  </a:lnTo>
                  <a:lnTo>
                    <a:pt x="300" y="1177"/>
                  </a:lnTo>
                  <a:lnTo>
                    <a:pt x="253" y="1144"/>
                  </a:lnTo>
                  <a:lnTo>
                    <a:pt x="208" y="1107"/>
                  </a:lnTo>
                  <a:lnTo>
                    <a:pt x="167" y="1067"/>
                  </a:lnTo>
                  <a:lnTo>
                    <a:pt x="130" y="1023"/>
                  </a:lnTo>
                  <a:lnTo>
                    <a:pt x="98" y="974"/>
                  </a:lnTo>
                  <a:lnTo>
                    <a:pt x="69" y="924"/>
                  </a:lnTo>
                  <a:lnTo>
                    <a:pt x="45" y="871"/>
                  </a:lnTo>
                  <a:lnTo>
                    <a:pt x="26" y="816"/>
                  </a:lnTo>
                  <a:lnTo>
                    <a:pt x="11" y="758"/>
                  </a:lnTo>
                  <a:lnTo>
                    <a:pt x="3" y="698"/>
                  </a:lnTo>
                  <a:lnTo>
                    <a:pt x="0" y="637"/>
                  </a:lnTo>
                  <a:lnTo>
                    <a:pt x="3" y="576"/>
                  </a:lnTo>
                  <a:lnTo>
                    <a:pt x="11" y="515"/>
                  </a:lnTo>
                  <a:lnTo>
                    <a:pt x="26" y="458"/>
                  </a:lnTo>
                  <a:lnTo>
                    <a:pt x="45" y="402"/>
                  </a:lnTo>
                  <a:lnTo>
                    <a:pt x="69" y="349"/>
                  </a:lnTo>
                  <a:lnTo>
                    <a:pt x="98" y="299"/>
                  </a:lnTo>
                  <a:lnTo>
                    <a:pt x="130" y="252"/>
                  </a:lnTo>
                  <a:lnTo>
                    <a:pt x="167" y="207"/>
                  </a:lnTo>
                  <a:lnTo>
                    <a:pt x="208" y="167"/>
                  </a:lnTo>
                  <a:lnTo>
                    <a:pt x="253" y="130"/>
                  </a:lnTo>
                  <a:lnTo>
                    <a:pt x="300" y="97"/>
                  </a:lnTo>
                  <a:lnTo>
                    <a:pt x="351" y="69"/>
                  </a:lnTo>
                  <a:lnTo>
                    <a:pt x="405" y="44"/>
                  </a:lnTo>
                  <a:lnTo>
                    <a:pt x="460" y="26"/>
                  </a:lnTo>
                  <a:lnTo>
                    <a:pt x="518" y="11"/>
                  </a:lnTo>
                  <a:lnTo>
                    <a:pt x="578" y="3"/>
                  </a:lnTo>
                  <a:lnTo>
                    <a:pt x="6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C6FA001B-25AD-460F-B669-83E096416A58}"/>
              </a:ext>
            </a:extLst>
          </p:cNvPr>
          <p:cNvGrpSpPr/>
          <p:nvPr/>
        </p:nvGrpSpPr>
        <p:grpSpPr>
          <a:xfrm>
            <a:off x="11151635" y="4830329"/>
            <a:ext cx="310356" cy="310355"/>
            <a:chOff x="8934450" y="5148263"/>
            <a:chExt cx="382588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97" name="Freeform 766">
              <a:extLst>
                <a:ext uri="{FF2B5EF4-FFF2-40B4-BE49-F238E27FC236}">
                  <a16:creationId xmlns:a16="http://schemas.microsoft.com/office/drawing/2014/main" id="{D42A92DD-A377-4326-93EB-67E3FF728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4450" y="5148263"/>
              <a:ext cx="382588" cy="109537"/>
            </a:xfrm>
            <a:custGeom>
              <a:avLst/>
              <a:gdLst>
                <a:gd name="T0" fmla="*/ 0 w 3373"/>
                <a:gd name="T1" fmla="*/ 0 h 971"/>
                <a:gd name="T2" fmla="*/ 3373 w 3373"/>
                <a:gd name="T3" fmla="*/ 0 h 971"/>
                <a:gd name="T4" fmla="*/ 3373 w 3373"/>
                <a:gd name="T5" fmla="*/ 971 h 971"/>
                <a:gd name="T6" fmla="*/ 2809 w 3373"/>
                <a:gd name="T7" fmla="*/ 971 h 971"/>
                <a:gd name="T8" fmla="*/ 2809 w 3373"/>
                <a:gd name="T9" fmla="*/ 576 h 971"/>
                <a:gd name="T10" fmla="*/ 3055 w 3373"/>
                <a:gd name="T11" fmla="*/ 576 h 971"/>
                <a:gd name="T12" fmla="*/ 3076 w 3373"/>
                <a:gd name="T13" fmla="*/ 574 h 971"/>
                <a:gd name="T14" fmla="*/ 3096 w 3373"/>
                <a:gd name="T15" fmla="*/ 566 h 971"/>
                <a:gd name="T16" fmla="*/ 3112 w 3373"/>
                <a:gd name="T17" fmla="*/ 556 h 971"/>
                <a:gd name="T18" fmla="*/ 3127 w 3373"/>
                <a:gd name="T19" fmla="*/ 542 h 971"/>
                <a:gd name="T20" fmla="*/ 3137 w 3373"/>
                <a:gd name="T21" fmla="*/ 526 h 971"/>
                <a:gd name="T22" fmla="*/ 3144 w 3373"/>
                <a:gd name="T23" fmla="*/ 506 h 971"/>
                <a:gd name="T24" fmla="*/ 3146 w 3373"/>
                <a:gd name="T25" fmla="*/ 485 h 971"/>
                <a:gd name="T26" fmla="*/ 3144 w 3373"/>
                <a:gd name="T27" fmla="*/ 464 h 971"/>
                <a:gd name="T28" fmla="*/ 3137 w 3373"/>
                <a:gd name="T29" fmla="*/ 445 h 971"/>
                <a:gd name="T30" fmla="*/ 3127 w 3373"/>
                <a:gd name="T31" fmla="*/ 427 h 971"/>
                <a:gd name="T32" fmla="*/ 3112 w 3373"/>
                <a:gd name="T33" fmla="*/ 414 h 971"/>
                <a:gd name="T34" fmla="*/ 3096 w 3373"/>
                <a:gd name="T35" fmla="*/ 403 h 971"/>
                <a:gd name="T36" fmla="*/ 3076 w 3373"/>
                <a:gd name="T37" fmla="*/ 397 h 971"/>
                <a:gd name="T38" fmla="*/ 3055 w 3373"/>
                <a:gd name="T39" fmla="*/ 394 h 971"/>
                <a:gd name="T40" fmla="*/ 319 w 3373"/>
                <a:gd name="T41" fmla="*/ 394 h 971"/>
                <a:gd name="T42" fmla="*/ 298 w 3373"/>
                <a:gd name="T43" fmla="*/ 397 h 971"/>
                <a:gd name="T44" fmla="*/ 278 w 3373"/>
                <a:gd name="T45" fmla="*/ 403 h 971"/>
                <a:gd name="T46" fmla="*/ 262 w 3373"/>
                <a:gd name="T47" fmla="*/ 414 h 971"/>
                <a:gd name="T48" fmla="*/ 247 w 3373"/>
                <a:gd name="T49" fmla="*/ 427 h 971"/>
                <a:gd name="T50" fmla="*/ 237 w 3373"/>
                <a:gd name="T51" fmla="*/ 445 h 971"/>
                <a:gd name="T52" fmla="*/ 230 w 3373"/>
                <a:gd name="T53" fmla="*/ 464 h 971"/>
                <a:gd name="T54" fmla="*/ 228 w 3373"/>
                <a:gd name="T55" fmla="*/ 485 h 971"/>
                <a:gd name="T56" fmla="*/ 230 w 3373"/>
                <a:gd name="T57" fmla="*/ 506 h 971"/>
                <a:gd name="T58" fmla="*/ 237 w 3373"/>
                <a:gd name="T59" fmla="*/ 526 h 971"/>
                <a:gd name="T60" fmla="*/ 247 w 3373"/>
                <a:gd name="T61" fmla="*/ 542 h 971"/>
                <a:gd name="T62" fmla="*/ 262 w 3373"/>
                <a:gd name="T63" fmla="*/ 556 h 971"/>
                <a:gd name="T64" fmla="*/ 278 w 3373"/>
                <a:gd name="T65" fmla="*/ 566 h 971"/>
                <a:gd name="T66" fmla="*/ 298 w 3373"/>
                <a:gd name="T67" fmla="*/ 574 h 971"/>
                <a:gd name="T68" fmla="*/ 319 w 3373"/>
                <a:gd name="T69" fmla="*/ 576 h 971"/>
                <a:gd name="T70" fmla="*/ 564 w 3373"/>
                <a:gd name="T71" fmla="*/ 576 h 971"/>
                <a:gd name="T72" fmla="*/ 564 w 3373"/>
                <a:gd name="T73" fmla="*/ 969 h 971"/>
                <a:gd name="T74" fmla="*/ 0 w 3373"/>
                <a:gd name="T75" fmla="*/ 969 h 971"/>
                <a:gd name="T76" fmla="*/ 0 w 3373"/>
                <a:gd name="T77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73" h="971">
                  <a:moveTo>
                    <a:pt x="0" y="0"/>
                  </a:moveTo>
                  <a:lnTo>
                    <a:pt x="3373" y="0"/>
                  </a:lnTo>
                  <a:lnTo>
                    <a:pt x="3373" y="971"/>
                  </a:lnTo>
                  <a:lnTo>
                    <a:pt x="2809" y="971"/>
                  </a:lnTo>
                  <a:lnTo>
                    <a:pt x="2809" y="576"/>
                  </a:lnTo>
                  <a:lnTo>
                    <a:pt x="3055" y="576"/>
                  </a:lnTo>
                  <a:lnTo>
                    <a:pt x="3076" y="574"/>
                  </a:lnTo>
                  <a:lnTo>
                    <a:pt x="3096" y="566"/>
                  </a:lnTo>
                  <a:lnTo>
                    <a:pt x="3112" y="556"/>
                  </a:lnTo>
                  <a:lnTo>
                    <a:pt x="3127" y="542"/>
                  </a:lnTo>
                  <a:lnTo>
                    <a:pt x="3137" y="526"/>
                  </a:lnTo>
                  <a:lnTo>
                    <a:pt x="3144" y="506"/>
                  </a:lnTo>
                  <a:lnTo>
                    <a:pt x="3146" y="485"/>
                  </a:lnTo>
                  <a:lnTo>
                    <a:pt x="3144" y="464"/>
                  </a:lnTo>
                  <a:lnTo>
                    <a:pt x="3137" y="445"/>
                  </a:lnTo>
                  <a:lnTo>
                    <a:pt x="3127" y="427"/>
                  </a:lnTo>
                  <a:lnTo>
                    <a:pt x="3112" y="414"/>
                  </a:lnTo>
                  <a:lnTo>
                    <a:pt x="3096" y="403"/>
                  </a:lnTo>
                  <a:lnTo>
                    <a:pt x="3076" y="397"/>
                  </a:lnTo>
                  <a:lnTo>
                    <a:pt x="3055" y="394"/>
                  </a:lnTo>
                  <a:lnTo>
                    <a:pt x="319" y="394"/>
                  </a:lnTo>
                  <a:lnTo>
                    <a:pt x="298" y="397"/>
                  </a:lnTo>
                  <a:lnTo>
                    <a:pt x="278" y="403"/>
                  </a:lnTo>
                  <a:lnTo>
                    <a:pt x="262" y="414"/>
                  </a:lnTo>
                  <a:lnTo>
                    <a:pt x="247" y="427"/>
                  </a:lnTo>
                  <a:lnTo>
                    <a:pt x="237" y="445"/>
                  </a:lnTo>
                  <a:lnTo>
                    <a:pt x="230" y="464"/>
                  </a:lnTo>
                  <a:lnTo>
                    <a:pt x="228" y="485"/>
                  </a:lnTo>
                  <a:lnTo>
                    <a:pt x="230" y="506"/>
                  </a:lnTo>
                  <a:lnTo>
                    <a:pt x="237" y="526"/>
                  </a:lnTo>
                  <a:lnTo>
                    <a:pt x="247" y="542"/>
                  </a:lnTo>
                  <a:lnTo>
                    <a:pt x="262" y="556"/>
                  </a:lnTo>
                  <a:lnTo>
                    <a:pt x="278" y="566"/>
                  </a:lnTo>
                  <a:lnTo>
                    <a:pt x="298" y="574"/>
                  </a:lnTo>
                  <a:lnTo>
                    <a:pt x="319" y="576"/>
                  </a:lnTo>
                  <a:lnTo>
                    <a:pt x="564" y="576"/>
                  </a:lnTo>
                  <a:lnTo>
                    <a:pt x="564" y="969"/>
                  </a:lnTo>
                  <a:lnTo>
                    <a:pt x="0" y="96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298" name="Freeform 767">
              <a:extLst>
                <a:ext uri="{FF2B5EF4-FFF2-40B4-BE49-F238E27FC236}">
                  <a16:creationId xmlns:a16="http://schemas.microsoft.com/office/drawing/2014/main" id="{73B60164-16FB-47A7-A8BC-CF6DD7FF1D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18588" y="5213350"/>
              <a:ext cx="214313" cy="317500"/>
            </a:xfrm>
            <a:custGeom>
              <a:avLst/>
              <a:gdLst>
                <a:gd name="T0" fmla="*/ 915 w 1888"/>
                <a:gd name="T1" fmla="*/ 2060 h 2798"/>
                <a:gd name="T2" fmla="*/ 866 w 1888"/>
                <a:gd name="T3" fmla="*/ 2081 h 2798"/>
                <a:gd name="T4" fmla="*/ 833 w 1888"/>
                <a:gd name="T5" fmla="*/ 2119 h 2798"/>
                <a:gd name="T6" fmla="*/ 819 w 1888"/>
                <a:gd name="T7" fmla="*/ 2168 h 2798"/>
                <a:gd name="T8" fmla="*/ 832 w 1888"/>
                <a:gd name="T9" fmla="*/ 2217 h 2798"/>
                <a:gd name="T10" fmla="*/ 865 w 1888"/>
                <a:gd name="T11" fmla="*/ 2256 h 2798"/>
                <a:gd name="T12" fmla="*/ 914 w 1888"/>
                <a:gd name="T13" fmla="*/ 2278 h 2798"/>
                <a:gd name="T14" fmla="*/ 972 w 1888"/>
                <a:gd name="T15" fmla="*/ 2278 h 2798"/>
                <a:gd name="T16" fmla="*/ 1021 w 1888"/>
                <a:gd name="T17" fmla="*/ 2256 h 2798"/>
                <a:gd name="T18" fmla="*/ 1054 w 1888"/>
                <a:gd name="T19" fmla="*/ 2217 h 2798"/>
                <a:gd name="T20" fmla="*/ 1067 w 1888"/>
                <a:gd name="T21" fmla="*/ 2168 h 2798"/>
                <a:gd name="T22" fmla="*/ 1054 w 1888"/>
                <a:gd name="T23" fmla="*/ 2119 h 2798"/>
                <a:gd name="T24" fmla="*/ 1021 w 1888"/>
                <a:gd name="T25" fmla="*/ 2081 h 2798"/>
                <a:gd name="T26" fmla="*/ 972 w 1888"/>
                <a:gd name="T27" fmla="*/ 2060 h 2798"/>
                <a:gd name="T28" fmla="*/ 943 w 1888"/>
                <a:gd name="T29" fmla="*/ 478 h 2798"/>
                <a:gd name="T30" fmla="*/ 811 w 1888"/>
                <a:gd name="T31" fmla="*/ 487 h 2798"/>
                <a:gd name="T32" fmla="*/ 687 w 1888"/>
                <a:gd name="T33" fmla="*/ 513 h 2798"/>
                <a:gd name="T34" fmla="*/ 574 w 1888"/>
                <a:gd name="T35" fmla="*/ 553 h 2798"/>
                <a:gd name="T36" fmla="*/ 474 w 1888"/>
                <a:gd name="T37" fmla="*/ 607 h 2798"/>
                <a:gd name="T38" fmla="*/ 389 w 1888"/>
                <a:gd name="T39" fmla="*/ 672 h 2798"/>
                <a:gd name="T40" fmla="*/ 322 w 1888"/>
                <a:gd name="T41" fmla="*/ 747 h 2798"/>
                <a:gd name="T42" fmla="*/ 274 w 1888"/>
                <a:gd name="T43" fmla="*/ 831 h 2798"/>
                <a:gd name="T44" fmla="*/ 250 w 1888"/>
                <a:gd name="T45" fmla="*/ 921 h 2798"/>
                <a:gd name="T46" fmla="*/ 250 w 1888"/>
                <a:gd name="T47" fmla="*/ 1016 h 2798"/>
                <a:gd name="T48" fmla="*/ 274 w 1888"/>
                <a:gd name="T49" fmla="*/ 1106 h 2798"/>
                <a:gd name="T50" fmla="*/ 321 w 1888"/>
                <a:gd name="T51" fmla="*/ 1190 h 2798"/>
                <a:gd name="T52" fmla="*/ 389 w 1888"/>
                <a:gd name="T53" fmla="*/ 1265 h 2798"/>
                <a:gd name="T54" fmla="*/ 473 w 1888"/>
                <a:gd name="T55" fmla="*/ 1331 h 2798"/>
                <a:gd name="T56" fmla="*/ 573 w 1888"/>
                <a:gd name="T57" fmla="*/ 1384 h 2798"/>
                <a:gd name="T58" fmla="*/ 686 w 1888"/>
                <a:gd name="T59" fmla="*/ 1425 h 2798"/>
                <a:gd name="T60" fmla="*/ 810 w 1888"/>
                <a:gd name="T61" fmla="*/ 1449 h 2798"/>
                <a:gd name="T62" fmla="*/ 943 w 1888"/>
                <a:gd name="T63" fmla="*/ 1459 h 2798"/>
                <a:gd name="T64" fmla="*/ 1076 w 1888"/>
                <a:gd name="T65" fmla="*/ 1449 h 2798"/>
                <a:gd name="T66" fmla="*/ 1200 w 1888"/>
                <a:gd name="T67" fmla="*/ 1425 h 2798"/>
                <a:gd name="T68" fmla="*/ 1313 w 1888"/>
                <a:gd name="T69" fmla="*/ 1384 h 2798"/>
                <a:gd name="T70" fmla="*/ 1413 w 1888"/>
                <a:gd name="T71" fmla="*/ 1331 h 2798"/>
                <a:gd name="T72" fmla="*/ 1497 w 1888"/>
                <a:gd name="T73" fmla="*/ 1265 h 2798"/>
                <a:gd name="T74" fmla="*/ 1565 w 1888"/>
                <a:gd name="T75" fmla="*/ 1190 h 2798"/>
                <a:gd name="T76" fmla="*/ 1612 w 1888"/>
                <a:gd name="T77" fmla="*/ 1106 h 2798"/>
                <a:gd name="T78" fmla="*/ 1636 w 1888"/>
                <a:gd name="T79" fmla="*/ 1016 h 2798"/>
                <a:gd name="T80" fmla="*/ 1636 w 1888"/>
                <a:gd name="T81" fmla="*/ 921 h 2798"/>
                <a:gd name="T82" fmla="*/ 1612 w 1888"/>
                <a:gd name="T83" fmla="*/ 831 h 2798"/>
                <a:gd name="T84" fmla="*/ 1564 w 1888"/>
                <a:gd name="T85" fmla="*/ 747 h 2798"/>
                <a:gd name="T86" fmla="*/ 1497 w 1888"/>
                <a:gd name="T87" fmla="*/ 672 h 2798"/>
                <a:gd name="T88" fmla="*/ 1412 w 1888"/>
                <a:gd name="T89" fmla="*/ 607 h 2798"/>
                <a:gd name="T90" fmla="*/ 1312 w 1888"/>
                <a:gd name="T91" fmla="*/ 553 h 2798"/>
                <a:gd name="T92" fmla="*/ 1199 w 1888"/>
                <a:gd name="T93" fmla="*/ 513 h 2798"/>
                <a:gd name="T94" fmla="*/ 1075 w 1888"/>
                <a:gd name="T95" fmla="*/ 487 h 2798"/>
                <a:gd name="T96" fmla="*/ 943 w 1888"/>
                <a:gd name="T97" fmla="*/ 478 h 2798"/>
                <a:gd name="T98" fmla="*/ 1888 w 1888"/>
                <a:gd name="T99" fmla="*/ 0 h 2798"/>
                <a:gd name="T100" fmla="*/ 0 w 1888"/>
                <a:gd name="T101" fmla="*/ 2798 h 2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88" h="2798">
                  <a:moveTo>
                    <a:pt x="943" y="2057"/>
                  </a:moveTo>
                  <a:lnTo>
                    <a:pt x="915" y="2060"/>
                  </a:lnTo>
                  <a:lnTo>
                    <a:pt x="890" y="2068"/>
                  </a:lnTo>
                  <a:lnTo>
                    <a:pt x="866" y="2081"/>
                  </a:lnTo>
                  <a:lnTo>
                    <a:pt x="847" y="2099"/>
                  </a:lnTo>
                  <a:lnTo>
                    <a:pt x="833" y="2119"/>
                  </a:lnTo>
                  <a:lnTo>
                    <a:pt x="823" y="2143"/>
                  </a:lnTo>
                  <a:lnTo>
                    <a:pt x="819" y="2168"/>
                  </a:lnTo>
                  <a:lnTo>
                    <a:pt x="823" y="2194"/>
                  </a:lnTo>
                  <a:lnTo>
                    <a:pt x="832" y="2217"/>
                  </a:lnTo>
                  <a:lnTo>
                    <a:pt x="846" y="2239"/>
                  </a:lnTo>
                  <a:lnTo>
                    <a:pt x="865" y="2256"/>
                  </a:lnTo>
                  <a:lnTo>
                    <a:pt x="888" y="2269"/>
                  </a:lnTo>
                  <a:lnTo>
                    <a:pt x="914" y="2278"/>
                  </a:lnTo>
                  <a:lnTo>
                    <a:pt x="943" y="2281"/>
                  </a:lnTo>
                  <a:lnTo>
                    <a:pt x="972" y="2278"/>
                  </a:lnTo>
                  <a:lnTo>
                    <a:pt x="998" y="2269"/>
                  </a:lnTo>
                  <a:lnTo>
                    <a:pt x="1021" y="2256"/>
                  </a:lnTo>
                  <a:lnTo>
                    <a:pt x="1040" y="2239"/>
                  </a:lnTo>
                  <a:lnTo>
                    <a:pt x="1054" y="2217"/>
                  </a:lnTo>
                  <a:lnTo>
                    <a:pt x="1063" y="2194"/>
                  </a:lnTo>
                  <a:lnTo>
                    <a:pt x="1067" y="2168"/>
                  </a:lnTo>
                  <a:lnTo>
                    <a:pt x="1063" y="2143"/>
                  </a:lnTo>
                  <a:lnTo>
                    <a:pt x="1054" y="2119"/>
                  </a:lnTo>
                  <a:lnTo>
                    <a:pt x="1040" y="2099"/>
                  </a:lnTo>
                  <a:lnTo>
                    <a:pt x="1021" y="2081"/>
                  </a:lnTo>
                  <a:lnTo>
                    <a:pt x="998" y="2068"/>
                  </a:lnTo>
                  <a:lnTo>
                    <a:pt x="972" y="2060"/>
                  </a:lnTo>
                  <a:lnTo>
                    <a:pt x="943" y="2057"/>
                  </a:lnTo>
                  <a:close/>
                  <a:moveTo>
                    <a:pt x="943" y="478"/>
                  </a:moveTo>
                  <a:lnTo>
                    <a:pt x="877" y="480"/>
                  </a:lnTo>
                  <a:lnTo>
                    <a:pt x="811" y="487"/>
                  </a:lnTo>
                  <a:lnTo>
                    <a:pt x="748" y="498"/>
                  </a:lnTo>
                  <a:lnTo>
                    <a:pt x="687" y="513"/>
                  </a:lnTo>
                  <a:lnTo>
                    <a:pt x="629" y="531"/>
                  </a:lnTo>
                  <a:lnTo>
                    <a:pt x="574" y="553"/>
                  </a:lnTo>
                  <a:lnTo>
                    <a:pt x="523" y="578"/>
                  </a:lnTo>
                  <a:lnTo>
                    <a:pt x="474" y="607"/>
                  </a:lnTo>
                  <a:lnTo>
                    <a:pt x="430" y="638"/>
                  </a:lnTo>
                  <a:lnTo>
                    <a:pt x="389" y="672"/>
                  </a:lnTo>
                  <a:lnTo>
                    <a:pt x="353" y="708"/>
                  </a:lnTo>
                  <a:lnTo>
                    <a:pt x="322" y="747"/>
                  </a:lnTo>
                  <a:lnTo>
                    <a:pt x="296" y="788"/>
                  </a:lnTo>
                  <a:lnTo>
                    <a:pt x="274" y="831"/>
                  </a:lnTo>
                  <a:lnTo>
                    <a:pt x="259" y="876"/>
                  </a:lnTo>
                  <a:lnTo>
                    <a:pt x="250" y="921"/>
                  </a:lnTo>
                  <a:lnTo>
                    <a:pt x="247" y="969"/>
                  </a:lnTo>
                  <a:lnTo>
                    <a:pt x="250" y="1016"/>
                  </a:lnTo>
                  <a:lnTo>
                    <a:pt x="259" y="1062"/>
                  </a:lnTo>
                  <a:lnTo>
                    <a:pt x="274" y="1106"/>
                  </a:lnTo>
                  <a:lnTo>
                    <a:pt x="296" y="1149"/>
                  </a:lnTo>
                  <a:lnTo>
                    <a:pt x="321" y="1190"/>
                  </a:lnTo>
                  <a:lnTo>
                    <a:pt x="353" y="1229"/>
                  </a:lnTo>
                  <a:lnTo>
                    <a:pt x="389" y="1265"/>
                  </a:lnTo>
                  <a:lnTo>
                    <a:pt x="429" y="1299"/>
                  </a:lnTo>
                  <a:lnTo>
                    <a:pt x="473" y="1331"/>
                  </a:lnTo>
                  <a:lnTo>
                    <a:pt x="522" y="1358"/>
                  </a:lnTo>
                  <a:lnTo>
                    <a:pt x="573" y="1384"/>
                  </a:lnTo>
                  <a:lnTo>
                    <a:pt x="628" y="1406"/>
                  </a:lnTo>
                  <a:lnTo>
                    <a:pt x="686" y="1425"/>
                  </a:lnTo>
                  <a:lnTo>
                    <a:pt x="747" y="1439"/>
                  </a:lnTo>
                  <a:lnTo>
                    <a:pt x="810" y="1449"/>
                  </a:lnTo>
                  <a:lnTo>
                    <a:pt x="876" y="1457"/>
                  </a:lnTo>
                  <a:lnTo>
                    <a:pt x="943" y="1459"/>
                  </a:lnTo>
                  <a:lnTo>
                    <a:pt x="1010" y="1457"/>
                  </a:lnTo>
                  <a:lnTo>
                    <a:pt x="1076" y="1449"/>
                  </a:lnTo>
                  <a:lnTo>
                    <a:pt x="1139" y="1439"/>
                  </a:lnTo>
                  <a:lnTo>
                    <a:pt x="1200" y="1425"/>
                  </a:lnTo>
                  <a:lnTo>
                    <a:pt x="1258" y="1406"/>
                  </a:lnTo>
                  <a:lnTo>
                    <a:pt x="1313" y="1384"/>
                  </a:lnTo>
                  <a:lnTo>
                    <a:pt x="1364" y="1358"/>
                  </a:lnTo>
                  <a:lnTo>
                    <a:pt x="1413" y="1331"/>
                  </a:lnTo>
                  <a:lnTo>
                    <a:pt x="1457" y="1299"/>
                  </a:lnTo>
                  <a:lnTo>
                    <a:pt x="1497" y="1265"/>
                  </a:lnTo>
                  <a:lnTo>
                    <a:pt x="1533" y="1229"/>
                  </a:lnTo>
                  <a:lnTo>
                    <a:pt x="1565" y="1190"/>
                  </a:lnTo>
                  <a:lnTo>
                    <a:pt x="1590" y="1149"/>
                  </a:lnTo>
                  <a:lnTo>
                    <a:pt x="1612" y="1106"/>
                  </a:lnTo>
                  <a:lnTo>
                    <a:pt x="1627" y="1062"/>
                  </a:lnTo>
                  <a:lnTo>
                    <a:pt x="1636" y="1016"/>
                  </a:lnTo>
                  <a:lnTo>
                    <a:pt x="1639" y="969"/>
                  </a:lnTo>
                  <a:lnTo>
                    <a:pt x="1636" y="921"/>
                  </a:lnTo>
                  <a:lnTo>
                    <a:pt x="1627" y="876"/>
                  </a:lnTo>
                  <a:lnTo>
                    <a:pt x="1612" y="831"/>
                  </a:lnTo>
                  <a:lnTo>
                    <a:pt x="1590" y="788"/>
                  </a:lnTo>
                  <a:lnTo>
                    <a:pt x="1564" y="747"/>
                  </a:lnTo>
                  <a:lnTo>
                    <a:pt x="1533" y="708"/>
                  </a:lnTo>
                  <a:lnTo>
                    <a:pt x="1497" y="672"/>
                  </a:lnTo>
                  <a:lnTo>
                    <a:pt x="1456" y="638"/>
                  </a:lnTo>
                  <a:lnTo>
                    <a:pt x="1412" y="607"/>
                  </a:lnTo>
                  <a:lnTo>
                    <a:pt x="1363" y="578"/>
                  </a:lnTo>
                  <a:lnTo>
                    <a:pt x="1312" y="553"/>
                  </a:lnTo>
                  <a:lnTo>
                    <a:pt x="1257" y="531"/>
                  </a:lnTo>
                  <a:lnTo>
                    <a:pt x="1199" y="513"/>
                  </a:lnTo>
                  <a:lnTo>
                    <a:pt x="1138" y="498"/>
                  </a:lnTo>
                  <a:lnTo>
                    <a:pt x="1075" y="487"/>
                  </a:lnTo>
                  <a:lnTo>
                    <a:pt x="1009" y="480"/>
                  </a:lnTo>
                  <a:lnTo>
                    <a:pt x="943" y="478"/>
                  </a:lnTo>
                  <a:close/>
                  <a:moveTo>
                    <a:pt x="0" y="0"/>
                  </a:moveTo>
                  <a:lnTo>
                    <a:pt x="1888" y="0"/>
                  </a:lnTo>
                  <a:lnTo>
                    <a:pt x="1888" y="2798"/>
                  </a:lnTo>
                  <a:lnTo>
                    <a:pt x="0" y="279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EFBF569-0E4F-43A7-AA0F-6B1D5967B95F}"/>
              </a:ext>
            </a:extLst>
          </p:cNvPr>
          <p:cNvGrpSpPr/>
          <p:nvPr/>
        </p:nvGrpSpPr>
        <p:grpSpPr>
          <a:xfrm>
            <a:off x="11138435" y="3799670"/>
            <a:ext cx="310356" cy="298765"/>
            <a:chOff x="9480550" y="4468813"/>
            <a:chExt cx="382588" cy="368299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00" name="Freeform 503">
              <a:extLst>
                <a:ext uri="{FF2B5EF4-FFF2-40B4-BE49-F238E27FC236}">
                  <a16:creationId xmlns:a16="http://schemas.microsoft.com/office/drawing/2014/main" id="{19C11742-75A1-4A99-A35F-BAF5BADB8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1188" y="4651375"/>
              <a:ext cx="339725" cy="185737"/>
            </a:xfrm>
            <a:custGeom>
              <a:avLst/>
              <a:gdLst>
                <a:gd name="T0" fmla="*/ 0 w 3000"/>
                <a:gd name="T1" fmla="*/ 0 h 1647"/>
                <a:gd name="T2" fmla="*/ 1204 w 3000"/>
                <a:gd name="T3" fmla="*/ 0 h 1647"/>
                <a:gd name="T4" fmla="*/ 1204 w 3000"/>
                <a:gd name="T5" fmla="*/ 600 h 1647"/>
                <a:gd name="T6" fmla="*/ 1208 w 3000"/>
                <a:gd name="T7" fmla="*/ 623 h 1647"/>
                <a:gd name="T8" fmla="*/ 1216 w 3000"/>
                <a:gd name="T9" fmla="*/ 643 h 1647"/>
                <a:gd name="T10" fmla="*/ 1229 w 3000"/>
                <a:gd name="T11" fmla="*/ 660 h 1647"/>
                <a:gd name="T12" fmla="*/ 1246 w 3000"/>
                <a:gd name="T13" fmla="*/ 674 h 1647"/>
                <a:gd name="T14" fmla="*/ 1267 w 3000"/>
                <a:gd name="T15" fmla="*/ 682 h 1647"/>
                <a:gd name="T16" fmla="*/ 1290 w 3000"/>
                <a:gd name="T17" fmla="*/ 685 h 1647"/>
                <a:gd name="T18" fmla="*/ 1713 w 3000"/>
                <a:gd name="T19" fmla="*/ 685 h 1647"/>
                <a:gd name="T20" fmla="*/ 1736 w 3000"/>
                <a:gd name="T21" fmla="*/ 682 h 1647"/>
                <a:gd name="T22" fmla="*/ 1757 w 3000"/>
                <a:gd name="T23" fmla="*/ 674 h 1647"/>
                <a:gd name="T24" fmla="*/ 1774 w 3000"/>
                <a:gd name="T25" fmla="*/ 660 h 1647"/>
                <a:gd name="T26" fmla="*/ 1786 w 3000"/>
                <a:gd name="T27" fmla="*/ 643 h 1647"/>
                <a:gd name="T28" fmla="*/ 1795 w 3000"/>
                <a:gd name="T29" fmla="*/ 623 h 1647"/>
                <a:gd name="T30" fmla="*/ 1799 w 3000"/>
                <a:gd name="T31" fmla="*/ 600 h 1647"/>
                <a:gd name="T32" fmla="*/ 1796 w 3000"/>
                <a:gd name="T33" fmla="*/ 0 h 1647"/>
                <a:gd name="T34" fmla="*/ 3000 w 3000"/>
                <a:gd name="T35" fmla="*/ 0 h 1647"/>
                <a:gd name="T36" fmla="*/ 3000 w 3000"/>
                <a:gd name="T37" fmla="*/ 1647 h 1647"/>
                <a:gd name="T38" fmla="*/ 0 w 3000"/>
                <a:gd name="T39" fmla="*/ 1647 h 1647"/>
                <a:gd name="T40" fmla="*/ 0 w 3000"/>
                <a:gd name="T41" fmla="*/ 0 h 1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00" h="1647">
                  <a:moveTo>
                    <a:pt x="0" y="0"/>
                  </a:moveTo>
                  <a:lnTo>
                    <a:pt x="1204" y="0"/>
                  </a:lnTo>
                  <a:lnTo>
                    <a:pt x="1204" y="600"/>
                  </a:lnTo>
                  <a:lnTo>
                    <a:pt x="1208" y="623"/>
                  </a:lnTo>
                  <a:lnTo>
                    <a:pt x="1216" y="643"/>
                  </a:lnTo>
                  <a:lnTo>
                    <a:pt x="1229" y="660"/>
                  </a:lnTo>
                  <a:lnTo>
                    <a:pt x="1246" y="674"/>
                  </a:lnTo>
                  <a:lnTo>
                    <a:pt x="1267" y="682"/>
                  </a:lnTo>
                  <a:lnTo>
                    <a:pt x="1290" y="685"/>
                  </a:lnTo>
                  <a:lnTo>
                    <a:pt x="1713" y="685"/>
                  </a:lnTo>
                  <a:lnTo>
                    <a:pt x="1736" y="682"/>
                  </a:lnTo>
                  <a:lnTo>
                    <a:pt x="1757" y="674"/>
                  </a:lnTo>
                  <a:lnTo>
                    <a:pt x="1774" y="660"/>
                  </a:lnTo>
                  <a:lnTo>
                    <a:pt x="1786" y="643"/>
                  </a:lnTo>
                  <a:lnTo>
                    <a:pt x="1795" y="623"/>
                  </a:lnTo>
                  <a:lnTo>
                    <a:pt x="1799" y="600"/>
                  </a:lnTo>
                  <a:lnTo>
                    <a:pt x="1796" y="0"/>
                  </a:lnTo>
                  <a:lnTo>
                    <a:pt x="3000" y="0"/>
                  </a:lnTo>
                  <a:lnTo>
                    <a:pt x="3000" y="1647"/>
                  </a:lnTo>
                  <a:lnTo>
                    <a:pt x="0" y="164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1" name="Rectangle 504">
              <a:extLst>
                <a:ext uri="{FF2B5EF4-FFF2-40B4-BE49-F238E27FC236}">
                  <a16:creationId xmlns:a16="http://schemas.microsoft.com/office/drawing/2014/main" id="{824CA5B4-443C-462A-944C-8BEC06D37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0550" y="4533900"/>
              <a:ext cx="382588" cy="984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2" name="Freeform 505">
              <a:extLst>
                <a:ext uri="{FF2B5EF4-FFF2-40B4-BE49-F238E27FC236}">
                  <a16:creationId xmlns:a16="http://schemas.microsoft.com/office/drawing/2014/main" id="{2D3BF2AB-6F82-407B-AA89-7756BAE38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1200" y="4468813"/>
              <a:ext cx="141288" cy="46037"/>
            </a:xfrm>
            <a:custGeom>
              <a:avLst/>
              <a:gdLst>
                <a:gd name="T0" fmla="*/ 580 w 1251"/>
                <a:gd name="T1" fmla="*/ 0 h 400"/>
                <a:gd name="T2" fmla="*/ 670 w 1251"/>
                <a:gd name="T3" fmla="*/ 0 h 400"/>
                <a:gd name="T4" fmla="*/ 761 w 1251"/>
                <a:gd name="T5" fmla="*/ 6 h 400"/>
                <a:gd name="T6" fmla="*/ 851 w 1251"/>
                <a:gd name="T7" fmla="*/ 17 h 400"/>
                <a:gd name="T8" fmla="*/ 940 w 1251"/>
                <a:gd name="T9" fmla="*/ 35 h 400"/>
                <a:gd name="T10" fmla="*/ 1028 w 1251"/>
                <a:gd name="T11" fmla="*/ 57 h 400"/>
                <a:gd name="T12" fmla="*/ 1115 w 1251"/>
                <a:gd name="T13" fmla="*/ 86 h 400"/>
                <a:gd name="T14" fmla="*/ 1200 w 1251"/>
                <a:gd name="T15" fmla="*/ 119 h 400"/>
                <a:gd name="T16" fmla="*/ 1217 w 1251"/>
                <a:gd name="T17" fmla="*/ 130 h 400"/>
                <a:gd name="T18" fmla="*/ 1231 w 1251"/>
                <a:gd name="T19" fmla="*/ 143 h 400"/>
                <a:gd name="T20" fmla="*/ 1242 w 1251"/>
                <a:gd name="T21" fmla="*/ 159 h 400"/>
                <a:gd name="T22" fmla="*/ 1248 w 1251"/>
                <a:gd name="T23" fmla="*/ 178 h 400"/>
                <a:gd name="T24" fmla="*/ 1251 w 1251"/>
                <a:gd name="T25" fmla="*/ 198 h 400"/>
                <a:gd name="T26" fmla="*/ 1251 w 1251"/>
                <a:gd name="T27" fmla="*/ 400 h 400"/>
                <a:gd name="T28" fmla="*/ 1079 w 1251"/>
                <a:gd name="T29" fmla="*/ 400 h 400"/>
                <a:gd name="T30" fmla="*/ 1079 w 1251"/>
                <a:gd name="T31" fmla="*/ 253 h 400"/>
                <a:gd name="T32" fmla="*/ 998 w 1251"/>
                <a:gd name="T33" fmla="*/ 226 h 400"/>
                <a:gd name="T34" fmla="*/ 916 w 1251"/>
                <a:gd name="T35" fmla="*/ 203 h 400"/>
                <a:gd name="T36" fmla="*/ 834 w 1251"/>
                <a:gd name="T37" fmla="*/ 187 h 400"/>
                <a:gd name="T38" fmla="*/ 751 w 1251"/>
                <a:gd name="T39" fmla="*/ 176 h 400"/>
                <a:gd name="T40" fmla="*/ 666 w 1251"/>
                <a:gd name="T41" fmla="*/ 169 h 400"/>
                <a:gd name="T42" fmla="*/ 582 w 1251"/>
                <a:gd name="T43" fmla="*/ 169 h 400"/>
                <a:gd name="T44" fmla="*/ 498 w 1251"/>
                <a:gd name="T45" fmla="*/ 176 h 400"/>
                <a:gd name="T46" fmla="*/ 414 w 1251"/>
                <a:gd name="T47" fmla="*/ 187 h 400"/>
                <a:gd name="T48" fmla="*/ 332 w 1251"/>
                <a:gd name="T49" fmla="*/ 203 h 400"/>
                <a:gd name="T50" fmla="*/ 250 w 1251"/>
                <a:gd name="T51" fmla="*/ 226 h 400"/>
                <a:gd name="T52" fmla="*/ 169 w 1251"/>
                <a:gd name="T53" fmla="*/ 253 h 400"/>
                <a:gd name="T54" fmla="*/ 169 w 1251"/>
                <a:gd name="T55" fmla="*/ 400 h 400"/>
                <a:gd name="T56" fmla="*/ 0 w 1251"/>
                <a:gd name="T57" fmla="*/ 400 h 400"/>
                <a:gd name="T58" fmla="*/ 0 w 1251"/>
                <a:gd name="T59" fmla="*/ 198 h 400"/>
                <a:gd name="T60" fmla="*/ 2 w 1251"/>
                <a:gd name="T61" fmla="*/ 179 h 400"/>
                <a:gd name="T62" fmla="*/ 10 w 1251"/>
                <a:gd name="T63" fmla="*/ 160 h 400"/>
                <a:gd name="T64" fmla="*/ 20 w 1251"/>
                <a:gd name="T65" fmla="*/ 144 h 400"/>
                <a:gd name="T66" fmla="*/ 34 w 1251"/>
                <a:gd name="T67" fmla="*/ 130 h 400"/>
                <a:gd name="T68" fmla="*/ 51 w 1251"/>
                <a:gd name="T69" fmla="*/ 119 h 400"/>
                <a:gd name="T70" fmla="*/ 136 w 1251"/>
                <a:gd name="T71" fmla="*/ 86 h 400"/>
                <a:gd name="T72" fmla="*/ 223 w 1251"/>
                <a:gd name="T73" fmla="*/ 57 h 400"/>
                <a:gd name="T74" fmla="*/ 311 w 1251"/>
                <a:gd name="T75" fmla="*/ 35 h 400"/>
                <a:gd name="T76" fmla="*/ 400 w 1251"/>
                <a:gd name="T77" fmla="*/ 17 h 400"/>
                <a:gd name="T78" fmla="*/ 490 w 1251"/>
                <a:gd name="T79" fmla="*/ 6 h 400"/>
                <a:gd name="T80" fmla="*/ 580 w 1251"/>
                <a:gd name="T8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51" h="400">
                  <a:moveTo>
                    <a:pt x="580" y="0"/>
                  </a:moveTo>
                  <a:lnTo>
                    <a:pt x="670" y="0"/>
                  </a:lnTo>
                  <a:lnTo>
                    <a:pt x="761" y="6"/>
                  </a:lnTo>
                  <a:lnTo>
                    <a:pt x="851" y="17"/>
                  </a:lnTo>
                  <a:lnTo>
                    <a:pt x="940" y="35"/>
                  </a:lnTo>
                  <a:lnTo>
                    <a:pt x="1028" y="57"/>
                  </a:lnTo>
                  <a:lnTo>
                    <a:pt x="1115" y="86"/>
                  </a:lnTo>
                  <a:lnTo>
                    <a:pt x="1200" y="119"/>
                  </a:lnTo>
                  <a:lnTo>
                    <a:pt x="1217" y="130"/>
                  </a:lnTo>
                  <a:lnTo>
                    <a:pt x="1231" y="143"/>
                  </a:lnTo>
                  <a:lnTo>
                    <a:pt x="1242" y="159"/>
                  </a:lnTo>
                  <a:lnTo>
                    <a:pt x="1248" y="178"/>
                  </a:lnTo>
                  <a:lnTo>
                    <a:pt x="1251" y="198"/>
                  </a:lnTo>
                  <a:lnTo>
                    <a:pt x="1251" y="400"/>
                  </a:lnTo>
                  <a:lnTo>
                    <a:pt x="1079" y="400"/>
                  </a:lnTo>
                  <a:lnTo>
                    <a:pt x="1079" y="253"/>
                  </a:lnTo>
                  <a:lnTo>
                    <a:pt x="998" y="226"/>
                  </a:lnTo>
                  <a:lnTo>
                    <a:pt x="916" y="203"/>
                  </a:lnTo>
                  <a:lnTo>
                    <a:pt x="834" y="187"/>
                  </a:lnTo>
                  <a:lnTo>
                    <a:pt x="751" y="176"/>
                  </a:lnTo>
                  <a:lnTo>
                    <a:pt x="666" y="169"/>
                  </a:lnTo>
                  <a:lnTo>
                    <a:pt x="582" y="169"/>
                  </a:lnTo>
                  <a:lnTo>
                    <a:pt x="498" y="176"/>
                  </a:lnTo>
                  <a:lnTo>
                    <a:pt x="414" y="187"/>
                  </a:lnTo>
                  <a:lnTo>
                    <a:pt x="332" y="203"/>
                  </a:lnTo>
                  <a:lnTo>
                    <a:pt x="250" y="226"/>
                  </a:lnTo>
                  <a:lnTo>
                    <a:pt x="169" y="253"/>
                  </a:lnTo>
                  <a:lnTo>
                    <a:pt x="169" y="400"/>
                  </a:lnTo>
                  <a:lnTo>
                    <a:pt x="0" y="400"/>
                  </a:lnTo>
                  <a:lnTo>
                    <a:pt x="0" y="198"/>
                  </a:lnTo>
                  <a:lnTo>
                    <a:pt x="2" y="179"/>
                  </a:lnTo>
                  <a:lnTo>
                    <a:pt x="10" y="160"/>
                  </a:lnTo>
                  <a:lnTo>
                    <a:pt x="20" y="144"/>
                  </a:lnTo>
                  <a:lnTo>
                    <a:pt x="34" y="130"/>
                  </a:lnTo>
                  <a:lnTo>
                    <a:pt x="51" y="119"/>
                  </a:lnTo>
                  <a:lnTo>
                    <a:pt x="136" y="86"/>
                  </a:lnTo>
                  <a:lnTo>
                    <a:pt x="223" y="57"/>
                  </a:lnTo>
                  <a:lnTo>
                    <a:pt x="311" y="35"/>
                  </a:lnTo>
                  <a:lnTo>
                    <a:pt x="400" y="17"/>
                  </a:lnTo>
                  <a:lnTo>
                    <a:pt x="490" y="6"/>
                  </a:lnTo>
                  <a:lnTo>
                    <a:pt x="5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934EDFAD-746C-4184-85D2-3286D2E70A26}"/>
              </a:ext>
            </a:extLst>
          </p:cNvPr>
          <p:cNvGrpSpPr/>
          <p:nvPr/>
        </p:nvGrpSpPr>
        <p:grpSpPr>
          <a:xfrm>
            <a:off x="10433742" y="3793874"/>
            <a:ext cx="307780" cy="310356"/>
            <a:chOff x="8937625" y="4464050"/>
            <a:chExt cx="379413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04" name="Freeform 510">
              <a:extLst>
                <a:ext uri="{FF2B5EF4-FFF2-40B4-BE49-F238E27FC236}">
                  <a16:creationId xmlns:a16="http://schemas.microsoft.com/office/drawing/2014/main" id="{171FC456-899E-4537-9B57-5E70D84E4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0650" y="4464050"/>
              <a:ext cx="304800" cy="168275"/>
            </a:xfrm>
            <a:custGeom>
              <a:avLst/>
              <a:gdLst>
                <a:gd name="T0" fmla="*/ 1031 w 2700"/>
                <a:gd name="T1" fmla="*/ 0 h 1478"/>
                <a:gd name="T2" fmla="*/ 1133 w 2700"/>
                <a:gd name="T3" fmla="*/ 3 h 1478"/>
                <a:gd name="T4" fmla="*/ 1234 w 2700"/>
                <a:gd name="T5" fmla="*/ 12 h 1478"/>
                <a:gd name="T6" fmla="*/ 1333 w 2700"/>
                <a:gd name="T7" fmla="*/ 27 h 1478"/>
                <a:gd name="T8" fmla="*/ 1430 w 2700"/>
                <a:gd name="T9" fmla="*/ 48 h 1478"/>
                <a:gd name="T10" fmla="*/ 1525 w 2700"/>
                <a:gd name="T11" fmla="*/ 74 h 1478"/>
                <a:gd name="T12" fmla="*/ 1617 w 2700"/>
                <a:gd name="T13" fmla="*/ 105 h 1478"/>
                <a:gd name="T14" fmla="*/ 1707 w 2700"/>
                <a:gd name="T15" fmla="*/ 142 h 1478"/>
                <a:gd name="T16" fmla="*/ 1794 w 2700"/>
                <a:gd name="T17" fmla="*/ 183 h 1478"/>
                <a:gd name="T18" fmla="*/ 1878 w 2700"/>
                <a:gd name="T19" fmla="*/ 229 h 1478"/>
                <a:gd name="T20" fmla="*/ 1960 w 2700"/>
                <a:gd name="T21" fmla="*/ 280 h 1478"/>
                <a:gd name="T22" fmla="*/ 2038 w 2700"/>
                <a:gd name="T23" fmla="*/ 335 h 1478"/>
                <a:gd name="T24" fmla="*/ 2113 w 2700"/>
                <a:gd name="T25" fmla="*/ 396 h 1478"/>
                <a:gd name="T26" fmla="*/ 2184 w 2700"/>
                <a:gd name="T27" fmla="*/ 459 h 1478"/>
                <a:gd name="T28" fmla="*/ 2251 w 2700"/>
                <a:gd name="T29" fmla="*/ 527 h 1478"/>
                <a:gd name="T30" fmla="*/ 2316 w 2700"/>
                <a:gd name="T31" fmla="*/ 598 h 1478"/>
                <a:gd name="T32" fmla="*/ 2375 w 2700"/>
                <a:gd name="T33" fmla="*/ 673 h 1478"/>
                <a:gd name="T34" fmla="*/ 2431 w 2700"/>
                <a:gd name="T35" fmla="*/ 751 h 1478"/>
                <a:gd name="T36" fmla="*/ 2482 w 2700"/>
                <a:gd name="T37" fmla="*/ 832 h 1478"/>
                <a:gd name="T38" fmla="*/ 2528 w 2700"/>
                <a:gd name="T39" fmla="*/ 917 h 1478"/>
                <a:gd name="T40" fmla="*/ 2569 w 2700"/>
                <a:gd name="T41" fmla="*/ 1005 h 1478"/>
                <a:gd name="T42" fmla="*/ 2606 w 2700"/>
                <a:gd name="T43" fmla="*/ 1095 h 1478"/>
                <a:gd name="T44" fmla="*/ 2638 w 2700"/>
                <a:gd name="T45" fmla="*/ 1187 h 1478"/>
                <a:gd name="T46" fmla="*/ 2664 w 2700"/>
                <a:gd name="T47" fmla="*/ 1282 h 1478"/>
                <a:gd name="T48" fmla="*/ 2685 w 2700"/>
                <a:gd name="T49" fmla="*/ 1379 h 1478"/>
                <a:gd name="T50" fmla="*/ 2700 w 2700"/>
                <a:gd name="T51" fmla="*/ 1478 h 1478"/>
                <a:gd name="T52" fmla="*/ 1082 w 2700"/>
                <a:gd name="T53" fmla="*/ 1478 h 1478"/>
                <a:gd name="T54" fmla="*/ 0 w 2700"/>
                <a:gd name="T55" fmla="*/ 355 h 1478"/>
                <a:gd name="T56" fmla="*/ 80 w 2700"/>
                <a:gd name="T57" fmla="*/ 297 h 1478"/>
                <a:gd name="T58" fmla="*/ 162 w 2700"/>
                <a:gd name="T59" fmla="*/ 242 h 1478"/>
                <a:gd name="T60" fmla="*/ 249 w 2700"/>
                <a:gd name="T61" fmla="*/ 193 h 1478"/>
                <a:gd name="T62" fmla="*/ 337 w 2700"/>
                <a:gd name="T63" fmla="*/ 149 h 1478"/>
                <a:gd name="T64" fmla="*/ 430 w 2700"/>
                <a:gd name="T65" fmla="*/ 111 h 1478"/>
                <a:gd name="T66" fmla="*/ 525 w 2700"/>
                <a:gd name="T67" fmla="*/ 78 h 1478"/>
                <a:gd name="T68" fmla="*/ 622 w 2700"/>
                <a:gd name="T69" fmla="*/ 50 h 1478"/>
                <a:gd name="T70" fmla="*/ 722 w 2700"/>
                <a:gd name="T71" fmla="*/ 29 h 1478"/>
                <a:gd name="T72" fmla="*/ 822 w 2700"/>
                <a:gd name="T73" fmla="*/ 13 h 1478"/>
                <a:gd name="T74" fmla="*/ 926 w 2700"/>
                <a:gd name="T75" fmla="*/ 3 h 1478"/>
                <a:gd name="T76" fmla="*/ 1031 w 2700"/>
                <a:gd name="T77" fmla="*/ 0 h 1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700" h="1478">
                  <a:moveTo>
                    <a:pt x="1031" y="0"/>
                  </a:moveTo>
                  <a:lnTo>
                    <a:pt x="1133" y="3"/>
                  </a:lnTo>
                  <a:lnTo>
                    <a:pt x="1234" y="12"/>
                  </a:lnTo>
                  <a:lnTo>
                    <a:pt x="1333" y="27"/>
                  </a:lnTo>
                  <a:lnTo>
                    <a:pt x="1430" y="48"/>
                  </a:lnTo>
                  <a:lnTo>
                    <a:pt x="1525" y="74"/>
                  </a:lnTo>
                  <a:lnTo>
                    <a:pt x="1617" y="105"/>
                  </a:lnTo>
                  <a:lnTo>
                    <a:pt x="1707" y="142"/>
                  </a:lnTo>
                  <a:lnTo>
                    <a:pt x="1794" y="183"/>
                  </a:lnTo>
                  <a:lnTo>
                    <a:pt x="1878" y="229"/>
                  </a:lnTo>
                  <a:lnTo>
                    <a:pt x="1960" y="280"/>
                  </a:lnTo>
                  <a:lnTo>
                    <a:pt x="2038" y="335"/>
                  </a:lnTo>
                  <a:lnTo>
                    <a:pt x="2113" y="396"/>
                  </a:lnTo>
                  <a:lnTo>
                    <a:pt x="2184" y="459"/>
                  </a:lnTo>
                  <a:lnTo>
                    <a:pt x="2251" y="527"/>
                  </a:lnTo>
                  <a:lnTo>
                    <a:pt x="2316" y="598"/>
                  </a:lnTo>
                  <a:lnTo>
                    <a:pt x="2375" y="673"/>
                  </a:lnTo>
                  <a:lnTo>
                    <a:pt x="2431" y="751"/>
                  </a:lnTo>
                  <a:lnTo>
                    <a:pt x="2482" y="832"/>
                  </a:lnTo>
                  <a:lnTo>
                    <a:pt x="2528" y="917"/>
                  </a:lnTo>
                  <a:lnTo>
                    <a:pt x="2569" y="1005"/>
                  </a:lnTo>
                  <a:lnTo>
                    <a:pt x="2606" y="1095"/>
                  </a:lnTo>
                  <a:lnTo>
                    <a:pt x="2638" y="1187"/>
                  </a:lnTo>
                  <a:lnTo>
                    <a:pt x="2664" y="1282"/>
                  </a:lnTo>
                  <a:lnTo>
                    <a:pt x="2685" y="1379"/>
                  </a:lnTo>
                  <a:lnTo>
                    <a:pt x="2700" y="1478"/>
                  </a:lnTo>
                  <a:lnTo>
                    <a:pt x="1082" y="1478"/>
                  </a:lnTo>
                  <a:lnTo>
                    <a:pt x="0" y="355"/>
                  </a:lnTo>
                  <a:lnTo>
                    <a:pt x="80" y="297"/>
                  </a:lnTo>
                  <a:lnTo>
                    <a:pt x="162" y="242"/>
                  </a:lnTo>
                  <a:lnTo>
                    <a:pt x="249" y="193"/>
                  </a:lnTo>
                  <a:lnTo>
                    <a:pt x="337" y="149"/>
                  </a:lnTo>
                  <a:lnTo>
                    <a:pt x="430" y="111"/>
                  </a:lnTo>
                  <a:lnTo>
                    <a:pt x="525" y="78"/>
                  </a:lnTo>
                  <a:lnTo>
                    <a:pt x="622" y="50"/>
                  </a:lnTo>
                  <a:lnTo>
                    <a:pt x="722" y="29"/>
                  </a:lnTo>
                  <a:lnTo>
                    <a:pt x="822" y="13"/>
                  </a:lnTo>
                  <a:lnTo>
                    <a:pt x="926" y="3"/>
                  </a:lnTo>
                  <a:lnTo>
                    <a:pt x="10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5" name="Freeform 511">
              <a:extLst>
                <a:ext uri="{FF2B5EF4-FFF2-40B4-BE49-F238E27FC236}">
                  <a16:creationId xmlns:a16="http://schemas.microsoft.com/office/drawing/2014/main" id="{067A4793-ECA9-472E-A124-73278B5F1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7625" y="4678363"/>
              <a:ext cx="379413" cy="168275"/>
            </a:xfrm>
            <a:custGeom>
              <a:avLst/>
              <a:gdLst>
                <a:gd name="T0" fmla="*/ 0 w 3341"/>
                <a:gd name="T1" fmla="*/ 0 h 1486"/>
                <a:gd name="T2" fmla="*/ 3341 w 3341"/>
                <a:gd name="T3" fmla="*/ 0 h 1486"/>
                <a:gd name="T4" fmla="*/ 3326 w 3341"/>
                <a:gd name="T5" fmla="*/ 100 h 1486"/>
                <a:gd name="T6" fmla="*/ 3305 w 3341"/>
                <a:gd name="T7" fmla="*/ 197 h 1486"/>
                <a:gd name="T8" fmla="*/ 3279 w 3341"/>
                <a:gd name="T9" fmla="*/ 293 h 1486"/>
                <a:gd name="T10" fmla="*/ 3248 w 3341"/>
                <a:gd name="T11" fmla="*/ 385 h 1486"/>
                <a:gd name="T12" fmla="*/ 3211 w 3341"/>
                <a:gd name="T13" fmla="*/ 476 h 1486"/>
                <a:gd name="T14" fmla="*/ 3170 w 3341"/>
                <a:gd name="T15" fmla="*/ 564 h 1486"/>
                <a:gd name="T16" fmla="*/ 3124 w 3341"/>
                <a:gd name="T17" fmla="*/ 649 h 1486"/>
                <a:gd name="T18" fmla="*/ 3073 w 3341"/>
                <a:gd name="T19" fmla="*/ 730 h 1486"/>
                <a:gd name="T20" fmla="*/ 3017 w 3341"/>
                <a:gd name="T21" fmla="*/ 809 h 1486"/>
                <a:gd name="T22" fmla="*/ 2958 w 3341"/>
                <a:gd name="T23" fmla="*/ 885 h 1486"/>
                <a:gd name="T24" fmla="*/ 2893 w 3341"/>
                <a:gd name="T25" fmla="*/ 956 h 1486"/>
                <a:gd name="T26" fmla="*/ 2826 w 3341"/>
                <a:gd name="T27" fmla="*/ 1024 h 1486"/>
                <a:gd name="T28" fmla="*/ 2755 w 3341"/>
                <a:gd name="T29" fmla="*/ 1088 h 1486"/>
                <a:gd name="T30" fmla="*/ 2679 w 3341"/>
                <a:gd name="T31" fmla="*/ 1149 h 1486"/>
                <a:gd name="T32" fmla="*/ 2601 w 3341"/>
                <a:gd name="T33" fmla="*/ 1204 h 1486"/>
                <a:gd name="T34" fmla="*/ 2519 w 3341"/>
                <a:gd name="T35" fmla="*/ 1255 h 1486"/>
                <a:gd name="T36" fmla="*/ 2435 w 3341"/>
                <a:gd name="T37" fmla="*/ 1302 h 1486"/>
                <a:gd name="T38" fmla="*/ 2348 w 3341"/>
                <a:gd name="T39" fmla="*/ 1344 h 1486"/>
                <a:gd name="T40" fmla="*/ 2257 w 3341"/>
                <a:gd name="T41" fmla="*/ 1381 h 1486"/>
                <a:gd name="T42" fmla="*/ 2165 w 3341"/>
                <a:gd name="T43" fmla="*/ 1411 h 1486"/>
                <a:gd name="T44" fmla="*/ 2070 w 3341"/>
                <a:gd name="T45" fmla="*/ 1438 h 1486"/>
                <a:gd name="T46" fmla="*/ 1973 w 3341"/>
                <a:gd name="T47" fmla="*/ 1458 h 1486"/>
                <a:gd name="T48" fmla="*/ 1874 w 3341"/>
                <a:gd name="T49" fmla="*/ 1474 h 1486"/>
                <a:gd name="T50" fmla="*/ 1773 w 3341"/>
                <a:gd name="T51" fmla="*/ 1483 h 1486"/>
                <a:gd name="T52" fmla="*/ 1670 w 3341"/>
                <a:gd name="T53" fmla="*/ 1486 h 1486"/>
                <a:gd name="T54" fmla="*/ 1567 w 3341"/>
                <a:gd name="T55" fmla="*/ 1483 h 1486"/>
                <a:gd name="T56" fmla="*/ 1467 w 3341"/>
                <a:gd name="T57" fmla="*/ 1474 h 1486"/>
                <a:gd name="T58" fmla="*/ 1368 w 3341"/>
                <a:gd name="T59" fmla="*/ 1458 h 1486"/>
                <a:gd name="T60" fmla="*/ 1271 w 3341"/>
                <a:gd name="T61" fmla="*/ 1438 h 1486"/>
                <a:gd name="T62" fmla="*/ 1176 w 3341"/>
                <a:gd name="T63" fmla="*/ 1411 h 1486"/>
                <a:gd name="T64" fmla="*/ 1083 w 3341"/>
                <a:gd name="T65" fmla="*/ 1381 h 1486"/>
                <a:gd name="T66" fmla="*/ 993 w 3341"/>
                <a:gd name="T67" fmla="*/ 1344 h 1486"/>
                <a:gd name="T68" fmla="*/ 906 w 3341"/>
                <a:gd name="T69" fmla="*/ 1302 h 1486"/>
                <a:gd name="T70" fmla="*/ 821 w 3341"/>
                <a:gd name="T71" fmla="*/ 1255 h 1486"/>
                <a:gd name="T72" fmla="*/ 739 w 3341"/>
                <a:gd name="T73" fmla="*/ 1204 h 1486"/>
                <a:gd name="T74" fmla="*/ 661 w 3341"/>
                <a:gd name="T75" fmla="*/ 1149 h 1486"/>
                <a:gd name="T76" fmla="*/ 586 w 3341"/>
                <a:gd name="T77" fmla="*/ 1088 h 1486"/>
                <a:gd name="T78" fmla="*/ 515 w 3341"/>
                <a:gd name="T79" fmla="*/ 1024 h 1486"/>
                <a:gd name="T80" fmla="*/ 447 w 3341"/>
                <a:gd name="T81" fmla="*/ 956 h 1486"/>
                <a:gd name="T82" fmla="*/ 383 w 3341"/>
                <a:gd name="T83" fmla="*/ 885 h 1486"/>
                <a:gd name="T84" fmla="*/ 324 w 3341"/>
                <a:gd name="T85" fmla="*/ 809 h 1486"/>
                <a:gd name="T86" fmla="*/ 268 w 3341"/>
                <a:gd name="T87" fmla="*/ 730 h 1486"/>
                <a:gd name="T88" fmla="*/ 217 w 3341"/>
                <a:gd name="T89" fmla="*/ 649 h 1486"/>
                <a:gd name="T90" fmla="*/ 171 w 3341"/>
                <a:gd name="T91" fmla="*/ 564 h 1486"/>
                <a:gd name="T92" fmla="*/ 129 w 3341"/>
                <a:gd name="T93" fmla="*/ 476 h 1486"/>
                <a:gd name="T94" fmla="*/ 93 w 3341"/>
                <a:gd name="T95" fmla="*/ 385 h 1486"/>
                <a:gd name="T96" fmla="*/ 62 w 3341"/>
                <a:gd name="T97" fmla="*/ 293 h 1486"/>
                <a:gd name="T98" fmla="*/ 36 w 3341"/>
                <a:gd name="T99" fmla="*/ 197 h 1486"/>
                <a:gd name="T100" fmla="*/ 15 w 3341"/>
                <a:gd name="T101" fmla="*/ 100 h 1486"/>
                <a:gd name="T102" fmla="*/ 0 w 3341"/>
                <a:gd name="T103" fmla="*/ 0 h 1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41" h="1486">
                  <a:moveTo>
                    <a:pt x="0" y="0"/>
                  </a:moveTo>
                  <a:lnTo>
                    <a:pt x="3341" y="0"/>
                  </a:lnTo>
                  <a:lnTo>
                    <a:pt x="3326" y="100"/>
                  </a:lnTo>
                  <a:lnTo>
                    <a:pt x="3305" y="197"/>
                  </a:lnTo>
                  <a:lnTo>
                    <a:pt x="3279" y="293"/>
                  </a:lnTo>
                  <a:lnTo>
                    <a:pt x="3248" y="385"/>
                  </a:lnTo>
                  <a:lnTo>
                    <a:pt x="3211" y="476"/>
                  </a:lnTo>
                  <a:lnTo>
                    <a:pt x="3170" y="564"/>
                  </a:lnTo>
                  <a:lnTo>
                    <a:pt x="3124" y="649"/>
                  </a:lnTo>
                  <a:lnTo>
                    <a:pt x="3073" y="730"/>
                  </a:lnTo>
                  <a:lnTo>
                    <a:pt x="3017" y="809"/>
                  </a:lnTo>
                  <a:lnTo>
                    <a:pt x="2958" y="885"/>
                  </a:lnTo>
                  <a:lnTo>
                    <a:pt x="2893" y="956"/>
                  </a:lnTo>
                  <a:lnTo>
                    <a:pt x="2826" y="1024"/>
                  </a:lnTo>
                  <a:lnTo>
                    <a:pt x="2755" y="1088"/>
                  </a:lnTo>
                  <a:lnTo>
                    <a:pt x="2679" y="1149"/>
                  </a:lnTo>
                  <a:lnTo>
                    <a:pt x="2601" y="1204"/>
                  </a:lnTo>
                  <a:lnTo>
                    <a:pt x="2519" y="1255"/>
                  </a:lnTo>
                  <a:lnTo>
                    <a:pt x="2435" y="1302"/>
                  </a:lnTo>
                  <a:lnTo>
                    <a:pt x="2348" y="1344"/>
                  </a:lnTo>
                  <a:lnTo>
                    <a:pt x="2257" y="1381"/>
                  </a:lnTo>
                  <a:lnTo>
                    <a:pt x="2165" y="1411"/>
                  </a:lnTo>
                  <a:lnTo>
                    <a:pt x="2070" y="1438"/>
                  </a:lnTo>
                  <a:lnTo>
                    <a:pt x="1973" y="1458"/>
                  </a:lnTo>
                  <a:lnTo>
                    <a:pt x="1874" y="1474"/>
                  </a:lnTo>
                  <a:lnTo>
                    <a:pt x="1773" y="1483"/>
                  </a:lnTo>
                  <a:lnTo>
                    <a:pt x="1670" y="1486"/>
                  </a:lnTo>
                  <a:lnTo>
                    <a:pt x="1567" y="1483"/>
                  </a:lnTo>
                  <a:lnTo>
                    <a:pt x="1467" y="1474"/>
                  </a:lnTo>
                  <a:lnTo>
                    <a:pt x="1368" y="1458"/>
                  </a:lnTo>
                  <a:lnTo>
                    <a:pt x="1271" y="1438"/>
                  </a:lnTo>
                  <a:lnTo>
                    <a:pt x="1176" y="1411"/>
                  </a:lnTo>
                  <a:lnTo>
                    <a:pt x="1083" y="1381"/>
                  </a:lnTo>
                  <a:lnTo>
                    <a:pt x="993" y="1344"/>
                  </a:lnTo>
                  <a:lnTo>
                    <a:pt x="906" y="1302"/>
                  </a:lnTo>
                  <a:lnTo>
                    <a:pt x="821" y="1255"/>
                  </a:lnTo>
                  <a:lnTo>
                    <a:pt x="739" y="1204"/>
                  </a:lnTo>
                  <a:lnTo>
                    <a:pt x="661" y="1149"/>
                  </a:lnTo>
                  <a:lnTo>
                    <a:pt x="586" y="1088"/>
                  </a:lnTo>
                  <a:lnTo>
                    <a:pt x="515" y="1024"/>
                  </a:lnTo>
                  <a:lnTo>
                    <a:pt x="447" y="956"/>
                  </a:lnTo>
                  <a:lnTo>
                    <a:pt x="383" y="885"/>
                  </a:lnTo>
                  <a:lnTo>
                    <a:pt x="324" y="809"/>
                  </a:lnTo>
                  <a:lnTo>
                    <a:pt x="268" y="730"/>
                  </a:lnTo>
                  <a:lnTo>
                    <a:pt x="217" y="649"/>
                  </a:lnTo>
                  <a:lnTo>
                    <a:pt x="171" y="564"/>
                  </a:lnTo>
                  <a:lnTo>
                    <a:pt x="129" y="476"/>
                  </a:lnTo>
                  <a:lnTo>
                    <a:pt x="93" y="385"/>
                  </a:lnTo>
                  <a:lnTo>
                    <a:pt x="62" y="293"/>
                  </a:lnTo>
                  <a:lnTo>
                    <a:pt x="36" y="197"/>
                  </a:lnTo>
                  <a:lnTo>
                    <a:pt x="15" y="1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6" name="Freeform 512">
              <a:extLst>
                <a:ext uri="{FF2B5EF4-FFF2-40B4-BE49-F238E27FC236}">
                  <a16:creationId xmlns:a16="http://schemas.microsoft.com/office/drawing/2014/main" id="{4165D0DA-4E77-4320-903E-726DD799A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7625" y="4537075"/>
              <a:ext cx="130175" cy="95250"/>
            </a:xfrm>
            <a:custGeom>
              <a:avLst/>
              <a:gdLst>
                <a:gd name="T0" fmla="*/ 348 w 1154"/>
                <a:gd name="T1" fmla="*/ 0 h 835"/>
                <a:gd name="T2" fmla="*/ 1154 w 1154"/>
                <a:gd name="T3" fmla="*/ 835 h 835"/>
                <a:gd name="T4" fmla="*/ 0 w 1154"/>
                <a:gd name="T5" fmla="*/ 835 h 835"/>
                <a:gd name="T6" fmla="*/ 14 w 1154"/>
                <a:gd name="T7" fmla="*/ 742 h 835"/>
                <a:gd name="T8" fmla="*/ 33 w 1154"/>
                <a:gd name="T9" fmla="*/ 651 h 835"/>
                <a:gd name="T10" fmla="*/ 57 w 1154"/>
                <a:gd name="T11" fmla="*/ 562 h 835"/>
                <a:gd name="T12" fmla="*/ 86 w 1154"/>
                <a:gd name="T13" fmla="*/ 474 h 835"/>
                <a:gd name="T14" fmla="*/ 118 w 1154"/>
                <a:gd name="T15" fmla="*/ 390 h 835"/>
                <a:gd name="T16" fmla="*/ 156 w 1154"/>
                <a:gd name="T17" fmla="*/ 306 h 835"/>
                <a:gd name="T18" fmla="*/ 198 w 1154"/>
                <a:gd name="T19" fmla="*/ 226 h 835"/>
                <a:gd name="T20" fmla="*/ 244 w 1154"/>
                <a:gd name="T21" fmla="*/ 147 h 835"/>
                <a:gd name="T22" fmla="*/ 294 w 1154"/>
                <a:gd name="T23" fmla="*/ 73 h 835"/>
                <a:gd name="T24" fmla="*/ 348 w 1154"/>
                <a:gd name="T25" fmla="*/ 0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54" h="835">
                  <a:moveTo>
                    <a:pt x="348" y="0"/>
                  </a:moveTo>
                  <a:lnTo>
                    <a:pt x="1154" y="835"/>
                  </a:lnTo>
                  <a:lnTo>
                    <a:pt x="0" y="835"/>
                  </a:lnTo>
                  <a:lnTo>
                    <a:pt x="14" y="742"/>
                  </a:lnTo>
                  <a:lnTo>
                    <a:pt x="33" y="651"/>
                  </a:lnTo>
                  <a:lnTo>
                    <a:pt x="57" y="562"/>
                  </a:lnTo>
                  <a:lnTo>
                    <a:pt x="86" y="474"/>
                  </a:lnTo>
                  <a:lnTo>
                    <a:pt x="118" y="390"/>
                  </a:lnTo>
                  <a:lnTo>
                    <a:pt x="156" y="306"/>
                  </a:lnTo>
                  <a:lnTo>
                    <a:pt x="198" y="226"/>
                  </a:lnTo>
                  <a:lnTo>
                    <a:pt x="244" y="147"/>
                  </a:lnTo>
                  <a:lnTo>
                    <a:pt x="294" y="73"/>
                  </a:lnTo>
                  <a:lnTo>
                    <a:pt x="3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5631AD51-4CD7-4A61-9F04-71FF5B331700}"/>
              </a:ext>
            </a:extLst>
          </p:cNvPr>
          <p:cNvGrpSpPr/>
          <p:nvPr/>
        </p:nvGrpSpPr>
        <p:grpSpPr>
          <a:xfrm>
            <a:off x="9725187" y="3806107"/>
            <a:ext cx="311644" cy="285888"/>
            <a:chOff x="8397875" y="4591050"/>
            <a:chExt cx="384176" cy="3524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08" name="Freeform 517">
              <a:extLst>
                <a:ext uri="{FF2B5EF4-FFF2-40B4-BE49-F238E27FC236}">
                  <a16:creationId xmlns:a16="http://schemas.microsoft.com/office/drawing/2014/main" id="{86C1C3BB-D9E3-478F-A74E-8520914CC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4591050"/>
              <a:ext cx="119063" cy="74613"/>
            </a:xfrm>
            <a:custGeom>
              <a:avLst/>
              <a:gdLst>
                <a:gd name="T0" fmla="*/ 487 w 1054"/>
                <a:gd name="T1" fmla="*/ 0 h 650"/>
                <a:gd name="T2" fmla="*/ 1054 w 1054"/>
                <a:gd name="T3" fmla="*/ 0 h 650"/>
                <a:gd name="T4" fmla="*/ 846 w 1054"/>
                <a:gd name="T5" fmla="*/ 650 h 650"/>
                <a:gd name="T6" fmla="*/ 0 w 1054"/>
                <a:gd name="T7" fmla="*/ 650 h 650"/>
                <a:gd name="T8" fmla="*/ 487 w 1054"/>
                <a:gd name="T9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4" h="650">
                  <a:moveTo>
                    <a:pt x="487" y="0"/>
                  </a:moveTo>
                  <a:lnTo>
                    <a:pt x="1054" y="0"/>
                  </a:lnTo>
                  <a:lnTo>
                    <a:pt x="846" y="650"/>
                  </a:lnTo>
                  <a:lnTo>
                    <a:pt x="0" y="650"/>
                  </a:lnTo>
                  <a:lnTo>
                    <a:pt x="4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09" name="Freeform 518">
              <a:extLst>
                <a:ext uri="{FF2B5EF4-FFF2-40B4-BE49-F238E27FC236}">
                  <a16:creationId xmlns:a16="http://schemas.microsoft.com/office/drawing/2014/main" id="{D90DD783-EE74-4D59-8F83-DCF2971BA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2175" y="4591050"/>
              <a:ext cx="155575" cy="74613"/>
            </a:xfrm>
            <a:custGeom>
              <a:avLst/>
              <a:gdLst>
                <a:gd name="T0" fmla="*/ 210 w 1368"/>
                <a:gd name="T1" fmla="*/ 0 h 650"/>
                <a:gd name="T2" fmla="*/ 1161 w 1368"/>
                <a:gd name="T3" fmla="*/ 0 h 650"/>
                <a:gd name="T4" fmla="*/ 1368 w 1368"/>
                <a:gd name="T5" fmla="*/ 650 h 650"/>
                <a:gd name="T6" fmla="*/ 0 w 1368"/>
                <a:gd name="T7" fmla="*/ 650 h 650"/>
                <a:gd name="T8" fmla="*/ 210 w 1368"/>
                <a:gd name="T9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8" h="650">
                  <a:moveTo>
                    <a:pt x="210" y="0"/>
                  </a:moveTo>
                  <a:lnTo>
                    <a:pt x="1161" y="0"/>
                  </a:lnTo>
                  <a:lnTo>
                    <a:pt x="1368" y="650"/>
                  </a:lnTo>
                  <a:lnTo>
                    <a:pt x="0" y="650"/>
                  </a:lnTo>
                  <a:lnTo>
                    <a:pt x="2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0" name="Freeform 519">
              <a:extLst>
                <a:ext uri="{FF2B5EF4-FFF2-40B4-BE49-F238E27FC236}">
                  <a16:creationId xmlns:a16="http://schemas.microsoft.com/office/drawing/2014/main" id="{A5EA9E8B-654B-4791-867A-CB0B899AF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7875" y="4681538"/>
              <a:ext cx="169863" cy="244475"/>
            </a:xfrm>
            <a:custGeom>
              <a:avLst/>
              <a:gdLst>
                <a:gd name="T0" fmla="*/ 0 w 1492"/>
                <a:gd name="T1" fmla="*/ 0 h 2148"/>
                <a:gd name="T2" fmla="*/ 852 w 1492"/>
                <a:gd name="T3" fmla="*/ 0 h 2148"/>
                <a:gd name="T4" fmla="*/ 1492 w 1492"/>
                <a:gd name="T5" fmla="*/ 2148 h 2148"/>
                <a:gd name="T6" fmla="*/ 0 w 1492"/>
                <a:gd name="T7" fmla="*/ 0 h 2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2" h="2148">
                  <a:moveTo>
                    <a:pt x="0" y="0"/>
                  </a:moveTo>
                  <a:lnTo>
                    <a:pt x="852" y="0"/>
                  </a:lnTo>
                  <a:lnTo>
                    <a:pt x="1492" y="2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1" name="Freeform 520">
              <a:extLst>
                <a:ext uri="{FF2B5EF4-FFF2-40B4-BE49-F238E27FC236}">
                  <a16:creationId xmlns:a16="http://schemas.microsoft.com/office/drawing/2014/main" id="{609E9FC9-86B6-4DA7-822B-81A984ED8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1400" y="4591050"/>
              <a:ext cx="119063" cy="74613"/>
            </a:xfrm>
            <a:custGeom>
              <a:avLst/>
              <a:gdLst>
                <a:gd name="T0" fmla="*/ 0 w 1057"/>
                <a:gd name="T1" fmla="*/ 0 h 650"/>
                <a:gd name="T2" fmla="*/ 569 w 1057"/>
                <a:gd name="T3" fmla="*/ 0 h 650"/>
                <a:gd name="T4" fmla="*/ 1057 w 1057"/>
                <a:gd name="T5" fmla="*/ 650 h 650"/>
                <a:gd name="T6" fmla="*/ 210 w 1057"/>
                <a:gd name="T7" fmla="*/ 650 h 650"/>
                <a:gd name="T8" fmla="*/ 0 w 1057"/>
                <a:gd name="T9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7" h="650">
                  <a:moveTo>
                    <a:pt x="0" y="0"/>
                  </a:moveTo>
                  <a:lnTo>
                    <a:pt x="569" y="0"/>
                  </a:lnTo>
                  <a:lnTo>
                    <a:pt x="1057" y="650"/>
                  </a:lnTo>
                  <a:lnTo>
                    <a:pt x="210" y="65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2" name="Freeform 521">
              <a:extLst>
                <a:ext uri="{FF2B5EF4-FFF2-40B4-BE49-F238E27FC236}">
                  <a16:creationId xmlns:a16="http://schemas.microsoft.com/office/drawing/2014/main" id="{05F8A38B-FBE3-4109-B667-042EC8726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2175" y="4681538"/>
              <a:ext cx="155575" cy="261938"/>
            </a:xfrm>
            <a:custGeom>
              <a:avLst/>
              <a:gdLst>
                <a:gd name="T0" fmla="*/ 0 w 1371"/>
                <a:gd name="T1" fmla="*/ 0 h 2312"/>
                <a:gd name="T2" fmla="*/ 1371 w 1371"/>
                <a:gd name="T3" fmla="*/ 0 h 2312"/>
                <a:gd name="T4" fmla="*/ 685 w 1371"/>
                <a:gd name="T5" fmla="*/ 2312 h 2312"/>
                <a:gd name="T6" fmla="*/ 0 w 1371"/>
                <a:gd name="T7" fmla="*/ 0 h 2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71" h="2312">
                  <a:moveTo>
                    <a:pt x="0" y="0"/>
                  </a:moveTo>
                  <a:lnTo>
                    <a:pt x="1371" y="0"/>
                  </a:lnTo>
                  <a:lnTo>
                    <a:pt x="685" y="23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3" name="Freeform 522">
              <a:extLst>
                <a:ext uri="{FF2B5EF4-FFF2-40B4-BE49-F238E27FC236}">
                  <a16:creationId xmlns:a16="http://schemas.microsoft.com/office/drawing/2014/main" id="{8FE89D7A-0416-450C-B5C6-BED6C3456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4681538"/>
              <a:ext cx="169863" cy="244475"/>
            </a:xfrm>
            <a:custGeom>
              <a:avLst/>
              <a:gdLst>
                <a:gd name="T0" fmla="*/ 641 w 1493"/>
                <a:gd name="T1" fmla="*/ 0 h 2148"/>
                <a:gd name="T2" fmla="*/ 1493 w 1493"/>
                <a:gd name="T3" fmla="*/ 0 h 2148"/>
                <a:gd name="T4" fmla="*/ 0 w 1493"/>
                <a:gd name="T5" fmla="*/ 2148 h 2148"/>
                <a:gd name="T6" fmla="*/ 641 w 1493"/>
                <a:gd name="T7" fmla="*/ 0 h 2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3" h="2148">
                  <a:moveTo>
                    <a:pt x="641" y="0"/>
                  </a:moveTo>
                  <a:lnTo>
                    <a:pt x="1493" y="0"/>
                  </a:lnTo>
                  <a:lnTo>
                    <a:pt x="0" y="2148"/>
                  </a:lnTo>
                  <a:lnTo>
                    <a:pt x="6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C3A86000-C387-4533-B9C5-F482B404E088}"/>
              </a:ext>
            </a:extLst>
          </p:cNvPr>
          <p:cNvGrpSpPr/>
          <p:nvPr/>
        </p:nvGrpSpPr>
        <p:grpSpPr>
          <a:xfrm>
            <a:off x="9017921" y="3808683"/>
            <a:ext cx="310355" cy="280736"/>
            <a:chOff x="7805738" y="4516438"/>
            <a:chExt cx="382587" cy="3460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15" name="Freeform 527">
              <a:extLst>
                <a:ext uri="{FF2B5EF4-FFF2-40B4-BE49-F238E27FC236}">
                  <a16:creationId xmlns:a16="http://schemas.microsoft.com/office/drawing/2014/main" id="{58236D5D-C935-4000-87FB-A6E62F6A9A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05738" y="4516438"/>
              <a:ext cx="382587" cy="276225"/>
            </a:xfrm>
            <a:custGeom>
              <a:avLst/>
              <a:gdLst>
                <a:gd name="T0" fmla="*/ 1470 w 3374"/>
                <a:gd name="T1" fmla="*/ 940 h 2436"/>
                <a:gd name="T2" fmla="*/ 1453 w 3374"/>
                <a:gd name="T3" fmla="*/ 944 h 2436"/>
                <a:gd name="T4" fmla="*/ 1438 w 3374"/>
                <a:gd name="T5" fmla="*/ 951 h 2436"/>
                <a:gd name="T6" fmla="*/ 1424 w 3374"/>
                <a:gd name="T7" fmla="*/ 962 h 2436"/>
                <a:gd name="T8" fmla="*/ 1025 w 3374"/>
                <a:gd name="T9" fmla="*/ 1368 h 2436"/>
                <a:gd name="T10" fmla="*/ 1015 w 3374"/>
                <a:gd name="T11" fmla="*/ 1383 h 2436"/>
                <a:gd name="T12" fmla="*/ 1008 w 3374"/>
                <a:gd name="T13" fmla="*/ 1399 h 2436"/>
                <a:gd name="T14" fmla="*/ 1004 w 3374"/>
                <a:gd name="T15" fmla="*/ 1416 h 2436"/>
                <a:gd name="T16" fmla="*/ 1005 w 3374"/>
                <a:gd name="T17" fmla="*/ 1434 h 2436"/>
                <a:gd name="T18" fmla="*/ 1009 w 3374"/>
                <a:gd name="T19" fmla="*/ 1451 h 2436"/>
                <a:gd name="T20" fmla="*/ 1017 w 3374"/>
                <a:gd name="T21" fmla="*/ 1467 h 2436"/>
                <a:gd name="T22" fmla="*/ 1029 w 3374"/>
                <a:gd name="T23" fmla="*/ 1483 h 2436"/>
                <a:gd name="T24" fmla="*/ 1043 w 3374"/>
                <a:gd name="T25" fmla="*/ 1494 h 2436"/>
                <a:gd name="T26" fmla="*/ 1059 w 3374"/>
                <a:gd name="T27" fmla="*/ 1501 h 2436"/>
                <a:gd name="T28" fmla="*/ 1077 w 3374"/>
                <a:gd name="T29" fmla="*/ 1504 h 2436"/>
                <a:gd name="T30" fmla="*/ 1095 w 3374"/>
                <a:gd name="T31" fmla="*/ 1504 h 2436"/>
                <a:gd name="T32" fmla="*/ 1112 w 3374"/>
                <a:gd name="T33" fmla="*/ 1500 h 2436"/>
                <a:gd name="T34" fmla="*/ 1129 w 3374"/>
                <a:gd name="T35" fmla="*/ 1492 h 2436"/>
                <a:gd name="T36" fmla="*/ 1144 w 3374"/>
                <a:gd name="T37" fmla="*/ 1479 h 2436"/>
                <a:gd name="T38" fmla="*/ 1478 w 3374"/>
                <a:gd name="T39" fmla="*/ 1138 h 2436"/>
                <a:gd name="T40" fmla="*/ 1836 w 3374"/>
                <a:gd name="T41" fmla="*/ 1505 h 2436"/>
                <a:gd name="T42" fmla="*/ 1851 w 3374"/>
                <a:gd name="T43" fmla="*/ 1515 h 2436"/>
                <a:gd name="T44" fmla="*/ 1866 w 3374"/>
                <a:gd name="T45" fmla="*/ 1523 h 2436"/>
                <a:gd name="T46" fmla="*/ 1882 w 3374"/>
                <a:gd name="T47" fmla="*/ 1526 h 2436"/>
                <a:gd name="T48" fmla="*/ 1900 w 3374"/>
                <a:gd name="T49" fmla="*/ 1526 h 2436"/>
                <a:gd name="T50" fmla="*/ 1916 w 3374"/>
                <a:gd name="T51" fmla="*/ 1523 h 2436"/>
                <a:gd name="T52" fmla="*/ 1931 w 3374"/>
                <a:gd name="T53" fmla="*/ 1515 h 2436"/>
                <a:gd name="T54" fmla="*/ 1946 w 3374"/>
                <a:gd name="T55" fmla="*/ 1505 h 2436"/>
                <a:gd name="T56" fmla="*/ 2346 w 3374"/>
                <a:gd name="T57" fmla="*/ 1095 h 2436"/>
                <a:gd name="T58" fmla="*/ 2358 w 3374"/>
                <a:gd name="T59" fmla="*/ 1081 h 2436"/>
                <a:gd name="T60" fmla="*/ 2365 w 3374"/>
                <a:gd name="T61" fmla="*/ 1064 h 2436"/>
                <a:gd name="T62" fmla="*/ 2369 w 3374"/>
                <a:gd name="T63" fmla="*/ 1047 h 2436"/>
                <a:gd name="T64" fmla="*/ 2369 w 3374"/>
                <a:gd name="T65" fmla="*/ 1028 h 2436"/>
                <a:gd name="T66" fmla="*/ 2365 w 3374"/>
                <a:gd name="T67" fmla="*/ 1012 h 2436"/>
                <a:gd name="T68" fmla="*/ 2358 w 3374"/>
                <a:gd name="T69" fmla="*/ 996 h 2436"/>
                <a:gd name="T70" fmla="*/ 2346 w 3374"/>
                <a:gd name="T71" fmla="*/ 983 h 2436"/>
                <a:gd name="T72" fmla="*/ 2331 w 3374"/>
                <a:gd name="T73" fmla="*/ 971 h 2436"/>
                <a:gd name="T74" fmla="*/ 2315 w 3374"/>
                <a:gd name="T75" fmla="*/ 964 h 2436"/>
                <a:gd name="T76" fmla="*/ 2297 w 3374"/>
                <a:gd name="T77" fmla="*/ 961 h 2436"/>
                <a:gd name="T78" fmla="*/ 2280 w 3374"/>
                <a:gd name="T79" fmla="*/ 961 h 2436"/>
                <a:gd name="T80" fmla="*/ 2263 w 3374"/>
                <a:gd name="T81" fmla="*/ 965 h 2436"/>
                <a:gd name="T82" fmla="*/ 2246 w 3374"/>
                <a:gd name="T83" fmla="*/ 973 h 2436"/>
                <a:gd name="T84" fmla="*/ 2231 w 3374"/>
                <a:gd name="T85" fmla="*/ 985 h 2436"/>
                <a:gd name="T86" fmla="*/ 1894 w 3374"/>
                <a:gd name="T87" fmla="*/ 1333 h 2436"/>
                <a:gd name="T88" fmla="*/ 1533 w 3374"/>
                <a:gd name="T89" fmla="*/ 962 h 2436"/>
                <a:gd name="T90" fmla="*/ 1519 w 3374"/>
                <a:gd name="T91" fmla="*/ 951 h 2436"/>
                <a:gd name="T92" fmla="*/ 1503 w 3374"/>
                <a:gd name="T93" fmla="*/ 944 h 2436"/>
                <a:gd name="T94" fmla="*/ 1487 w 3374"/>
                <a:gd name="T95" fmla="*/ 940 h 2436"/>
                <a:gd name="T96" fmla="*/ 1470 w 3374"/>
                <a:gd name="T97" fmla="*/ 940 h 2436"/>
                <a:gd name="T98" fmla="*/ 1492 w 3374"/>
                <a:gd name="T99" fmla="*/ 0 h 2436"/>
                <a:gd name="T100" fmla="*/ 1882 w 3374"/>
                <a:gd name="T101" fmla="*/ 0 h 2436"/>
                <a:gd name="T102" fmla="*/ 1882 w 3374"/>
                <a:gd name="T103" fmla="*/ 250 h 2436"/>
                <a:gd name="T104" fmla="*/ 3374 w 3374"/>
                <a:gd name="T105" fmla="*/ 250 h 2436"/>
                <a:gd name="T106" fmla="*/ 3374 w 3374"/>
                <a:gd name="T107" fmla="*/ 2436 h 2436"/>
                <a:gd name="T108" fmla="*/ 0 w 3374"/>
                <a:gd name="T109" fmla="*/ 2436 h 2436"/>
                <a:gd name="T110" fmla="*/ 0 w 3374"/>
                <a:gd name="T111" fmla="*/ 251 h 2436"/>
                <a:gd name="T112" fmla="*/ 1492 w 3374"/>
                <a:gd name="T113" fmla="*/ 251 h 2436"/>
                <a:gd name="T114" fmla="*/ 1492 w 3374"/>
                <a:gd name="T115" fmla="*/ 0 h 2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74" h="2436">
                  <a:moveTo>
                    <a:pt x="1470" y="940"/>
                  </a:moveTo>
                  <a:lnTo>
                    <a:pt x="1453" y="944"/>
                  </a:lnTo>
                  <a:lnTo>
                    <a:pt x="1438" y="951"/>
                  </a:lnTo>
                  <a:lnTo>
                    <a:pt x="1424" y="962"/>
                  </a:lnTo>
                  <a:lnTo>
                    <a:pt x="1025" y="1368"/>
                  </a:lnTo>
                  <a:lnTo>
                    <a:pt x="1015" y="1383"/>
                  </a:lnTo>
                  <a:lnTo>
                    <a:pt x="1008" y="1399"/>
                  </a:lnTo>
                  <a:lnTo>
                    <a:pt x="1004" y="1416"/>
                  </a:lnTo>
                  <a:lnTo>
                    <a:pt x="1005" y="1434"/>
                  </a:lnTo>
                  <a:lnTo>
                    <a:pt x="1009" y="1451"/>
                  </a:lnTo>
                  <a:lnTo>
                    <a:pt x="1017" y="1467"/>
                  </a:lnTo>
                  <a:lnTo>
                    <a:pt x="1029" y="1483"/>
                  </a:lnTo>
                  <a:lnTo>
                    <a:pt x="1043" y="1494"/>
                  </a:lnTo>
                  <a:lnTo>
                    <a:pt x="1059" y="1501"/>
                  </a:lnTo>
                  <a:lnTo>
                    <a:pt x="1077" y="1504"/>
                  </a:lnTo>
                  <a:lnTo>
                    <a:pt x="1095" y="1504"/>
                  </a:lnTo>
                  <a:lnTo>
                    <a:pt x="1112" y="1500"/>
                  </a:lnTo>
                  <a:lnTo>
                    <a:pt x="1129" y="1492"/>
                  </a:lnTo>
                  <a:lnTo>
                    <a:pt x="1144" y="1479"/>
                  </a:lnTo>
                  <a:lnTo>
                    <a:pt x="1478" y="1138"/>
                  </a:lnTo>
                  <a:lnTo>
                    <a:pt x="1836" y="1505"/>
                  </a:lnTo>
                  <a:lnTo>
                    <a:pt x="1851" y="1515"/>
                  </a:lnTo>
                  <a:lnTo>
                    <a:pt x="1866" y="1523"/>
                  </a:lnTo>
                  <a:lnTo>
                    <a:pt x="1882" y="1526"/>
                  </a:lnTo>
                  <a:lnTo>
                    <a:pt x="1900" y="1526"/>
                  </a:lnTo>
                  <a:lnTo>
                    <a:pt x="1916" y="1523"/>
                  </a:lnTo>
                  <a:lnTo>
                    <a:pt x="1931" y="1515"/>
                  </a:lnTo>
                  <a:lnTo>
                    <a:pt x="1946" y="1505"/>
                  </a:lnTo>
                  <a:lnTo>
                    <a:pt x="2346" y="1095"/>
                  </a:lnTo>
                  <a:lnTo>
                    <a:pt x="2358" y="1081"/>
                  </a:lnTo>
                  <a:lnTo>
                    <a:pt x="2365" y="1064"/>
                  </a:lnTo>
                  <a:lnTo>
                    <a:pt x="2369" y="1047"/>
                  </a:lnTo>
                  <a:lnTo>
                    <a:pt x="2369" y="1028"/>
                  </a:lnTo>
                  <a:lnTo>
                    <a:pt x="2365" y="1012"/>
                  </a:lnTo>
                  <a:lnTo>
                    <a:pt x="2358" y="996"/>
                  </a:lnTo>
                  <a:lnTo>
                    <a:pt x="2346" y="983"/>
                  </a:lnTo>
                  <a:lnTo>
                    <a:pt x="2331" y="971"/>
                  </a:lnTo>
                  <a:lnTo>
                    <a:pt x="2315" y="964"/>
                  </a:lnTo>
                  <a:lnTo>
                    <a:pt x="2297" y="961"/>
                  </a:lnTo>
                  <a:lnTo>
                    <a:pt x="2280" y="961"/>
                  </a:lnTo>
                  <a:lnTo>
                    <a:pt x="2263" y="965"/>
                  </a:lnTo>
                  <a:lnTo>
                    <a:pt x="2246" y="973"/>
                  </a:lnTo>
                  <a:lnTo>
                    <a:pt x="2231" y="985"/>
                  </a:lnTo>
                  <a:lnTo>
                    <a:pt x="1894" y="1333"/>
                  </a:lnTo>
                  <a:lnTo>
                    <a:pt x="1533" y="962"/>
                  </a:lnTo>
                  <a:lnTo>
                    <a:pt x="1519" y="951"/>
                  </a:lnTo>
                  <a:lnTo>
                    <a:pt x="1503" y="944"/>
                  </a:lnTo>
                  <a:lnTo>
                    <a:pt x="1487" y="940"/>
                  </a:lnTo>
                  <a:lnTo>
                    <a:pt x="1470" y="940"/>
                  </a:lnTo>
                  <a:close/>
                  <a:moveTo>
                    <a:pt x="1492" y="0"/>
                  </a:moveTo>
                  <a:lnTo>
                    <a:pt x="1882" y="0"/>
                  </a:lnTo>
                  <a:lnTo>
                    <a:pt x="1882" y="250"/>
                  </a:lnTo>
                  <a:lnTo>
                    <a:pt x="3374" y="250"/>
                  </a:lnTo>
                  <a:lnTo>
                    <a:pt x="3374" y="2436"/>
                  </a:lnTo>
                  <a:lnTo>
                    <a:pt x="0" y="2436"/>
                  </a:lnTo>
                  <a:lnTo>
                    <a:pt x="0" y="251"/>
                  </a:lnTo>
                  <a:lnTo>
                    <a:pt x="1492" y="251"/>
                  </a:lnTo>
                  <a:lnTo>
                    <a:pt x="14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6" name="Freeform 528">
              <a:extLst>
                <a:ext uri="{FF2B5EF4-FFF2-40B4-BE49-F238E27FC236}">
                  <a16:creationId xmlns:a16="http://schemas.microsoft.com/office/drawing/2014/main" id="{F1752C7A-0168-4879-B6A9-294F0478C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4813" y="4811713"/>
              <a:ext cx="69850" cy="50800"/>
            </a:xfrm>
            <a:custGeom>
              <a:avLst/>
              <a:gdLst>
                <a:gd name="T0" fmla="*/ 0 w 607"/>
                <a:gd name="T1" fmla="*/ 0 h 457"/>
                <a:gd name="T2" fmla="*/ 388 w 607"/>
                <a:gd name="T3" fmla="*/ 0 h 457"/>
                <a:gd name="T4" fmla="*/ 607 w 607"/>
                <a:gd name="T5" fmla="*/ 457 h 457"/>
                <a:gd name="T6" fmla="*/ 217 w 607"/>
                <a:gd name="T7" fmla="*/ 457 h 457"/>
                <a:gd name="T8" fmla="*/ 0 w 607"/>
                <a:gd name="T9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7" h="457">
                  <a:moveTo>
                    <a:pt x="0" y="0"/>
                  </a:moveTo>
                  <a:lnTo>
                    <a:pt x="388" y="0"/>
                  </a:lnTo>
                  <a:lnTo>
                    <a:pt x="607" y="457"/>
                  </a:lnTo>
                  <a:lnTo>
                    <a:pt x="217" y="45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17" name="Freeform 529">
              <a:extLst>
                <a:ext uri="{FF2B5EF4-FFF2-40B4-BE49-F238E27FC236}">
                  <a16:creationId xmlns:a16="http://schemas.microsoft.com/office/drawing/2014/main" id="{6C25804E-7CD0-441A-AF5B-5DE2650CD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9400" y="4811713"/>
              <a:ext cx="69850" cy="50800"/>
            </a:xfrm>
            <a:custGeom>
              <a:avLst/>
              <a:gdLst>
                <a:gd name="T0" fmla="*/ 219 w 607"/>
                <a:gd name="T1" fmla="*/ 0 h 457"/>
                <a:gd name="T2" fmla="*/ 607 w 607"/>
                <a:gd name="T3" fmla="*/ 0 h 457"/>
                <a:gd name="T4" fmla="*/ 390 w 607"/>
                <a:gd name="T5" fmla="*/ 457 h 457"/>
                <a:gd name="T6" fmla="*/ 0 w 607"/>
                <a:gd name="T7" fmla="*/ 457 h 457"/>
                <a:gd name="T8" fmla="*/ 219 w 607"/>
                <a:gd name="T9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7" h="457">
                  <a:moveTo>
                    <a:pt x="219" y="0"/>
                  </a:moveTo>
                  <a:lnTo>
                    <a:pt x="607" y="0"/>
                  </a:lnTo>
                  <a:lnTo>
                    <a:pt x="390" y="457"/>
                  </a:lnTo>
                  <a:lnTo>
                    <a:pt x="0" y="457"/>
                  </a:lnTo>
                  <a:lnTo>
                    <a:pt x="2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85F5157C-F27C-4AD1-BBE6-960F8B914D73}"/>
              </a:ext>
            </a:extLst>
          </p:cNvPr>
          <p:cNvGrpSpPr/>
          <p:nvPr/>
        </p:nvGrpSpPr>
        <p:grpSpPr>
          <a:xfrm>
            <a:off x="8310654" y="3853755"/>
            <a:ext cx="310356" cy="190592"/>
            <a:chOff x="8269396" y="4583114"/>
            <a:chExt cx="382588" cy="2349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19" name="Rectangle 534">
              <a:extLst>
                <a:ext uri="{FF2B5EF4-FFF2-40B4-BE49-F238E27FC236}">
                  <a16:creationId xmlns:a16="http://schemas.microsoft.com/office/drawing/2014/main" id="{6712E138-E5EE-4DF6-AC53-AD961A90A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9396" y="4637089"/>
              <a:ext cx="382588" cy="412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0" name="Freeform 535">
              <a:extLst>
                <a:ext uri="{FF2B5EF4-FFF2-40B4-BE49-F238E27FC236}">
                  <a16:creationId xmlns:a16="http://schemas.microsoft.com/office/drawing/2014/main" id="{29694123-701A-46B7-8A33-382D30CC3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9396" y="4583114"/>
              <a:ext cx="382588" cy="38100"/>
            </a:xfrm>
            <a:custGeom>
              <a:avLst/>
              <a:gdLst>
                <a:gd name="T0" fmla="*/ 213 w 3374"/>
                <a:gd name="T1" fmla="*/ 0 h 332"/>
                <a:gd name="T2" fmla="*/ 3161 w 3374"/>
                <a:gd name="T3" fmla="*/ 0 h 332"/>
                <a:gd name="T4" fmla="*/ 3195 w 3374"/>
                <a:gd name="T5" fmla="*/ 3 h 332"/>
                <a:gd name="T6" fmla="*/ 3228 w 3374"/>
                <a:gd name="T7" fmla="*/ 11 h 332"/>
                <a:gd name="T8" fmla="*/ 3258 w 3374"/>
                <a:gd name="T9" fmla="*/ 25 h 332"/>
                <a:gd name="T10" fmla="*/ 3286 w 3374"/>
                <a:gd name="T11" fmla="*/ 42 h 332"/>
                <a:gd name="T12" fmla="*/ 3312 w 3374"/>
                <a:gd name="T13" fmla="*/ 63 h 332"/>
                <a:gd name="T14" fmla="*/ 3333 w 3374"/>
                <a:gd name="T15" fmla="*/ 88 h 332"/>
                <a:gd name="T16" fmla="*/ 3350 w 3374"/>
                <a:gd name="T17" fmla="*/ 115 h 332"/>
                <a:gd name="T18" fmla="*/ 3363 w 3374"/>
                <a:gd name="T19" fmla="*/ 146 h 332"/>
                <a:gd name="T20" fmla="*/ 3371 w 3374"/>
                <a:gd name="T21" fmla="*/ 179 h 332"/>
                <a:gd name="T22" fmla="*/ 3374 w 3374"/>
                <a:gd name="T23" fmla="*/ 212 h 332"/>
                <a:gd name="T24" fmla="*/ 3374 w 3374"/>
                <a:gd name="T25" fmla="*/ 332 h 332"/>
                <a:gd name="T26" fmla="*/ 0 w 3374"/>
                <a:gd name="T27" fmla="*/ 332 h 332"/>
                <a:gd name="T28" fmla="*/ 0 w 3374"/>
                <a:gd name="T29" fmla="*/ 212 h 332"/>
                <a:gd name="T30" fmla="*/ 3 w 3374"/>
                <a:gd name="T31" fmla="*/ 179 h 332"/>
                <a:gd name="T32" fmla="*/ 11 w 3374"/>
                <a:gd name="T33" fmla="*/ 146 h 332"/>
                <a:gd name="T34" fmla="*/ 24 w 3374"/>
                <a:gd name="T35" fmla="*/ 115 h 332"/>
                <a:gd name="T36" fmla="*/ 41 w 3374"/>
                <a:gd name="T37" fmla="*/ 88 h 332"/>
                <a:gd name="T38" fmla="*/ 62 w 3374"/>
                <a:gd name="T39" fmla="*/ 63 h 332"/>
                <a:gd name="T40" fmla="*/ 88 w 3374"/>
                <a:gd name="T41" fmla="*/ 42 h 332"/>
                <a:gd name="T42" fmla="*/ 116 w 3374"/>
                <a:gd name="T43" fmla="*/ 25 h 332"/>
                <a:gd name="T44" fmla="*/ 146 w 3374"/>
                <a:gd name="T45" fmla="*/ 11 h 332"/>
                <a:gd name="T46" fmla="*/ 179 w 3374"/>
                <a:gd name="T47" fmla="*/ 3 h 332"/>
                <a:gd name="T48" fmla="*/ 213 w 3374"/>
                <a:gd name="T49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374" h="332">
                  <a:moveTo>
                    <a:pt x="213" y="0"/>
                  </a:moveTo>
                  <a:lnTo>
                    <a:pt x="3161" y="0"/>
                  </a:lnTo>
                  <a:lnTo>
                    <a:pt x="3195" y="3"/>
                  </a:lnTo>
                  <a:lnTo>
                    <a:pt x="3228" y="11"/>
                  </a:lnTo>
                  <a:lnTo>
                    <a:pt x="3258" y="25"/>
                  </a:lnTo>
                  <a:lnTo>
                    <a:pt x="3286" y="42"/>
                  </a:lnTo>
                  <a:lnTo>
                    <a:pt x="3312" y="63"/>
                  </a:lnTo>
                  <a:lnTo>
                    <a:pt x="3333" y="88"/>
                  </a:lnTo>
                  <a:lnTo>
                    <a:pt x="3350" y="115"/>
                  </a:lnTo>
                  <a:lnTo>
                    <a:pt x="3363" y="146"/>
                  </a:lnTo>
                  <a:lnTo>
                    <a:pt x="3371" y="179"/>
                  </a:lnTo>
                  <a:lnTo>
                    <a:pt x="3374" y="212"/>
                  </a:lnTo>
                  <a:lnTo>
                    <a:pt x="3374" y="332"/>
                  </a:lnTo>
                  <a:lnTo>
                    <a:pt x="0" y="332"/>
                  </a:lnTo>
                  <a:lnTo>
                    <a:pt x="0" y="212"/>
                  </a:lnTo>
                  <a:lnTo>
                    <a:pt x="3" y="179"/>
                  </a:lnTo>
                  <a:lnTo>
                    <a:pt x="11" y="146"/>
                  </a:lnTo>
                  <a:lnTo>
                    <a:pt x="24" y="115"/>
                  </a:lnTo>
                  <a:lnTo>
                    <a:pt x="41" y="88"/>
                  </a:lnTo>
                  <a:lnTo>
                    <a:pt x="62" y="63"/>
                  </a:lnTo>
                  <a:lnTo>
                    <a:pt x="88" y="42"/>
                  </a:lnTo>
                  <a:lnTo>
                    <a:pt x="116" y="25"/>
                  </a:lnTo>
                  <a:lnTo>
                    <a:pt x="146" y="11"/>
                  </a:lnTo>
                  <a:lnTo>
                    <a:pt x="179" y="3"/>
                  </a:lnTo>
                  <a:lnTo>
                    <a:pt x="2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1" name="Freeform 536">
              <a:extLst>
                <a:ext uri="{FF2B5EF4-FFF2-40B4-BE49-F238E27FC236}">
                  <a16:creationId xmlns:a16="http://schemas.microsoft.com/office/drawing/2014/main" id="{2924B985-DFF0-4ED0-8D59-A36DE40AC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8159" y="4743451"/>
              <a:ext cx="17463" cy="19050"/>
            </a:xfrm>
            <a:custGeom>
              <a:avLst/>
              <a:gdLst>
                <a:gd name="T0" fmla="*/ 75 w 149"/>
                <a:gd name="T1" fmla="*/ 0 h 170"/>
                <a:gd name="T2" fmla="*/ 149 w 149"/>
                <a:gd name="T3" fmla="*/ 170 h 170"/>
                <a:gd name="T4" fmla="*/ 0 w 149"/>
                <a:gd name="T5" fmla="*/ 170 h 170"/>
                <a:gd name="T6" fmla="*/ 75 w 149"/>
                <a:gd name="T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170">
                  <a:moveTo>
                    <a:pt x="75" y="0"/>
                  </a:moveTo>
                  <a:lnTo>
                    <a:pt x="149" y="170"/>
                  </a:lnTo>
                  <a:lnTo>
                    <a:pt x="0" y="170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2" name="Freeform 537">
              <a:extLst>
                <a:ext uri="{FF2B5EF4-FFF2-40B4-BE49-F238E27FC236}">
                  <a16:creationId xmlns:a16="http://schemas.microsoft.com/office/drawing/2014/main" id="{E664A0FF-F066-47B6-B4BB-648714175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69396" y="4694239"/>
              <a:ext cx="382588" cy="123825"/>
            </a:xfrm>
            <a:custGeom>
              <a:avLst/>
              <a:gdLst>
                <a:gd name="T0" fmla="*/ 2306 w 3374"/>
                <a:gd name="T1" fmla="*/ 247 h 1103"/>
                <a:gd name="T2" fmla="*/ 2055 w 3374"/>
                <a:gd name="T3" fmla="*/ 831 h 1103"/>
                <a:gd name="T4" fmla="*/ 2095 w 3374"/>
                <a:gd name="T5" fmla="*/ 873 h 1103"/>
                <a:gd name="T6" fmla="*/ 2155 w 3374"/>
                <a:gd name="T7" fmla="*/ 867 h 1103"/>
                <a:gd name="T8" fmla="*/ 2478 w 3374"/>
                <a:gd name="T9" fmla="*/ 714 h 1103"/>
                <a:gd name="T10" fmla="*/ 2568 w 3374"/>
                <a:gd name="T11" fmla="*/ 872 h 1103"/>
                <a:gd name="T12" fmla="*/ 2632 w 3374"/>
                <a:gd name="T13" fmla="*/ 867 h 1103"/>
                <a:gd name="T14" fmla="*/ 2656 w 3374"/>
                <a:gd name="T15" fmla="*/ 817 h 1103"/>
                <a:gd name="T16" fmla="*/ 2397 w 3374"/>
                <a:gd name="T17" fmla="*/ 240 h 1103"/>
                <a:gd name="T18" fmla="*/ 781 w 3374"/>
                <a:gd name="T19" fmla="*/ 223 h 1103"/>
                <a:gd name="T20" fmla="*/ 726 w 3374"/>
                <a:gd name="T21" fmla="*/ 249 h 1103"/>
                <a:gd name="T22" fmla="*/ 888 w 3374"/>
                <a:gd name="T23" fmla="*/ 841 h 1103"/>
                <a:gd name="T24" fmla="*/ 932 w 3374"/>
                <a:gd name="T25" fmla="*/ 879 h 1103"/>
                <a:gd name="T26" fmla="*/ 993 w 3374"/>
                <a:gd name="T27" fmla="*/ 865 h 1103"/>
                <a:gd name="T28" fmla="*/ 1180 w 3374"/>
                <a:gd name="T29" fmla="*/ 277 h 1103"/>
                <a:gd name="T30" fmla="*/ 1149 w 3374"/>
                <a:gd name="T31" fmla="*/ 230 h 1103"/>
                <a:gd name="T32" fmla="*/ 1086 w 3374"/>
                <a:gd name="T33" fmla="*/ 230 h 1103"/>
                <a:gd name="T34" fmla="*/ 949 w 3374"/>
                <a:gd name="T35" fmla="*/ 614 h 1103"/>
                <a:gd name="T36" fmla="*/ 812 w 3374"/>
                <a:gd name="T37" fmla="*/ 230 h 1103"/>
                <a:gd name="T38" fmla="*/ 1714 w 3374"/>
                <a:gd name="T39" fmla="*/ 225 h 1103"/>
                <a:gd name="T40" fmla="*/ 1593 w 3374"/>
                <a:gd name="T41" fmla="*/ 279 h 1103"/>
                <a:gd name="T42" fmla="*/ 1532 w 3374"/>
                <a:gd name="T43" fmla="*/ 383 h 1103"/>
                <a:gd name="T44" fmla="*/ 1553 w 3374"/>
                <a:gd name="T45" fmla="*/ 502 h 1103"/>
                <a:gd name="T46" fmla="*/ 1648 w 3374"/>
                <a:gd name="T47" fmla="*/ 585 h 1103"/>
                <a:gd name="T48" fmla="*/ 1771 w 3374"/>
                <a:gd name="T49" fmla="*/ 609 h 1103"/>
                <a:gd name="T50" fmla="*/ 1834 w 3374"/>
                <a:gd name="T51" fmla="*/ 653 h 1103"/>
                <a:gd name="T52" fmla="*/ 1834 w 3374"/>
                <a:gd name="T53" fmla="*/ 725 h 1103"/>
                <a:gd name="T54" fmla="*/ 1771 w 3374"/>
                <a:gd name="T55" fmla="*/ 769 h 1103"/>
                <a:gd name="T56" fmla="*/ 1695 w 3374"/>
                <a:gd name="T57" fmla="*/ 756 h 1103"/>
                <a:gd name="T58" fmla="*/ 1637 w 3374"/>
                <a:gd name="T59" fmla="*/ 728 h 1103"/>
                <a:gd name="T60" fmla="*/ 1581 w 3374"/>
                <a:gd name="T61" fmla="*/ 755 h 1103"/>
                <a:gd name="T62" fmla="*/ 1579 w 3374"/>
                <a:gd name="T63" fmla="*/ 809 h 1103"/>
                <a:gd name="T64" fmla="*/ 1678 w 3374"/>
                <a:gd name="T65" fmla="*/ 871 h 1103"/>
                <a:gd name="T66" fmla="*/ 1819 w 3374"/>
                <a:gd name="T67" fmla="*/ 871 h 1103"/>
                <a:gd name="T68" fmla="*/ 1927 w 3374"/>
                <a:gd name="T69" fmla="*/ 803 h 1103"/>
                <a:gd name="T70" fmla="*/ 1969 w 3374"/>
                <a:gd name="T71" fmla="*/ 689 h 1103"/>
                <a:gd name="T72" fmla="*/ 1926 w 3374"/>
                <a:gd name="T73" fmla="*/ 575 h 1103"/>
                <a:gd name="T74" fmla="*/ 1819 w 3374"/>
                <a:gd name="T75" fmla="*/ 506 h 1103"/>
                <a:gd name="T76" fmla="*/ 1707 w 3374"/>
                <a:gd name="T77" fmla="*/ 489 h 1103"/>
                <a:gd name="T78" fmla="*/ 1657 w 3374"/>
                <a:gd name="T79" fmla="*/ 433 h 1103"/>
                <a:gd name="T80" fmla="*/ 1676 w 3374"/>
                <a:gd name="T81" fmla="*/ 362 h 1103"/>
                <a:gd name="T82" fmla="*/ 1749 w 3374"/>
                <a:gd name="T83" fmla="*/ 332 h 1103"/>
                <a:gd name="T84" fmla="*/ 1818 w 3374"/>
                <a:gd name="T85" fmla="*/ 358 h 1103"/>
                <a:gd name="T86" fmla="*/ 1877 w 3374"/>
                <a:gd name="T87" fmla="*/ 373 h 1103"/>
                <a:gd name="T88" fmla="*/ 1924 w 3374"/>
                <a:gd name="T89" fmla="*/ 336 h 1103"/>
                <a:gd name="T90" fmla="*/ 1910 w 3374"/>
                <a:gd name="T91" fmla="*/ 283 h 1103"/>
                <a:gd name="T92" fmla="*/ 1785 w 3374"/>
                <a:gd name="T93" fmla="*/ 225 h 1103"/>
                <a:gd name="T94" fmla="*/ 1325 w 3374"/>
                <a:gd name="T95" fmla="*/ 233 h 1103"/>
                <a:gd name="T96" fmla="*/ 1300 w 3374"/>
                <a:gd name="T97" fmla="*/ 826 h 1103"/>
                <a:gd name="T98" fmla="*/ 1342 w 3374"/>
                <a:gd name="T99" fmla="*/ 878 h 1103"/>
                <a:gd name="T100" fmla="*/ 1413 w 3374"/>
                <a:gd name="T101" fmla="*/ 859 h 1103"/>
                <a:gd name="T102" fmla="*/ 1421 w 3374"/>
                <a:gd name="T103" fmla="*/ 259 h 1103"/>
                <a:gd name="T104" fmla="*/ 1362 w 3374"/>
                <a:gd name="T105" fmla="*/ 221 h 1103"/>
                <a:gd name="T106" fmla="*/ 3371 w 3374"/>
                <a:gd name="T107" fmla="*/ 925 h 1103"/>
                <a:gd name="T108" fmla="*/ 3312 w 3374"/>
                <a:gd name="T109" fmla="*/ 1041 h 1103"/>
                <a:gd name="T110" fmla="*/ 3195 w 3374"/>
                <a:gd name="T111" fmla="*/ 1101 h 1103"/>
                <a:gd name="T112" fmla="*/ 146 w 3374"/>
                <a:gd name="T113" fmla="*/ 1093 h 1103"/>
                <a:gd name="T114" fmla="*/ 41 w 3374"/>
                <a:gd name="T115" fmla="*/ 1016 h 1103"/>
                <a:gd name="T116" fmla="*/ 0 w 3374"/>
                <a:gd name="T117" fmla="*/ 891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374" h="1103">
                  <a:moveTo>
                    <a:pt x="2355" y="226"/>
                  </a:moveTo>
                  <a:lnTo>
                    <a:pt x="2336" y="229"/>
                  </a:lnTo>
                  <a:lnTo>
                    <a:pt x="2320" y="236"/>
                  </a:lnTo>
                  <a:lnTo>
                    <a:pt x="2306" y="247"/>
                  </a:lnTo>
                  <a:lnTo>
                    <a:pt x="2296" y="261"/>
                  </a:lnTo>
                  <a:lnTo>
                    <a:pt x="2058" y="803"/>
                  </a:lnTo>
                  <a:lnTo>
                    <a:pt x="2054" y="817"/>
                  </a:lnTo>
                  <a:lnTo>
                    <a:pt x="2055" y="831"/>
                  </a:lnTo>
                  <a:lnTo>
                    <a:pt x="2059" y="845"/>
                  </a:lnTo>
                  <a:lnTo>
                    <a:pt x="2068" y="857"/>
                  </a:lnTo>
                  <a:lnTo>
                    <a:pt x="2080" y="867"/>
                  </a:lnTo>
                  <a:lnTo>
                    <a:pt x="2095" y="873"/>
                  </a:lnTo>
                  <a:lnTo>
                    <a:pt x="2111" y="877"/>
                  </a:lnTo>
                  <a:lnTo>
                    <a:pt x="2128" y="877"/>
                  </a:lnTo>
                  <a:lnTo>
                    <a:pt x="2142" y="874"/>
                  </a:lnTo>
                  <a:lnTo>
                    <a:pt x="2155" y="867"/>
                  </a:lnTo>
                  <a:lnTo>
                    <a:pt x="2167" y="857"/>
                  </a:lnTo>
                  <a:lnTo>
                    <a:pt x="2176" y="842"/>
                  </a:lnTo>
                  <a:lnTo>
                    <a:pt x="2232" y="714"/>
                  </a:lnTo>
                  <a:lnTo>
                    <a:pt x="2478" y="714"/>
                  </a:lnTo>
                  <a:lnTo>
                    <a:pt x="2536" y="842"/>
                  </a:lnTo>
                  <a:lnTo>
                    <a:pt x="2544" y="855"/>
                  </a:lnTo>
                  <a:lnTo>
                    <a:pt x="2555" y="865"/>
                  </a:lnTo>
                  <a:lnTo>
                    <a:pt x="2568" y="872"/>
                  </a:lnTo>
                  <a:lnTo>
                    <a:pt x="2584" y="876"/>
                  </a:lnTo>
                  <a:lnTo>
                    <a:pt x="2600" y="877"/>
                  </a:lnTo>
                  <a:lnTo>
                    <a:pt x="2616" y="873"/>
                  </a:lnTo>
                  <a:lnTo>
                    <a:pt x="2632" y="867"/>
                  </a:lnTo>
                  <a:lnTo>
                    <a:pt x="2643" y="857"/>
                  </a:lnTo>
                  <a:lnTo>
                    <a:pt x="2651" y="845"/>
                  </a:lnTo>
                  <a:lnTo>
                    <a:pt x="2655" y="831"/>
                  </a:lnTo>
                  <a:lnTo>
                    <a:pt x="2656" y="817"/>
                  </a:lnTo>
                  <a:lnTo>
                    <a:pt x="2652" y="803"/>
                  </a:lnTo>
                  <a:lnTo>
                    <a:pt x="2413" y="261"/>
                  </a:lnTo>
                  <a:lnTo>
                    <a:pt x="2407" y="249"/>
                  </a:lnTo>
                  <a:lnTo>
                    <a:pt x="2397" y="240"/>
                  </a:lnTo>
                  <a:lnTo>
                    <a:pt x="2384" y="232"/>
                  </a:lnTo>
                  <a:lnTo>
                    <a:pt x="2370" y="228"/>
                  </a:lnTo>
                  <a:lnTo>
                    <a:pt x="2355" y="226"/>
                  </a:lnTo>
                  <a:close/>
                  <a:moveTo>
                    <a:pt x="781" y="223"/>
                  </a:moveTo>
                  <a:lnTo>
                    <a:pt x="765" y="224"/>
                  </a:lnTo>
                  <a:lnTo>
                    <a:pt x="748" y="230"/>
                  </a:lnTo>
                  <a:lnTo>
                    <a:pt x="736" y="238"/>
                  </a:lnTo>
                  <a:lnTo>
                    <a:pt x="726" y="249"/>
                  </a:lnTo>
                  <a:lnTo>
                    <a:pt x="720" y="262"/>
                  </a:lnTo>
                  <a:lnTo>
                    <a:pt x="718" y="277"/>
                  </a:lnTo>
                  <a:lnTo>
                    <a:pt x="720" y="291"/>
                  </a:lnTo>
                  <a:lnTo>
                    <a:pt x="888" y="841"/>
                  </a:lnTo>
                  <a:lnTo>
                    <a:pt x="895" y="854"/>
                  </a:lnTo>
                  <a:lnTo>
                    <a:pt x="905" y="865"/>
                  </a:lnTo>
                  <a:lnTo>
                    <a:pt x="917" y="874"/>
                  </a:lnTo>
                  <a:lnTo>
                    <a:pt x="932" y="879"/>
                  </a:lnTo>
                  <a:lnTo>
                    <a:pt x="949" y="881"/>
                  </a:lnTo>
                  <a:lnTo>
                    <a:pt x="965" y="879"/>
                  </a:lnTo>
                  <a:lnTo>
                    <a:pt x="981" y="874"/>
                  </a:lnTo>
                  <a:lnTo>
                    <a:pt x="993" y="865"/>
                  </a:lnTo>
                  <a:lnTo>
                    <a:pt x="1003" y="854"/>
                  </a:lnTo>
                  <a:lnTo>
                    <a:pt x="1009" y="841"/>
                  </a:lnTo>
                  <a:lnTo>
                    <a:pt x="1178" y="291"/>
                  </a:lnTo>
                  <a:lnTo>
                    <a:pt x="1180" y="277"/>
                  </a:lnTo>
                  <a:lnTo>
                    <a:pt x="1178" y="262"/>
                  </a:lnTo>
                  <a:lnTo>
                    <a:pt x="1172" y="249"/>
                  </a:lnTo>
                  <a:lnTo>
                    <a:pt x="1162" y="238"/>
                  </a:lnTo>
                  <a:lnTo>
                    <a:pt x="1149" y="230"/>
                  </a:lnTo>
                  <a:lnTo>
                    <a:pt x="1134" y="224"/>
                  </a:lnTo>
                  <a:lnTo>
                    <a:pt x="1116" y="223"/>
                  </a:lnTo>
                  <a:lnTo>
                    <a:pt x="1100" y="225"/>
                  </a:lnTo>
                  <a:lnTo>
                    <a:pt x="1086" y="230"/>
                  </a:lnTo>
                  <a:lnTo>
                    <a:pt x="1073" y="238"/>
                  </a:lnTo>
                  <a:lnTo>
                    <a:pt x="1062" y="249"/>
                  </a:lnTo>
                  <a:lnTo>
                    <a:pt x="1056" y="263"/>
                  </a:lnTo>
                  <a:lnTo>
                    <a:pt x="949" y="614"/>
                  </a:lnTo>
                  <a:lnTo>
                    <a:pt x="841" y="263"/>
                  </a:lnTo>
                  <a:lnTo>
                    <a:pt x="835" y="249"/>
                  </a:lnTo>
                  <a:lnTo>
                    <a:pt x="825" y="238"/>
                  </a:lnTo>
                  <a:lnTo>
                    <a:pt x="812" y="230"/>
                  </a:lnTo>
                  <a:lnTo>
                    <a:pt x="797" y="225"/>
                  </a:lnTo>
                  <a:lnTo>
                    <a:pt x="781" y="223"/>
                  </a:lnTo>
                  <a:close/>
                  <a:moveTo>
                    <a:pt x="1749" y="221"/>
                  </a:moveTo>
                  <a:lnTo>
                    <a:pt x="1714" y="225"/>
                  </a:lnTo>
                  <a:lnTo>
                    <a:pt x="1680" y="232"/>
                  </a:lnTo>
                  <a:lnTo>
                    <a:pt x="1648" y="243"/>
                  </a:lnTo>
                  <a:lnTo>
                    <a:pt x="1620" y="259"/>
                  </a:lnTo>
                  <a:lnTo>
                    <a:pt x="1593" y="279"/>
                  </a:lnTo>
                  <a:lnTo>
                    <a:pt x="1571" y="301"/>
                  </a:lnTo>
                  <a:lnTo>
                    <a:pt x="1553" y="326"/>
                  </a:lnTo>
                  <a:lnTo>
                    <a:pt x="1540" y="353"/>
                  </a:lnTo>
                  <a:lnTo>
                    <a:pt x="1532" y="383"/>
                  </a:lnTo>
                  <a:lnTo>
                    <a:pt x="1529" y="414"/>
                  </a:lnTo>
                  <a:lnTo>
                    <a:pt x="1532" y="445"/>
                  </a:lnTo>
                  <a:lnTo>
                    <a:pt x="1540" y="474"/>
                  </a:lnTo>
                  <a:lnTo>
                    <a:pt x="1553" y="502"/>
                  </a:lnTo>
                  <a:lnTo>
                    <a:pt x="1571" y="528"/>
                  </a:lnTo>
                  <a:lnTo>
                    <a:pt x="1593" y="550"/>
                  </a:lnTo>
                  <a:lnTo>
                    <a:pt x="1620" y="569"/>
                  </a:lnTo>
                  <a:lnTo>
                    <a:pt x="1648" y="585"/>
                  </a:lnTo>
                  <a:lnTo>
                    <a:pt x="1680" y="597"/>
                  </a:lnTo>
                  <a:lnTo>
                    <a:pt x="1714" y="604"/>
                  </a:lnTo>
                  <a:lnTo>
                    <a:pt x="1749" y="607"/>
                  </a:lnTo>
                  <a:lnTo>
                    <a:pt x="1771" y="609"/>
                  </a:lnTo>
                  <a:lnTo>
                    <a:pt x="1790" y="615"/>
                  </a:lnTo>
                  <a:lnTo>
                    <a:pt x="1808" y="624"/>
                  </a:lnTo>
                  <a:lnTo>
                    <a:pt x="1823" y="638"/>
                  </a:lnTo>
                  <a:lnTo>
                    <a:pt x="1834" y="653"/>
                  </a:lnTo>
                  <a:lnTo>
                    <a:pt x="1840" y="670"/>
                  </a:lnTo>
                  <a:lnTo>
                    <a:pt x="1843" y="689"/>
                  </a:lnTo>
                  <a:lnTo>
                    <a:pt x="1840" y="708"/>
                  </a:lnTo>
                  <a:lnTo>
                    <a:pt x="1834" y="725"/>
                  </a:lnTo>
                  <a:lnTo>
                    <a:pt x="1823" y="741"/>
                  </a:lnTo>
                  <a:lnTo>
                    <a:pt x="1808" y="753"/>
                  </a:lnTo>
                  <a:lnTo>
                    <a:pt x="1790" y="763"/>
                  </a:lnTo>
                  <a:lnTo>
                    <a:pt x="1771" y="769"/>
                  </a:lnTo>
                  <a:lnTo>
                    <a:pt x="1749" y="771"/>
                  </a:lnTo>
                  <a:lnTo>
                    <a:pt x="1730" y="769"/>
                  </a:lnTo>
                  <a:lnTo>
                    <a:pt x="1712" y="764"/>
                  </a:lnTo>
                  <a:lnTo>
                    <a:pt x="1695" y="756"/>
                  </a:lnTo>
                  <a:lnTo>
                    <a:pt x="1680" y="746"/>
                  </a:lnTo>
                  <a:lnTo>
                    <a:pt x="1668" y="736"/>
                  </a:lnTo>
                  <a:lnTo>
                    <a:pt x="1652" y="731"/>
                  </a:lnTo>
                  <a:lnTo>
                    <a:pt x="1637" y="728"/>
                  </a:lnTo>
                  <a:lnTo>
                    <a:pt x="1621" y="729"/>
                  </a:lnTo>
                  <a:lnTo>
                    <a:pt x="1605" y="735"/>
                  </a:lnTo>
                  <a:lnTo>
                    <a:pt x="1591" y="744"/>
                  </a:lnTo>
                  <a:lnTo>
                    <a:pt x="1581" y="755"/>
                  </a:lnTo>
                  <a:lnTo>
                    <a:pt x="1574" y="767"/>
                  </a:lnTo>
                  <a:lnTo>
                    <a:pt x="1571" y="782"/>
                  </a:lnTo>
                  <a:lnTo>
                    <a:pt x="1572" y="796"/>
                  </a:lnTo>
                  <a:lnTo>
                    <a:pt x="1579" y="809"/>
                  </a:lnTo>
                  <a:lnTo>
                    <a:pt x="1589" y="821"/>
                  </a:lnTo>
                  <a:lnTo>
                    <a:pt x="1615" y="842"/>
                  </a:lnTo>
                  <a:lnTo>
                    <a:pt x="1645" y="859"/>
                  </a:lnTo>
                  <a:lnTo>
                    <a:pt x="1678" y="871"/>
                  </a:lnTo>
                  <a:lnTo>
                    <a:pt x="1713" y="878"/>
                  </a:lnTo>
                  <a:lnTo>
                    <a:pt x="1749" y="881"/>
                  </a:lnTo>
                  <a:lnTo>
                    <a:pt x="1785" y="878"/>
                  </a:lnTo>
                  <a:lnTo>
                    <a:pt x="1819" y="871"/>
                  </a:lnTo>
                  <a:lnTo>
                    <a:pt x="1851" y="860"/>
                  </a:lnTo>
                  <a:lnTo>
                    <a:pt x="1879" y="845"/>
                  </a:lnTo>
                  <a:lnTo>
                    <a:pt x="1905" y="825"/>
                  </a:lnTo>
                  <a:lnTo>
                    <a:pt x="1927" y="803"/>
                  </a:lnTo>
                  <a:lnTo>
                    <a:pt x="1945" y="777"/>
                  </a:lnTo>
                  <a:lnTo>
                    <a:pt x="1958" y="750"/>
                  </a:lnTo>
                  <a:lnTo>
                    <a:pt x="1966" y="720"/>
                  </a:lnTo>
                  <a:lnTo>
                    <a:pt x="1969" y="689"/>
                  </a:lnTo>
                  <a:lnTo>
                    <a:pt x="1966" y="658"/>
                  </a:lnTo>
                  <a:lnTo>
                    <a:pt x="1958" y="628"/>
                  </a:lnTo>
                  <a:lnTo>
                    <a:pt x="1945" y="601"/>
                  </a:lnTo>
                  <a:lnTo>
                    <a:pt x="1926" y="575"/>
                  </a:lnTo>
                  <a:lnTo>
                    <a:pt x="1905" y="553"/>
                  </a:lnTo>
                  <a:lnTo>
                    <a:pt x="1879" y="534"/>
                  </a:lnTo>
                  <a:lnTo>
                    <a:pt x="1850" y="518"/>
                  </a:lnTo>
                  <a:lnTo>
                    <a:pt x="1819" y="506"/>
                  </a:lnTo>
                  <a:lnTo>
                    <a:pt x="1784" y="499"/>
                  </a:lnTo>
                  <a:lnTo>
                    <a:pt x="1749" y="497"/>
                  </a:lnTo>
                  <a:lnTo>
                    <a:pt x="1727" y="495"/>
                  </a:lnTo>
                  <a:lnTo>
                    <a:pt x="1707" y="489"/>
                  </a:lnTo>
                  <a:lnTo>
                    <a:pt x="1690" y="479"/>
                  </a:lnTo>
                  <a:lnTo>
                    <a:pt x="1676" y="465"/>
                  </a:lnTo>
                  <a:lnTo>
                    <a:pt x="1665" y="450"/>
                  </a:lnTo>
                  <a:lnTo>
                    <a:pt x="1657" y="433"/>
                  </a:lnTo>
                  <a:lnTo>
                    <a:pt x="1654" y="414"/>
                  </a:lnTo>
                  <a:lnTo>
                    <a:pt x="1657" y="395"/>
                  </a:lnTo>
                  <a:lnTo>
                    <a:pt x="1665" y="378"/>
                  </a:lnTo>
                  <a:lnTo>
                    <a:pt x="1676" y="362"/>
                  </a:lnTo>
                  <a:lnTo>
                    <a:pt x="1690" y="350"/>
                  </a:lnTo>
                  <a:lnTo>
                    <a:pt x="1707" y="340"/>
                  </a:lnTo>
                  <a:lnTo>
                    <a:pt x="1727" y="334"/>
                  </a:lnTo>
                  <a:lnTo>
                    <a:pt x="1749" y="332"/>
                  </a:lnTo>
                  <a:lnTo>
                    <a:pt x="1768" y="334"/>
                  </a:lnTo>
                  <a:lnTo>
                    <a:pt x="1786" y="339"/>
                  </a:lnTo>
                  <a:lnTo>
                    <a:pt x="1804" y="347"/>
                  </a:lnTo>
                  <a:lnTo>
                    <a:pt x="1818" y="358"/>
                  </a:lnTo>
                  <a:lnTo>
                    <a:pt x="1831" y="367"/>
                  </a:lnTo>
                  <a:lnTo>
                    <a:pt x="1845" y="372"/>
                  </a:lnTo>
                  <a:lnTo>
                    <a:pt x="1862" y="375"/>
                  </a:lnTo>
                  <a:lnTo>
                    <a:pt x="1877" y="373"/>
                  </a:lnTo>
                  <a:lnTo>
                    <a:pt x="1893" y="368"/>
                  </a:lnTo>
                  <a:lnTo>
                    <a:pt x="1907" y="360"/>
                  </a:lnTo>
                  <a:lnTo>
                    <a:pt x="1917" y="349"/>
                  </a:lnTo>
                  <a:lnTo>
                    <a:pt x="1924" y="336"/>
                  </a:lnTo>
                  <a:lnTo>
                    <a:pt x="1926" y="321"/>
                  </a:lnTo>
                  <a:lnTo>
                    <a:pt x="1925" y="307"/>
                  </a:lnTo>
                  <a:lnTo>
                    <a:pt x="1919" y="294"/>
                  </a:lnTo>
                  <a:lnTo>
                    <a:pt x="1910" y="283"/>
                  </a:lnTo>
                  <a:lnTo>
                    <a:pt x="1882" y="261"/>
                  </a:lnTo>
                  <a:lnTo>
                    <a:pt x="1853" y="244"/>
                  </a:lnTo>
                  <a:lnTo>
                    <a:pt x="1820" y="232"/>
                  </a:lnTo>
                  <a:lnTo>
                    <a:pt x="1785" y="225"/>
                  </a:lnTo>
                  <a:lnTo>
                    <a:pt x="1749" y="221"/>
                  </a:lnTo>
                  <a:close/>
                  <a:moveTo>
                    <a:pt x="1362" y="221"/>
                  </a:moveTo>
                  <a:lnTo>
                    <a:pt x="1342" y="225"/>
                  </a:lnTo>
                  <a:lnTo>
                    <a:pt x="1325" y="233"/>
                  </a:lnTo>
                  <a:lnTo>
                    <a:pt x="1312" y="244"/>
                  </a:lnTo>
                  <a:lnTo>
                    <a:pt x="1303" y="259"/>
                  </a:lnTo>
                  <a:lnTo>
                    <a:pt x="1300" y="277"/>
                  </a:lnTo>
                  <a:lnTo>
                    <a:pt x="1300" y="826"/>
                  </a:lnTo>
                  <a:lnTo>
                    <a:pt x="1303" y="844"/>
                  </a:lnTo>
                  <a:lnTo>
                    <a:pt x="1312" y="859"/>
                  </a:lnTo>
                  <a:lnTo>
                    <a:pt x="1325" y="870"/>
                  </a:lnTo>
                  <a:lnTo>
                    <a:pt x="1342" y="878"/>
                  </a:lnTo>
                  <a:lnTo>
                    <a:pt x="1362" y="881"/>
                  </a:lnTo>
                  <a:lnTo>
                    <a:pt x="1381" y="878"/>
                  </a:lnTo>
                  <a:lnTo>
                    <a:pt x="1399" y="870"/>
                  </a:lnTo>
                  <a:lnTo>
                    <a:pt x="1413" y="859"/>
                  </a:lnTo>
                  <a:lnTo>
                    <a:pt x="1421" y="844"/>
                  </a:lnTo>
                  <a:lnTo>
                    <a:pt x="1424" y="826"/>
                  </a:lnTo>
                  <a:lnTo>
                    <a:pt x="1424" y="277"/>
                  </a:lnTo>
                  <a:lnTo>
                    <a:pt x="1421" y="259"/>
                  </a:lnTo>
                  <a:lnTo>
                    <a:pt x="1413" y="244"/>
                  </a:lnTo>
                  <a:lnTo>
                    <a:pt x="1399" y="233"/>
                  </a:lnTo>
                  <a:lnTo>
                    <a:pt x="1381" y="225"/>
                  </a:lnTo>
                  <a:lnTo>
                    <a:pt x="1362" y="221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891"/>
                  </a:lnTo>
                  <a:lnTo>
                    <a:pt x="3371" y="925"/>
                  </a:lnTo>
                  <a:lnTo>
                    <a:pt x="3363" y="958"/>
                  </a:lnTo>
                  <a:lnTo>
                    <a:pt x="3350" y="988"/>
                  </a:lnTo>
                  <a:lnTo>
                    <a:pt x="3333" y="1016"/>
                  </a:lnTo>
                  <a:lnTo>
                    <a:pt x="3312" y="1041"/>
                  </a:lnTo>
                  <a:lnTo>
                    <a:pt x="3286" y="1062"/>
                  </a:lnTo>
                  <a:lnTo>
                    <a:pt x="3258" y="1079"/>
                  </a:lnTo>
                  <a:lnTo>
                    <a:pt x="3228" y="1093"/>
                  </a:lnTo>
                  <a:lnTo>
                    <a:pt x="3195" y="1101"/>
                  </a:lnTo>
                  <a:lnTo>
                    <a:pt x="3161" y="1103"/>
                  </a:lnTo>
                  <a:lnTo>
                    <a:pt x="213" y="1103"/>
                  </a:lnTo>
                  <a:lnTo>
                    <a:pt x="179" y="1101"/>
                  </a:lnTo>
                  <a:lnTo>
                    <a:pt x="146" y="1093"/>
                  </a:lnTo>
                  <a:lnTo>
                    <a:pt x="116" y="1079"/>
                  </a:lnTo>
                  <a:lnTo>
                    <a:pt x="88" y="1062"/>
                  </a:lnTo>
                  <a:lnTo>
                    <a:pt x="62" y="1041"/>
                  </a:lnTo>
                  <a:lnTo>
                    <a:pt x="41" y="1016"/>
                  </a:lnTo>
                  <a:lnTo>
                    <a:pt x="24" y="988"/>
                  </a:lnTo>
                  <a:lnTo>
                    <a:pt x="11" y="958"/>
                  </a:lnTo>
                  <a:lnTo>
                    <a:pt x="3" y="925"/>
                  </a:lnTo>
                  <a:lnTo>
                    <a:pt x="0" y="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D5D84C87-4855-474E-9136-F812B1E47DB7}"/>
              </a:ext>
            </a:extLst>
          </p:cNvPr>
          <p:cNvGrpSpPr/>
          <p:nvPr/>
        </p:nvGrpSpPr>
        <p:grpSpPr>
          <a:xfrm>
            <a:off x="7603387" y="3828643"/>
            <a:ext cx="310356" cy="240816"/>
            <a:chOff x="6386513" y="4649788"/>
            <a:chExt cx="382587" cy="2968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24" name="Freeform 542">
              <a:extLst>
                <a:ext uri="{FF2B5EF4-FFF2-40B4-BE49-F238E27FC236}">
                  <a16:creationId xmlns:a16="http://schemas.microsoft.com/office/drawing/2014/main" id="{C7433B4A-7B44-42D3-813C-B70C904DCC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6513" y="4649788"/>
              <a:ext cx="382587" cy="296863"/>
            </a:xfrm>
            <a:custGeom>
              <a:avLst/>
              <a:gdLst>
                <a:gd name="T0" fmla="*/ 3086 w 3374"/>
                <a:gd name="T1" fmla="*/ 1695 h 2622"/>
                <a:gd name="T2" fmla="*/ 3056 w 3374"/>
                <a:gd name="T3" fmla="*/ 1712 h 2622"/>
                <a:gd name="T4" fmla="*/ 3039 w 3374"/>
                <a:gd name="T5" fmla="*/ 1742 h 2622"/>
                <a:gd name="T6" fmla="*/ 3037 w 3374"/>
                <a:gd name="T7" fmla="*/ 1795 h 2622"/>
                <a:gd name="T8" fmla="*/ 3046 w 3374"/>
                <a:gd name="T9" fmla="*/ 1829 h 2622"/>
                <a:gd name="T10" fmla="*/ 3069 w 3374"/>
                <a:gd name="T11" fmla="*/ 1852 h 2622"/>
                <a:gd name="T12" fmla="*/ 3103 w 3374"/>
                <a:gd name="T13" fmla="*/ 1862 h 2622"/>
                <a:gd name="T14" fmla="*/ 3137 w 3374"/>
                <a:gd name="T15" fmla="*/ 1852 h 2622"/>
                <a:gd name="T16" fmla="*/ 3161 w 3374"/>
                <a:gd name="T17" fmla="*/ 1829 h 2622"/>
                <a:gd name="T18" fmla="*/ 3171 w 3374"/>
                <a:gd name="T19" fmla="*/ 1795 h 2622"/>
                <a:gd name="T20" fmla="*/ 3167 w 3374"/>
                <a:gd name="T21" fmla="*/ 1742 h 2622"/>
                <a:gd name="T22" fmla="*/ 3151 w 3374"/>
                <a:gd name="T23" fmla="*/ 1712 h 2622"/>
                <a:gd name="T24" fmla="*/ 3121 w 3374"/>
                <a:gd name="T25" fmla="*/ 1695 h 2622"/>
                <a:gd name="T26" fmla="*/ 2798 w 3374"/>
                <a:gd name="T27" fmla="*/ 1693 h 2622"/>
                <a:gd name="T28" fmla="*/ 2765 w 3374"/>
                <a:gd name="T29" fmla="*/ 1702 h 2622"/>
                <a:gd name="T30" fmla="*/ 2741 w 3374"/>
                <a:gd name="T31" fmla="*/ 1726 h 2622"/>
                <a:gd name="T32" fmla="*/ 2732 w 3374"/>
                <a:gd name="T33" fmla="*/ 1759 h 2622"/>
                <a:gd name="T34" fmla="*/ 2734 w 3374"/>
                <a:gd name="T35" fmla="*/ 1813 h 2622"/>
                <a:gd name="T36" fmla="*/ 2751 w 3374"/>
                <a:gd name="T37" fmla="*/ 1842 h 2622"/>
                <a:gd name="T38" fmla="*/ 2781 w 3374"/>
                <a:gd name="T39" fmla="*/ 1860 h 2622"/>
                <a:gd name="T40" fmla="*/ 2816 w 3374"/>
                <a:gd name="T41" fmla="*/ 1860 h 2622"/>
                <a:gd name="T42" fmla="*/ 2845 w 3374"/>
                <a:gd name="T43" fmla="*/ 1842 h 2622"/>
                <a:gd name="T44" fmla="*/ 2863 w 3374"/>
                <a:gd name="T45" fmla="*/ 1813 h 2622"/>
                <a:gd name="T46" fmla="*/ 2865 w 3374"/>
                <a:gd name="T47" fmla="*/ 1759 h 2622"/>
                <a:gd name="T48" fmla="*/ 2856 w 3374"/>
                <a:gd name="T49" fmla="*/ 1726 h 2622"/>
                <a:gd name="T50" fmla="*/ 2832 w 3374"/>
                <a:gd name="T51" fmla="*/ 1702 h 2622"/>
                <a:gd name="T52" fmla="*/ 2798 w 3374"/>
                <a:gd name="T53" fmla="*/ 1693 h 2622"/>
                <a:gd name="T54" fmla="*/ 253 w 3374"/>
                <a:gd name="T55" fmla="*/ 205 h 2622"/>
                <a:gd name="T56" fmla="*/ 223 w 3374"/>
                <a:gd name="T57" fmla="*/ 222 h 2622"/>
                <a:gd name="T58" fmla="*/ 207 w 3374"/>
                <a:gd name="T59" fmla="*/ 251 h 2622"/>
                <a:gd name="T60" fmla="*/ 203 w 3374"/>
                <a:gd name="T61" fmla="*/ 1521 h 2622"/>
                <a:gd name="T62" fmla="*/ 214 w 3374"/>
                <a:gd name="T63" fmla="*/ 1556 h 2622"/>
                <a:gd name="T64" fmla="*/ 239 w 3374"/>
                <a:gd name="T65" fmla="*/ 1581 h 2622"/>
                <a:gd name="T66" fmla="*/ 273 w 3374"/>
                <a:gd name="T67" fmla="*/ 1589 h 2622"/>
                <a:gd name="T68" fmla="*/ 3118 w 3374"/>
                <a:gd name="T69" fmla="*/ 1586 h 2622"/>
                <a:gd name="T70" fmla="*/ 3148 w 3374"/>
                <a:gd name="T71" fmla="*/ 1569 h 2622"/>
                <a:gd name="T72" fmla="*/ 3165 w 3374"/>
                <a:gd name="T73" fmla="*/ 1540 h 2622"/>
                <a:gd name="T74" fmla="*/ 3167 w 3374"/>
                <a:gd name="T75" fmla="*/ 270 h 2622"/>
                <a:gd name="T76" fmla="*/ 3158 w 3374"/>
                <a:gd name="T77" fmla="*/ 236 h 2622"/>
                <a:gd name="T78" fmla="*/ 3135 w 3374"/>
                <a:gd name="T79" fmla="*/ 212 h 2622"/>
                <a:gd name="T80" fmla="*/ 3101 w 3374"/>
                <a:gd name="T81" fmla="*/ 202 h 2622"/>
                <a:gd name="T82" fmla="*/ 0 w 3374"/>
                <a:gd name="T83" fmla="*/ 0 h 2622"/>
                <a:gd name="T84" fmla="*/ 3374 w 3374"/>
                <a:gd name="T85" fmla="*/ 1979 h 2622"/>
                <a:gd name="T86" fmla="*/ 2121 w 3374"/>
                <a:gd name="T87" fmla="*/ 2384 h 2622"/>
                <a:gd name="T88" fmla="*/ 2463 w 3374"/>
                <a:gd name="T89" fmla="*/ 2622 h 2622"/>
                <a:gd name="T90" fmla="*/ 910 w 3374"/>
                <a:gd name="T91" fmla="*/ 2384 h 2622"/>
                <a:gd name="T92" fmla="*/ 1363 w 3374"/>
                <a:gd name="T93" fmla="*/ 1979 h 2622"/>
                <a:gd name="T94" fmla="*/ 0 w 3374"/>
                <a:gd name="T95" fmla="*/ 0 h 26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74" h="2622">
                  <a:moveTo>
                    <a:pt x="3103" y="1693"/>
                  </a:moveTo>
                  <a:lnTo>
                    <a:pt x="3086" y="1695"/>
                  </a:lnTo>
                  <a:lnTo>
                    <a:pt x="3069" y="1702"/>
                  </a:lnTo>
                  <a:lnTo>
                    <a:pt x="3056" y="1712"/>
                  </a:lnTo>
                  <a:lnTo>
                    <a:pt x="3046" y="1726"/>
                  </a:lnTo>
                  <a:lnTo>
                    <a:pt x="3039" y="1742"/>
                  </a:lnTo>
                  <a:lnTo>
                    <a:pt x="3037" y="1759"/>
                  </a:lnTo>
                  <a:lnTo>
                    <a:pt x="3037" y="1795"/>
                  </a:lnTo>
                  <a:lnTo>
                    <a:pt x="3039" y="1813"/>
                  </a:lnTo>
                  <a:lnTo>
                    <a:pt x="3046" y="1829"/>
                  </a:lnTo>
                  <a:lnTo>
                    <a:pt x="3056" y="1842"/>
                  </a:lnTo>
                  <a:lnTo>
                    <a:pt x="3069" y="1852"/>
                  </a:lnTo>
                  <a:lnTo>
                    <a:pt x="3086" y="1860"/>
                  </a:lnTo>
                  <a:lnTo>
                    <a:pt x="3103" y="1862"/>
                  </a:lnTo>
                  <a:lnTo>
                    <a:pt x="3121" y="1860"/>
                  </a:lnTo>
                  <a:lnTo>
                    <a:pt x="3137" y="1852"/>
                  </a:lnTo>
                  <a:lnTo>
                    <a:pt x="3151" y="1842"/>
                  </a:lnTo>
                  <a:lnTo>
                    <a:pt x="3161" y="1829"/>
                  </a:lnTo>
                  <a:lnTo>
                    <a:pt x="3167" y="1813"/>
                  </a:lnTo>
                  <a:lnTo>
                    <a:pt x="3171" y="1795"/>
                  </a:lnTo>
                  <a:lnTo>
                    <a:pt x="3171" y="1759"/>
                  </a:lnTo>
                  <a:lnTo>
                    <a:pt x="3167" y="1742"/>
                  </a:lnTo>
                  <a:lnTo>
                    <a:pt x="3161" y="1726"/>
                  </a:lnTo>
                  <a:lnTo>
                    <a:pt x="3151" y="1712"/>
                  </a:lnTo>
                  <a:lnTo>
                    <a:pt x="3137" y="1702"/>
                  </a:lnTo>
                  <a:lnTo>
                    <a:pt x="3121" y="1695"/>
                  </a:lnTo>
                  <a:lnTo>
                    <a:pt x="3103" y="1693"/>
                  </a:lnTo>
                  <a:close/>
                  <a:moveTo>
                    <a:pt x="2798" y="1693"/>
                  </a:moveTo>
                  <a:lnTo>
                    <a:pt x="2781" y="1695"/>
                  </a:lnTo>
                  <a:lnTo>
                    <a:pt x="2765" y="1702"/>
                  </a:lnTo>
                  <a:lnTo>
                    <a:pt x="2751" y="1712"/>
                  </a:lnTo>
                  <a:lnTo>
                    <a:pt x="2741" y="1726"/>
                  </a:lnTo>
                  <a:lnTo>
                    <a:pt x="2734" y="1742"/>
                  </a:lnTo>
                  <a:lnTo>
                    <a:pt x="2732" y="1759"/>
                  </a:lnTo>
                  <a:lnTo>
                    <a:pt x="2732" y="1795"/>
                  </a:lnTo>
                  <a:lnTo>
                    <a:pt x="2734" y="1813"/>
                  </a:lnTo>
                  <a:lnTo>
                    <a:pt x="2741" y="1829"/>
                  </a:lnTo>
                  <a:lnTo>
                    <a:pt x="2751" y="1842"/>
                  </a:lnTo>
                  <a:lnTo>
                    <a:pt x="2765" y="1852"/>
                  </a:lnTo>
                  <a:lnTo>
                    <a:pt x="2781" y="1860"/>
                  </a:lnTo>
                  <a:lnTo>
                    <a:pt x="2798" y="1862"/>
                  </a:lnTo>
                  <a:lnTo>
                    <a:pt x="2816" y="1860"/>
                  </a:lnTo>
                  <a:lnTo>
                    <a:pt x="2832" y="1852"/>
                  </a:lnTo>
                  <a:lnTo>
                    <a:pt x="2845" y="1842"/>
                  </a:lnTo>
                  <a:lnTo>
                    <a:pt x="2856" y="1829"/>
                  </a:lnTo>
                  <a:lnTo>
                    <a:pt x="2863" y="1813"/>
                  </a:lnTo>
                  <a:lnTo>
                    <a:pt x="2865" y="1795"/>
                  </a:lnTo>
                  <a:lnTo>
                    <a:pt x="2865" y="1759"/>
                  </a:lnTo>
                  <a:lnTo>
                    <a:pt x="2863" y="1742"/>
                  </a:lnTo>
                  <a:lnTo>
                    <a:pt x="2856" y="1726"/>
                  </a:lnTo>
                  <a:lnTo>
                    <a:pt x="2845" y="1712"/>
                  </a:lnTo>
                  <a:lnTo>
                    <a:pt x="2832" y="1702"/>
                  </a:lnTo>
                  <a:lnTo>
                    <a:pt x="2816" y="1695"/>
                  </a:lnTo>
                  <a:lnTo>
                    <a:pt x="2798" y="1693"/>
                  </a:lnTo>
                  <a:close/>
                  <a:moveTo>
                    <a:pt x="271" y="202"/>
                  </a:moveTo>
                  <a:lnTo>
                    <a:pt x="253" y="205"/>
                  </a:lnTo>
                  <a:lnTo>
                    <a:pt x="237" y="212"/>
                  </a:lnTo>
                  <a:lnTo>
                    <a:pt x="223" y="222"/>
                  </a:lnTo>
                  <a:lnTo>
                    <a:pt x="213" y="236"/>
                  </a:lnTo>
                  <a:lnTo>
                    <a:pt x="207" y="251"/>
                  </a:lnTo>
                  <a:lnTo>
                    <a:pt x="203" y="270"/>
                  </a:lnTo>
                  <a:lnTo>
                    <a:pt x="203" y="1521"/>
                  </a:lnTo>
                  <a:lnTo>
                    <a:pt x="207" y="1540"/>
                  </a:lnTo>
                  <a:lnTo>
                    <a:pt x="214" y="1556"/>
                  </a:lnTo>
                  <a:lnTo>
                    <a:pt x="225" y="1570"/>
                  </a:lnTo>
                  <a:lnTo>
                    <a:pt x="239" y="1581"/>
                  </a:lnTo>
                  <a:lnTo>
                    <a:pt x="256" y="1587"/>
                  </a:lnTo>
                  <a:lnTo>
                    <a:pt x="273" y="1589"/>
                  </a:lnTo>
                  <a:lnTo>
                    <a:pt x="3101" y="1589"/>
                  </a:lnTo>
                  <a:lnTo>
                    <a:pt x="3118" y="1586"/>
                  </a:lnTo>
                  <a:lnTo>
                    <a:pt x="3135" y="1580"/>
                  </a:lnTo>
                  <a:lnTo>
                    <a:pt x="3148" y="1569"/>
                  </a:lnTo>
                  <a:lnTo>
                    <a:pt x="3158" y="1555"/>
                  </a:lnTo>
                  <a:lnTo>
                    <a:pt x="3165" y="1540"/>
                  </a:lnTo>
                  <a:lnTo>
                    <a:pt x="3167" y="1521"/>
                  </a:lnTo>
                  <a:lnTo>
                    <a:pt x="3167" y="270"/>
                  </a:lnTo>
                  <a:lnTo>
                    <a:pt x="3165" y="251"/>
                  </a:lnTo>
                  <a:lnTo>
                    <a:pt x="3158" y="236"/>
                  </a:lnTo>
                  <a:lnTo>
                    <a:pt x="3148" y="222"/>
                  </a:lnTo>
                  <a:lnTo>
                    <a:pt x="3135" y="212"/>
                  </a:lnTo>
                  <a:lnTo>
                    <a:pt x="3118" y="205"/>
                  </a:lnTo>
                  <a:lnTo>
                    <a:pt x="3101" y="202"/>
                  </a:lnTo>
                  <a:lnTo>
                    <a:pt x="271" y="202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1979"/>
                  </a:lnTo>
                  <a:lnTo>
                    <a:pt x="2011" y="1979"/>
                  </a:lnTo>
                  <a:lnTo>
                    <a:pt x="2121" y="2384"/>
                  </a:lnTo>
                  <a:lnTo>
                    <a:pt x="2463" y="2384"/>
                  </a:lnTo>
                  <a:lnTo>
                    <a:pt x="2463" y="2622"/>
                  </a:lnTo>
                  <a:lnTo>
                    <a:pt x="910" y="2622"/>
                  </a:lnTo>
                  <a:lnTo>
                    <a:pt x="910" y="2384"/>
                  </a:lnTo>
                  <a:lnTo>
                    <a:pt x="1253" y="2384"/>
                  </a:lnTo>
                  <a:lnTo>
                    <a:pt x="1363" y="1979"/>
                  </a:lnTo>
                  <a:lnTo>
                    <a:pt x="0" y="197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5" name="Freeform 543">
              <a:extLst>
                <a:ext uri="{FF2B5EF4-FFF2-40B4-BE49-F238E27FC236}">
                  <a16:creationId xmlns:a16="http://schemas.microsoft.com/office/drawing/2014/main" id="{9D1B7D59-A960-4CB3-9744-08374E28F6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24613" y="4687888"/>
              <a:ext cx="306387" cy="127000"/>
            </a:xfrm>
            <a:custGeom>
              <a:avLst/>
              <a:gdLst>
                <a:gd name="T0" fmla="*/ 1533 w 2694"/>
                <a:gd name="T1" fmla="*/ 198 h 1116"/>
                <a:gd name="T2" fmla="*/ 1506 w 2694"/>
                <a:gd name="T3" fmla="*/ 213 h 1116"/>
                <a:gd name="T4" fmla="*/ 1346 w 2694"/>
                <a:gd name="T5" fmla="*/ 458 h 1116"/>
                <a:gd name="T6" fmla="*/ 1186 w 2694"/>
                <a:gd name="T7" fmla="*/ 213 h 1116"/>
                <a:gd name="T8" fmla="*/ 1160 w 2694"/>
                <a:gd name="T9" fmla="*/ 198 h 1116"/>
                <a:gd name="T10" fmla="*/ 1129 w 2694"/>
                <a:gd name="T11" fmla="*/ 201 h 1116"/>
                <a:gd name="T12" fmla="*/ 1103 w 2694"/>
                <a:gd name="T13" fmla="*/ 217 h 1116"/>
                <a:gd name="T14" fmla="*/ 1089 w 2694"/>
                <a:gd name="T15" fmla="*/ 244 h 1116"/>
                <a:gd name="T16" fmla="*/ 1090 w 2694"/>
                <a:gd name="T17" fmla="*/ 274 h 1116"/>
                <a:gd name="T18" fmla="*/ 1227 w 2694"/>
                <a:gd name="T19" fmla="*/ 492 h 1116"/>
                <a:gd name="T20" fmla="*/ 1137 w 2694"/>
                <a:gd name="T21" fmla="*/ 495 h 1116"/>
                <a:gd name="T22" fmla="*/ 1109 w 2694"/>
                <a:gd name="T23" fmla="*/ 516 h 1116"/>
                <a:gd name="T24" fmla="*/ 1098 w 2694"/>
                <a:gd name="T25" fmla="*/ 551 h 1116"/>
                <a:gd name="T26" fmla="*/ 1109 w 2694"/>
                <a:gd name="T27" fmla="*/ 586 h 1116"/>
                <a:gd name="T28" fmla="*/ 1137 w 2694"/>
                <a:gd name="T29" fmla="*/ 607 h 1116"/>
                <a:gd name="T30" fmla="*/ 1288 w 2694"/>
                <a:gd name="T31" fmla="*/ 610 h 1116"/>
                <a:gd name="T32" fmla="*/ 1156 w 2694"/>
                <a:gd name="T33" fmla="*/ 668 h 1116"/>
                <a:gd name="T34" fmla="*/ 1121 w 2694"/>
                <a:gd name="T35" fmla="*/ 680 h 1116"/>
                <a:gd name="T36" fmla="*/ 1101 w 2694"/>
                <a:gd name="T37" fmla="*/ 709 h 1116"/>
                <a:gd name="T38" fmla="*/ 1100 w 2694"/>
                <a:gd name="T39" fmla="*/ 746 h 1116"/>
                <a:gd name="T40" fmla="*/ 1121 w 2694"/>
                <a:gd name="T41" fmla="*/ 776 h 1116"/>
                <a:gd name="T42" fmla="*/ 1156 w 2694"/>
                <a:gd name="T43" fmla="*/ 787 h 1116"/>
                <a:gd name="T44" fmla="*/ 1288 w 2694"/>
                <a:gd name="T45" fmla="*/ 860 h 1116"/>
                <a:gd name="T46" fmla="*/ 1299 w 2694"/>
                <a:gd name="T47" fmla="*/ 894 h 1116"/>
                <a:gd name="T48" fmla="*/ 1329 w 2694"/>
                <a:gd name="T49" fmla="*/ 916 h 1116"/>
                <a:gd name="T50" fmla="*/ 1365 w 2694"/>
                <a:gd name="T51" fmla="*/ 916 h 1116"/>
                <a:gd name="T52" fmla="*/ 1395 w 2694"/>
                <a:gd name="T53" fmla="*/ 894 h 1116"/>
                <a:gd name="T54" fmla="*/ 1406 w 2694"/>
                <a:gd name="T55" fmla="*/ 860 h 1116"/>
                <a:gd name="T56" fmla="*/ 1538 w 2694"/>
                <a:gd name="T57" fmla="*/ 787 h 1116"/>
                <a:gd name="T58" fmla="*/ 1573 w 2694"/>
                <a:gd name="T59" fmla="*/ 776 h 1116"/>
                <a:gd name="T60" fmla="*/ 1593 w 2694"/>
                <a:gd name="T61" fmla="*/ 747 h 1116"/>
                <a:gd name="T62" fmla="*/ 1594 w 2694"/>
                <a:gd name="T63" fmla="*/ 709 h 1116"/>
                <a:gd name="T64" fmla="*/ 1573 w 2694"/>
                <a:gd name="T65" fmla="*/ 681 h 1116"/>
                <a:gd name="T66" fmla="*/ 1538 w 2694"/>
                <a:gd name="T67" fmla="*/ 668 h 1116"/>
                <a:gd name="T68" fmla="*/ 1406 w 2694"/>
                <a:gd name="T69" fmla="*/ 610 h 1116"/>
                <a:gd name="T70" fmla="*/ 1557 w 2694"/>
                <a:gd name="T71" fmla="*/ 607 h 1116"/>
                <a:gd name="T72" fmla="*/ 1585 w 2694"/>
                <a:gd name="T73" fmla="*/ 586 h 1116"/>
                <a:gd name="T74" fmla="*/ 1596 w 2694"/>
                <a:gd name="T75" fmla="*/ 551 h 1116"/>
                <a:gd name="T76" fmla="*/ 1585 w 2694"/>
                <a:gd name="T77" fmla="*/ 516 h 1116"/>
                <a:gd name="T78" fmla="*/ 1557 w 2694"/>
                <a:gd name="T79" fmla="*/ 495 h 1116"/>
                <a:gd name="T80" fmla="*/ 1465 w 2694"/>
                <a:gd name="T81" fmla="*/ 492 h 1116"/>
                <a:gd name="T82" fmla="*/ 1603 w 2694"/>
                <a:gd name="T83" fmla="*/ 274 h 1116"/>
                <a:gd name="T84" fmla="*/ 1604 w 2694"/>
                <a:gd name="T85" fmla="*/ 244 h 1116"/>
                <a:gd name="T86" fmla="*/ 1589 w 2694"/>
                <a:gd name="T87" fmla="*/ 218 h 1116"/>
                <a:gd name="T88" fmla="*/ 1564 w 2694"/>
                <a:gd name="T89" fmla="*/ 201 h 1116"/>
                <a:gd name="T90" fmla="*/ 0 w 2694"/>
                <a:gd name="T91" fmla="*/ 0 h 1116"/>
                <a:gd name="T92" fmla="*/ 2694 w 2694"/>
                <a:gd name="T93" fmla="*/ 1116 h 1116"/>
                <a:gd name="T94" fmla="*/ 0 w 2694"/>
                <a:gd name="T95" fmla="*/ 0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94" h="1116">
                  <a:moveTo>
                    <a:pt x="1548" y="197"/>
                  </a:moveTo>
                  <a:lnTo>
                    <a:pt x="1533" y="198"/>
                  </a:lnTo>
                  <a:lnTo>
                    <a:pt x="1519" y="205"/>
                  </a:lnTo>
                  <a:lnTo>
                    <a:pt x="1506" y="213"/>
                  </a:lnTo>
                  <a:lnTo>
                    <a:pt x="1495" y="225"/>
                  </a:lnTo>
                  <a:lnTo>
                    <a:pt x="1346" y="458"/>
                  </a:lnTo>
                  <a:lnTo>
                    <a:pt x="1197" y="225"/>
                  </a:lnTo>
                  <a:lnTo>
                    <a:pt x="1186" y="213"/>
                  </a:lnTo>
                  <a:lnTo>
                    <a:pt x="1174" y="205"/>
                  </a:lnTo>
                  <a:lnTo>
                    <a:pt x="1160" y="198"/>
                  </a:lnTo>
                  <a:lnTo>
                    <a:pt x="1145" y="197"/>
                  </a:lnTo>
                  <a:lnTo>
                    <a:pt x="1129" y="201"/>
                  </a:lnTo>
                  <a:lnTo>
                    <a:pt x="1115" y="207"/>
                  </a:lnTo>
                  <a:lnTo>
                    <a:pt x="1103" y="217"/>
                  </a:lnTo>
                  <a:lnTo>
                    <a:pt x="1094" y="230"/>
                  </a:lnTo>
                  <a:lnTo>
                    <a:pt x="1089" y="244"/>
                  </a:lnTo>
                  <a:lnTo>
                    <a:pt x="1087" y="260"/>
                  </a:lnTo>
                  <a:lnTo>
                    <a:pt x="1090" y="274"/>
                  </a:lnTo>
                  <a:lnTo>
                    <a:pt x="1098" y="289"/>
                  </a:lnTo>
                  <a:lnTo>
                    <a:pt x="1227" y="492"/>
                  </a:lnTo>
                  <a:lnTo>
                    <a:pt x="1156" y="492"/>
                  </a:lnTo>
                  <a:lnTo>
                    <a:pt x="1137" y="495"/>
                  </a:lnTo>
                  <a:lnTo>
                    <a:pt x="1121" y="503"/>
                  </a:lnTo>
                  <a:lnTo>
                    <a:pt x="1109" y="516"/>
                  </a:lnTo>
                  <a:lnTo>
                    <a:pt x="1101" y="533"/>
                  </a:lnTo>
                  <a:lnTo>
                    <a:pt x="1098" y="551"/>
                  </a:lnTo>
                  <a:lnTo>
                    <a:pt x="1100" y="569"/>
                  </a:lnTo>
                  <a:lnTo>
                    <a:pt x="1109" y="586"/>
                  </a:lnTo>
                  <a:lnTo>
                    <a:pt x="1121" y="599"/>
                  </a:lnTo>
                  <a:lnTo>
                    <a:pt x="1137" y="607"/>
                  </a:lnTo>
                  <a:lnTo>
                    <a:pt x="1156" y="610"/>
                  </a:lnTo>
                  <a:lnTo>
                    <a:pt x="1288" y="610"/>
                  </a:lnTo>
                  <a:lnTo>
                    <a:pt x="1288" y="668"/>
                  </a:lnTo>
                  <a:lnTo>
                    <a:pt x="1156" y="668"/>
                  </a:lnTo>
                  <a:lnTo>
                    <a:pt x="1137" y="672"/>
                  </a:lnTo>
                  <a:lnTo>
                    <a:pt x="1121" y="680"/>
                  </a:lnTo>
                  <a:lnTo>
                    <a:pt x="1109" y="693"/>
                  </a:lnTo>
                  <a:lnTo>
                    <a:pt x="1101" y="709"/>
                  </a:lnTo>
                  <a:lnTo>
                    <a:pt x="1098" y="728"/>
                  </a:lnTo>
                  <a:lnTo>
                    <a:pt x="1100" y="746"/>
                  </a:lnTo>
                  <a:lnTo>
                    <a:pt x="1109" y="762"/>
                  </a:lnTo>
                  <a:lnTo>
                    <a:pt x="1121" y="776"/>
                  </a:lnTo>
                  <a:lnTo>
                    <a:pt x="1137" y="784"/>
                  </a:lnTo>
                  <a:lnTo>
                    <a:pt x="1156" y="787"/>
                  </a:lnTo>
                  <a:lnTo>
                    <a:pt x="1288" y="787"/>
                  </a:lnTo>
                  <a:lnTo>
                    <a:pt x="1288" y="860"/>
                  </a:lnTo>
                  <a:lnTo>
                    <a:pt x="1291" y="878"/>
                  </a:lnTo>
                  <a:lnTo>
                    <a:pt x="1299" y="894"/>
                  </a:lnTo>
                  <a:lnTo>
                    <a:pt x="1312" y="907"/>
                  </a:lnTo>
                  <a:lnTo>
                    <a:pt x="1329" y="916"/>
                  </a:lnTo>
                  <a:lnTo>
                    <a:pt x="1347" y="919"/>
                  </a:lnTo>
                  <a:lnTo>
                    <a:pt x="1365" y="916"/>
                  </a:lnTo>
                  <a:lnTo>
                    <a:pt x="1382" y="908"/>
                  </a:lnTo>
                  <a:lnTo>
                    <a:pt x="1395" y="894"/>
                  </a:lnTo>
                  <a:lnTo>
                    <a:pt x="1403" y="878"/>
                  </a:lnTo>
                  <a:lnTo>
                    <a:pt x="1406" y="860"/>
                  </a:lnTo>
                  <a:lnTo>
                    <a:pt x="1406" y="787"/>
                  </a:lnTo>
                  <a:lnTo>
                    <a:pt x="1538" y="787"/>
                  </a:lnTo>
                  <a:lnTo>
                    <a:pt x="1557" y="784"/>
                  </a:lnTo>
                  <a:lnTo>
                    <a:pt x="1573" y="776"/>
                  </a:lnTo>
                  <a:lnTo>
                    <a:pt x="1585" y="764"/>
                  </a:lnTo>
                  <a:lnTo>
                    <a:pt x="1593" y="747"/>
                  </a:lnTo>
                  <a:lnTo>
                    <a:pt x="1596" y="728"/>
                  </a:lnTo>
                  <a:lnTo>
                    <a:pt x="1594" y="709"/>
                  </a:lnTo>
                  <a:lnTo>
                    <a:pt x="1585" y="693"/>
                  </a:lnTo>
                  <a:lnTo>
                    <a:pt x="1573" y="681"/>
                  </a:lnTo>
                  <a:lnTo>
                    <a:pt x="1557" y="672"/>
                  </a:lnTo>
                  <a:lnTo>
                    <a:pt x="1538" y="668"/>
                  </a:lnTo>
                  <a:lnTo>
                    <a:pt x="1406" y="668"/>
                  </a:lnTo>
                  <a:lnTo>
                    <a:pt x="1406" y="610"/>
                  </a:lnTo>
                  <a:lnTo>
                    <a:pt x="1538" y="610"/>
                  </a:lnTo>
                  <a:lnTo>
                    <a:pt x="1557" y="607"/>
                  </a:lnTo>
                  <a:lnTo>
                    <a:pt x="1573" y="599"/>
                  </a:lnTo>
                  <a:lnTo>
                    <a:pt x="1585" y="586"/>
                  </a:lnTo>
                  <a:lnTo>
                    <a:pt x="1593" y="570"/>
                  </a:lnTo>
                  <a:lnTo>
                    <a:pt x="1596" y="551"/>
                  </a:lnTo>
                  <a:lnTo>
                    <a:pt x="1594" y="533"/>
                  </a:lnTo>
                  <a:lnTo>
                    <a:pt x="1585" y="516"/>
                  </a:lnTo>
                  <a:lnTo>
                    <a:pt x="1573" y="504"/>
                  </a:lnTo>
                  <a:lnTo>
                    <a:pt x="1557" y="495"/>
                  </a:lnTo>
                  <a:lnTo>
                    <a:pt x="1538" y="492"/>
                  </a:lnTo>
                  <a:lnTo>
                    <a:pt x="1465" y="492"/>
                  </a:lnTo>
                  <a:lnTo>
                    <a:pt x="1595" y="289"/>
                  </a:lnTo>
                  <a:lnTo>
                    <a:pt x="1603" y="274"/>
                  </a:lnTo>
                  <a:lnTo>
                    <a:pt x="1605" y="260"/>
                  </a:lnTo>
                  <a:lnTo>
                    <a:pt x="1604" y="244"/>
                  </a:lnTo>
                  <a:lnTo>
                    <a:pt x="1599" y="230"/>
                  </a:lnTo>
                  <a:lnTo>
                    <a:pt x="1589" y="218"/>
                  </a:lnTo>
                  <a:lnTo>
                    <a:pt x="1578" y="207"/>
                  </a:lnTo>
                  <a:lnTo>
                    <a:pt x="1564" y="201"/>
                  </a:lnTo>
                  <a:lnTo>
                    <a:pt x="1548" y="197"/>
                  </a:lnTo>
                  <a:close/>
                  <a:moveTo>
                    <a:pt x="0" y="0"/>
                  </a:moveTo>
                  <a:lnTo>
                    <a:pt x="2694" y="0"/>
                  </a:lnTo>
                  <a:lnTo>
                    <a:pt x="2694" y="1116"/>
                  </a:lnTo>
                  <a:lnTo>
                    <a:pt x="0" y="11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694BD573-C37A-4FD4-AD81-1533A6A4F1BA}"/>
              </a:ext>
            </a:extLst>
          </p:cNvPr>
          <p:cNvGrpSpPr/>
          <p:nvPr/>
        </p:nvGrpSpPr>
        <p:grpSpPr>
          <a:xfrm>
            <a:off x="6896121" y="3797738"/>
            <a:ext cx="310355" cy="302629"/>
            <a:chOff x="5722938" y="4652963"/>
            <a:chExt cx="382587" cy="3730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27" name="Freeform 548">
              <a:extLst>
                <a:ext uri="{FF2B5EF4-FFF2-40B4-BE49-F238E27FC236}">
                  <a16:creationId xmlns:a16="http://schemas.microsoft.com/office/drawing/2014/main" id="{BCF1C145-EF55-4CC3-B422-D5A29257A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063" y="4719638"/>
              <a:ext cx="271462" cy="306388"/>
            </a:xfrm>
            <a:custGeom>
              <a:avLst/>
              <a:gdLst>
                <a:gd name="T0" fmla="*/ 1956 w 2392"/>
                <a:gd name="T1" fmla="*/ 0 h 2714"/>
                <a:gd name="T2" fmla="*/ 2138 w 2392"/>
                <a:gd name="T3" fmla="*/ 0 h 2714"/>
                <a:gd name="T4" fmla="*/ 2176 w 2392"/>
                <a:gd name="T5" fmla="*/ 2 h 2714"/>
                <a:gd name="T6" fmla="*/ 2212 w 2392"/>
                <a:gd name="T7" fmla="*/ 10 h 2714"/>
                <a:gd name="T8" fmla="*/ 2247 w 2392"/>
                <a:gd name="T9" fmla="*/ 24 h 2714"/>
                <a:gd name="T10" fmla="*/ 2277 w 2392"/>
                <a:gd name="T11" fmla="*/ 41 h 2714"/>
                <a:gd name="T12" fmla="*/ 2306 w 2392"/>
                <a:gd name="T13" fmla="*/ 63 h 2714"/>
                <a:gd name="T14" fmla="*/ 2332 w 2392"/>
                <a:gd name="T15" fmla="*/ 88 h 2714"/>
                <a:gd name="T16" fmla="*/ 2353 w 2392"/>
                <a:gd name="T17" fmla="*/ 117 h 2714"/>
                <a:gd name="T18" fmla="*/ 2370 w 2392"/>
                <a:gd name="T19" fmla="*/ 149 h 2714"/>
                <a:gd name="T20" fmla="*/ 2383 w 2392"/>
                <a:gd name="T21" fmla="*/ 184 h 2714"/>
                <a:gd name="T22" fmla="*/ 2390 w 2392"/>
                <a:gd name="T23" fmla="*/ 219 h 2714"/>
                <a:gd name="T24" fmla="*/ 2392 w 2392"/>
                <a:gd name="T25" fmla="*/ 258 h 2714"/>
                <a:gd name="T26" fmla="*/ 2392 w 2392"/>
                <a:gd name="T27" fmla="*/ 2008 h 2714"/>
                <a:gd name="T28" fmla="*/ 2390 w 2392"/>
                <a:gd name="T29" fmla="*/ 2047 h 2714"/>
                <a:gd name="T30" fmla="*/ 2382 w 2392"/>
                <a:gd name="T31" fmla="*/ 2083 h 2714"/>
                <a:gd name="T32" fmla="*/ 2368 w 2392"/>
                <a:gd name="T33" fmla="*/ 2116 h 2714"/>
                <a:gd name="T34" fmla="*/ 2351 w 2392"/>
                <a:gd name="T35" fmla="*/ 2148 h 2714"/>
                <a:gd name="T36" fmla="*/ 2330 w 2392"/>
                <a:gd name="T37" fmla="*/ 2177 h 2714"/>
                <a:gd name="T38" fmla="*/ 2304 w 2392"/>
                <a:gd name="T39" fmla="*/ 2202 h 2714"/>
                <a:gd name="T40" fmla="*/ 2275 w 2392"/>
                <a:gd name="T41" fmla="*/ 2224 h 2714"/>
                <a:gd name="T42" fmla="*/ 2244 w 2392"/>
                <a:gd name="T43" fmla="*/ 2241 h 2714"/>
                <a:gd name="T44" fmla="*/ 2210 w 2392"/>
                <a:gd name="T45" fmla="*/ 2255 h 2714"/>
                <a:gd name="T46" fmla="*/ 2173 w 2392"/>
                <a:gd name="T47" fmla="*/ 2263 h 2714"/>
                <a:gd name="T48" fmla="*/ 2135 w 2392"/>
                <a:gd name="T49" fmla="*/ 2266 h 2714"/>
                <a:gd name="T50" fmla="*/ 1996 w 2392"/>
                <a:gd name="T51" fmla="*/ 2266 h 2714"/>
                <a:gd name="T52" fmla="*/ 1996 w 2392"/>
                <a:gd name="T53" fmla="*/ 2714 h 2714"/>
                <a:gd name="T54" fmla="*/ 1292 w 2392"/>
                <a:gd name="T55" fmla="*/ 2266 h 2714"/>
                <a:gd name="T56" fmla="*/ 205 w 2392"/>
                <a:gd name="T57" fmla="*/ 2266 h 2714"/>
                <a:gd name="T58" fmla="*/ 169 w 2392"/>
                <a:gd name="T59" fmla="*/ 2263 h 2714"/>
                <a:gd name="T60" fmla="*/ 136 w 2392"/>
                <a:gd name="T61" fmla="*/ 2256 h 2714"/>
                <a:gd name="T62" fmla="*/ 105 w 2392"/>
                <a:gd name="T63" fmla="*/ 2244 h 2714"/>
                <a:gd name="T64" fmla="*/ 75 w 2392"/>
                <a:gd name="T65" fmla="*/ 2229 h 2714"/>
                <a:gd name="T66" fmla="*/ 48 w 2392"/>
                <a:gd name="T67" fmla="*/ 2211 h 2714"/>
                <a:gd name="T68" fmla="*/ 23 w 2392"/>
                <a:gd name="T69" fmla="*/ 2188 h 2714"/>
                <a:gd name="T70" fmla="*/ 0 w 2392"/>
                <a:gd name="T71" fmla="*/ 2163 h 2714"/>
                <a:gd name="T72" fmla="*/ 314 w 2392"/>
                <a:gd name="T73" fmla="*/ 1965 h 2714"/>
                <a:gd name="T74" fmla="*/ 1493 w 2392"/>
                <a:gd name="T75" fmla="*/ 1965 h 2714"/>
                <a:gd name="T76" fmla="*/ 1546 w 2392"/>
                <a:gd name="T77" fmla="*/ 1962 h 2714"/>
                <a:gd name="T78" fmla="*/ 1599 w 2392"/>
                <a:gd name="T79" fmla="*/ 1952 h 2714"/>
                <a:gd name="T80" fmla="*/ 1649 w 2392"/>
                <a:gd name="T81" fmla="*/ 1937 h 2714"/>
                <a:gd name="T82" fmla="*/ 1697 w 2392"/>
                <a:gd name="T83" fmla="*/ 1918 h 2714"/>
                <a:gd name="T84" fmla="*/ 1741 w 2392"/>
                <a:gd name="T85" fmla="*/ 1892 h 2714"/>
                <a:gd name="T86" fmla="*/ 1783 w 2392"/>
                <a:gd name="T87" fmla="*/ 1862 h 2714"/>
                <a:gd name="T88" fmla="*/ 1820 w 2392"/>
                <a:gd name="T89" fmla="*/ 1828 h 2714"/>
                <a:gd name="T90" fmla="*/ 1854 w 2392"/>
                <a:gd name="T91" fmla="*/ 1789 h 2714"/>
                <a:gd name="T92" fmla="*/ 1884 w 2392"/>
                <a:gd name="T93" fmla="*/ 1748 h 2714"/>
                <a:gd name="T94" fmla="*/ 1909 w 2392"/>
                <a:gd name="T95" fmla="*/ 1703 h 2714"/>
                <a:gd name="T96" fmla="*/ 1929 w 2392"/>
                <a:gd name="T97" fmla="*/ 1656 h 2714"/>
                <a:gd name="T98" fmla="*/ 1944 w 2392"/>
                <a:gd name="T99" fmla="*/ 1606 h 2714"/>
                <a:gd name="T100" fmla="*/ 1953 w 2392"/>
                <a:gd name="T101" fmla="*/ 1554 h 2714"/>
                <a:gd name="T102" fmla="*/ 1956 w 2392"/>
                <a:gd name="T103" fmla="*/ 1500 h 2714"/>
                <a:gd name="T104" fmla="*/ 1956 w 2392"/>
                <a:gd name="T105" fmla="*/ 0 h 2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92" h="2714">
                  <a:moveTo>
                    <a:pt x="1956" y="0"/>
                  </a:moveTo>
                  <a:lnTo>
                    <a:pt x="2138" y="0"/>
                  </a:lnTo>
                  <a:lnTo>
                    <a:pt x="2176" y="2"/>
                  </a:lnTo>
                  <a:lnTo>
                    <a:pt x="2212" y="10"/>
                  </a:lnTo>
                  <a:lnTo>
                    <a:pt x="2247" y="24"/>
                  </a:lnTo>
                  <a:lnTo>
                    <a:pt x="2277" y="41"/>
                  </a:lnTo>
                  <a:lnTo>
                    <a:pt x="2306" y="63"/>
                  </a:lnTo>
                  <a:lnTo>
                    <a:pt x="2332" y="88"/>
                  </a:lnTo>
                  <a:lnTo>
                    <a:pt x="2353" y="117"/>
                  </a:lnTo>
                  <a:lnTo>
                    <a:pt x="2370" y="149"/>
                  </a:lnTo>
                  <a:lnTo>
                    <a:pt x="2383" y="184"/>
                  </a:lnTo>
                  <a:lnTo>
                    <a:pt x="2390" y="219"/>
                  </a:lnTo>
                  <a:lnTo>
                    <a:pt x="2392" y="258"/>
                  </a:lnTo>
                  <a:lnTo>
                    <a:pt x="2392" y="2008"/>
                  </a:lnTo>
                  <a:lnTo>
                    <a:pt x="2390" y="2047"/>
                  </a:lnTo>
                  <a:lnTo>
                    <a:pt x="2382" y="2083"/>
                  </a:lnTo>
                  <a:lnTo>
                    <a:pt x="2368" y="2116"/>
                  </a:lnTo>
                  <a:lnTo>
                    <a:pt x="2351" y="2148"/>
                  </a:lnTo>
                  <a:lnTo>
                    <a:pt x="2330" y="2177"/>
                  </a:lnTo>
                  <a:lnTo>
                    <a:pt x="2304" y="2202"/>
                  </a:lnTo>
                  <a:lnTo>
                    <a:pt x="2275" y="2224"/>
                  </a:lnTo>
                  <a:lnTo>
                    <a:pt x="2244" y="2241"/>
                  </a:lnTo>
                  <a:lnTo>
                    <a:pt x="2210" y="2255"/>
                  </a:lnTo>
                  <a:lnTo>
                    <a:pt x="2173" y="2263"/>
                  </a:lnTo>
                  <a:lnTo>
                    <a:pt x="2135" y="2266"/>
                  </a:lnTo>
                  <a:lnTo>
                    <a:pt x="1996" y="2266"/>
                  </a:lnTo>
                  <a:lnTo>
                    <a:pt x="1996" y="2714"/>
                  </a:lnTo>
                  <a:lnTo>
                    <a:pt x="1292" y="2266"/>
                  </a:lnTo>
                  <a:lnTo>
                    <a:pt x="205" y="2266"/>
                  </a:lnTo>
                  <a:lnTo>
                    <a:pt x="169" y="2263"/>
                  </a:lnTo>
                  <a:lnTo>
                    <a:pt x="136" y="2256"/>
                  </a:lnTo>
                  <a:lnTo>
                    <a:pt x="105" y="2244"/>
                  </a:lnTo>
                  <a:lnTo>
                    <a:pt x="75" y="2229"/>
                  </a:lnTo>
                  <a:lnTo>
                    <a:pt x="48" y="2211"/>
                  </a:lnTo>
                  <a:lnTo>
                    <a:pt x="23" y="2188"/>
                  </a:lnTo>
                  <a:lnTo>
                    <a:pt x="0" y="2163"/>
                  </a:lnTo>
                  <a:lnTo>
                    <a:pt x="314" y="1965"/>
                  </a:lnTo>
                  <a:lnTo>
                    <a:pt x="1493" y="1965"/>
                  </a:lnTo>
                  <a:lnTo>
                    <a:pt x="1546" y="1962"/>
                  </a:lnTo>
                  <a:lnTo>
                    <a:pt x="1599" y="1952"/>
                  </a:lnTo>
                  <a:lnTo>
                    <a:pt x="1649" y="1937"/>
                  </a:lnTo>
                  <a:lnTo>
                    <a:pt x="1697" y="1918"/>
                  </a:lnTo>
                  <a:lnTo>
                    <a:pt x="1741" y="1892"/>
                  </a:lnTo>
                  <a:lnTo>
                    <a:pt x="1783" y="1862"/>
                  </a:lnTo>
                  <a:lnTo>
                    <a:pt x="1820" y="1828"/>
                  </a:lnTo>
                  <a:lnTo>
                    <a:pt x="1854" y="1789"/>
                  </a:lnTo>
                  <a:lnTo>
                    <a:pt x="1884" y="1748"/>
                  </a:lnTo>
                  <a:lnTo>
                    <a:pt x="1909" y="1703"/>
                  </a:lnTo>
                  <a:lnTo>
                    <a:pt x="1929" y="1656"/>
                  </a:lnTo>
                  <a:lnTo>
                    <a:pt x="1944" y="1606"/>
                  </a:lnTo>
                  <a:lnTo>
                    <a:pt x="1953" y="1554"/>
                  </a:lnTo>
                  <a:lnTo>
                    <a:pt x="1956" y="1500"/>
                  </a:lnTo>
                  <a:lnTo>
                    <a:pt x="19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28" name="Freeform 549">
              <a:extLst>
                <a:ext uri="{FF2B5EF4-FFF2-40B4-BE49-F238E27FC236}">
                  <a16:creationId xmlns:a16="http://schemas.microsoft.com/office/drawing/2014/main" id="{A5E42C60-631B-4B1C-BFF4-EAC9FAA4EA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2938" y="4652963"/>
              <a:ext cx="312737" cy="327025"/>
            </a:xfrm>
            <a:custGeom>
              <a:avLst/>
              <a:gdLst>
                <a:gd name="T0" fmla="*/ 1344 w 2761"/>
                <a:gd name="T1" fmla="*/ 224 h 2877"/>
                <a:gd name="T2" fmla="*/ 1293 w 2761"/>
                <a:gd name="T3" fmla="*/ 299 h 2877"/>
                <a:gd name="T4" fmla="*/ 1201 w 2761"/>
                <a:gd name="T5" fmla="*/ 447 h 2877"/>
                <a:gd name="T6" fmla="*/ 1061 w 2761"/>
                <a:gd name="T7" fmla="*/ 578 h 2877"/>
                <a:gd name="T8" fmla="*/ 993 w 2761"/>
                <a:gd name="T9" fmla="*/ 762 h 2877"/>
                <a:gd name="T10" fmla="*/ 1014 w 2761"/>
                <a:gd name="T11" fmla="*/ 955 h 2877"/>
                <a:gd name="T12" fmla="*/ 1113 w 2761"/>
                <a:gd name="T13" fmla="*/ 1111 h 2877"/>
                <a:gd name="T14" fmla="*/ 1270 w 2761"/>
                <a:gd name="T15" fmla="*/ 1210 h 2877"/>
                <a:gd name="T16" fmla="*/ 1444 w 2761"/>
                <a:gd name="T17" fmla="*/ 1238 h 2877"/>
                <a:gd name="T18" fmla="*/ 1549 w 2761"/>
                <a:gd name="T19" fmla="*/ 1300 h 2877"/>
                <a:gd name="T20" fmla="*/ 1592 w 2761"/>
                <a:gd name="T21" fmla="*/ 1416 h 2877"/>
                <a:gd name="T22" fmla="*/ 1550 w 2761"/>
                <a:gd name="T23" fmla="*/ 1532 h 2877"/>
                <a:gd name="T24" fmla="*/ 1444 w 2761"/>
                <a:gd name="T25" fmla="*/ 1594 h 2877"/>
                <a:gd name="T26" fmla="*/ 1327 w 2761"/>
                <a:gd name="T27" fmla="*/ 1575 h 2877"/>
                <a:gd name="T28" fmla="*/ 1241 w 2761"/>
                <a:gd name="T29" fmla="*/ 1512 h 2877"/>
                <a:gd name="T30" fmla="*/ 1151 w 2761"/>
                <a:gd name="T31" fmla="*/ 1509 h 2877"/>
                <a:gd name="T32" fmla="*/ 1082 w 2761"/>
                <a:gd name="T33" fmla="*/ 1573 h 2877"/>
                <a:gd name="T34" fmla="*/ 1080 w 2761"/>
                <a:gd name="T35" fmla="*/ 1663 h 2877"/>
                <a:gd name="T36" fmla="*/ 1173 w 2761"/>
                <a:gd name="T37" fmla="*/ 1763 h 2877"/>
                <a:gd name="T38" fmla="*/ 1291 w 2761"/>
                <a:gd name="T39" fmla="*/ 1904 h 2877"/>
                <a:gd name="T40" fmla="*/ 1326 w 2761"/>
                <a:gd name="T41" fmla="*/ 1989 h 2877"/>
                <a:gd name="T42" fmla="*/ 1412 w 2761"/>
                <a:gd name="T43" fmla="*/ 2025 h 2877"/>
                <a:gd name="T44" fmla="*/ 1497 w 2761"/>
                <a:gd name="T45" fmla="*/ 1989 h 2877"/>
                <a:gd name="T46" fmla="*/ 1532 w 2761"/>
                <a:gd name="T47" fmla="*/ 1904 h 2877"/>
                <a:gd name="T48" fmla="*/ 1662 w 2761"/>
                <a:gd name="T49" fmla="*/ 1755 h 2877"/>
                <a:gd name="T50" fmla="*/ 1786 w 2761"/>
                <a:gd name="T51" fmla="*/ 1608 h 2877"/>
                <a:gd name="T52" fmla="*/ 1833 w 2761"/>
                <a:gd name="T53" fmla="*/ 1415 h 2877"/>
                <a:gd name="T54" fmla="*/ 1790 w 2761"/>
                <a:gd name="T55" fmla="*/ 1230 h 2877"/>
                <a:gd name="T56" fmla="*/ 1675 w 2761"/>
                <a:gd name="T57" fmla="*/ 1085 h 2877"/>
                <a:gd name="T58" fmla="*/ 1508 w 2761"/>
                <a:gd name="T59" fmla="*/ 1004 h 2877"/>
                <a:gd name="T60" fmla="*/ 1349 w 2761"/>
                <a:gd name="T61" fmla="*/ 982 h 2877"/>
                <a:gd name="T62" fmla="*/ 1256 w 2761"/>
                <a:gd name="T63" fmla="*/ 903 h 2877"/>
                <a:gd name="T64" fmla="*/ 1234 w 2761"/>
                <a:gd name="T65" fmla="*/ 780 h 2877"/>
                <a:gd name="T66" fmla="*/ 1295 w 2761"/>
                <a:gd name="T67" fmla="*/ 673 h 2877"/>
                <a:gd name="T68" fmla="*/ 1412 w 2761"/>
                <a:gd name="T69" fmla="*/ 631 h 2877"/>
                <a:gd name="T70" fmla="*/ 1521 w 2761"/>
                <a:gd name="T71" fmla="*/ 668 h 2877"/>
                <a:gd name="T72" fmla="*/ 1604 w 2761"/>
                <a:gd name="T73" fmla="*/ 724 h 2877"/>
                <a:gd name="T74" fmla="*/ 1694 w 2761"/>
                <a:gd name="T75" fmla="*/ 709 h 2877"/>
                <a:gd name="T76" fmla="*/ 1748 w 2761"/>
                <a:gd name="T77" fmla="*/ 632 h 2877"/>
                <a:gd name="T78" fmla="*/ 1733 w 2761"/>
                <a:gd name="T79" fmla="*/ 543 h 2877"/>
                <a:gd name="T80" fmla="*/ 1613 w 2761"/>
                <a:gd name="T81" fmla="*/ 443 h 2877"/>
                <a:gd name="T82" fmla="*/ 1530 w 2761"/>
                <a:gd name="T83" fmla="*/ 299 h 2877"/>
                <a:gd name="T84" fmla="*/ 1479 w 2761"/>
                <a:gd name="T85" fmla="*/ 224 h 2877"/>
                <a:gd name="T86" fmla="*/ 289 w 2761"/>
                <a:gd name="T87" fmla="*/ 0 h 2877"/>
                <a:gd name="T88" fmla="*/ 2593 w 2761"/>
                <a:gd name="T89" fmla="*/ 27 h 2877"/>
                <a:gd name="T90" fmla="*/ 2714 w 2761"/>
                <a:gd name="T91" fmla="*/ 131 h 2877"/>
                <a:gd name="T92" fmla="*/ 2761 w 2761"/>
                <a:gd name="T93" fmla="*/ 289 h 2877"/>
                <a:gd name="T94" fmla="*/ 2734 w 2761"/>
                <a:gd name="T95" fmla="*/ 2202 h 2877"/>
                <a:gd name="T96" fmla="*/ 2629 w 2761"/>
                <a:gd name="T97" fmla="*/ 2323 h 2877"/>
                <a:gd name="T98" fmla="*/ 2471 w 2761"/>
                <a:gd name="T99" fmla="*/ 2369 h 2877"/>
                <a:gd name="T100" fmla="*/ 447 w 2761"/>
                <a:gd name="T101" fmla="*/ 2369 h 2877"/>
                <a:gd name="T102" fmla="*/ 167 w 2761"/>
                <a:gd name="T103" fmla="*/ 2343 h 2877"/>
                <a:gd name="T104" fmla="*/ 46 w 2761"/>
                <a:gd name="T105" fmla="*/ 2236 h 2877"/>
                <a:gd name="T106" fmla="*/ 0 w 2761"/>
                <a:gd name="T107" fmla="*/ 2077 h 2877"/>
                <a:gd name="T108" fmla="*/ 27 w 2761"/>
                <a:gd name="T109" fmla="*/ 167 h 2877"/>
                <a:gd name="T110" fmla="*/ 132 w 2761"/>
                <a:gd name="T111" fmla="*/ 46 h 2877"/>
                <a:gd name="T112" fmla="*/ 289 w 2761"/>
                <a:gd name="T113" fmla="*/ 0 h 2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61" h="2877">
                  <a:moveTo>
                    <a:pt x="1412" y="203"/>
                  </a:moveTo>
                  <a:lnTo>
                    <a:pt x="1387" y="206"/>
                  </a:lnTo>
                  <a:lnTo>
                    <a:pt x="1365" y="213"/>
                  </a:lnTo>
                  <a:lnTo>
                    <a:pt x="1344" y="224"/>
                  </a:lnTo>
                  <a:lnTo>
                    <a:pt x="1326" y="239"/>
                  </a:lnTo>
                  <a:lnTo>
                    <a:pt x="1312" y="256"/>
                  </a:lnTo>
                  <a:lnTo>
                    <a:pt x="1301" y="277"/>
                  </a:lnTo>
                  <a:lnTo>
                    <a:pt x="1293" y="299"/>
                  </a:lnTo>
                  <a:lnTo>
                    <a:pt x="1291" y="324"/>
                  </a:lnTo>
                  <a:lnTo>
                    <a:pt x="1291" y="408"/>
                  </a:lnTo>
                  <a:lnTo>
                    <a:pt x="1245" y="425"/>
                  </a:lnTo>
                  <a:lnTo>
                    <a:pt x="1201" y="447"/>
                  </a:lnTo>
                  <a:lnTo>
                    <a:pt x="1161" y="474"/>
                  </a:lnTo>
                  <a:lnTo>
                    <a:pt x="1124" y="504"/>
                  </a:lnTo>
                  <a:lnTo>
                    <a:pt x="1091" y="539"/>
                  </a:lnTo>
                  <a:lnTo>
                    <a:pt x="1061" y="578"/>
                  </a:lnTo>
                  <a:lnTo>
                    <a:pt x="1037" y="620"/>
                  </a:lnTo>
                  <a:lnTo>
                    <a:pt x="1017" y="664"/>
                  </a:lnTo>
                  <a:lnTo>
                    <a:pt x="1002" y="712"/>
                  </a:lnTo>
                  <a:lnTo>
                    <a:pt x="993" y="762"/>
                  </a:lnTo>
                  <a:lnTo>
                    <a:pt x="990" y="813"/>
                  </a:lnTo>
                  <a:lnTo>
                    <a:pt x="993" y="862"/>
                  </a:lnTo>
                  <a:lnTo>
                    <a:pt x="1001" y="909"/>
                  </a:lnTo>
                  <a:lnTo>
                    <a:pt x="1014" y="955"/>
                  </a:lnTo>
                  <a:lnTo>
                    <a:pt x="1033" y="998"/>
                  </a:lnTo>
                  <a:lnTo>
                    <a:pt x="1056" y="1039"/>
                  </a:lnTo>
                  <a:lnTo>
                    <a:pt x="1083" y="1076"/>
                  </a:lnTo>
                  <a:lnTo>
                    <a:pt x="1113" y="1111"/>
                  </a:lnTo>
                  <a:lnTo>
                    <a:pt x="1148" y="1142"/>
                  </a:lnTo>
                  <a:lnTo>
                    <a:pt x="1186" y="1169"/>
                  </a:lnTo>
                  <a:lnTo>
                    <a:pt x="1226" y="1192"/>
                  </a:lnTo>
                  <a:lnTo>
                    <a:pt x="1270" y="1210"/>
                  </a:lnTo>
                  <a:lnTo>
                    <a:pt x="1315" y="1224"/>
                  </a:lnTo>
                  <a:lnTo>
                    <a:pt x="1363" y="1232"/>
                  </a:lnTo>
                  <a:lnTo>
                    <a:pt x="1412" y="1235"/>
                  </a:lnTo>
                  <a:lnTo>
                    <a:pt x="1444" y="1238"/>
                  </a:lnTo>
                  <a:lnTo>
                    <a:pt x="1474" y="1246"/>
                  </a:lnTo>
                  <a:lnTo>
                    <a:pt x="1502" y="1260"/>
                  </a:lnTo>
                  <a:lnTo>
                    <a:pt x="1528" y="1278"/>
                  </a:lnTo>
                  <a:lnTo>
                    <a:pt x="1549" y="1300"/>
                  </a:lnTo>
                  <a:lnTo>
                    <a:pt x="1567" y="1325"/>
                  </a:lnTo>
                  <a:lnTo>
                    <a:pt x="1581" y="1353"/>
                  </a:lnTo>
                  <a:lnTo>
                    <a:pt x="1589" y="1384"/>
                  </a:lnTo>
                  <a:lnTo>
                    <a:pt x="1592" y="1416"/>
                  </a:lnTo>
                  <a:lnTo>
                    <a:pt x="1589" y="1448"/>
                  </a:lnTo>
                  <a:lnTo>
                    <a:pt x="1581" y="1479"/>
                  </a:lnTo>
                  <a:lnTo>
                    <a:pt x="1567" y="1507"/>
                  </a:lnTo>
                  <a:lnTo>
                    <a:pt x="1550" y="1532"/>
                  </a:lnTo>
                  <a:lnTo>
                    <a:pt x="1528" y="1554"/>
                  </a:lnTo>
                  <a:lnTo>
                    <a:pt x="1503" y="1572"/>
                  </a:lnTo>
                  <a:lnTo>
                    <a:pt x="1474" y="1586"/>
                  </a:lnTo>
                  <a:lnTo>
                    <a:pt x="1444" y="1594"/>
                  </a:lnTo>
                  <a:lnTo>
                    <a:pt x="1412" y="1597"/>
                  </a:lnTo>
                  <a:lnTo>
                    <a:pt x="1382" y="1595"/>
                  </a:lnTo>
                  <a:lnTo>
                    <a:pt x="1354" y="1588"/>
                  </a:lnTo>
                  <a:lnTo>
                    <a:pt x="1327" y="1575"/>
                  </a:lnTo>
                  <a:lnTo>
                    <a:pt x="1303" y="1560"/>
                  </a:lnTo>
                  <a:lnTo>
                    <a:pt x="1280" y="1539"/>
                  </a:lnTo>
                  <a:lnTo>
                    <a:pt x="1262" y="1523"/>
                  </a:lnTo>
                  <a:lnTo>
                    <a:pt x="1241" y="1512"/>
                  </a:lnTo>
                  <a:lnTo>
                    <a:pt x="1219" y="1505"/>
                  </a:lnTo>
                  <a:lnTo>
                    <a:pt x="1196" y="1501"/>
                  </a:lnTo>
                  <a:lnTo>
                    <a:pt x="1174" y="1503"/>
                  </a:lnTo>
                  <a:lnTo>
                    <a:pt x="1151" y="1509"/>
                  </a:lnTo>
                  <a:lnTo>
                    <a:pt x="1130" y="1519"/>
                  </a:lnTo>
                  <a:lnTo>
                    <a:pt x="1110" y="1534"/>
                  </a:lnTo>
                  <a:lnTo>
                    <a:pt x="1094" y="1553"/>
                  </a:lnTo>
                  <a:lnTo>
                    <a:pt x="1082" y="1573"/>
                  </a:lnTo>
                  <a:lnTo>
                    <a:pt x="1075" y="1595"/>
                  </a:lnTo>
                  <a:lnTo>
                    <a:pt x="1072" y="1618"/>
                  </a:lnTo>
                  <a:lnTo>
                    <a:pt x="1074" y="1641"/>
                  </a:lnTo>
                  <a:lnTo>
                    <a:pt x="1080" y="1663"/>
                  </a:lnTo>
                  <a:lnTo>
                    <a:pt x="1090" y="1685"/>
                  </a:lnTo>
                  <a:lnTo>
                    <a:pt x="1104" y="1704"/>
                  </a:lnTo>
                  <a:lnTo>
                    <a:pt x="1137" y="1735"/>
                  </a:lnTo>
                  <a:lnTo>
                    <a:pt x="1173" y="1763"/>
                  </a:lnTo>
                  <a:lnTo>
                    <a:pt x="1210" y="1785"/>
                  </a:lnTo>
                  <a:lnTo>
                    <a:pt x="1249" y="1805"/>
                  </a:lnTo>
                  <a:lnTo>
                    <a:pt x="1291" y="1820"/>
                  </a:lnTo>
                  <a:lnTo>
                    <a:pt x="1291" y="1904"/>
                  </a:lnTo>
                  <a:lnTo>
                    <a:pt x="1293" y="1929"/>
                  </a:lnTo>
                  <a:lnTo>
                    <a:pt x="1301" y="1951"/>
                  </a:lnTo>
                  <a:lnTo>
                    <a:pt x="1312" y="1972"/>
                  </a:lnTo>
                  <a:lnTo>
                    <a:pt x="1326" y="1989"/>
                  </a:lnTo>
                  <a:lnTo>
                    <a:pt x="1344" y="2004"/>
                  </a:lnTo>
                  <a:lnTo>
                    <a:pt x="1365" y="2015"/>
                  </a:lnTo>
                  <a:lnTo>
                    <a:pt x="1387" y="2022"/>
                  </a:lnTo>
                  <a:lnTo>
                    <a:pt x="1412" y="2025"/>
                  </a:lnTo>
                  <a:lnTo>
                    <a:pt x="1435" y="2022"/>
                  </a:lnTo>
                  <a:lnTo>
                    <a:pt x="1459" y="2015"/>
                  </a:lnTo>
                  <a:lnTo>
                    <a:pt x="1479" y="2004"/>
                  </a:lnTo>
                  <a:lnTo>
                    <a:pt x="1497" y="1989"/>
                  </a:lnTo>
                  <a:lnTo>
                    <a:pt x="1511" y="1972"/>
                  </a:lnTo>
                  <a:lnTo>
                    <a:pt x="1522" y="1951"/>
                  </a:lnTo>
                  <a:lnTo>
                    <a:pt x="1530" y="1929"/>
                  </a:lnTo>
                  <a:lnTo>
                    <a:pt x="1532" y="1904"/>
                  </a:lnTo>
                  <a:lnTo>
                    <a:pt x="1532" y="1820"/>
                  </a:lnTo>
                  <a:lnTo>
                    <a:pt x="1579" y="1804"/>
                  </a:lnTo>
                  <a:lnTo>
                    <a:pt x="1622" y="1781"/>
                  </a:lnTo>
                  <a:lnTo>
                    <a:pt x="1662" y="1755"/>
                  </a:lnTo>
                  <a:lnTo>
                    <a:pt x="1699" y="1724"/>
                  </a:lnTo>
                  <a:lnTo>
                    <a:pt x="1733" y="1689"/>
                  </a:lnTo>
                  <a:lnTo>
                    <a:pt x="1762" y="1650"/>
                  </a:lnTo>
                  <a:lnTo>
                    <a:pt x="1786" y="1608"/>
                  </a:lnTo>
                  <a:lnTo>
                    <a:pt x="1807" y="1564"/>
                  </a:lnTo>
                  <a:lnTo>
                    <a:pt x="1821" y="1516"/>
                  </a:lnTo>
                  <a:lnTo>
                    <a:pt x="1830" y="1467"/>
                  </a:lnTo>
                  <a:lnTo>
                    <a:pt x="1833" y="1415"/>
                  </a:lnTo>
                  <a:lnTo>
                    <a:pt x="1830" y="1366"/>
                  </a:lnTo>
                  <a:lnTo>
                    <a:pt x="1822" y="1319"/>
                  </a:lnTo>
                  <a:lnTo>
                    <a:pt x="1809" y="1273"/>
                  </a:lnTo>
                  <a:lnTo>
                    <a:pt x="1790" y="1230"/>
                  </a:lnTo>
                  <a:lnTo>
                    <a:pt x="1768" y="1189"/>
                  </a:lnTo>
                  <a:lnTo>
                    <a:pt x="1740" y="1151"/>
                  </a:lnTo>
                  <a:lnTo>
                    <a:pt x="1709" y="1117"/>
                  </a:lnTo>
                  <a:lnTo>
                    <a:pt x="1675" y="1085"/>
                  </a:lnTo>
                  <a:lnTo>
                    <a:pt x="1638" y="1059"/>
                  </a:lnTo>
                  <a:lnTo>
                    <a:pt x="1597" y="1036"/>
                  </a:lnTo>
                  <a:lnTo>
                    <a:pt x="1554" y="1018"/>
                  </a:lnTo>
                  <a:lnTo>
                    <a:pt x="1508" y="1004"/>
                  </a:lnTo>
                  <a:lnTo>
                    <a:pt x="1461" y="996"/>
                  </a:lnTo>
                  <a:lnTo>
                    <a:pt x="1412" y="993"/>
                  </a:lnTo>
                  <a:lnTo>
                    <a:pt x="1379" y="990"/>
                  </a:lnTo>
                  <a:lnTo>
                    <a:pt x="1349" y="982"/>
                  </a:lnTo>
                  <a:lnTo>
                    <a:pt x="1321" y="969"/>
                  </a:lnTo>
                  <a:lnTo>
                    <a:pt x="1295" y="950"/>
                  </a:lnTo>
                  <a:lnTo>
                    <a:pt x="1274" y="929"/>
                  </a:lnTo>
                  <a:lnTo>
                    <a:pt x="1256" y="903"/>
                  </a:lnTo>
                  <a:lnTo>
                    <a:pt x="1242" y="875"/>
                  </a:lnTo>
                  <a:lnTo>
                    <a:pt x="1234" y="845"/>
                  </a:lnTo>
                  <a:lnTo>
                    <a:pt x="1231" y="812"/>
                  </a:lnTo>
                  <a:lnTo>
                    <a:pt x="1234" y="780"/>
                  </a:lnTo>
                  <a:lnTo>
                    <a:pt x="1242" y="749"/>
                  </a:lnTo>
                  <a:lnTo>
                    <a:pt x="1256" y="721"/>
                  </a:lnTo>
                  <a:lnTo>
                    <a:pt x="1274" y="696"/>
                  </a:lnTo>
                  <a:lnTo>
                    <a:pt x="1295" y="673"/>
                  </a:lnTo>
                  <a:lnTo>
                    <a:pt x="1320" y="656"/>
                  </a:lnTo>
                  <a:lnTo>
                    <a:pt x="1349" y="643"/>
                  </a:lnTo>
                  <a:lnTo>
                    <a:pt x="1379" y="634"/>
                  </a:lnTo>
                  <a:lnTo>
                    <a:pt x="1412" y="631"/>
                  </a:lnTo>
                  <a:lnTo>
                    <a:pt x="1442" y="633"/>
                  </a:lnTo>
                  <a:lnTo>
                    <a:pt x="1469" y="641"/>
                  </a:lnTo>
                  <a:lnTo>
                    <a:pt x="1497" y="653"/>
                  </a:lnTo>
                  <a:lnTo>
                    <a:pt x="1521" y="668"/>
                  </a:lnTo>
                  <a:lnTo>
                    <a:pt x="1543" y="689"/>
                  </a:lnTo>
                  <a:lnTo>
                    <a:pt x="1561" y="705"/>
                  </a:lnTo>
                  <a:lnTo>
                    <a:pt x="1582" y="716"/>
                  </a:lnTo>
                  <a:lnTo>
                    <a:pt x="1604" y="724"/>
                  </a:lnTo>
                  <a:lnTo>
                    <a:pt x="1627" y="727"/>
                  </a:lnTo>
                  <a:lnTo>
                    <a:pt x="1650" y="726"/>
                  </a:lnTo>
                  <a:lnTo>
                    <a:pt x="1673" y="720"/>
                  </a:lnTo>
                  <a:lnTo>
                    <a:pt x="1694" y="709"/>
                  </a:lnTo>
                  <a:lnTo>
                    <a:pt x="1714" y="694"/>
                  </a:lnTo>
                  <a:lnTo>
                    <a:pt x="1729" y="675"/>
                  </a:lnTo>
                  <a:lnTo>
                    <a:pt x="1741" y="655"/>
                  </a:lnTo>
                  <a:lnTo>
                    <a:pt x="1748" y="632"/>
                  </a:lnTo>
                  <a:lnTo>
                    <a:pt x="1751" y="610"/>
                  </a:lnTo>
                  <a:lnTo>
                    <a:pt x="1749" y="586"/>
                  </a:lnTo>
                  <a:lnTo>
                    <a:pt x="1744" y="564"/>
                  </a:lnTo>
                  <a:lnTo>
                    <a:pt x="1733" y="543"/>
                  </a:lnTo>
                  <a:lnTo>
                    <a:pt x="1719" y="524"/>
                  </a:lnTo>
                  <a:lnTo>
                    <a:pt x="1686" y="493"/>
                  </a:lnTo>
                  <a:lnTo>
                    <a:pt x="1651" y="465"/>
                  </a:lnTo>
                  <a:lnTo>
                    <a:pt x="1613" y="443"/>
                  </a:lnTo>
                  <a:lnTo>
                    <a:pt x="1574" y="423"/>
                  </a:lnTo>
                  <a:lnTo>
                    <a:pt x="1532" y="408"/>
                  </a:lnTo>
                  <a:lnTo>
                    <a:pt x="1532" y="324"/>
                  </a:lnTo>
                  <a:lnTo>
                    <a:pt x="1530" y="299"/>
                  </a:lnTo>
                  <a:lnTo>
                    <a:pt x="1522" y="277"/>
                  </a:lnTo>
                  <a:lnTo>
                    <a:pt x="1511" y="256"/>
                  </a:lnTo>
                  <a:lnTo>
                    <a:pt x="1497" y="239"/>
                  </a:lnTo>
                  <a:lnTo>
                    <a:pt x="1479" y="224"/>
                  </a:lnTo>
                  <a:lnTo>
                    <a:pt x="1459" y="213"/>
                  </a:lnTo>
                  <a:lnTo>
                    <a:pt x="1435" y="206"/>
                  </a:lnTo>
                  <a:lnTo>
                    <a:pt x="1412" y="203"/>
                  </a:lnTo>
                  <a:close/>
                  <a:moveTo>
                    <a:pt x="289" y="0"/>
                  </a:moveTo>
                  <a:lnTo>
                    <a:pt x="2471" y="0"/>
                  </a:lnTo>
                  <a:lnTo>
                    <a:pt x="2514" y="3"/>
                  </a:lnTo>
                  <a:lnTo>
                    <a:pt x="2554" y="12"/>
                  </a:lnTo>
                  <a:lnTo>
                    <a:pt x="2593" y="27"/>
                  </a:lnTo>
                  <a:lnTo>
                    <a:pt x="2629" y="46"/>
                  </a:lnTo>
                  <a:lnTo>
                    <a:pt x="2660" y="71"/>
                  </a:lnTo>
                  <a:lnTo>
                    <a:pt x="2689" y="100"/>
                  </a:lnTo>
                  <a:lnTo>
                    <a:pt x="2714" y="131"/>
                  </a:lnTo>
                  <a:lnTo>
                    <a:pt x="2733" y="167"/>
                  </a:lnTo>
                  <a:lnTo>
                    <a:pt x="2748" y="206"/>
                  </a:lnTo>
                  <a:lnTo>
                    <a:pt x="2757" y="247"/>
                  </a:lnTo>
                  <a:lnTo>
                    <a:pt x="2761" y="289"/>
                  </a:lnTo>
                  <a:lnTo>
                    <a:pt x="2761" y="2079"/>
                  </a:lnTo>
                  <a:lnTo>
                    <a:pt x="2757" y="2123"/>
                  </a:lnTo>
                  <a:lnTo>
                    <a:pt x="2748" y="2164"/>
                  </a:lnTo>
                  <a:lnTo>
                    <a:pt x="2734" y="2202"/>
                  </a:lnTo>
                  <a:lnTo>
                    <a:pt x="2715" y="2238"/>
                  </a:lnTo>
                  <a:lnTo>
                    <a:pt x="2690" y="2270"/>
                  </a:lnTo>
                  <a:lnTo>
                    <a:pt x="2661" y="2299"/>
                  </a:lnTo>
                  <a:lnTo>
                    <a:pt x="2629" y="2323"/>
                  </a:lnTo>
                  <a:lnTo>
                    <a:pt x="2594" y="2343"/>
                  </a:lnTo>
                  <a:lnTo>
                    <a:pt x="2555" y="2357"/>
                  </a:lnTo>
                  <a:lnTo>
                    <a:pt x="2514" y="2366"/>
                  </a:lnTo>
                  <a:lnTo>
                    <a:pt x="2471" y="2369"/>
                  </a:lnTo>
                  <a:lnTo>
                    <a:pt x="1242" y="2369"/>
                  </a:lnTo>
                  <a:lnTo>
                    <a:pt x="926" y="2571"/>
                  </a:lnTo>
                  <a:lnTo>
                    <a:pt x="447" y="2877"/>
                  </a:lnTo>
                  <a:lnTo>
                    <a:pt x="447" y="2369"/>
                  </a:lnTo>
                  <a:lnTo>
                    <a:pt x="289" y="2369"/>
                  </a:lnTo>
                  <a:lnTo>
                    <a:pt x="246" y="2366"/>
                  </a:lnTo>
                  <a:lnTo>
                    <a:pt x="206" y="2357"/>
                  </a:lnTo>
                  <a:lnTo>
                    <a:pt x="167" y="2343"/>
                  </a:lnTo>
                  <a:lnTo>
                    <a:pt x="132" y="2322"/>
                  </a:lnTo>
                  <a:lnTo>
                    <a:pt x="99" y="2298"/>
                  </a:lnTo>
                  <a:lnTo>
                    <a:pt x="71" y="2269"/>
                  </a:lnTo>
                  <a:lnTo>
                    <a:pt x="46" y="2236"/>
                  </a:lnTo>
                  <a:lnTo>
                    <a:pt x="27" y="2200"/>
                  </a:lnTo>
                  <a:lnTo>
                    <a:pt x="12" y="2161"/>
                  </a:lnTo>
                  <a:lnTo>
                    <a:pt x="3" y="2120"/>
                  </a:lnTo>
                  <a:lnTo>
                    <a:pt x="0" y="2077"/>
                  </a:lnTo>
                  <a:lnTo>
                    <a:pt x="0" y="289"/>
                  </a:lnTo>
                  <a:lnTo>
                    <a:pt x="3" y="247"/>
                  </a:lnTo>
                  <a:lnTo>
                    <a:pt x="12" y="206"/>
                  </a:lnTo>
                  <a:lnTo>
                    <a:pt x="27" y="167"/>
                  </a:lnTo>
                  <a:lnTo>
                    <a:pt x="46" y="131"/>
                  </a:lnTo>
                  <a:lnTo>
                    <a:pt x="71" y="100"/>
                  </a:lnTo>
                  <a:lnTo>
                    <a:pt x="99" y="71"/>
                  </a:lnTo>
                  <a:lnTo>
                    <a:pt x="132" y="46"/>
                  </a:lnTo>
                  <a:lnTo>
                    <a:pt x="167" y="27"/>
                  </a:lnTo>
                  <a:lnTo>
                    <a:pt x="206" y="12"/>
                  </a:lnTo>
                  <a:lnTo>
                    <a:pt x="246" y="3"/>
                  </a:lnTo>
                  <a:lnTo>
                    <a:pt x="2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F087A5F-E798-4B6F-9D6B-D055C2420878}"/>
              </a:ext>
            </a:extLst>
          </p:cNvPr>
          <p:cNvGrpSpPr/>
          <p:nvPr/>
        </p:nvGrpSpPr>
        <p:grpSpPr>
          <a:xfrm>
            <a:off x="6188854" y="3827358"/>
            <a:ext cx="310356" cy="243391"/>
            <a:chOff x="5076825" y="4598988"/>
            <a:chExt cx="382588" cy="3000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30" name="Freeform 554">
              <a:extLst>
                <a:ext uri="{FF2B5EF4-FFF2-40B4-BE49-F238E27FC236}">
                  <a16:creationId xmlns:a16="http://schemas.microsoft.com/office/drawing/2014/main" id="{A2C2801E-1E50-4F77-A533-A2149D88E7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3338" y="4637088"/>
              <a:ext cx="307975" cy="128588"/>
            </a:xfrm>
            <a:custGeom>
              <a:avLst/>
              <a:gdLst>
                <a:gd name="T0" fmla="*/ 1273 w 2718"/>
                <a:gd name="T1" fmla="*/ 301 h 1139"/>
                <a:gd name="T2" fmla="*/ 1227 w 2718"/>
                <a:gd name="T3" fmla="*/ 304 h 1139"/>
                <a:gd name="T4" fmla="*/ 1183 w 2718"/>
                <a:gd name="T5" fmla="*/ 313 h 1139"/>
                <a:gd name="T6" fmla="*/ 1141 w 2718"/>
                <a:gd name="T7" fmla="*/ 329 h 1139"/>
                <a:gd name="T8" fmla="*/ 1102 w 2718"/>
                <a:gd name="T9" fmla="*/ 348 h 1139"/>
                <a:gd name="T10" fmla="*/ 1066 w 2718"/>
                <a:gd name="T11" fmla="*/ 372 h 1139"/>
                <a:gd name="T12" fmla="*/ 1033 w 2718"/>
                <a:gd name="T13" fmla="*/ 401 h 1139"/>
                <a:gd name="T14" fmla="*/ 1004 w 2718"/>
                <a:gd name="T15" fmla="*/ 433 h 1139"/>
                <a:gd name="T16" fmla="*/ 980 w 2718"/>
                <a:gd name="T17" fmla="*/ 468 h 1139"/>
                <a:gd name="T18" fmla="*/ 959 w 2718"/>
                <a:gd name="T19" fmla="*/ 507 h 1139"/>
                <a:gd name="T20" fmla="*/ 945 w 2718"/>
                <a:gd name="T21" fmla="*/ 549 h 1139"/>
                <a:gd name="T22" fmla="*/ 935 w 2718"/>
                <a:gd name="T23" fmla="*/ 592 h 1139"/>
                <a:gd name="T24" fmla="*/ 932 w 2718"/>
                <a:gd name="T25" fmla="*/ 638 h 1139"/>
                <a:gd name="T26" fmla="*/ 935 w 2718"/>
                <a:gd name="T27" fmla="*/ 683 h 1139"/>
                <a:gd name="T28" fmla="*/ 944 w 2718"/>
                <a:gd name="T29" fmla="*/ 727 h 1139"/>
                <a:gd name="T30" fmla="*/ 958 w 2718"/>
                <a:gd name="T31" fmla="*/ 768 h 1139"/>
                <a:gd name="T32" fmla="*/ 979 w 2718"/>
                <a:gd name="T33" fmla="*/ 808 h 1139"/>
                <a:gd name="T34" fmla="*/ 1003 w 2718"/>
                <a:gd name="T35" fmla="*/ 844 h 1139"/>
                <a:gd name="T36" fmla="*/ 1032 w 2718"/>
                <a:gd name="T37" fmla="*/ 875 h 1139"/>
                <a:gd name="T38" fmla="*/ 1066 w 2718"/>
                <a:gd name="T39" fmla="*/ 904 h 1139"/>
                <a:gd name="T40" fmla="*/ 1101 w 2718"/>
                <a:gd name="T41" fmla="*/ 927 h 1139"/>
                <a:gd name="T42" fmla="*/ 1141 w 2718"/>
                <a:gd name="T43" fmla="*/ 946 h 1139"/>
                <a:gd name="T44" fmla="*/ 1183 w 2718"/>
                <a:gd name="T45" fmla="*/ 961 h 1139"/>
                <a:gd name="T46" fmla="*/ 1227 w 2718"/>
                <a:gd name="T47" fmla="*/ 970 h 1139"/>
                <a:gd name="T48" fmla="*/ 1273 w 2718"/>
                <a:gd name="T49" fmla="*/ 973 h 1139"/>
                <a:gd name="T50" fmla="*/ 1320 w 2718"/>
                <a:gd name="T51" fmla="*/ 970 h 1139"/>
                <a:gd name="T52" fmla="*/ 1365 w 2718"/>
                <a:gd name="T53" fmla="*/ 961 h 1139"/>
                <a:gd name="T54" fmla="*/ 1407 w 2718"/>
                <a:gd name="T55" fmla="*/ 946 h 1139"/>
                <a:gd name="T56" fmla="*/ 1447 w 2718"/>
                <a:gd name="T57" fmla="*/ 927 h 1139"/>
                <a:gd name="T58" fmla="*/ 1483 w 2718"/>
                <a:gd name="T59" fmla="*/ 903 h 1139"/>
                <a:gd name="T60" fmla="*/ 1516 w 2718"/>
                <a:gd name="T61" fmla="*/ 874 h 1139"/>
                <a:gd name="T62" fmla="*/ 1545 w 2718"/>
                <a:gd name="T63" fmla="*/ 841 h 1139"/>
                <a:gd name="T64" fmla="*/ 1570 w 2718"/>
                <a:gd name="T65" fmla="*/ 806 h 1139"/>
                <a:gd name="T66" fmla="*/ 1589 w 2718"/>
                <a:gd name="T67" fmla="*/ 767 h 1139"/>
                <a:gd name="T68" fmla="*/ 1603 w 2718"/>
                <a:gd name="T69" fmla="*/ 726 h 1139"/>
                <a:gd name="T70" fmla="*/ 1613 w 2718"/>
                <a:gd name="T71" fmla="*/ 682 h 1139"/>
                <a:gd name="T72" fmla="*/ 1616 w 2718"/>
                <a:gd name="T73" fmla="*/ 638 h 1139"/>
                <a:gd name="T74" fmla="*/ 1273 w 2718"/>
                <a:gd name="T75" fmla="*/ 638 h 1139"/>
                <a:gd name="T76" fmla="*/ 1273 w 2718"/>
                <a:gd name="T77" fmla="*/ 301 h 1139"/>
                <a:gd name="T78" fmla="*/ 1444 w 2718"/>
                <a:gd name="T79" fmla="*/ 134 h 1139"/>
                <a:gd name="T80" fmla="*/ 1444 w 2718"/>
                <a:gd name="T81" fmla="*/ 469 h 1139"/>
                <a:gd name="T82" fmla="*/ 1786 w 2718"/>
                <a:gd name="T83" fmla="*/ 469 h 1139"/>
                <a:gd name="T84" fmla="*/ 1783 w 2718"/>
                <a:gd name="T85" fmla="*/ 423 h 1139"/>
                <a:gd name="T86" fmla="*/ 1774 w 2718"/>
                <a:gd name="T87" fmla="*/ 380 h 1139"/>
                <a:gd name="T88" fmla="*/ 1760 w 2718"/>
                <a:gd name="T89" fmla="*/ 339 h 1139"/>
                <a:gd name="T90" fmla="*/ 1739 w 2718"/>
                <a:gd name="T91" fmla="*/ 300 h 1139"/>
                <a:gd name="T92" fmla="*/ 1715 w 2718"/>
                <a:gd name="T93" fmla="*/ 264 h 1139"/>
                <a:gd name="T94" fmla="*/ 1686 w 2718"/>
                <a:gd name="T95" fmla="*/ 232 h 1139"/>
                <a:gd name="T96" fmla="*/ 1652 w 2718"/>
                <a:gd name="T97" fmla="*/ 203 h 1139"/>
                <a:gd name="T98" fmla="*/ 1617 w 2718"/>
                <a:gd name="T99" fmla="*/ 180 h 1139"/>
                <a:gd name="T100" fmla="*/ 1577 w 2718"/>
                <a:gd name="T101" fmla="*/ 160 h 1139"/>
                <a:gd name="T102" fmla="*/ 1535 w 2718"/>
                <a:gd name="T103" fmla="*/ 146 h 1139"/>
                <a:gd name="T104" fmla="*/ 1491 w 2718"/>
                <a:gd name="T105" fmla="*/ 137 h 1139"/>
                <a:gd name="T106" fmla="*/ 1444 w 2718"/>
                <a:gd name="T107" fmla="*/ 134 h 1139"/>
                <a:gd name="T108" fmla="*/ 0 w 2718"/>
                <a:gd name="T109" fmla="*/ 0 h 1139"/>
                <a:gd name="T110" fmla="*/ 2718 w 2718"/>
                <a:gd name="T111" fmla="*/ 0 h 1139"/>
                <a:gd name="T112" fmla="*/ 2718 w 2718"/>
                <a:gd name="T113" fmla="*/ 1139 h 1139"/>
                <a:gd name="T114" fmla="*/ 0 w 2718"/>
                <a:gd name="T115" fmla="*/ 1139 h 1139"/>
                <a:gd name="T116" fmla="*/ 0 w 2718"/>
                <a:gd name="T117" fmla="*/ 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718" h="1139">
                  <a:moveTo>
                    <a:pt x="1273" y="301"/>
                  </a:moveTo>
                  <a:lnTo>
                    <a:pt x="1227" y="304"/>
                  </a:lnTo>
                  <a:lnTo>
                    <a:pt x="1183" y="313"/>
                  </a:lnTo>
                  <a:lnTo>
                    <a:pt x="1141" y="329"/>
                  </a:lnTo>
                  <a:lnTo>
                    <a:pt x="1102" y="348"/>
                  </a:lnTo>
                  <a:lnTo>
                    <a:pt x="1066" y="372"/>
                  </a:lnTo>
                  <a:lnTo>
                    <a:pt x="1033" y="401"/>
                  </a:lnTo>
                  <a:lnTo>
                    <a:pt x="1004" y="433"/>
                  </a:lnTo>
                  <a:lnTo>
                    <a:pt x="980" y="468"/>
                  </a:lnTo>
                  <a:lnTo>
                    <a:pt x="959" y="507"/>
                  </a:lnTo>
                  <a:lnTo>
                    <a:pt x="945" y="549"/>
                  </a:lnTo>
                  <a:lnTo>
                    <a:pt x="935" y="592"/>
                  </a:lnTo>
                  <a:lnTo>
                    <a:pt x="932" y="638"/>
                  </a:lnTo>
                  <a:lnTo>
                    <a:pt x="935" y="683"/>
                  </a:lnTo>
                  <a:lnTo>
                    <a:pt x="944" y="727"/>
                  </a:lnTo>
                  <a:lnTo>
                    <a:pt x="958" y="768"/>
                  </a:lnTo>
                  <a:lnTo>
                    <a:pt x="979" y="808"/>
                  </a:lnTo>
                  <a:lnTo>
                    <a:pt x="1003" y="844"/>
                  </a:lnTo>
                  <a:lnTo>
                    <a:pt x="1032" y="875"/>
                  </a:lnTo>
                  <a:lnTo>
                    <a:pt x="1066" y="904"/>
                  </a:lnTo>
                  <a:lnTo>
                    <a:pt x="1101" y="927"/>
                  </a:lnTo>
                  <a:lnTo>
                    <a:pt x="1141" y="946"/>
                  </a:lnTo>
                  <a:lnTo>
                    <a:pt x="1183" y="961"/>
                  </a:lnTo>
                  <a:lnTo>
                    <a:pt x="1227" y="970"/>
                  </a:lnTo>
                  <a:lnTo>
                    <a:pt x="1273" y="973"/>
                  </a:lnTo>
                  <a:lnTo>
                    <a:pt x="1320" y="970"/>
                  </a:lnTo>
                  <a:lnTo>
                    <a:pt x="1365" y="961"/>
                  </a:lnTo>
                  <a:lnTo>
                    <a:pt x="1407" y="946"/>
                  </a:lnTo>
                  <a:lnTo>
                    <a:pt x="1447" y="927"/>
                  </a:lnTo>
                  <a:lnTo>
                    <a:pt x="1483" y="903"/>
                  </a:lnTo>
                  <a:lnTo>
                    <a:pt x="1516" y="874"/>
                  </a:lnTo>
                  <a:lnTo>
                    <a:pt x="1545" y="841"/>
                  </a:lnTo>
                  <a:lnTo>
                    <a:pt x="1570" y="806"/>
                  </a:lnTo>
                  <a:lnTo>
                    <a:pt x="1589" y="767"/>
                  </a:lnTo>
                  <a:lnTo>
                    <a:pt x="1603" y="726"/>
                  </a:lnTo>
                  <a:lnTo>
                    <a:pt x="1613" y="682"/>
                  </a:lnTo>
                  <a:lnTo>
                    <a:pt x="1616" y="638"/>
                  </a:lnTo>
                  <a:lnTo>
                    <a:pt x="1273" y="638"/>
                  </a:lnTo>
                  <a:lnTo>
                    <a:pt x="1273" y="301"/>
                  </a:lnTo>
                  <a:close/>
                  <a:moveTo>
                    <a:pt x="1444" y="134"/>
                  </a:moveTo>
                  <a:lnTo>
                    <a:pt x="1444" y="469"/>
                  </a:lnTo>
                  <a:lnTo>
                    <a:pt x="1786" y="469"/>
                  </a:lnTo>
                  <a:lnTo>
                    <a:pt x="1783" y="423"/>
                  </a:lnTo>
                  <a:lnTo>
                    <a:pt x="1774" y="380"/>
                  </a:lnTo>
                  <a:lnTo>
                    <a:pt x="1760" y="339"/>
                  </a:lnTo>
                  <a:lnTo>
                    <a:pt x="1739" y="300"/>
                  </a:lnTo>
                  <a:lnTo>
                    <a:pt x="1715" y="264"/>
                  </a:lnTo>
                  <a:lnTo>
                    <a:pt x="1686" y="232"/>
                  </a:lnTo>
                  <a:lnTo>
                    <a:pt x="1652" y="203"/>
                  </a:lnTo>
                  <a:lnTo>
                    <a:pt x="1617" y="180"/>
                  </a:lnTo>
                  <a:lnTo>
                    <a:pt x="1577" y="160"/>
                  </a:lnTo>
                  <a:lnTo>
                    <a:pt x="1535" y="146"/>
                  </a:lnTo>
                  <a:lnTo>
                    <a:pt x="1491" y="137"/>
                  </a:lnTo>
                  <a:lnTo>
                    <a:pt x="1444" y="134"/>
                  </a:lnTo>
                  <a:close/>
                  <a:moveTo>
                    <a:pt x="0" y="0"/>
                  </a:moveTo>
                  <a:lnTo>
                    <a:pt x="2718" y="0"/>
                  </a:lnTo>
                  <a:lnTo>
                    <a:pt x="2718" y="1139"/>
                  </a:lnTo>
                  <a:lnTo>
                    <a:pt x="0" y="113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1" name="Freeform 555">
              <a:extLst>
                <a:ext uri="{FF2B5EF4-FFF2-40B4-BE49-F238E27FC236}">
                  <a16:creationId xmlns:a16="http://schemas.microsoft.com/office/drawing/2014/main" id="{CFFF2B98-E11D-467A-BCC1-6B0B4EAA5A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6825" y="4598988"/>
              <a:ext cx="382588" cy="300038"/>
            </a:xfrm>
            <a:custGeom>
              <a:avLst/>
              <a:gdLst>
                <a:gd name="T0" fmla="*/ 1576 w 3370"/>
                <a:gd name="T1" fmla="*/ 1667 h 2645"/>
                <a:gd name="T2" fmla="*/ 1558 w 3370"/>
                <a:gd name="T3" fmla="*/ 1669 h 2645"/>
                <a:gd name="T4" fmla="*/ 1544 w 3370"/>
                <a:gd name="T5" fmla="*/ 1677 h 2645"/>
                <a:gd name="T6" fmla="*/ 1533 w 3370"/>
                <a:gd name="T7" fmla="*/ 1688 h 2645"/>
                <a:gd name="T8" fmla="*/ 1524 w 3370"/>
                <a:gd name="T9" fmla="*/ 1704 h 2645"/>
                <a:gd name="T10" fmla="*/ 1521 w 3370"/>
                <a:gd name="T11" fmla="*/ 1720 h 2645"/>
                <a:gd name="T12" fmla="*/ 1524 w 3370"/>
                <a:gd name="T13" fmla="*/ 1737 h 2645"/>
                <a:gd name="T14" fmla="*/ 1533 w 3370"/>
                <a:gd name="T15" fmla="*/ 1752 h 2645"/>
                <a:gd name="T16" fmla="*/ 1544 w 3370"/>
                <a:gd name="T17" fmla="*/ 1763 h 2645"/>
                <a:gd name="T18" fmla="*/ 1558 w 3370"/>
                <a:gd name="T19" fmla="*/ 1771 h 2645"/>
                <a:gd name="T20" fmla="*/ 1576 w 3370"/>
                <a:gd name="T21" fmla="*/ 1774 h 2645"/>
                <a:gd name="T22" fmla="*/ 1792 w 3370"/>
                <a:gd name="T23" fmla="*/ 1774 h 2645"/>
                <a:gd name="T24" fmla="*/ 1810 w 3370"/>
                <a:gd name="T25" fmla="*/ 1771 h 2645"/>
                <a:gd name="T26" fmla="*/ 1824 w 3370"/>
                <a:gd name="T27" fmla="*/ 1764 h 2645"/>
                <a:gd name="T28" fmla="*/ 1835 w 3370"/>
                <a:gd name="T29" fmla="*/ 1752 h 2645"/>
                <a:gd name="T30" fmla="*/ 1843 w 3370"/>
                <a:gd name="T31" fmla="*/ 1737 h 2645"/>
                <a:gd name="T32" fmla="*/ 1846 w 3370"/>
                <a:gd name="T33" fmla="*/ 1720 h 2645"/>
                <a:gd name="T34" fmla="*/ 1843 w 3370"/>
                <a:gd name="T35" fmla="*/ 1704 h 2645"/>
                <a:gd name="T36" fmla="*/ 1835 w 3370"/>
                <a:gd name="T37" fmla="*/ 1688 h 2645"/>
                <a:gd name="T38" fmla="*/ 1824 w 3370"/>
                <a:gd name="T39" fmla="*/ 1677 h 2645"/>
                <a:gd name="T40" fmla="*/ 1810 w 3370"/>
                <a:gd name="T41" fmla="*/ 1669 h 2645"/>
                <a:gd name="T42" fmla="*/ 1792 w 3370"/>
                <a:gd name="T43" fmla="*/ 1667 h 2645"/>
                <a:gd name="T44" fmla="*/ 1576 w 3370"/>
                <a:gd name="T45" fmla="*/ 1667 h 2645"/>
                <a:gd name="T46" fmla="*/ 271 w 3370"/>
                <a:gd name="T47" fmla="*/ 218 h 2645"/>
                <a:gd name="T48" fmla="*/ 254 w 3370"/>
                <a:gd name="T49" fmla="*/ 221 h 2645"/>
                <a:gd name="T50" fmla="*/ 239 w 3370"/>
                <a:gd name="T51" fmla="*/ 230 h 2645"/>
                <a:gd name="T52" fmla="*/ 227 w 3370"/>
                <a:gd name="T53" fmla="*/ 241 h 2645"/>
                <a:gd name="T54" fmla="*/ 220 w 3370"/>
                <a:gd name="T55" fmla="*/ 255 h 2645"/>
                <a:gd name="T56" fmla="*/ 217 w 3370"/>
                <a:gd name="T57" fmla="*/ 272 h 2645"/>
                <a:gd name="T58" fmla="*/ 217 w 3370"/>
                <a:gd name="T59" fmla="*/ 1517 h 2645"/>
                <a:gd name="T60" fmla="*/ 220 w 3370"/>
                <a:gd name="T61" fmla="*/ 1536 h 2645"/>
                <a:gd name="T62" fmla="*/ 227 w 3370"/>
                <a:gd name="T63" fmla="*/ 1551 h 2645"/>
                <a:gd name="T64" fmla="*/ 239 w 3370"/>
                <a:gd name="T65" fmla="*/ 1563 h 2645"/>
                <a:gd name="T66" fmla="*/ 255 w 3370"/>
                <a:gd name="T67" fmla="*/ 1570 h 2645"/>
                <a:gd name="T68" fmla="*/ 273 w 3370"/>
                <a:gd name="T69" fmla="*/ 1573 h 2645"/>
                <a:gd name="T70" fmla="*/ 3097 w 3370"/>
                <a:gd name="T71" fmla="*/ 1573 h 2645"/>
                <a:gd name="T72" fmla="*/ 3113 w 3370"/>
                <a:gd name="T73" fmla="*/ 1570 h 2645"/>
                <a:gd name="T74" fmla="*/ 3129 w 3370"/>
                <a:gd name="T75" fmla="*/ 1563 h 2645"/>
                <a:gd name="T76" fmla="*/ 3140 w 3370"/>
                <a:gd name="T77" fmla="*/ 1552 h 2645"/>
                <a:gd name="T78" fmla="*/ 3147 w 3370"/>
                <a:gd name="T79" fmla="*/ 1537 h 2645"/>
                <a:gd name="T80" fmla="*/ 3150 w 3370"/>
                <a:gd name="T81" fmla="*/ 1520 h 2645"/>
                <a:gd name="T82" fmla="*/ 3150 w 3370"/>
                <a:gd name="T83" fmla="*/ 272 h 2645"/>
                <a:gd name="T84" fmla="*/ 3147 w 3370"/>
                <a:gd name="T85" fmla="*/ 255 h 2645"/>
                <a:gd name="T86" fmla="*/ 3140 w 3370"/>
                <a:gd name="T87" fmla="*/ 241 h 2645"/>
                <a:gd name="T88" fmla="*/ 3129 w 3370"/>
                <a:gd name="T89" fmla="*/ 230 h 2645"/>
                <a:gd name="T90" fmla="*/ 3113 w 3370"/>
                <a:gd name="T91" fmla="*/ 221 h 2645"/>
                <a:gd name="T92" fmla="*/ 3097 w 3370"/>
                <a:gd name="T93" fmla="*/ 218 h 2645"/>
                <a:gd name="T94" fmla="*/ 271 w 3370"/>
                <a:gd name="T95" fmla="*/ 218 h 2645"/>
                <a:gd name="T96" fmla="*/ 0 w 3370"/>
                <a:gd name="T97" fmla="*/ 0 h 2645"/>
                <a:gd name="T98" fmla="*/ 3370 w 3370"/>
                <a:gd name="T99" fmla="*/ 0 h 2645"/>
                <a:gd name="T100" fmla="*/ 3370 w 3370"/>
                <a:gd name="T101" fmla="*/ 1974 h 2645"/>
                <a:gd name="T102" fmla="*/ 2006 w 3370"/>
                <a:gd name="T103" fmla="*/ 1974 h 2645"/>
                <a:gd name="T104" fmla="*/ 2121 w 3370"/>
                <a:gd name="T105" fmla="*/ 2376 h 2645"/>
                <a:gd name="T106" fmla="*/ 2460 w 3370"/>
                <a:gd name="T107" fmla="*/ 2376 h 2645"/>
                <a:gd name="T108" fmla="*/ 2460 w 3370"/>
                <a:gd name="T109" fmla="*/ 2645 h 2645"/>
                <a:gd name="T110" fmla="*/ 910 w 3370"/>
                <a:gd name="T111" fmla="*/ 2645 h 2645"/>
                <a:gd name="T112" fmla="*/ 910 w 3370"/>
                <a:gd name="T113" fmla="*/ 2376 h 2645"/>
                <a:gd name="T114" fmla="*/ 1249 w 3370"/>
                <a:gd name="T115" fmla="*/ 2376 h 2645"/>
                <a:gd name="T116" fmla="*/ 1364 w 3370"/>
                <a:gd name="T117" fmla="*/ 1974 h 2645"/>
                <a:gd name="T118" fmla="*/ 0 w 3370"/>
                <a:gd name="T119" fmla="*/ 1974 h 2645"/>
                <a:gd name="T120" fmla="*/ 0 w 3370"/>
                <a:gd name="T121" fmla="*/ 0 h 2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0" h="2645">
                  <a:moveTo>
                    <a:pt x="1576" y="1667"/>
                  </a:moveTo>
                  <a:lnTo>
                    <a:pt x="1558" y="1669"/>
                  </a:lnTo>
                  <a:lnTo>
                    <a:pt x="1544" y="1677"/>
                  </a:lnTo>
                  <a:lnTo>
                    <a:pt x="1533" y="1688"/>
                  </a:lnTo>
                  <a:lnTo>
                    <a:pt x="1524" y="1704"/>
                  </a:lnTo>
                  <a:lnTo>
                    <a:pt x="1521" y="1720"/>
                  </a:lnTo>
                  <a:lnTo>
                    <a:pt x="1524" y="1737"/>
                  </a:lnTo>
                  <a:lnTo>
                    <a:pt x="1533" y="1752"/>
                  </a:lnTo>
                  <a:lnTo>
                    <a:pt x="1544" y="1763"/>
                  </a:lnTo>
                  <a:lnTo>
                    <a:pt x="1558" y="1771"/>
                  </a:lnTo>
                  <a:lnTo>
                    <a:pt x="1576" y="1774"/>
                  </a:lnTo>
                  <a:lnTo>
                    <a:pt x="1792" y="1774"/>
                  </a:lnTo>
                  <a:lnTo>
                    <a:pt x="1810" y="1771"/>
                  </a:lnTo>
                  <a:lnTo>
                    <a:pt x="1824" y="1764"/>
                  </a:lnTo>
                  <a:lnTo>
                    <a:pt x="1835" y="1752"/>
                  </a:lnTo>
                  <a:lnTo>
                    <a:pt x="1843" y="1737"/>
                  </a:lnTo>
                  <a:lnTo>
                    <a:pt x="1846" y="1720"/>
                  </a:lnTo>
                  <a:lnTo>
                    <a:pt x="1843" y="1704"/>
                  </a:lnTo>
                  <a:lnTo>
                    <a:pt x="1835" y="1688"/>
                  </a:lnTo>
                  <a:lnTo>
                    <a:pt x="1824" y="1677"/>
                  </a:lnTo>
                  <a:lnTo>
                    <a:pt x="1810" y="1669"/>
                  </a:lnTo>
                  <a:lnTo>
                    <a:pt x="1792" y="1667"/>
                  </a:lnTo>
                  <a:lnTo>
                    <a:pt x="1576" y="1667"/>
                  </a:lnTo>
                  <a:close/>
                  <a:moveTo>
                    <a:pt x="271" y="218"/>
                  </a:moveTo>
                  <a:lnTo>
                    <a:pt x="254" y="221"/>
                  </a:lnTo>
                  <a:lnTo>
                    <a:pt x="239" y="230"/>
                  </a:lnTo>
                  <a:lnTo>
                    <a:pt x="227" y="241"/>
                  </a:lnTo>
                  <a:lnTo>
                    <a:pt x="220" y="255"/>
                  </a:lnTo>
                  <a:lnTo>
                    <a:pt x="217" y="272"/>
                  </a:lnTo>
                  <a:lnTo>
                    <a:pt x="217" y="1517"/>
                  </a:lnTo>
                  <a:lnTo>
                    <a:pt x="220" y="1536"/>
                  </a:lnTo>
                  <a:lnTo>
                    <a:pt x="227" y="1551"/>
                  </a:lnTo>
                  <a:lnTo>
                    <a:pt x="239" y="1563"/>
                  </a:lnTo>
                  <a:lnTo>
                    <a:pt x="255" y="1570"/>
                  </a:lnTo>
                  <a:lnTo>
                    <a:pt x="273" y="1573"/>
                  </a:lnTo>
                  <a:lnTo>
                    <a:pt x="3097" y="1573"/>
                  </a:lnTo>
                  <a:lnTo>
                    <a:pt x="3113" y="1570"/>
                  </a:lnTo>
                  <a:lnTo>
                    <a:pt x="3129" y="1563"/>
                  </a:lnTo>
                  <a:lnTo>
                    <a:pt x="3140" y="1552"/>
                  </a:lnTo>
                  <a:lnTo>
                    <a:pt x="3147" y="1537"/>
                  </a:lnTo>
                  <a:lnTo>
                    <a:pt x="3150" y="1520"/>
                  </a:lnTo>
                  <a:lnTo>
                    <a:pt x="3150" y="272"/>
                  </a:lnTo>
                  <a:lnTo>
                    <a:pt x="3147" y="255"/>
                  </a:lnTo>
                  <a:lnTo>
                    <a:pt x="3140" y="241"/>
                  </a:lnTo>
                  <a:lnTo>
                    <a:pt x="3129" y="230"/>
                  </a:lnTo>
                  <a:lnTo>
                    <a:pt x="3113" y="221"/>
                  </a:lnTo>
                  <a:lnTo>
                    <a:pt x="3097" y="218"/>
                  </a:lnTo>
                  <a:lnTo>
                    <a:pt x="271" y="218"/>
                  </a:lnTo>
                  <a:close/>
                  <a:moveTo>
                    <a:pt x="0" y="0"/>
                  </a:moveTo>
                  <a:lnTo>
                    <a:pt x="3370" y="0"/>
                  </a:lnTo>
                  <a:lnTo>
                    <a:pt x="3370" y="1974"/>
                  </a:lnTo>
                  <a:lnTo>
                    <a:pt x="2006" y="1974"/>
                  </a:lnTo>
                  <a:lnTo>
                    <a:pt x="2121" y="2376"/>
                  </a:lnTo>
                  <a:lnTo>
                    <a:pt x="2460" y="2376"/>
                  </a:lnTo>
                  <a:lnTo>
                    <a:pt x="2460" y="2645"/>
                  </a:lnTo>
                  <a:lnTo>
                    <a:pt x="910" y="2645"/>
                  </a:lnTo>
                  <a:lnTo>
                    <a:pt x="910" y="2376"/>
                  </a:lnTo>
                  <a:lnTo>
                    <a:pt x="1249" y="2376"/>
                  </a:lnTo>
                  <a:lnTo>
                    <a:pt x="1364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BDFDC413-031D-4780-A9D1-07B5114860E3}"/>
              </a:ext>
            </a:extLst>
          </p:cNvPr>
          <p:cNvGrpSpPr/>
          <p:nvPr/>
        </p:nvGrpSpPr>
        <p:grpSpPr>
          <a:xfrm>
            <a:off x="5481588" y="3794518"/>
            <a:ext cx="310355" cy="309068"/>
            <a:chOff x="4437063" y="4546600"/>
            <a:chExt cx="382587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33" name="Freeform 560">
              <a:extLst>
                <a:ext uri="{FF2B5EF4-FFF2-40B4-BE49-F238E27FC236}">
                  <a16:creationId xmlns:a16="http://schemas.microsoft.com/office/drawing/2014/main" id="{A2CC181F-3B8D-4481-85BF-1A2EAC8B5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463" y="4638675"/>
              <a:ext cx="31750" cy="49213"/>
            </a:xfrm>
            <a:custGeom>
              <a:avLst/>
              <a:gdLst>
                <a:gd name="T0" fmla="*/ 286 w 286"/>
                <a:gd name="T1" fmla="*/ 0 h 426"/>
                <a:gd name="T2" fmla="*/ 286 w 286"/>
                <a:gd name="T3" fmla="*/ 426 h 426"/>
                <a:gd name="T4" fmla="*/ 0 w 286"/>
                <a:gd name="T5" fmla="*/ 426 h 426"/>
                <a:gd name="T6" fmla="*/ 17 w 286"/>
                <a:gd name="T7" fmla="*/ 367 h 426"/>
                <a:gd name="T8" fmla="*/ 38 w 286"/>
                <a:gd name="T9" fmla="*/ 311 h 426"/>
                <a:gd name="T10" fmla="*/ 59 w 286"/>
                <a:gd name="T11" fmla="*/ 258 h 426"/>
                <a:gd name="T12" fmla="*/ 83 w 286"/>
                <a:gd name="T13" fmla="*/ 209 h 426"/>
                <a:gd name="T14" fmla="*/ 108 w 286"/>
                <a:gd name="T15" fmla="*/ 164 h 426"/>
                <a:gd name="T16" fmla="*/ 134 w 286"/>
                <a:gd name="T17" fmla="*/ 125 h 426"/>
                <a:gd name="T18" fmla="*/ 163 w 286"/>
                <a:gd name="T19" fmla="*/ 89 h 426"/>
                <a:gd name="T20" fmla="*/ 192 w 286"/>
                <a:gd name="T21" fmla="*/ 58 h 426"/>
                <a:gd name="T22" fmla="*/ 222 w 286"/>
                <a:gd name="T23" fmla="*/ 33 h 426"/>
                <a:gd name="T24" fmla="*/ 254 w 286"/>
                <a:gd name="T25" fmla="*/ 13 h 426"/>
                <a:gd name="T26" fmla="*/ 286 w 286"/>
                <a:gd name="T27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426">
                  <a:moveTo>
                    <a:pt x="286" y="0"/>
                  </a:moveTo>
                  <a:lnTo>
                    <a:pt x="286" y="426"/>
                  </a:lnTo>
                  <a:lnTo>
                    <a:pt x="0" y="426"/>
                  </a:lnTo>
                  <a:lnTo>
                    <a:pt x="17" y="367"/>
                  </a:lnTo>
                  <a:lnTo>
                    <a:pt x="38" y="311"/>
                  </a:lnTo>
                  <a:lnTo>
                    <a:pt x="59" y="258"/>
                  </a:lnTo>
                  <a:lnTo>
                    <a:pt x="83" y="209"/>
                  </a:lnTo>
                  <a:lnTo>
                    <a:pt x="108" y="164"/>
                  </a:lnTo>
                  <a:lnTo>
                    <a:pt x="134" y="125"/>
                  </a:lnTo>
                  <a:lnTo>
                    <a:pt x="163" y="89"/>
                  </a:lnTo>
                  <a:lnTo>
                    <a:pt x="192" y="58"/>
                  </a:lnTo>
                  <a:lnTo>
                    <a:pt x="222" y="33"/>
                  </a:lnTo>
                  <a:lnTo>
                    <a:pt x="254" y="13"/>
                  </a:lnTo>
                  <a:lnTo>
                    <a:pt x="2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4" name="Freeform 561">
              <a:extLst>
                <a:ext uri="{FF2B5EF4-FFF2-40B4-BE49-F238E27FC236}">
                  <a16:creationId xmlns:a16="http://schemas.microsoft.com/office/drawing/2014/main" id="{945E01DF-7473-4D44-85F8-C01B13D90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4700588"/>
              <a:ext cx="52387" cy="30163"/>
            </a:xfrm>
            <a:custGeom>
              <a:avLst/>
              <a:gdLst>
                <a:gd name="T0" fmla="*/ 57 w 454"/>
                <a:gd name="T1" fmla="*/ 0 h 270"/>
                <a:gd name="T2" fmla="*/ 454 w 454"/>
                <a:gd name="T3" fmla="*/ 0 h 270"/>
                <a:gd name="T4" fmla="*/ 442 w 454"/>
                <a:gd name="T5" fmla="*/ 65 h 270"/>
                <a:gd name="T6" fmla="*/ 435 w 454"/>
                <a:gd name="T7" fmla="*/ 132 h 270"/>
                <a:gd name="T8" fmla="*/ 429 w 454"/>
                <a:gd name="T9" fmla="*/ 200 h 270"/>
                <a:gd name="T10" fmla="*/ 426 w 454"/>
                <a:gd name="T11" fmla="*/ 270 h 270"/>
                <a:gd name="T12" fmla="*/ 0 w 454"/>
                <a:gd name="T13" fmla="*/ 270 h 270"/>
                <a:gd name="T14" fmla="*/ 8 w 454"/>
                <a:gd name="T15" fmla="*/ 200 h 270"/>
                <a:gd name="T16" fmla="*/ 19 w 454"/>
                <a:gd name="T17" fmla="*/ 132 h 270"/>
                <a:gd name="T18" fmla="*/ 35 w 454"/>
                <a:gd name="T19" fmla="*/ 65 h 270"/>
                <a:gd name="T20" fmla="*/ 57 w 454"/>
                <a:gd name="T21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4" h="270">
                  <a:moveTo>
                    <a:pt x="57" y="0"/>
                  </a:moveTo>
                  <a:lnTo>
                    <a:pt x="454" y="0"/>
                  </a:lnTo>
                  <a:lnTo>
                    <a:pt x="442" y="65"/>
                  </a:lnTo>
                  <a:lnTo>
                    <a:pt x="435" y="132"/>
                  </a:lnTo>
                  <a:lnTo>
                    <a:pt x="429" y="200"/>
                  </a:lnTo>
                  <a:lnTo>
                    <a:pt x="426" y="270"/>
                  </a:lnTo>
                  <a:lnTo>
                    <a:pt x="0" y="270"/>
                  </a:lnTo>
                  <a:lnTo>
                    <a:pt x="8" y="200"/>
                  </a:lnTo>
                  <a:lnTo>
                    <a:pt x="19" y="132"/>
                  </a:lnTo>
                  <a:lnTo>
                    <a:pt x="35" y="65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5" name="Freeform 562">
              <a:extLst>
                <a:ext uri="{FF2B5EF4-FFF2-40B4-BE49-F238E27FC236}">
                  <a16:creationId xmlns:a16="http://schemas.microsoft.com/office/drawing/2014/main" id="{1C0B6A72-EDFB-4E05-A4AE-876D4E567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113" y="4700588"/>
              <a:ext cx="38100" cy="30163"/>
            </a:xfrm>
            <a:custGeom>
              <a:avLst/>
              <a:gdLst>
                <a:gd name="T0" fmla="*/ 28 w 339"/>
                <a:gd name="T1" fmla="*/ 0 h 270"/>
                <a:gd name="T2" fmla="*/ 339 w 339"/>
                <a:gd name="T3" fmla="*/ 0 h 270"/>
                <a:gd name="T4" fmla="*/ 339 w 339"/>
                <a:gd name="T5" fmla="*/ 270 h 270"/>
                <a:gd name="T6" fmla="*/ 0 w 339"/>
                <a:gd name="T7" fmla="*/ 270 h 270"/>
                <a:gd name="T8" fmla="*/ 5 w 339"/>
                <a:gd name="T9" fmla="*/ 177 h 270"/>
                <a:gd name="T10" fmla="*/ 14 w 339"/>
                <a:gd name="T11" fmla="*/ 87 h 270"/>
                <a:gd name="T12" fmla="*/ 28 w 339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9" h="270">
                  <a:moveTo>
                    <a:pt x="28" y="0"/>
                  </a:moveTo>
                  <a:lnTo>
                    <a:pt x="339" y="0"/>
                  </a:lnTo>
                  <a:lnTo>
                    <a:pt x="339" y="270"/>
                  </a:lnTo>
                  <a:lnTo>
                    <a:pt x="0" y="270"/>
                  </a:lnTo>
                  <a:lnTo>
                    <a:pt x="5" y="177"/>
                  </a:lnTo>
                  <a:lnTo>
                    <a:pt x="14" y="87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6" name="Freeform 563">
              <a:extLst>
                <a:ext uri="{FF2B5EF4-FFF2-40B4-BE49-F238E27FC236}">
                  <a16:creationId xmlns:a16="http://schemas.microsoft.com/office/drawing/2014/main" id="{928D0B1C-6EFC-4E42-B577-37BF8B17A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113" y="4743450"/>
              <a:ext cx="38100" cy="31750"/>
            </a:xfrm>
            <a:custGeom>
              <a:avLst/>
              <a:gdLst>
                <a:gd name="T0" fmla="*/ 0 w 340"/>
                <a:gd name="T1" fmla="*/ 0 h 270"/>
                <a:gd name="T2" fmla="*/ 340 w 340"/>
                <a:gd name="T3" fmla="*/ 0 h 270"/>
                <a:gd name="T4" fmla="*/ 340 w 340"/>
                <a:gd name="T5" fmla="*/ 270 h 270"/>
                <a:gd name="T6" fmla="*/ 29 w 340"/>
                <a:gd name="T7" fmla="*/ 270 h 270"/>
                <a:gd name="T8" fmla="*/ 15 w 340"/>
                <a:gd name="T9" fmla="*/ 183 h 270"/>
                <a:gd name="T10" fmla="*/ 5 w 340"/>
                <a:gd name="T11" fmla="*/ 93 h 270"/>
                <a:gd name="T12" fmla="*/ 0 w 3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0" h="270">
                  <a:moveTo>
                    <a:pt x="0" y="0"/>
                  </a:moveTo>
                  <a:lnTo>
                    <a:pt x="340" y="0"/>
                  </a:lnTo>
                  <a:lnTo>
                    <a:pt x="340" y="270"/>
                  </a:lnTo>
                  <a:lnTo>
                    <a:pt x="29" y="270"/>
                  </a:lnTo>
                  <a:lnTo>
                    <a:pt x="15" y="183"/>
                  </a:lnTo>
                  <a:lnTo>
                    <a:pt x="5" y="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7" name="Freeform 564">
              <a:extLst>
                <a:ext uri="{FF2B5EF4-FFF2-40B4-BE49-F238E27FC236}">
                  <a16:creationId xmlns:a16="http://schemas.microsoft.com/office/drawing/2014/main" id="{7A0C9BF2-E7F7-4E35-9622-674D0F021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463" y="4787900"/>
              <a:ext cx="31750" cy="49213"/>
            </a:xfrm>
            <a:custGeom>
              <a:avLst/>
              <a:gdLst>
                <a:gd name="T0" fmla="*/ 0 w 286"/>
                <a:gd name="T1" fmla="*/ 0 h 427"/>
                <a:gd name="T2" fmla="*/ 286 w 286"/>
                <a:gd name="T3" fmla="*/ 0 h 427"/>
                <a:gd name="T4" fmla="*/ 286 w 286"/>
                <a:gd name="T5" fmla="*/ 427 h 427"/>
                <a:gd name="T6" fmla="*/ 254 w 286"/>
                <a:gd name="T7" fmla="*/ 413 h 427"/>
                <a:gd name="T8" fmla="*/ 222 w 286"/>
                <a:gd name="T9" fmla="*/ 393 h 427"/>
                <a:gd name="T10" fmla="*/ 192 w 286"/>
                <a:gd name="T11" fmla="*/ 368 h 427"/>
                <a:gd name="T12" fmla="*/ 163 w 286"/>
                <a:gd name="T13" fmla="*/ 337 h 427"/>
                <a:gd name="T14" fmla="*/ 134 w 286"/>
                <a:gd name="T15" fmla="*/ 302 h 427"/>
                <a:gd name="T16" fmla="*/ 108 w 286"/>
                <a:gd name="T17" fmla="*/ 261 h 427"/>
                <a:gd name="T18" fmla="*/ 83 w 286"/>
                <a:gd name="T19" fmla="*/ 217 h 427"/>
                <a:gd name="T20" fmla="*/ 59 w 286"/>
                <a:gd name="T21" fmla="*/ 168 h 427"/>
                <a:gd name="T22" fmla="*/ 38 w 286"/>
                <a:gd name="T23" fmla="*/ 115 h 427"/>
                <a:gd name="T24" fmla="*/ 17 w 286"/>
                <a:gd name="T25" fmla="*/ 59 h 427"/>
                <a:gd name="T26" fmla="*/ 0 w 286"/>
                <a:gd name="T27" fmla="*/ 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427">
                  <a:moveTo>
                    <a:pt x="0" y="0"/>
                  </a:moveTo>
                  <a:lnTo>
                    <a:pt x="286" y="0"/>
                  </a:lnTo>
                  <a:lnTo>
                    <a:pt x="286" y="427"/>
                  </a:lnTo>
                  <a:lnTo>
                    <a:pt x="254" y="413"/>
                  </a:lnTo>
                  <a:lnTo>
                    <a:pt x="222" y="393"/>
                  </a:lnTo>
                  <a:lnTo>
                    <a:pt x="192" y="368"/>
                  </a:lnTo>
                  <a:lnTo>
                    <a:pt x="163" y="337"/>
                  </a:lnTo>
                  <a:lnTo>
                    <a:pt x="134" y="302"/>
                  </a:lnTo>
                  <a:lnTo>
                    <a:pt x="108" y="261"/>
                  </a:lnTo>
                  <a:lnTo>
                    <a:pt x="83" y="217"/>
                  </a:lnTo>
                  <a:lnTo>
                    <a:pt x="59" y="168"/>
                  </a:lnTo>
                  <a:lnTo>
                    <a:pt x="38" y="115"/>
                  </a:lnTo>
                  <a:lnTo>
                    <a:pt x="17" y="5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8" name="Freeform 565">
              <a:extLst>
                <a:ext uri="{FF2B5EF4-FFF2-40B4-BE49-F238E27FC236}">
                  <a16:creationId xmlns:a16="http://schemas.microsoft.com/office/drawing/2014/main" id="{D2F9A7B0-C067-40B1-9C8B-0AE28D619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3" y="4700588"/>
              <a:ext cx="39687" cy="30163"/>
            </a:xfrm>
            <a:custGeom>
              <a:avLst/>
              <a:gdLst>
                <a:gd name="T0" fmla="*/ 0 w 339"/>
                <a:gd name="T1" fmla="*/ 0 h 270"/>
                <a:gd name="T2" fmla="*/ 313 w 339"/>
                <a:gd name="T3" fmla="*/ 0 h 270"/>
                <a:gd name="T4" fmla="*/ 323 w 339"/>
                <a:gd name="T5" fmla="*/ 64 h 270"/>
                <a:gd name="T6" fmla="*/ 331 w 339"/>
                <a:gd name="T7" fmla="*/ 132 h 270"/>
                <a:gd name="T8" fmla="*/ 336 w 339"/>
                <a:gd name="T9" fmla="*/ 200 h 270"/>
                <a:gd name="T10" fmla="*/ 339 w 339"/>
                <a:gd name="T11" fmla="*/ 270 h 270"/>
                <a:gd name="T12" fmla="*/ 0 w 339"/>
                <a:gd name="T13" fmla="*/ 270 h 270"/>
                <a:gd name="T14" fmla="*/ 0 w 339"/>
                <a:gd name="T1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9" h="270">
                  <a:moveTo>
                    <a:pt x="0" y="0"/>
                  </a:moveTo>
                  <a:lnTo>
                    <a:pt x="313" y="0"/>
                  </a:lnTo>
                  <a:lnTo>
                    <a:pt x="323" y="64"/>
                  </a:lnTo>
                  <a:lnTo>
                    <a:pt x="331" y="132"/>
                  </a:lnTo>
                  <a:lnTo>
                    <a:pt x="336" y="200"/>
                  </a:lnTo>
                  <a:lnTo>
                    <a:pt x="339" y="270"/>
                  </a:lnTo>
                  <a:lnTo>
                    <a:pt x="0" y="2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39" name="Freeform 566">
              <a:extLst>
                <a:ext uri="{FF2B5EF4-FFF2-40B4-BE49-F238E27FC236}">
                  <a16:creationId xmlns:a16="http://schemas.microsoft.com/office/drawing/2014/main" id="{B6AE3239-C9CA-4F70-B49E-F7713EB72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200" y="4745038"/>
              <a:ext cx="52387" cy="30163"/>
            </a:xfrm>
            <a:custGeom>
              <a:avLst/>
              <a:gdLst>
                <a:gd name="T0" fmla="*/ 0 w 451"/>
                <a:gd name="T1" fmla="*/ 0 h 270"/>
                <a:gd name="T2" fmla="*/ 424 w 451"/>
                <a:gd name="T3" fmla="*/ 0 h 270"/>
                <a:gd name="T4" fmla="*/ 427 w 451"/>
                <a:gd name="T5" fmla="*/ 70 h 270"/>
                <a:gd name="T6" fmla="*/ 433 w 451"/>
                <a:gd name="T7" fmla="*/ 138 h 270"/>
                <a:gd name="T8" fmla="*/ 440 w 451"/>
                <a:gd name="T9" fmla="*/ 206 h 270"/>
                <a:gd name="T10" fmla="*/ 451 w 451"/>
                <a:gd name="T11" fmla="*/ 270 h 270"/>
                <a:gd name="T12" fmla="*/ 57 w 451"/>
                <a:gd name="T13" fmla="*/ 270 h 270"/>
                <a:gd name="T14" fmla="*/ 35 w 451"/>
                <a:gd name="T15" fmla="*/ 205 h 270"/>
                <a:gd name="T16" fmla="*/ 19 w 451"/>
                <a:gd name="T17" fmla="*/ 138 h 270"/>
                <a:gd name="T18" fmla="*/ 8 w 451"/>
                <a:gd name="T19" fmla="*/ 70 h 270"/>
                <a:gd name="T20" fmla="*/ 0 w 451"/>
                <a:gd name="T21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1" h="270">
                  <a:moveTo>
                    <a:pt x="0" y="0"/>
                  </a:moveTo>
                  <a:lnTo>
                    <a:pt x="424" y="0"/>
                  </a:lnTo>
                  <a:lnTo>
                    <a:pt x="427" y="70"/>
                  </a:lnTo>
                  <a:lnTo>
                    <a:pt x="433" y="138"/>
                  </a:lnTo>
                  <a:lnTo>
                    <a:pt x="440" y="206"/>
                  </a:lnTo>
                  <a:lnTo>
                    <a:pt x="451" y="270"/>
                  </a:lnTo>
                  <a:lnTo>
                    <a:pt x="57" y="270"/>
                  </a:lnTo>
                  <a:lnTo>
                    <a:pt x="35" y="205"/>
                  </a:lnTo>
                  <a:lnTo>
                    <a:pt x="19" y="138"/>
                  </a:lnTo>
                  <a:lnTo>
                    <a:pt x="8" y="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0" name="Freeform 567">
              <a:extLst>
                <a:ext uri="{FF2B5EF4-FFF2-40B4-BE49-F238E27FC236}">
                  <a16:creationId xmlns:a16="http://schemas.microsoft.com/office/drawing/2014/main" id="{09297BD1-8D70-48E6-B661-CF21D5CAA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3" y="4638675"/>
              <a:ext cx="33337" cy="49213"/>
            </a:xfrm>
            <a:custGeom>
              <a:avLst/>
              <a:gdLst>
                <a:gd name="T0" fmla="*/ 0 w 286"/>
                <a:gd name="T1" fmla="*/ 0 h 426"/>
                <a:gd name="T2" fmla="*/ 32 w 286"/>
                <a:gd name="T3" fmla="*/ 13 h 426"/>
                <a:gd name="T4" fmla="*/ 63 w 286"/>
                <a:gd name="T5" fmla="*/ 34 h 426"/>
                <a:gd name="T6" fmla="*/ 94 w 286"/>
                <a:gd name="T7" fmla="*/ 58 h 426"/>
                <a:gd name="T8" fmla="*/ 123 w 286"/>
                <a:gd name="T9" fmla="*/ 89 h 426"/>
                <a:gd name="T10" fmla="*/ 152 w 286"/>
                <a:gd name="T11" fmla="*/ 125 h 426"/>
                <a:gd name="T12" fmla="*/ 178 w 286"/>
                <a:gd name="T13" fmla="*/ 164 h 426"/>
                <a:gd name="T14" fmla="*/ 203 w 286"/>
                <a:gd name="T15" fmla="*/ 209 h 426"/>
                <a:gd name="T16" fmla="*/ 226 w 286"/>
                <a:gd name="T17" fmla="*/ 259 h 426"/>
                <a:gd name="T18" fmla="*/ 248 w 286"/>
                <a:gd name="T19" fmla="*/ 311 h 426"/>
                <a:gd name="T20" fmla="*/ 268 w 286"/>
                <a:gd name="T21" fmla="*/ 367 h 426"/>
                <a:gd name="T22" fmla="*/ 286 w 286"/>
                <a:gd name="T23" fmla="*/ 426 h 426"/>
                <a:gd name="T24" fmla="*/ 0 w 286"/>
                <a:gd name="T25" fmla="*/ 426 h 426"/>
                <a:gd name="T26" fmla="*/ 0 w 286"/>
                <a:gd name="T27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426">
                  <a:moveTo>
                    <a:pt x="0" y="0"/>
                  </a:moveTo>
                  <a:lnTo>
                    <a:pt x="32" y="13"/>
                  </a:lnTo>
                  <a:lnTo>
                    <a:pt x="63" y="34"/>
                  </a:lnTo>
                  <a:lnTo>
                    <a:pt x="94" y="58"/>
                  </a:lnTo>
                  <a:lnTo>
                    <a:pt x="123" y="89"/>
                  </a:lnTo>
                  <a:lnTo>
                    <a:pt x="152" y="125"/>
                  </a:lnTo>
                  <a:lnTo>
                    <a:pt x="178" y="164"/>
                  </a:lnTo>
                  <a:lnTo>
                    <a:pt x="203" y="209"/>
                  </a:lnTo>
                  <a:lnTo>
                    <a:pt x="226" y="259"/>
                  </a:lnTo>
                  <a:lnTo>
                    <a:pt x="248" y="311"/>
                  </a:lnTo>
                  <a:lnTo>
                    <a:pt x="268" y="367"/>
                  </a:lnTo>
                  <a:lnTo>
                    <a:pt x="286" y="426"/>
                  </a:lnTo>
                  <a:lnTo>
                    <a:pt x="0" y="42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1" name="Freeform 568">
              <a:extLst>
                <a:ext uri="{FF2B5EF4-FFF2-40B4-BE49-F238E27FC236}">
                  <a16:creationId xmlns:a16="http://schemas.microsoft.com/office/drawing/2014/main" id="{CC6FEAD8-8C73-485F-A1D6-A65210538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375" y="4787900"/>
              <a:ext cx="69850" cy="53975"/>
            </a:xfrm>
            <a:custGeom>
              <a:avLst/>
              <a:gdLst>
                <a:gd name="T0" fmla="*/ 258 w 625"/>
                <a:gd name="T1" fmla="*/ 0 h 472"/>
                <a:gd name="T2" fmla="*/ 625 w 625"/>
                <a:gd name="T3" fmla="*/ 0 h 472"/>
                <a:gd name="T4" fmla="*/ 587 w 625"/>
                <a:gd name="T5" fmla="*/ 62 h 472"/>
                <a:gd name="T6" fmla="*/ 545 w 625"/>
                <a:gd name="T7" fmla="*/ 122 h 472"/>
                <a:gd name="T8" fmla="*/ 499 w 625"/>
                <a:gd name="T9" fmla="*/ 179 h 472"/>
                <a:gd name="T10" fmla="*/ 448 w 625"/>
                <a:gd name="T11" fmla="*/ 232 h 472"/>
                <a:gd name="T12" fmla="*/ 394 w 625"/>
                <a:gd name="T13" fmla="*/ 280 h 472"/>
                <a:gd name="T14" fmla="*/ 337 w 625"/>
                <a:gd name="T15" fmla="*/ 324 h 472"/>
                <a:gd name="T16" fmla="*/ 275 w 625"/>
                <a:gd name="T17" fmla="*/ 364 h 472"/>
                <a:gd name="T18" fmla="*/ 211 w 625"/>
                <a:gd name="T19" fmla="*/ 398 h 472"/>
                <a:gd name="T20" fmla="*/ 144 w 625"/>
                <a:gd name="T21" fmla="*/ 428 h 472"/>
                <a:gd name="T22" fmla="*/ 73 w 625"/>
                <a:gd name="T23" fmla="*/ 453 h 472"/>
                <a:gd name="T24" fmla="*/ 0 w 625"/>
                <a:gd name="T25" fmla="*/ 472 h 472"/>
                <a:gd name="T26" fmla="*/ 37 w 625"/>
                <a:gd name="T27" fmla="*/ 438 h 472"/>
                <a:gd name="T28" fmla="*/ 72 w 625"/>
                <a:gd name="T29" fmla="*/ 398 h 472"/>
                <a:gd name="T30" fmla="*/ 105 w 625"/>
                <a:gd name="T31" fmla="*/ 354 h 472"/>
                <a:gd name="T32" fmla="*/ 137 w 625"/>
                <a:gd name="T33" fmla="*/ 305 h 472"/>
                <a:gd name="T34" fmla="*/ 166 w 625"/>
                <a:gd name="T35" fmla="*/ 252 h 472"/>
                <a:gd name="T36" fmla="*/ 192 w 625"/>
                <a:gd name="T37" fmla="*/ 195 h 472"/>
                <a:gd name="T38" fmla="*/ 217 w 625"/>
                <a:gd name="T39" fmla="*/ 134 h 472"/>
                <a:gd name="T40" fmla="*/ 238 w 625"/>
                <a:gd name="T41" fmla="*/ 68 h 472"/>
                <a:gd name="T42" fmla="*/ 258 w 625"/>
                <a:gd name="T4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25" h="472">
                  <a:moveTo>
                    <a:pt x="258" y="0"/>
                  </a:moveTo>
                  <a:lnTo>
                    <a:pt x="625" y="0"/>
                  </a:lnTo>
                  <a:lnTo>
                    <a:pt x="587" y="62"/>
                  </a:lnTo>
                  <a:lnTo>
                    <a:pt x="545" y="122"/>
                  </a:lnTo>
                  <a:lnTo>
                    <a:pt x="499" y="179"/>
                  </a:lnTo>
                  <a:lnTo>
                    <a:pt x="448" y="232"/>
                  </a:lnTo>
                  <a:lnTo>
                    <a:pt x="394" y="280"/>
                  </a:lnTo>
                  <a:lnTo>
                    <a:pt x="337" y="324"/>
                  </a:lnTo>
                  <a:lnTo>
                    <a:pt x="275" y="364"/>
                  </a:lnTo>
                  <a:lnTo>
                    <a:pt x="211" y="398"/>
                  </a:lnTo>
                  <a:lnTo>
                    <a:pt x="144" y="428"/>
                  </a:lnTo>
                  <a:lnTo>
                    <a:pt x="73" y="453"/>
                  </a:lnTo>
                  <a:lnTo>
                    <a:pt x="0" y="472"/>
                  </a:lnTo>
                  <a:lnTo>
                    <a:pt x="37" y="438"/>
                  </a:lnTo>
                  <a:lnTo>
                    <a:pt x="72" y="398"/>
                  </a:lnTo>
                  <a:lnTo>
                    <a:pt x="105" y="354"/>
                  </a:lnTo>
                  <a:lnTo>
                    <a:pt x="137" y="305"/>
                  </a:lnTo>
                  <a:lnTo>
                    <a:pt x="166" y="252"/>
                  </a:lnTo>
                  <a:lnTo>
                    <a:pt x="192" y="195"/>
                  </a:lnTo>
                  <a:lnTo>
                    <a:pt x="217" y="134"/>
                  </a:lnTo>
                  <a:lnTo>
                    <a:pt x="238" y="68"/>
                  </a:lnTo>
                  <a:lnTo>
                    <a:pt x="2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2" name="Freeform 569">
              <a:extLst>
                <a:ext uri="{FF2B5EF4-FFF2-40B4-BE49-F238E27FC236}">
                  <a16:creationId xmlns:a16="http://schemas.microsoft.com/office/drawing/2014/main" id="{ABDB5722-E35A-46E6-9EE1-E7D6B368B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900" y="4633913"/>
              <a:ext cx="71437" cy="53975"/>
            </a:xfrm>
            <a:custGeom>
              <a:avLst/>
              <a:gdLst>
                <a:gd name="T0" fmla="*/ 624 w 624"/>
                <a:gd name="T1" fmla="*/ 0 h 472"/>
                <a:gd name="T2" fmla="*/ 588 w 624"/>
                <a:gd name="T3" fmla="*/ 34 h 472"/>
                <a:gd name="T4" fmla="*/ 553 w 624"/>
                <a:gd name="T5" fmla="*/ 73 h 472"/>
                <a:gd name="T6" fmla="*/ 520 w 624"/>
                <a:gd name="T7" fmla="*/ 116 h 472"/>
                <a:gd name="T8" fmla="*/ 488 w 624"/>
                <a:gd name="T9" fmla="*/ 166 h 472"/>
                <a:gd name="T10" fmla="*/ 459 w 624"/>
                <a:gd name="T11" fmla="*/ 220 h 472"/>
                <a:gd name="T12" fmla="*/ 433 w 624"/>
                <a:gd name="T13" fmla="*/ 277 h 472"/>
                <a:gd name="T14" fmla="*/ 408 w 624"/>
                <a:gd name="T15" fmla="*/ 338 h 472"/>
                <a:gd name="T16" fmla="*/ 387 w 624"/>
                <a:gd name="T17" fmla="*/ 404 h 472"/>
                <a:gd name="T18" fmla="*/ 367 w 624"/>
                <a:gd name="T19" fmla="*/ 472 h 472"/>
                <a:gd name="T20" fmla="*/ 0 w 624"/>
                <a:gd name="T21" fmla="*/ 472 h 472"/>
                <a:gd name="T22" fmla="*/ 37 w 624"/>
                <a:gd name="T23" fmla="*/ 409 h 472"/>
                <a:gd name="T24" fmla="*/ 79 w 624"/>
                <a:gd name="T25" fmla="*/ 350 h 472"/>
                <a:gd name="T26" fmla="*/ 125 w 624"/>
                <a:gd name="T27" fmla="*/ 292 h 472"/>
                <a:gd name="T28" fmla="*/ 175 w 624"/>
                <a:gd name="T29" fmla="*/ 240 h 472"/>
                <a:gd name="T30" fmla="*/ 230 w 624"/>
                <a:gd name="T31" fmla="*/ 192 h 472"/>
                <a:gd name="T32" fmla="*/ 287 w 624"/>
                <a:gd name="T33" fmla="*/ 147 h 472"/>
                <a:gd name="T34" fmla="*/ 349 w 624"/>
                <a:gd name="T35" fmla="*/ 108 h 472"/>
                <a:gd name="T36" fmla="*/ 413 w 624"/>
                <a:gd name="T37" fmla="*/ 74 h 472"/>
                <a:gd name="T38" fmla="*/ 481 w 624"/>
                <a:gd name="T39" fmla="*/ 43 h 472"/>
                <a:gd name="T40" fmla="*/ 552 w 624"/>
                <a:gd name="T41" fmla="*/ 18 h 472"/>
                <a:gd name="T42" fmla="*/ 624 w 624"/>
                <a:gd name="T4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24" h="472">
                  <a:moveTo>
                    <a:pt x="624" y="0"/>
                  </a:moveTo>
                  <a:lnTo>
                    <a:pt x="588" y="34"/>
                  </a:lnTo>
                  <a:lnTo>
                    <a:pt x="553" y="73"/>
                  </a:lnTo>
                  <a:lnTo>
                    <a:pt x="520" y="116"/>
                  </a:lnTo>
                  <a:lnTo>
                    <a:pt x="488" y="166"/>
                  </a:lnTo>
                  <a:lnTo>
                    <a:pt x="459" y="220"/>
                  </a:lnTo>
                  <a:lnTo>
                    <a:pt x="433" y="277"/>
                  </a:lnTo>
                  <a:lnTo>
                    <a:pt x="408" y="338"/>
                  </a:lnTo>
                  <a:lnTo>
                    <a:pt x="387" y="404"/>
                  </a:lnTo>
                  <a:lnTo>
                    <a:pt x="367" y="472"/>
                  </a:lnTo>
                  <a:lnTo>
                    <a:pt x="0" y="472"/>
                  </a:lnTo>
                  <a:lnTo>
                    <a:pt x="37" y="409"/>
                  </a:lnTo>
                  <a:lnTo>
                    <a:pt x="79" y="350"/>
                  </a:lnTo>
                  <a:lnTo>
                    <a:pt x="125" y="292"/>
                  </a:lnTo>
                  <a:lnTo>
                    <a:pt x="175" y="240"/>
                  </a:lnTo>
                  <a:lnTo>
                    <a:pt x="230" y="192"/>
                  </a:lnTo>
                  <a:lnTo>
                    <a:pt x="287" y="147"/>
                  </a:lnTo>
                  <a:lnTo>
                    <a:pt x="349" y="108"/>
                  </a:lnTo>
                  <a:lnTo>
                    <a:pt x="413" y="74"/>
                  </a:lnTo>
                  <a:lnTo>
                    <a:pt x="481" y="43"/>
                  </a:lnTo>
                  <a:lnTo>
                    <a:pt x="552" y="18"/>
                  </a:lnTo>
                  <a:lnTo>
                    <a:pt x="6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3" name="Freeform 570">
              <a:extLst>
                <a:ext uri="{FF2B5EF4-FFF2-40B4-BE49-F238E27FC236}">
                  <a16:creationId xmlns:a16="http://schemas.microsoft.com/office/drawing/2014/main" id="{80F2FE15-85A7-4B98-B17C-E054E9947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375" y="4633913"/>
              <a:ext cx="69850" cy="53975"/>
            </a:xfrm>
            <a:custGeom>
              <a:avLst/>
              <a:gdLst>
                <a:gd name="T0" fmla="*/ 0 w 621"/>
                <a:gd name="T1" fmla="*/ 0 h 472"/>
                <a:gd name="T2" fmla="*/ 71 w 621"/>
                <a:gd name="T3" fmla="*/ 18 h 472"/>
                <a:gd name="T4" fmla="*/ 141 w 621"/>
                <a:gd name="T5" fmla="*/ 43 h 472"/>
                <a:gd name="T6" fmla="*/ 209 w 621"/>
                <a:gd name="T7" fmla="*/ 73 h 472"/>
                <a:gd name="T8" fmla="*/ 273 w 621"/>
                <a:gd name="T9" fmla="*/ 107 h 472"/>
                <a:gd name="T10" fmla="*/ 334 w 621"/>
                <a:gd name="T11" fmla="*/ 147 h 472"/>
                <a:gd name="T12" fmla="*/ 392 w 621"/>
                <a:gd name="T13" fmla="*/ 191 h 472"/>
                <a:gd name="T14" fmla="*/ 447 w 621"/>
                <a:gd name="T15" fmla="*/ 240 h 472"/>
                <a:gd name="T16" fmla="*/ 497 w 621"/>
                <a:gd name="T17" fmla="*/ 292 h 472"/>
                <a:gd name="T18" fmla="*/ 542 w 621"/>
                <a:gd name="T19" fmla="*/ 350 h 472"/>
                <a:gd name="T20" fmla="*/ 584 w 621"/>
                <a:gd name="T21" fmla="*/ 409 h 472"/>
                <a:gd name="T22" fmla="*/ 621 w 621"/>
                <a:gd name="T23" fmla="*/ 472 h 472"/>
                <a:gd name="T24" fmla="*/ 254 w 621"/>
                <a:gd name="T25" fmla="*/ 472 h 472"/>
                <a:gd name="T26" fmla="*/ 235 w 621"/>
                <a:gd name="T27" fmla="*/ 403 h 472"/>
                <a:gd name="T28" fmla="*/ 214 w 621"/>
                <a:gd name="T29" fmla="*/ 337 h 472"/>
                <a:gd name="T30" fmla="*/ 190 w 621"/>
                <a:gd name="T31" fmla="*/ 275 h 472"/>
                <a:gd name="T32" fmla="*/ 164 w 621"/>
                <a:gd name="T33" fmla="*/ 218 h 472"/>
                <a:gd name="T34" fmla="*/ 135 w 621"/>
                <a:gd name="T35" fmla="*/ 163 h 472"/>
                <a:gd name="T36" fmla="*/ 104 w 621"/>
                <a:gd name="T37" fmla="*/ 115 h 472"/>
                <a:gd name="T38" fmla="*/ 71 w 621"/>
                <a:gd name="T39" fmla="*/ 71 h 472"/>
                <a:gd name="T40" fmla="*/ 36 w 621"/>
                <a:gd name="T41" fmla="*/ 33 h 472"/>
                <a:gd name="T42" fmla="*/ 0 w 621"/>
                <a:gd name="T4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21" h="472">
                  <a:moveTo>
                    <a:pt x="0" y="0"/>
                  </a:moveTo>
                  <a:lnTo>
                    <a:pt x="71" y="18"/>
                  </a:lnTo>
                  <a:lnTo>
                    <a:pt x="141" y="43"/>
                  </a:lnTo>
                  <a:lnTo>
                    <a:pt x="209" y="73"/>
                  </a:lnTo>
                  <a:lnTo>
                    <a:pt x="273" y="107"/>
                  </a:lnTo>
                  <a:lnTo>
                    <a:pt x="334" y="147"/>
                  </a:lnTo>
                  <a:lnTo>
                    <a:pt x="392" y="191"/>
                  </a:lnTo>
                  <a:lnTo>
                    <a:pt x="447" y="240"/>
                  </a:lnTo>
                  <a:lnTo>
                    <a:pt x="497" y="292"/>
                  </a:lnTo>
                  <a:lnTo>
                    <a:pt x="542" y="350"/>
                  </a:lnTo>
                  <a:lnTo>
                    <a:pt x="584" y="409"/>
                  </a:lnTo>
                  <a:lnTo>
                    <a:pt x="621" y="472"/>
                  </a:lnTo>
                  <a:lnTo>
                    <a:pt x="254" y="472"/>
                  </a:lnTo>
                  <a:lnTo>
                    <a:pt x="235" y="403"/>
                  </a:lnTo>
                  <a:lnTo>
                    <a:pt x="214" y="337"/>
                  </a:lnTo>
                  <a:lnTo>
                    <a:pt x="190" y="275"/>
                  </a:lnTo>
                  <a:lnTo>
                    <a:pt x="164" y="218"/>
                  </a:lnTo>
                  <a:lnTo>
                    <a:pt x="135" y="163"/>
                  </a:lnTo>
                  <a:lnTo>
                    <a:pt x="104" y="115"/>
                  </a:lnTo>
                  <a:lnTo>
                    <a:pt x="71" y="71"/>
                  </a:lnTo>
                  <a:lnTo>
                    <a:pt x="36" y="3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4" name="Freeform 571">
              <a:extLst>
                <a:ext uri="{FF2B5EF4-FFF2-40B4-BE49-F238E27FC236}">
                  <a16:creationId xmlns:a16="http://schemas.microsoft.com/office/drawing/2014/main" id="{F58F9EA1-58E9-46F0-B0E9-0B69BACF1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3" y="4787900"/>
              <a:ext cx="33337" cy="49213"/>
            </a:xfrm>
            <a:custGeom>
              <a:avLst/>
              <a:gdLst>
                <a:gd name="T0" fmla="*/ 0 w 286"/>
                <a:gd name="T1" fmla="*/ 0 h 427"/>
                <a:gd name="T2" fmla="*/ 286 w 286"/>
                <a:gd name="T3" fmla="*/ 0 h 427"/>
                <a:gd name="T4" fmla="*/ 268 w 286"/>
                <a:gd name="T5" fmla="*/ 60 h 427"/>
                <a:gd name="T6" fmla="*/ 248 w 286"/>
                <a:gd name="T7" fmla="*/ 116 h 427"/>
                <a:gd name="T8" fmla="*/ 226 w 286"/>
                <a:gd name="T9" fmla="*/ 168 h 427"/>
                <a:gd name="T10" fmla="*/ 203 w 286"/>
                <a:gd name="T11" fmla="*/ 217 h 427"/>
                <a:gd name="T12" fmla="*/ 178 w 286"/>
                <a:gd name="T13" fmla="*/ 262 h 427"/>
                <a:gd name="T14" fmla="*/ 152 w 286"/>
                <a:gd name="T15" fmla="*/ 302 h 427"/>
                <a:gd name="T16" fmla="*/ 123 w 286"/>
                <a:gd name="T17" fmla="*/ 338 h 427"/>
                <a:gd name="T18" fmla="*/ 94 w 286"/>
                <a:gd name="T19" fmla="*/ 369 h 427"/>
                <a:gd name="T20" fmla="*/ 63 w 286"/>
                <a:gd name="T21" fmla="*/ 393 h 427"/>
                <a:gd name="T22" fmla="*/ 32 w 286"/>
                <a:gd name="T23" fmla="*/ 414 h 427"/>
                <a:gd name="T24" fmla="*/ 0 w 286"/>
                <a:gd name="T25" fmla="*/ 427 h 427"/>
                <a:gd name="T26" fmla="*/ 0 w 286"/>
                <a:gd name="T27" fmla="*/ 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6" h="427">
                  <a:moveTo>
                    <a:pt x="0" y="0"/>
                  </a:moveTo>
                  <a:lnTo>
                    <a:pt x="286" y="0"/>
                  </a:lnTo>
                  <a:lnTo>
                    <a:pt x="268" y="60"/>
                  </a:lnTo>
                  <a:lnTo>
                    <a:pt x="248" y="116"/>
                  </a:lnTo>
                  <a:lnTo>
                    <a:pt x="226" y="168"/>
                  </a:lnTo>
                  <a:lnTo>
                    <a:pt x="203" y="217"/>
                  </a:lnTo>
                  <a:lnTo>
                    <a:pt x="178" y="262"/>
                  </a:lnTo>
                  <a:lnTo>
                    <a:pt x="152" y="302"/>
                  </a:lnTo>
                  <a:lnTo>
                    <a:pt x="123" y="338"/>
                  </a:lnTo>
                  <a:lnTo>
                    <a:pt x="94" y="369"/>
                  </a:lnTo>
                  <a:lnTo>
                    <a:pt x="63" y="393"/>
                  </a:lnTo>
                  <a:lnTo>
                    <a:pt x="32" y="414"/>
                  </a:lnTo>
                  <a:lnTo>
                    <a:pt x="0" y="42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5" name="Freeform 572">
              <a:extLst>
                <a:ext uri="{FF2B5EF4-FFF2-40B4-BE49-F238E27FC236}">
                  <a16:creationId xmlns:a16="http://schemas.microsoft.com/office/drawing/2014/main" id="{3D763B6B-07A1-4782-9E75-9BFED5A61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900" y="4787900"/>
              <a:ext cx="71437" cy="53975"/>
            </a:xfrm>
            <a:custGeom>
              <a:avLst/>
              <a:gdLst>
                <a:gd name="T0" fmla="*/ 0 w 624"/>
                <a:gd name="T1" fmla="*/ 0 h 472"/>
                <a:gd name="T2" fmla="*/ 367 w 624"/>
                <a:gd name="T3" fmla="*/ 0 h 472"/>
                <a:gd name="T4" fmla="*/ 386 w 624"/>
                <a:gd name="T5" fmla="*/ 69 h 472"/>
                <a:gd name="T6" fmla="*/ 407 w 624"/>
                <a:gd name="T7" fmla="*/ 135 h 472"/>
                <a:gd name="T8" fmla="*/ 431 w 624"/>
                <a:gd name="T9" fmla="*/ 197 h 472"/>
                <a:gd name="T10" fmla="*/ 457 w 624"/>
                <a:gd name="T11" fmla="*/ 254 h 472"/>
                <a:gd name="T12" fmla="*/ 486 w 624"/>
                <a:gd name="T13" fmla="*/ 307 h 472"/>
                <a:gd name="T14" fmla="*/ 518 w 624"/>
                <a:gd name="T15" fmla="*/ 356 h 472"/>
                <a:gd name="T16" fmla="*/ 552 w 624"/>
                <a:gd name="T17" fmla="*/ 400 h 472"/>
                <a:gd name="T18" fmla="*/ 587 w 624"/>
                <a:gd name="T19" fmla="*/ 438 h 472"/>
                <a:gd name="T20" fmla="*/ 624 w 624"/>
                <a:gd name="T21" fmla="*/ 472 h 472"/>
                <a:gd name="T22" fmla="*/ 552 w 624"/>
                <a:gd name="T23" fmla="*/ 453 h 472"/>
                <a:gd name="T24" fmla="*/ 481 w 624"/>
                <a:gd name="T25" fmla="*/ 427 h 472"/>
                <a:gd name="T26" fmla="*/ 413 w 624"/>
                <a:gd name="T27" fmla="*/ 397 h 472"/>
                <a:gd name="T28" fmla="*/ 349 w 624"/>
                <a:gd name="T29" fmla="*/ 363 h 472"/>
                <a:gd name="T30" fmla="*/ 287 w 624"/>
                <a:gd name="T31" fmla="*/ 323 h 472"/>
                <a:gd name="T32" fmla="*/ 230 w 624"/>
                <a:gd name="T33" fmla="*/ 279 h 472"/>
                <a:gd name="T34" fmla="*/ 175 w 624"/>
                <a:gd name="T35" fmla="*/ 231 h 472"/>
                <a:gd name="T36" fmla="*/ 125 w 624"/>
                <a:gd name="T37" fmla="*/ 179 h 472"/>
                <a:gd name="T38" fmla="*/ 79 w 624"/>
                <a:gd name="T39" fmla="*/ 122 h 472"/>
                <a:gd name="T40" fmla="*/ 37 w 624"/>
                <a:gd name="T41" fmla="*/ 62 h 472"/>
                <a:gd name="T42" fmla="*/ 0 w 624"/>
                <a:gd name="T43" fmla="*/ 0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24" h="472">
                  <a:moveTo>
                    <a:pt x="0" y="0"/>
                  </a:moveTo>
                  <a:lnTo>
                    <a:pt x="367" y="0"/>
                  </a:lnTo>
                  <a:lnTo>
                    <a:pt x="386" y="69"/>
                  </a:lnTo>
                  <a:lnTo>
                    <a:pt x="407" y="135"/>
                  </a:lnTo>
                  <a:lnTo>
                    <a:pt x="431" y="197"/>
                  </a:lnTo>
                  <a:lnTo>
                    <a:pt x="457" y="254"/>
                  </a:lnTo>
                  <a:lnTo>
                    <a:pt x="486" y="307"/>
                  </a:lnTo>
                  <a:lnTo>
                    <a:pt x="518" y="356"/>
                  </a:lnTo>
                  <a:lnTo>
                    <a:pt x="552" y="400"/>
                  </a:lnTo>
                  <a:lnTo>
                    <a:pt x="587" y="438"/>
                  </a:lnTo>
                  <a:lnTo>
                    <a:pt x="624" y="472"/>
                  </a:lnTo>
                  <a:lnTo>
                    <a:pt x="552" y="453"/>
                  </a:lnTo>
                  <a:lnTo>
                    <a:pt x="481" y="427"/>
                  </a:lnTo>
                  <a:lnTo>
                    <a:pt x="413" y="397"/>
                  </a:lnTo>
                  <a:lnTo>
                    <a:pt x="349" y="363"/>
                  </a:lnTo>
                  <a:lnTo>
                    <a:pt x="287" y="323"/>
                  </a:lnTo>
                  <a:lnTo>
                    <a:pt x="230" y="279"/>
                  </a:lnTo>
                  <a:lnTo>
                    <a:pt x="175" y="231"/>
                  </a:lnTo>
                  <a:lnTo>
                    <a:pt x="125" y="179"/>
                  </a:lnTo>
                  <a:lnTo>
                    <a:pt x="79" y="122"/>
                  </a:lnTo>
                  <a:lnTo>
                    <a:pt x="37" y="6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6" name="Freeform 573">
              <a:extLst>
                <a:ext uri="{FF2B5EF4-FFF2-40B4-BE49-F238E27FC236}">
                  <a16:creationId xmlns:a16="http://schemas.microsoft.com/office/drawing/2014/main" id="{CB0A96AF-4D99-4E87-9FF8-5F0AABCEB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125" y="4700588"/>
              <a:ext cx="50800" cy="30163"/>
            </a:xfrm>
            <a:custGeom>
              <a:avLst/>
              <a:gdLst>
                <a:gd name="T0" fmla="*/ 0 w 454"/>
                <a:gd name="T1" fmla="*/ 0 h 270"/>
                <a:gd name="T2" fmla="*/ 397 w 454"/>
                <a:gd name="T3" fmla="*/ 0 h 270"/>
                <a:gd name="T4" fmla="*/ 419 w 454"/>
                <a:gd name="T5" fmla="*/ 64 h 270"/>
                <a:gd name="T6" fmla="*/ 435 w 454"/>
                <a:gd name="T7" fmla="*/ 132 h 270"/>
                <a:gd name="T8" fmla="*/ 446 w 454"/>
                <a:gd name="T9" fmla="*/ 200 h 270"/>
                <a:gd name="T10" fmla="*/ 454 w 454"/>
                <a:gd name="T11" fmla="*/ 270 h 270"/>
                <a:gd name="T12" fmla="*/ 28 w 454"/>
                <a:gd name="T13" fmla="*/ 270 h 270"/>
                <a:gd name="T14" fmla="*/ 25 w 454"/>
                <a:gd name="T15" fmla="*/ 200 h 270"/>
                <a:gd name="T16" fmla="*/ 19 w 454"/>
                <a:gd name="T17" fmla="*/ 132 h 270"/>
                <a:gd name="T18" fmla="*/ 12 w 454"/>
                <a:gd name="T19" fmla="*/ 64 h 270"/>
                <a:gd name="T20" fmla="*/ 0 w 454"/>
                <a:gd name="T21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4" h="270">
                  <a:moveTo>
                    <a:pt x="0" y="0"/>
                  </a:moveTo>
                  <a:lnTo>
                    <a:pt x="397" y="0"/>
                  </a:lnTo>
                  <a:lnTo>
                    <a:pt x="419" y="64"/>
                  </a:lnTo>
                  <a:lnTo>
                    <a:pt x="435" y="132"/>
                  </a:lnTo>
                  <a:lnTo>
                    <a:pt x="446" y="200"/>
                  </a:lnTo>
                  <a:lnTo>
                    <a:pt x="454" y="270"/>
                  </a:lnTo>
                  <a:lnTo>
                    <a:pt x="28" y="270"/>
                  </a:lnTo>
                  <a:lnTo>
                    <a:pt x="25" y="200"/>
                  </a:lnTo>
                  <a:lnTo>
                    <a:pt x="19" y="132"/>
                  </a:lnTo>
                  <a:lnTo>
                    <a:pt x="12" y="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7" name="Freeform 574">
              <a:extLst>
                <a:ext uri="{FF2B5EF4-FFF2-40B4-BE49-F238E27FC236}">
                  <a16:creationId xmlns:a16="http://schemas.microsoft.com/office/drawing/2014/main" id="{2BDEE463-B96D-4F7E-8B02-D943986B8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3" y="4743450"/>
              <a:ext cx="39687" cy="31750"/>
            </a:xfrm>
            <a:custGeom>
              <a:avLst/>
              <a:gdLst>
                <a:gd name="T0" fmla="*/ 0 w 342"/>
                <a:gd name="T1" fmla="*/ 0 h 270"/>
                <a:gd name="T2" fmla="*/ 342 w 342"/>
                <a:gd name="T3" fmla="*/ 0 h 270"/>
                <a:gd name="T4" fmla="*/ 338 w 342"/>
                <a:gd name="T5" fmla="*/ 72 h 270"/>
                <a:gd name="T6" fmla="*/ 332 w 342"/>
                <a:gd name="T7" fmla="*/ 140 h 270"/>
                <a:gd name="T8" fmla="*/ 323 w 342"/>
                <a:gd name="T9" fmla="*/ 207 h 270"/>
                <a:gd name="T10" fmla="*/ 310 w 342"/>
                <a:gd name="T11" fmla="*/ 270 h 270"/>
                <a:gd name="T12" fmla="*/ 0 w 342"/>
                <a:gd name="T13" fmla="*/ 270 h 270"/>
                <a:gd name="T14" fmla="*/ 0 w 342"/>
                <a:gd name="T1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2" h="270">
                  <a:moveTo>
                    <a:pt x="0" y="0"/>
                  </a:moveTo>
                  <a:lnTo>
                    <a:pt x="342" y="0"/>
                  </a:lnTo>
                  <a:lnTo>
                    <a:pt x="338" y="72"/>
                  </a:lnTo>
                  <a:lnTo>
                    <a:pt x="332" y="140"/>
                  </a:lnTo>
                  <a:lnTo>
                    <a:pt x="323" y="207"/>
                  </a:lnTo>
                  <a:lnTo>
                    <a:pt x="310" y="270"/>
                  </a:lnTo>
                  <a:lnTo>
                    <a:pt x="0" y="2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8" name="Freeform 575">
              <a:extLst>
                <a:ext uri="{FF2B5EF4-FFF2-40B4-BE49-F238E27FC236}">
                  <a16:creationId xmlns:a16="http://schemas.microsoft.com/office/drawing/2014/main" id="{F19A48CE-9484-410A-B391-6E3FAF1C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125" y="4743450"/>
              <a:ext cx="50800" cy="31750"/>
            </a:xfrm>
            <a:custGeom>
              <a:avLst/>
              <a:gdLst>
                <a:gd name="T0" fmla="*/ 28 w 454"/>
                <a:gd name="T1" fmla="*/ 0 h 270"/>
                <a:gd name="T2" fmla="*/ 454 w 454"/>
                <a:gd name="T3" fmla="*/ 0 h 270"/>
                <a:gd name="T4" fmla="*/ 446 w 454"/>
                <a:gd name="T5" fmla="*/ 70 h 270"/>
                <a:gd name="T6" fmla="*/ 435 w 454"/>
                <a:gd name="T7" fmla="*/ 138 h 270"/>
                <a:gd name="T8" fmla="*/ 419 w 454"/>
                <a:gd name="T9" fmla="*/ 206 h 270"/>
                <a:gd name="T10" fmla="*/ 397 w 454"/>
                <a:gd name="T11" fmla="*/ 270 h 270"/>
                <a:gd name="T12" fmla="*/ 0 w 454"/>
                <a:gd name="T13" fmla="*/ 270 h 270"/>
                <a:gd name="T14" fmla="*/ 12 w 454"/>
                <a:gd name="T15" fmla="*/ 206 h 270"/>
                <a:gd name="T16" fmla="*/ 19 w 454"/>
                <a:gd name="T17" fmla="*/ 139 h 270"/>
                <a:gd name="T18" fmla="*/ 25 w 454"/>
                <a:gd name="T19" fmla="*/ 71 h 270"/>
                <a:gd name="T20" fmla="*/ 28 w 454"/>
                <a:gd name="T21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54" h="270">
                  <a:moveTo>
                    <a:pt x="28" y="0"/>
                  </a:moveTo>
                  <a:lnTo>
                    <a:pt x="454" y="0"/>
                  </a:lnTo>
                  <a:lnTo>
                    <a:pt x="446" y="70"/>
                  </a:lnTo>
                  <a:lnTo>
                    <a:pt x="435" y="138"/>
                  </a:lnTo>
                  <a:lnTo>
                    <a:pt x="419" y="206"/>
                  </a:lnTo>
                  <a:lnTo>
                    <a:pt x="397" y="270"/>
                  </a:lnTo>
                  <a:lnTo>
                    <a:pt x="0" y="270"/>
                  </a:lnTo>
                  <a:lnTo>
                    <a:pt x="12" y="206"/>
                  </a:lnTo>
                  <a:lnTo>
                    <a:pt x="19" y="139"/>
                  </a:lnTo>
                  <a:lnTo>
                    <a:pt x="25" y="71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49" name="Freeform 576">
              <a:extLst>
                <a:ext uri="{FF2B5EF4-FFF2-40B4-BE49-F238E27FC236}">
                  <a16:creationId xmlns:a16="http://schemas.microsoft.com/office/drawing/2014/main" id="{CF07F953-6EFE-427E-B7D3-F60109C6F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4546600"/>
              <a:ext cx="50800" cy="71438"/>
            </a:xfrm>
            <a:custGeom>
              <a:avLst/>
              <a:gdLst>
                <a:gd name="T0" fmla="*/ 234 w 455"/>
                <a:gd name="T1" fmla="*/ 0 h 626"/>
                <a:gd name="T2" fmla="*/ 249 w 455"/>
                <a:gd name="T3" fmla="*/ 4 h 626"/>
                <a:gd name="T4" fmla="*/ 262 w 455"/>
                <a:gd name="T5" fmla="*/ 14 h 626"/>
                <a:gd name="T6" fmla="*/ 436 w 455"/>
                <a:gd name="T7" fmla="*/ 187 h 626"/>
                <a:gd name="T8" fmla="*/ 446 w 455"/>
                <a:gd name="T9" fmla="*/ 200 h 626"/>
                <a:gd name="T10" fmla="*/ 452 w 455"/>
                <a:gd name="T11" fmla="*/ 215 h 626"/>
                <a:gd name="T12" fmla="*/ 455 w 455"/>
                <a:gd name="T13" fmla="*/ 231 h 626"/>
                <a:gd name="T14" fmla="*/ 452 w 455"/>
                <a:gd name="T15" fmla="*/ 248 h 626"/>
                <a:gd name="T16" fmla="*/ 446 w 455"/>
                <a:gd name="T17" fmla="*/ 262 h 626"/>
                <a:gd name="T18" fmla="*/ 437 w 455"/>
                <a:gd name="T19" fmla="*/ 273 h 626"/>
                <a:gd name="T20" fmla="*/ 424 w 455"/>
                <a:gd name="T21" fmla="*/ 280 h 626"/>
                <a:gd name="T22" fmla="*/ 411 w 455"/>
                <a:gd name="T23" fmla="*/ 285 h 626"/>
                <a:gd name="T24" fmla="*/ 398 w 455"/>
                <a:gd name="T25" fmla="*/ 286 h 626"/>
                <a:gd name="T26" fmla="*/ 383 w 455"/>
                <a:gd name="T27" fmla="*/ 284 h 626"/>
                <a:gd name="T28" fmla="*/ 370 w 455"/>
                <a:gd name="T29" fmla="*/ 279 h 626"/>
                <a:gd name="T30" fmla="*/ 359 w 455"/>
                <a:gd name="T31" fmla="*/ 270 h 626"/>
                <a:gd name="T32" fmla="*/ 284 w 455"/>
                <a:gd name="T33" fmla="*/ 195 h 626"/>
                <a:gd name="T34" fmla="*/ 284 w 455"/>
                <a:gd name="T35" fmla="*/ 569 h 626"/>
                <a:gd name="T36" fmla="*/ 282 w 455"/>
                <a:gd name="T37" fmla="*/ 584 h 626"/>
                <a:gd name="T38" fmla="*/ 277 w 455"/>
                <a:gd name="T39" fmla="*/ 597 h 626"/>
                <a:gd name="T40" fmla="*/ 267 w 455"/>
                <a:gd name="T41" fmla="*/ 608 h 626"/>
                <a:gd name="T42" fmla="*/ 256 w 455"/>
                <a:gd name="T43" fmla="*/ 618 h 626"/>
                <a:gd name="T44" fmla="*/ 243 w 455"/>
                <a:gd name="T45" fmla="*/ 623 h 626"/>
                <a:gd name="T46" fmla="*/ 227 w 455"/>
                <a:gd name="T47" fmla="*/ 626 h 626"/>
                <a:gd name="T48" fmla="*/ 213 w 455"/>
                <a:gd name="T49" fmla="*/ 624 h 626"/>
                <a:gd name="T50" fmla="*/ 200 w 455"/>
                <a:gd name="T51" fmla="*/ 618 h 626"/>
                <a:gd name="T52" fmla="*/ 187 w 455"/>
                <a:gd name="T53" fmla="*/ 609 h 626"/>
                <a:gd name="T54" fmla="*/ 179 w 455"/>
                <a:gd name="T55" fmla="*/ 598 h 626"/>
                <a:gd name="T56" fmla="*/ 173 w 455"/>
                <a:gd name="T57" fmla="*/ 584 h 626"/>
                <a:gd name="T58" fmla="*/ 171 w 455"/>
                <a:gd name="T59" fmla="*/ 569 h 626"/>
                <a:gd name="T60" fmla="*/ 171 w 455"/>
                <a:gd name="T61" fmla="*/ 195 h 626"/>
                <a:gd name="T62" fmla="*/ 98 w 455"/>
                <a:gd name="T63" fmla="*/ 268 h 626"/>
                <a:gd name="T64" fmla="*/ 85 w 455"/>
                <a:gd name="T65" fmla="*/ 277 h 626"/>
                <a:gd name="T66" fmla="*/ 72 w 455"/>
                <a:gd name="T67" fmla="*/ 283 h 626"/>
                <a:gd name="T68" fmla="*/ 57 w 455"/>
                <a:gd name="T69" fmla="*/ 285 h 626"/>
                <a:gd name="T70" fmla="*/ 42 w 455"/>
                <a:gd name="T71" fmla="*/ 283 h 626"/>
                <a:gd name="T72" fmla="*/ 28 w 455"/>
                <a:gd name="T73" fmla="*/ 277 h 626"/>
                <a:gd name="T74" fmla="*/ 16 w 455"/>
                <a:gd name="T75" fmla="*/ 268 h 626"/>
                <a:gd name="T76" fmla="*/ 7 w 455"/>
                <a:gd name="T77" fmla="*/ 256 h 626"/>
                <a:gd name="T78" fmla="*/ 1 w 455"/>
                <a:gd name="T79" fmla="*/ 242 h 626"/>
                <a:gd name="T80" fmla="*/ 0 w 455"/>
                <a:gd name="T81" fmla="*/ 227 h 626"/>
                <a:gd name="T82" fmla="*/ 2 w 455"/>
                <a:gd name="T83" fmla="*/ 213 h 626"/>
                <a:gd name="T84" fmla="*/ 7 w 455"/>
                <a:gd name="T85" fmla="*/ 199 h 626"/>
                <a:gd name="T86" fmla="*/ 16 w 455"/>
                <a:gd name="T87" fmla="*/ 187 h 626"/>
                <a:gd name="T88" fmla="*/ 190 w 455"/>
                <a:gd name="T89" fmla="*/ 14 h 626"/>
                <a:gd name="T90" fmla="*/ 203 w 455"/>
                <a:gd name="T91" fmla="*/ 4 h 626"/>
                <a:gd name="T92" fmla="*/ 218 w 455"/>
                <a:gd name="T93" fmla="*/ 0 h 626"/>
                <a:gd name="T94" fmla="*/ 234 w 455"/>
                <a:gd name="T95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5" h="626">
                  <a:moveTo>
                    <a:pt x="234" y="0"/>
                  </a:moveTo>
                  <a:lnTo>
                    <a:pt x="249" y="4"/>
                  </a:lnTo>
                  <a:lnTo>
                    <a:pt x="262" y="14"/>
                  </a:lnTo>
                  <a:lnTo>
                    <a:pt x="436" y="187"/>
                  </a:lnTo>
                  <a:lnTo>
                    <a:pt x="446" y="200"/>
                  </a:lnTo>
                  <a:lnTo>
                    <a:pt x="452" y="215"/>
                  </a:lnTo>
                  <a:lnTo>
                    <a:pt x="455" y="231"/>
                  </a:lnTo>
                  <a:lnTo>
                    <a:pt x="452" y="248"/>
                  </a:lnTo>
                  <a:lnTo>
                    <a:pt x="446" y="262"/>
                  </a:lnTo>
                  <a:lnTo>
                    <a:pt x="437" y="273"/>
                  </a:lnTo>
                  <a:lnTo>
                    <a:pt x="424" y="280"/>
                  </a:lnTo>
                  <a:lnTo>
                    <a:pt x="411" y="285"/>
                  </a:lnTo>
                  <a:lnTo>
                    <a:pt x="398" y="286"/>
                  </a:lnTo>
                  <a:lnTo>
                    <a:pt x="383" y="284"/>
                  </a:lnTo>
                  <a:lnTo>
                    <a:pt x="370" y="279"/>
                  </a:lnTo>
                  <a:lnTo>
                    <a:pt x="359" y="270"/>
                  </a:lnTo>
                  <a:lnTo>
                    <a:pt x="284" y="195"/>
                  </a:lnTo>
                  <a:lnTo>
                    <a:pt x="284" y="569"/>
                  </a:lnTo>
                  <a:lnTo>
                    <a:pt x="282" y="584"/>
                  </a:lnTo>
                  <a:lnTo>
                    <a:pt x="277" y="597"/>
                  </a:lnTo>
                  <a:lnTo>
                    <a:pt x="267" y="608"/>
                  </a:lnTo>
                  <a:lnTo>
                    <a:pt x="256" y="618"/>
                  </a:lnTo>
                  <a:lnTo>
                    <a:pt x="243" y="623"/>
                  </a:lnTo>
                  <a:lnTo>
                    <a:pt x="227" y="626"/>
                  </a:lnTo>
                  <a:lnTo>
                    <a:pt x="213" y="624"/>
                  </a:lnTo>
                  <a:lnTo>
                    <a:pt x="200" y="618"/>
                  </a:lnTo>
                  <a:lnTo>
                    <a:pt x="187" y="609"/>
                  </a:lnTo>
                  <a:lnTo>
                    <a:pt x="179" y="598"/>
                  </a:lnTo>
                  <a:lnTo>
                    <a:pt x="173" y="584"/>
                  </a:lnTo>
                  <a:lnTo>
                    <a:pt x="171" y="569"/>
                  </a:lnTo>
                  <a:lnTo>
                    <a:pt x="171" y="195"/>
                  </a:lnTo>
                  <a:lnTo>
                    <a:pt x="98" y="268"/>
                  </a:lnTo>
                  <a:lnTo>
                    <a:pt x="85" y="277"/>
                  </a:lnTo>
                  <a:lnTo>
                    <a:pt x="72" y="283"/>
                  </a:lnTo>
                  <a:lnTo>
                    <a:pt x="57" y="285"/>
                  </a:lnTo>
                  <a:lnTo>
                    <a:pt x="42" y="283"/>
                  </a:lnTo>
                  <a:lnTo>
                    <a:pt x="28" y="277"/>
                  </a:lnTo>
                  <a:lnTo>
                    <a:pt x="16" y="268"/>
                  </a:lnTo>
                  <a:lnTo>
                    <a:pt x="7" y="256"/>
                  </a:lnTo>
                  <a:lnTo>
                    <a:pt x="1" y="242"/>
                  </a:lnTo>
                  <a:lnTo>
                    <a:pt x="0" y="227"/>
                  </a:lnTo>
                  <a:lnTo>
                    <a:pt x="2" y="213"/>
                  </a:lnTo>
                  <a:lnTo>
                    <a:pt x="7" y="199"/>
                  </a:lnTo>
                  <a:lnTo>
                    <a:pt x="16" y="187"/>
                  </a:lnTo>
                  <a:lnTo>
                    <a:pt x="190" y="14"/>
                  </a:lnTo>
                  <a:lnTo>
                    <a:pt x="203" y="4"/>
                  </a:lnTo>
                  <a:lnTo>
                    <a:pt x="218" y="0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0" name="Freeform 577">
              <a:extLst>
                <a:ext uri="{FF2B5EF4-FFF2-40B4-BE49-F238E27FC236}">
                  <a16:creationId xmlns:a16="http://schemas.microsoft.com/office/drawing/2014/main" id="{C1F2CA0E-E82D-4D7B-A729-DD7536CA7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038" y="4602163"/>
              <a:ext cx="53975" cy="52388"/>
            </a:xfrm>
            <a:custGeom>
              <a:avLst/>
              <a:gdLst>
                <a:gd name="T0" fmla="*/ 51 w 476"/>
                <a:gd name="T1" fmla="*/ 0 h 473"/>
                <a:gd name="T2" fmla="*/ 297 w 476"/>
                <a:gd name="T3" fmla="*/ 0 h 473"/>
                <a:gd name="T4" fmla="*/ 313 w 476"/>
                <a:gd name="T5" fmla="*/ 2 h 473"/>
                <a:gd name="T6" fmla="*/ 329 w 476"/>
                <a:gd name="T7" fmla="*/ 8 h 473"/>
                <a:gd name="T8" fmla="*/ 341 w 476"/>
                <a:gd name="T9" fmla="*/ 17 h 473"/>
                <a:gd name="T10" fmla="*/ 351 w 476"/>
                <a:gd name="T11" fmla="*/ 30 h 473"/>
                <a:gd name="T12" fmla="*/ 356 w 476"/>
                <a:gd name="T13" fmla="*/ 48 h 473"/>
                <a:gd name="T14" fmla="*/ 356 w 476"/>
                <a:gd name="T15" fmla="*/ 64 h 473"/>
                <a:gd name="T16" fmla="*/ 352 w 476"/>
                <a:gd name="T17" fmla="*/ 79 h 473"/>
                <a:gd name="T18" fmla="*/ 343 w 476"/>
                <a:gd name="T19" fmla="*/ 93 h 473"/>
                <a:gd name="T20" fmla="*/ 331 w 476"/>
                <a:gd name="T21" fmla="*/ 104 h 473"/>
                <a:gd name="T22" fmla="*/ 316 w 476"/>
                <a:gd name="T23" fmla="*/ 110 h 473"/>
                <a:gd name="T24" fmla="*/ 301 w 476"/>
                <a:gd name="T25" fmla="*/ 113 h 473"/>
                <a:gd name="T26" fmla="*/ 194 w 476"/>
                <a:gd name="T27" fmla="*/ 113 h 473"/>
                <a:gd name="T28" fmla="*/ 460 w 476"/>
                <a:gd name="T29" fmla="*/ 378 h 473"/>
                <a:gd name="T30" fmla="*/ 468 w 476"/>
                <a:gd name="T31" fmla="*/ 389 h 473"/>
                <a:gd name="T32" fmla="*/ 474 w 476"/>
                <a:gd name="T33" fmla="*/ 402 h 473"/>
                <a:gd name="T34" fmla="*/ 476 w 476"/>
                <a:gd name="T35" fmla="*/ 416 h 473"/>
                <a:gd name="T36" fmla="*/ 474 w 476"/>
                <a:gd name="T37" fmla="*/ 430 h 473"/>
                <a:gd name="T38" fmla="*/ 469 w 476"/>
                <a:gd name="T39" fmla="*/ 444 h 473"/>
                <a:gd name="T40" fmla="*/ 460 w 476"/>
                <a:gd name="T41" fmla="*/ 457 h 473"/>
                <a:gd name="T42" fmla="*/ 449 w 476"/>
                <a:gd name="T43" fmla="*/ 465 h 473"/>
                <a:gd name="T44" fmla="*/ 435 w 476"/>
                <a:gd name="T45" fmla="*/ 471 h 473"/>
                <a:gd name="T46" fmla="*/ 421 w 476"/>
                <a:gd name="T47" fmla="*/ 473 h 473"/>
                <a:gd name="T48" fmla="*/ 407 w 476"/>
                <a:gd name="T49" fmla="*/ 471 h 473"/>
                <a:gd name="T50" fmla="*/ 393 w 476"/>
                <a:gd name="T51" fmla="*/ 466 h 473"/>
                <a:gd name="T52" fmla="*/ 381 w 476"/>
                <a:gd name="T53" fmla="*/ 457 h 473"/>
                <a:gd name="T54" fmla="*/ 116 w 476"/>
                <a:gd name="T55" fmla="*/ 192 h 473"/>
                <a:gd name="T56" fmla="*/ 116 w 476"/>
                <a:gd name="T57" fmla="*/ 295 h 473"/>
                <a:gd name="T58" fmla="*/ 112 w 476"/>
                <a:gd name="T59" fmla="*/ 313 h 473"/>
                <a:gd name="T60" fmla="*/ 104 w 476"/>
                <a:gd name="T61" fmla="*/ 330 h 473"/>
                <a:gd name="T62" fmla="*/ 92 w 476"/>
                <a:gd name="T63" fmla="*/ 342 h 473"/>
                <a:gd name="T64" fmla="*/ 76 w 476"/>
                <a:gd name="T65" fmla="*/ 350 h 473"/>
                <a:gd name="T66" fmla="*/ 57 w 476"/>
                <a:gd name="T67" fmla="*/ 352 h 473"/>
                <a:gd name="T68" fmla="*/ 39 w 476"/>
                <a:gd name="T69" fmla="*/ 349 h 473"/>
                <a:gd name="T70" fmla="*/ 23 w 476"/>
                <a:gd name="T71" fmla="*/ 341 h 473"/>
                <a:gd name="T72" fmla="*/ 11 w 476"/>
                <a:gd name="T73" fmla="*/ 329 h 473"/>
                <a:gd name="T74" fmla="*/ 3 w 476"/>
                <a:gd name="T75" fmla="*/ 313 h 473"/>
                <a:gd name="T76" fmla="*/ 0 w 476"/>
                <a:gd name="T77" fmla="*/ 295 h 473"/>
                <a:gd name="T78" fmla="*/ 0 w 476"/>
                <a:gd name="T79" fmla="*/ 51 h 473"/>
                <a:gd name="T80" fmla="*/ 3 w 476"/>
                <a:gd name="T81" fmla="*/ 34 h 473"/>
                <a:gd name="T82" fmla="*/ 10 w 476"/>
                <a:gd name="T83" fmla="*/ 20 h 473"/>
                <a:gd name="T84" fmla="*/ 21 w 476"/>
                <a:gd name="T85" fmla="*/ 10 h 473"/>
                <a:gd name="T86" fmla="*/ 35 w 476"/>
                <a:gd name="T87" fmla="*/ 3 h 473"/>
                <a:gd name="T88" fmla="*/ 51 w 476"/>
                <a:gd name="T8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6" h="473">
                  <a:moveTo>
                    <a:pt x="51" y="0"/>
                  </a:moveTo>
                  <a:lnTo>
                    <a:pt x="297" y="0"/>
                  </a:lnTo>
                  <a:lnTo>
                    <a:pt x="313" y="2"/>
                  </a:lnTo>
                  <a:lnTo>
                    <a:pt x="329" y="8"/>
                  </a:lnTo>
                  <a:lnTo>
                    <a:pt x="341" y="17"/>
                  </a:lnTo>
                  <a:lnTo>
                    <a:pt x="351" y="30"/>
                  </a:lnTo>
                  <a:lnTo>
                    <a:pt x="356" y="48"/>
                  </a:lnTo>
                  <a:lnTo>
                    <a:pt x="356" y="64"/>
                  </a:lnTo>
                  <a:lnTo>
                    <a:pt x="352" y="79"/>
                  </a:lnTo>
                  <a:lnTo>
                    <a:pt x="343" y="93"/>
                  </a:lnTo>
                  <a:lnTo>
                    <a:pt x="331" y="104"/>
                  </a:lnTo>
                  <a:lnTo>
                    <a:pt x="316" y="110"/>
                  </a:lnTo>
                  <a:lnTo>
                    <a:pt x="301" y="113"/>
                  </a:lnTo>
                  <a:lnTo>
                    <a:pt x="194" y="113"/>
                  </a:lnTo>
                  <a:lnTo>
                    <a:pt x="460" y="378"/>
                  </a:lnTo>
                  <a:lnTo>
                    <a:pt x="468" y="389"/>
                  </a:lnTo>
                  <a:lnTo>
                    <a:pt x="474" y="402"/>
                  </a:lnTo>
                  <a:lnTo>
                    <a:pt x="476" y="416"/>
                  </a:lnTo>
                  <a:lnTo>
                    <a:pt x="474" y="430"/>
                  </a:lnTo>
                  <a:lnTo>
                    <a:pt x="469" y="444"/>
                  </a:lnTo>
                  <a:lnTo>
                    <a:pt x="460" y="457"/>
                  </a:lnTo>
                  <a:lnTo>
                    <a:pt x="449" y="465"/>
                  </a:lnTo>
                  <a:lnTo>
                    <a:pt x="435" y="471"/>
                  </a:lnTo>
                  <a:lnTo>
                    <a:pt x="421" y="473"/>
                  </a:lnTo>
                  <a:lnTo>
                    <a:pt x="407" y="471"/>
                  </a:lnTo>
                  <a:lnTo>
                    <a:pt x="393" y="466"/>
                  </a:lnTo>
                  <a:lnTo>
                    <a:pt x="381" y="457"/>
                  </a:lnTo>
                  <a:lnTo>
                    <a:pt x="116" y="192"/>
                  </a:lnTo>
                  <a:lnTo>
                    <a:pt x="116" y="295"/>
                  </a:lnTo>
                  <a:lnTo>
                    <a:pt x="112" y="313"/>
                  </a:lnTo>
                  <a:lnTo>
                    <a:pt x="104" y="330"/>
                  </a:lnTo>
                  <a:lnTo>
                    <a:pt x="92" y="342"/>
                  </a:lnTo>
                  <a:lnTo>
                    <a:pt x="76" y="350"/>
                  </a:lnTo>
                  <a:lnTo>
                    <a:pt x="57" y="352"/>
                  </a:lnTo>
                  <a:lnTo>
                    <a:pt x="39" y="349"/>
                  </a:lnTo>
                  <a:lnTo>
                    <a:pt x="23" y="341"/>
                  </a:lnTo>
                  <a:lnTo>
                    <a:pt x="11" y="329"/>
                  </a:lnTo>
                  <a:lnTo>
                    <a:pt x="3" y="313"/>
                  </a:lnTo>
                  <a:lnTo>
                    <a:pt x="0" y="295"/>
                  </a:lnTo>
                  <a:lnTo>
                    <a:pt x="0" y="51"/>
                  </a:lnTo>
                  <a:lnTo>
                    <a:pt x="3" y="34"/>
                  </a:lnTo>
                  <a:lnTo>
                    <a:pt x="10" y="20"/>
                  </a:lnTo>
                  <a:lnTo>
                    <a:pt x="21" y="10"/>
                  </a:lnTo>
                  <a:lnTo>
                    <a:pt x="35" y="3"/>
                  </a:lnTo>
                  <a:lnTo>
                    <a:pt x="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1" name="Freeform 578">
              <a:extLst>
                <a:ext uri="{FF2B5EF4-FFF2-40B4-BE49-F238E27FC236}">
                  <a16:creationId xmlns:a16="http://schemas.microsoft.com/office/drawing/2014/main" id="{619E94C1-D6FB-4EB9-8DA9-701407F6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063" y="4711700"/>
              <a:ext cx="71437" cy="52388"/>
            </a:xfrm>
            <a:custGeom>
              <a:avLst/>
              <a:gdLst>
                <a:gd name="T0" fmla="*/ 232 w 627"/>
                <a:gd name="T1" fmla="*/ 0 h 454"/>
                <a:gd name="T2" fmla="*/ 248 w 627"/>
                <a:gd name="T3" fmla="*/ 2 h 454"/>
                <a:gd name="T4" fmla="*/ 262 w 627"/>
                <a:gd name="T5" fmla="*/ 9 h 454"/>
                <a:gd name="T6" fmla="*/ 274 w 627"/>
                <a:gd name="T7" fmla="*/ 18 h 454"/>
                <a:gd name="T8" fmla="*/ 282 w 627"/>
                <a:gd name="T9" fmla="*/ 30 h 454"/>
                <a:gd name="T10" fmla="*/ 286 w 627"/>
                <a:gd name="T11" fmla="*/ 43 h 454"/>
                <a:gd name="T12" fmla="*/ 287 w 627"/>
                <a:gd name="T13" fmla="*/ 57 h 454"/>
                <a:gd name="T14" fmla="*/ 285 w 627"/>
                <a:gd name="T15" fmla="*/ 72 h 454"/>
                <a:gd name="T16" fmla="*/ 280 w 627"/>
                <a:gd name="T17" fmla="*/ 85 h 454"/>
                <a:gd name="T18" fmla="*/ 271 w 627"/>
                <a:gd name="T19" fmla="*/ 96 h 454"/>
                <a:gd name="T20" fmla="*/ 196 w 627"/>
                <a:gd name="T21" fmla="*/ 171 h 454"/>
                <a:gd name="T22" fmla="*/ 571 w 627"/>
                <a:gd name="T23" fmla="*/ 171 h 454"/>
                <a:gd name="T24" fmla="*/ 585 w 627"/>
                <a:gd name="T25" fmla="*/ 173 h 454"/>
                <a:gd name="T26" fmla="*/ 599 w 627"/>
                <a:gd name="T27" fmla="*/ 178 h 454"/>
                <a:gd name="T28" fmla="*/ 610 w 627"/>
                <a:gd name="T29" fmla="*/ 187 h 454"/>
                <a:gd name="T30" fmla="*/ 619 w 627"/>
                <a:gd name="T31" fmla="*/ 198 h 454"/>
                <a:gd name="T32" fmla="*/ 625 w 627"/>
                <a:gd name="T33" fmla="*/ 212 h 454"/>
                <a:gd name="T34" fmla="*/ 627 w 627"/>
                <a:gd name="T35" fmla="*/ 227 h 454"/>
                <a:gd name="T36" fmla="*/ 625 w 627"/>
                <a:gd name="T37" fmla="*/ 241 h 454"/>
                <a:gd name="T38" fmla="*/ 619 w 627"/>
                <a:gd name="T39" fmla="*/ 255 h 454"/>
                <a:gd name="T40" fmla="*/ 611 w 627"/>
                <a:gd name="T41" fmla="*/ 266 h 454"/>
                <a:gd name="T42" fmla="*/ 600 w 627"/>
                <a:gd name="T43" fmla="*/ 275 h 454"/>
                <a:gd name="T44" fmla="*/ 586 w 627"/>
                <a:gd name="T45" fmla="*/ 281 h 454"/>
                <a:gd name="T46" fmla="*/ 571 w 627"/>
                <a:gd name="T47" fmla="*/ 283 h 454"/>
                <a:gd name="T48" fmla="*/ 196 w 627"/>
                <a:gd name="T49" fmla="*/ 283 h 454"/>
                <a:gd name="T50" fmla="*/ 270 w 627"/>
                <a:gd name="T51" fmla="*/ 356 h 454"/>
                <a:gd name="T52" fmla="*/ 279 w 627"/>
                <a:gd name="T53" fmla="*/ 368 h 454"/>
                <a:gd name="T54" fmla="*/ 285 w 627"/>
                <a:gd name="T55" fmla="*/ 382 h 454"/>
                <a:gd name="T56" fmla="*/ 287 w 627"/>
                <a:gd name="T57" fmla="*/ 397 h 454"/>
                <a:gd name="T58" fmla="*/ 285 w 627"/>
                <a:gd name="T59" fmla="*/ 412 h 454"/>
                <a:gd name="T60" fmla="*/ 279 w 627"/>
                <a:gd name="T61" fmla="*/ 425 h 454"/>
                <a:gd name="T62" fmla="*/ 269 w 627"/>
                <a:gd name="T63" fmla="*/ 438 h 454"/>
                <a:gd name="T64" fmla="*/ 256 w 627"/>
                <a:gd name="T65" fmla="*/ 447 h 454"/>
                <a:gd name="T66" fmla="*/ 243 w 627"/>
                <a:gd name="T67" fmla="*/ 452 h 454"/>
                <a:gd name="T68" fmla="*/ 228 w 627"/>
                <a:gd name="T69" fmla="*/ 454 h 454"/>
                <a:gd name="T70" fmla="*/ 213 w 627"/>
                <a:gd name="T71" fmla="*/ 452 h 454"/>
                <a:gd name="T72" fmla="*/ 200 w 627"/>
                <a:gd name="T73" fmla="*/ 447 h 454"/>
                <a:gd name="T74" fmla="*/ 188 w 627"/>
                <a:gd name="T75" fmla="*/ 438 h 454"/>
                <a:gd name="T76" fmla="*/ 14 w 627"/>
                <a:gd name="T77" fmla="*/ 264 h 454"/>
                <a:gd name="T78" fmla="*/ 4 w 627"/>
                <a:gd name="T79" fmla="*/ 251 h 454"/>
                <a:gd name="T80" fmla="*/ 0 w 627"/>
                <a:gd name="T81" fmla="*/ 236 h 454"/>
                <a:gd name="T82" fmla="*/ 0 w 627"/>
                <a:gd name="T83" fmla="*/ 220 h 454"/>
                <a:gd name="T84" fmla="*/ 4 w 627"/>
                <a:gd name="T85" fmla="*/ 206 h 454"/>
                <a:gd name="T86" fmla="*/ 14 w 627"/>
                <a:gd name="T87" fmla="*/ 192 h 454"/>
                <a:gd name="T88" fmla="*/ 188 w 627"/>
                <a:gd name="T89" fmla="*/ 18 h 454"/>
                <a:gd name="T90" fmla="*/ 201 w 627"/>
                <a:gd name="T91" fmla="*/ 9 h 454"/>
                <a:gd name="T92" fmla="*/ 216 w 627"/>
                <a:gd name="T93" fmla="*/ 2 h 454"/>
                <a:gd name="T94" fmla="*/ 232 w 627"/>
                <a:gd name="T95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27" h="454">
                  <a:moveTo>
                    <a:pt x="232" y="0"/>
                  </a:moveTo>
                  <a:lnTo>
                    <a:pt x="248" y="2"/>
                  </a:lnTo>
                  <a:lnTo>
                    <a:pt x="262" y="9"/>
                  </a:lnTo>
                  <a:lnTo>
                    <a:pt x="274" y="18"/>
                  </a:lnTo>
                  <a:lnTo>
                    <a:pt x="282" y="30"/>
                  </a:lnTo>
                  <a:lnTo>
                    <a:pt x="286" y="43"/>
                  </a:lnTo>
                  <a:lnTo>
                    <a:pt x="287" y="57"/>
                  </a:lnTo>
                  <a:lnTo>
                    <a:pt x="285" y="72"/>
                  </a:lnTo>
                  <a:lnTo>
                    <a:pt x="280" y="85"/>
                  </a:lnTo>
                  <a:lnTo>
                    <a:pt x="271" y="96"/>
                  </a:lnTo>
                  <a:lnTo>
                    <a:pt x="196" y="171"/>
                  </a:lnTo>
                  <a:lnTo>
                    <a:pt x="571" y="171"/>
                  </a:lnTo>
                  <a:lnTo>
                    <a:pt x="585" y="173"/>
                  </a:lnTo>
                  <a:lnTo>
                    <a:pt x="599" y="178"/>
                  </a:lnTo>
                  <a:lnTo>
                    <a:pt x="610" y="187"/>
                  </a:lnTo>
                  <a:lnTo>
                    <a:pt x="619" y="198"/>
                  </a:lnTo>
                  <a:lnTo>
                    <a:pt x="625" y="212"/>
                  </a:lnTo>
                  <a:lnTo>
                    <a:pt x="627" y="227"/>
                  </a:lnTo>
                  <a:lnTo>
                    <a:pt x="625" y="241"/>
                  </a:lnTo>
                  <a:lnTo>
                    <a:pt x="619" y="255"/>
                  </a:lnTo>
                  <a:lnTo>
                    <a:pt x="611" y="266"/>
                  </a:lnTo>
                  <a:lnTo>
                    <a:pt x="600" y="275"/>
                  </a:lnTo>
                  <a:lnTo>
                    <a:pt x="586" y="281"/>
                  </a:lnTo>
                  <a:lnTo>
                    <a:pt x="571" y="283"/>
                  </a:lnTo>
                  <a:lnTo>
                    <a:pt x="196" y="283"/>
                  </a:lnTo>
                  <a:lnTo>
                    <a:pt x="270" y="356"/>
                  </a:lnTo>
                  <a:lnTo>
                    <a:pt x="279" y="368"/>
                  </a:lnTo>
                  <a:lnTo>
                    <a:pt x="285" y="382"/>
                  </a:lnTo>
                  <a:lnTo>
                    <a:pt x="287" y="397"/>
                  </a:lnTo>
                  <a:lnTo>
                    <a:pt x="285" y="412"/>
                  </a:lnTo>
                  <a:lnTo>
                    <a:pt x="279" y="425"/>
                  </a:lnTo>
                  <a:lnTo>
                    <a:pt x="269" y="438"/>
                  </a:lnTo>
                  <a:lnTo>
                    <a:pt x="256" y="447"/>
                  </a:lnTo>
                  <a:lnTo>
                    <a:pt x="243" y="452"/>
                  </a:lnTo>
                  <a:lnTo>
                    <a:pt x="228" y="454"/>
                  </a:lnTo>
                  <a:lnTo>
                    <a:pt x="213" y="452"/>
                  </a:lnTo>
                  <a:lnTo>
                    <a:pt x="200" y="447"/>
                  </a:lnTo>
                  <a:lnTo>
                    <a:pt x="188" y="438"/>
                  </a:lnTo>
                  <a:lnTo>
                    <a:pt x="14" y="264"/>
                  </a:lnTo>
                  <a:lnTo>
                    <a:pt x="4" y="251"/>
                  </a:lnTo>
                  <a:lnTo>
                    <a:pt x="0" y="236"/>
                  </a:lnTo>
                  <a:lnTo>
                    <a:pt x="0" y="220"/>
                  </a:lnTo>
                  <a:lnTo>
                    <a:pt x="4" y="206"/>
                  </a:lnTo>
                  <a:lnTo>
                    <a:pt x="14" y="192"/>
                  </a:lnTo>
                  <a:lnTo>
                    <a:pt x="188" y="18"/>
                  </a:lnTo>
                  <a:lnTo>
                    <a:pt x="201" y="9"/>
                  </a:lnTo>
                  <a:lnTo>
                    <a:pt x="216" y="2"/>
                  </a:lnTo>
                  <a:lnTo>
                    <a:pt x="2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2" name="Freeform 579">
              <a:extLst>
                <a:ext uri="{FF2B5EF4-FFF2-40B4-BE49-F238E27FC236}">
                  <a16:creationId xmlns:a16="http://schemas.microsoft.com/office/drawing/2014/main" id="{E0FF520C-52A7-4105-8FD5-D0E1BD9DD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038" y="4821238"/>
              <a:ext cx="53975" cy="53975"/>
            </a:xfrm>
            <a:custGeom>
              <a:avLst/>
              <a:gdLst>
                <a:gd name="T0" fmla="*/ 417 w 473"/>
                <a:gd name="T1" fmla="*/ 0 h 475"/>
                <a:gd name="T2" fmla="*/ 431 w 473"/>
                <a:gd name="T3" fmla="*/ 2 h 475"/>
                <a:gd name="T4" fmla="*/ 446 w 473"/>
                <a:gd name="T5" fmla="*/ 7 h 475"/>
                <a:gd name="T6" fmla="*/ 457 w 473"/>
                <a:gd name="T7" fmla="*/ 17 h 475"/>
                <a:gd name="T8" fmla="*/ 466 w 473"/>
                <a:gd name="T9" fmla="*/ 29 h 475"/>
                <a:gd name="T10" fmla="*/ 471 w 473"/>
                <a:gd name="T11" fmla="*/ 42 h 475"/>
                <a:gd name="T12" fmla="*/ 473 w 473"/>
                <a:gd name="T13" fmla="*/ 55 h 475"/>
                <a:gd name="T14" fmla="*/ 472 w 473"/>
                <a:gd name="T15" fmla="*/ 70 h 475"/>
                <a:gd name="T16" fmla="*/ 466 w 473"/>
                <a:gd name="T17" fmla="*/ 84 h 475"/>
                <a:gd name="T18" fmla="*/ 457 w 473"/>
                <a:gd name="T19" fmla="*/ 96 h 475"/>
                <a:gd name="T20" fmla="*/ 193 w 473"/>
                <a:gd name="T21" fmla="*/ 360 h 475"/>
                <a:gd name="T22" fmla="*/ 295 w 473"/>
                <a:gd name="T23" fmla="*/ 360 h 475"/>
                <a:gd name="T24" fmla="*/ 315 w 473"/>
                <a:gd name="T25" fmla="*/ 363 h 475"/>
                <a:gd name="T26" fmla="*/ 330 w 473"/>
                <a:gd name="T27" fmla="*/ 371 h 475"/>
                <a:gd name="T28" fmla="*/ 342 w 473"/>
                <a:gd name="T29" fmla="*/ 384 h 475"/>
                <a:gd name="T30" fmla="*/ 350 w 473"/>
                <a:gd name="T31" fmla="*/ 400 h 475"/>
                <a:gd name="T32" fmla="*/ 354 w 473"/>
                <a:gd name="T33" fmla="*/ 419 h 475"/>
                <a:gd name="T34" fmla="*/ 350 w 473"/>
                <a:gd name="T35" fmla="*/ 437 h 475"/>
                <a:gd name="T36" fmla="*/ 342 w 473"/>
                <a:gd name="T37" fmla="*/ 452 h 475"/>
                <a:gd name="T38" fmla="*/ 329 w 473"/>
                <a:gd name="T39" fmla="*/ 464 h 475"/>
                <a:gd name="T40" fmla="*/ 314 w 473"/>
                <a:gd name="T41" fmla="*/ 472 h 475"/>
                <a:gd name="T42" fmla="*/ 295 w 473"/>
                <a:gd name="T43" fmla="*/ 475 h 475"/>
                <a:gd name="T44" fmla="*/ 50 w 473"/>
                <a:gd name="T45" fmla="*/ 475 h 475"/>
                <a:gd name="T46" fmla="*/ 35 w 473"/>
                <a:gd name="T47" fmla="*/ 472 h 475"/>
                <a:gd name="T48" fmla="*/ 20 w 473"/>
                <a:gd name="T49" fmla="*/ 465 h 475"/>
                <a:gd name="T50" fmla="*/ 9 w 473"/>
                <a:gd name="T51" fmla="*/ 454 h 475"/>
                <a:gd name="T52" fmla="*/ 2 w 473"/>
                <a:gd name="T53" fmla="*/ 441 h 475"/>
                <a:gd name="T54" fmla="*/ 0 w 473"/>
                <a:gd name="T55" fmla="*/ 424 h 475"/>
                <a:gd name="T56" fmla="*/ 0 w 473"/>
                <a:gd name="T57" fmla="*/ 179 h 475"/>
                <a:gd name="T58" fmla="*/ 2 w 473"/>
                <a:gd name="T59" fmla="*/ 163 h 475"/>
                <a:gd name="T60" fmla="*/ 7 w 473"/>
                <a:gd name="T61" fmla="*/ 147 h 475"/>
                <a:gd name="T62" fmla="*/ 17 w 473"/>
                <a:gd name="T63" fmla="*/ 134 h 475"/>
                <a:gd name="T64" fmla="*/ 31 w 473"/>
                <a:gd name="T65" fmla="*/ 125 h 475"/>
                <a:gd name="T66" fmla="*/ 47 w 473"/>
                <a:gd name="T67" fmla="*/ 119 h 475"/>
                <a:gd name="T68" fmla="*/ 64 w 473"/>
                <a:gd name="T69" fmla="*/ 119 h 475"/>
                <a:gd name="T70" fmla="*/ 80 w 473"/>
                <a:gd name="T71" fmla="*/ 124 h 475"/>
                <a:gd name="T72" fmla="*/ 93 w 473"/>
                <a:gd name="T73" fmla="*/ 133 h 475"/>
                <a:gd name="T74" fmla="*/ 103 w 473"/>
                <a:gd name="T75" fmla="*/ 144 h 475"/>
                <a:gd name="T76" fmla="*/ 111 w 473"/>
                <a:gd name="T77" fmla="*/ 158 h 475"/>
                <a:gd name="T78" fmla="*/ 113 w 473"/>
                <a:gd name="T79" fmla="*/ 175 h 475"/>
                <a:gd name="T80" fmla="*/ 113 w 473"/>
                <a:gd name="T81" fmla="*/ 280 h 475"/>
                <a:gd name="T82" fmla="*/ 378 w 473"/>
                <a:gd name="T83" fmla="*/ 16 h 475"/>
                <a:gd name="T84" fmla="*/ 390 w 473"/>
                <a:gd name="T85" fmla="*/ 7 h 475"/>
                <a:gd name="T86" fmla="*/ 404 w 473"/>
                <a:gd name="T87" fmla="*/ 2 h 475"/>
                <a:gd name="T88" fmla="*/ 417 w 473"/>
                <a:gd name="T89" fmla="*/ 0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3" h="475">
                  <a:moveTo>
                    <a:pt x="417" y="0"/>
                  </a:moveTo>
                  <a:lnTo>
                    <a:pt x="431" y="2"/>
                  </a:lnTo>
                  <a:lnTo>
                    <a:pt x="446" y="7"/>
                  </a:lnTo>
                  <a:lnTo>
                    <a:pt x="457" y="17"/>
                  </a:lnTo>
                  <a:lnTo>
                    <a:pt x="466" y="29"/>
                  </a:lnTo>
                  <a:lnTo>
                    <a:pt x="471" y="42"/>
                  </a:lnTo>
                  <a:lnTo>
                    <a:pt x="473" y="55"/>
                  </a:lnTo>
                  <a:lnTo>
                    <a:pt x="472" y="70"/>
                  </a:lnTo>
                  <a:lnTo>
                    <a:pt x="466" y="84"/>
                  </a:lnTo>
                  <a:lnTo>
                    <a:pt x="457" y="96"/>
                  </a:lnTo>
                  <a:lnTo>
                    <a:pt x="193" y="360"/>
                  </a:lnTo>
                  <a:lnTo>
                    <a:pt x="295" y="360"/>
                  </a:lnTo>
                  <a:lnTo>
                    <a:pt x="315" y="363"/>
                  </a:lnTo>
                  <a:lnTo>
                    <a:pt x="330" y="371"/>
                  </a:lnTo>
                  <a:lnTo>
                    <a:pt x="342" y="384"/>
                  </a:lnTo>
                  <a:lnTo>
                    <a:pt x="350" y="400"/>
                  </a:lnTo>
                  <a:lnTo>
                    <a:pt x="354" y="419"/>
                  </a:lnTo>
                  <a:lnTo>
                    <a:pt x="350" y="437"/>
                  </a:lnTo>
                  <a:lnTo>
                    <a:pt x="342" y="452"/>
                  </a:lnTo>
                  <a:lnTo>
                    <a:pt x="329" y="464"/>
                  </a:lnTo>
                  <a:lnTo>
                    <a:pt x="314" y="472"/>
                  </a:lnTo>
                  <a:lnTo>
                    <a:pt x="295" y="475"/>
                  </a:lnTo>
                  <a:lnTo>
                    <a:pt x="50" y="475"/>
                  </a:lnTo>
                  <a:lnTo>
                    <a:pt x="35" y="472"/>
                  </a:lnTo>
                  <a:lnTo>
                    <a:pt x="20" y="465"/>
                  </a:lnTo>
                  <a:lnTo>
                    <a:pt x="9" y="454"/>
                  </a:lnTo>
                  <a:lnTo>
                    <a:pt x="2" y="441"/>
                  </a:lnTo>
                  <a:lnTo>
                    <a:pt x="0" y="424"/>
                  </a:lnTo>
                  <a:lnTo>
                    <a:pt x="0" y="179"/>
                  </a:lnTo>
                  <a:lnTo>
                    <a:pt x="2" y="163"/>
                  </a:lnTo>
                  <a:lnTo>
                    <a:pt x="7" y="147"/>
                  </a:lnTo>
                  <a:lnTo>
                    <a:pt x="17" y="134"/>
                  </a:lnTo>
                  <a:lnTo>
                    <a:pt x="31" y="125"/>
                  </a:lnTo>
                  <a:lnTo>
                    <a:pt x="47" y="119"/>
                  </a:lnTo>
                  <a:lnTo>
                    <a:pt x="64" y="119"/>
                  </a:lnTo>
                  <a:lnTo>
                    <a:pt x="80" y="124"/>
                  </a:lnTo>
                  <a:lnTo>
                    <a:pt x="93" y="133"/>
                  </a:lnTo>
                  <a:lnTo>
                    <a:pt x="103" y="144"/>
                  </a:lnTo>
                  <a:lnTo>
                    <a:pt x="111" y="158"/>
                  </a:lnTo>
                  <a:lnTo>
                    <a:pt x="113" y="175"/>
                  </a:lnTo>
                  <a:lnTo>
                    <a:pt x="113" y="280"/>
                  </a:lnTo>
                  <a:lnTo>
                    <a:pt x="378" y="16"/>
                  </a:lnTo>
                  <a:lnTo>
                    <a:pt x="390" y="7"/>
                  </a:lnTo>
                  <a:lnTo>
                    <a:pt x="404" y="2"/>
                  </a:lnTo>
                  <a:lnTo>
                    <a:pt x="4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3" name="Freeform 580">
              <a:extLst>
                <a:ext uri="{FF2B5EF4-FFF2-40B4-BE49-F238E27FC236}">
                  <a16:creationId xmlns:a16="http://schemas.microsoft.com/office/drawing/2014/main" id="{8BDD1F9A-2B1B-4738-A0BA-AD4718F7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4857750"/>
              <a:ext cx="52387" cy="69850"/>
            </a:xfrm>
            <a:custGeom>
              <a:avLst/>
              <a:gdLst>
                <a:gd name="T0" fmla="*/ 228 w 455"/>
                <a:gd name="T1" fmla="*/ 0 h 626"/>
                <a:gd name="T2" fmla="*/ 242 w 455"/>
                <a:gd name="T3" fmla="*/ 2 h 626"/>
                <a:gd name="T4" fmla="*/ 255 w 455"/>
                <a:gd name="T5" fmla="*/ 7 h 626"/>
                <a:gd name="T6" fmla="*/ 267 w 455"/>
                <a:gd name="T7" fmla="*/ 16 h 626"/>
                <a:gd name="T8" fmla="*/ 276 w 455"/>
                <a:gd name="T9" fmla="*/ 28 h 626"/>
                <a:gd name="T10" fmla="*/ 282 w 455"/>
                <a:gd name="T11" fmla="*/ 41 h 626"/>
                <a:gd name="T12" fmla="*/ 284 w 455"/>
                <a:gd name="T13" fmla="*/ 56 h 626"/>
                <a:gd name="T14" fmla="*/ 284 w 455"/>
                <a:gd name="T15" fmla="*/ 431 h 626"/>
                <a:gd name="T16" fmla="*/ 357 w 455"/>
                <a:gd name="T17" fmla="*/ 357 h 626"/>
                <a:gd name="T18" fmla="*/ 370 w 455"/>
                <a:gd name="T19" fmla="*/ 348 h 626"/>
                <a:gd name="T20" fmla="*/ 383 w 455"/>
                <a:gd name="T21" fmla="*/ 343 h 626"/>
                <a:gd name="T22" fmla="*/ 398 w 455"/>
                <a:gd name="T23" fmla="*/ 341 h 626"/>
                <a:gd name="T24" fmla="*/ 413 w 455"/>
                <a:gd name="T25" fmla="*/ 343 h 626"/>
                <a:gd name="T26" fmla="*/ 426 w 455"/>
                <a:gd name="T27" fmla="*/ 348 h 626"/>
                <a:gd name="T28" fmla="*/ 439 w 455"/>
                <a:gd name="T29" fmla="*/ 357 h 626"/>
                <a:gd name="T30" fmla="*/ 448 w 455"/>
                <a:gd name="T31" fmla="*/ 370 h 626"/>
                <a:gd name="T32" fmla="*/ 454 w 455"/>
                <a:gd name="T33" fmla="*/ 383 h 626"/>
                <a:gd name="T34" fmla="*/ 455 w 455"/>
                <a:gd name="T35" fmla="*/ 398 h 626"/>
                <a:gd name="T36" fmla="*/ 453 w 455"/>
                <a:gd name="T37" fmla="*/ 413 h 626"/>
                <a:gd name="T38" fmla="*/ 448 w 455"/>
                <a:gd name="T39" fmla="*/ 426 h 626"/>
                <a:gd name="T40" fmla="*/ 439 w 455"/>
                <a:gd name="T41" fmla="*/ 439 h 626"/>
                <a:gd name="T42" fmla="*/ 264 w 455"/>
                <a:gd name="T43" fmla="*/ 611 h 626"/>
                <a:gd name="T44" fmla="*/ 252 w 455"/>
                <a:gd name="T45" fmla="*/ 621 h 626"/>
                <a:gd name="T46" fmla="*/ 237 w 455"/>
                <a:gd name="T47" fmla="*/ 626 h 626"/>
                <a:gd name="T48" fmla="*/ 221 w 455"/>
                <a:gd name="T49" fmla="*/ 626 h 626"/>
                <a:gd name="T50" fmla="*/ 206 w 455"/>
                <a:gd name="T51" fmla="*/ 621 h 626"/>
                <a:gd name="T52" fmla="*/ 193 w 455"/>
                <a:gd name="T53" fmla="*/ 611 h 626"/>
                <a:gd name="T54" fmla="*/ 19 w 455"/>
                <a:gd name="T55" fmla="*/ 439 h 626"/>
                <a:gd name="T56" fmla="*/ 9 w 455"/>
                <a:gd name="T57" fmla="*/ 425 h 626"/>
                <a:gd name="T58" fmla="*/ 3 w 455"/>
                <a:gd name="T59" fmla="*/ 410 h 626"/>
                <a:gd name="T60" fmla="*/ 0 w 455"/>
                <a:gd name="T61" fmla="*/ 394 h 626"/>
                <a:gd name="T62" fmla="*/ 3 w 455"/>
                <a:gd name="T63" fmla="*/ 378 h 626"/>
                <a:gd name="T64" fmla="*/ 9 w 455"/>
                <a:gd name="T65" fmla="*/ 364 h 626"/>
                <a:gd name="T66" fmla="*/ 18 w 455"/>
                <a:gd name="T67" fmla="*/ 353 h 626"/>
                <a:gd name="T68" fmla="*/ 31 w 455"/>
                <a:gd name="T69" fmla="*/ 345 h 626"/>
                <a:gd name="T70" fmla="*/ 44 w 455"/>
                <a:gd name="T71" fmla="*/ 341 h 626"/>
                <a:gd name="T72" fmla="*/ 57 w 455"/>
                <a:gd name="T73" fmla="*/ 340 h 626"/>
                <a:gd name="T74" fmla="*/ 72 w 455"/>
                <a:gd name="T75" fmla="*/ 342 h 626"/>
                <a:gd name="T76" fmla="*/ 85 w 455"/>
                <a:gd name="T77" fmla="*/ 347 h 626"/>
                <a:gd name="T78" fmla="*/ 96 w 455"/>
                <a:gd name="T79" fmla="*/ 355 h 626"/>
                <a:gd name="T80" fmla="*/ 171 w 455"/>
                <a:gd name="T81" fmla="*/ 431 h 626"/>
                <a:gd name="T82" fmla="*/ 171 w 455"/>
                <a:gd name="T83" fmla="*/ 56 h 626"/>
                <a:gd name="T84" fmla="*/ 173 w 455"/>
                <a:gd name="T85" fmla="*/ 42 h 626"/>
                <a:gd name="T86" fmla="*/ 178 w 455"/>
                <a:gd name="T87" fmla="*/ 29 h 626"/>
                <a:gd name="T88" fmla="*/ 188 w 455"/>
                <a:gd name="T89" fmla="*/ 17 h 626"/>
                <a:gd name="T90" fmla="*/ 199 w 455"/>
                <a:gd name="T91" fmla="*/ 8 h 626"/>
                <a:gd name="T92" fmla="*/ 212 w 455"/>
                <a:gd name="T93" fmla="*/ 2 h 626"/>
                <a:gd name="T94" fmla="*/ 228 w 455"/>
                <a:gd name="T95" fmla="*/ 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55" h="626">
                  <a:moveTo>
                    <a:pt x="228" y="0"/>
                  </a:moveTo>
                  <a:lnTo>
                    <a:pt x="242" y="2"/>
                  </a:lnTo>
                  <a:lnTo>
                    <a:pt x="255" y="7"/>
                  </a:lnTo>
                  <a:lnTo>
                    <a:pt x="267" y="16"/>
                  </a:lnTo>
                  <a:lnTo>
                    <a:pt x="276" y="28"/>
                  </a:lnTo>
                  <a:lnTo>
                    <a:pt x="282" y="41"/>
                  </a:lnTo>
                  <a:lnTo>
                    <a:pt x="284" y="56"/>
                  </a:lnTo>
                  <a:lnTo>
                    <a:pt x="284" y="431"/>
                  </a:lnTo>
                  <a:lnTo>
                    <a:pt x="357" y="357"/>
                  </a:lnTo>
                  <a:lnTo>
                    <a:pt x="370" y="348"/>
                  </a:lnTo>
                  <a:lnTo>
                    <a:pt x="383" y="343"/>
                  </a:lnTo>
                  <a:lnTo>
                    <a:pt x="398" y="341"/>
                  </a:lnTo>
                  <a:lnTo>
                    <a:pt x="413" y="343"/>
                  </a:lnTo>
                  <a:lnTo>
                    <a:pt x="426" y="348"/>
                  </a:lnTo>
                  <a:lnTo>
                    <a:pt x="439" y="357"/>
                  </a:lnTo>
                  <a:lnTo>
                    <a:pt x="448" y="370"/>
                  </a:lnTo>
                  <a:lnTo>
                    <a:pt x="454" y="383"/>
                  </a:lnTo>
                  <a:lnTo>
                    <a:pt x="455" y="398"/>
                  </a:lnTo>
                  <a:lnTo>
                    <a:pt x="453" y="413"/>
                  </a:lnTo>
                  <a:lnTo>
                    <a:pt x="448" y="426"/>
                  </a:lnTo>
                  <a:lnTo>
                    <a:pt x="439" y="439"/>
                  </a:lnTo>
                  <a:lnTo>
                    <a:pt x="264" y="611"/>
                  </a:lnTo>
                  <a:lnTo>
                    <a:pt x="252" y="621"/>
                  </a:lnTo>
                  <a:lnTo>
                    <a:pt x="237" y="626"/>
                  </a:lnTo>
                  <a:lnTo>
                    <a:pt x="221" y="626"/>
                  </a:lnTo>
                  <a:lnTo>
                    <a:pt x="206" y="621"/>
                  </a:lnTo>
                  <a:lnTo>
                    <a:pt x="193" y="611"/>
                  </a:lnTo>
                  <a:lnTo>
                    <a:pt x="19" y="439"/>
                  </a:lnTo>
                  <a:lnTo>
                    <a:pt x="9" y="425"/>
                  </a:lnTo>
                  <a:lnTo>
                    <a:pt x="3" y="410"/>
                  </a:lnTo>
                  <a:lnTo>
                    <a:pt x="0" y="394"/>
                  </a:lnTo>
                  <a:lnTo>
                    <a:pt x="3" y="378"/>
                  </a:lnTo>
                  <a:lnTo>
                    <a:pt x="9" y="364"/>
                  </a:lnTo>
                  <a:lnTo>
                    <a:pt x="18" y="353"/>
                  </a:lnTo>
                  <a:lnTo>
                    <a:pt x="31" y="345"/>
                  </a:lnTo>
                  <a:lnTo>
                    <a:pt x="44" y="341"/>
                  </a:lnTo>
                  <a:lnTo>
                    <a:pt x="57" y="340"/>
                  </a:lnTo>
                  <a:lnTo>
                    <a:pt x="72" y="342"/>
                  </a:lnTo>
                  <a:lnTo>
                    <a:pt x="85" y="347"/>
                  </a:lnTo>
                  <a:lnTo>
                    <a:pt x="96" y="355"/>
                  </a:lnTo>
                  <a:lnTo>
                    <a:pt x="171" y="431"/>
                  </a:lnTo>
                  <a:lnTo>
                    <a:pt x="171" y="56"/>
                  </a:lnTo>
                  <a:lnTo>
                    <a:pt x="173" y="42"/>
                  </a:lnTo>
                  <a:lnTo>
                    <a:pt x="178" y="29"/>
                  </a:lnTo>
                  <a:lnTo>
                    <a:pt x="188" y="17"/>
                  </a:lnTo>
                  <a:lnTo>
                    <a:pt x="199" y="8"/>
                  </a:lnTo>
                  <a:lnTo>
                    <a:pt x="212" y="2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4" name="Freeform 581">
              <a:extLst>
                <a:ext uri="{FF2B5EF4-FFF2-40B4-BE49-F238E27FC236}">
                  <a16:creationId xmlns:a16="http://schemas.microsoft.com/office/drawing/2014/main" id="{8F313A49-4D7C-4E76-83AB-EB2CDE7D5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700" y="4819650"/>
              <a:ext cx="53975" cy="53975"/>
            </a:xfrm>
            <a:custGeom>
              <a:avLst/>
              <a:gdLst>
                <a:gd name="T0" fmla="*/ 56 w 477"/>
                <a:gd name="T1" fmla="*/ 0 h 473"/>
                <a:gd name="T2" fmla="*/ 70 w 477"/>
                <a:gd name="T3" fmla="*/ 1 h 473"/>
                <a:gd name="T4" fmla="*/ 84 w 477"/>
                <a:gd name="T5" fmla="*/ 7 h 473"/>
                <a:gd name="T6" fmla="*/ 96 w 477"/>
                <a:gd name="T7" fmla="*/ 16 h 473"/>
                <a:gd name="T8" fmla="*/ 361 w 477"/>
                <a:gd name="T9" fmla="*/ 280 h 473"/>
                <a:gd name="T10" fmla="*/ 361 w 477"/>
                <a:gd name="T11" fmla="*/ 178 h 473"/>
                <a:gd name="T12" fmla="*/ 364 w 477"/>
                <a:gd name="T13" fmla="*/ 159 h 473"/>
                <a:gd name="T14" fmla="*/ 373 w 477"/>
                <a:gd name="T15" fmla="*/ 143 h 473"/>
                <a:gd name="T16" fmla="*/ 385 w 477"/>
                <a:gd name="T17" fmla="*/ 131 h 473"/>
                <a:gd name="T18" fmla="*/ 401 w 477"/>
                <a:gd name="T19" fmla="*/ 123 h 473"/>
                <a:gd name="T20" fmla="*/ 420 w 477"/>
                <a:gd name="T21" fmla="*/ 120 h 473"/>
                <a:gd name="T22" fmla="*/ 438 w 477"/>
                <a:gd name="T23" fmla="*/ 123 h 473"/>
                <a:gd name="T24" fmla="*/ 454 w 477"/>
                <a:gd name="T25" fmla="*/ 132 h 473"/>
                <a:gd name="T26" fmla="*/ 466 w 477"/>
                <a:gd name="T27" fmla="*/ 144 h 473"/>
                <a:gd name="T28" fmla="*/ 474 w 477"/>
                <a:gd name="T29" fmla="*/ 159 h 473"/>
                <a:gd name="T30" fmla="*/ 477 w 477"/>
                <a:gd name="T31" fmla="*/ 178 h 473"/>
                <a:gd name="T32" fmla="*/ 477 w 477"/>
                <a:gd name="T33" fmla="*/ 422 h 473"/>
                <a:gd name="T34" fmla="*/ 474 w 477"/>
                <a:gd name="T35" fmla="*/ 439 h 473"/>
                <a:gd name="T36" fmla="*/ 467 w 477"/>
                <a:gd name="T37" fmla="*/ 452 h 473"/>
                <a:gd name="T38" fmla="*/ 456 w 477"/>
                <a:gd name="T39" fmla="*/ 463 h 473"/>
                <a:gd name="T40" fmla="*/ 442 w 477"/>
                <a:gd name="T41" fmla="*/ 470 h 473"/>
                <a:gd name="T42" fmla="*/ 426 w 477"/>
                <a:gd name="T43" fmla="*/ 473 h 473"/>
                <a:gd name="T44" fmla="*/ 180 w 477"/>
                <a:gd name="T45" fmla="*/ 473 h 473"/>
                <a:gd name="T46" fmla="*/ 164 w 477"/>
                <a:gd name="T47" fmla="*/ 471 h 473"/>
                <a:gd name="T48" fmla="*/ 148 w 477"/>
                <a:gd name="T49" fmla="*/ 465 h 473"/>
                <a:gd name="T50" fmla="*/ 136 w 477"/>
                <a:gd name="T51" fmla="*/ 455 h 473"/>
                <a:gd name="T52" fmla="*/ 126 w 477"/>
                <a:gd name="T53" fmla="*/ 442 h 473"/>
                <a:gd name="T54" fmla="*/ 120 w 477"/>
                <a:gd name="T55" fmla="*/ 425 h 473"/>
                <a:gd name="T56" fmla="*/ 119 w 477"/>
                <a:gd name="T57" fmla="*/ 409 h 473"/>
                <a:gd name="T58" fmla="*/ 125 w 477"/>
                <a:gd name="T59" fmla="*/ 394 h 473"/>
                <a:gd name="T60" fmla="*/ 134 w 477"/>
                <a:gd name="T61" fmla="*/ 379 h 473"/>
                <a:gd name="T62" fmla="*/ 146 w 477"/>
                <a:gd name="T63" fmla="*/ 369 h 473"/>
                <a:gd name="T64" fmla="*/ 160 w 477"/>
                <a:gd name="T65" fmla="*/ 362 h 473"/>
                <a:gd name="T66" fmla="*/ 176 w 477"/>
                <a:gd name="T67" fmla="*/ 360 h 473"/>
                <a:gd name="T68" fmla="*/ 282 w 477"/>
                <a:gd name="T69" fmla="*/ 360 h 473"/>
                <a:gd name="T70" fmla="*/ 17 w 477"/>
                <a:gd name="T71" fmla="*/ 95 h 473"/>
                <a:gd name="T72" fmla="*/ 8 w 477"/>
                <a:gd name="T73" fmla="*/ 84 h 473"/>
                <a:gd name="T74" fmla="*/ 3 w 477"/>
                <a:gd name="T75" fmla="*/ 70 h 473"/>
                <a:gd name="T76" fmla="*/ 0 w 477"/>
                <a:gd name="T77" fmla="*/ 56 h 473"/>
                <a:gd name="T78" fmla="*/ 3 w 477"/>
                <a:gd name="T79" fmla="*/ 42 h 473"/>
                <a:gd name="T80" fmla="*/ 8 w 477"/>
                <a:gd name="T81" fmla="*/ 29 h 473"/>
                <a:gd name="T82" fmla="*/ 17 w 477"/>
                <a:gd name="T83" fmla="*/ 16 h 473"/>
                <a:gd name="T84" fmla="*/ 28 w 477"/>
                <a:gd name="T85" fmla="*/ 7 h 473"/>
                <a:gd name="T86" fmla="*/ 42 w 477"/>
                <a:gd name="T87" fmla="*/ 2 h 473"/>
                <a:gd name="T88" fmla="*/ 56 w 477"/>
                <a:gd name="T89" fmla="*/ 0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7" h="473">
                  <a:moveTo>
                    <a:pt x="56" y="0"/>
                  </a:moveTo>
                  <a:lnTo>
                    <a:pt x="70" y="1"/>
                  </a:lnTo>
                  <a:lnTo>
                    <a:pt x="84" y="7"/>
                  </a:lnTo>
                  <a:lnTo>
                    <a:pt x="96" y="16"/>
                  </a:lnTo>
                  <a:lnTo>
                    <a:pt x="361" y="280"/>
                  </a:lnTo>
                  <a:lnTo>
                    <a:pt x="361" y="178"/>
                  </a:lnTo>
                  <a:lnTo>
                    <a:pt x="364" y="159"/>
                  </a:lnTo>
                  <a:lnTo>
                    <a:pt x="373" y="143"/>
                  </a:lnTo>
                  <a:lnTo>
                    <a:pt x="385" y="131"/>
                  </a:lnTo>
                  <a:lnTo>
                    <a:pt x="401" y="123"/>
                  </a:lnTo>
                  <a:lnTo>
                    <a:pt x="420" y="120"/>
                  </a:lnTo>
                  <a:lnTo>
                    <a:pt x="438" y="123"/>
                  </a:lnTo>
                  <a:lnTo>
                    <a:pt x="454" y="132"/>
                  </a:lnTo>
                  <a:lnTo>
                    <a:pt x="466" y="144"/>
                  </a:lnTo>
                  <a:lnTo>
                    <a:pt x="474" y="159"/>
                  </a:lnTo>
                  <a:lnTo>
                    <a:pt x="477" y="178"/>
                  </a:lnTo>
                  <a:lnTo>
                    <a:pt x="477" y="422"/>
                  </a:lnTo>
                  <a:lnTo>
                    <a:pt x="474" y="439"/>
                  </a:lnTo>
                  <a:lnTo>
                    <a:pt x="467" y="452"/>
                  </a:lnTo>
                  <a:lnTo>
                    <a:pt x="456" y="463"/>
                  </a:lnTo>
                  <a:lnTo>
                    <a:pt x="442" y="470"/>
                  </a:lnTo>
                  <a:lnTo>
                    <a:pt x="426" y="473"/>
                  </a:lnTo>
                  <a:lnTo>
                    <a:pt x="180" y="473"/>
                  </a:lnTo>
                  <a:lnTo>
                    <a:pt x="164" y="471"/>
                  </a:lnTo>
                  <a:lnTo>
                    <a:pt x="148" y="465"/>
                  </a:lnTo>
                  <a:lnTo>
                    <a:pt x="136" y="455"/>
                  </a:lnTo>
                  <a:lnTo>
                    <a:pt x="126" y="442"/>
                  </a:lnTo>
                  <a:lnTo>
                    <a:pt x="120" y="425"/>
                  </a:lnTo>
                  <a:lnTo>
                    <a:pt x="119" y="409"/>
                  </a:lnTo>
                  <a:lnTo>
                    <a:pt x="125" y="394"/>
                  </a:lnTo>
                  <a:lnTo>
                    <a:pt x="134" y="379"/>
                  </a:lnTo>
                  <a:lnTo>
                    <a:pt x="146" y="369"/>
                  </a:lnTo>
                  <a:lnTo>
                    <a:pt x="160" y="362"/>
                  </a:lnTo>
                  <a:lnTo>
                    <a:pt x="176" y="360"/>
                  </a:lnTo>
                  <a:lnTo>
                    <a:pt x="282" y="360"/>
                  </a:lnTo>
                  <a:lnTo>
                    <a:pt x="17" y="95"/>
                  </a:lnTo>
                  <a:lnTo>
                    <a:pt x="8" y="84"/>
                  </a:lnTo>
                  <a:lnTo>
                    <a:pt x="3" y="70"/>
                  </a:lnTo>
                  <a:lnTo>
                    <a:pt x="0" y="56"/>
                  </a:lnTo>
                  <a:lnTo>
                    <a:pt x="3" y="42"/>
                  </a:lnTo>
                  <a:lnTo>
                    <a:pt x="8" y="29"/>
                  </a:lnTo>
                  <a:lnTo>
                    <a:pt x="17" y="16"/>
                  </a:lnTo>
                  <a:lnTo>
                    <a:pt x="28" y="7"/>
                  </a:lnTo>
                  <a:lnTo>
                    <a:pt x="42" y="2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5" name="Freeform 582">
              <a:extLst>
                <a:ext uri="{FF2B5EF4-FFF2-40B4-BE49-F238E27FC236}">
                  <a16:creationId xmlns:a16="http://schemas.microsoft.com/office/drawing/2014/main" id="{406ACC26-7991-42E9-A94B-DC5D09D2D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213" y="4711700"/>
              <a:ext cx="71437" cy="50800"/>
            </a:xfrm>
            <a:custGeom>
              <a:avLst/>
              <a:gdLst>
                <a:gd name="T0" fmla="*/ 400 w 628"/>
                <a:gd name="T1" fmla="*/ 0 h 454"/>
                <a:gd name="T2" fmla="*/ 415 w 628"/>
                <a:gd name="T3" fmla="*/ 2 h 454"/>
                <a:gd name="T4" fmla="*/ 428 w 628"/>
                <a:gd name="T5" fmla="*/ 7 h 454"/>
                <a:gd name="T6" fmla="*/ 440 w 628"/>
                <a:gd name="T7" fmla="*/ 16 h 454"/>
                <a:gd name="T8" fmla="*/ 614 w 628"/>
                <a:gd name="T9" fmla="*/ 189 h 454"/>
                <a:gd name="T10" fmla="*/ 624 w 628"/>
                <a:gd name="T11" fmla="*/ 202 h 454"/>
                <a:gd name="T12" fmla="*/ 628 w 628"/>
                <a:gd name="T13" fmla="*/ 218 h 454"/>
                <a:gd name="T14" fmla="*/ 628 w 628"/>
                <a:gd name="T15" fmla="*/ 233 h 454"/>
                <a:gd name="T16" fmla="*/ 623 w 628"/>
                <a:gd name="T17" fmla="*/ 248 h 454"/>
                <a:gd name="T18" fmla="*/ 613 w 628"/>
                <a:gd name="T19" fmla="*/ 263 h 454"/>
                <a:gd name="T20" fmla="*/ 439 w 628"/>
                <a:gd name="T21" fmla="*/ 435 h 454"/>
                <a:gd name="T22" fmla="*/ 426 w 628"/>
                <a:gd name="T23" fmla="*/ 446 h 454"/>
                <a:gd name="T24" fmla="*/ 412 w 628"/>
                <a:gd name="T25" fmla="*/ 452 h 454"/>
                <a:gd name="T26" fmla="*/ 395 w 628"/>
                <a:gd name="T27" fmla="*/ 454 h 454"/>
                <a:gd name="T28" fmla="*/ 379 w 628"/>
                <a:gd name="T29" fmla="*/ 452 h 454"/>
                <a:gd name="T30" fmla="*/ 364 w 628"/>
                <a:gd name="T31" fmla="*/ 446 h 454"/>
                <a:gd name="T32" fmla="*/ 353 w 628"/>
                <a:gd name="T33" fmla="*/ 435 h 454"/>
                <a:gd name="T34" fmla="*/ 346 w 628"/>
                <a:gd name="T35" fmla="*/ 424 h 454"/>
                <a:gd name="T36" fmla="*/ 341 w 628"/>
                <a:gd name="T37" fmla="*/ 411 h 454"/>
                <a:gd name="T38" fmla="*/ 340 w 628"/>
                <a:gd name="T39" fmla="*/ 397 h 454"/>
                <a:gd name="T40" fmla="*/ 342 w 628"/>
                <a:gd name="T41" fmla="*/ 383 h 454"/>
                <a:gd name="T42" fmla="*/ 347 w 628"/>
                <a:gd name="T43" fmla="*/ 370 h 454"/>
                <a:gd name="T44" fmla="*/ 356 w 628"/>
                <a:gd name="T45" fmla="*/ 359 h 454"/>
                <a:gd name="T46" fmla="*/ 431 w 628"/>
                <a:gd name="T47" fmla="*/ 283 h 454"/>
                <a:gd name="T48" fmla="*/ 57 w 628"/>
                <a:gd name="T49" fmla="*/ 283 h 454"/>
                <a:gd name="T50" fmla="*/ 42 w 628"/>
                <a:gd name="T51" fmla="*/ 282 h 454"/>
                <a:gd name="T52" fmla="*/ 29 w 628"/>
                <a:gd name="T53" fmla="*/ 276 h 454"/>
                <a:gd name="T54" fmla="*/ 17 w 628"/>
                <a:gd name="T55" fmla="*/ 268 h 454"/>
                <a:gd name="T56" fmla="*/ 8 w 628"/>
                <a:gd name="T57" fmla="*/ 257 h 454"/>
                <a:gd name="T58" fmla="*/ 3 w 628"/>
                <a:gd name="T59" fmla="*/ 242 h 454"/>
                <a:gd name="T60" fmla="*/ 0 w 628"/>
                <a:gd name="T61" fmla="*/ 227 h 454"/>
                <a:gd name="T62" fmla="*/ 3 w 628"/>
                <a:gd name="T63" fmla="*/ 213 h 454"/>
                <a:gd name="T64" fmla="*/ 8 w 628"/>
                <a:gd name="T65" fmla="*/ 199 h 454"/>
                <a:gd name="T66" fmla="*/ 16 w 628"/>
                <a:gd name="T67" fmla="*/ 188 h 454"/>
                <a:gd name="T68" fmla="*/ 27 w 628"/>
                <a:gd name="T69" fmla="*/ 179 h 454"/>
                <a:gd name="T70" fmla="*/ 41 w 628"/>
                <a:gd name="T71" fmla="*/ 173 h 454"/>
                <a:gd name="T72" fmla="*/ 57 w 628"/>
                <a:gd name="T73" fmla="*/ 171 h 454"/>
                <a:gd name="T74" fmla="*/ 431 w 628"/>
                <a:gd name="T75" fmla="*/ 171 h 454"/>
                <a:gd name="T76" fmla="*/ 358 w 628"/>
                <a:gd name="T77" fmla="*/ 98 h 454"/>
                <a:gd name="T78" fmla="*/ 349 w 628"/>
                <a:gd name="T79" fmla="*/ 86 h 454"/>
                <a:gd name="T80" fmla="*/ 343 w 628"/>
                <a:gd name="T81" fmla="*/ 71 h 454"/>
                <a:gd name="T82" fmla="*/ 341 w 628"/>
                <a:gd name="T83" fmla="*/ 56 h 454"/>
                <a:gd name="T84" fmla="*/ 343 w 628"/>
                <a:gd name="T85" fmla="*/ 42 h 454"/>
                <a:gd name="T86" fmla="*/ 349 w 628"/>
                <a:gd name="T87" fmla="*/ 28 h 454"/>
                <a:gd name="T88" fmla="*/ 359 w 628"/>
                <a:gd name="T89" fmla="*/ 15 h 454"/>
                <a:gd name="T90" fmla="*/ 372 w 628"/>
                <a:gd name="T91" fmla="*/ 6 h 454"/>
                <a:gd name="T92" fmla="*/ 385 w 628"/>
                <a:gd name="T93" fmla="*/ 1 h 454"/>
                <a:gd name="T94" fmla="*/ 400 w 628"/>
                <a:gd name="T95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28" h="454">
                  <a:moveTo>
                    <a:pt x="400" y="0"/>
                  </a:moveTo>
                  <a:lnTo>
                    <a:pt x="415" y="2"/>
                  </a:lnTo>
                  <a:lnTo>
                    <a:pt x="428" y="7"/>
                  </a:lnTo>
                  <a:lnTo>
                    <a:pt x="440" y="16"/>
                  </a:lnTo>
                  <a:lnTo>
                    <a:pt x="614" y="189"/>
                  </a:lnTo>
                  <a:lnTo>
                    <a:pt x="624" y="202"/>
                  </a:lnTo>
                  <a:lnTo>
                    <a:pt x="628" y="218"/>
                  </a:lnTo>
                  <a:lnTo>
                    <a:pt x="628" y="233"/>
                  </a:lnTo>
                  <a:lnTo>
                    <a:pt x="623" y="248"/>
                  </a:lnTo>
                  <a:lnTo>
                    <a:pt x="613" y="263"/>
                  </a:lnTo>
                  <a:lnTo>
                    <a:pt x="439" y="435"/>
                  </a:lnTo>
                  <a:lnTo>
                    <a:pt x="426" y="446"/>
                  </a:lnTo>
                  <a:lnTo>
                    <a:pt x="412" y="452"/>
                  </a:lnTo>
                  <a:lnTo>
                    <a:pt x="395" y="454"/>
                  </a:lnTo>
                  <a:lnTo>
                    <a:pt x="379" y="452"/>
                  </a:lnTo>
                  <a:lnTo>
                    <a:pt x="364" y="446"/>
                  </a:lnTo>
                  <a:lnTo>
                    <a:pt x="353" y="435"/>
                  </a:lnTo>
                  <a:lnTo>
                    <a:pt x="346" y="424"/>
                  </a:lnTo>
                  <a:lnTo>
                    <a:pt x="341" y="411"/>
                  </a:lnTo>
                  <a:lnTo>
                    <a:pt x="340" y="397"/>
                  </a:lnTo>
                  <a:lnTo>
                    <a:pt x="342" y="383"/>
                  </a:lnTo>
                  <a:lnTo>
                    <a:pt x="347" y="370"/>
                  </a:lnTo>
                  <a:lnTo>
                    <a:pt x="356" y="359"/>
                  </a:lnTo>
                  <a:lnTo>
                    <a:pt x="431" y="283"/>
                  </a:lnTo>
                  <a:lnTo>
                    <a:pt x="57" y="283"/>
                  </a:lnTo>
                  <a:lnTo>
                    <a:pt x="42" y="282"/>
                  </a:lnTo>
                  <a:lnTo>
                    <a:pt x="29" y="276"/>
                  </a:lnTo>
                  <a:lnTo>
                    <a:pt x="17" y="268"/>
                  </a:lnTo>
                  <a:lnTo>
                    <a:pt x="8" y="257"/>
                  </a:lnTo>
                  <a:lnTo>
                    <a:pt x="3" y="242"/>
                  </a:lnTo>
                  <a:lnTo>
                    <a:pt x="0" y="227"/>
                  </a:lnTo>
                  <a:lnTo>
                    <a:pt x="3" y="213"/>
                  </a:lnTo>
                  <a:lnTo>
                    <a:pt x="8" y="199"/>
                  </a:lnTo>
                  <a:lnTo>
                    <a:pt x="16" y="188"/>
                  </a:lnTo>
                  <a:lnTo>
                    <a:pt x="27" y="179"/>
                  </a:lnTo>
                  <a:lnTo>
                    <a:pt x="41" y="173"/>
                  </a:lnTo>
                  <a:lnTo>
                    <a:pt x="57" y="171"/>
                  </a:lnTo>
                  <a:lnTo>
                    <a:pt x="431" y="171"/>
                  </a:lnTo>
                  <a:lnTo>
                    <a:pt x="358" y="98"/>
                  </a:lnTo>
                  <a:lnTo>
                    <a:pt x="349" y="86"/>
                  </a:lnTo>
                  <a:lnTo>
                    <a:pt x="343" y="71"/>
                  </a:lnTo>
                  <a:lnTo>
                    <a:pt x="341" y="56"/>
                  </a:lnTo>
                  <a:lnTo>
                    <a:pt x="343" y="42"/>
                  </a:lnTo>
                  <a:lnTo>
                    <a:pt x="349" y="28"/>
                  </a:lnTo>
                  <a:lnTo>
                    <a:pt x="359" y="15"/>
                  </a:lnTo>
                  <a:lnTo>
                    <a:pt x="372" y="6"/>
                  </a:lnTo>
                  <a:lnTo>
                    <a:pt x="385" y="1"/>
                  </a:lnTo>
                  <a:lnTo>
                    <a:pt x="4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6" name="Freeform 583">
              <a:extLst>
                <a:ext uri="{FF2B5EF4-FFF2-40B4-BE49-F238E27FC236}">
                  <a16:creationId xmlns:a16="http://schemas.microsoft.com/office/drawing/2014/main" id="{40407C08-9B0E-4DBE-812F-1592B99AB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700" y="4600575"/>
              <a:ext cx="52387" cy="53975"/>
            </a:xfrm>
            <a:custGeom>
              <a:avLst/>
              <a:gdLst>
                <a:gd name="T0" fmla="*/ 179 w 474"/>
                <a:gd name="T1" fmla="*/ 0 h 476"/>
                <a:gd name="T2" fmla="*/ 424 w 474"/>
                <a:gd name="T3" fmla="*/ 0 h 476"/>
                <a:gd name="T4" fmla="*/ 439 w 474"/>
                <a:gd name="T5" fmla="*/ 4 h 476"/>
                <a:gd name="T6" fmla="*/ 454 w 474"/>
                <a:gd name="T7" fmla="*/ 11 h 476"/>
                <a:gd name="T8" fmla="*/ 465 w 474"/>
                <a:gd name="T9" fmla="*/ 21 h 476"/>
                <a:gd name="T10" fmla="*/ 472 w 474"/>
                <a:gd name="T11" fmla="*/ 35 h 476"/>
                <a:gd name="T12" fmla="*/ 474 w 474"/>
                <a:gd name="T13" fmla="*/ 52 h 476"/>
                <a:gd name="T14" fmla="*/ 474 w 474"/>
                <a:gd name="T15" fmla="*/ 297 h 476"/>
                <a:gd name="T16" fmla="*/ 472 w 474"/>
                <a:gd name="T17" fmla="*/ 313 h 476"/>
                <a:gd name="T18" fmla="*/ 467 w 474"/>
                <a:gd name="T19" fmla="*/ 329 h 476"/>
                <a:gd name="T20" fmla="*/ 457 w 474"/>
                <a:gd name="T21" fmla="*/ 341 h 476"/>
                <a:gd name="T22" fmla="*/ 443 w 474"/>
                <a:gd name="T23" fmla="*/ 351 h 476"/>
                <a:gd name="T24" fmla="*/ 427 w 474"/>
                <a:gd name="T25" fmla="*/ 356 h 476"/>
                <a:gd name="T26" fmla="*/ 409 w 474"/>
                <a:gd name="T27" fmla="*/ 356 h 476"/>
                <a:gd name="T28" fmla="*/ 394 w 474"/>
                <a:gd name="T29" fmla="*/ 352 h 476"/>
                <a:gd name="T30" fmla="*/ 381 w 474"/>
                <a:gd name="T31" fmla="*/ 343 h 476"/>
                <a:gd name="T32" fmla="*/ 371 w 474"/>
                <a:gd name="T33" fmla="*/ 331 h 476"/>
                <a:gd name="T34" fmla="*/ 363 w 474"/>
                <a:gd name="T35" fmla="*/ 316 h 476"/>
                <a:gd name="T36" fmla="*/ 361 w 474"/>
                <a:gd name="T37" fmla="*/ 301 h 476"/>
                <a:gd name="T38" fmla="*/ 361 w 474"/>
                <a:gd name="T39" fmla="*/ 195 h 476"/>
                <a:gd name="T40" fmla="*/ 96 w 474"/>
                <a:gd name="T41" fmla="*/ 460 h 476"/>
                <a:gd name="T42" fmla="*/ 83 w 474"/>
                <a:gd name="T43" fmla="*/ 469 h 476"/>
                <a:gd name="T44" fmla="*/ 70 w 474"/>
                <a:gd name="T45" fmla="*/ 474 h 476"/>
                <a:gd name="T46" fmla="*/ 57 w 474"/>
                <a:gd name="T47" fmla="*/ 476 h 476"/>
                <a:gd name="T48" fmla="*/ 42 w 474"/>
                <a:gd name="T49" fmla="*/ 474 h 476"/>
                <a:gd name="T50" fmla="*/ 28 w 474"/>
                <a:gd name="T51" fmla="*/ 469 h 476"/>
                <a:gd name="T52" fmla="*/ 17 w 474"/>
                <a:gd name="T53" fmla="*/ 459 h 476"/>
                <a:gd name="T54" fmla="*/ 8 w 474"/>
                <a:gd name="T55" fmla="*/ 447 h 476"/>
                <a:gd name="T56" fmla="*/ 2 w 474"/>
                <a:gd name="T57" fmla="*/ 434 h 476"/>
                <a:gd name="T58" fmla="*/ 0 w 474"/>
                <a:gd name="T59" fmla="*/ 420 h 476"/>
                <a:gd name="T60" fmla="*/ 1 w 474"/>
                <a:gd name="T61" fmla="*/ 405 h 476"/>
                <a:gd name="T62" fmla="*/ 8 w 474"/>
                <a:gd name="T63" fmla="*/ 392 h 476"/>
                <a:gd name="T64" fmla="*/ 17 w 474"/>
                <a:gd name="T65" fmla="*/ 380 h 476"/>
                <a:gd name="T66" fmla="*/ 281 w 474"/>
                <a:gd name="T67" fmla="*/ 115 h 476"/>
                <a:gd name="T68" fmla="*/ 179 w 474"/>
                <a:gd name="T69" fmla="*/ 115 h 476"/>
                <a:gd name="T70" fmla="*/ 159 w 474"/>
                <a:gd name="T71" fmla="*/ 112 h 476"/>
                <a:gd name="T72" fmla="*/ 144 w 474"/>
                <a:gd name="T73" fmla="*/ 104 h 476"/>
                <a:gd name="T74" fmla="*/ 132 w 474"/>
                <a:gd name="T75" fmla="*/ 91 h 476"/>
                <a:gd name="T76" fmla="*/ 123 w 474"/>
                <a:gd name="T77" fmla="*/ 75 h 476"/>
                <a:gd name="T78" fmla="*/ 120 w 474"/>
                <a:gd name="T79" fmla="*/ 57 h 476"/>
                <a:gd name="T80" fmla="*/ 123 w 474"/>
                <a:gd name="T81" fmla="*/ 39 h 476"/>
                <a:gd name="T82" fmla="*/ 132 w 474"/>
                <a:gd name="T83" fmla="*/ 24 h 476"/>
                <a:gd name="T84" fmla="*/ 145 w 474"/>
                <a:gd name="T85" fmla="*/ 12 h 476"/>
                <a:gd name="T86" fmla="*/ 160 w 474"/>
                <a:gd name="T87" fmla="*/ 4 h 476"/>
                <a:gd name="T88" fmla="*/ 179 w 474"/>
                <a:gd name="T89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4" h="476">
                  <a:moveTo>
                    <a:pt x="179" y="0"/>
                  </a:moveTo>
                  <a:lnTo>
                    <a:pt x="424" y="0"/>
                  </a:lnTo>
                  <a:lnTo>
                    <a:pt x="439" y="4"/>
                  </a:lnTo>
                  <a:lnTo>
                    <a:pt x="454" y="11"/>
                  </a:lnTo>
                  <a:lnTo>
                    <a:pt x="465" y="21"/>
                  </a:lnTo>
                  <a:lnTo>
                    <a:pt x="472" y="35"/>
                  </a:lnTo>
                  <a:lnTo>
                    <a:pt x="474" y="52"/>
                  </a:lnTo>
                  <a:lnTo>
                    <a:pt x="474" y="297"/>
                  </a:lnTo>
                  <a:lnTo>
                    <a:pt x="472" y="313"/>
                  </a:lnTo>
                  <a:lnTo>
                    <a:pt x="467" y="329"/>
                  </a:lnTo>
                  <a:lnTo>
                    <a:pt x="457" y="341"/>
                  </a:lnTo>
                  <a:lnTo>
                    <a:pt x="443" y="351"/>
                  </a:lnTo>
                  <a:lnTo>
                    <a:pt x="427" y="356"/>
                  </a:lnTo>
                  <a:lnTo>
                    <a:pt x="409" y="356"/>
                  </a:lnTo>
                  <a:lnTo>
                    <a:pt x="394" y="352"/>
                  </a:lnTo>
                  <a:lnTo>
                    <a:pt x="381" y="343"/>
                  </a:lnTo>
                  <a:lnTo>
                    <a:pt x="371" y="331"/>
                  </a:lnTo>
                  <a:lnTo>
                    <a:pt x="363" y="316"/>
                  </a:lnTo>
                  <a:lnTo>
                    <a:pt x="361" y="301"/>
                  </a:lnTo>
                  <a:lnTo>
                    <a:pt x="361" y="195"/>
                  </a:lnTo>
                  <a:lnTo>
                    <a:pt x="96" y="460"/>
                  </a:lnTo>
                  <a:lnTo>
                    <a:pt x="83" y="469"/>
                  </a:lnTo>
                  <a:lnTo>
                    <a:pt x="70" y="474"/>
                  </a:lnTo>
                  <a:lnTo>
                    <a:pt x="57" y="476"/>
                  </a:lnTo>
                  <a:lnTo>
                    <a:pt x="42" y="474"/>
                  </a:lnTo>
                  <a:lnTo>
                    <a:pt x="28" y="469"/>
                  </a:lnTo>
                  <a:lnTo>
                    <a:pt x="17" y="459"/>
                  </a:lnTo>
                  <a:lnTo>
                    <a:pt x="8" y="447"/>
                  </a:lnTo>
                  <a:lnTo>
                    <a:pt x="2" y="434"/>
                  </a:lnTo>
                  <a:lnTo>
                    <a:pt x="0" y="420"/>
                  </a:lnTo>
                  <a:lnTo>
                    <a:pt x="1" y="405"/>
                  </a:lnTo>
                  <a:lnTo>
                    <a:pt x="8" y="392"/>
                  </a:lnTo>
                  <a:lnTo>
                    <a:pt x="17" y="380"/>
                  </a:lnTo>
                  <a:lnTo>
                    <a:pt x="281" y="115"/>
                  </a:lnTo>
                  <a:lnTo>
                    <a:pt x="179" y="115"/>
                  </a:lnTo>
                  <a:lnTo>
                    <a:pt x="159" y="112"/>
                  </a:lnTo>
                  <a:lnTo>
                    <a:pt x="144" y="104"/>
                  </a:lnTo>
                  <a:lnTo>
                    <a:pt x="132" y="91"/>
                  </a:lnTo>
                  <a:lnTo>
                    <a:pt x="123" y="75"/>
                  </a:lnTo>
                  <a:lnTo>
                    <a:pt x="120" y="57"/>
                  </a:lnTo>
                  <a:lnTo>
                    <a:pt x="123" y="39"/>
                  </a:lnTo>
                  <a:lnTo>
                    <a:pt x="132" y="24"/>
                  </a:lnTo>
                  <a:lnTo>
                    <a:pt x="145" y="12"/>
                  </a:lnTo>
                  <a:lnTo>
                    <a:pt x="160" y="4"/>
                  </a:lnTo>
                  <a:lnTo>
                    <a:pt x="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D4B79F6C-D241-4F68-8791-0FA751C33F34}"/>
              </a:ext>
            </a:extLst>
          </p:cNvPr>
          <p:cNvGrpSpPr/>
          <p:nvPr/>
        </p:nvGrpSpPr>
        <p:grpSpPr>
          <a:xfrm>
            <a:off x="4773033" y="3847961"/>
            <a:ext cx="311643" cy="202183"/>
            <a:chOff x="3902075" y="4575175"/>
            <a:chExt cx="384175" cy="2492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58" name="Freeform 588">
              <a:extLst>
                <a:ext uri="{FF2B5EF4-FFF2-40B4-BE49-F238E27FC236}">
                  <a16:creationId xmlns:a16="http://schemas.microsoft.com/office/drawing/2014/main" id="{3D8629BB-24E8-4381-B352-CD5BEDE1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4575175"/>
              <a:ext cx="79375" cy="49213"/>
            </a:xfrm>
            <a:custGeom>
              <a:avLst/>
              <a:gdLst>
                <a:gd name="T0" fmla="*/ 128 w 704"/>
                <a:gd name="T1" fmla="*/ 0 h 439"/>
                <a:gd name="T2" fmla="*/ 576 w 704"/>
                <a:gd name="T3" fmla="*/ 0 h 439"/>
                <a:gd name="T4" fmla="*/ 704 w 704"/>
                <a:gd name="T5" fmla="*/ 439 h 439"/>
                <a:gd name="T6" fmla="*/ 0 w 704"/>
                <a:gd name="T7" fmla="*/ 439 h 439"/>
                <a:gd name="T8" fmla="*/ 128 w 704"/>
                <a:gd name="T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439">
                  <a:moveTo>
                    <a:pt x="128" y="0"/>
                  </a:moveTo>
                  <a:lnTo>
                    <a:pt x="576" y="0"/>
                  </a:lnTo>
                  <a:lnTo>
                    <a:pt x="704" y="439"/>
                  </a:lnTo>
                  <a:lnTo>
                    <a:pt x="0" y="439"/>
                  </a:lnTo>
                  <a:lnTo>
                    <a:pt x="1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59" name="Freeform 589">
              <a:extLst>
                <a:ext uri="{FF2B5EF4-FFF2-40B4-BE49-F238E27FC236}">
                  <a16:creationId xmlns:a16="http://schemas.microsoft.com/office/drawing/2014/main" id="{FEBF55C9-9451-4668-92F1-FA3935B78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675" y="4641850"/>
              <a:ext cx="79375" cy="50800"/>
            </a:xfrm>
            <a:custGeom>
              <a:avLst/>
              <a:gdLst>
                <a:gd name="T0" fmla="*/ 130 w 702"/>
                <a:gd name="T1" fmla="*/ 0 h 443"/>
                <a:gd name="T2" fmla="*/ 573 w 702"/>
                <a:gd name="T3" fmla="*/ 0 h 443"/>
                <a:gd name="T4" fmla="*/ 702 w 702"/>
                <a:gd name="T5" fmla="*/ 443 h 443"/>
                <a:gd name="T6" fmla="*/ 0 w 702"/>
                <a:gd name="T7" fmla="*/ 443 h 443"/>
                <a:gd name="T8" fmla="*/ 130 w 702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43">
                  <a:moveTo>
                    <a:pt x="130" y="0"/>
                  </a:moveTo>
                  <a:lnTo>
                    <a:pt x="573" y="0"/>
                  </a:lnTo>
                  <a:lnTo>
                    <a:pt x="702" y="443"/>
                  </a:lnTo>
                  <a:lnTo>
                    <a:pt x="0" y="443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0" name="Freeform 590">
              <a:extLst>
                <a:ext uri="{FF2B5EF4-FFF2-40B4-BE49-F238E27FC236}">
                  <a16:creationId xmlns:a16="http://schemas.microsoft.com/office/drawing/2014/main" id="{49EC6336-E03A-4144-ABE6-C7E51F54F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4641850"/>
              <a:ext cx="79375" cy="50800"/>
            </a:xfrm>
            <a:custGeom>
              <a:avLst/>
              <a:gdLst>
                <a:gd name="T0" fmla="*/ 129 w 702"/>
                <a:gd name="T1" fmla="*/ 0 h 443"/>
                <a:gd name="T2" fmla="*/ 572 w 702"/>
                <a:gd name="T3" fmla="*/ 0 h 443"/>
                <a:gd name="T4" fmla="*/ 702 w 702"/>
                <a:gd name="T5" fmla="*/ 443 h 443"/>
                <a:gd name="T6" fmla="*/ 0 w 702"/>
                <a:gd name="T7" fmla="*/ 443 h 443"/>
                <a:gd name="T8" fmla="*/ 129 w 702"/>
                <a:gd name="T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43">
                  <a:moveTo>
                    <a:pt x="129" y="0"/>
                  </a:moveTo>
                  <a:lnTo>
                    <a:pt x="572" y="0"/>
                  </a:lnTo>
                  <a:lnTo>
                    <a:pt x="702" y="443"/>
                  </a:lnTo>
                  <a:lnTo>
                    <a:pt x="0" y="443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1" name="Freeform 591">
              <a:extLst>
                <a:ext uri="{FF2B5EF4-FFF2-40B4-BE49-F238E27FC236}">
                  <a16:creationId xmlns:a16="http://schemas.microsoft.com/office/drawing/2014/main" id="{2CAD61BD-AEBC-4EAD-8E9C-A74F05976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475" y="4708525"/>
              <a:ext cx="79375" cy="50800"/>
            </a:xfrm>
            <a:custGeom>
              <a:avLst/>
              <a:gdLst>
                <a:gd name="T0" fmla="*/ 128 w 704"/>
                <a:gd name="T1" fmla="*/ 0 h 440"/>
                <a:gd name="T2" fmla="*/ 576 w 704"/>
                <a:gd name="T3" fmla="*/ 0 h 440"/>
                <a:gd name="T4" fmla="*/ 704 w 704"/>
                <a:gd name="T5" fmla="*/ 440 h 440"/>
                <a:gd name="T6" fmla="*/ 0 w 704"/>
                <a:gd name="T7" fmla="*/ 440 h 440"/>
                <a:gd name="T8" fmla="*/ 128 w 704"/>
                <a:gd name="T9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440">
                  <a:moveTo>
                    <a:pt x="128" y="0"/>
                  </a:moveTo>
                  <a:lnTo>
                    <a:pt x="576" y="0"/>
                  </a:lnTo>
                  <a:lnTo>
                    <a:pt x="704" y="440"/>
                  </a:lnTo>
                  <a:lnTo>
                    <a:pt x="0" y="440"/>
                  </a:lnTo>
                  <a:lnTo>
                    <a:pt x="1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2" name="Freeform 592">
              <a:extLst>
                <a:ext uri="{FF2B5EF4-FFF2-40B4-BE49-F238E27FC236}">
                  <a16:creationId xmlns:a16="http://schemas.microsoft.com/office/drawing/2014/main" id="{5CBDE23F-4893-4FC9-AE98-6150A5600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075" y="4708525"/>
              <a:ext cx="79375" cy="50800"/>
            </a:xfrm>
            <a:custGeom>
              <a:avLst/>
              <a:gdLst>
                <a:gd name="T0" fmla="*/ 129 w 704"/>
                <a:gd name="T1" fmla="*/ 0 h 440"/>
                <a:gd name="T2" fmla="*/ 573 w 704"/>
                <a:gd name="T3" fmla="*/ 0 h 440"/>
                <a:gd name="T4" fmla="*/ 704 w 704"/>
                <a:gd name="T5" fmla="*/ 440 h 440"/>
                <a:gd name="T6" fmla="*/ 0 w 704"/>
                <a:gd name="T7" fmla="*/ 440 h 440"/>
                <a:gd name="T8" fmla="*/ 129 w 704"/>
                <a:gd name="T9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440">
                  <a:moveTo>
                    <a:pt x="129" y="0"/>
                  </a:moveTo>
                  <a:lnTo>
                    <a:pt x="573" y="0"/>
                  </a:lnTo>
                  <a:lnTo>
                    <a:pt x="704" y="440"/>
                  </a:lnTo>
                  <a:lnTo>
                    <a:pt x="0" y="440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3" name="Freeform 593">
              <a:extLst>
                <a:ext uri="{FF2B5EF4-FFF2-40B4-BE49-F238E27FC236}">
                  <a16:creationId xmlns:a16="http://schemas.microsoft.com/office/drawing/2014/main" id="{7875B08B-E072-4FC9-A49F-15739C824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875" y="4708525"/>
              <a:ext cx="79375" cy="50800"/>
            </a:xfrm>
            <a:custGeom>
              <a:avLst/>
              <a:gdLst>
                <a:gd name="T0" fmla="*/ 131 w 704"/>
                <a:gd name="T1" fmla="*/ 0 h 440"/>
                <a:gd name="T2" fmla="*/ 575 w 704"/>
                <a:gd name="T3" fmla="*/ 0 h 440"/>
                <a:gd name="T4" fmla="*/ 704 w 704"/>
                <a:gd name="T5" fmla="*/ 440 h 440"/>
                <a:gd name="T6" fmla="*/ 0 w 704"/>
                <a:gd name="T7" fmla="*/ 440 h 440"/>
                <a:gd name="T8" fmla="*/ 131 w 704"/>
                <a:gd name="T9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4" h="440">
                  <a:moveTo>
                    <a:pt x="131" y="0"/>
                  </a:moveTo>
                  <a:lnTo>
                    <a:pt x="575" y="0"/>
                  </a:lnTo>
                  <a:lnTo>
                    <a:pt x="704" y="440"/>
                  </a:lnTo>
                  <a:lnTo>
                    <a:pt x="0" y="440"/>
                  </a:lnTo>
                  <a:lnTo>
                    <a:pt x="1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4" name="Freeform 594">
              <a:extLst>
                <a:ext uri="{FF2B5EF4-FFF2-40B4-BE49-F238E27FC236}">
                  <a16:creationId xmlns:a16="http://schemas.microsoft.com/office/drawing/2014/main" id="{7440E9B5-73ED-471D-AD17-145C0DDDC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075" y="4775200"/>
              <a:ext cx="79375" cy="49213"/>
            </a:xfrm>
            <a:custGeom>
              <a:avLst/>
              <a:gdLst>
                <a:gd name="T0" fmla="*/ 129 w 702"/>
                <a:gd name="T1" fmla="*/ 0 h 439"/>
                <a:gd name="T2" fmla="*/ 573 w 702"/>
                <a:gd name="T3" fmla="*/ 0 h 439"/>
                <a:gd name="T4" fmla="*/ 702 w 702"/>
                <a:gd name="T5" fmla="*/ 439 h 439"/>
                <a:gd name="T6" fmla="*/ 0 w 702"/>
                <a:gd name="T7" fmla="*/ 439 h 439"/>
                <a:gd name="T8" fmla="*/ 129 w 702"/>
                <a:gd name="T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39">
                  <a:moveTo>
                    <a:pt x="129" y="0"/>
                  </a:moveTo>
                  <a:lnTo>
                    <a:pt x="573" y="0"/>
                  </a:lnTo>
                  <a:lnTo>
                    <a:pt x="702" y="439"/>
                  </a:lnTo>
                  <a:lnTo>
                    <a:pt x="0" y="439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5" name="Freeform 595">
              <a:extLst>
                <a:ext uri="{FF2B5EF4-FFF2-40B4-BE49-F238E27FC236}">
                  <a16:creationId xmlns:a16="http://schemas.microsoft.com/office/drawing/2014/main" id="{C80C6F8E-00E9-49AC-A203-FFF6E36C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275" y="4775200"/>
              <a:ext cx="79375" cy="49213"/>
            </a:xfrm>
            <a:custGeom>
              <a:avLst/>
              <a:gdLst>
                <a:gd name="T0" fmla="*/ 129 w 702"/>
                <a:gd name="T1" fmla="*/ 0 h 439"/>
                <a:gd name="T2" fmla="*/ 572 w 702"/>
                <a:gd name="T3" fmla="*/ 0 h 439"/>
                <a:gd name="T4" fmla="*/ 702 w 702"/>
                <a:gd name="T5" fmla="*/ 439 h 439"/>
                <a:gd name="T6" fmla="*/ 0 w 702"/>
                <a:gd name="T7" fmla="*/ 439 h 439"/>
                <a:gd name="T8" fmla="*/ 129 w 702"/>
                <a:gd name="T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39">
                  <a:moveTo>
                    <a:pt x="129" y="0"/>
                  </a:moveTo>
                  <a:lnTo>
                    <a:pt x="572" y="0"/>
                  </a:lnTo>
                  <a:lnTo>
                    <a:pt x="702" y="439"/>
                  </a:lnTo>
                  <a:lnTo>
                    <a:pt x="0" y="439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6" name="Freeform 596">
              <a:extLst>
                <a:ext uri="{FF2B5EF4-FFF2-40B4-BE49-F238E27FC236}">
                  <a16:creationId xmlns:a16="http://schemas.microsoft.com/office/drawing/2014/main" id="{865EE644-2E36-4C24-9D6D-91DF639B6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875" y="4775200"/>
              <a:ext cx="79375" cy="49213"/>
            </a:xfrm>
            <a:custGeom>
              <a:avLst/>
              <a:gdLst>
                <a:gd name="T0" fmla="*/ 129 w 702"/>
                <a:gd name="T1" fmla="*/ 0 h 439"/>
                <a:gd name="T2" fmla="*/ 573 w 702"/>
                <a:gd name="T3" fmla="*/ 0 h 439"/>
                <a:gd name="T4" fmla="*/ 702 w 702"/>
                <a:gd name="T5" fmla="*/ 439 h 439"/>
                <a:gd name="T6" fmla="*/ 0 w 702"/>
                <a:gd name="T7" fmla="*/ 439 h 439"/>
                <a:gd name="T8" fmla="*/ 129 w 702"/>
                <a:gd name="T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39">
                  <a:moveTo>
                    <a:pt x="129" y="0"/>
                  </a:moveTo>
                  <a:lnTo>
                    <a:pt x="573" y="0"/>
                  </a:lnTo>
                  <a:lnTo>
                    <a:pt x="702" y="439"/>
                  </a:lnTo>
                  <a:lnTo>
                    <a:pt x="0" y="439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67" name="Freeform 597">
              <a:extLst>
                <a:ext uri="{FF2B5EF4-FFF2-40B4-BE49-F238E27FC236}">
                  <a16:creationId xmlns:a16="http://schemas.microsoft.com/office/drawing/2014/main" id="{BA342B94-CEC3-4878-BA13-9872B46C6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675" y="4775200"/>
              <a:ext cx="79375" cy="49213"/>
            </a:xfrm>
            <a:custGeom>
              <a:avLst/>
              <a:gdLst>
                <a:gd name="T0" fmla="*/ 130 w 702"/>
                <a:gd name="T1" fmla="*/ 0 h 439"/>
                <a:gd name="T2" fmla="*/ 573 w 702"/>
                <a:gd name="T3" fmla="*/ 0 h 439"/>
                <a:gd name="T4" fmla="*/ 702 w 702"/>
                <a:gd name="T5" fmla="*/ 439 h 439"/>
                <a:gd name="T6" fmla="*/ 0 w 702"/>
                <a:gd name="T7" fmla="*/ 439 h 439"/>
                <a:gd name="T8" fmla="*/ 130 w 702"/>
                <a:gd name="T9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2" h="439">
                  <a:moveTo>
                    <a:pt x="130" y="0"/>
                  </a:moveTo>
                  <a:lnTo>
                    <a:pt x="573" y="0"/>
                  </a:lnTo>
                  <a:lnTo>
                    <a:pt x="702" y="439"/>
                  </a:lnTo>
                  <a:lnTo>
                    <a:pt x="0" y="439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09A87529-7C8B-4544-A7AD-55865A6023F2}"/>
              </a:ext>
            </a:extLst>
          </p:cNvPr>
          <p:cNvGrpSpPr/>
          <p:nvPr/>
        </p:nvGrpSpPr>
        <p:grpSpPr>
          <a:xfrm>
            <a:off x="4065768" y="3847961"/>
            <a:ext cx="310355" cy="202183"/>
            <a:chOff x="3113088" y="4589463"/>
            <a:chExt cx="382587" cy="24923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69" name="Freeform 602">
              <a:extLst>
                <a:ext uri="{FF2B5EF4-FFF2-40B4-BE49-F238E27FC236}">
                  <a16:creationId xmlns:a16="http://schemas.microsoft.com/office/drawing/2014/main" id="{BC788EC3-0C69-4AD1-86C9-D22F6D73C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4772026"/>
              <a:ext cx="68262" cy="66675"/>
            </a:xfrm>
            <a:custGeom>
              <a:avLst/>
              <a:gdLst>
                <a:gd name="T0" fmla="*/ 299 w 599"/>
                <a:gd name="T1" fmla="*/ 0 h 599"/>
                <a:gd name="T2" fmla="*/ 339 w 599"/>
                <a:gd name="T3" fmla="*/ 3 h 599"/>
                <a:gd name="T4" fmla="*/ 379 w 599"/>
                <a:gd name="T5" fmla="*/ 11 h 599"/>
                <a:gd name="T6" fmla="*/ 416 w 599"/>
                <a:gd name="T7" fmla="*/ 23 h 599"/>
                <a:gd name="T8" fmla="*/ 451 w 599"/>
                <a:gd name="T9" fmla="*/ 40 h 599"/>
                <a:gd name="T10" fmla="*/ 482 w 599"/>
                <a:gd name="T11" fmla="*/ 62 h 599"/>
                <a:gd name="T12" fmla="*/ 511 w 599"/>
                <a:gd name="T13" fmla="*/ 87 h 599"/>
                <a:gd name="T14" fmla="*/ 537 w 599"/>
                <a:gd name="T15" fmla="*/ 116 h 599"/>
                <a:gd name="T16" fmla="*/ 558 w 599"/>
                <a:gd name="T17" fmla="*/ 149 h 599"/>
                <a:gd name="T18" fmla="*/ 575 w 599"/>
                <a:gd name="T19" fmla="*/ 183 h 599"/>
                <a:gd name="T20" fmla="*/ 588 w 599"/>
                <a:gd name="T21" fmla="*/ 219 h 599"/>
                <a:gd name="T22" fmla="*/ 596 w 599"/>
                <a:gd name="T23" fmla="*/ 259 h 599"/>
                <a:gd name="T24" fmla="*/ 599 w 599"/>
                <a:gd name="T25" fmla="*/ 299 h 599"/>
                <a:gd name="T26" fmla="*/ 596 w 599"/>
                <a:gd name="T27" fmla="*/ 340 h 599"/>
                <a:gd name="T28" fmla="*/ 588 w 599"/>
                <a:gd name="T29" fmla="*/ 379 h 599"/>
                <a:gd name="T30" fmla="*/ 575 w 599"/>
                <a:gd name="T31" fmla="*/ 416 h 599"/>
                <a:gd name="T32" fmla="*/ 558 w 599"/>
                <a:gd name="T33" fmla="*/ 451 h 599"/>
                <a:gd name="T34" fmla="*/ 537 w 599"/>
                <a:gd name="T35" fmla="*/ 482 h 599"/>
                <a:gd name="T36" fmla="*/ 511 w 599"/>
                <a:gd name="T37" fmla="*/ 512 h 599"/>
                <a:gd name="T38" fmla="*/ 482 w 599"/>
                <a:gd name="T39" fmla="*/ 536 h 599"/>
                <a:gd name="T40" fmla="*/ 451 w 599"/>
                <a:gd name="T41" fmla="*/ 558 h 599"/>
                <a:gd name="T42" fmla="*/ 416 w 599"/>
                <a:gd name="T43" fmla="*/ 575 h 599"/>
                <a:gd name="T44" fmla="*/ 379 w 599"/>
                <a:gd name="T45" fmla="*/ 589 h 599"/>
                <a:gd name="T46" fmla="*/ 339 w 599"/>
                <a:gd name="T47" fmla="*/ 597 h 599"/>
                <a:gd name="T48" fmla="*/ 299 w 599"/>
                <a:gd name="T49" fmla="*/ 599 h 599"/>
                <a:gd name="T50" fmla="*/ 258 w 599"/>
                <a:gd name="T51" fmla="*/ 597 h 599"/>
                <a:gd name="T52" fmla="*/ 220 w 599"/>
                <a:gd name="T53" fmla="*/ 589 h 599"/>
                <a:gd name="T54" fmla="*/ 183 w 599"/>
                <a:gd name="T55" fmla="*/ 575 h 599"/>
                <a:gd name="T56" fmla="*/ 148 w 599"/>
                <a:gd name="T57" fmla="*/ 558 h 599"/>
                <a:gd name="T58" fmla="*/ 116 w 599"/>
                <a:gd name="T59" fmla="*/ 536 h 599"/>
                <a:gd name="T60" fmla="*/ 88 w 599"/>
                <a:gd name="T61" fmla="*/ 512 h 599"/>
                <a:gd name="T62" fmla="*/ 62 w 599"/>
                <a:gd name="T63" fmla="*/ 482 h 599"/>
                <a:gd name="T64" fmla="*/ 41 w 599"/>
                <a:gd name="T65" fmla="*/ 451 h 599"/>
                <a:gd name="T66" fmla="*/ 23 w 599"/>
                <a:gd name="T67" fmla="*/ 416 h 599"/>
                <a:gd name="T68" fmla="*/ 10 w 599"/>
                <a:gd name="T69" fmla="*/ 379 h 599"/>
                <a:gd name="T70" fmla="*/ 2 w 599"/>
                <a:gd name="T71" fmla="*/ 340 h 599"/>
                <a:gd name="T72" fmla="*/ 0 w 599"/>
                <a:gd name="T73" fmla="*/ 299 h 599"/>
                <a:gd name="T74" fmla="*/ 2 w 599"/>
                <a:gd name="T75" fmla="*/ 259 h 599"/>
                <a:gd name="T76" fmla="*/ 10 w 599"/>
                <a:gd name="T77" fmla="*/ 219 h 599"/>
                <a:gd name="T78" fmla="*/ 23 w 599"/>
                <a:gd name="T79" fmla="*/ 183 h 599"/>
                <a:gd name="T80" fmla="*/ 41 w 599"/>
                <a:gd name="T81" fmla="*/ 149 h 599"/>
                <a:gd name="T82" fmla="*/ 62 w 599"/>
                <a:gd name="T83" fmla="*/ 116 h 599"/>
                <a:gd name="T84" fmla="*/ 88 w 599"/>
                <a:gd name="T85" fmla="*/ 87 h 599"/>
                <a:gd name="T86" fmla="*/ 116 w 599"/>
                <a:gd name="T87" fmla="*/ 62 h 599"/>
                <a:gd name="T88" fmla="*/ 148 w 599"/>
                <a:gd name="T89" fmla="*/ 40 h 599"/>
                <a:gd name="T90" fmla="*/ 183 w 599"/>
                <a:gd name="T91" fmla="*/ 23 h 599"/>
                <a:gd name="T92" fmla="*/ 220 w 599"/>
                <a:gd name="T93" fmla="*/ 11 h 599"/>
                <a:gd name="T94" fmla="*/ 258 w 599"/>
                <a:gd name="T95" fmla="*/ 3 h 599"/>
                <a:gd name="T96" fmla="*/ 299 w 599"/>
                <a:gd name="T9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9" h="599">
                  <a:moveTo>
                    <a:pt x="299" y="0"/>
                  </a:moveTo>
                  <a:lnTo>
                    <a:pt x="339" y="3"/>
                  </a:lnTo>
                  <a:lnTo>
                    <a:pt x="379" y="11"/>
                  </a:lnTo>
                  <a:lnTo>
                    <a:pt x="416" y="23"/>
                  </a:lnTo>
                  <a:lnTo>
                    <a:pt x="451" y="40"/>
                  </a:lnTo>
                  <a:lnTo>
                    <a:pt x="482" y="62"/>
                  </a:lnTo>
                  <a:lnTo>
                    <a:pt x="511" y="87"/>
                  </a:lnTo>
                  <a:lnTo>
                    <a:pt x="537" y="116"/>
                  </a:lnTo>
                  <a:lnTo>
                    <a:pt x="558" y="149"/>
                  </a:lnTo>
                  <a:lnTo>
                    <a:pt x="575" y="183"/>
                  </a:lnTo>
                  <a:lnTo>
                    <a:pt x="588" y="219"/>
                  </a:lnTo>
                  <a:lnTo>
                    <a:pt x="596" y="259"/>
                  </a:lnTo>
                  <a:lnTo>
                    <a:pt x="599" y="299"/>
                  </a:lnTo>
                  <a:lnTo>
                    <a:pt x="596" y="340"/>
                  </a:lnTo>
                  <a:lnTo>
                    <a:pt x="588" y="379"/>
                  </a:lnTo>
                  <a:lnTo>
                    <a:pt x="575" y="416"/>
                  </a:lnTo>
                  <a:lnTo>
                    <a:pt x="558" y="451"/>
                  </a:lnTo>
                  <a:lnTo>
                    <a:pt x="537" y="482"/>
                  </a:lnTo>
                  <a:lnTo>
                    <a:pt x="511" y="512"/>
                  </a:lnTo>
                  <a:lnTo>
                    <a:pt x="482" y="536"/>
                  </a:lnTo>
                  <a:lnTo>
                    <a:pt x="451" y="558"/>
                  </a:lnTo>
                  <a:lnTo>
                    <a:pt x="416" y="575"/>
                  </a:lnTo>
                  <a:lnTo>
                    <a:pt x="379" y="589"/>
                  </a:lnTo>
                  <a:lnTo>
                    <a:pt x="339" y="597"/>
                  </a:lnTo>
                  <a:lnTo>
                    <a:pt x="299" y="599"/>
                  </a:lnTo>
                  <a:lnTo>
                    <a:pt x="258" y="597"/>
                  </a:lnTo>
                  <a:lnTo>
                    <a:pt x="220" y="589"/>
                  </a:lnTo>
                  <a:lnTo>
                    <a:pt x="183" y="575"/>
                  </a:lnTo>
                  <a:lnTo>
                    <a:pt x="148" y="558"/>
                  </a:lnTo>
                  <a:lnTo>
                    <a:pt x="116" y="536"/>
                  </a:lnTo>
                  <a:lnTo>
                    <a:pt x="88" y="512"/>
                  </a:lnTo>
                  <a:lnTo>
                    <a:pt x="62" y="482"/>
                  </a:lnTo>
                  <a:lnTo>
                    <a:pt x="41" y="451"/>
                  </a:lnTo>
                  <a:lnTo>
                    <a:pt x="23" y="416"/>
                  </a:lnTo>
                  <a:lnTo>
                    <a:pt x="10" y="379"/>
                  </a:lnTo>
                  <a:lnTo>
                    <a:pt x="2" y="340"/>
                  </a:lnTo>
                  <a:lnTo>
                    <a:pt x="0" y="299"/>
                  </a:lnTo>
                  <a:lnTo>
                    <a:pt x="2" y="259"/>
                  </a:lnTo>
                  <a:lnTo>
                    <a:pt x="10" y="219"/>
                  </a:lnTo>
                  <a:lnTo>
                    <a:pt x="23" y="183"/>
                  </a:lnTo>
                  <a:lnTo>
                    <a:pt x="41" y="149"/>
                  </a:lnTo>
                  <a:lnTo>
                    <a:pt x="62" y="116"/>
                  </a:lnTo>
                  <a:lnTo>
                    <a:pt x="88" y="87"/>
                  </a:lnTo>
                  <a:lnTo>
                    <a:pt x="116" y="62"/>
                  </a:lnTo>
                  <a:lnTo>
                    <a:pt x="148" y="40"/>
                  </a:lnTo>
                  <a:lnTo>
                    <a:pt x="183" y="23"/>
                  </a:lnTo>
                  <a:lnTo>
                    <a:pt x="220" y="11"/>
                  </a:lnTo>
                  <a:lnTo>
                    <a:pt x="258" y="3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0" name="Freeform 603">
              <a:extLst>
                <a:ext uri="{FF2B5EF4-FFF2-40B4-BE49-F238E27FC236}">
                  <a16:creationId xmlns:a16="http://schemas.microsoft.com/office/drawing/2014/main" id="{9FEB174D-C0B8-42E6-B195-385276016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2963" y="4772026"/>
              <a:ext cx="68262" cy="66675"/>
            </a:xfrm>
            <a:custGeom>
              <a:avLst/>
              <a:gdLst>
                <a:gd name="T0" fmla="*/ 300 w 599"/>
                <a:gd name="T1" fmla="*/ 0 h 599"/>
                <a:gd name="T2" fmla="*/ 341 w 599"/>
                <a:gd name="T3" fmla="*/ 3 h 599"/>
                <a:gd name="T4" fmla="*/ 379 w 599"/>
                <a:gd name="T5" fmla="*/ 11 h 599"/>
                <a:gd name="T6" fmla="*/ 416 w 599"/>
                <a:gd name="T7" fmla="*/ 23 h 599"/>
                <a:gd name="T8" fmla="*/ 451 w 599"/>
                <a:gd name="T9" fmla="*/ 40 h 599"/>
                <a:gd name="T10" fmla="*/ 483 w 599"/>
                <a:gd name="T11" fmla="*/ 62 h 599"/>
                <a:gd name="T12" fmla="*/ 511 w 599"/>
                <a:gd name="T13" fmla="*/ 87 h 599"/>
                <a:gd name="T14" fmla="*/ 537 w 599"/>
                <a:gd name="T15" fmla="*/ 116 h 599"/>
                <a:gd name="T16" fmla="*/ 558 w 599"/>
                <a:gd name="T17" fmla="*/ 149 h 599"/>
                <a:gd name="T18" fmla="*/ 576 w 599"/>
                <a:gd name="T19" fmla="*/ 183 h 599"/>
                <a:gd name="T20" fmla="*/ 588 w 599"/>
                <a:gd name="T21" fmla="*/ 219 h 599"/>
                <a:gd name="T22" fmla="*/ 596 w 599"/>
                <a:gd name="T23" fmla="*/ 259 h 599"/>
                <a:gd name="T24" fmla="*/ 599 w 599"/>
                <a:gd name="T25" fmla="*/ 299 h 599"/>
                <a:gd name="T26" fmla="*/ 596 w 599"/>
                <a:gd name="T27" fmla="*/ 340 h 599"/>
                <a:gd name="T28" fmla="*/ 588 w 599"/>
                <a:gd name="T29" fmla="*/ 379 h 599"/>
                <a:gd name="T30" fmla="*/ 576 w 599"/>
                <a:gd name="T31" fmla="*/ 416 h 599"/>
                <a:gd name="T32" fmla="*/ 558 w 599"/>
                <a:gd name="T33" fmla="*/ 451 h 599"/>
                <a:gd name="T34" fmla="*/ 537 w 599"/>
                <a:gd name="T35" fmla="*/ 482 h 599"/>
                <a:gd name="T36" fmla="*/ 511 w 599"/>
                <a:gd name="T37" fmla="*/ 512 h 599"/>
                <a:gd name="T38" fmla="*/ 483 w 599"/>
                <a:gd name="T39" fmla="*/ 536 h 599"/>
                <a:gd name="T40" fmla="*/ 451 w 599"/>
                <a:gd name="T41" fmla="*/ 558 h 599"/>
                <a:gd name="T42" fmla="*/ 416 w 599"/>
                <a:gd name="T43" fmla="*/ 575 h 599"/>
                <a:gd name="T44" fmla="*/ 379 w 599"/>
                <a:gd name="T45" fmla="*/ 589 h 599"/>
                <a:gd name="T46" fmla="*/ 341 w 599"/>
                <a:gd name="T47" fmla="*/ 597 h 599"/>
                <a:gd name="T48" fmla="*/ 300 w 599"/>
                <a:gd name="T49" fmla="*/ 599 h 599"/>
                <a:gd name="T50" fmla="*/ 259 w 599"/>
                <a:gd name="T51" fmla="*/ 597 h 599"/>
                <a:gd name="T52" fmla="*/ 220 w 599"/>
                <a:gd name="T53" fmla="*/ 589 h 599"/>
                <a:gd name="T54" fmla="*/ 183 w 599"/>
                <a:gd name="T55" fmla="*/ 575 h 599"/>
                <a:gd name="T56" fmla="*/ 148 w 599"/>
                <a:gd name="T57" fmla="*/ 558 h 599"/>
                <a:gd name="T58" fmla="*/ 117 w 599"/>
                <a:gd name="T59" fmla="*/ 536 h 599"/>
                <a:gd name="T60" fmla="*/ 88 w 599"/>
                <a:gd name="T61" fmla="*/ 512 h 599"/>
                <a:gd name="T62" fmla="*/ 63 w 599"/>
                <a:gd name="T63" fmla="*/ 482 h 599"/>
                <a:gd name="T64" fmla="*/ 41 w 599"/>
                <a:gd name="T65" fmla="*/ 451 h 599"/>
                <a:gd name="T66" fmla="*/ 24 w 599"/>
                <a:gd name="T67" fmla="*/ 416 h 599"/>
                <a:gd name="T68" fmla="*/ 10 w 599"/>
                <a:gd name="T69" fmla="*/ 379 h 599"/>
                <a:gd name="T70" fmla="*/ 2 w 599"/>
                <a:gd name="T71" fmla="*/ 340 h 599"/>
                <a:gd name="T72" fmla="*/ 0 w 599"/>
                <a:gd name="T73" fmla="*/ 299 h 599"/>
                <a:gd name="T74" fmla="*/ 2 w 599"/>
                <a:gd name="T75" fmla="*/ 259 h 599"/>
                <a:gd name="T76" fmla="*/ 10 w 599"/>
                <a:gd name="T77" fmla="*/ 219 h 599"/>
                <a:gd name="T78" fmla="*/ 24 w 599"/>
                <a:gd name="T79" fmla="*/ 183 h 599"/>
                <a:gd name="T80" fmla="*/ 41 w 599"/>
                <a:gd name="T81" fmla="*/ 149 h 599"/>
                <a:gd name="T82" fmla="*/ 63 w 599"/>
                <a:gd name="T83" fmla="*/ 116 h 599"/>
                <a:gd name="T84" fmla="*/ 88 w 599"/>
                <a:gd name="T85" fmla="*/ 87 h 599"/>
                <a:gd name="T86" fmla="*/ 117 w 599"/>
                <a:gd name="T87" fmla="*/ 62 h 599"/>
                <a:gd name="T88" fmla="*/ 148 w 599"/>
                <a:gd name="T89" fmla="*/ 40 h 599"/>
                <a:gd name="T90" fmla="*/ 183 w 599"/>
                <a:gd name="T91" fmla="*/ 23 h 599"/>
                <a:gd name="T92" fmla="*/ 220 w 599"/>
                <a:gd name="T93" fmla="*/ 11 h 599"/>
                <a:gd name="T94" fmla="*/ 259 w 599"/>
                <a:gd name="T95" fmla="*/ 3 h 599"/>
                <a:gd name="T96" fmla="*/ 300 w 599"/>
                <a:gd name="T9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99" h="599">
                  <a:moveTo>
                    <a:pt x="300" y="0"/>
                  </a:moveTo>
                  <a:lnTo>
                    <a:pt x="341" y="3"/>
                  </a:lnTo>
                  <a:lnTo>
                    <a:pt x="379" y="11"/>
                  </a:lnTo>
                  <a:lnTo>
                    <a:pt x="416" y="23"/>
                  </a:lnTo>
                  <a:lnTo>
                    <a:pt x="451" y="40"/>
                  </a:lnTo>
                  <a:lnTo>
                    <a:pt x="483" y="62"/>
                  </a:lnTo>
                  <a:lnTo>
                    <a:pt x="511" y="87"/>
                  </a:lnTo>
                  <a:lnTo>
                    <a:pt x="537" y="116"/>
                  </a:lnTo>
                  <a:lnTo>
                    <a:pt x="558" y="149"/>
                  </a:lnTo>
                  <a:lnTo>
                    <a:pt x="576" y="183"/>
                  </a:lnTo>
                  <a:lnTo>
                    <a:pt x="588" y="219"/>
                  </a:lnTo>
                  <a:lnTo>
                    <a:pt x="596" y="259"/>
                  </a:lnTo>
                  <a:lnTo>
                    <a:pt x="599" y="299"/>
                  </a:lnTo>
                  <a:lnTo>
                    <a:pt x="596" y="340"/>
                  </a:lnTo>
                  <a:lnTo>
                    <a:pt x="588" y="379"/>
                  </a:lnTo>
                  <a:lnTo>
                    <a:pt x="576" y="416"/>
                  </a:lnTo>
                  <a:lnTo>
                    <a:pt x="558" y="451"/>
                  </a:lnTo>
                  <a:lnTo>
                    <a:pt x="537" y="482"/>
                  </a:lnTo>
                  <a:lnTo>
                    <a:pt x="511" y="512"/>
                  </a:lnTo>
                  <a:lnTo>
                    <a:pt x="483" y="536"/>
                  </a:lnTo>
                  <a:lnTo>
                    <a:pt x="451" y="558"/>
                  </a:lnTo>
                  <a:lnTo>
                    <a:pt x="416" y="575"/>
                  </a:lnTo>
                  <a:lnTo>
                    <a:pt x="379" y="589"/>
                  </a:lnTo>
                  <a:lnTo>
                    <a:pt x="341" y="597"/>
                  </a:lnTo>
                  <a:lnTo>
                    <a:pt x="300" y="599"/>
                  </a:lnTo>
                  <a:lnTo>
                    <a:pt x="259" y="597"/>
                  </a:lnTo>
                  <a:lnTo>
                    <a:pt x="220" y="589"/>
                  </a:lnTo>
                  <a:lnTo>
                    <a:pt x="183" y="575"/>
                  </a:lnTo>
                  <a:lnTo>
                    <a:pt x="148" y="558"/>
                  </a:lnTo>
                  <a:lnTo>
                    <a:pt x="117" y="536"/>
                  </a:lnTo>
                  <a:lnTo>
                    <a:pt x="88" y="512"/>
                  </a:lnTo>
                  <a:lnTo>
                    <a:pt x="63" y="482"/>
                  </a:lnTo>
                  <a:lnTo>
                    <a:pt x="41" y="451"/>
                  </a:lnTo>
                  <a:lnTo>
                    <a:pt x="24" y="416"/>
                  </a:lnTo>
                  <a:lnTo>
                    <a:pt x="10" y="379"/>
                  </a:lnTo>
                  <a:lnTo>
                    <a:pt x="2" y="340"/>
                  </a:lnTo>
                  <a:lnTo>
                    <a:pt x="0" y="299"/>
                  </a:lnTo>
                  <a:lnTo>
                    <a:pt x="2" y="259"/>
                  </a:lnTo>
                  <a:lnTo>
                    <a:pt x="10" y="219"/>
                  </a:lnTo>
                  <a:lnTo>
                    <a:pt x="24" y="183"/>
                  </a:lnTo>
                  <a:lnTo>
                    <a:pt x="41" y="149"/>
                  </a:lnTo>
                  <a:lnTo>
                    <a:pt x="63" y="116"/>
                  </a:lnTo>
                  <a:lnTo>
                    <a:pt x="88" y="87"/>
                  </a:lnTo>
                  <a:lnTo>
                    <a:pt x="117" y="62"/>
                  </a:lnTo>
                  <a:lnTo>
                    <a:pt x="148" y="40"/>
                  </a:lnTo>
                  <a:lnTo>
                    <a:pt x="183" y="23"/>
                  </a:lnTo>
                  <a:lnTo>
                    <a:pt x="220" y="11"/>
                  </a:lnTo>
                  <a:lnTo>
                    <a:pt x="259" y="3"/>
                  </a:lnTo>
                  <a:lnTo>
                    <a:pt x="3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1" name="Freeform 604">
              <a:extLst>
                <a:ext uri="{FF2B5EF4-FFF2-40B4-BE49-F238E27FC236}">
                  <a16:creationId xmlns:a16="http://schemas.microsoft.com/office/drawing/2014/main" id="{0C6E637F-9458-4635-A36E-BFAC7F1E9F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2800" y="4627563"/>
              <a:ext cx="142875" cy="177800"/>
            </a:xfrm>
            <a:custGeom>
              <a:avLst/>
              <a:gdLst>
                <a:gd name="T0" fmla="*/ 192 w 1259"/>
                <a:gd name="T1" fmla="*/ 970 h 1564"/>
                <a:gd name="T2" fmla="*/ 162 w 1259"/>
                <a:gd name="T3" fmla="*/ 986 h 1564"/>
                <a:gd name="T4" fmla="*/ 145 w 1259"/>
                <a:gd name="T5" fmla="*/ 1016 h 1564"/>
                <a:gd name="T6" fmla="*/ 145 w 1259"/>
                <a:gd name="T7" fmla="*/ 1052 h 1564"/>
                <a:gd name="T8" fmla="*/ 162 w 1259"/>
                <a:gd name="T9" fmla="*/ 1081 h 1564"/>
                <a:gd name="T10" fmla="*/ 192 w 1259"/>
                <a:gd name="T11" fmla="*/ 1099 h 1564"/>
                <a:gd name="T12" fmla="*/ 364 w 1259"/>
                <a:gd name="T13" fmla="*/ 1101 h 1564"/>
                <a:gd name="T14" fmla="*/ 399 w 1259"/>
                <a:gd name="T15" fmla="*/ 1092 h 1564"/>
                <a:gd name="T16" fmla="*/ 424 w 1259"/>
                <a:gd name="T17" fmla="*/ 1068 h 1564"/>
                <a:gd name="T18" fmla="*/ 431 w 1259"/>
                <a:gd name="T19" fmla="*/ 1034 h 1564"/>
                <a:gd name="T20" fmla="*/ 422 w 1259"/>
                <a:gd name="T21" fmla="*/ 1001 h 1564"/>
                <a:gd name="T22" fmla="*/ 398 w 1259"/>
                <a:gd name="T23" fmla="*/ 976 h 1564"/>
                <a:gd name="T24" fmla="*/ 364 w 1259"/>
                <a:gd name="T25" fmla="*/ 967 h 1564"/>
                <a:gd name="T26" fmla="*/ 172 w 1259"/>
                <a:gd name="T27" fmla="*/ 172 h 1564"/>
                <a:gd name="T28" fmla="*/ 1011 w 1259"/>
                <a:gd name="T29" fmla="*/ 830 h 1564"/>
                <a:gd name="T30" fmla="*/ 172 w 1259"/>
                <a:gd name="T31" fmla="*/ 172 h 1564"/>
                <a:gd name="T32" fmla="*/ 619 w 1259"/>
                <a:gd name="T33" fmla="*/ 0 h 1564"/>
                <a:gd name="T34" fmla="*/ 1259 w 1259"/>
                <a:gd name="T35" fmla="*/ 1564 h 1564"/>
                <a:gd name="T36" fmla="*/ 997 w 1259"/>
                <a:gd name="T37" fmla="*/ 1513 h 1564"/>
                <a:gd name="T38" fmla="*/ 975 w 1259"/>
                <a:gd name="T39" fmla="*/ 1417 h 1564"/>
                <a:gd name="T40" fmla="*/ 932 w 1259"/>
                <a:gd name="T41" fmla="*/ 1330 h 1564"/>
                <a:gd name="T42" fmla="*/ 871 w 1259"/>
                <a:gd name="T43" fmla="*/ 1255 h 1564"/>
                <a:gd name="T44" fmla="*/ 797 w 1259"/>
                <a:gd name="T45" fmla="*/ 1195 h 1564"/>
                <a:gd name="T46" fmla="*/ 710 w 1259"/>
                <a:gd name="T47" fmla="*/ 1153 h 1564"/>
                <a:gd name="T48" fmla="*/ 614 w 1259"/>
                <a:gd name="T49" fmla="*/ 1131 h 1564"/>
                <a:gd name="T50" fmla="*/ 513 w 1259"/>
                <a:gd name="T51" fmla="*/ 1131 h 1564"/>
                <a:gd name="T52" fmla="*/ 415 w 1259"/>
                <a:gd name="T53" fmla="*/ 1153 h 1564"/>
                <a:gd name="T54" fmla="*/ 330 w 1259"/>
                <a:gd name="T55" fmla="*/ 1195 h 1564"/>
                <a:gd name="T56" fmla="*/ 255 w 1259"/>
                <a:gd name="T57" fmla="*/ 1255 h 1564"/>
                <a:gd name="T58" fmla="*/ 195 w 1259"/>
                <a:gd name="T59" fmla="*/ 1330 h 1564"/>
                <a:gd name="T60" fmla="*/ 152 w 1259"/>
                <a:gd name="T61" fmla="*/ 1417 h 1564"/>
                <a:gd name="T62" fmla="*/ 129 w 1259"/>
                <a:gd name="T63" fmla="*/ 1513 h 1564"/>
                <a:gd name="T64" fmla="*/ 0 w 1259"/>
                <a:gd name="T65" fmla="*/ 1564 h 1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59" h="1564">
                  <a:moveTo>
                    <a:pt x="209" y="967"/>
                  </a:moveTo>
                  <a:lnTo>
                    <a:pt x="192" y="970"/>
                  </a:lnTo>
                  <a:lnTo>
                    <a:pt x="175" y="976"/>
                  </a:lnTo>
                  <a:lnTo>
                    <a:pt x="162" y="986"/>
                  </a:lnTo>
                  <a:lnTo>
                    <a:pt x="152" y="1001"/>
                  </a:lnTo>
                  <a:lnTo>
                    <a:pt x="145" y="1016"/>
                  </a:lnTo>
                  <a:lnTo>
                    <a:pt x="142" y="1034"/>
                  </a:lnTo>
                  <a:lnTo>
                    <a:pt x="145" y="1052"/>
                  </a:lnTo>
                  <a:lnTo>
                    <a:pt x="152" y="1068"/>
                  </a:lnTo>
                  <a:lnTo>
                    <a:pt x="162" y="1081"/>
                  </a:lnTo>
                  <a:lnTo>
                    <a:pt x="175" y="1092"/>
                  </a:lnTo>
                  <a:lnTo>
                    <a:pt x="192" y="1099"/>
                  </a:lnTo>
                  <a:lnTo>
                    <a:pt x="209" y="1101"/>
                  </a:lnTo>
                  <a:lnTo>
                    <a:pt x="364" y="1101"/>
                  </a:lnTo>
                  <a:lnTo>
                    <a:pt x="383" y="1099"/>
                  </a:lnTo>
                  <a:lnTo>
                    <a:pt x="399" y="1092"/>
                  </a:lnTo>
                  <a:lnTo>
                    <a:pt x="412" y="1081"/>
                  </a:lnTo>
                  <a:lnTo>
                    <a:pt x="424" y="1068"/>
                  </a:lnTo>
                  <a:lnTo>
                    <a:pt x="430" y="1052"/>
                  </a:lnTo>
                  <a:lnTo>
                    <a:pt x="431" y="1034"/>
                  </a:lnTo>
                  <a:lnTo>
                    <a:pt x="429" y="1016"/>
                  </a:lnTo>
                  <a:lnTo>
                    <a:pt x="422" y="1001"/>
                  </a:lnTo>
                  <a:lnTo>
                    <a:pt x="411" y="986"/>
                  </a:lnTo>
                  <a:lnTo>
                    <a:pt x="398" y="976"/>
                  </a:lnTo>
                  <a:lnTo>
                    <a:pt x="382" y="970"/>
                  </a:lnTo>
                  <a:lnTo>
                    <a:pt x="364" y="967"/>
                  </a:lnTo>
                  <a:lnTo>
                    <a:pt x="209" y="967"/>
                  </a:lnTo>
                  <a:close/>
                  <a:moveTo>
                    <a:pt x="172" y="172"/>
                  </a:moveTo>
                  <a:lnTo>
                    <a:pt x="172" y="830"/>
                  </a:lnTo>
                  <a:lnTo>
                    <a:pt x="1011" y="830"/>
                  </a:lnTo>
                  <a:lnTo>
                    <a:pt x="534" y="172"/>
                  </a:lnTo>
                  <a:lnTo>
                    <a:pt x="172" y="172"/>
                  </a:lnTo>
                  <a:close/>
                  <a:moveTo>
                    <a:pt x="0" y="0"/>
                  </a:moveTo>
                  <a:lnTo>
                    <a:pt x="619" y="0"/>
                  </a:lnTo>
                  <a:lnTo>
                    <a:pt x="1259" y="884"/>
                  </a:lnTo>
                  <a:lnTo>
                    <a:pt x="1259" y="1564"/>
                  </a:lnTo>
                  <a:lnTo>
                    <a:pt x="999" y="1564"/>
                  </a:lnTo>
                  <a:lnTo>
                    <a:pt x="997" y="1513"/>
                  </a:lnTo>
                  <a:lnTo>
                    <a:pt x="988" y="1464"/>
                  </a:lnTo>
                  <a:lnTo>
                    <a:pt x="975" y="1417"/>
                  </a:lnTo>
                  <a:lnTo>
                    <a:pt x="955" y="1372"/>
                  </a:lnTo>
                  <a:lnTo>
                    <a:pt x="932" y="1330"/>
                  </a:lnTo>
                  <a:lnTo>
                    <a:pt x="904" y="1291"/>
                  </a:lnTo>
                  <a:lnTo>
                    <a:pt x="871" y="1255"/>
                  </a:lnTo>
                  <a:lnTo>
                    <a:pt x="836" y="1224"/>
                  </a:lnTo>
                  <a:lnTo>
                    <a:pt x="797" y="1195"/>
                  </a:lnTo>
                  <a:lnTo>
                    <a:pt x="755" y="1171"/>
                  </a:lnTo>
                  <a:lnTo>
                    <a:pt x="710" y="1153"/>
                  </a:lnTo>
                  <a:lnTo>
                    <a:pt x="663" y="1139"/>
                  </a:lnTo>
                  <a:lnTo>
                    <a:pt x="614" y="1131"/>
                  </a:lnTo>
                  <a:lnTo>
                    <a:pt x="563" y="1127"/>
                  </a:lnTo>
                  <a:lnTo>
                    <a:pt x="513" y="1131"/>
                  </a:lnTo>
                  <a:lnTo>
                    <a:pt x="464" y="1139"/>
                  </a:lnTo>
                  <a:lnTo>
                    <a:pt x="415" y="1153"/>
                  </a:lnTo>
                  <a:lnTo>
                    <a:pt x="372" y="1171"/>
                  </a:lnTo>
                  <a:lnTo>
                    <a:pt x="330" y="1195"/>
                  </a:lnTo>
                  <a:lnTo>
                    <a:pt x="290" y="1224"/>
                  </a:lnTo>
                  <a:lnTo>
                    <a:pt x="255" y="1255"/>
                  </a:lnTo>
                  <a:lnTo>
                    <a:pt x="222" y="1291"/>
                  </a:lnTo>
                  <a:lnTo>
                    <a:pt x="195" y="1330"/>
                  </a:lnTo>
                  <a:lnTo>
                    <a:pt x="171" y="1372"/>
                  </a:lnTo>
                  <a:lnTo>
                    <a:pt x="152" y="1417"/>
                  </a:lnTo>
                  <a:lnTo>
                    <a:pt x="138" y="1464"/>
                  </a:lnTo>
                  <a:lnTo>
                    <a:pt x="129" y="1513"/>
                  </a:lnTo>
                  <a:lnTo>
                    <a:pt x="126" y="1564"/>
                  </a:lnTo>
                  <a:lnTo>
                    <a:pt x="0" y="156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2" name="Freeform 605">
              <a:extLst>
                <a:ext uri="{FF2B5EF4-FFF2-40B4-BE49-F238E27FC236}">
                  <a16:creationId xmlns:a16="http://schemas.microsoft.com/office/drawing/2014/main" id="{15F0BFFA-EE7A-484F-9A8F-DBC9BAB2A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088" y="4749801"/>
              <a:ext cx="223837" cy="55563"/>
            </a:xfrm>
            <a:custGeom>
              <a:avLst/>
              <a:gdLst>
                <a:gd name="T0" fmla="*/ 0 w 1978"/>
                <a:gd name="T1" fmla="*/ 0 h 492"/>
                <a:gd name="T2" fmla="*/ 1978 w 1978"/>
                <a:gd name="T3" fmla="*/ 0 h 492"/>
                <a:gd name="T4" fmla="*/ 1978 w 1978"/>
                <a:gd name="T5" fmla="*/ 492 h 492"/>
                <a:gd name="T6" fmla="*/ 1045 w 1978"/>
                <a:gd name="T7" fmla="*/ 492 h 492"/>
                <a:gd name="T8" fmla="*/ 1042 w 1978"/>
                <a:gd name="T9" fmla="*/ 442 h 492"/>
                <a:gd name="T10" fmla="*/ 1033 w 1978"/>
                <a:gd name="T11" fmla="*/ 393 h 492"/>
                <a:gd name="T12" fmla="*/ 1019 w 1978"/>
                <a:gd name="T13" fmla="*/ 345 h 492"/>
                <a:gd name="T14" fmla="*/ 1000 w 1978"/>
                <a:gd name="T15" fmla="*/ 301 h 492"/>
                <a:gd name="T16" fmla="*/ 976 w 1978"/>
                <a:gd name="T17" fmla="*/ 259 h 492"/>
                <a:gd name="T18" fmla="*/ 949 w 1978"/>
                <a:gd name="T19" fmla="*/ 219 h 492"/>
                <a:gd name="T20" fmla="*/ 917 w 1978"/>
                <a:gd name="T21" fmla="*/ 183 h 492"/>
                <a:gd name="T22" fmla="*/ 881 w 1978"/>
                <a:gd name="T23" fmla="*/ 152 h 492"/>
                <a:gd name="T24" fmla="*/ 842 w 1978"/>
                <a:gd name="T25" fmla="*/ 124 h 492"/>
                <a:gd name="T26" fmla="*/ 800 w 1978"/>
                <a:gd name="T27" fmla="*/ 100 h 492"/>
                <a:gd name="T28" fmla="*/ 756 w 1978"/>
                <a:gd name="T29" fmla="*/ 81 h 492"/>
                <a:gd name="T30" fmla="*/ 709 w 1978"/>
                <a:gd name="T31" fmla="*/ 68 h 492"/>
                <a:gd name="T32" fmla="*/ 658 w 1978"/>
                <a:gd name="T33" fmla="*/ 59 h 492"/>
                <a:gd name="T34" fmla="*/ 608 w 1978"/>
                <a:gd name="T35" fmla="*/ 55 h 492"/>
                <a:gd name="T36" fmla="*/ 557 w 1978"/>
                <a:gd name="T37" fmla="*/ 59 h 492"/>
                <a:gd name="T38" fmla="*/ 508 w 1978"/>
                <a:gd name="T39" fmla="*/ 68 h 492"/>
                <a:gd name="T40" fmla="*/ 461 w 1978"/>
                <a:gd name="T41" fmla="*/ 81 h 492"/>
                <a:gd name="T42" fmla="*/ 416 w 1978"/>
                <a:gd name="T43" fmla="*/ 100 h 492"/>
                <a:gd name="T44" fmla="*/ 374 w 1978"/>
                <a:gd name="T45" fmla="*/ 124 h 492"/>
                <a:gd name="T46" fmla="*/ 335 w 1978"/>
                <a:gd name="T47" fmla="*/ 152 h 492"/>
                <a:gd name="T48" fmla="*/ 300 w 1978"/>
                <a:gd name="T49" fmla="*/ 183 h 492"/>
                <a:gd name="T50" fmla="*/ 268 w 1978"/>
                <a:gd name="T51" fmla="*/ 219 h 492"/>
                <a:gd name="T52" fmla="*/ 239 w 1978"/>
                <a:gd name="T53" fmla="*/ 259 h 492"/>
                <a:gd name="T54" fmla="*/ 216 w 1978"/>
                <a:gd name="T55" fmla="*/ 301 h 492"/>
                <a:gd name="T56" fmla="*/ 197 w 1978"/>
                <a:gd name="T57" fmla="*/ 345 h 492"/>
                <a:gd name="T58" fmla="*/ 183 w 1978"/>
                <a:gd name="T59" fmla="*/ 393 h 492"/>
                <a:gd name="T60" fmla="*/ 175 w 1978"/>
                <a:gd name="T61" fmla="*/ 442 h 492"/>
                <a:gd name="T62" fmla="*/ 172 w 1978"/>
                <a:gd name="T63" fmla="*/ 492 h 492"/>
                <a:gd name="T64" fmla="*/ 0 w 1978"/>
                <a:gd name="T65" fmla="*/ 492 h 492"/>
                <a:gd name="T66" fmla="*/ 0 w 1978"/>
                <a:gd name="T67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78" h="492">
                  <a:moveTo>
                    <a:pt x="0" y="0"/>
                  </a:moveTo>
                  <a:lnTo>
                    <a:pt x="1978" y="0"/>
                  </a:lnTo>
                  <a:lnTo>
                    <a:pt x="1978" y="492"/>
                  </a:lnTo>
                  <a:lnTo>
                    <a:pt x="1045" y="492"/>
                  </a:lnTo>
                  <a:lnTo>
                    <a:pt x="1042" y="442"/>
                  </a:lnTo>
                  <a:lnTo>
                    <a:pt x="1033" y="393"/>
                  </a:lnTo>
                  <a:lnTo>
                    <a:pt x="1019" y="345"/>
                  </a:lnTo>
                  <a:lnTo>
                    <a:pt x="1000" y="301"/>
                  </a:lnTo>
                  <a:lnTo>
                    <a:pt x="976" y="259"/>
                  </a:lnTo>
                  <a:lnTo>
                    <a:pt x="949" y="219"/>
                  </a:lnTo>
                  <a:lnTo>
                    <a:pt x="917" y="183"/>
                  </a:lnTo>
                  <a:lnTo>
                    <a:pt x="881" y="152"/>
                  </a:lnTo>
                  <a:lnTo>
                    <a:pt x="842" y="124"/>
                  </a:lnTo>
                  <a:lnTo>
                    <a:pt x="800" y="100"/>
                  </a:lnTo>
                  <a:lnTo>
                    <a:pt x="756" y="81"/>
                  </a:lnTo>
                  <a:lnTo>
                    <a:pt x="709" y="68"/>
                  </a:lnTo>
                  <a:lnTo>
                    <a:pt x="658" y="59"/>
                  </a:lnTo>
                  <a:lnTo>
                    <a:pt x="608" y="55"/>
                  </a:lnTo>
                  <a:lnTo>
                    <a:pt x="557" y="59"/>
                  </a:lnTo>
                  <a:lnTo>
                    <a:pt x="508" y="68"/>
                  </a:lnTo>
                  <a:lnTo>
                    <a:pt x="461" y="81"/>
                  </a:lnTo>
                  <a:lnTo>
                    <a:pt x="416" y="100"/>
                  </a:lnTo>
                  <a:lnTo>
                    <a:pt x="374" y="124"/>
                  </a:lnTo>
                  <a:lnTo>
                    <a:pt x="335" y="152"/>
                  </a:lnTo>
                  <a:lnTo>
                    <a:pt x="300" y="183"/>
                  </a:lnTo>
                  <a:lnTo>
                    <a:pt x="268" y="219"/>
                  </a:lnTo>
                  <a:lnTo>
                    <a:pt x="239" y="259"/>
                  </a:lnTo>
                  <a:lnTo>
                    <a:pt x="216" y="301"/>
                  </a:lnTo>
                  <a:lnTo>
                    <a:pt x="197" y="345"/>
                  </a:lnTo>
                  <a:lnTo>
                    <a:pt x="183" y="393"/>
                  </a:lnTo>
                  <a:lnTo>
                    <a:pt x="175" y="442"/>
                  </a:lnTo>
                  <a:lnTo>
                    <a:pt x="172" y="492"/>
                  </a:lnTo>
                  <a:lnTo>
                    <a:pt x="0" y="4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3" name="Freeform 606">
              <a:extLst>
                <a:ext uri="{FF2B5EF4-FFF2-40B4-BE49-F238E27FC236}">
                  <a16:creationId xmlns:a16="http://schemas.microsoft.com/office/drawing/2014/main" id="{873C2BE9-4511-4D68-B8CE-8CAF27610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088" y="4589463"/>
              <a:ext cx="223837" cy="144463"/>
            </a:xfrm>
            <a:custGeom>
              <a:avLst/>
              <a:gdLst>
                <a:gd name="T0" fmla="*/ 0 w 1977"/>
                <a:gd name="T1" fmla="*/ 0 h 1274"/>
                <a:gd name="T2" fmla="*/ 1977 w 1977"/>
                <a:gd name="T3" fmla="*/ 0 h 1274"/>
                <a:gd name="T4" fmla="*/ 1977 w 1977"/>
                <a:gd name="T5" fmla="*/ 1274 h 1274"/>
                <a:gd name="T6" fmla="*/ 0 w 1977"/>
                <a:gd name="T7" fmla="*/ 1274 h 1274"/>
                <a:gd name="T8" fmla="*/ 0 w 1977"/>
                <a:gd name="T9" fmla="*/ 912 h 1274"/>
                <a:gd name="T10" fmla="*/ 404 w 1977"/>
                <a:gd name="T11" fmla="*/ 912 h 1274"/>
                <a:gd name="T12" fmla="*/ 404 w 1977"/>
                <a:gd name="T13" fmla="*/ 976 h 1274"/>
                <a:gd name="T14" fmla="*/ 406 w 1977"/>
                <a:gd name="T15" fmla="*/ 1003 h 1274"/>
                <a:gd name="T16" fmla="*/ 414 w 1977"/>
                <a:gd name="T17" fmla="*/ 1028 h 1274"/>
                <a:gd name="T18" fmla="*/ 425 w 1977"/>
                <a:gd name="T19" fmla="*/ 1050 h 1274"/>
                <a:gd name="T20" fmla="*/ 441 w 1977"/>
                <a:gd name="T21" fmla="*/ 1069 h 1274"/>
                <a:gd name="T22" fmla="*/ 459 w 1977"/>
                <a:gd name="T23" fmla="*/ 1085 h 1274"/>
                <a:gd name="T24" fmla="*/ 480 w 1977"/>
                <a:gd name="T25" fmla="*/ 1097 h 1274"/>
                <a:gd name="T26" fmla="*/ 503 w 1977"/>
                <a:gd name="T27" fmla="*/ 1106 h 1274"/>
                <a:gd name="T28" fmla="*/ 527 w 1977"/>
                <a:gd name="T29" fmla="*/ 1110 h 1274"/>
                <a:gd name="T30" fmla="*/ 551 w 1977"/>
                <a:gd name="T31" fmla="*/ 1110 h 1274"/>
                <a:gd name="T32" fmla="*/ 576 w 1977"/>
                <a:gd name="T33" fmla="*/ 1106 h 1274"/>
                <a:gd name="T34" fmla="*/ 599 w 1977"/>
                <a:gd name="T35" fmla="*/ 1095 h 1274"/>
                <a:gd name="T36" fmla="*/ 623 w 1977"/>
                <a:gd name="T37" fmla="*/ 1081 h 1274"/>
                <a:gd name="T38" fmla="*/ 1025 w 1977"/>
                <a:gd name="T39" fmla="*/ 755 h 1274"/>
                <a:gd name="T40" fmla="*/ 1044 w 1977"/>
                <a:gd name="T41" fmla="*/ 737 h 1274"/>
                <a:gd name="T42" fmla="*/ 1058 w 1977"/>
                <a:gd name="T43" fmla="*/ 718 h 1274"/>
                <a:gd name="T44" fmla="*/ 1068 w 1977"/>
                <a:gd name="T45" fmla="*/ 697 h 1274"/>
                <a:gd name="T46" fmla="*/ 1075 w 1977"/>
                <a:gd name="T47" fmla="*/ 674 h 1274"/>
                <a:gd name="T48" fmla="*/ 1077 w 1977"/>
                <a:gd name="T49" fmla="*/ 650 h 1274"/>
                <a:gd name="T50" fmla="*/ 1075 w 1977"/>
                <a:gd name="T51" fmla="*/ 627 h 1274"/>
                <a:gd name="T52" fmla="*/ 1068 w 1977"/>
                <a:gd name="T53" fmla="*/ 604 h 1274"/>
                <a:gd name="T54" fmla="*/ 1058 w 1977"/>
                <a:gd name="T55" fmla="*/ 583 h 1274"/>
                <a:gd name="T56" fmla="*/ 1045 w 1977"/>
                <a:gd name="T57" fmla="*/ 564 h 1274"/>
                <a:gd name="T58" fmla="*/ 1027 w 1977"/>
                <a:gd name="T59" fmla="*/ 546 h 1274"/>
                <a:gd name="T60" fmla="*/ 623 w 1977"/>
                <a:gd name="T61" fmla="*/ 218 h 1274"/>
                <a:gd name="T62" fmla="*/ 600 w 1977"/>
                <a:gd name="T63" fmla="*/ 204 h 1274"/>
                <a:gd name="T64" fmla="*/ 577 w 1977"/>
                <a:gd name="T65" fmla="*/ 193 h 1274"/>
                <a:gd name="T66" fmla="*/ 552 w 1977"/>
                <a:gd name="T67" fmla="*/ 188 h 1274"/>
                <a:gd name="T68" fmla="*/ 528 w 1977"/>
                <a:gd name="T69" fmla="*/ 188 h 1274"/>
                <a:gd name="T70" fmla="*/ 504 w 1977"/>
                <a:gd name="T71" fmla="*/ 192 h 1274"/>
                <a:gd name="T72" fmla="*/ 481 w 1977"/>
                <a:gd name="T73" fmla="*/ 202 h 1274"/>
                <a:gd name="T74" fmla="*/ 460 w 1977"/>
                <a:gd name="T75" fmla="*/ 214 h 1274"/>
                <a:gd name="T76" fmla="*/ 442 w 1977"/>
                <a:gd name="T77" fmla="*/ 229 h 1274"/>
                <a:gd name="T78" fmla="*/ 426 w 1977"/>
                <a:gd name="T79" fmla="*/ 249 h 1274"/>
                <a:gd name="T80" fmla="*/ 414 w 1977"/>
                <a:gd name="T81" fmla="*/ 270 h 1274"/>
                <a:gd name="T82" fmla="*/ 407 w 1977"/>
                <a:gd name="T83" fmla="*/ 296 h 1274"/>
                <a:gd name="T84" fmla="*/ 404 w 1977"/>
                <a:gd name="T85" fmla="*/ 322 h 1274"/>
                <a:gd name="T86" fmla="*/ 404 w 1977"/>
                <a:gd name="T87" fmla="*/ 385 h 1274"/>
                <a:gd name="T88" fmla="*/ 0 w 1977"/>
                <a:gd name="T89" fmla="*/ 385 h 1274"/>
                <a:gd name="T90" fmla="*/ 0 w 1977"/>
                <a:gd name="T91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77" h="1274">
                  <a:moveTo>
                    <a:pt x="0" y="0"/>
                  </a:moveTo>
                  <a:lnTo>
                    <a:pt x="1977" y="0"/>
                  </a:lnTo>
                  <a:lnTo>
                    <a:pt x="1977" y="1274"/>
                  </a:lnTo>
                  <a:lnTo>
                    <a:pt x="0" y="1274"/>
                  </a:lnTo>
                  <a:lnTo>
                    <a:pt x="0" y="912"/>
                  </a:lnTo>
                  <a:lnTo>
                    <a:pt x="404" y="912"/>
                  </a:lnTo>
                  <a:lnTo>
                    <a:pt x="404" y="976"/>
                  </a:lnTo>
                  <a:lnTo>
                    <a:pt x="406" y="1003"/>
                  </a:lnTo>
                  <a:lnTo>
                    <a:pt x="414" y="1028"/>
                  </a:lnTo>
                  <a:lnTo>
                    <a:pt x="425" y="1050"/>
                  </a:lnTo>
                  <a:lnTo>
                    <a:pt x="441" y="1069"/>
                  </a:lnTo>
                  <a:lnTo>
                    <a:pt x="459" y="1085"/>
                  </a:lnTo>
                  <a:lnTo>
                    <a:pt x="480" y="1097"/>
                  </a:lnTo>
                  <a:lnTo>
                    <a:pt x="503" y="1106"/>
                  </a:lnTo>
                  <a:lnTo>
                    <a:pt x="527" y="1110"/>
                  </a:lnTo>
                  <a:lnTo>
                    <a:pt x="551" y="1110"/>
                  </a:lnTo>
                  <a:lnTo>
                    <a:pt x="576" y="1106"/>
                  </a:lnTo>
                  <a:lnTo>
                    <a:pt x="599" y="1095"/>
                  </a:lnTo>
                  <a:lnTo>
                    <a:pt x="623" y="1081"/>
                  </a:lnTo>
                  <a:lnTo>
                    <a:pt x="1025" y="755"/>
                  </a:lnTo>
                  <a:lnTo>
                    <a:pt x="1044" y="737"/>
                  </a:lnTo>
                  <a:lnTo>
                    <a:pt x="1058" y="718"/>
                  </a:lnTo>
                  <a:lnTo>
                    <a:pt x="1068" y="697"/>
                  </a:lnTo>
                  <a:lnTo>
                    <a:pt x="1075" y="674"/>
                  </a:lnTo>
                  <a:lnTo>
                    <a:pt x="1077" y="650"/>
                  </a:lnTo>
                  <a:lnTo>
                    <a:pt x="1075" y="627"/>
                  </a:lnTo>
                  <a:lnTo>
                    <a:pt x="1068" y="604"/>
                  </a:lnTo>
                  <a:lnTo>
                    <a:pt x="1058" y="583"/>
                  </a:lnTo>
                  <a:lnTo>
                    <a:pt x="1045" y="564"/>
                  </a:lnTo>
                  <a:lnTo>
                    <a:pt x="1027" y="546"/>
                  </a:lnTo>
                  <a:lnTo>
                    <a:pt x="623" y="218"/>
                  </a:lnTo>
                  <a:lnTo>
                    <a:pt x="600" y="204"/>
                  </a:lnTo>
                  <a:lnTo>
                    <a:pt x="577" y="193"/>
                  </a:lnTo>
                  <a:lnTo>
                    <a:pt x="552" y="188"/>
                  </a:lnTo>
                  <a:lnTo>
                    <a:pt x="528" y="188"/>
                  </a:lnTo>
                  <a:lnTo>
                    <a:pt x="504" y="192"/>
                  </a:lnTo>
                  <a:lnTo>
                    <a:pt x="481" y="202"/>
                  </a:lnTo>
                  <a:lnTo>
                    <a:pt x="460" y="214"/>
                  </a:lnTo>
                  <a:lnTo>
                    <a:pt x="442" y="229"/>
                  </a:lnTo>
                  <a:lnTo>
                    <a:pt x="426" y="249"/>
                  </a:lnTo>
                  <a:lnTo>
                    <a:pt x="414" y="270"/>
                  </a:lnTo>
                  <a:lnTo>
                    <a:pt x="407" y="296"/>
                  </a:lnTo>
                  <a:lnTo>
                    <a:pt x="404" y="322"/>
                  </a:lnTo>
                  <a:lnTo>
                    <a:pt x="404" y="385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4" name="Freeform 607">
              <a:extLst>
                <a:ext uri="{FF2B5EF4-FFF2-40B4-BE49-F238E27FC236}">
                  <a16:creationId xmlns:a16="http://schemas.microsoft.com/office/drawing/2014/main" id="{DB97CD89-FA11-4C98-84CD-E9FA2BE58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088" y="4627563"/>
              <a:ext cx="106362" cy="71438"/>
            </a:xfrm>
            <a:custGeom>
              <a:avLst/>
              <a:gdLst>
                <a:gd name="T0" fmla="*/ 541 w 938"/>
                <a:gd name="T1" fmla="*/ 0 h 641"/>
                <a:gd name="T2" fmla="*/ 938 w 938"/>
                <a:gd name="T3" fmla="*/ 321 h 641"/>
                <a:gd name="T4" fmla="*/ 541 w 938"/>
                <a:gd name="T5" fmla="*/ 641 h 641"/>
                <a:gd name="T6" fmla="*/ 541 w 938"/>
                <a:gd name="T7" fmla="*/ 450 h 641"/>
                <a:gd name="T8" fmla="*/ 0 w 938"/>
                <a:gd name="T9" fmla="*/ 450 h 641"/>
                <a:gd name="T10" fmla="*/ 0 w 938"/>
                <a:gd name="T11" fmla="*/ 193 h 641"/>
                <a:gd name="T12" fmla="*/ 541 w 938"/>
                <a:gd name="T13" fmla="*/ 193 h 641"/>
                <a:gd name="T14" fmla="*/ 541 w 938"/>
                <a:gd name="T15" fmla="*/ 0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8" h="641">
                  <a:moveTo>
                    <a:pt x="541" y="0"/>
                  </a:moveTo>
                  <a:lnTo>
                    <a:pt x="938" y="321"/>
                  </a:lnTo>
                  <a:lnTo>
                    <a:pt x="541" y="641"/>
                  </a:lnTo>
                  <a:lnTo>
                    <a:pt x="541" y="450"/>
                  </a:lnTo>
                  <a:lnTo>
                    <a:pt x="0" y="450"/>
                  </a:lnTo>
                  <a:lnTo>
                    <a:pt x="0" y="193"/>
                  </a:lnTo>
                  <a:lnTo>
                    <a:pt x="541" y="193"/>
                  </a:lnTo>
                  <a:lnTo>
                    <a:pt x="5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911A5DDB-2CF8-48C0-A077-2AC5EE749455}"/>
              </a:ext>
            </a:extLst>
          </p:cNvPr>
          <p:cNvGrpSpPr/>
          <p:nvPr/>
        </p:nvGrpSpPr>
        <p:grpSpPr>
          <a:xfrm>
            <a:off x="3358501" y="3829290"/>
            <a:ext cx="310355" cy="239527"/>
            <a:chOff x="2135188" y="4572001"/>
            <a:chExt cx="382587" cy="29527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76" name="Freeform 612">
              <a:extLst>
                <a:ext uri="{FF2B5EF4-FFF2-40B4-BE49-F238E27FC236}">
                  <a16:creationId xmlns:a16="http://schemas.microsoft.com/office/drawing/2014/main" id="{1E3060FD-9960-473C-9673-F293B8C376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3288" y="4610101"/>
              <a:ext cx="306387" cy="142875"/>
            </a:xfrm>
            <a:custGeom>
              <a:avLst/>
              <a:gdLst>
                <a:gd name="T0" fmla="*/ 1100 w 2694"/>
                <a:gd name="T1" fmla="*/ 188 h 1266"/>
                <a:gd name="T2" fmla="*/ 1052 w 2694"/>
                <a:gd name="T3" fmla="*/ 211 h 1266"/>
                <a:gd name="T4" fmla="*/ 1013 w 2694"/>
                <a:gd name="T5" fmla="*/ 251 h 1266"/>
                <a:gd name="T6" fmla="*/ 990 w 2694"/>
                <a:gd name="T7" fmla="*/ 302 h 1266"/>
                <a:gd name="T8" fmla="*/ 988 w 2694"/>
                <a:gd name="T9" fmla="*/ 357 h 1266"/>
                <a:gd name="T10" fmla="*/ 592 w 2694"/>
                <a:gd name="T11" fmla="*/ 785 h 1266"/>
                <a:gd name="T12" fmla="*/ 537 w 2694"/>
                <a:gd name="T13" fmla="*/ 778 h 1266"/>
                <a:gd name="T14" fmla="*/ 484 w 2694"/>
                <a:gd name="T15" fmla="*/ 790 h 1266"/>
                <a:gd name="T16" fmla="*/ 437 w 2694"/>
                <a:gd name="T17" fmla="*/ 822 h 1266"/>
                <a:gd name="T18" fmla="*/ 406 w 2694"/>
                <a:gd name="T19" fmla="*/ 866 h 1266"/>
                <a:gd name="T20" fmla="*/ 393 w 2694"/>
                <a:gd name="T21" fmla="*/ 917 h 1266"/>
                <a:gd name="T22" fmla="*/ 397 w 2694"/>
                <a:gd name="T23" fmla="*/ 968 h 1266"/>
                <a:gd name="T24" fmla="*/ 419 w 2694"/>
                <a:gd name="T25" fmla="*/ 1015 h 1266"/>
                <a:gd name="T26" fmla="*/ 457 w 2694"/>
                <a:gd name="T27" fmla="*/ 1054 h 1266"/>
                <a:gd name="T28" fmla="*/ 506 w 2694"/>
                <a:gd name="T29" fmla="*/ 1075 h 1266"/>
                <a:gd name="T30" fmla="*/ 557 w 2694"/>
                <a:gd name="T31" fmla="*/ 1080 h 1266"/>
                <a:gd name="T32" fmla="*/ 607 w 2694"/>
                <a:gd name="T33" fmla="*/ 1067 h 1266"/>
                <a:gd name="T34" fmla="*/ 651 w 2694"/>
                <a:gd name="T35" fmla="*/ 1036 h 1266"/>
                <a:gd name="T36" fmla="*/ 683 w 2694"/>
                <a:gd name="T37" fmla="*/ 988 h 1266"/>
                <a:gd name="T38" fmla="*/ 695 w 2694"/>
                <a:gd name="T39" fmla="*/ 935 h 1266"/>
                <a:gd name="T40" fmla="*/ 688 w 2694"/>
                <a:gd name="T41" fmla="*/ 880 h 1266"/>
                <a:gd name="T42" fmla="*/ 1122 w 2694"/>
                <a:gd name="T43" fmla="*/ 487 h 1266"/>
                <a:gd name="T44" fmla="*/ 1185 w 2694"/>
                <a:gd name="T45" fmla="*/ 480 h 1266"/>
                <a:gd name="T46" fmla="*/ 1402 w 2694"/>
                <a:gd name="T47" fmla="*/ 920 h 1266"/>
                <a:gd name="T48" fmla="*/ 1406 w 2694"/>
                <a:gd name="T49" fmla="*/ 971 h 1266"/>
                <a:gd name="T50" fmla="*/ 1428 w 2694"/>
                <a:gd name="T51" fmla="*/ 1018 h 1266"/>
                <a:gd name="T52" fmla="*/ 1467 w 2694"/>
                <a:gd name="T53" fmla="*/ 1057 h 1266"/>
                <a:gd name="T54" fmla="*/ 1514 w 2694"/>
                <a:gd name="T55" fmla="*/ 1078 h 1266"/>
                <a:gd name="T56" fmla="*/ 1565 w 2694"/>
                <a:gd name="T57" fmla="*/ 1082 h 1266"/>
                <a:gd name="T58" fmla="*/ 1616 w 2694"/>
                <a:gd name="T59" fmla="*/ 1069 h 1266"/>
                <a:gd name="T60" fmla="*/ 1660 w 2694"/>
                <a:gd name="T61" fmla="*/ 1038 h 1266"/>
                <a:gd name="T62" fmla="*/ 1692 w 2694"/>
                <a:gd name="T63" fmla="*/ 991 h 1266"/>
                <a:gd name="T64" fmla="*/ 1704 w 2694"/>
                <a:gd name="T65" fmla="*/ 938 h 1266"/>
                <a:gd name="T66" fmla="*/ 1697 w 2694"/>
                <a:gd name="T67" fmla="*/ 883 h 1266"/>
                <a:gd name="T68" fmla="*/ 2125 w 2694"/>
                <a:gd name="T69" fmla="*/ 488 h 1266"/>
                <a:gd name="T70" fmla="*/ 2180 w 2694"/>
                <a:gd name="T71" fmla="*/ 486 h 1266"/>
                <a:gd name="T72" fmla="*/ 2231 w 2694"/>
                <a:gd name="T73" fmla="*/ 463 h 1266"/>
                <a:gd name="T74" fmla="*/ 2271 w 2694"/>
                <a:gd name="T75" fmla="*/ 424 h 1266"/>
                <a:gd name="T76" fmla="*/ 2293 w 2694"/>
                <a:gd name="T77" fmla="*/ 376 h 1266"/>
                <a:gd name="T78" fmla="*/ 2298 w 2694"/>
                <a:gd name="T79" fmla="*/ 325 h 1266"/>
                <a:gd name="T80" fmla="*/ 2285 w 2694"/>
                <a:gd name="T81" fmla="*/ 275 h 1266"/>
                <a:gd name="T82" fmla="*/ 2254 w 2694"/>
                <a:gd name="T83" fmla="*/ 231 h 1266"/>
                <a:gd name="T84" fmla="*/ 2210 w 2694"/>
                <a:gd name="T85" fmla="*/ 201 h 1266"/>
                <a:gd name="T86" fmla="*/ 2160 w 2694"/>
                <a:gd name="T87" fmla="*/ 187 h 1266"/>
                <a:gd name="T88" fmla="*/ 2109 w 2694"/>
                <a:gd name="T89" fmla="*/ 191 h 1266"/>
                <a:gd name="T90" fmla="*/ 2061 w 2694"/>
                <a:gd name="T91" fmla="*/ 214 h 1266"/>
                <a:gd name="T92" fmla="*/ 2021 w 2694"/>
                <a:gd name="T93" fmla="*/ 254 h 1266"/>
                <a:gd name="T94" fmla="*/ 1999 w 2694"/>
                <a:gd name="T95" fmla="*/ 305 h 1266"/>
                <a:gd name="T96" fmla="*/ 1997 w 2694"/>
                <a:gd name="T97" fmla="*/ 359 h 1266"/>
                <a:gd name="T98" fmla="*/ 1602 w 2694"/>
                <a:gd name="T99" fmla="*/ 788 h 1266"/>
                <a:gd name="T100" fmla="*/ 1537 w 2694"/>
                <a:gd name="T101" fmla="*/ 780 h 1266"/>
                <a:gd name="T102" fmla="*/ 1285 w 2694"/>
                <a:gd name="T103" fmla="*/ 372 h 1266"/>
                <a:gd name="T104" fmla="*/ 1289 w 2694"/>
                <a:gd name="T105" fmla="*/ 321 h 1266"/>
                <a:gd name="T106" fmla="*/ 1275 w 2694"/>
                <a:gd name="T107" fmla="*/ 272 h 1266"/>
                <a:gd name="T108" fmla="*/ 1245 w 2694"/>
                <a:gd name="T109" fmla="*/ 228 h 1266"/>
                <a:gd name="T110" fmla="*/ 1201 w 2694"/>
                <a:gd name="T111" fmla="*/ 198 h 1266"/>
                <a:gd name="T112" fmla="*/ 1151 w 2694"/>
                <a:gd name="T113" fmla="*/ 184 h 1266"/>
                <a:gd name="T114" fmla="*/ 0 w 2694"/>
                <a:gd name="T115" fmla="*/ 0 h 1266"/>
                <a:gd name="T116" fmla="*/ 2694 w 2694"/>
                <a:gd name="T117" fmla="*/ 1266 h 1266"/>
                <a:gd name="T118" fmla="*/ 0 w 2694"/>
                <a:gd name="T119" fmla="*/ 0 h 1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94" h="1266">
                  <a:moveTo>
                    <a:pt x="1125" y="184"/>
                  </a:moveTo>
                  <a:lnTo>
                    <a:pt x="1100" y="188"/>
                  </a:lnTo>
                  <a:lnTo>
                    <a:pt x="1075" y="198"/>
                  </a:lnTo>
                  <a:lnTo>
                    <a:pt x="1052" y="211"/>
                  </a:lnTo>
                  <a:lnTo>
                    <a:pt x="1031" y="228"/>
                  </a:lnTo>
                  <a:lnTo>
                    <a:pt x="1013" y="251"/>
                  </a:lnTo>
                  <a:lnTo>
                    <a:pt x="998" y="276"/>
                  </a:lnTo>
                  <a:lnTo>
                    <a:pt x="990" y="302"/>
                  </a:lnTo>
                  <a:lnTo>
                    <a:pt x="987" y="329"/>
                  </a:lnTo>
                  <a:lnTo>
                    <a:pt x="988" y="357"/>
                  </a:lnTo>
                  <a:lnTo>
                    <a:pt x="994" y="384"/>
                  </a:lnTo>
                  <a:lnTo>
                    <a:pt x="592" y="785"/>
                  </a:lnTo>
                  <a:lnTo>
                    <a:pt x="565" y="779"/>
                  </a:lnTo>
                  <a:lnTo>
                    <a:pt x="537" y="778"/>
                  </a:lnTo>
                  <a:lnTo>
                    <a:pt x="511" y="781"/>
                  </a:lnTo>
                  <a:lnTo>
                    <a:pt x="484" y="790"/>
                  </a:lnTo>
                  <a:lnTo>
                    <a:pt x="460" y="803"/>
                  </a:lnTo>
                  <a:lnTo>
                    <a:pt x="437" y="822"/>
                  </a:lnTo>
                  <a:lnTo>
                    <a:pt x="419" y="843"/>
                  </a:lnTo>
                  <a:lnTo>
                    <a:pt x="406" y="866"/>
                  </a:lnTo>
                  <a:lnTo>
                    <a:pt x="397" y="891"/>
                  </a:lnTo>
                  <a:lnTo>
                    <a:pt x="393" y="917"/>
                  </a:lnTo>
                  <a:lnTo>
                    <a:pt x="393" y="942"/>
                  </a:lnTo>
                  <a:lnTo>
                    <a:pt x="397" y="968"/>
                  </a:lnTo>
                  <a:lnTo>
                    <a:pt x="406" y="992"/>
                  </a:lnTo>
                  <a:lnTo>
                    <a:pt x="419" y="1015"/>
                  </a:lnTo>
                  <a:lnTo>
                    <a:pt x="437" y="1036"/>
                  </a:lnTo>
                  <a:lnTo>
                    <a:pt x="457" y="1054"/>
                  </a:lnTo>
                  <a:lnTo>
                    <a:pt x="481" y="1067"/>
                  </a:lnTo>
                  <a:lnTo>
                    <a:pt x="506" y="1075"/>
                  </a:lnTo>
                  <a:lnTo>
                    <a:pt x="530" y="1080"/>
                  </a:lnTo>
                  <a:lnTo>
                    <a:pt x="557" y="1080"/>
                  </a:lnTo>
                  <a:lnTo>
                    <a:pt x="582" y="1075"/>
                  </a:lnTo>
                  <a:lnTo>
                    <a:pt x="607" y="1067"/>
                  </a:lnTo>
                  <a:lnTo>
                    <a:pt x="630" y="1054"/>
                  </a:lnTo>
                  <a:lnTo>
                    <a:pt x="651" y="1036"/>
                  </a:lnTo>
                  <a:lnTo>
                    <a:pt x="669" y="1013"/>
                  </a:lnTo>
                  <a:lnTo>
                    <a:pt x="683" y="988"/>
                  </a:lnTo>
                  <a:lnTo>
                    <a:pt x="692" y="962"/>
                  </a:lnTo>
                  <a:lnTo>
                    <a:pt x="695" y="935"/>
                  </a:lnTo>
                  <a:lnTo>
                    <a:pt x="694" y="908"/>
                  </a:lnTo>
                  <a:lnTo>
                    <a:pt x="688" y="880"/>
                  </a:lnTo>
                  <a:lnTo>
                    <a:pt x="1089" y="480"/>
                  </a:lnTo>
                  <a:lnTo>
                    <a:pt x="1122" y="487"/>
                  </a:lnTo>
                  <a:lnTo>
                    <a:pt x="1154" y="487"/>
                  </a:lnTo>
                  <a:lnTo>
                    <a:pt x="1185" y="480"/>
                  </a:lnTo>
                  <a:lnTo>
                    <a:pt x="1405" y="894"/>
                  </a:lnTo>
                  <a:lnTo>
                    <a:pt x="1402" y="920"/>
                  </a:lnTo>
                  <a:lnTo>
                    <a:pt x="1402" y="945"/>
                  </a:lnTo>
                  <a:lnTo>
                    <a:pt x="1406" y="971"/>
                  </a:lnTo>
                  <a:lnTo>
                    <a:pt x="1414" y="995"/>
                  </a:lnTo>
                  <a:lnTo>
                    <a:pt x="1428" y="1018"/>
                  </a:lnTo>
                  <a:lnTo>
                    <a:pt x="1445" y="1038"/>
                  </a:lnTo>
                  <a:lnTo>
                    <a:pt x="1467" y="1057"/>
                  </a:lnTo>
                  <a:lnTo>
                    <a:pt x="1489" y="1069"/>
                  </a:lnTo>
                  <a:lnTo>
                    <a:pt x="1514" y="1078"/>
                  </a:lnTo>
                  <a:lnTo>
                    <a:pt x="1539" y="1082"/>
                  </a:lnTo>
                  <a:lnTo>
                    <a:pt x="1565" y="1082"/>
                  </a:lnTo>
                  <a:lnTo>
                    <a:pt x="1590" y="1078"/>
                  </a:lnTo>
                  <a:lnTo>
                    <a:pt x="1616" y="1069"/>
                  </a:lnTo>
                  <a:lnTo>
                    <a:pt x="1638" y="1057"/>
                  </a:lnTo>
                  <a:lnTo>
                    <a:pt x="1660" y="1038"/>
                  </a:lnTo>
                  <a:lnTo>
                    <a:pt x="1678" y="1016"/>
                  </a:lnTo>
                  <a:lnTo>
                    <a:pt x="1692" y="991"/>
                  </a:lnTo>
                  <a:lnTo>
                    <a:pt x="1700" y="965"/>
                  </a:lnTo>
                  <a:lnTo>
                    <a:pt x="1704" y="938"/>
                  </a:lnTo>
                  <a:lnTo>
                    <a:pt x="1703" y="911"/>
                  </a:lnTo>
                  <a:lnTo>
                    <a:pt x="1697" y="883"/>
                  </a:lnTo>
                  <a:lnTo>
                    <a:pt x="2098" y="483"/>
                  </a:lnTo>
                  <a:lnTo>
                    <a:pt x="2125" y="488"/>
                  </a:lnTo>
                  <a:lnTo>
                    <a:pt x="2153" y="490"/>
                  </a:lnTo>
                  <a:lnTo>
                    <a:pt x="2180" y="486"/>
                  </a:lnTo>
                  <a:lnTo>
                    <a:pt x="2207" y="478"/>
                  </a:lnTo>
                  <a:lnTo>
                    <a:pt x="2231" y="463"/>
                  </a:lnTo>
                  <a:lnTo>
                    <a:pt x="2254" y="445"/>
                  </a:lnTo>
                  <a:lnTo>
                    <a:pt x="2271" y="424"/>
                  </a:lnTo>
                  <a:lnTo>
                    <a:pt x="2285" y="401"/>
                  </a:lnTo>
                  <a:lnTo>
                    <a:pt x="2293" y="376"/>
                  </a:lnTo>
                  <a:lnTo>
                    <a:pt x="2298" y="351"/>
                  </a:lnTo>
                  <a:lnTo>
                    <a:pt x="2298" y="325"/>
                  </a:lnTo>
                  <a:lnTo>
                    <a:pt x="2293" y="300"/>
                  </a:lnTo>
                  <a:lnTo>
                    <a:pt x="2285" y="275"/>
                  </a:lnTo>
                  <a:lnTo>
                    <a:pt x="2271" y="252"/>
                  </a:lnTo>
                  <a:lnTo>
                    <a:pt x="2254" y="231"/>
                  </a:lnTo>
                  <a:lnTo>
                    <a:pt x="2233" y="214"/>
                  </a:lnTo>
                  <a:lnTo>
                    <a:pt x="2210" y="201"/>
                  </a:lnTo>
                  <a:lnTo>
                    <a:pt x="2185" y="191"/>
                  </a:lnTo>
                  <a:lnTo>
                    <a:pt x="2160" y="187"/>
                  </a:lnTo>
                  <a:lnTo>
                    <a:pt x="2134" y="187"/>
                  </a:lnTo>
                  <a:lnTo>
                    <a:pt x="2109" y="191"/>
                  </a:lnTo>
                  <a:lnTo>
                    <a:pt x="2084" y="201"/>
                  </a:lnTo>
                  <a:lnTo>
                    <a:pt x="2061" y="214"/>
                  </a:lnTo>
                  <a:lnTo>
                    <a:pt x="2040" y="231"/>
                  </a:lnTo>
                  <a:lnTo>
                    <a:pt x="2021" y="254"/>
                  </a:lnTo>
                  <a:lnTo>
                    <a:pt x="2007" y="278"/>
                  </a:lnTo>
                  <a:lnTo>
                    <a:pt x="1999" y="305"/>
                  </a:lnTo>
                  <a:lnTo>
                    <a:pt x="1995" y="332"/>
                  </a:lnTo>
                  <a:lnTo>
                    <a:pt x="1997" y="359"/>
                  </a:lnTo>
                  <a:lnTo>
                    <a:pt x="2002" y="387"/>
                  </a:lnTo>
                  <a:lnTo>
                    <a:pt x="1602" y="788"/>
                  </a:lnTo>
                  <a:lnTo>
                    <a:pt x="1569" y="780"/>
                  </a:lnTo>
                  <a:lnTo>
                    <a:pt x="1537" y="780"/>
                  </a:lnTo>
                  <a:lnTo>
                    <a:pt x="1504" y="788"/>
                  </a:lnTo>
                  <a:lnTo>
                    <a:pt x="1285" y="372"/>
                  </a:lnTo>
                  <a:lnTo>
                    <a:pt x="1289" y="347"/>
                  </a:lnTo>
                  <a:lnTo>
                    <a:pt x="1289" y="321"/>
                  </a:lnTo>
                  <a:lnTo>
                    <a:pt x="1285" y="297"/>
                  </a:lnTo>
                  <a:lnTo>
                    <a:pt x="1275" y="272"/>
                  </a:lnTo>
                  <a:lnTo>
                    <a:pt x="1263" y="250"/>
                  </a:lnTo>
                  <a:lnTo>
                    <a:pt x="1245" y="228"/>
                  </a:lnTo>
                  <a:lnTo>
                    <a:pt x="1224" y="211"/>
                  </a:lnTo>
                  <a:lnTo>
                    <a:pt x="1201" y="198"/>
                  </a:lnTo>
                  <a:lnTo>
                    <a:pt x="1176" y="188"/>
                  </a:lnTo>
                  <a:lnTo>
                    <a:pt x="1151" y="184"/>
                  </a:lnTo>
                  <a:lnTo>
                    <a:pt x="1125" y="184"/>
                  </a:lnTo>
                  <a:close/>
                  <a:moveTo>
                    <a:pt x="0" y="0"/>
                  </a:moveTo>
                  <a:lnTo>
                    <a:pt x="2694" y="0"/>
                  </a:lnTo>
                  <a:lnTo>
                    <a:pt x="2694" y="1266"/>
                  </a:lnTo>
                  <a:lnTo>
                    <a:pt x="0" y="126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77" name="Freeform 613">
              <a:extLst>
                <a:ext uri="{FF2B5EF4-FFF2-40B4-BE49-F238E27FC236}">
                  <a16:creationId xmlns:a16="http://schemas.microsoft.com/office/drawing/2014/main" id="{120F5DD3-64A0-482B-9F82-94D8A2903D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5188" y="4572001"/>
              <a:ext cx="382587" cy="295275"/>
            </a:xfrm>
            <a:custGeom>
              <a:avLst/>
              <a:gdLst>
                <a:gd name="T0" fmla="*/ 271 w 3374"/>
                <a:gd name="T1" fmla="*/ 203 h 2617"/>
                <a:gd name="T2" fmla="*/ 253 w 3374"/>
                <a:gd name="T3" fmla="*/ 206 h 2617"/>
                <a:gd name="T4" fmla="*/ 237 w 3374"/>
                <a:gd name="T5" fmla="*/ 213 h 2617"/>
                <a:gd name="T6" fmla="*/ 223 w 3374"/>
                <a:gd name="T7" fmla="*/ 223 h 2617"/>
                <a:gd name="T8" fmla="*/ 213 w 3374"/>
                <a:gd name="T9" fmla="*/ 236 h 2617"/>
                <a:gd name="T10" fmla="*/ 207 w 3374"/>
                <a:gd name="T11" fmla="*/ 253 h 2617"/>
                <a:gd name="T12" fmla="*/ 203 w 3374"/>
                <a:gd name="T13" fmla="*/ 270 h 2617"/>
                <a:gd name="T14" fmla="*/ 203 w 3374"/>
                <a:gd name="T15" fmla="*/ 1673 h 2617"/>
                <a:gd name="T16" fmla="*/ 207 w 3374"/>
                <a:gd name="T17" fmla="*/ 1690 h 2617"/>
                <a:gd name="T18" fmla="*/ 214 w 3374"/>
                <a:gd name="T19" fmla="*/ 1706 h 2617"/>
                <a:gd name="T20" fmla="*/ 224 w 3374"/>
                <a:gd name="T21" fmla="*/ 1721 h 2617"/>
                <a:gd name="T22" fmla="*/ 238 w 3374"/>
                <a:gd name="T23" fmla="*/ 1731 h 2617"/>
                <a:gd name="T24" fmla="*/ 255 w 3374"/>
                <a:gd name="T25" fmla="*/ 1738 h 2617"/>
                <a:gd name="T26" fmla="*/ 273 w 3374"/>
                <a:gd name="T27" fmla="*/ 1739 h 2617"/>
                <a:gd name="T28" fmla="*/ 3101 w 3374"/>
                <a:gd name="T29" fmla="*/ 1739 h 2617"/>
                <a:gd name="T30" fmla="*/ 3118 w 3374"/>
                <a:gd name="T31" fmla="*/ 1737 h 2617"/>
                <a:gd name="T32" fmla="*/ 3135 w 3374"/>
                <a:gd name="T33" fmla="*/ 1730 h 2617"/>
                <a:gd name="T34" fmla="*/ 3148 w 3374"/>
                <a:gd name="T35" fmla="*/ 1720 h 2617"/>
                <a:gd name="T36" fmla="*/ 3158 w 3374"/>
                <a:gd name="T37" fmla="*/ 1706 h 2617"/>
                <a:gd name="T38" fmla="*/ 3165 w 3374"/>
                <a:gd name="T39" fmla="*/ 1690 h 2617"/>
                <a:gd name="T40" fmla="*/ 3167 w 3374"/>
                <a:gd name="T41" fmla="*/ 1673 h 2617"/>
                <a:gd name="T42" fmla="*/ 3167 w 3374"/>
                <a:gd name="T43" fmla="*/ 270 h 2617"/>
                <a:gd name="T44" fmla="*/ 3165 w 3374"/>
                <a:gd name="T45" fmla="*/ 253 h 2617"/>
                <a:gd name="T46" fmla="*/ 3158 w 3374"/>
                <a:gd name="T47" fmla="*/ 236 h 2617"/>
                <a:gd name="T48" fmla="*/ 3148 w 3374"/>
                <a:gd name="T49" fmla="*/ 223 h 2617"/>
                <a:gd name="T50" fmla="*/ 3135 w 3374"/>
                <a:gd name="T51" fmla="*/ 213 h 2617"/>
                <a:gd name="T52" fmla="*/ 3118 w 3374"/>
                <a:gd name="T53" fmla="*/ 206 h 2617"/>
                <a:gd name="T54" fmla="*/ 3101 w 3374"/>
                <a:gd name="T55" fmla="*/ 203 h 2617"/>
                <a:gd name="T56" fmla="*/ 271 w 3374"/>
                <a:gd name="T57" fmla="*/ 203 h 2617"/>
                <a:gd name="T58" fmla="*/ 0 w 3374"/>
                <a:gd name="T59" fmla="*/ 0 h 2617"/>
                <a:gd name="T60" fmla="*/ 3374 w 3374"/>
                <a:gd name="T61" fmla="*/ 0 h 2617"/>
                <a:gd name="T62" fmla="*/ 3374 w 3374"/>
                <a:gd name="T63" fmla="*/ 1980 h 2617"/>
                <a:gd name="T64" fmla="*/ 2013 w 3374"/>
                <a:gd name="T65" fmla="*/ 1980 h 2617"/>
                <a:gd name="T66" fmla="*/ 2115 w 3374"/>
                <a:gd name="T67" fmla="*/ 2384 h 2617"/>
                <a:gd name="T68" fmla="*/ 2463 w 3374"/>
                <a:gd name="T69" fmla="*/ 2384 h 2617"/>
                <a:gd name="T70" fmla="*/ 2463 w 3374"/>
                <a:gd name="T71" fmla="*/ 2617 h 2617"/>
                <a:gd name="T72" fmla="*/ 910 w 3374"/>
                <a:gd name="T73" fmla="*/ 2617 h 2617"/>
                <a:gd name="T74" fmla="*/ 910 w 3374"/>
                <a:gd name="T75" fmla="*/ 2384 h 2617"/>
                <a:gd name="T76" fmla="*/ 1258 w 3374"/>
                <a:gd name="T77" fmla="*/ 2384 h 2617"/>
                <a:gd name="T78" fmla="*/ 1360 w 3374"/>
                <a:gd name="T79" fmla="*/ 1980 h 2617"/>
                <a:gd name="T80" fmla="*/ 0 w 3374"/>
                <a:gd name="T81" fmla="*/ 1980 h 2617"/>
                <a:gd name="T82" fmla="*/ 0 w 3374"/>
                <a:gd name="T83" fmla="*/ 0 h 2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74" h="2617">
                  <a:moveTo>
                    <a:pt x="271" y="203"/>
                  </a:moveTo>
                  <a:lnTo>
                    <a:pt x="253" y="206"/>
                  </a:lnTo>
                  <a:lnTo>
                    <a:pt x="237" y="213"/>
                  </a:lnTo>
                  <a:lnTo>
                    <a:pt x="223" y="223"/>
                  </a:lnTo>
                  <a:lnTo>
                    <a:pt x="213" y="236"/>
                  </a:lnTo>
                  <a:lnTo>
                    <a:pt x="207" y="253"/>
                  </a:lnTo>
                  <a:lnTo>
                    <a:pt x="203" y="270"/>
                  </a:lnTo>
                  <a:lnTo>
                    <a:pt x="203" y="1673"/>
                  </a:lnTo>
                  <a:lnTo>
                    <a:pt x="207" y="1690"/>
                  </a:lnTo>
                  <a:lnTo>
                    <a:pt x="214" y="1706"/>
                  </a:lnTo>
                  <a:lnTo>
                    <a:pt x="224" y="1721"/>
                  </a:lnTo>
                  <a:lnTo>
                    <a:pt x="238" y="1731"/>
                  </a:lnTo>
                  <a:lnTo>
                    <a:pt x="255" y="1738"/>
                  </a:lnTo>
                  <a:lnTo>
                    <a:pt x="273" y="1739"/>
                  </a:lnTo>
                  <a:lnTo>
                    <a:pt x="3101" y="1739"/>
                  </a:lnTo>
                  <a:lnTo>
                    <a:pt x="3118" y="1737"/>
                  </a:lnTo>
                  <a:lnTo>
                    <a:pt x="3135" y="1730"/>
                  </a:lnTo>
                  <a:lnTo>
                    <a:pt x="3148" y="1720"/>
                  </a:lnTo>
                  <a:lnTo>
                    <a:pt x="3158" y="1706"/>
                  </a:lnTo>
                  <a:lnTo>
                    <a:pt x="3165" y="1690"/>
                  </a:lnTo>
                  <a:lnTo>
                    <a:pt x="3167" y="1673"/>
                  </a:lnTo>
                  <a:lnTo>
                    <a:pt x="3167" y="270"/>
                  </a:lnTo>
                  <a:lnTo>
                    <a:pt x="3165" y="253"/>
                  </a:lnTo>
                  <a:lnTo>
                    <a:pt x="3158" y="236"/>
                  </a:lnTo>
                  <a:lnTo>
                    <a:pt x="3148" y="223"/>
                  </a:lnTo>
                  <a:lnTo>
                    <a:pt x="3135" y="213"/>
                  </a:lnTo>
                  <a:lnTo>
                    <a:pt x="3118" y="206"/>
                  </a:lnTo>
                  <a:lnTo>
                    <a:pt x="3101" y="203"/>
                  </a:lnTo>
                  <a:lnTo>
                    <a:pt x="271" y="203"/>
                  </a:lnTo>
                  <a:close/>
                  <a:moveTo>
                    <a:pt x="0" y="0"/>
                  </a:moveTo>
                  <a:lnTo>
                    <a:pt x="3374" y="0"/>
                  </a:lnTo>
                  <a:lnTo>
                    <a:pt x="3374" y="1980"/>
                  </a:lnTo>
                  <a:lnTo>
                    <a:pt x="2013" y="1980"/>
                  </a:lnTo>
                  <a:lnTo>
                    <a:pt x="2115" y="2384"/>
                  </a:lnTo>
                  <a:lnTo>
                    <a:pt x="2463" y="2384"/>
                  </a:lnTo>
                  <a:lnTo>
                    <a:pt x="2463" y="2617"/>
                  </a:lnTo>
                  <a:lnTo>
                    <a:pt x="910" y="2617"/>
                  </a:lnTo>
                  <a:lnTo>
                    <a:pt x="910" y="2384"/>
                  </a:lnTo>
                  <a:lnTo>
                    <a:pt x="1258" y="2384"/>
                  </a:lnTo>
                  <a:lnTo>
                    <a:pt x="1360" y="1980"/>
                  </a:lnTo>
                  <a:lnTo>
                    <a:pt x="0" y="198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E29B5684-06BF-4738-BCD9-DFB6B30C607F}"/>
              </a:ext>
            </a:extLst>
          </p:cNvPr>
          <p:cNvGrpSpPr/>
          <p:nvPr/>
        </p:nvGrpSpPr>
        <p:grpSpPr>
          <a:xfrm>
            <a:off x="2755547" y="3793875"/>
            <a:ext cx="206045" cy="310355"/>
            <a:chOff x="1668463" y="4471988"/>
            <a:chExt cx="254000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79" name="Freeform 618">
              <a:extLst>
                <a:ext uri="{FF2B5EF4-FFF2-40B4-BE49-F238E27FC236}">
                  <a16:creationId xmlns:a16="http://schemas.microsoft.com/office/drawing/2014/main" id="{A1F4CD57-F8D0-4509-8073-D9C8DBA2B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8463" y="4800600"/>
              <a:ext cx="254000" cy="53975"/>
            </a:xfrm>
            <a:custGeom>
              <a:avLst/>
              <a:gdLst>
                <a:gd name="T0" fmla="*/ 1656 w 2238"/>
                <a:gd name="T1" fmla="*/ 173 h 482"/>
                <a:gd name="T2" fmla="*/ 1628 w 2238"/>
                <a:gd name="T3" fmla="*/ 192 h 482"/>
                <a:gd name="T4" fmla="*/ 1610 w 2238"/>
                <a:gd name="T5" fmla="*/ 220 h 482"/>
                <a:gd name="T6" fmla="*/ 1610 w 2238"/>
                <a:gd name="T7" fmla="*/ 255 h 482"/>
                <a:gd name="T8" fmla="*/ 1628 w 2238"/>
                <a:gd name="T9" fmla="*/ 285 h 482"/>
                <a:gd name="T10" fmla="*/ 1657 w 2238"/>
                <a:gd name="T11" fmla="*/ 302 h 482"/>
                <a:gd name="T12" fmla="*/ 1902 w 2238"/>
                <a:gd name="T13" fmla="*/ 304 h 482"/>
                <a:gd name="T14" fmla="*/ 1936 w 2238"/>
                <a:gd name="T15" fmla="*/ 295 h 482"/>
                <a:gd name="T16" fmla="*/ 1961 w 2238"/>
                <a:gd name="T17" fmla="*/ 271 h 482"/>
                <a:gd name="T18" fmla="*/ 1970 w 2238"/>
                <a:gd name="T19" fmla="*/ 238 h 482"/>
                <a:gd name="T20" fmla="*/ 1961 w 2238"/>
                <a:gd name="T21" fmla="*/ 204 h 482"/>
                <a:gd name="T22" fmla="*/ 1936 w 2238"/>
                <a:gd name="T23" fmla="*/ 179 h 482"/>
                <a:gd name="T24" fmla="*/ 1902 w 2238"/>
                <a:gd name="T25" fmla="*/ 171 h 482"/>
                <a:gd name="T26" fmla="*/ 1002 w 2238"/>
                <a:gd name="T27" fmla="*/ 171 h 482"/>
                <a:gd name="T28" fmla="*/ 967 w 2238"/>
                <a:gd name="T29" fmla="*/ 180 h 482"/>
                <a:gd name="T30" fmla="*/ 944 w 2238"/>
                <a:gd name="T31" fmla="*/ 205 h 482"/>
                <a:gd name="T32" fmla="*/ 936 w 2238"/>
                <a:gd name="T33" fmla="*/ 238 h 482"/>
                <a:gd name="T34" fmla="*/ 944 w 2238"/>
                <a:gd name="T35" fmla="*/ 271 h 482"/>
                <a:gd name="T36" fmla="*/ 968 w 2238"/>
                <a:gd name="T37" fmla="*/ 295 h 482"/>
                <a:gd name="T38" fmla="*/ 1002 w 2238"/>
                <a:gd name="T39" fmla="*/ 304 h 482"/>
                <a:gd name="T40" fmla="*/ 1248 w 2238"/>
                <a:gd name="T41" fmla="*/ 302 h 482"/>
                <a:gd name="T42" fmla="*/ 1277 w 2238"/>
                <a:gd name="T43" fmla="*/ 285 h 482"/>
                <a:gd name="T44" fmla="*/ 1294 w 2238"/>
                <a:gd name="T45" fmla="*/ 255 h 482"/>
                <a:gd name="T46" fmla="*/ 1294 w 2238"/>
                <a:gd name="T47" fmla="*/ 219 h 482"/>
                <a:gd name="T48" fmla="*/ 1277 w 2238"/>
                <a:gd name="T49" fmla="*/ 191 h 482"/>
                <a:gd name="T50" fmla="*/ 1248 w 2238"/>
                <a:gd name="T51" fmla="*/ 173 h 482"/>
                <a:gd name="T52" fmla="*/ 1002 w 2238"/>
                <a:gd name="T53" fmla="*/ 171 h 482"/>
                <a:gd name="T54" fmla="*/ 313 w 2238"/>
                <a:gd name="T55" fmla="*/ 173 h 482"/>
                <a:gd name="T56" fmla="*/ 284 w 2238"/>
                <a:gd name="T57" fmla="*/ 192 h 482"/>
                <a:gd name="T58" fmla="*/ 266 w 2238"/>
                <a:gd name="T59" fmla="*/ 220 h 482"/>
                <a:gd name="T60" fmla="*/ 267 w 2238"/>
                <a:gd name="T61" fmla="*/ 255 h 482"/>
                <a:gd name="T62" fmla="*/ 285 w 2238"/>
                <a:gd name="T63" fmla="*/ 285 h 482"/>
                <a:gd name="T64" fmla="*/ 314 w 2238"/>
                <a:gd name="T65" fmla="*/ 302 h 482"/>
                <a:gd name="T66" fmla="*/ 559 w 2238"/>
                <a:gd name="T67" fmla="*/ 304 h 482"/>
                <a:gd name="T68" fmla="*/ 594 w 2238"/>
                <a:gd name="T69" fmla="*/ 295 h 482"/>
                <a:gd name="T70" fmla="*/ 617 w 2238"/>
                <a:gd name="T71" fmla="*/ 271 h 482"/>
                <a:gd name="T72" fmla="*/ 627 w 2238"/>
                <a:gd name="T73" fmla="*/ 238 h 482"/>
                <a:gd name="T74" fmla="*/ 617 w 2238"/>
                <a:gd name="T75" fmla="*/ 204 h 482"/>
                <a:gd name="T76" fmla="*/ 594 w 2238"/>
                <a:gd name="T77" fmla="*/ 179 h 482"/>
                <a:gd name="T78" fmla="*/ 559 w 2238"/>
                <a:gd name="T79" fmla="*/ 171 h 482"/>
                <a:gd name="T80" fmla="*/ 0 w 2238"/>
                <a:gd name="T81" fmla="*/ 0 h 482"/>
                <a:gd name="T82" fmla="*/ 2238 w 2238"/>
                <a:gd name="T83" fmla="*/ 482 h 482"/>
                <a:gd name="T84" fmla="*/ 0 w 2238"/>
                <a:gd name="T85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238" h="482">
                  <a:moveTo>
                    <a:pt x="1675" y="171"/>
                  </a:moveTo>
                  <a:lnTo>
                    <a:pt x="1656" y="173"/>
                  </a:lnTo>
                  <a:lnTo>
                    <a:pt x="1641" y="180"/>
                  </a:lnTo>
                  <a:lnTo>
                    <a:pt x="1628" y="192"/>
                  </a:lnTo>
                  <a:lnTo>
                    <a:pt x="1618" y="205"/>
                  </a:lnTo>
                  <a:lnTo>
                    <a:pt x="1610" y="220"/>
                  </a:lnTo>
                  <a:lnTo>
                    <a:pt x="1608" y="238"/>
                  </a:lnTo>
                  <a:lnTo>
                    <a:pt x="1610" y="255"/>
                  </a:lnTo>
                  <a:lnTo>
                    <a:pt x="1618" y="271"/>
                  </a:lnTo>
                  <a:lnTo>
                    <a:pt x="1628" y="285"/>
                  </a:lnTo>
                  <a:lnTo>
                    <a:pt x="1641" y="295"/>
                  </a:lnTo>
                  <a:lnTo>
                    <a:pt x="1657" y="302"/>
                  </a:lnTo>
                  <a:lnTo>
                    <a:pt x="1675" y="304"/>
                  </a:lnTo>
                  <a:lnTo>
                    <a:pt x="1902" y="304"/>
                  </a:lnTo>
                  <a:lnTo>
                    <a:pt x="1921" y="302"/>
                  </a:lnTo>
                  <a:lnTo>
                    <a:pt x="1936" y="295"/>
                  </a:lnTo>
                  <a:lnTo>
                    <a:pt x="1950" y="285"/>
                  </a:lnTo>
                  <a:lnTo>
                    <a:pt x="1961" y="271"/>
                  </a:lnTo>
                  <a:lnTo>
                    <a:pt x="1967" y="255"/>
                  </a:lnTo>
                  <a:lnTo>
                    <a:pt x="1970" y="238"/>
                  </a:lnTo>
                  <a:lnTo>
                    <a:pt x="1967" y="219"/>
                  </a:lnTo>
                  <a:lnTo>
                    <a:pt x="1961" y="204"/>
                  </a:lnTo>
                  <a:lnTo>
                    <a:pt x="1950" y="191"/>
                  </a:lnTo>
                  <a:lnTo>
                    <a:pt x="1936" y="179"/>
                  </a:lnTo>
                  <a:lnTo>
                    <a:pt x="1921" y="173"/>
                  </a:lnTo>
                  <a:lnTo>
                    <a:pt x="1902" y="171"/>
                  </a:lnTo>
                  <a:lnTo>
                    <a:pt x="1675" y="171"/>
                  </a:lnTo>
                  <a:close/>
                  <a:moveTo>
                    <a:pt x="1002" y="171"/>
                  </a:moveTo>
                  <a:lnTo>
                    <a:pt x="984" y="173"/>
                  </a:lnTo>
                  <a:lnTo>
                    <a:pt x="967" y="180"/>
                  </a:lnTo>
                  <a:lnTo>
                    <a:pt x="954" y="192"/>
                  </a:lnTo>
                  <a:lnTo>
                    <a:pt x="944" y="205"/>
                  </a:lnTo>
                  <a:lnTo>
                    <a:pt x="938" y="220"/>
                  </a:lnTo>
                  <a:lnTo>
                    <a:pt x="936" y="238"/>
                  </a:lnTo>
                  <a:lnTo>
                    <a:pt x="938" y="255"/>
                  </a:lnTo>
                  <a:lnTo>
                    <a:pt x="944" y="271"/>
                  </a:lnTo>
                  <a:lnTo>
                    <a:pt x="955" y="285"/>
                  </a:lnTo>
                  <a:lnTo>
                    <a:pt x="968" y="295"/>
                  </a:lnTo>
                  <a:lnTo>
                    <a:pt x="984" y="302"/>
                  </a:lnTo>
                  <a:lnTo>
                    <a:pt x="1002" y="304"/>
                  </a:lnTo>
                  <a:lnTo>
                    <a:pt x="1230" y="304"/>
                  </a:lnTo>
                  <a:lnTo>
                    <a:pt x="1248" y="302"/>
                  </a:lnTo>
                  <a:lnTo>
                    <a:pt x="1263" y="295"/>
                  </a:lnTo>
                  <a:lnTo>
                    <a:pt x="1277" y="285"/>
                  </a:lnTo>
                  <a:lnTo>
                    <a:pt x="1288" y="271"/>
                  </a:lnTo>
                  <a:lnTo>
                    <a:pt x="1294" y="255"/>
                  </a:lnTo>
                  <a:lnTo>
                    <a:pt x="1296" y="238"/>
                  </a:lnTo>
                  <a:lnTo>
                    <a:pt x="1294" y="219"/>
                  </a:lnTo>
                  <a:lnTo>
                    <a:pt x="1288" y="204"/>
                  </a:lnTo>
                  <a:lnTo>
                    <a:pt x="1277" y="191"/>
                  </a:lnTo>
                  <a:lnTo>
                    <a:pt x="1263" y="179"/>
                  </a:lnTo>
                  <a:lnTo>
                    <a:pt x="1248" y="173"/>
                  </a:lnTo>
                  <a:lnTo>
                    <a:pt x="1230" y="171"/>
                  </a:lnTo>
                  <a:lnTo>
                    <a:pt x="1002" y="171"/>
                  </a:lnTo>
                  <a:close/>
                  <a:moveTo>
                    <a:pt x="332" y="171"/>
                  </a:moveTo>
                  <a:lnTo>
                    <a:pt x="313" y="173"/>
                  </a:lnTo>
                  <a:lnTo>
                    <a:pt x="297" y="180"/>
                  </a:lnTo>
                  <a:lnTo>
                    <a:pt x="284" y="192"/>
                  </a:lnTo>
                  <a:lnTo>
                    <a:pt x="272" y="205"/>
                  </a:lnTo>
                  <a:lnTo>
                    <a:pt x="266" y="220"/>
                  </a:lnTo>
                  <a:lnTo>
                    <a:pt x="265" y="238"/>
                  </a:lnTo>
                  <a:lnTo>
                    <a:pt x="267" y="255"/>
                  </a:lnTo>
                  <a:lnTo>
                    <a:pt x="274" y="271"/>
                  </a:lnTo>
                  <a:lnTo>
                    <a:pt x="285" y="285"/>
                  </a:lnTo>
                  <a:lnTo>
                    <a:pt x="298" y="295"/>
                  </a:lnTo>
                  <a:lnTo>
                    <a:pt x="314" y="302"/>
                  </a:lnTo>
                  <a:lnTo>
                    <a:pt x="332" y="304"/>
                  </a:lnTo>
                  <a:lnTo>
                    <a:pt x="559" y="304"/>
                  </a:lnTo>
                  <a:lnTo>
                    <a:pt x="577" y="302"/>
                  </a:lnTo>
                  <a:lnTo>
                    <a:pt x="594" y="295"/>
                  </a:lnTo>
                  <a:lnTo>
                    <a:pt x="607" y="285"/>
                  </a:lnTo>
                  <a:lnTo>
                    <a:pt x="617" y="271"/>
                  </a:lnTo>
                  <a:lnTo>
                    <a:pt x="623" y="255"/>
                  </a:lnTo>
                  <a:lnTo>
                    <a:pt x="627" y="238"/>
                  </a:lnTo>
                  <a:lnTo>
                    <a:pt x="623" y="219"/>
                  </a:lnTo>
                  <a:lnTo>
                    <a:pt x="617" y="204"/>
                  </a:lnTo>
                  <a:lnTo>
                    <a:pt x="607" y="191"/>
                  </a:lnTo>
                  <a:lnTo>
                    <a:pt x="594" y="179"/>
                  </a:lnTo>
                  <a:lnTo>
                    <a:pt x="577" y="173"/>
                  </a:lnTo>
                  <a:lnTo>
                    <a:pt x="559" y="171"/>
                  </a:lnTo>
                  <a:lnTo>
                    <a:pt x="332" y="171"/>
                  </a:lnTo>
                  <a:close/>
                  <a:moveTo>
                    <a:pt x="0" y="0"/>
                  </a:moveTo>
                  <a:lnTo>
                    <a:pt x="2238" y="0"/>
                  </a:lnTo>
                  <a:lnTo>
                    <a:pt x="2238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0" name="Freeform 619">
              <a:extLst>
                <a:ext uri="{FF2B5EF4-FFF2-40B4-BE49-F238E27FC236}">
                  <a16:creationId xmlns:a16="http://schemas.microsoft.com/office/drawing/2014/main" id="{CEB60EBE-6139-4126-99BF-5748FF40D3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8463" y="4471988"/>
              <a:ext cx="254000" cy="53975"/>
            </a:xfrm>
            <a:custGeom>
              <a:avLst/>
              <a:gdLst>
                <a:gd name="T0" fmla="*/ 878 w 2238"/>
                <a:gd name="T1" fmla="*/ 178 h 482"/>
                <a:gd name="T2" fmla="*/ 861 w 2238"/>
                <a:gd name="T3" fmla="*/ 180 h 482"/>
                <a:gd name="T4" fmla="*/ 845 w 2238"/>
                <a:gd name="T5" fmla="*/ 187 h 482"/>
                <a:gd name="T6" fmla="*/ 831 w 2238"/>
                <a:gd name="T7" fmla="*/ 197 h 482"/>
                <a:gd name="T8" fmla="*/ 821 w 2238"/>
                <a:gd name="T9" fmla="*/ 211 h 482"/>
                <a:gd name="T10" fmla="*/ 814 w 2238"/>
                <a:gd name="T11" fmla="*/ 227 h 482"/>
                <a:gd name="T12" fmla="*/ 812 w 2238"/>
                <a:gd name="T13" fmla="*/ 244 h 482"/>
                <a:gd name="T14" fmla="*/ 814 w 2238"/>
                <a:gd name="T15" fmla="*/ 263 h 482"/>
                <a:gd name="T16" fmla="*/ 821 w 2238"/>
                <a:gd name="T17" fmla="*/ 278 h 482"/>
                <a:gd name="T18" fmla="*/ 831 w 2238"/>
                <a:gd name="T19" fmla="*/ 291 h 482"/>
                <a:gd name="T20" fmla="*/ 845 w 2238"/>
                <a:gd name="T21" fmla="*/ 303 h 482"/>
                <a:gd name="T22" fmla="*/ 861 w 2238"/>
                <a:gd name="T23" fmla="*/ 309 h 482"/>
                <a:gd name="T24" fmla="*/ 878 w 2238"/>
                <a:gd name="T25" fmla="*/ 311 h 482"/>
                <a:gd name="T26" fmla="*/ 1355 w 2238"/>
                <a:gd name="T27" fmla="*/ 311 h 482"/>
                <a:gd name="T28" fmla="*/ 1374 w 2238"/>
                <a:gd name="T29" fmla="*/ 309 h 482"/>
                <a:gd name="T30" fmla="*/ 1390 w 2238"/>
                <a:gd name="T31" fmla="*/ 302 h 482"/>
                <a:gd name="T32" fmla="*/ 1404 w 2238"/>
                <a:gd name="T33" fmla="*/ 290 h 482"/>
                <a:gd name="T34" fmla="*/ 1414 w 2238"/>
                <a:gd name="T35" fmla="*/ 277 h 482"/>
                <a:gd name="T36" fmla="*/ 1420 w 2238"/>
                <a:gd name="T37" fmla="*/ 262 h 482"/>
                <a:gd name="T38" fmla="*/ 1423 w 2238"/>
                <a:gd name="T39" fmla="*/ 244 h 482"/>
                <a:gd name="T40" fmla="*/ 1420 w 2238"/>
                <a:gd name="T41" fmla="*/ 227 h 482"/>
                <a:gd name="T42" fmla="*/ 1414 w 2238"/>
                <a:gd name="T43" fmla="*/ 211 h 482"/>
                <a:gd name="T44" fmla="*/ 1404 w 2238"/>
                <a:gd name="T45" fmla="*/ 197 h 482"/>
                <a:gd name="T46" fmla="*/ 1389 w 2238"/>
                <a:gd name="T47" fmla="*/ 187 h 482"/>
                <a:gd name="T48" fmla="*/ 1374 w 2238"/>
                <a:gd name="T49" fmla="*/ 180 h 482"/>
                <a:gd name="T50" fmla="*/ 1355 w 2238"/>
                <a:gd name="T51" fmla="*/ 178 h 482"/>
                <a:gd name="T52" fmla="*/ 878 w 2238"/>
                <a:gd name="T53" fmla="*/ 178 h 482"/>
                <a:gd name="T54" fmla="*/ 0 w 2238"/>
                <a:gd name="T55" fmla="*/ 0 h 482"/>
                <a:gd name="T56" fmla="*/ 2238 w 2238"/>
                <a:gd name="T57" fmla="*/ 0 h 482"/>
                <a:gd name="T58" fmla="*/ 2238 w 2238"/>
                <a:gd name="T59" fmla="*/ 482 h 482"/>
                <a:gd name="T60" fmla="*/ 0 w 2238"/>
                <a:gd name="T61" fmla="*/ 482 h 482"/>
                <a:gd name="T62" fmla="*/ 0 w 2238"/>
                <a:gd name="T63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38" h="482">
                  <a:moveTo>
                    <a:pt x="878" y="178"/>
                  </a:moveTo>
                  <a:lnTo>
                    <a:pt x="861" y="180"/>
                  </a:lnTo>
                  <a:lnTo>
                    <a:pt x="845" y="187"/>
                  </a:lnTo>
                  <a:lnTo>
                    <a:pt x="831" y="197"/>
                  </a:lnTo>
                  <a:lnTo>
                    <a:pt x="821" y="211"/>
                  </a:lnTo>
                  <a:lnTo>
                    <a:pt x="814" y="227"/>
                  </a:lnTo>
                  <a:lnTo>
                    <a:pt x="812" y="244"/>
                  </a:lnTo>
                  <a:lnTo>
                    <a:pt x="814" y="263"/>
                  </a:lnTo>
                  <a:lnTo>
                    <a:pt x="821" y="278"/>
                  </a:lnTo>
                  <a:lnTo>
                    <a:pt x="831" y="291"/>
                  </a:lnTo>
                  <a:lnTo>
                    <a:pt x="845" y="303"/>
                  </a:lnTo>
                  <a:lnTo>
                    <a:pt x="861" y="309"/>
                  </a:lnTo>
                  <a:lnTo>
                    <a:pt x="878" y="311"/>
                  </a:lnTo>
                  <a:lnTo>
                    <a:pt x="1355" y="311"/>
                  </a:lnTo>
                  <a:lnTo>
                    <a:pt x="1374" y="309"/>
                  </a:lnTo>
                  <a:lnTo>
                    <a:pt x="1390" y="302"/>
                  </a:lnTo>
                  <a:lnTo>
                    <a:pt x="1404" y="290"/>
                  </a:lnTo>
                  <a:lnTo>
                    <a:pt x="1414" y="277"/>
                  </a:lnTo>
                  <a:lnTo>
                    <a:pt x="1420" y="262"/>
                  </a:lnTo>
                  <a:lnTo>
                    <a:pt x="1423" y="244"/>
                  </a:lnTo>
                  <a:lnTo>
                    <a:pt x="1420" y="227"/>
                  </a:lnTo>
                  <a:lnTo>
                    <a:pt x="1414" y="211"/>
                  </a:lnTo>
                  <a:lnTo>
                    <a:pt x="1404" y="197"/>
                  </a:lnTo>
                  <a:lnTo>
                    <a:pt x="1389" y="187"/>
                  </a:lnTo>
                  <a:lnTo>
                    <a:pt x="1374" y="180"/>
                  </a:lnTo>
                  <a:lnTo>
                    <a:pt x="1355" y="178"/>
                  </a:lnTo>
                  <a:lnTo>
                    <a:pt x="878" y="178"/>
                  </a:lnTo>
                  <a:close/>
                  <a:moveTo>
                    <a:pt x="0" y="0"/>
                  </a:moveTo>
                  <a:lnTo>
                    <a:pt x="2238" y="0"/>
                  </a:lnTo>
                  <a:lnTo>
                    <a:pt x="2238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1" name="Freeform 620">
              <a:extLst>
                <a:ext uri="{FF2B5EF4-FFF2-40B4-BE49-F238E27FC236}">
                  <a16:creationId xmlns:a16="http://schemas.microsoft.com/office/drawing/2014/main" id="{032A14BF-50D8-46B5-B0C6-7BE3148C36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68463" y="4541838"/>
              <a:ext cx="254000" cy="242887"/>
            </a:xfrm>
            <a:custGeom>
              <a:avLst/>
              <a:gdLst>
                <a:gd name="T0" fmla="*/ 335 w 2238"/>
                <a:gd name="T1" fmla="*/ 1776 h 2136"/>
                <a:gd name="T2" fmla="*/ 304 w 2238"/>
                <a:gd name="T3" fmla="*/ 1815 h 2136"/>
                <a:gd name="T4" fmla="*/ 311 w 2238"/>
                <a:gd name="T5" fmla="*/ 1868 h 2136"/>
                <a:gd name="T6" fmla="*/ 351 w 2238"/>
                <a:gd name="T7" fmla="*/ 1898 h 2136"/>
                <a:gd name="T8" fmla="*/ 1885 w 2238"/>
                <a:gd name="T9" fmla="*/ 1898 h 2136"/>
                <a:gd name="T10" fmla="*/ 1926 w 2238"/>
                <a:gd name="T11" fmla="*/ 1868 h 2136"/>
                <a:gd name="T12" fmla="*/ 1932 w 2238"/>
                <a:gd name="T13" fmla="*/ 1815 h 2136"/>
                <a:gd name="T14" fmla="*/ 1901 w 2238"/>
                <a:gd name="T15" fmla="*/ 1776 h 2136"/>
                <a:gd name="T16" fmla="*/ 370 w 2238"/>
                <a:gd name="T17" fmla="*/ 1767 h 2136"/>
                <a:gd name="T18" fmla="*/ 335 w 2238"/>
                <a:gd name="T19" fmla="*/ 1466 h 2136"/>
                <a:gd name="T20" fmla="*/ 304 w 2238"/>
                <a:gd name="T21" fmla="*/ 1506 h 2136"/>
                <a:gd name="T22" fmla="*/ 311 w 2238"/>
                <a:gd name="T23" fmla="*/ 1557 h 2136"/>
                <a:gd name="T24" fmla="*/ 351 w 2238"/>
                <a:gd name="T25" fmla="*/ 1587 h 2136"/>
                <a:gd name="T26" fmla="*/ 1885 w 2238"/>
                <a:gd name="T27" fmla="*/ 1587 h 2136"/>
                <a:gd name="T28" fmla="*/ 1926 w 2238"/>
                <a:gd name="T29" fmla="*/ 1557 h 2136"/>
                <a:gd name="T30" fmla="*/ 1932 w 2238"/>
                <a:gd name="T31" fmla="*/ 1506 h 2136"/>
                <a:gd name="T32" fmla="*/ 1901 w 2238"/>
                <a:gd name="T33" fmla="*/ 1466 h 2136"/>
                <a:gd name="T34" fmla="*/ 370 w 2238"/>
                <a:gd name="T35" fmla="*/ 1457 h 2136"/>
                <a:gd name="T36" fmla="*/ 335 w 2238"/>
                <a:gd name="T37" fmla="*/ 1153 h 2136"/>
                <a:gd name="T38" fmla="*/ 304 w 2238"/>
                <a:gd name="T39" fmla="*/ 1193 h 2136"/>
                <a:gd name="T40" fmla="*/ 311 w 2238"/>
                <a:gd name="T41" fmla="*/ 1244 h 2136"/>
                <a:gd name="T42" fmla="*/ 351 w 2238"/>
                <a:gd name="T43" fmla="*/ 1275 h 2136"/>
                <a:gd name="T44" fmla="*/ 1885 w 2238"/>
                <a:gd name="T45" fmla="*/ 1275 h 2136"/>
                <a:gd name="T46" fmla="*/ 1926 w 2238"/>
                <a:gd name="T47" fmla="*/ 1244 h 2136"/>
                <a:gd name="T48" fmla="*/ 1932 w 2238"/>
                <a:gd name="T49" fmla="*/ 1192 h 2136"/>
                <a:gd name="T50" fmla="*/ 1901 w 2238"/>
                <a:gd name="T51" fmla="*/ 1152 h 2136"/>
                <a:gd name="T52" fmla="*/ 370 w 2238"/>
                <a:gd name="T53" fmla="*/ 1143 h 2136"/>
                <a:gd name="T54" fmla="*/ 872 w 2238"/>
                <a:gd name="T55" fmla="*/ 305 h 2136"/>
                <a:gd name="T56" fmla="*/ 831 w 2238"/>
                <a:gd name="T57" fmla="*/ 362 h 2136"/>
                <a:gd name="T58" fmla="*/ 480 w 2238"/>
                <a:gd name="T59" fmla="*/ 716 h 2136"/>
                <a:gd name="T60" fmla="*/ 431 w 2238"/>
                <a:gd name="T61" fmla="*/ 742 h 2136"/>
                <a:gd name="T62" fmla="*/ 403 w 2238"/>
                <a:gd name="T63" fmla="*/ 799 h 2136"/>
                <a:gd name="T64" fmla="*/ 419 w 2238"/>
                <a:gd name="T65" fmla="*/ 860 h 2136"/>
                <a:gd name="T66" fmla="*/ 469 w 2238"/>
                <a:gd name="T67" fmla="*/ 900 h 2136"/>
                <a:gd name="T68" fmla="*/ 531 w 2238"/>
                <a:gd name="T69" fmla="*/ 900 h 2136"/>
                <a:gd name="T70" fmla="*/ 581 w 2238"/>
                <a:gd name="T71" fmla="*/ 857 h 2136"/>
                <a:gd name="T72" fmla="*/ 924 w 2238"/>
                <a:gd name="T73" fmla="*/ 482 h 2136"/>
                <a:gd name="T74" fmla="*/ 1225 w 2238"/>
                <a:gd name="T75" fmla="*/ 848 h 2136"/>
                <a:gd name="T76" fmla="*/ 1262 w 2238"/>
                <a:gd name="T77" fmla="*/ 891 h 2136"/>
                <a:gd name="T78" fmla="*/ 1323 w 2238"/>
                <a:gd name="T79" fmla="*/ 905 h 2136"/>
                <a:gd name="T80" fmla="*/ 1380 w 2238"/>
                <a:gd name="T81" fmla="*/ 878 h 2136"/>
                <a:gd name="T82" fmla="*/ 1407 w 2238"/>
                <a:gd name="T83" fmla="*/ 811 h 2136"/>
                <a:gd name="T84" fmla="*/ 1766 w 2238"/>
                <a:gd name="T85" fmla="*/ 473 h 2136"/>
                <a:gd name="T86" fmla="*/ 1811 w 2238"/>
                <a:gd name="T87" fmla="*/ 436 h 2136"/>
                <a:gd name="T88" fmla="*/ 1825 w 2238"/>
                <a:gd name="T89" fmla="*/ 376 h 2136"/>
                <a:gd name="T90" fmla="*/ 1798 w 2238"/>
                <a:gd name="T91" fmla="*/ 319 h 2136"/>
                <a:gd name="T92" fmla="*/ 1742 w 2238"/>
                <a:gd name="T93" fmla="*/ 292 h 2136"/>
                <a:gd name="T94" fmla="*/ 1681 w 2238"/>
                <a:gd name="T95" fmla="*/ 305 h 2136"/>
                <a:gd name="T96" fmla="*/ 1640 w 2238"/>
                <a:gd name="T97" fmla="*/ 362 h 2136"/>
                <a:gd name="T98" fmla="*/ 1016 w 2238"/>
                <a:gd name="T99" fmla="*/ 383 h 2136"/>
                <a:gd name="T100" fmla="*/ 1000 w 2238"/>
                <a:gd name="T101" fmla="*/ 333 h 2136"/>
                <a:gd name="T102" fmla="*/ 953 w 2238"/>
                <a:gd name="T103" fmla="*/ 296 h 2136"/>
                <a:gd name="T104" fmla="*/ 0 w 2238"/>
                <a:gd name="T105" fmla="*/ 0 h 2136"/>
                <a:gd name="T106" fmla="*/ 0 w 2238"/>
                <a:gd name="T107" fmla="*/ 2136 h 2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38" h="2136">
                  <a:moveTo>
                    <a:pt x="370" y="1767"/>
                  </a:moveTo>
                  <a:lnTo>
                    <a:pt x="351" y="1769"/>
                  </a:lnTo>
                  <a:lnTo>
                    <a:pt x="335" y="1776"/>
                  </a:lnTo>
                  <a:lnTo>
                    <a:pt x="320" y="1787"/>
                  </a:lnTo>
                  <a:lnTo>
                    <a:pt x="310" y="1800"/>
                  </a:lnTo>
                  <a:lnTo>
                    <a:pt x="304" y="1815"/>
                  </a:lnTo>
                  <a:lnTo>
                    <a:pt x="302" y="1834"/>
                  </a:lnTo>
                  <a:lnTo>
                    <a:pt x="305" y="1851"/>
                  </a:lnTo>
                  <a:lnTo>
                    <a:pt x="311" y="1868"/>
                  </a:lnTo>
                  <a:lnTo>
                    <a:pt x="321" y="1881"/>
                  </a:lnTo>
                  <a:lnTo>
                    <a:pt x="335" y="1891"/>
                  </a:lnTo>
                  <a:lnTo>
                    <a:pt x="351" y="1898"/>
                  </a:lnTo>
                  <a:lnTo>
                    <a:pt x="370" y="1900"/>
                  </a:lnTo>
                  <a:lnTo>
                    <a:pt x="1867" y="1900"/>
                  </a:lnTo>
                  <a:lnTo>
                    <a:pt x="1885" y="1898"/>
                  </a:lnTo>
                  <a:lnTo>
                    <a:pt x="1901" y="1891"/>
                  </a:lnTo>
                  <a:lnTo>
                    <a:pt x="1914" y="1881"/>
                  </a:lnTo>
                  <a:lnTo>
                    <a:pt x="1926" y="1868"/>
                  </a:lnTo>
                  <a:lnTo>
                    <a:pt x="1932" y="1851"/>
                  </a:lnTo>
                  <a:lnTo>
                    <a:pt x="1934" y="1834"/>
                  </a:lnTo>
                  <a:lnTo>
                    <a:pt x="1932" y="1815"/>
                  </a:lnTo>
                  <a:lnTo>
                    <a:pt x="1926" y="1800"/>
                  </a:lnTo>
                  <a:lnTo>
                    <a:pt x="1914" y="1787"/>
                  </a:lnTo>
                  <a:lnTo>
                    <a:pt x="1901" y="1776"/>
                  </a:lnTo>
                  <a:lnTo>
                    <a:pt x="1885" y="1769"/>
                  </a:lnTo>
                  <a:lnTo>
                    <a:pt x="1867" y="1767"/>
                  </a:lnTo>
                  <a:lnTo>
                    <a:pt x="370" y="1767"/>
                  </a:lnTo>
                  <a:close/>
                  <a:moveTo>
                    <a:pt x="370" y="1457"/>
                  </a:moveTo>
                  <a:lnTo>
                    <a:pt x="351" y="1459"/>
                  </a:lnTo>
                  <a:lnTo>
                    <a:pt x="335" y="1466"/>
                  </a:lnTo>
                  <a:lnTo>
                    <a:pt x="320" y="1476"/>
                  </a:lnTo>
                  <a:lnTo>
                    <a:pt x="310" y="1489"/>
                  </a:lnTo>
                  <a:lnTo>
                    <a:pt x="304" y="1506"/>
                  </a:lnTo>
                  <a:lnTo>
                    <a:pt x="302" y="1523"/>
                  </a:lnTo>
                  <a:lnTo>
                    <a:pt x="305" y="1541"/>
                  </a:lnTo>
                  <a:lnTo>
                    <a:pt x="311" y="1557"/>
                  </a:lnTo>
                  <a:lnTo>
                    <a:pt x="321" y="1570"/>
                  </a:lnTo>
                  <a:lnTo>
                    <a:pt x="335" y="1581"/>
                  </a:lnTo>
                  <a:lnTo>
                    <a:pt x="351" y="1587"/>
                  </a:lnTo>
                  <a:lnTo>
                    <a:pt x="370" y="1589"/>
                  </a:lnTo>
                  <a:lnTo>
                    <a:pt x="1867" y="1589"/>
                  </a:lnTo>
                  <a:lnTo>
                    <a:pt x="1885" y="1587"/>
                  </a:lnTo>
                  <a:lnTo>
                    <a:pt x="1901" y="1581"/>
                  </a:lnTo>
                  <a:lnTo>
                    <a:pt x="1914" y="1570"/>
                  </a:lnTo>
                  <a:lnTo>
                    <a:pt x="1926" y="1557"/>
                  </a:lnTo>
                  <a:lnTo>
                    <a:pt x="1932" y="1541"/>
                  </a:lnTo>
                  <a:lnTo>
                    <a:pt x="1934" y="1523"/>
                  </a:lnTo>
                  <a:lnTo>
                    <a:pt x="1932" y="1506"/>
                  </a:lnTo>
                  <a:lnTo>
                    <a:pt x="1926" y="1489"/>
                  </a:lnTo>
                  <a:lnTo>
                    <a:pt x="1914" y="1476"/>
                  </a:lnTo>
                  <a:lnTo>
                    <a:pt x="1901" y="1466"/>
                  </a:lnTo>
                  <a:lnTo>
                    <a:pt x="1885" y="1459"/>
                  </a:lnTo>
                  <a:lnTo>
                    <a:pt x="1867" y="1457"/>
                  </a:lnTo>
                  <a:lnTo>
                    <a:pt x="370" y="1457"/>
                  </a:lnTo>
                  <a:close/>
                  <a:moveTo>
                    <a:pt x="370" y="1143"/>
                  </a:moveTo>
                  <a:lnTo>
                    <a:pt x="351" y="1146"/>
                  </a:lnTo>
                  <a:lnTo>
                    <a:pt x="335" y="1153"/>
                  </a:lnTo>
                  <a:lnTo>
                    <a:pt x="320" y="1163"/>
                  </a:lnTo>
                  <a:lnTo>
                    <a:pt x="310" y="1177"/>
                  </a:lnTo>
                  <a:lnTo>
                    <a:pt x="304" y="1193"/>
                  </a:lnTo>
                  <a:lnTo>
                    <a:pt x="302" y="1210"/>
                  </a:lnTo>
                  <a:lnTo>
                    <a:pt x="305" y="1227"/>
                  </a:lnTo>
                  <a:lnTo>
                    <a:pt x="311" y="1244"/>
                  </a:lnTo>
                  <a:lnTo>
                    <a:pt x="321" y="1257"/>
                  </a:lnTo>
                  <a:lnTo>
                    <a:pt x="335" y="1267"/>
                  </a:lnTo>
                  <a:lnTo>
                    <a:pt x="351" y="1275"/>
                  </a:lnTo>
                  <a:lnTo>
                    <a:pt x="370" y="1277"/>
                  </a:lnTo>
                  <a:lnTo>
                    <a:pt x="1867" y="1277"/>
                  </a:lnTo>
                  <a:lnTo>
                    <a:pt x="1885" y="1275"/>
                  </a:lnTo>
                  <a:lnTo>
                    <a:pt x="1901" y="1267"/>
                  </a:lnTo>
                  <a:lnTo>
                    <a:pt x="1914" y="1257"/>
                  </a:lnTo>
                  <a:lnTo>
                    <a:pt x="1926" y="1244"/>
                  </a:lnTo>
                  <a:lnTo>
                    <a:pt x="1932" y="1227"/>
                  </a:lnTo>
                  <a:lnTo>
                    <a:pt x="1934" y="1210"/>
                  </a:lnTo>
                  <a:lnTo>
                    <a:pt x="1932" y="1192"/>
                  </a:lnTo>
                  <a:lnTo>
                    <a:pt x="1926" y="1176"/>
                  </a:lnTo>
                  <a:lnTo>
                    <a:pt x="1914" y="1162"/>
                  </a:lnTo>
                  <a:lnTo>
                    <a:pt x="1901" y="1152"/>
                  </a:lnTo>
                  <a:lnTo>
                    <a:pt x="1885" y="1146"/>
                  </a:lnTo>
                  <a:lnTo>
                    <a:pt x="1867" y="1143"/>
                  </a:lnTo>
                  <a:lnTo>
                    <a:pt x="370" y="1143"/>
                  </a:lnTo>
                  <a:close/>
                  <a:moveTo>
                    <a:pt x="912" y="292"/>
                  </a:moveTo>
                  <a:lnTo>
                    <a:pt x="892" y="296"/>
                  </a:lnTo>
                  <a:lnTo>
                    <a:pt x="872" y="305"/>
                  </a:lnTo>
                  <a:lnTo>
                    <a:pt x="855" y="319"/>
                  </a:lnTo>
                  <a:lnTo>
                    <a:pt x="841" y="339"/>
                  </a:lnTo>
                  <a:lnTo>
                    <a:pt x="831" y="362"/>
                  </a:lnTo>
                  <a:lnTo>
                    <a:pt x="827" y="386"/>
                  </a:lnTo>
                  <a:lnTo>
                    <a:pt x="499" y="715"/>
                  </a:lnTo>
                  <a:lnTo>
                    <a:pt x="480" y="716"/>
                  </a:lnTo>
                  <a:lnTo>
                    <a:pt x="463" y="721"/>
                  </a:lnTo>
                  <a:lnTo>
                    <a:pt x="446" y="730"/>
                  </a:lnTo>
                  <a:lnTo>
                    <a:pt x="431" y="742"/>
                  </a:lnTo>
                  <a:lnTo>
                    <a:pt x="418" y="759"/>
                  </a:lnTo>
                  <a:lnTo>
                    <a:pt x="408" y="779"/>
                  </a:lnTo>
                  <a:lnTo>
                    <a:pt x="403" y="799"/>
                  </a:lnTo>
                  <a:lnTo>
                    <a:pt x="403" y="821"/>
                  </a:lnTo>
                  <a:lnTo>
                    <a:pt x="410" y="841"/>
                  </a:lnTo>
                  <a:lnTo>
                    <a:pt x="419" y="860"/>
                  </a:lnTo>
                  <a:lnTo>
                    <a:pt x="434" y="878"/>
                  </a:lnTo>
                  <a:lnTo>
                    <a:pt x="450" y="891"/>
                  </a:lnTo>
                  <a:lnTo>
                    <a:pt x="469" y="900"/>
                  </a:lnTo>
                  <a:lnTo>
                    <a:pt x="489" y="905"/>
                  </a:lnTo>
                  <a:lnTo>
                    <a:pt x="510" y="905"/>
                  </a:lnTo>
                  <a:lnTo>
                    <a:pt x="531" y="900"/>
                  </a:lnTo>
                  <a:lnTo>
                    <a:pt x="551" y="891"/>
                  </a:lnTo>
                  <a:lnTo>
                    <a:pt x="568" y="878"/>
                  </a:lnTo>
                  <a:lnTo>
                    <a:pt x="581" y="857"/>
                  </a:lnTo>
                  <a:lnTo>
                    <a:pt x="591" y="835"/>
                  </a:lnTo>
                  <a:lnTo>
                    <a:pt x="595" y="811"/>
                  </a:lnTo>
                  <a:lnTo>
                    <a:pt x="924" y="482"/>
                  </a:lnTo>
                  <a:lnTo>
                    <a:pt x="1219" y="813"/>
                  </a:lnTo>
                  <a:lnTo>
                    <a:pt x="1221" y="832"/>
                  </a:lnTo>
                  <a:lnTo>
                    <a:pt x="1225" y="848"/>
                  </a:lnTo>
                  <a:lnTo>
                    <a:pt x="1234" y="864"/>
                  </a:lnTo>
                  <a:lnTo>
                    <a:pt x="1246" y="878"/>
                  </a:lnTo>
                  <a:lnTo>
                    <a:pt x="1262" y="891"/>
                  </a:lnTo>
                  <a:lnTo>
                    <a:pt x="1282" y="900"/>
                  </a:lnTo>
                  <a:lnTo>
                    <a:pt x="1301" y="905"/>
                  </a:lnTo>
                  <a:lnTo>
                    <a:pt x="1323" y="905"/>
                  </a:lnTo>
                  <a:lnTo>
                    <a:pt x="1343" y="900"/>
                  </a:lnTo>
                  <a:lnTo>
                    <a:pt x="1363" y="891"/>
                  </a:lnTo>
                  <a:lnTo>
                    <a:pt x="1380" y="878"/>
                  </a:lnTo>
                  <a:lnTo>
                    <a:pt x="1394" y="857"/>
                  </a:lnTo>
                  <a:lnTo>
                    <a:pt x="1404" y="835"/>
                  </a:lnTo>
                  <a:lnTo>
                    <a:pt x="1407" y="811"/>
                  </a:lnTo>
                  <a:lnTo>
                    <a:pt x="1731" y="479"/>
                  </a:lnTo>
                  <a:lnTo>
                    <a:pt x="1749" y="478"/>
                  </a:lnTo>
                  <a:lnTo>
                    <a:pt x="1766" y="473"/>
                  </a:lnTo>
                  <a:lnTo>
                    <a:pt x="1782" y="465"/>
                  </a:lnTo>
                  <a:lnTo>
                    <a:pt x="1798" y="453"/>
                  </a:lnTo>
                  <a:lnTo>
                    <a:pt x="1811" y="436"/>
                  </a:lnTo>
                  <a:lnTo>
                    <a:pt x="1820" y="418"/>
                  </a:lnTo>
                  <a:lnTo>
                    <a:pt x="1825" y="397"/>
                  </a:lnTo>
                  <a:lnTo>
                    <a:pt x="1825" y="376"/>
                  </a:lnTo>
                  <a:lnTo>
                    <a:pt x="1820" y="355"/>
                  </a:lnTo>
                  <a:lnTo>
                    <a:pt x="1811" y="336"/>
                  </a:lnTo>
                  <a:lnTo>
                    <a:pt x="1798" y="319"/>
                  </a:lnTo>
                  <a:lnTo>
                    <a:pt x="1781" y="305"/>
                  </a:lnTo>
                  <a:lnTo>
                    <a:pt x="1763" y="296"/>
                  </a:lnTo>
                  <a:lnTo>
                    <a:pt x="1742" y="292"/>
                  </a:lnTo>
                  <a:lnTo>
                    <a:pt x="1721" y="292"/>
                  </a:lnTo>
                  <a:lnTo>
                    <a:pt x="1700" y="296"/>
                  </a:lnTo>
                  <a:lnTo>
                    <a:pt x="1681" y="305"/>
                  </a:lnTo>
                  <a:lnTo>
                    <a:pt x="1664" y="319"/>
                  </a:lnTo>
                  <a:lnTo>
                    <a:pt x="1650" y="339"/>
                  </a:lnTo>
                  <a:lnTo>
                    <a:pt x="1640" y="362"/>
                  </a:lnTo>
                  <a:lnTo>
                    <a:pt x="1637" y="386"/>
                  </a:lnTo>
                  <a:lnTo>
                    <a:pt x="1307" y="715"/>
                  </a:lnTo>
                  <a:lnTo>
                    <a:pt x="1016" y="383"/>
                  </a:lnTo>
                  <a:lnTo>
                    <a:pt x="1014" y="366"/>
                  </a:lnTo>
                  <a:lnTo>
                    <a:pt x="1008" y="349"/>
                  </a:lnTo>
                  <a:lnTo>
                    <a:pt x="1000" y="333"/>
                  </a:lnTo>
                  <a:lnTo>
                    <a:pt x="988" y="319"/>
                  </a:lnTo>
                  <a:lnTo>
                    <a:pt x="972" y="305"/>
                  </a:lnTo>
                  <a:lnTo>
                    <a:pt x="953" y="296"/>
                  </a:lnTo>
                  <a:lnTo>
                    <a:pt x="933" y="292"/>
                  </a:lnTo>
                  <a:lnTo>
                    <a:pt x="912" y="292"/>
                  </a:lnTo>
                  <a:close/>
                  <a:moveTo>
                    <a:pt x="0" y="0"/>
                  </a:moveTo>
                  <a:lnTo>
                    <a:pt x="2238" y="0"/>
                  </a:lnTo>
                  <a:lnTo>
                    <a:pt x="2238" y="2136"/>
                  </a:lnTo>
                  <a:lnTo>
                    <a:pt x="0" y="21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13C0142E-36A2-47AE-9845-5FAAE876167D}"/>
              </a:ext>
            </a:extLst>
          </p:cNvPr>
          <p:cNvGrpSpPr/>
          <p:nvPr/>
        </p:nvGrpSpPr>
        <p:grpSpPr>
          <a:xfrm>
            <a:off x="2048281" y="3852470"/>
            <a:ext cx="310355" cy="193167"/>
            <a:chOff x="1184275" y="4475163"/>
            <a:chExt cx="382588" cy="2381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83" name="Freeform 625">
              <a:extLst>
                <a:ext uri="{FF2B5EF4-FFF2-40B4-BE49-F238E27FC236}">
                  <a16:creationId xmlns:a16="http://schemas.microsoft.com/office/drawing/2014/main" id="{8F0C07BA-58B4-4DBE-ACAA-90375B181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75" y="4500563"/>
              <a:ext cx="382588" cy="212725"/>
            </a:xfrm>
            <a:custGeom>
              <a:avLst/>
              <a:gdLst>
                <a:gd name="T0" fmla="*/ 1760 w 3371"/>
                <a:gd name="T1" fmla="*/ 3 h 1875"/>
                <a:gd name="T2" fmla="*/ 1835 w 3371"/>
                <a:gd name="T3" fmla="*/ 15 h 1875"/>
                <a:gd name="T4" fmla="*/ 1916 w 3371"/>
                <a:gd name="T5" fmla="*/ 45 h 1875"/>
                <a:gd name="T6" fmla="*/ 1995 w 3371"/>
                <a:gd name="T7" fmla="*/ 97 h 1875"/>
                <a:gd name="T8" fmla="*/ 2064 w 3371"/>
                <a:gd name="T9" fmla="*/ 177 h 1875"/>
                <a:gd name="T10" fmla="*/ 2118 w 3371"/>
                <a:gd name="T11" fmla="*/ 291 h 1875"/>
                <a:gd name="T12" fmla="*/ 2181 w 3371"/>
                <a:gd name="T13" fmla="*/ 354 h 1875"/>
                <a:gd name="T14" fmla="*/ 2318 w 3371"/>
                <a:gd name="T15" fmla="*/ 281 h 1875"/>
                <a:gd name="T16" fmla="*/ 2476 w 3371"/>
                <a:gd name="T17" fmla="*/ 254 h 1875"/>
                <a:gd name="T18" fmla="*/ 2631 w 3371"/>
                <a:gd name="T19" fmla="*/ 280 h 1875"/>
                <a:gd name="T20" fmla="*/ 2764 w 3371"/>
                <a:gd name="T21" fmla="*/ 348 h 1875"/>
                <a:gd name="T22" fmla="*/ 2869 w 3371"/>
                <a:gd name="T23" fmla="*/ 455 h 1875"/>
                <a:gd name="T24" fmla="*/ 2938 w 3371"/>
                <a:gd name="T25" fmla="*/ 588 h 1875"/>
                <a:gd name="T26" fmla="*/ 2963 w 3371"/>
                <a:gd name="T27" fmla="*/ 742 h 1875"/>
                <a:gd name="T28" fmla="*/ 2936 w 3371"/>
                <a:gd name="T29" fmla="*/ 901 h 1875"/>
                <a:gd name="T30" fmla="*/ 3084 w 3371"/>
                <a:gd name="T31" fmla="*/ 941 h 1875"/>
                <a:gd name="T32" fmla="*/ 3209 w 3371"/>
                <a:gd name="T33" fmla="*/ 1024 h 1875"/>
                <a:gd name="T34" fmla="*/ 3303 w 3371"/>
                <a:gd name="T35" fmla="*/ 1140 h 1875"/>
                <a:gd name="T36" fmla="*/ 3360 w 3371"/>
                <a:gd name="T37" fmla="*/ 1281 h 1875"/>
                <a:gd name="T38" fmla="*/ 3368 w 3371"/>
                <a:gd name="T39" fmla="*/ 1440 h 1875"/>
                <a:gd name="T40" fmla="*/ 3328 w 3371"/>
                <a:gd name="T41" fmla="*/ 1589 h 1875"/>
                <a:gd name="T42" fmla="*/ 3245 w 3371"/>
                <a:gd name="T43" fmla="*/ 1714 h 1875"/>
                <a:gd name="T44" fmla="*/ 3130 w 3371"/>
                <a:gd name="T45" fmla="*/ 1808 h 1875"/>
                <a:gd name="T46" fmla="*/ 2989 w 3371"/>
                <a:gd name="T47" fmla="*/ 1864 h 1875"/>
                <a:gd name="T48" fmla="*/ 487 w 3371"/>
                <a:gd name="T49" fmla="*/ 1875 h 1875"/>
                <a:gd name="T50" fmla="*/ 332 w 3371"/>
                <a:gd name="T51" fmla="*/ 1849 h 1875"/>
                <a:gd name="T52" fmla="*/ 198 w 3371"/>
                <a:gd name="T53" fmla="*/ 1780 h 1875"/>
                <a:gd name="T54" fmla="*/ 94 w 3371"/>
                <a:gd name="T55" fmla="*/ 1674 h 1875"/>
                <a:gd name="T56" fmla="*/ 25 w 3371"/>
                <a:gd name="T57" fmla="*/ 1541 h 1875"/>
                <a:gd name="T58" fmla="*/ 0 w 3371"/>
                <a:gd name="T59" fmla="*/ 1387 h 1875"/>
                <a:gd name="T60" fmla="*/ 25 w 3371"/>
                <a:gd name="T61" fmla="*/ 1231 h 1875"/>
                <a:gd name="T62" fmla="*/ 93 w 3371"/>
                <a:gd name="T63" fmla="*/ 1098 h 1875"/>
                <a:gd name="T64" fmla="*/ 199 w 3371"/>
                <a:gd name="T65" fmla="*/ 1080 h 1875"/>
                <a:gd name="T66" fmla="*/ 339 w 3371"/>
                <a:gd name="T67" fmla="*/ 1231 h 1875"/>
                <a:gd name="T68" fmla="*/ 510 w 3371"/>
                <a:gd name="T69" fmla="*/ 1346 h 1875"/>
                <a:gd name="T70" fmla="*/ 705 w 3371"/>
                <a:gd name="T71" fmla="*/ 1420 h 1875"/>
                <a:gd name="T72" fmla="*/ 920 w 3371"/>
                <a:gd name="T73" fmla="*/ 1445 h 1875"/>
                <a:gd name="T74" fmla="*/ 1136 w 3371"/>
                <a:gd name="T75" fmla="*/ 1419 h 1875"/>
                <a:gd name="T76" fmla="*/ 1333 w 3371"/>
                <a:gd name="T77" fmla="*/ 1344 h 1875"/>
                <a:gd name="T78" fmla="*/ 1505 w 3371"/>
                <a:gd name="T79" fmla="*/ 1228 h 1875"/>
                <a:gd name="T80" fmla="*/ 1645 w 3371"/>
                <a:gd name="T81" fmla="*/ 1075 h 1875"/>
                <a:gd name="T82" fmla="*/ 1746 w 3371"/>
                <a:gd name="T83" fmla="*/ 894 h 1875"/>
                <a:gd name="T84" fmla="*/ 1805 w 3371"/>
                <a:gd name="T85" fmla="*/ 690 h 1875"/>
                <a:gd name="T86" fmla="*/ 1812 w 3371"/>
                <a:gd name="T87" fmla="*/ 469 h 1875"/>
                <a:gd name="T88" fmla="*/ 1767 w 3371"/>
                <a:gd name="T89" fmla="*/ 255 h 1875"/>
                <a:gd name="T90" fmla="*/ 1676 w 3371"/>
                <a:gd name="T91" fmla="*/ 62 h 1875"/>
                <a:gd name="T92" fmla="*/ 1651 w 3371"/>
                <a:gd name="T93" fmla="*/ 3 h 1875"/>
                <a:gd name="T94" fmla="*/ 1695 w 3371"/>
                <a:gd name="T95" fmla="*/ 0 h 1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71" h="1875">
                  <a:moveTo>
                    <a:pt x="1715" y="0"/>
                  </a:moveTo>
                  <a:lnTo>
                    <a:pt x="1736" y="1"/>
                  </a:lnTo>
                  <a:lnTo>
                    <a:pt x="1760" y="3"/>
                  </a:lnTo>
                  <a:lnTo>
                    <a:pt x="1783" y="5"/>
                  </a:lnTo>
                  <a:lnTo>
                    <a:pt x="1809" y="9"/>
                  </a:lnTo>
                  <a:lnTo>
                    <a:pt x="1835" y="15"/>
                  </a:lnTo>
                  <a:lnTo>
                    <a:pt x="1862" y="23"/>
                  </a:lnTo>
                  <a:lnTo>
                    <a:pt x="1888" y="32"/>
                  </a:lnTo>
                  <a:lnTo>
                    <a:pt x="1916" y="45"/>
                  </a:lnTo>
                  <a:lnTo>
                    <a:pt x="1943" y="59"/>
                  </a:lnTo>
                  <a:lnTo>
                    <a:pt x="1969" y="77"/>
                  </a:lnTo>
                  <a:lnTo>
                    <a:pt x="1995" y="97"/>
                  </a:lnTo>
                  <a:lnTo>
                    <a:pt x="2019" y="120"/>
                  </a:lnTo>
                  <a:lnTo>
                    <a:pt x="2043" y="146"/>
                  </a:lnTo>
                  <a:lnTo>
                    <a:pt x="2064" y="177"/>
                  </a:lnTo>
                  <a:lnTo>
                    <a:pt x="2085" y="211"/>
                  </a:lnTo>
                  <a:lnTo>
                    <a:pt x="2102" y="249"/>
                  </a:lnTo>
                  <a:lnTo>
                    <a:pt x="2118" y="291"/>
                  </a:lnTo>
                  <a:lnTo>
                    <a:pt x="2131" y="337"/>
                  </a:lnTo>
                  <a:lnTo>
                    <a:pt x="2141" y="388"/>
                  </a:lnTo>
                  <a:lnTo>
                    <a:pt x="2181" y="354"/>
                  </a:lnTo>
                  <a:lnTo>
                    <a:pt x="2224" y="326"/>
                  </a:lnTo>
                  <a:lnTo>
                    <a:pt x="2270" y="301"/>
                  </a:lnTo>
                  <a:lnTo>
                    <a:pt x="2318" y="281"/>
                  </a:lnTo>
                  <a:lnTo>
                    <a:pt x="2369" y="266"/>
                  </a:lnTo>
                  <a:lnTo>
                    <a:pt x="2422" y="257"/>
                  </a:lnTo>
                  <a:lnTo>
                    <a:pt x="2476" y="254"/>
                  </a:lnTo>
                  <a:lnTo>
                    <a:pt x="2529" y="257"/>
                  </a:lnTo>
                  <a:lnTo>
                    <a:pt x="2581" y="265"/>
                  </a:lnTo>
                  <a:lnTo>
                    <a:pt x="2631" y="280"/>
                  </a:lnTo>
                  <a:lnTo>
                    <a:pt x="2678" y="298"/>
                  </a:lnTo>
                  <a:lnTo>
                    <a:pt x="2723" y="321"/>
                  </a:lnTo>
                  <a:lnTo>
                    <a:pt x="2764" y="348"/>
                  </a:lnTo>
                  <a:lnTo>
                    <a:pt x="2802" y="380"/>
                  </a:lnTo>
                  <a:lnTo>
                    <a:pt x="2838" y="416"/>
                  </a:lnTo>
                  <a:lnTo>
                    <a:pt x="2869" y="455"/>
                  </a:lnTo>
                  <a:lnTo>
                    <a:pt x="2897" y="496"/>
                  </a:lnTo>
                  <a:lnTo>
                    <a:pt x="2920" y="541"/>
                  </a:lnTo>
                  <a:lnTo>
                    <a:pt x="2938" y="588"/>
                  </a:lnTo>
                  <a:lnTo>
                    <a:pt x="2952" y="637"/>
                  </a:lnTo>
                  <a:lnTo>
                    <a:pt x="2960" y="690"/>
                  </a:lnTo>
                  <a:lnTo>
                    <a:pt x="2963" y="742"/>
                  </a:lnTo>
                  <a:lnTo>
                    <a:pt x="2960" y="795"/>
                  </a:lnTo>
                  <a:lnTo>
                    <a:pt x="2950" y="849"/>
                  </a:lnTo>
                  <a:lnTo>
                    <a:pt x="2936" y="901"/>
                  </a:lnTo>
                  <a:lnTo>
                    <a:pt x="2988" y="909"/>
                  </a:lnTo>
                  <a:lnTo>
                    <a:pt x="3037" y="922"/>
                  </a:lnTo>
                  <a:lnTo>
                    <a:pt x="3084" y="941"/>
                  </a:lnTo>
                  <a:lnTo>
                    <a:pt x="3129" y="964"/>
                  </a:lnTo>
                  <a:lnTo>
                    <a:pt x="3171" y="992"/>
                  </a:lnTo>
                  <a:lnTo>
                    <a:pt x="3209" y="1024"/>
                  </a:lnTo>
                  <a:lnTo>
                    <a:pt x="3244" y="1059"/>
                  </a:lnTo>
                  <a:lnTo>
                    <a:pt x="3276" y="1098"/>
                  </a:lnTo>
                  <a:lnTo>
                    <a:pt x="3303" y="1140"/>
                  </a:lnTo>
                  <a:lnTo>
                    <a:pt x="3327" y="1184"/>
                  </a:lnTo>
                  <a:lnTo>
                    <a:pt x="3345" y="1232"/>
                  </a:lnTo>
                  <a:lnTo>
                    <a:pt x="3360" y="1281"/>
                  </a:lnTo>
                  <a:lnTo>
                    <a:pt x="3368" y="1333"/>
                  </a:lnTo>
                  <a:lnTo>
                    <a:pt x="3371" y="1387"/>
                  </a:lnTo>
                  <a:lnTo>
                    <a:pt x="3368" y="1440"/>
                  </a:lnTo>
                  <a:lnTo>
                    <a:pt x="3360" y="1491"/>
                  </a:lnTo>
                  <a:lnTo>
                    <a:pt x="3346" y="1542"/>
                  </a:lnTo>
                  <a:lnTo>
                    <a:pt x="3328" y="1589"/>
                  </a:lnTo>
                  <a:lnTo>
                    <a:pt x="3304" y="1633"/>
                  </a:lnTo>
                  <a:lnTo>
                    <a:pt x="3277" y="1675"/>
                  </a:lnTo>
                  <a:lnTo>
                    <a:pt x="3245" y="1714"/>
                  </a:lnTo>
                  <a:lnTo>
                    <a:pt x="3210" y="1750"/>
                  </a:lnTo>
                  <a:lnTo>
                    <a:pt x="3172" y="1780"/>
                  </a:lnTo>
                  <a:lnTo>
                    <a:pt x="3130" y="1808"/>
                  </a:lnTo>
                  <a:lnTo>
                    <a:pt x="3085" y="1832"/>
                  </a:lnTo>
                  <a:lnTo>
                    <a:pt x="3038" y="1850"/>
                  </a:lnTo>
                  <a:lnTo>
                    <a:pt x="2989" y="1864"/>
                  </a:lnTo>
                  <a:lnTo>
                    <a:pt x="2937" y="1872"/>
                  </a:lnTo>
                  <a:lnTo>
                    <a:pt x="2884" y="1875"/>
                  </a:lnTo>
                  <a:lnTo>
                    <a:pt x="487" y="1875"/>
                  </a:lnTo>
                  <a:lnTo>
                    <a:pt x="434" y="1872"/>
                  </a:lnTo>
                  <a:lnTo>
                    <a:pt x="382" y="1864"/>
                  </a:lnTo>
                  <a:lnTo>
                    <a:pt x="332" y="1849"/>
                  </a:lnTo>
                  <a:lnTo>
                    <a:pt x="285" y="1831"/>
                  </a:lnTo>
                  <a:lnTo>
                    <a:pt x="240" y="1808"/>
                  </a:lnTo>
                  <a:lnTo>
                    <a:pt x="198" y="1780"/>
                  </a:lnTo>
                  <a:lnTo>
                    <a:pt x="161" y="1749"/>
                  </a:lnTo>
                  <a:lnTo>
                    <a:pt x="125" y="1713"/>
                  </a:lnTo>
                  <a:lnTo>
                    <a:pt x="94" y="1674"/>
                  </a:lnTo>
                  <a:lnTo>
                    <a:pt x="66" y="1633"/>
                  </a:lnTo>
                  <a:lnTo>
                    <a:pt x="43" y="1588"/>
                  </a:lnTo>
                  <a:lnTo>
                    <a:pt x="25" y="1541"/>
                  </a:lnTo>
                  <a:lnTo>
                    <a:pt x="11" y="1491"/>
                  </a:lnTo>
                  <a:lnTo>
                    <a:pt x="3" y="1439"/>
                  </a:lnTo>
                  <a:lnTo>
                    <a:pt x="0" y="1387"/>
                  </a:lnTo>
                  <a:lnTo>
                    <a:pt x="3" y="1332"/>
                  </a:lnTo>
                  <a:lnTo>
                    <a:pt x="11" y="1281"/>
                  </a:lnTo>
                  <a:lnTo>
                    <a:pt x="25" y="1231"/>
                  </a:lnTo>
                  <a:lnTo>
                    <a:pt x="43" y="1184"/>
                  </a:lnTo>
                  <a:lnTo>
                    <a:pt x="66" y="1140"/>
                  </a:lnTo>
                  <a:lnTo>
                    <a:pt x="93" y="1098"/>
                  </a:lnTo>
                  <a:lnTo>
                    <a:pt x="125" y="1059"/>
                  </a:lnTo>
                  <a:lnTo>
                    <a:pt x="161" y="1024"/>
                  </a:lnTo>
                  <a:lnTo>
                    <a:pt x="199" y="1080"/>
                  </a:lnTo>
                  <a:lnTo>
                    <a:pt x="242" y="1135"/>
                  </a:lnTo>
                  <a:lnTo>
                    <a:pt x="288" y="1184"/>
                  </a:lnTo>
                  <a:lnTo>
                    <a:pt x="339" y="1231"/>
                  </a:lnTo>
                  <a:lnTo>
                    <a:pt x="393" y="1273"/>
                  </a:lnTo>
                  <a:lnTo>
                    <a:pt x="450" y="1312"/>
                  </a:lnTo>
                  <a:lnTo>
                    <a:pt x="510" y="1346"/>
                  </a:lnTo>
                  <a:lnTo>
                    <a:pt x="573" y="1376"/>
                  </a:lnTo>
                  <a:lnTo>
                    <a:pt x="638" y="1400"/>
                  </a:lnTo>
                  <a:lnTo>
                    <a:pt x="705" y="1420"/>
                  </a:lnTo>
                  <a:lnTo>
                    <a:pt x="776" y="1434"/>
                  </a:lnTo>
                  <a:lnTo>
                    <a:pt x="848" y="1442"/>
                  </a:lnTo>
                  <a:lnTo>
                    <a:pt x="920" y="1445"/>
                  </a:lnTo>
                  <a:lnTo>
                    <a:pt x="994" y="1442"/>
                  </a:lnTo>
                  <a:lnTo>
                    <a:pt x="1066" y="1433"/>
                  </a:lnTo>
                  <a:lnTo>
                    <a:pt x="1136" y="1419"/>
                  </a:lnTo>
                  <a:lnTo>
                    <a:pt x="1204" y="1399"/>
                  </a:lnTo>
                  <a:lnTo>
                    <a:pt x="1270" y="1374"/>
                  </a:lnTo>
                  <a:lnTo>
                    <a:pt x="1333" y="1344"/>
                  </a:lnTo>
                  <a:lnTo>
                    <a:pt x="1394" y="1310"/>
                  </a:lnTo>
                  <a:lnTo>
                    <a:pt x="1451" y="1271"/>
                  </a:lnTo>
                  <a:lnTo>
                    <a:pt x="1505" y="1228"/>
                  </a:lnTo>
                  <a:lnTo>
                    <a:pt x="1555" y="1181"/>
                  </a:lnTo>
                  <a:lnTo>
                    <a:pt x="1602" y="1129"/>
                  </a:lnTo>
                  <a:lnTo>
                    <a:pt x="1645" y="1075"/>
                  </a:lnTo>
                  <a:lnTo>
                    <a:pt x="1683" y="1018"/>
                  </a:lnTo>
                  <a:lnTo>
                    <a:pt x="1718" y="957"/>
                  </a:lnTo>
                  <a:lnTo>
                    <a:pt x="1746" y="894"/>
                  </a:lnTo>
                  <a:lnTo>
                    <a:pt x="1771" y="828"/>
                  </a:lnTo>
                  <a:lnTo>
                    <a:pt x="1790" y="759"/>
                  </a:lnTo>
                  <a:lnTo>
                    <a:pt x="1805" y="690"/>
                  </a:lnTo>
                  <a:lnTo>
                    <a:pt x="1812" y="617"/>
                  </a:lnTo>
                  <a:lnTo>
                    <a:pt x="1815" y="543"/>
                  </a:lnTo>
                  <a:lnTo>
                    <a:pt x="1812" y="469"/>
                  </a:lnTo>
                  <a:lnTo>
                    <a:pt x="1803" y="395"/>
                  </a:lnTo>
                  <a:lnTo>
                    <a:pt x="1787" y="325"/>
                  </a:lnTo>
                  <a:lnTo>
                    <a:pt x="1767" y="255"/>
                  </a:lnTo>
                  <a:lnTo>
                    <a:pt x="1741" y="188"/>
                  </a:lnTo>
                  <a:lnTo>
                    <a:pt x="1711" y="124"/>
                  </a:lnTo>
                  <a:lnTo>
                    <a:pt x="1676" y="62"/>
                  </a:lnTo>
                  <a:lnTo>
                    <a:pt x="1635" y="4"/>
                  </a:lnTo>
                  <a:lnTo>
                    <a:pt x="1642" y="4"/>
                  </a:lnTo>
                  <a:lnTo>
                    <a:pt x="1651" y="3"/>
                  </a:lnTo>
                  <a:lnTo>
                    <a:pt x="1663" y="2"/>
                  </a:lnTo>
                  <a:lnTo>
                    <a:pt x="1678" y="1"/>
                  </a:lnTo>
                  <a:lnTo>
                    <a:pt x="1695" y="0"/>
                  </a:lnTo>
                  <a:lnTo>
                    <a:pt x="17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4" name="Freeform 626">
              <a:extLst>
                <a:ext uri="{FF2B5EF4-FFF2-40B4-BE49-F238E27FC236}">
                  <a16:creationId xmlns:a16="http://schemas.microsoft.com/office/drawing/2014/main" id="{1A5F4F9B-0EF8-4755-9982-040A8DCAF5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1738" y="4475163"/>
              <a:ext cx="173038" cy="174625"/>
            </a:xfrm>
            <a:custGeom>
              <a:avLst/>
              <a:gdLst>
                <a:gd name="T0" fmla="*/ 714 w 1527"/>
                <a:gd name="T1" fmla="*/ 262 h 1534"/>
                <a:gd name="T2" fmla="*/ 694 w 1527"/>
                <a:gd name="T3" fmla="*/ 360 h 1534"/>
                <a:gd name="T4" fmla="*/ 580 w 1527"/>
                <a:gd name="T5" fmla="*/ 433 h 1534"/>
                <a:gd name="T6" fmla="*/ 523 w 1527"/>
                <a:gd name="T7" fmla="*/ 557 h 1534"/>
                <a:gd name="T8" fmla="*/ 547 w 1527"/>
                <a:gd name="T9" fmla="*/ 706 h 1534"/>
                <a:gd name="T10" fmla="*/ 652 w 1527"/>
                <a:gd name="T11" fmla="*/ 810 h 1534"/>
                <a:gd name="T12" fmla="*/ 788 w 1527"/>
                <a:gd name="T13" fmla="*/ 840 h 1534"/>
                <a:gd name="T14" fmla="*/ 857 w 1527"/>
                <a:gd name="T15" fmla="*/ 895 h 1534"/>
                <a:gd name="T16" fmla="*/ 857 w 1527"/>
                <a:gd name="T17" fmla="*/ 986 h 1534"/>
                <a:gd name="T18" fmla="*/ 788 w 1527"/>
                <a:gd name="T19" fmla="*/ 1043 h 1534"/>
                <a:gd name="T20" fmla="*/ 704 w 1527"/>
                <a:gd name="T21" fmla="*/ 1026 h 1534"/>
                <a:gd name="T22" fmla="*/ 639 w 1527"/>
                <a:gd name="T23" fmla="*/ 991 h 1534"/>
                <a:gd name="T24" fmla="*/ 578 w 1527"/>
                <a:gd name="T25" fmla="*/ 1024 h 1534"/>
                <a:gd name="T26" fmla="*/ 576 w 1527"/>
                <a:gd name="T27" fmla="*/ 1093 h 1534"/>
                <a:gd name="T28" fmla="*/ 664 w 1527"/>
                <a:gd name="T29" fmla="*/ 1163 h 1534"/>
                <a:gd name="T30" fmla="*/ 704 w 1527"/>
                <a:gd name="T31" fmla="*/ 1258 h 1534"/>
                <a:gd name="T32" fmla="*/ 763 w 1527"/>
                <a:gd name="T33" fmla="*/ 1293 h 1534"/>
                <a:gd name="T34" fmla="*/ 824 w 1527"/>
                <a:gd name="T35" fmla="*/ 1258 h 1534"/>
                <a:gd name="T36" fmla="*/ 865 w 1527"/>
                <a:gd name="T37" fmla="*/ 1162 h 1534"/>
                <a:gd name="T38" fmla="*/ 968 w 1527"/>
                <a:gd name="T39" fmla="*/ 1074 h 1534"/>
                <a:gd name="T40" fmla="*/ 1007 w 1527"/>
                <a:gd name="T41" fmla="*/ 941 h 1534"/>
                <a:gd name="T42" fmla="*/ 959 w 1527"/>
                <a:gd name="T43" fmla="*/ 797 h 1534"/>
                <a:gd name="T44" fmla="*/ 841 w 1527"/>
                <a:gd name="T45" fmla="*/ 710 h 1534"/>
                <a:gd name="T46" fmla="*/ 718 w 1527"/>
                <a:gd name="T47" fmla="*/ 687 h 1534"/>
                <a:gd name="T48" fmla="*/ 662 w 1527"/>
                <a:gd name="T49" fmla="*/ 617 h 1534"/>
                <a:gd name="T50" fmla="*/ 682 w 1527"/>
                <a:gd name="T51" fmla="*/ 528 h 1534"/>
                <a:gd name="T52" fmla="*/ 763 w 1527"/>
                <a:gd name="T53" fmla="*/ 489 h 1534"/>
                <a:gd name="T54" fmla="*/ 840 w 1527"/>
                <a:gd name="T55" fmla="*/ 522 h 1534"/>
                <a:gd name="T56" fmla="*/ 905 w 1527"/>
                <a:gd name="T57" fmla="*/ 541 h 1534"/>
                <a:gd name="T58" fmla="*/ 956 w 1527"/>
                <a:gd name="T59" fmla="*/ 493 h 1534"/>
                <a:gd name="T60" fmla="*/ 941 w 1527"/>
                <a:gd name="T61" fmla="*/ 426 h 1534"/>
                <a:gd name="T62" fmla="*/ 833 w 1527"/>
                <a:gd name="T63" fmla="*/ 360 h 1534"/>
                <a:gd name="T64" fmla="*/ 813 w 1527"/>
                <a:gd name="T65" fmla="*/ 262 h 1534"/>
                <a:gd name="T66" fmla="*/ 763 w 1527"/>
                <a:gd name="T67" fmla="*/ 0 h 1534"/>
                <a:gd name="T68" fmla="*/ 1030 w 1527"/>
                <a:gd name="T69" fmla="*/ 49 h 1534"/>
                <a:gd name="T70" fmla="*/ 1255 w 1527"/>
                <a:gd name="T71" fmla="*/ 182 h 1534"/>
                <a:gd name="T72" fmla="*/ 1423 w 1527"/>
                <a:gd name="T73" fmla="*/ 382 h 1534"/>
                <a:gd name="T74" fmla="*/ 1515 w 1527"/>
                <a:gd name="T75" fmla="*/ 631 h 1534"/>
                <a:gd name="T76" fmla="*/ 1515 w 1527"/>
                <a:gd name="T77" fmla="*/ 905 h 1534"/>
                <a:gd name="T78" fmla="*/ 1422 w 1527"/>
                <a:gd name="T79" fmla="*/ 1155 h 1534"/>
                <a:gd name="T80" fmla="*/ 1255 w 1527"/>
                <a:gd name="T81" fmla="*/ 1353 h 1534"/>
                <a:gd name="T82" fmla="*/ 1029 w 1527"/>
                <a:gd name="T83" fmla="*/ 1486 h 1534"/>
                <a:gd name="T84" fmla="*/ 763 w 1527"/>
                <a:gd name="T85" fmla="*/ 1534 h 1534"/>
                <a:gd name="T86" fmla="*/ 496 w 1527"/>
                <a:gd name="T87" fmla="*/ 1485 h 1534"/>
                <a:gd name="T88" fmla="*/ 271 w 1527"/>
                <a:gd name="T89" fmla="*/ 1352 h 1534"/>
                <a:gd name="T90" fmla="*/ 105 w 1527"/>
                <a:gd name="T91" fmla="*/ 1151 h 1534"/>
                <a:gd name="T92" fmla="*/ 13 w 1527"/>
                <a:gd name="T93" fmla="*/ 903 h 1534"/>
                <a:gd name="T94" fmla="*/ 13 w 1527"/>
                <a:gd name="T95" fmla="*/ 629 h 1534"/>
                <a:gd name="T96" fmla="*/ 105 w 1527"/>
                <a:gd name="T97" fmla="*/ 379 h 1534"/>
                <a:gd name="T98" fmla="*/ 271 w 1527"/>
                <a:gd name="T99" fmla="*/ 181 h 1534"/>
                <a:gd name="T100" fmla="*/ 496 w 1527"/>
                <a:gd name="T101" fmla="*/ 48 h 1534"/>
                <a:gd name="T102" fmla="*/ 763 w 1527"/>
                <a:gd name="T103" fmla="*/ 0 h 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27" h="1534">
                  <a:moveTo>
                    <a:pt x="763" y="242"/>
                  </a:moveTo>
                  <a:lnTo>
                    <a:pt x="745" y="244"/>
                  </a:lnTo>
                  <a:lnTo>
                    <a:pt x="728" y="251"/>
                  </a:lnTo>
                  <a:lnTo>
                    <a:pt x="714" y="262"/>
                  </a:lnTo>
                  <a:lnTo>
                    <a:pt x="704" y="276"/>
                  </a:lnTo>
                  <a:lnTo>
                    <a:pt x="697" y="292"/>
                  </a:lnTo>
                  <a:lnTo>
                    <a:pt x="694" y="312"/>
                  </a:lnTo>
                  <a:lnTo>
                    <a:pt x="694" y="360"/>
                  </a:lnTo>
                  <a:lnTo>
                    <a:pt x="662" y="372"/>
                  </a:lnTo>
                  <a:lnTo>
                    <a:pt x="631" y="389"/>
                  </a:lnTo>
                  <a:lnTo>
                    <a:pt x="605" y="409"/>
                  </a:lnTo>
                  <a:lnTo>
                    <a:pt x="580" y="433"/>
                  </a:lnTo>
                  <a:lnTo>
                    <a:pt x="560" y="460"/>
                  </a:lnTo>
                  <a:lnTo>
                    <a:pt x="543" y="490"/>
                  </a:lnTo>
                  <a:lnTo>
                    <a:pt x="531" y="522"/>
                  </a:lnTo>
                  <a:lnTo>
                    <a:pt x="523" y="557"/>
                  </a:lnTo>
                  <a:lnTo>
                    <a:pt x="521" y="593"/>
                  </a:lnTo>
                  <a:lnTo>
                    <a:pt x="524" y="633"/>
                  </a:lnTo>
                  <a:lnTo>
                    <a:pt x="533" y="670"/>
                  </a:lnTo>
                  <a:lnTo>
                    <a:pt x="547" y="706"/>
                  </a:lnTo>
                  <a:lnTo>
                    <a:pt x="568" y="737"/>
                  </a:lnTo>
                  <a:lnTo>
                    <a:pt x="591" y="765"/>
                  </a:lnTo>
                  <a:lnTo>
                    <a:pt x="620" y="790"/>
                  </a:lnTo>
                  <a:lnTo>
                    <a:pt x="652" y="810"/>
                  </a:lnTo>
                  <a:lnTo>
                    <a:pt x="687" y="824"/>
                  </a:lnTo>
                  <a:lnTo>
                    <a:pt x="724" y="834"/>
                  </a:lnTo>
                  <a:lnTo>
                    <a:pt x="763" y="837"/>
                  </a:lnTo>
                  <a:lnTo>
                    <a:pt x="788" y="840"/>
                  </a:lnTo>
                  <a:lnTo>
                    <a:pt x="809" y="847"/>
                  </a:lnTo>
                  <a:lnTo>
                    <a:pt x="829" y="859"/>
                  </a:lnTo>
                  <a:lnTo>
                    <a:pt x="845" y="876"/>
                  </a:lnTo>
                  <a:lnTo>
                    <a:pt x="857" y="895"/>
                  </a:lnTo>
                  <a:lnTo>
                    <a:pt x="864" y="918"/>
                  </a:lnTo>
                  <a:lnTo>
                    <a:pt x="867" y="941"/>
                  </a:lnTo>
                  <a:lnTo>
                    <a:pt x="864" y="965"/>
                  </a:lnTo>
                  <a:lnTo>
                    <a:pt x="857" y="986"/>
                  </a:lnTo>
                  <a:lnTo>
                    <a:pt x="845" y="1006"/>
                  </a:lnTo>
                  <a:lnTo>
                    <a:pt x="829" y="1022"/>
                  </a:lnTo>
                  <a:lnTo>
                    <a:pt x="809" y="1035"/>
                  </a:lnTo>
                  <a:lnTo>
                    <a:pt x="788" y="1043"/>
                  </a:lnTo>
                  <a:lnTo>
                    <a:pt x="763" y="1045"/>
                  </a:lnTo>
                  <a:lnTo>
                    <a:pt x="743" y="1043"/>
                  </a:lnTo>
                  <a:lnTo>
                    <a:pt x="722" y="1037"/>
                  </a:lnTo>
                  <a:lnTo>
                    <a:pt x="704" y="1026"/>
                  </a:lnTo>
                  <a:lnTo>
                    <a:pt x="688" y="1012"/>
                  </a:lnTo>
                  <a:lnTo>
                    <a:pt x="673" y="1001"/>
                  </a:lnTo>
                  <a:lnTo>
                    <a:pt x="657" y="994"/>
                  </a:lnTo>
                  <a:lnTo>
                    <a:pt x="639" y="991"/>
                  </a:lnTo>
                  <a:lnTo>
                    <a:pt x="621" y="993"/>
                  </a:lnTo>
                  <a:lnTo>
                    <a:pt x="605" y="999"/>
                  </a:lnTo>
                  <a:lnTo>
                    <a:pt x="589" y="1009"/>
                  </a:lnTo>
                  <a:lnTo>
                    <a:pt x="578" y="1024"/>
                  </a:lnTo>
                  <a:lnTo>
                    <a:pt x="571" y="1041"/>
                  </a:lnTo>
                  <a:lnTo>
                    <a:pt x="568" y="1058"/>
                  </a:lnTo>
                  <a:lnTo>
                    <a:pt x="570" y="1076"/>
                  </a:lnTo>
                  <a:lnTo>
                    <a:pt x="576" y="1093"/>
                  </a:lnTo>
                  <a:lnTo>
                    <a:pt x="586" y="1108"/>
                  </a:lnTo>
                  <a:lnTo>
                    <a:pt x="610" y="1130"/>
                  </a:lnTo>
                  <a:lnTo>
                    <a:pt x="636" y="1148"/>
                  </a:lnTo>
                  <a:lnTo>
                    <a:pt x="664" y="1163"/>
                  </a:lnTo>
                  <a:lnTo>
                    <a:pt x="694" y="1174"/>
                  </a:lnTo>
                  <a:lnTo>
                    <a:pt x="694" y="1223"/>
                  </a:lnTo>
                  <a:lnTo>
                    <a:pt x="697" y="1242"/>
                  </a:lnTo>
                  <a:lnTo>
                    <a:pt x="704" y="1258"/>
                  </a:lnTo>
                  <a:lnTo>
                    <a:pt x="714" y="1272"/>
                  </a:lnTo>
                  <a:lnTo>
                    <a:pt x="728" y="1283"/>
                  </a:lnTo>
                  <a:lnTo>
                    <a:pt x="745" y="1290"/>
                  </a:lnTo>
                  <a:lnTo>
                    <a:pt x="763" y="1293"/>
                  </a:lnTo>
                  <a:lnTo>
                    <a:pt x="783" y="1290"/>
                  </a:lnTo>
                  <a:lnTo>
                    <a:pt x="799" y="1283"/>
                  </a:lnTo>
                  <a:lnTo>
                    <a:pt x="813" y="1272"/>
                  </a:lnTo>
                  <a:lnTo>
                    <a:pt x="824" y="1258"/>
                  </a:lnTo>
                  <a:lnTo>
                    <a:pt x="831" y="1242"/>
                  </a:lnTo>
                  <a:lnTo>
                    <a:pt x="833" y="1223"/>
                  </a:lnTo>
                  <a:lnTo>
                    <a:pt x="833" y="1174"/>
                  </a:lnTo>
                  <a:lnTo>
                    <a:pt x="865" y="1162"/>
                  </a:lnTo>
                  <a:lnTo>
                    <a:pt x="896" y="1145"/>
                  </a:lnTo>
                  <a:lnTo>
                    <a:pt x="923" y="1125"/>
                  </a:lnTo>
                  <a:lnTo>
                    <a:pt x="947" y="1101"/>
                  </a:lnTo>
                  <a:lnTo>
                    <a:pt x="968" y="1074"/>
                  </a:lnTo>
                  <a:lnTo>
                    <a:pt x="984" y="1044"/>
                  </a:lnTo>
                  <a:lnTo>
                    <a:pt x="996" y="1011"/>
                  </a:lnTo>
                  <a:lnTo>
                    <a:pt x="1004" y="977"/>
                  </a:lnTo>
                  <a:lnTo>
                    <a:pt x="1007" y="941"/>
                  </a:lnTo>
                  <a:lnTo>
                    <a:pt x="1003" y="901"/>
                  </a:lnTo>
                  <a:lnTo>
                    <a:pt x="994" y="864"/>
                  </a:lnTo>
                  <a:lnTo>
                    <a:pt x="980" y="829"/>
                  </a:lnTo>
                  <a:lnTo>
                    <a:pt x="959" y="797"/>
                  </a:lnTo>
                  <a:lnTo>
                    <a:pt x="936" y="769"/>
                  </a:lnTo>
                  <a:lnTo>
                    <a:pt x="907" y="744"/>
                  </a:lnTo>
                  <a:lnTo>
                    <a:pt x="876" y="725"/>
                  </a:lnTo>
                  <a:lnTo>
                    <a:pt x="841" y="710"/>
                  </a:lnTo>
                  <a:lnTo>
                    <a:pt x="803" y="700"/>
                  </a:lnTo>
                  <a:lnTo>
                    <a:pt x="763" y="697"/>
                  </a:lnTo>
                  <a:lnTo>
                    <a:pt x="740" y="694"/>
                  </a:lnTo>
                  <a:lnTo>
                    <a:pt x="718" y="687"/>
                  </a:lnTo>
                  <a:lnTo>
                    <a:pt x="699" y="675"/>
                  </a:lnTo>
                  <a:lnTo>
                    <a:pt x="682" y="658"/>
                  </a:lnTo>
                  <a:lnTo>
                    <a:pt x="670" y="639"/>
                  </a:lnTo>
                  <a:lnTo>
                    <a:pt x="662" y="617"/>
                  </a:lnTo>
                  <a:lnTo>
                    <a:pt x="660" y="593"/>
                  </a:lnTo>
                  <a:lnTo>
                    <a:pt x="662" y="569"/>
                  </a:lnTo>
                  <a:lnTo>
                    <a:pt x="670" y="548"/>
                  </a:lnTo>
                  <a:lnTo>
                    <a:pt x="682" y="528"/>
                  </a:lnTo>
                  <a:lnTo>
                    <a:pt x="699" y="512"/>
                  </a:lnTo>
                  <a:lnTo>
                    <a:pt x="718" y="499"/>
                  </a:lnTo>
                  <a:lnTo>
                    <a:pt x="740" y="491"/>
                  </a:lnTo>
                  <a:lnTo>
                    <a:pt x="763" y="489"/>
                  </a:lnTo>
                  <a:lnTo>
                    <a:pt x="785" y="491"/>
                  </a:lnTo>
                  <a:lnTo>
                    <a:pt x="805" y="497"/>
                  </a:lnTo>
                  <a:lnTo>
                    <a:pt x="824" y="508"/>
                  </a:lnTo>
                  <a:lnTo>
                    <a:pt x="840" y="522"/>
                  </a:lnTo>
                  <a:lnTo>
                    <a:pt x="854" y="533"/>
                  </a:lnTo>
                  <a:lnTo>
                    <a:pt x="871" y="540"/>
                  </a:lnTo>
                  <a:lnTo>
                    <a:pt x="888" y="544"/>
                  </a:lnTo>
                  <a:lnTo>
                    <a:pt x="905" y="541"/>
                  </a:lnTo>
                  <a:lnTo>
                    <a:pt x="923" y="535"/>
                  </a:lnTo>
                  <a:lnTo>
                    <a:pt x="938" y="525"/>
                  </a:lnTo>
                  <a:lnTo>
                    <a:pt x="949" y="510"/>
                  </a:lnTo>
                  <a:lnTo>
                    <a:pt x="956" y="493"/>
                  </a:lnTo>
                  <a:lnTo>
                    <a:pt x="959" y="476"/>
                  </a:lnTo>
                  <a:lnTo>
                    <a:pt x="957" y="458"/>
                  </a:lnTo>
                  <a:lnTo>
                    <a:pt x="951" y="441"/>
                  </a:lnTo>
                  <a:lnTo>
                    <a:pt x="941" y="426"/>
                  </a:lnTo>
                  <a:lnTo>
                    <a:pt x="917" y="404"/>
                  </a:lnTo>
                  <a:lnTo>
                    <a:pt x="891" y="386"/>
                  </a:lnTo>
                  <a:lnTo>
                    <a:pt x="863" y="371"/>
                  </a:lnTo>
                  <a:lnTo>
                    <a:pt x="833" y="360"/>
                  </a:lnTo>
                  <a:lnTo>
                    <a:pt x="833" y="312"/>
                  </a:lnTo>
                  <a:lnTo>
                    <a:pt x="831" y="292"/>
                  </a:lnTo>
                  <a:lnTo>
                    <a:pt x="824" y="276"/>
                  </a:lnTo>
                  <a:lnTo>
                    <a:pt x="813" y="262"/>
                  </a:lnTo>
                  <a:lnTo>
                    <a:pt x="799" y="251"/>
                  </a:lnTo>
                  <a:lnTo>
                    <a:pt x="783" y="244"/>
                  </a:lnTo>
                  <a:lnTo>
                    <a:pt x="763" y="242"/>
                  </a:lnTo>
                  <a:close/>
                  <a:moveTo>
                    <a:pt x="763" y="0"/>
                  </a:moveTo>
                  <a:lnTo>
                    <a:pt x="833" y="4"/>
                  </a:lnTo>
                  <a:lnTo>
                    <a:pt x="900" y="13"/>
                  </a:lnTo>
                  <a:lnTo>
                    <a:pt x="967" y="28"/>
                  </a:lnTo>
                  <a:lnTo>
                    <a:pt x="1030" y="49"/>
                  </a:lnTo>
                  <a:lnTo>
                    <a:pt x="1090" y="75"/>
                  </a:lnTo>
                  <a:lnTo>
                    <a:pt x="1149" y="106"/>
                  </a:lnTo>
                  <a:lnTo>
                    <a:pt x="1204" y="142"/>
                  </a:lnTo>
                  <a:lnTo>
                    <a:pt x="1255" y="182"/>
                  </a:lnTo>
                  <a:lnTo>
                    <a:pt x="1303" y="227"/>
                  </a:lnTo>
                  <a:lnTo>
                    <a:pt x="1347" y="275"/>
                  </a:lnTo>
                  <a:lnTo>
                    <a:pt x="1387" y="326"/>
                  </a:lnTo>
                  <a:lnTo>
                    <a:pt x="1423" y="382"/>
                  </a:lnTo>
                  <a:lnTo>
                    <a:pt x="1453" y="440"/>
                  </a:lnTo>
                  <a:lnTo>
                    <a:pt x="1479" y="501"/>
                  </a:lnTo>
                  <a:lnTo>
                    <a:pt x="1499" y="565"/>
                  </a:lnTo>
                  <a:lnTo>
                    <a:pt x="1515" y="631"/>
                  </a:lnTo>
                  <a:lnTo>
                    <a:pt x="1524" y="699"/>
                  </a:lnTo>
                  <a:lnTo>
                    <a:pt x="1527" y="768"/>
                  </a:lnTo>
                  <a:lnTo>
                    <a:pt x="1524" y="838"/>
                  </a:lnTo>
                  <a:lnTo>
                    <a:pt x="1515" y="905"/>
                  </a:lnTo>
                  <a:lnTo>
                    <a:pt x="1499" y="972"/>
                  </a:lnTo>
                  <a:lnTo>
                    <a:pt x="1479" y="1036"/>
                  </a:lnTo>
                  <a:lnTo>
                    <a:pt x="1453" y="1096"/>
                  </a:lnTo>
                  <a:lnTo>
                    <a:pt x="1422" y="1155"/>
                  </a:lnTo>
                  <a:lnTo>
                    <a:pt x="1387" y="1209"/>
                  </a:lnTo>
                  <a:lnTo>
                    <a:pt x="1347" y="1261"/>
                  </a:lnTo>
                  <a:lnTo>
                    <a:pt x="1303" y="1309"/>
                  </a:lnTo>
                  <a:lnTo>
                    <a:pt x="1255" y="1353"/>
                  </a:lnTo>
                  <a:lnTo>
                    <a:pt x="1203" y="1393"/>
                  </a:lnTo>
                  <a:lnTo>
                    <a:pt x="1148" y="1429"/>
                  </a:lnTo>
                  <a:lnTo>
                    <a:pt x="1090" y="1460"/>
                  </a:lnTo>
                  <a:lnTo>
                    <a:pt x="1029" y="1486"/>
                  </a:lnTo>
                  <a:lnTo>
                    <a:pt x="966" y="1506"/>
                  </a:lnTo>
                  <a:lnTo>
                    <a:pt x="900" y="1522"/>
                  </a:lnTo>
                  <a:lnTo>
                    <a:pt x="833" y="1531"/>
                  </a:lnTo>
                  <a:lnTo>
                    <a:pt x="763" y="1534"/>
                  </a:lnTo>
                  <a:lnTo>
                    <a:pt x="694" y="1531"/>
                  </a:lnTo>
                  <a:lnTo>
                    <a:pt x="626" y="1521"/>
                  </a:lnTo>
                  <a:lnTo>
                    <a:pt x="561" y="1506"/>
                  </a:lnTo>
                  <a:lnTo>
                    <a:pt x="496" y="1485"/>
                  </a:lnTo>
                  <a:lnTo>
                    <a:pt x="436" y="1459"/>
                  </a:lnTo>
                  <a:lnTo>
                    <a:pt x="378" y="1428"/>
                  </a:lnTo>
                  <a:lnTo>
                    <a:pt x="323" y="1392"/>
                  </a:lnTo>
                  <a:lnTo>
                    <a:pt x="271" y="1352"/>
                  </a:lnTo>
                  <a:lnTo>
                    <a:pt x="223" y="1307"/>
                  </a:lnTo>
                  <a:lnTo>
                    <a:pt x="179" y="1259"/>
                  </a:lnTo>
                  <a:lnTo>
                    <a:pt x="140" y="1207"/>
                  </a:lnTo>
                  <a:lnTo>
                    <a:pt x="105" y="1151"/>
                  </a:lnTo>
                  <a:lnTo>
                    <a:pt x="74" y="1094"/>
                  </a:lnTo>
                  <a:lnTo>
                    <a:pt x="49" y="1033"/>
                  </a:lnTo>
                  <a:lnTo>
                    <a:pt x="28" y="969"/>
                  </a:lnTo>
                  <a:lnTo>
                    <a:pt x="13" y="903"/>
                  </a:lnTo>
                  <a:lnTo>
                    <a:pt x="4" y="835"/>
                  </a:lnTo>
                  <a:lnTo>
                    <a:pt x="0" y="766"/>
                  </a:lnTo>
                  <a:lnTo>
                    <a:pt x="4" y="696"/>
                  </a:lnTo>
                  <a:lnTo>
                    <a:pt x="13" y="629"/>
                  </a:lnTo>
                  <a:lnTo>
                    <a:pt x="28" y="563"/>
                  </a:lnTo>
                  <a:lnTo>
                    <a:pt x="49" y="499"/>
                  </a:lnTo>
                  <a:lnTo>
                    <a:pt x="74" y="438"/>
                  </a:lnTo>
                  <a:lnTo>
                    <a:pt x="105" y="379"/>
                  </a:lnTo>
                  <a:lnTo>
                    <a:pt x="140" y="325"/>
                  </a:lnTo>
                  <a:lnTo>
                    <a:pt x="179" y="273"/>
                  </a:lnTo>
                  <a:lnTo>
                    <a:pt x="223" y="225"/>
                  </a:lnTo>
                  <a:lnTo>
                    <a:pt x="271" y="181"/>
                  </a:lnTo>
                  <a:lnTo>
                    <a:pt x="323" y="141"/>
                  </a:lnTo>
                  <a:lnTo>
                    <a:pt x="378" y="106"/>
                  </a:lnTo>
                  <a:lnTo>
                    <a:pt x="436" y="74"/>
                  </a:lnTo>
                  <a:lnTo>
                    <a:pt x="496" y="48"/>
                  </a:lnTo>
                  <a:lnTo>
                    <a:pt x="561" y="28"/>
                  </a:lnTo>
                  <a:lnTo>
                    <a:pt x="626" y="13"/>
                  </a:lnTo>
                  <a:lnTo>
                    <a:pt x="694" y="4"/>
                  </a:lnTo>
                  <a:lnTo>
                    <a:pt x="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AE238D64-F3A1-45EB-843A-FF632F2F1977}"/>
              </a:ext>
            </a:extLst>
          </p:cNvPr>
          <p:cNvGrpSpPr/>
          <p:nvPr/>
        </p:nvGrpSpPr>
        <p:grpSpPr>
          <a:xfrm>
            <a:off x="743210" y="3797094"/>
            <a:ext cx="200895" cy="303916"/>
            <a:chOff x="739775" y="4376738"/>
            <a:chExt cx="247650" cy="37465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86" name="Freeform 632">
              <a:extLst>
                <a:ext uri="{FF2B5EF4-FFF2-40B4-BE49-F238E27FC236}">
                  <a16:creationId xmlns:a16="http://schemas.microsoft.com/office/drawing/2014/main" id="{3284E042-B946-4FE6-BC58-DE9BEE222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125" y="4376738"/>
              <a:ext cx="114300" cy="374650"/>
            </a:xfrm>
            <a:custGeom>
              <a:avLst/>
              <a:gdLst>
                <a:gd name="T0" fmla="*/ 0 w 1005"/>
                <a:gd name="T1" fmla="*/ 0 h 3308"/>
                <a:gd name="T2" fmla="*/ 1005 w 1005"/>
                <a:gd name="T3" fmla="*/ 325 h 3308"/>
                <a:gd name="T4" fmla="*/ 1005 w 1005"/>
                <a:gd name="T5" fmla="*/ 3308 h 3308"/>
                <a:gd name="T6" fmla="*/ 0 w 1005"/>
                <a:gd name="T7" fmla="*/ 2983 h 3308"/>
                <a:gd name="T8" fmla="*/ 0 w 1005"/>
                <a:gd name="T9" fmla="*/ 0 h 3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5" h="3308">
                  <a:moveTo>
                    <a:pt x="0" y="0"/>
                  </a:moveTo>
                  <a:lnTo>
                    <a:pt x="1005" y="325"/>
                  </a:lnTo>
                  <a:lnTo>
                    <a:pt x="1005" y="3308"/>
                  </a:lnTo>
                  <a:lnTo>
                    <a:pt x="0" y="298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87" name="Freeform 633">
              <a:extLst>
                <a:ext uri="{FF2B5EF4-FFF2-40B4-BE49-F238E27FC236}">
                  <a16:creationId xmlns:a16="http://schemas.microsoft.com/office/drawing/2014/main" id="{66C21961-A479-467D-8828-3751BFEF5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775" y="4376738"/>
              <a:ext cx="112712" cy="374650"/>
            </a:xfrm>
            <a:custGeom>
              <a:avLst/>
              <a:gdLst>
                <a:gd name="T0" fmla="*/ 1006 w 1006"/>
                <a:gd name="T1" fmla="*/ 0 h 3308"/>
                <a:gd name="T2" fmla="*/ 1006 w 1006"/>
                <a:gd name="T3" fmla="*/ 2983 h 3308"/>
                <a:gd name="T4" fmla="*/ 0 w 1006"/>
                <a:gd name="T5" fmla="*/ 3308 h 3308"/>
                <a:gd name="T6" fmla="*/ 0 w 1006"/>
                <a:gd name="T7" fmla="*/ 325 h 3308"/>
                <a:gd name="T8" fmla="*/ 1006 w 1006"/>
                <a:gd name="T9" fmla="*/ 0 h 3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6" h="3308">
                  <a:moveTo>
                    <a:pt x="1006" y="0"/>
                  </a:moveTo>
                  <a:lnTo>
                    <a:pt x="1006" y="2983"/>
                  </a:lnTo>
                  <a:lnTo>
                    <a:pt x="0" y="3308"/>
                  </a:lnTo>
                  <a:lnTo>
                    <a:pt x="0" y="325"/>
                  </a:lnTo>
                  <a:lnTo>
                    <a:pt x="10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93DAFDA-015F-412D-B441-D4DFA6D232CD}"/>
              </a:ext>
            </a:extLst>
          </p:cNvPr>
          <p:cNvGrpSpPr/>
          <p:nvPr/>
        </p:nvGrpSpPr>
        <p:grpSpPr>
          <a:xfrm>
            <a:off x="1341015" y="3795806"/>
            <a:ext cx="310355" cy="306492"/>
            <a:chOff x="836613" y="6164263"/>
            <a:chExt cx="382587" cy="3778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89" name="Freeform 874">
              <a:extLst>
                <a:ext uri="{FF2B5EF4-FFF2-40B4-BE49-F238E27FC236}">
                  <a16:creationId xmlns:a16="http://schemas.microsoft.com/office/drawing/2014/main" id="{69816CF2-24E9-4127-907F-58C5D22D1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0" y="6164263"/>
              <a:ext cx="125412" cy="49212"/>
            </a:xfrm>
            <a:custGeom>
              <a:avLst/>
              <a:gdLst>
                <a:gd name="T0" fmla="*/ 85 w 1105"/>
                <a:gd name="T1" fmla="*/ 0 h 438"/>
                <a:gd name="T2" fmla="*/ 1020 w 1105"/>
                <a:gd name="T3" fmla="*/ 0 h 438"/>
                <a:gd name="T4" fmla="*/ 1043 w 1105"/>
                <a:gd name="T5" fmla="*/ 3 h 438"/>
                <a:gd name="T6" fmla="*/ 1063 w 1105"/>
                <a:gd name="T7" fmla="*/ 11 h 438"/>
                <a:gd name="T8" fmla="*/ 1081 w 1105"/>
                <a:gd name="T9" fmla="*/ 24 h 438"/>
                <a:gd name="T10" fmla="*/ 1094 w 1105"/>
                <a:gd name="T11" fmla="*/ 42 h 438"/>
                <a:gd name="T12" fmla="*/ 1102 w 1105"/>
                <a:gd name="T13" fmla="*/ 62 h 438"/>
                <a:gd name="T14" fmla="*/ 1105 w 1105"/>
                <a:gd name="T15" fmla="*/ 86 h 438"/>
                <a:gd name="T16" fmla="*/ 1105 w 1105"/>
                <a:gd name="T17" fmla="*/ 438 h 438"/>
                <a:gd name="T18" fmla="*/ 933 w 1105"/>
                <a:gd name="T19" fmla="*/ 438 h 438"/>
                <a:gd name="T20" fmla="*/ 933 w 1105"/>
                <a:gd name="T21" fmla="*/ 171 h 438"/>
                <a:gd name="T22" fmla="*/ 171 w 1105"/>
                <a:gd name="T23" fmla="*/ 171 h 438"/>
                <a:gd name="T24" fmla="*/ 171 w 1105"/>
                <a:gd name="T25" fmla="*/ 437 h 438"/>
                <a:gd name="T26" fmla="*/ 0 w 1105"/>
                <a:gd name="T27" fmla="*/ 437 h 438"/>
                <a:gd name="T28" fmla="*/ 0 w 1105"/>
                <a:gd name="T29" fmla="*/ 86 h 438"/>
                <a:gd name="T30" fmla="*/ 2 w 1105"/>
                <a:gd name="T31" fmla="*/ 62 h 438"/>
                <a:gd name="T32" fmla="*/ 11 w 1105"/>
                <a:gd name="T33" fmla="*/ 42 h 438"/>
                <a:gd name="T34" fmla="*/ 24 w 1105"/>
                <a:gd name="T35" fmla="*/ 24 h 438"/>
                <a:gd name="T36" fmla="*/ 41 w 1105"/>
                <a:gd name="T37" fmla="*/ 11 h 438"/>
                <a:gd name="T38" fmla="*/ 62 w 1105"/>
                <a:gd name="T39" fmla="*/ 3 h 438"/>
                <a:gd name="T40" fmla="*/ 85 w 1105"/>
                <a:gd name="T41" fmla="*/ 0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5" h="438">
                  <a:moveTo>
                    <a:pt x="85" y="0"/>
                  </a:moveTo>
                  <a:lnTo>
                    <a:pt x="1020" y="0"/>
                  </a:lnTo>
                  <a:lnTo>
                    <a:pt x="1043" y="3"/>
                  </a:lnTo>
                  <a:lnTo>
                    <a:pt x="1063" y="11"/>
                  </a:lnTo>
                  <a:lnTo>
                    <a:pt x="1081" y="24"/>
                  </a:lnTo>
                  <a:lnTo>
                    <a:pt x="1094" y="42"/>
                  </a:lnTo>
                  <a:lnTo>
                    <a:pt x="1102" y="62"/>
                  </a:lnTo>
                  <a:lnTo>
                    <a:pt x="1105" y="86"/>
                  </a:lnTo>
                  <a:lnTo>
                    <a:pt x="1105" y="438"/>
                  </a:lnTo>
                  <a:lnTo>
                    <a:pt x="933" y="438"/>
                  </a:lnTo>
                  <a:lnTo>
                    <a:pt x="933" y="171"/>
                  </a:lnTo>
                  <a:lnTo>
                    <a:pt x="171" y="171"/>
                  </a:lnTo>
                  <a:lnTo>
                    <a:pt x="171" y="437"/>
                  </a:lnTo>
                  <a:lnTo>
                    <a:pt x="0" y="437"/>
                  </a:lnTo>
                  <a:lnTo>
                    <a:pt x="0" y="86"/>
                  </a:lnTo>
                  <a:lnTo>
                    <a:pt x="2" y="62"/>
                  </a:lnTo>
                  <a:lnTo>
                    <a:pt x="11" y="42"/>
                  </a:lnTo>
                  <a:lnTo>
                    <a:pt x="24" y="24"/>
                  </a:lnTo>
                  <a:lnTo>
                    <a:pt x="41" y="11"/>
                  </a:lnTo>
                  <a:lnTo>
                    <a:pt x="62" y="3"/>
                  </a:lnTo>
                  <a:lnTo>
                    <a:pt x="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0" name="Freeform 875">
              <a:extLst>
                <a:ext uri="{FF2B5EF4-FFF2-40B4-BE49-F238E27FC236}">
                  <a16:creationId xmlns:a16="http://schemas.microsoft.com/office/drawing/2014/main" id="{CC645949-1076-4BEE-B659-01846258E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613" y="6234113"/>
              <a:ext cx="382587" cy="71437"/>
            </a:xfrm>
            <a:custGeom>
              <a:avLst/>
              <a:gdLst>
                <a:gd name="T0" fmla="*/ 360 w 3374"/>
                <a:gd name="T1" fmla="*/ 0 h 644"/>
                <a:gd name="T2" fmla="*/ 3014 w 3374"/>
                <a:gd name="T3" fmla="*/ 0 h 644"/>
                <a:gd name="T4" fmla="*/ 3059 w 3374"/>
                <a:gd name="T5" fmla="*/ 4 h 644"/>
                <a:gd name="T6" fmla="*/ 3103 w 3374"/>
                <a:gd name="T7" fmla="*/ 12 h 644"/>
                <a:gd name="T8" fmla="*/ 3144 w 3374"/>
                <a:gd name="T9" fmla="*/ 24 h 644"/>
                <a:gd name="T10" fmla="*/ 3184 w 3374"/>
                <a:gd name="T11" fmla="*/ 42 h 644"/>
                <a:gd name="T12" fmla="*/ 3220 w 3374"/>
                <a:gd name="T13" fmla="*/ 65 h 644"/>
                <a:gd name="T14" fmla="*/ 3253 w 3374"/>
                <a:gd name="T15" fmla="*/ 91 h 644"/>
                <a:gd name="T16" fmla="*/ 3283 w 3374"/>
                <a:gd name="T17" fmla="*/ 121 h 644"/>
                <a:gd name="T18" fmla="*/ 3310 w 3374"/>
                <a:gd name="T19" fmla="*/ 153 h 644"/>
                <a:gd name="T20" fmla="*/ 3332 w 3374"/>
                <a:gd name="T21" fmla="*/ 190 h 644"/>
                <a:gd name="T22" fmla="*/ 3349 w 3374"/>
                <a:gd name="T23" fmla="*/ 229 h 644"/>
                <a:gd name="T24" fmla="*/ 3363 w 3374"/>
                <a:gd name="T25" fmla="*/ 270 h 644"/>
                <a:gd name="T26" fmla="*/ 3371 w 3374"/>
                <a:gd name="T27" fmla="*/ 313 h 644"/>
                <a:gd name="T28" fmla="*/ 3374 w 3374"/>
                <a:gd name="T29" fmla="*/ 358 h 644"/>
                <a:gd name="T30" fmla="*/ 3374 w 3374"/>
                <a:gd name="T31" fmla="*/ 644 h 644"/>
                <a:gd name="T32" fmla="*/ 0 w 3374"/>
                <a:gd name="T33" fmla="*/ 644 h 644"/>
                <a:gd name="T34" fmla="*/ 0 w 3374"/>
                <a:gd name="T35" fmla="*/ 358 h 644"/>
                <a:gd name="T36" fmla="*/ 3 w 3374"/>
                <a:gd name="T37" fmla="*/ 313 h 644"/>
                <a:gd name="T38" fmla="*/ 11 w 3374"/>
                <a:gd name="T39" fmla="*/ 270 h 644"/>
                <a:gd name="T40" fmla="*/ 25 w 3374"/>
                <a:gd name="T41" fmla="*/ 229 h 644"/>
                <a:gd name="T42" fmla="*/ 42 w 3374"/>
                <a:gd name="T43" fmla="*/ 190 h 644"/>
                <a:gd name="T44" fmla="*/ 64 w 3374"/>
                <a:gd name="T45" fmla="*/ 153 h 644"/>
                <a:gd name="T46" fmla="*/ 91 w 3374"/>
                <a:gd name="T47" fmla="*/ 121 h 644"/>
                <a:gd name="T48" fmla="*/ 121 w 3374"/>
                <a:gd name="T49" fmla="*/ 91 h 644"/>
                <a:gd name="T50" fmla="*/ 154 w 3374"/>
                <a:gd name="T51" fmla="*/ 65 h 644"/>
                <a:gd name="T52" fmla="*/ 190 w 3374"/>
                <a:gd name="T53" fmla="*/ 42 h 644"/>
                <a:gd name="T54" fmla="*/ 230 w 3374"/>
                <a:gd name="T55" fmla="*/ 24 h 644"/>
                <a:gd name="T56" fmla="*/ 271 w 3374"/>
                <a:gd name="T57" fmla="*/ 12 h 644"/>
                <a:gd name="T58" fmla="*/ 315 w 3374"/>
                <a:gd name="T59" fmla="*/ 4 h 644"/>
                <a:gd name="T60" fmla="*/ 360 w 3374"/>
                <a:gd name="T61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374" h="644">
                  <a:moveTo>
                    <a:pt x="360" y="0"/>
                  </a:moveTo>
                  <a:lnTo>
                    <a:pt x="3014" y="0"/>
                  </a:lnTo>
                  <a:lnTo>
                    <a:pt x="3059" y="4"/>
                  </a:lnTo>
                  <a:lnTo>
                    <a:pt x="3103" y="12"/>
                  </a:lnTo>
                  <a:lnTo>
                    <a:pt x="3144" y="24"/>
                  </a:lnTo>
                  <a:lnTo>
                    <a:pt x="3184" y="42"/>
                  </a:lnTo>
                  <a:lnTo>
                    <a:pt x="3220" y="65"/>
                  </a:lnTo>
                  <a:lnTo>
                    <a:pt x="3253" y="91"/>
                  </a:lnTo>
                  <a:lnTo>
                    <a:pt x="3283" y="121"/>
                  </a:lnTo>
                  <a:lnTo>
                    <a:pt x="3310" y="153"/>
                  </a:lnTo>
                  <a:lnTo>
                    <a:pt x="3332" y="190"/>
                  </a:lnTo>
                  <a:lnTo>
                    <a:pt x="3349" y="229"/>
                  </a:lnTo>
                  <a:lnTo>
                    <a:pt x="3363" y="270"/>
                  </a:lnTo>
                  <a:lnTo>
                    <a:pt x="3371" y="313"/>
                  </a:lnTo>
                  <a:lnTo>
                    <a:pt x="3374" y="358"/>
                  </a:lnTo>
                  <a:lnTo>
                    <a:pt x="3374" y="644"/>
                  </a:lnTo>
                  <a:lnTo>
                    <a:pt x="0" y="644"/>
                  </a:lnTo>
                  <a:lnTo>
                    <a:pt x="0" y="358"/>
                  </a:lnTo>
                  <a:lnTo>
                    <a:pt x="3" y="313"/>
                  </a:lnTo>
                  <a:lnTo>
                    <a:pt x="11" y="270"/>
                  </a:lnTo>
                  <a:lnTo>
                    <a:pt x="25" y="229"/>
                  </a:lnTo>
                  <a:lnTo>
                    <a:pt x="42" y="190"/>
                  </a:lnTo>
                  <a:lnTo>
                    <a:pt x="64" y="153"/>
                  </a:lnTo>
                  <a:lnTo>
                    <a:pt x="91" y="121"/>
                  </a:lnTo>
                  <a:lnTo>
                    <a:pt x="121" y="91"/>
                  </a:lnTo>
                  <a:lnTo>
                    <a:pt x="154" y="65"/>
                  </a:lnTo>
                  <a:lnTo>
                    <a:pt x="190" y="42"/>
                  </a:lnTo>
                  <a:lnTo>
                    <a:pt x="230" y="24"/>
                  </a:lnTo>
                  <a:lnTo>
                    <a:pt x="271" y="12"/>
                  </a:lnTo>
                  <a:lnTo>
                    <a:pt x="315" y="4"/>
                  </a:lnTo>
                  <a:lnTo>
                    <a:pt x="3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1" name="Freeform 876">
              <a:extLst>
                <a:ext uri="{FF2B5EF4-FFF2-40B4-BE49-F238E27FC236}">
                  <a16:creationId xmlns:a16="http://schemas.microsoft.com/office/drawing/2014/main" id="{23EC26FB-DCBE-4E89-AE36-F9B74E93C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613" y="6326188"/>
              <a:ext cx="382587" cy="215900"/>
            </a:xfrm>
            <a:custGeom>
              <a:avLst/>
              <a:gdLst>
                <a:gd name="T0" fmla="*/ 0 w 3373"/>
                <a:gd name="T1" fmla="*/ 0 h 1913"/>
                <a:gd name="T2" fmla="*/ 684 w 3373"/>
                <a:gd name="T3" fmla="*/ 0 h 1913"/>
                <a:gd name="T4" fmla="*/ 684 w 3373"/>
                <a:gd name="T5" fmla="*/ 399 h 1913"/>
                <a:gd name="T6" fmla="*/ 687 w 3373"/>
                <a:gd name="T7" fmla="*/ 423 h 1913"/>
                <a:gd name="T8" fmla="*/ 695 w 3373"/>
                <a:gd name="T9" fmla="*/ 443 h 1913"/>
                <a:gd name="T10" fmla="*/ 709 w 3373"/>
                <a:gd name="T11" fmla="*/ 460 h 1913"/>
                <a:gd name="T12" fmla="*/ 726 w 3373"/>
                <a:gd name="T13" fmla="*/ 473 h 1913"/>
                <a:gd name="T14" fmla="*/ 746 w 3373"/>
                <a:gd name="T15" fmla="*/ 482 h 1913"/>
                <a:gd name="T16" fmla="*/ 769 w 3373"/>
                <a:gd name="T17" fmla="*/ 485 h 1913"/>
                <a:gd name="T18" fmla="*/ 792 w 3373"/>
                <a:gd name="T19" fmla="*/ 482 h 1913"/>
                <a:gd name="T20" fmla="*/ 813 w 3373"/>
                <a:gd name="T21" fmla="*/ 473 h 1913"/>
                <a:gd name="T22" fmla="*/ 830 w 3373"/>
                <a:gd name="T23" fmla="*/ 460 h 1913"/>
                <a:gd name="T24" fmla="*/ 844 w 3373"/>
                <a:gd name="T25" fmla="*/ 443 h 1913"/>
                <a:gd name="T26" fmla="*/ 852 w 3373"/>
                <a:gd name="T27" fmla="*/ 423 h 1913"/>
                <a:gd name="T28" fmla="*/ 855 w 3373"/>
                <a:gd name="T29" fmla="*/ 399 h 1913"/>
                <a:gd name="T30" fmla="*/ 855 w 3373"/>
                <a:gd name="T31" fmla="*/ 0 h 1913"/>
                <a:gd name="T32" fmla="*/ 2520 w 3373"/>
                <a:gd name="T33" fmla="*/ 0 h 1913"/>
                <a:gd name="T34" fmla="*/ 2520 w 3373"/>
                <a:gd name="T35" fmla="*/ 399 h 1913"/>
                <a:gd name="T36" fmla="*/ 2523 w 3373"/>
                <a:gd name="T37" fmla="*/ 423 h 1913"/>
                <a:gd name="T38" fmla="*/ 2532 w 3373"/>
                <a:gd name="T39" fmla="*/ 443 h 1913"/>
                <a:gd name="T40" fmla="*/ 2545 w 3373"/>
                <a:gd name="T41" fmla="*/ 460 h 1913"/>
                <a:gd name="T42" fmla="*/ 2562 w 3373"/>
                <a:gd name="T43" fmla="*/ 473 h 1913"/>
                <a:gd name="T44" fmla="*/ 2583 w 3373"/>
                <a:gd name="T45" fmla="*/ 482 h 1913"/>
                <a:gd name="T46" fmla="*/ 2605 w 3373"/>
                <a:gd name="T47" fmla="*/ 485 h 1913"/>
                <a:gd name="T48" fmla="*/ 2629 w 3373"/>
                <a:gd name="T49" fmla="*/ 482 h 1913"/>
                <a:gd name="T50" fmla="*/ 2649 w 3373"/>
                <a:gd name="T51" fmla="*/ 473 h 1913"/>
                <a:gd name="T52" fmla="*/ 2666 w 3373"/>
                <a:gd name="T53" fmla="*/ 460 h 1913"/>
                <a:gd name="T54" fmla="*/ 2680 w 3373"/>
                <a:gd name="T55" fmla="*/ 443 h 1913"/>
                <a:gd name="T56" fmla="*/ 2688 w 3373"/>
                <a:gd name="T57" fmla="*/ 423 h 1913"/>
                <a:gd name="T58" fmla="*/ 2691 w 3373"/>
                <a:gd name="T59" fmla="*/ 399 h 1913"/>
                <a:gd name="T60" fmla="*/ 2691 w 3373"/>
                <a:gd name="T61" fmla="*/ 0 h 1913"/>
                <a:gd name="T62" fmla="*/ 3373 w 3373"/>
                <a:gd name="T63" fmla="*/ 0 h 1913"/>
                <a:gd name="T64" fmla="*/ 3373 w 3373"/>
                <a:gd name="T65" fmla="*/ 1555 h 1913"/>
                <a:gd name="T66" fmla="*/ 3371 w 3373"/>
                <a:gd name="T67" fmla="*/ 1600 h 1913"/>
                <a:gd name="T68" fmla="*/ 3363 w 3373"/>
                <a:gd name="T69" fmla="*/ 1644 h 1913"/>
                <a:gd name="T70" fmla="*/ 3349 w 3373"/>
                <a:gd name="T71" fmla="*/ 1685 h 1913"/>
                <a:gd name="T72" fmla="*/ 3331 w 3373"/>
                <a:gd name="T73" fmla="*/ 1723 h 1913"/>
                <a:gd name="T74" fmla="*/ 3310 w 3373"/>
                <a:gd name="T75" fmla="*/ 1760 h 1913"/>
                <a:gd name="T76" fmla="*/ 3283 w 3373"/>
                <a:gd name="T77" fmla="*/ 1793 h 1913"/>
                <a:gd name="T78" fmla="*/ 3253 w 3373"/>
                <a:gd name="T79" fmla="*/ 1823 h 1913"/>
                <a:gd name="T80" fmla="*/ 3220 w 3373"/>
                <a:gd name="T81" fmla="*/ 1849 h 1913"/>
                <a:gd name="T82" fmla="*/ 3183 w 3373"/>
                <a:gd name="T83" fmla="*/ 1871 h 1913"/>
                <a:gd name="T84" fmla="*/ 3144 w 3373"/>
                <a:gd name="T85" fmla="*/ 1889 h 1913"/>
                <a:gd name="T86" fmla="*/ 3103 w 3373"/>
                <a:gd name="T87" fmla="*/ 1902 h 1913"/>
                <a:gd name="T88" fmla="*/ 3059 w 3373"/>
                <a:gd name="T89" fmla="*/ 1910 h 1913"/>
                <a:gd name="T90" fmla="*/ 3014 w 3373"/>
                <a:gd name="T91" fmla="*/ 1913 h 1913"/>
                <a:gd name="T92" fmla="*/ 359 w 3373"/>
                <a:gd name="T93" fmla="*/ 1913 h 1913"/>
                <a:gd name="T94" fmla="*/ 314 w 3373"/>
                <a:gd name="T95" fmla="*/ 1910 h 1913"/>
                <a:gd name="T96" fmla="*/ 270 w 3373"/>
                <a:gd name="T97" fmla="*/ 1902 h 1913"/>
                <a:gd name="T98" fmla="*/ 229 w 3373"/>
                <a:gd name="T99" fmla="*/ 1889 h 1913"/>
                <a:gd name="T100" fmla="*/ 190 w 3373"/>
                <a:gd name="T101" fmla="*/ 1871 h 1913"/>
                <a:gd name="T102" fmla="*/ 153 w 3373"/>
                <a:gd name="T103" fmla="*/ 1849 h 1913"/>
                <a:gd name="T104" fmla="*/ 121 w 3373"/>
                <a:gd name="T105" fmla="*/ 1823 h 1913"/>
                <a:gd name="T106" fmla="*/ 90 w 3373"/>
                <a:gd name="T107" fmla="*/ 1793 h 1913"/>
                <a:gd name="T108" fmla="*/ 64 w 3373"/>
                <a:gd name="T109" fmla="*/ 1760 h 1913"/>
                <a:gd name="T110" fmla="*/ 42 w 3373"/>
                <a:gd name="T111" fmla="*/ 1723 h 1913"/>
                <a:gd name="T112" fmla="*/ 25 w 3373"/>
                <a:gd name="T113" fmla="*/ 1685 h 1913"/>
                <a:gd name="T114" fmla="*/ 11 w 3373"/>
                <a:gd name="T115" fmla="*/ 1644 h 1913"/>
                <a:gd name="T116" fmla="*/ 3 w 3373"/>
                <a:gd name="T117" fmla="*/ 1600 h 1913"/>
                <a:gd name="T118" fmla="*/ 0 w 3373"/>
                <a:gd name="T119" fmla="*/ 1555 h 1913"/>
                <a:gd name="T120" fmla="*/ 0 w 3373"/>
                <a:gd name="T121" fmla="*/ 0 h 1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373" h="1913">
                  <a:moveTo>
                    <a:pt x="0" y="0"/>
                  </a:moveTo>
                  <a:lnTo>
                    <a:pt x="684" y="0"/>
                  </a:lnTo>
                  <a:lnTo>
                    <a:pt x="684" y="399"/>
                  </a:lnTo>
                  <a:lnTo>
                    <a:pt x="687" y="423"/>
                  </a:lnTo>
                  <a:lnTo>
                    <a:pt x="695" y="443"/>
                  </a:lnTo>
                  <a:lnTo>
                    <a:pt x="709" y="460"/>
                  </a:lnTo>
                  <a:lnTo>
                    <a:pt x="726" y="473"/>
                  </a:lnTo>
                  <a:lnTo>
                    <a:pt x="746" y="482"/>
                  </a:lnTo>
                  <a:lnTo>
                    <a:pt x="769" y="485"/>
                  </a:lnTo>
                  <a:lnTo>
                    <a:pt x="792" y="482"/>
                  </a:lnTo>
                  <a:lnTo>
                    <a:pt x="813" y="473"/>
                  </a:lnTo>
                  <a:lnTo>
                    <a:pt x="830" y="460"/>
                  </a:lnTo>
                  <a:lnTo>
                    <a:pt x="844" y="443"/>
                  </a:lnTo>
                  <a:lnTo>
                    <a:pt x="852" y="423"/>
                  </a:lnTo>
                  <a:lnTo>
                    <a:pt x="855" y="399"/>
                  </a:lnTo>
                  <a:lnTo>
                    <a:pt x="855" y="0"/>
                  </a:lnTo>
                  <a:lnTo>
                    <a:pt x="2520" y="0"/>
                  </a:lnTo>
                  <a:lnTo>
                    <a:pt x="2520" y="399"/>
                  </a:lnTo>
                  <a:lnTo>
                    <a:pt x="2523" y="423"/>
                  </a:lnTo>
                  <a:lnTo>
                    <a:pt x="2532" y="443"/>
                  </a:lnTo>
                  <a:lnTo>
                    <a:pt x="2545" y="460"/>
                  </a:lnTo>
                  <a:lnTo>
                    <a:pt x="2562" y="473"/>
                  </a:lnTo>
                  <a:lnTo>
                    <a:pt x="2583" y="482"/>
                  </a:lnTo>
                  <a:lnTo>
                    <a:pt x="2605" y="485"/>
                  </a:lnTo>
                  <a:lnTo>
                    <a:pt x="2629" y="482"/>
                  </a:lnTo>
                  <a:lnTo>
                    <a:pt x="2649" y="473"/>
                  </a:lnTo>
                  <a:lnTo>
                    <a:pt x="2666" y="460"/>
                  </a:lnTo>
                  <a:lnTo>
                    <a:pt x="2680" y="443"/>
                  </a:lnTo>
                  <a:lnTo>
                    <a:pt x="2688" y="423"/>
                  </a:lnTo>
                  <a:lnTo>
                    <a:pt x="2691" y="399"/>
                  </a:lnTo>
                  <a:lnTo>
                    <a:pt x="2691" y="0"/>
                  </a:lnTo>
                  <a:lnTo>
                    <a:pt x="3373" y="0"/>
                  </a:lnTo>
                  <a:lnTo>
                    <a:pt x="3373" y="1555"/>
                  </a:lnTo>
                  <a:lnTo>
                    <a:pt x="3371" y="1600"/>
                  </a:lnTo>
                  <a:lnTo>
                    <a:pt x="3363" y="1644"/>
                  </a:lnTo>
                  <a:lnTo>
                    <a:pt x="3349" y="1685"/>
                  </a:lnTo>
                  <a:lnTo>
                    <a:pt x="3331" y="1723"/>
                  </a:lnTo>
                  <a:lnTo>
                    <a:pt x="3310" y="1760"/>
                  </a:lnTo>
                  <a:lnTo>
                    <a:pt x="3283" y="1793"/>
                  </a:lnTo>
                  <a:lnTo>
                    <a:pt x="3253" y="1823"/>
                  </a:lnTo>
                  <a:lnTo>
                    <a:pt x="3220" y="1849"/>
                  </a:lnTo>
                  <a:lnTo>
                    <a:pt x="3183" y="1871"/>
                  </a:lnTo>
                  <a:lnTo>
                    <a:pt x="3144" y="1889"/>
                  </a:lnTo>
                  <a:lnTo>
                    <a:pt x="3103" y="1902"/>
                  </a:lnTo>
                  <a:lnTo>
                    <a:pt x="3059" y="1910"/>
                  </a:lnTo>
                  <a:lnTo>
                    <a:pt x="3014" y="1913"/>
                  </a:lnTo>
                  <a:lnTo>
                    <a:pt x="359" y="1913"/>
                  </a:lnTo>
                  <a:lnTo>
                    <a:pt x="314" y="1910"/>
                  </a:lnTo>
                  <a:lnTo>
                    <a:pt x="270" y="1902"/>
                  </a:lnTo>
                  <a:lnTo>
                    <a:pt x="229" y="1889"/>
                  </a:lnTo>
                  <a:lnTo>
                    <a:pt x="190" y="1871"/>
                  </a:lnTo>
                  <a:lnTo>
                    <a:pt x="153" y="1849"/>
                  </a:lnTo>
                  <a:lnTo>
                    <a:pt x="121" y="1823"/>
                  </a:lnTo>
                  <a:lnTo>
                    <a:pt x="90" y="1793"/>
                  </a:lnTo>
                  <a:lnTo>
                    <a:pt x="64" y="1760"/>
                  </a:lnTo>
                  <a:lnTo>
                    <a:pt x="42" y="1723"/>
                  </a:lnTo>
                  <a:lnTo>
                    <a:pt x="25" y="1685"/>
                  </a:lnTo>
                  <a:lnTo>
                    <a:pt x="11" y="1644"/>
                  </a:lnTo>
                  <a:lnTo>
                    <a:pt x="3" y="1600"/>
                  </a:lnTo>
                  <a:lnTo>
                    <a:pt x="0" y="15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959BC4E6-6158-473D-B2BB-C5A2F255A7B8}"/>
              </a:ext>
            </a:extLst>
          </p:cNvPr>
          <p:cNvGrpSpPr/>
          <p:nvPr/>
        </p:nvGrpSpPr>
        <p:grpSpPr>
          <a:xfrm>
            <a:off x="7038491" y="5866781"/>
            <a:ext cx="311644" cy="310356"/>
            <a:chOff x="10169525" y="4479925"/>
            <a:chExt cx="384176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93" name="Freeform 496">
              <a:extLst>
                <a:ext uri="{FF2B5EF4-FFF2-40B4-BE49-F238E27FC236}">
                  <a16:creationId xmlns:a16="http://schemas.microsoft.com/office/drawing/2014/main" id="{49AD1B71-C0DE-4E13-80FF-80A8126BB5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69525" y="4479925"/>
              <a:ext cx="273050" cy="274638"/>
            </a:xfrm>
            <a:custGeom>
              <a:avLst/>
              <a:gdLst>
                <a:gd name="T0" fmla="*/ 1064 w 2414"/>
                <a:gd name="T1" fmla="*/ 380 h 2414"/>
                <a:gd name="T2" fmla="*/ 864 w 2414"/>
                <a:gd name="T3" fmla="*/ 440 h 2414"/>
                <a:gd name="T4" fmla="*/ 690 w 2414"/>
                <a:gd name="T5" fmla="*/ 546 h 2414"/>
                <a:gd name="T6" fmla="*/ 546 w 2414"/>
                <a:gd name="T7" fmla="*/ 689 h 2414"/>
                <a:gd name="T8" fmla="*/ 441 w 2414"/>
                <a:gd name="T9" fmla="*/ 865 h 2414"/>
                <a:gd name="T10" fmla="*/ 381 w 2414"/>
                <a:gd name="T11" fmla="*/ 1064 h 2414"/>
                <a:gd name="T12" fmla="*/ 372 w 2414"/>
                <a:gd name="T13" fmla="*/ 1279 h 2414"/>
                <a:gd name="T14" fmla="*/ 416 w 2414"/>
                <a:gd name="T15" fmla="*/ 1485 h 2414"/>
                <a:gd name="T16" fmla="*/ 507 w 2414"/>
                <a:gd name="T17" fmla="*/ 1668 h 2414"/>
                <a:gd name="T18" fmla="*/ 639 w 2414"/>
                <a:gd name="T19" fmla="*/ 1823 h 2414"/>
                <a:gd name="T20" fmla="*/ 803 w 2414"/>
                <a:gd name="T21" fmla="*/ 1941 h 2414"/>
                <a:gd name="T22" fmla="*/ 995 w 2414"/>
                <a:gd name="T23" fmla="*/ 2018 h 2414"/>
                <a:gd name="T24" fmla="*/ 1207 w 2414"/>
                <a:gd name="T25" fmla="*/ 2045 h 2414"/>
                <a:gd name="T26" fmla="*/ 1419 w 2414"/>
                <a:gd name="T27" fmla="*/ 2018 h 2414"/>
                <a:gd name="T28" fmla="*/ 1611 w 2414"/>
                <a:gd name="T29" fmla="*/ 1941 h 2414"/>
                <a:gd name="T30" fmla="*/ 1775 w 2414"/>
                <a:gd name="T31" fmla="*/ 1823 h 2414"/>
                <a:gd name="T32" fmla="*/ 1908 w 2414"/>
                <a:gd name="T33" fmla="*/ 1668 h 2414"/>
                <a:gd name="T34" fmla="*/ 1998 w 2414"/>
                <a:gd name="T35" fmla="*/ 1485 h 2414"/>
                <a:gd name="T36" fmla="*/ 2042 w 2414"/>
                <a:gd name="T37" fmla="*/ 1279 h 2414"/>
                <a:gd name="T38" fmla="*/ 2034 w 2414"/>
                <a:gd name="T39" fmla="*/ 1064 h 2414"/>
                <a:gd name="T40" fmla="*/ 1973 w 2414"/>
                <a:gd name="T41" fmla="*/ 865 h 2414"/>
                <a:gd name="T42" fmla="*/ 1868 w 2414"/>
                <a:gd name="T43" fmla="*/ 689 h 2414"/>
                <a:gd name="T44" fmla="*/ 1724 w 2414"/>
                <a:gd name="T45" fmla="*/ 546 h 2414"/>
                <a:gd name="T46" fmla="*/ 1549 w 2414"/>
                <a:gd name="T47" fmla="*/ 440 h 2414"/>
                <a:gd name="T48" fmla="*/ 1350 w 2414"/>
                <a:gd name="T49" fmla="*/ 380 h 2414"/>
                <a:gd name="T50" fmla="*/ 1207 w 2414"/>
                <a:gd name="T51" fmla="*/ 0 h 2414"/>
                <a:gd name="T52" fmla="*/ 1461 w 2414"/>
                <a:gd name="T53" fmla="*/ 26 h 2414"/>
                <a:gd name="T54" fmla="*/ 1696 w 2414"/>
                <a:gd name="T55" fmla="*/ 103 h 2414"/>
                <a:gd name="T56" fmla="*/ 1907 w 2414"/>
                <a:gd name="T57" fmla="*/ 223 h 2414"/>
                <a:gd name="T58" fmla="*/ 2088 w 2414"/>
                <a:gd name="T59" fmla="*/ 382 h 2414"/>
                <a:gd name="T60" fmla="*/ 2235 w 2414"/>
                <a:gd name="T61" fmla="*/ 574 h 2414"/>
                <a:gd name="T62" fmla="*/ 2342 w 2414"/>
                <a:gd name="T63" fmla="*/ 794 h 2414"/>
                <a:gd name="T64" fmla="*/ 2401 w 2414"/>
                <a:gd name="T65" fmla="*/ 1036 h 2414"/>
                <a:gd name="T66" fmla="*/ 2411 w 2414"/>
                <a:gd name="T67" fmla="*/ 1293 h 2414"/>
                <a:gd name="T68" fmla="*/ 2366 w 2414"/>
                <a:gd name="T69" fmla="*/ 1541 h 2414"/>
                <a:gd name="T70" fmla="*/ 2275 w 2414"/>
                <a:gd name="T71" fmla="*/ 1768 h 2414"/>
                <a:gd name="T72" fmla="*/ 2142 w 2414"/>
                <a:gd name="T73" fmla="*/ 1970 h 2414"/>
                <a:gd name="T74" fmla="*/ 1970 w 2414"/>
                <a:gd name="T75" fmla="*/ 2141 h 2414"/>
                <a:gd name="T76" fmla="*/ 1769 w 2414"/>
                <a:gd name="T77" fmla="*/ 2275 h 2414"/>
                <a:gd name="T78" fmla="*/ 1541 w 2414"/>
                <a:gd name="T79" fmla="*/ 2367 h 2414"/>
                <a:gd name="T80" fmla="*/ 1293 w 2414"/>
                <a:gd name="T81" fmla="*/ 2411 h 2414"/>
                <a:gd name="T82" fmla="*/ 1036 w 2414"/>
                <a:gd name="T83" fmla="*/ 2401 h 2414"/>
                <a:gd name="T84" fmla="*/ 795 w 2414"/>
                <a:gd name="T85" fmla="*/ 2341 h 2414"/>
                <a:gd name="T86" fmla="*/ 575 w 2414"/>
                <a:gd name="T87" fmla="*/ 2235 h 2414"/>
                <a:gd name="T88" fmla="*/ 382 w 2414"/>
                <a:gd name="T89" fmla="*/ 2088 h 2414"/>
                <a:gd name="T90" fmla="*/ 224 w 2414"/>
                <a:gd name="T91" fmla="*/ 1907 h 2414"/>
                <a:gd name="T92" fmla="*/ 103 w 2414"/>
                <a:gd name="T93" fmla="*/ 1695 h 2414"/>
                <a:gd name="T94" fmla="*/ 27 w 2414"/>
                <a:gd name="T95" fmla="*/ 1460 h 2414"/>
                <a:gd name="T96" fmla="*/ 0 w 2414"/>
                <a:gd name="T97" fmla="*/ 1206 h 2414"/>
                <a:gd name="T98" fmla="*/ 27 w 2414"/>
                <a:gd name="T99" fmla="*/ 953 h 2414"/>
                <a:gd name="T100" fmla="*/ 103 w 2414"/>
                <a:gd name="T101" fmla="*/ 718 h 2414"/>
                <a:gd name="T102" fmla="*/ 224 w 2414"/>
                <a:gd name="T103" fmla="*/ 506 h 2414"/>
                <a:gd name="T104" fmla="*/ 383 w 2414"/>
                <a:gd name="T105" fmla="*/ 324 h 2414"/>
                <a:gd name="T106" fmla="*/ 575 w 2414"/>
                <a:gd name="T107" fmla="*/ 178 h 2414"/>
                <a:gd name="T108" fmla="*/ 795 w 2414"/>
                <a:gd name="T109" fmla="*/ 72 h 2414"/>
                <a:gd name="T110" fmla="*/ 1036 w 2414"/>
                <a:gd name="T111" fmla="*/ 11 h 2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414" h="2414">
                  <a:moveTo>
                    <a:pt x="1207" y="368"/>
                  </a:moveTo>
                  <a:lnTo>
                    <a:pt x="1134" y="371"/>
                  </a:lnTo>
                  <a:lnTo>
                    <a:pt x="1064" y="380"/>
                  </a:lnTo>
                  <a:lnTo>
                    <a:pt x="995" y="394"/>
                  </a:lnTo>
                  <a:lnTo>
                    <a:pt x="929" y="415"/>
                  </a:lnTo>
                  <a:lnTo>
                    <a:pt x="864" y="440"/>
                  </a:lnTo>
                  <a:lnTo>
                    <a:pt x="804" y="471"/>
                  </a:lnTo>
                  <a:lnTo>
                    <a:pt x="745" y="506"/>
                  </a:lnTo>
                  <a:lnTo>
                    <a:pt x="690" y="546"/>
                  </a:lnTo>
                  <a:lnTo>
                    <a:pt x="639" y="590"/>
                  </a:lnTo>
                  <a:lnTo>
                    <a:pt x="590" y="638"/>
                  </a:lnTo>
                  <a:lnTo>
                    <a:pt x="546" y="689"/>
                  </a:lnTo>
                  <a:lnTo>
                    <a:pt x="507" y="744"/>
                  </a:lnTo>
                  <a:lnTo>
                    <a:pt x="471" y="803"/>
                  </a:lnTo>
                  <a:lnTo>
                    <a:pt x="441" y="865"/>
                  </a:lnTo>
                  <a:lnTo>
                    <a:pt x="416" y="928"/>
                  </a:lnTo>
                  <a:lnTo>
                    <a:pt x="395" y="995"/>
                  </a:lnTo>
                  <a:lnTo>
                    <a:pt x="381" y="1064"/>
                  </a:lnTo>
                  <a:lnTo>
                    <a:pt x="372" y="1135"/>
                  </a:lnTo>
                  <a:lnTo>
                    <a:pt x="369" y="1206"/>
                  </a:lnTo>
                  <a:lnTo>
                    <a:pt x="372" y="1279"/>
                  </a:lnTo>
                  <a:lnTo>
                    <a:pt x="381" y="1349"/>
                  </a:lnTo>
                  <a:lnTo>
                    <a:pt x="395" y="1418"/>
                  </a:lnTo>
                  <a:lnTo>
                    <a:pt x="416" y="1485"/>
                  </a:lnTo>
                  <a:lnTo>
                    <a:pt x="441" y="1549"/>
                  </a:lnTo>
                  <a:lnTo>
                    <a:pt x="471" y="1610"/>
                  </a:lnTo>
                  <a:lnTo>
                    <a:pt x="507" y="1668"/>
                  </a:lnTo>
                  <a:lnTo>
                    <a:pt x="546" y="1724"/>
                  </a:lnTo>
                  <a:lnTo>
                    <a:pt x="590" y="1775"/>
                  </a:lnTo>
                  <a:lnTo>
                    <a:pt x="639" y="1823"/>
                  </a:lnTo>
                  <a:lnTo>
                    <a:pt x="690" y="1867"/>
                  </a:lnTo>
                  <a:lnTo>
                    <a:pt x="745" y="1907"/>
                  </a:lnTo>
                  <a:lnTo>
                    <a:pt x="803" y="1941"/>
                  </a:lnTo>
                  <a:lnTo>
                    <a:pt x="864" y="1972"/>
                  </a:lnTo>
                  <a:lnTo>
                    <a:pt x="928" y="1998"/>
                  </a:lnTo>
                  <a:lnTo>
                    <a:pt x="995" y="2018"/>
                  </a:lnTo>
                  <a:lnTo>
                    <a:pt x="1064" y="2033"/>
                  </a:lnTo>
                  <a:lnTo>
                    <a:pt x="1134" y="2042"/>
                  </a:lnTo>
                  <a:lnTo>
                    <a:pt x="1207" y="2045"/>
                  </a:lnTo>
                  <a:lnTo>
                    <a:pt x="1279" y="2042"/>
                  </a:lnTo>
                  <a:lnTo>
                    <a:pt x="1350" y="2033"/>
                  </a:lnTo>
                  <a:lnTo>
                    <a:pt x="1419" y="2018"/>
                  </a:lnTo>
                  <a:lnTo>
                    <a:pt x="1486" y="1998"/>
                  </a:lnTo>
                  <a:lnTo>
                    <a:pt x="1549" y="1972"/>
                  </a:lnTo>
                  <a:lnTo>
                    <a:pt x="1611" y="1941"/>
                  </a:lnTo>
                  <a:lnTo>
                    <a:pt x="1669" y="1907"/>
                  </a:lnTo>
                  <a:lnTo>
                    <a:pt x="1724" y="1867"/>
                  </a:lnTo>
                  <a:lnTo>
                    <a:pt x="1775" y="1823"/>
                  </a:lnTo>
                  <a:lnTo>
                    <a:pt x="1823" y="1775"/>
                  </a:lnTo>
                  <a:lnTo>
                    <a:pt x="1868" y="1724"/>
                  </a:lnTo>
                  <a:lnTo>
                    <a:pt x="1908" y="1668"/>
                  </a:lnTo>
                  <a:lnTo>
                    <a:pt x="1942" y="1610"/>
                  </a:lnTo>
                  <a:lnTo>
                    <a:pt x="1973" y="1549"/>
                  </a:lnTo>
                  <a:lnTo>
                    <a:pt x="1998" y="1485"/>
                  </a:lnTo>
                  <a:lnTo>
                    <a:pt x="2018" y="1418"/>
                  </a:lnTo>
                  <a:lnTo>
                    <a:pt x="2034" y="1349"/>
                  </a:lnTo>
                  <a:lnTo>
                    <a:pt x="2042" y="1279"/>
                  </a:lnTo>
                  <a:lnTo>
                    <a:pt x="2045" y="1206"/>
                  </a:lnTo>
                  <a:lnTo>
                    <a:pt x="2042" y="1135"/>
                  </a:lnTo>
                  <a:lnTo>
                    <a:pt x="2034" y="1064"/>
                  </a:lnTo>
                  <a:lnTo>
                    <a:pt x="2018" y="995"/>
                  </a:lnTo>
                  <a:lnTo>
                    <a:pt x="1998" y="928"/>
                  </a:lnTo>
                  <a:lnTo>
                    <a:pt x="1973" y="865"/>
                  </a:lnTo>
                  <a:lnTo>
                    <a:pt x="1942" y="803"/>
                  </a:lnTo>
                  <a:lnTo>
                    <a:pt x="1907" y="744"/>
                  </a:lnTo>
                  <a:lnTo>
                    <a:pt x="1868" y="689"/>
                  </a:lnTo>
                  <a:lnTo>
                    <a:pt x="1823" y="638"/>
                  </a:lnTo>
                  <a:lnTo>
                    <a:pt x="1775" y="590"/>
                  </a:lnTo>
                  <a:lnTo>
                    <a:pt x="1724" y="546"/>
                  </a:lnTo>
                  <a:lnTo>
                    <a:pt x="1668" y="506"/>
                  </a:lnTo>
                  <a:lnTo>
                    <a:pt x="1610" y="471"/>
                  </a:lnTo>
                  <a:lnTo>
                    <a:pt x="1549" y="440"/>
                  </a:lnTo>
                  <a:lnTo>
                    <a:pt x="1485" y="415"/>
                  </a:lnTo>
                  <a:lnTo>
                    <a:pt x="1419" y="394"/>
                  </a:lnTo>
                  <a:lnTo>
                    <a:pt x="1350" y="380"/>
                  </a:lnTo>
                  <a:lnTo>
                    <a:pt x="1279" y="371"/>
                  </a:lnTo>
                  <a:lnTo>
                    <a:pt x="1207" y="368"/>
                  </a:lnTo>
                  <a:close/>
                  <a:moveTo>
                    <a:pt x="1207" y="0"/>
                  </a:moveTo>
                  <a:lnTo>
                    <a:pt x="1294" y="2"/>
                  </a:lnTo>
                  <a:lnTo>
                    <a:pt x="1378" y="11"/>
                  </a:lnTo>
                  <a:lnTo>
                    <a:pt x="1461" y="26"/>
                  </a:lnTo>
                  <a:lnTo>
                    <a:pt x="1541" y="46"/>
                  </a:lnTo>
                  <a:lnTo>
                    <a:pt x="1620" y="72"/>
                  </a:lnTo>
                  <a:lnTo>
                    <a:pt x="1696" y="103"/>
                  </a:lnTo>
                  <a:lnTo>
                    <a:pt x="1769" y="138"/>
                  </a:lnTo>
                  <a:lnTo>
                    <a:pt x="1840" y="178"/>
                  </a:lnTo>
                  <a:lnTo>
                    <a:pt x="1907" y="223"/>
                  </a:lnTo>
                  <a:lnTo>
                    <a:pt x="1971" y="272"/>
                  </a:lnTo>
                  <a:lnTo>
                    <a:pt x="2032" y="324"/>
                  </a:lnTo>
                  <a:lnTo>
                    <a:pt x="2088" y="382"/>
                  </a:lnTo>
                  <a:lnTo>
                    <a:pt x="2142" y="443"/>
                  </a:lnTo>
                  <a:lnTo>
                    <a:pt x="2191" y="506"/>
                  </a:lnTo>
                  <a:lnTo>
                    <a:pt x="2235" y="574"/>
                  </a:lnTo>
                  <a:lnTo>
                    <a:pt x="2275" y="645"/>
                  </a:lnTo>
                  <a:lnTo>
                    <a:pt x="2311" y="718"/>
                  </a:lnTo>
                  <a:lnTo>
                    <a:pt x="2342" y="794"/>
                  </a:lnTo>
                  <a:lnTo>
                    <a:pt x="2367" y="873"/>
                  </a:lnTo>
                  <a:lnTo>
                    <a:pt x="2387" y="953"/>
                  </a:lnTo>
                  <a:lnTo>
                    <a:pt x="2401" y="1036"/>
                  </a:lnTo>
                  <a:lnTo>
                    <a:pt x="2411" y="1120"/>
                  </a:lnTo>
                  <a:lnTo>
                    <a:pt x="2414" y="1206"/>
                  </a:lnTo>
                  <a:lnTo>
                    <a:pt x="2411" y="1293"/>
                  </a:lnTo>
                  <a:lnTo>
                    <a:pt x="2401" y="1377"/>
                  </a:lnTo>
                  <a:lnTo>
                    <a:pt x="2387" y="1460"/>
                  </a:lnTo>
                  <a:lnTo>
                    <a:pt x="2366" y="1541"/>
                  </a:lnTo>
                  <a:lnTo>
                    <a:pt x="2342" y="1619"/>
                  </a:lnTo>
                  <a:lnTo>
                    <a:pt x="2311" y="1695"/>
                  </a:lnTo>
                  <a:lnTo>
                    <a:pt x="2275" y="1768"/>
                  </a:lnTo>
                  <a:lnTo>
                    <a:pt x="2235" y="1839"/>
                  </a:lnTo>
                  <a:lnTo>
                    <a:pt x="2190" y="1907"/>
                  </a:lnTo>
                  <a:lnTo>
                    <a:pt x="2142" y="1970"/>
                  </a:lnTo>
                  <a:lnTo>
                    <a:pt x="2088" y="2031"/>
                  </a:lnTo>
                  <a:lnTo>
                    <a:pt x="2031" y="2088"/>
                  </a:lnTo>
                  <a:lnTo>
                    <a:pt x="1970" y="2141"/>
                  </a:lnTo>
                  <a:lnTo>
                    <a:pt x="1907" y="2190"/>
                  </a:lnTo>
                  <a:lnTo>
                    <a:pt x="1839" y="2235"/>
                  </a:lnTo>
                  <a:lnTo>
                    <a:pt x="1769" y="2275"/>
                  </a:lnTo>
                  <a:lnTo>
                    <a:pt x="1695" y="2310"/>
                  </a:lnTo>
                  <a:lnTo>
                    <a:pt x="1619" y="2341"/>
                  </a:lnTo>
                  <a:lnTo>
                    <a:pt x="1541" y="2367"/>
                  </a:lnTo>
                  <a:lnTo>
                    <a:pt x="1460" y="2387"/>
                  </a:lnTo>
                  <a:lnTo>
                    <a:pt x="1378" y="2401"/>
                  </a:lnTo>
                  <a:lnTo>
                    <a:pt x="1293" y="2411"/>
                  </a:lnTo>
                  <a:lnTo>
                    <a:pt x="1207" y="2414"/>
                  </a:lnTo>
                  <a:lnTo>
                    <a:pt x="1121" y="2411"/>
                  </a:lnTo>
                  <a:lnTo>
                    <a:pt x="1036" y="2401"/>
                  </a:lnTo>
                  <a:lnTo>
                    <a:pt x="954" y="2387"/>
                  </a:lnTo>
                  <a:lnTo>
                    <a:pt x="873" y="2367"/>
                  </a:lnTo>
                  <a:lnTo>
                    <a:pt x="795" y="2341"/>
                  </a:lnTo>
                  <a:lnTo>
                    <a:pt x="719" y="2310"/>
                  </a:lnTo>
                  <a:lnTo>
                    <a:pt x="645" y="2275"/>
                  </a:lnTo>
                  <a:lnTo>
                    <a:pt x="575" y="2235"/>
                  </a:lnTo>
                  <a:lnTo>
                    <a:pt x="507" y="2190"/>
                  </a:lnTo>
                  <a:lnTo>
                    <a:pt x="442" y="2141"/>
                  </a:lnTo>
                  <a:lnTo>
                    <a:pt x="382" y="2088"/>
                  </a:lnTo>
                  <a:lnTo>
                    <a:pt x="325" y="2031"/>
                  </a:lnTo>
                  <a:lnTo>
                    <a:pt x="272" y="1970"/>
                  </a:lnTo>
                  <a:lnTo>
                    <a:pt x="224" y="1907"/>
                  </a:lnTo>
                  <a:lnTo>
                    <a:pt x="179" y="1839"/>
                  </a:lnTo>
                  <a:lnTo>
                    <a:pt x="139" y="1768"/>
                  </a:lnTo>
                  <a:lnTo>
                    <a:pt x="103" y="1695"/>
                  </a:lnTo>
                  <a:lnTo>
                    <a:pt x="72" y="1619"/>
                  </a:lnTo>
                  <a:lnTo>
                    <a:pt x="47" y="1541"/>
                  </a:lnTo>
                  <a:lnTo>
                    <a:pt x="27" y="1460"/>
                  </a:lnTo>
                  <a:lnTo>
                    <a:pt x="12" y="1377"/>
                  </a:lnTo>
                  <a:lnTo>
                    <a:pt x="3" y="1293"/>
                  </a:lnTo>
                  <a:lnTo>
                    <a:pt x="0" y="1206"/>
                  </a:lnTo>
                  <a:lnTo>
                    <a:pt x="3" y="1120"/>
                  </a:lnTo>
                  <a:lnTo>
                    <a:pt x="12" y="1036"/>
                  </a:lnTo>
                  <a:lnTo>
                    <a:pt x="27" y="953"/>
                  </a:lnTo>
                  <a:lnTo>
                    <a:pt x="47" y="873"/>
                  </a:lnTo>
                  <a:lnTo>
                    <a:pt x="73" y="794"/>
                  </a:lnTo>
                  <a:lnTo>
                    <a:pt x="103" y="718"/>
                  </a:lnTo>
                  <a:lnTo>
                    <a:pt x="139" y="645"/>
                  </a:lnTo>
                  <a:lnTo>
                    <a:pt x="179" y="574"/>
                  </a:lnTo>
                  <a:lnTo>
                    <a:pt x="224" y="506"/>
                  </a:lnTo>
                  <a:lnTo>
                    <a:pt x="272" y="443"/>
                  </a:lnTo>
                  <a:lnTo>
                    <a:pt x="325" y="382"/>
                  </a:lnTo>
                  <a:lnTo>
                    <a:pt x="383" y="324"/>
                  </a:lnTo>
                  <a:lnTo>
                    <a:pt x="444" y="272"/>
                  </a:lnTo>
                  <a:lnTo>
                    <a:pt x="507" y="223"/>
                  </a:lnTo>
                  <a:lnTo>
                    <a:pt x="575" y="178"/>
                  </a:lnTo>
                  <a:lnTo>
                    <a:pt x="645" y="138"/>
                  </a:lnTo>
                  <a:lnTo>
                    <a:pt x="719" y="103"/>
                  </a:lnTo>
                  <a:lnTo>
                    <a:pt x="795" y="72"/>
                  </a:lnTo>
                  <a:lnTo>
                    <a:pt x="873" y="46"/>
                  </a:lnTo>
                  <a:lnTo>
                    <a:pt x="954" y="26"/>
                  </a:lnTo>
                  <a:lnTo>
                    <a:pt x="1036" y="11"/>
                  </a:lnTo>
                  <a:lnTo>
                    <a:pt x="1121" y="2"/>
                  </a:lnTo>
                  <a:lnTo>
                    <a:pt x="12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4" name="Freeform 497">
              <a:extLst>
                <a:ext uri="{FF2B5EF4-FFF2-40B4-BE49-F238E27FC236}">
                  <a16:creationId xmlns:a16="http://schemas.microsoft.com/office/drawing/2014/main" id="{68B8852F-1394-4115-A190-DF7AFC04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63" y="4538663"/>
              <a:ext cx="157163" cy="157163"/>
            </a:xfrm>
            <a:custGeom>
              <a:avLst/>
              <a:gdLst>
                <a:gd name="T0" fmla="*/ 761 w 1387"/>
                <a:gd name="T1" fmla="*/ 3 h 1388"/>
                <a:gd name="T2" fmla="*/ 888 w 1387"/>
                <a:gd name="T3" fmla="*/ 28 h 1388"/>
                <a:gd name="T4" fmla="*/ 1007 w 1387"/>
                <a:gd name="T5" fmla="*/ 75 h 1388"/>
                <a:gd name="T6" fmla="*/ 1113 w 1387"/>
                <a:gd name="T7" fmla="*/ 142 h 1388"/>
                <a:gd name="T8" fmla="*/ 1207 w 1387"/>
                <a:gd name="T9" fmla="*/ 226 h 1388"/>
                <a:gd name="T10" fmla="*/ 1282 w 1387"/>
                <a:gd name="T11" fmla="*/ 327 h 1388"/>
                <a:gd name="T12" fmla="*/ 1339 w 1387"/>
                <a:gd name="T13" fmla="*/ 439 h 1388"/>
                <a:gd name="T14" fmla="*/ 1375 w 1387"/>
                <a:gd name="T15" fmla="*/ 563 h 1388"/>
                <a:gd name="T16" fmla="*/ 1387 w 1387"/>
                <a:gd name="T17" fmla="*/ 694 h 1388"/>
                <a:gd name="T18" fmla="*/ 1375 w 1387"/>
                <a:gd name="T19" fmla="*/ 827 h 1388"/>
                <a:gd name="T20" fmla="*/ 1339 w 1387"/>
                <a:gd name="T21" fmla="*/ 950 h 1388"/>
                <a:gd name="T22" fmla="*/ 1282 w 1387"/>
                <a:gd name="T23" fmla="*/ 1063 h 1388"/>
                <a:gd name="T24" fmla="*/ 1207 w 1387"/>
                <a:gd name="T25" fmla="*/ 1163 h 1388"/>
                <a:gd name="T26" fmla="*/ 1113 w 1387"/>
                <a:gd name="T27" fmla="*/ 1247 h 1388"/>
                <a:gd name="T28" fmla="*/ 1007 w 1387"/>
                <a:gd name="T29" fmla="*/ 1313 h 1388"/>
                <a:gd name="T30" fmla="*/ 888 w 1387"/>
                <a:gd name="T31" fmla="*/ 1361 h 1388"/>
                <a:gd name="T32" fmla="*/ 761 w 1387"/>
                <a:gd name="T33" fmla="*/ 1385 h 1388"/>
                <a:gd name="T34" fmla="*/ 627 w 1387"/>
                <a:gd name="T35" fmla="*/ 1385 h 1388"/>
                <a:gd name="T36" fmla="*/ 499 w 1387"/>
                <a:gd name="T37" fmla="*/ 1361 h 1388"/>
                <a:gd name="T38" fmla="*/ 380 w 1387"/>
                <a:gd name="T39" fmla="*/ 1313 h 1388"/>
                <a:gd name="T40" fmla="*/ 274 w 1387"/>
                <a:gd name="T41" fmla="*/ 1247 h 1388"/>
                <a:gd name="T42" fmla="*/ 182 w 1387"/>
                <a:gd name="T43" fmla="*/ 1163 h 1388"/>
                <a:gd name="T44" fmla="*/ 106 w 1387"/>
                <a:gd name="T45" fmla="*/ 1063 h 1388"/>
                <a:gd name="T46" fmla="*/ 49 w 1387"/>
                <a:gd name="T47" fmla="*/ 950 h 1388"/>
                <a:gd name="T48" fmla="*/ 13 w 1387"/>
                <a:gd name="T49" fmla="*/ 827 h 1388"/>
                <a:gd name="T50" fmla="*/ 0 w 1387"/>
                <a:gd name="T51" fmla="*/ 694 h 1388"/>
                <a:gd name="T52" fmla="*/ 13 w 1387"/>
                <a:gd name="T53" fmla="*/ 563 h 1388"/>
                <a:gd name="T54" fmla="*/ 49 w 1387"/>
                <a:gd name="T55" fmla="*/ 439 h 1388"/>
                <a:gd name="T56" fmla="*/ 106 w 1387"/>
                <a:gd name="T57" fmla="*/ 327 h 1388"/>
                <a:gd name="T58" fmla="*/ 182 w 1387"/>
                <a:gd name="T59" fmla="*/ 226 h 1388"/>
                <a:gd name="T60" fmla="*/ 274 w 1387"/>
                <a:gd name="T61" fmla="*/ 142 h 1388"/>
                <a:gd name="T62" fmla="*/ 380 w 1387"/>
                <a:gd name="T63" fmla="*/ 75 h 1388"/>
                <a:gd name="T64" fmla="*/ 499 w 1387"/>
                <a:gd name="T65" fmla="*/ 28 h 1388"/>
                <a:gd name="T66" fmla="*/ 627 w 1387"/>
                <a:gd name="T67" fmla="*/ 3 h 1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87" h="1388">
                  <a:moveTo>
                    <a:pt x="694" y="0"/>
                  </a:moveTo>
                  <a:lnTo>
                    <a:pt x="761" y="3"/>
                  </a:lnTo>
                  <a:lnTo>
                    <a:pt x="826" y="13"/>
                  </a:lnTo>
                  <a:lnTo>
                    <a:pt x="888" y="28"/>
                  </a:lnTo>
                  <a:lnTo>
                    <a:pt x="949" y="50"/>
                  </a:lnTo>
                  <a:lnTo>
                    <a:pt x="1007" y="75"/>
                  </a:lnTo>
                  <a:lnTo>
                    <a:pt x="1062" y="106"/>
                  </a:lnTo>
                  <a:lnTo>
                    <a:pt x="1113" y="142"/>
                  </a:lnTo>
                  <a:lnTo>
                    <a:pt x="1161" y="182"/>
                  </a:lnTo>
                  <a:lnTo>
                    <a:pt x="1207" y="226"/>
                  </a:lnTo>
                  <a:lnTo>
                    <a:pt x="1247" y="274"/>
                  </a:lnTo>
                  <a:lnTo>
                    <a:pt x="1282" y="327"/>
                  </a:lnTo>
                  <a:lnTo>
                    <a:pt x="1313" y="381"/>
                  </a:lnTo>
                  <a:lnTo>
                    <a:pt x="1339" y="439"/>
                  </a:lnTo>
                  <a:lnTo>
                    <a:pt x="1360" y="499"/>
                  </a:lnTo>
                  <a:lnTo>
                    <a:pt x="1375" y="563"/>
                  </a:lnTo>
                  <a:lnTo>
                    <a:pt x="1384" y="628"/>
                  </a:lnTo>
                  <a:lnTo>
                    <a:pt x="1387" y="694"/>
                  </a:lnTo>
                  <a:lnTo>
                    <a:pt x="1384" y="761"/>
                  </a:lnTo>
                  <a:lnTo>
                    <a:pt x="1375" y="827"/>
                  </a:lnTo>
                  <a:lnTo>
                    <a:pt x="1360" y="889"/>
                  </a:lnTo>
                  <a:lnTo>
                    <a:pt x="1339" y="950"/>
                  </a:lnTo>
                  <a:lnTo>
                    <a:pt x="1313" y="1008"/>
                  </a:lnTo>
                  <a:lnTo>
                    <a:pt x="1282" y="1063"/>
                  </a:lnTo>
                  <a:lnTo>
                    <a:pt x="1247" y="1114"/>
                  </a:lnTo>
                  <a:lnTo>
                    <a:pt x="1207" y="1163"/>
                  </a:lnTo>
                  <a:lnTo>
                    <a:pt x="1161" y="1207"/>
                  </a:lnTo>
                  <a:lnTo>
                    <a:pt x="1113" y="1247"/>
                  </a:lnTo>
                  <a:lnTo>
                    <a:pt x="1062" y="1283"/>
                  </a:lnTo>
                  <a:lnTo>
                    <a:pt x="1007" y="1313"/>
                  </a:lnTo>
                  <a:lnTo>
                    <a:pt x="949" y="1340"/>
                  </a:lnTo>
                  <a:lnTo>
                    <a:pt x="888" y="1361"/>
                  </a:lnTo>
                  <a:lnTo>
                    <a:pt x="826" y="1376"/>
                  </a:lnTo>
                  <a:lnTo>
                    <a:pt x="761" y="1385"/>
                  </a:lnTo>
                  <a:lnTo>
                    <a:pt x="694" y="1388"/>
                  </a:lnTo>
                  <a:lnTo>
                    <a:pt x="627" y="1385"/>
                  </a:lnTo>
                  <a:lnTo>
                    <a:pt x="562" y="1376"/>
                  </a:lnTo>
                  <a:lnTo>
                    <a:pt x="499" y="1361"/>
                  </a:lnTo>
                  <a:lnTo>
                    <a:pt x="439" y="1340"/>
                  </a:lnTo>
                  <a:lnTo>
                    <a:pt x="380" y="1313"/>
                  </a:lnTo>
                  <a:lnTo>
                    <a:pt x="326" y="1283"/>
                  </a:lnTo>
                  <a:lnTo>
                    <a:pt x="274" y="1247"/>
                  </a:lnTo>
                  <a:lnTo>
                    <a:pt x="226" y="1207"/>
                  </a:lnTo>
                  <a:lnTo>
                    <a:pt x="182" y="1163"/>
                  </a:lnTo>
                  <a:lnTo>
                    <a:pt x="141" y="1114"/>
                  </a:lnTo>
                  <a:lnTo>
                    <a:pt x="106" y="1063"/>
                  </a:lnTo>
                  <a:lnTo>
                    <a:pt x="74" y="1008"/>
                  </a:lnTo>
                  <a:lnTo>
                    <a:pt x="49" y="950"/>
                  </a:lnTo>
                  <a:lnTo>
                    <a:pt x="28" y="889"/>
                  </a:lnTo>
                  <a:lnTo>
                    <a:pt x="13" y="827"/>
                  </a:lnTo>
                  <a:lnTo>
                    <a:pt x="3" y="761"/>
                  </a:lnTo>
                  <a:lnTo>
                    <a:pt x="0" y="694"/>
                  </a:lnTo>
                  <a:lnTo>
                    <a:pt x="3" y="628"/>
                  </a:lnTo>
                  <a:lnTo>
                    <a:pt x="13" y="563"/>
                  </a:lnTo>
                  <a:lnTo>
                    <a:pt x="28" y="499"/>
                  </a:lnTo>
                  <a:lnTo>
                    <a:pt x="49" y="439"/>
                  </a:lnTo>
                  <a:lnTo>
                    <a:pt x="74" y="381"/>
                  </a:lnTo>
                  <a:lnTo>
                    <a:pt x="106" y="327"/>
                  </a:lnTo>
                  <a:lnTo>
                    <a:pt x="141" y="274"/>
                  </a:lnTo>
                  <a:lnTo>
                    <a:pt x="182" y="226"/>
                  </a:lnTo>
                  <a:lnTo>
                    <a:pt x="226" y="182"/>
                  </a:lnTo>
                  <a:lnTo>
                    <a:pt x="274" y="142"/>
                  </a:lnTo>
                  <a:lnTo>
                    <a:pt x="326" y="106"/>
                  </a:lnTo>
                  <a:lnTo>
                    <a:pt x="380" y="75"/>
                  </a:lnTo>
                  <a:lnTo>
                    <a:pt x="439" y="50"/>
                  </a:lnTo>
                  <a:lnTo>
                    <a:pt x="499" y="28"/>
                  </a:lnTo>
                  <a:lnTo>
                    <a:pt x="562" y="13"/>
                  </a:lnTo>
                  <a:lnTo>
                    <a:pt x="627" y="3"/>
                  </a:lnTo>
                  <a:lnTo>
                    <a:pt x="6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5" name="Freeform 498">
              <a:extLst>
                <a:ext uri="{FF2B5EF4-FFF2-40B4-BE49-F238E27FC236}">
                  <a16:creationId xmlns:a16="http://schemas.microsoft.com/office/drawing/2014/main" id="{9F5D4F06-24E7-4B95-897C-4166F9053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1138" y="4683125"/>
              <a:ext cx="182563" cy="179388"/>
            </a:xfrm>
            <a:custGeom>
              <a:avLst/>
              <a:gdLst>
                <a:gd name="T0" fmla="*/ 644 w 1599"/>
                <a:gd name="T1" fmla="*/ 0 h 1594"/>
                <a:gd name="T2" fmla="*/ 1464 w 1599"/>
                <a:gd name="T3" fmla="*/ 821 h 1594"/>
                <a:gd name="T4" fmla="*/ 1498 w 1599"/>
                <a:gd name="T5" fmla="*/ 858 h 1594"/>
                <a:gd name="T6" fmla="*/ 1527 w 1599"/>
                <a:gd name="T7" fmla="*/ 897 h 1594"/>
                <a:gd name="T8" fmla="*/ 1551 w 1599"/>
                <a:gd name="T9" fmla="*/ 939 h 1594"/>
                <a:gd name="T10" fmla="*/ 1570 w 1599"/>
                <a:gd name="T11" fmla="*/ 982 h 1594"/>
                <a:gd name="T12" fmla="*/ 1584 w 1599"/>
                <a:gd name="T13" fmla="*/ 1026 h 1594"/>
                <a:gd name="T14" fmla="*/ 1594 w 1599"/>
                <a:gd name="T15" fmla="*/ 1072 h 1594"/>
                <a:gd name="T16" fmla="*/ 1599 w 1599"/>
                <a:gd name="T17" fmla="*/ 1118 h 1594"/>
                <a:gd name="T18" fmla="*/ 1599 w 1599"/>
                <a:gd name="T19" fmla="*/ 1165 h 1594"/>
                <a:gd name="T20" fmla="*/ 1594 w 1599"/>
                <a:gd name="T21" fmla="*/ 1211 h 1594"/>
                <a:gd name="T22" fmla="*/ 1584 w 1599"/>
                <a:gd name="T23" fmla="*/ 1256 h 1594"/>
                <a:gd name="T24" fmla="*/ 1570 w 1599"/>
                <a:gd name="T25" fmla="*/ 1301 h 1594"/>
                <a:gd name="T26" fmla="*/ 1551 w 1599"/>
                <a:gd name="T27" fmla="*/ 1344 h 1594"/>
                <a:gd name="T28" fmla="*/ 1527 w 1599"/>
                <a:gd name="T29" fmla="*/ 1385 h 1594"/>
                <a:gd name="T30" fmla="*/ 1498 w 1599"/>
                <a:gd name="T31" fmla="*/ 1424 h 1594"/>
                <a:gd name="T32" fmla="*/ 1464 w 1599"/>
                <a:gd name="T33" fmla="*/ 1461 h 1594"/>
                <a:gd name="T34" fmla="*/ 1427 w 1599"/>
                <a:gd name="T35" fmla="*/ 1494 h 1594"/>
                <a:gd name="T36" fmla="*/ 1388 w 1599"/>
                <a:gd name="T37" fmla="*/ 1523 h 1594"/>
                <a:gd name="T38" fmla="*/ 1347 w 1599"/>
                <a:gd name="T39" fmla="*/ 1547 h 1594"/>
                <a:gd name="T40" fmla="*/ 1304 w 1599"/>
                <a:gd name="T41" fmla="*/ 1565 h 1594"/>
                <a:gd name="T42" fmla="*/ 1259 w 1599"/>
                <a:gd name="T43" fmla="*/ 1579 h 1594"/>
                <a:gd name="T44" fmla="*/ 1214 w 1599"/>
                <a:gd name="T45" fmla="*/ 1589 h 1594"/>
                <a:gd name="T46" fmla="*/ 1168 w 1599"/>
                <a:gd name="T47" fmla="*/ 1594 h 1594"/>
                <a:gd name="T48" fmla="*/ 1121 w 1599"/>
                <a:gd name="T49" fmla="*/ 1594 h 1594"/>
                <a:gd name="T50" fmla="*/ 1075 w 1599"/>
                <a:gd name="T51" fmla="*/ 1589 h 1594"/>
                <a:gd name="T52" fmla="*/ 1029 w 1599"/>
                <a:gd name="T53" fmla="*/ 1579 h 1594"/>
                <a:gd name="T54" fmla="*/ 985 w 1599"/>
                <a:gd name="T55" fmla="*/ 1565 h 1594"/>
                <a:gd name="T56" fmla="*/ 942 w 1599"/>
                <a:gd name="T57" fmla="*/ 1547 h 1594"/>
                <a:gd name="T58" fmla="*/ 900 w 1599"/>
                <a:gd name="T59" fmla="*/ 1523 h 1594"/>
                <a:gd name="T60" fmla="*/ 861 w 1599"/>
                <a:gd name="T61" fmla="*/ 1494 h 1594"/>
                <a:gd name="T62" fmla="*/ 824 w 1599"/>
                <a:gd name="T63" fmla="*/ 1461 h 1594"/>
                <a:gd name="T64" fmla="*/ 0 w 1599"/>
                <a:gd name="T65" fmla="*/ 643 h 1594"/>
                <a:gd name="T66" fmla="*/ 70 w 1599"/>
                <a:gd name="T67" fmla="*/ 608 h 1594"/>
                <a:gd name="T68" fmla="*/ 137 w 1599"/>
                <a:gd name="T69" fmla="*/ 569 h 1594"/>
                <a:gd name="T70" fmla="*/ 202 w 1599"/>
                <a:gd name="T71" fmla="*/ 527 h 1594"/>
                <a:gd name="T72" fmla="*/ 263 w 1599"/>
                <a:gd name="T73" fmla="*/ 481 h 1594"/>
                <a:gd name="T74" fmla="*/ 322 w 1599"/>
                <a:gd name="T75" fmla="*/ 432 h 1594"/>
                <a:gd name="T76" fmla="*/ 378 w 1599"/>
                <a:gd name="T77" fmla="*/ 378 h 1594"/>
                <a:gd name="T78" fmla="*/ 432 w 1599"/>
                <a:gd name="T79" fmla="*/ 322 h 1594"/>
                <a:gd name="T80" fmla="*/ 481 w 1599"/>
                <a:gd name="T81" fmla="*/ 262 h 1594"/>
                <a:gd name="T82" fmla="*/ 527 w 1599"/>
                <a:gd name="T83" fmla="*/ 201 h 1594"/>
                <a:gd name="T84" fmla="*/ 569 w 1599"/>
                <a:gd name="T85" fmla="*/ 136 h 1594"/>
                <a:gd name="T86" fmla="*/ 608 w 1599"/>
                <a:gd name="T87" fmla="*/ 69 h 1594"/>
                <a:gd name="T88" fmla="*/ 644 w 1599"/>
                <a:gd name="T89" fmla="*/ 0 h 1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99" h="1594">
                  <a:moveTo>
                    <a:pt x="644" y="0"/>
                  </a:moveTo>
                  <a:lnTo>
                    <a:pt x="1464" y="821"/>
                  </a:lnTo>
                  <a:lnTo>
                    <a:pt x="1498" y="858"/>
                  </a:lnTo>
                  <a:lnTo>
                    <a:pt x="1527" y="897"/>
                  </a:lnTo>
                  <a:lnTo>
                    <a:pt x="1551" y="939"/>
                  </a:lnTo>
                  <a:lnTo>
                    <a:pt x="1570" y="982"/>
                  </a:lnTo>
                  <a:lnTo>
                    <a:pt x="1584" y="1026"/>
                  </a:lnTo>
                  <a:lnTo>
                    <a:pt x="1594" y="1072"/>
                  </a:lnTo>
                  <a:lnTo>
                    <a:pt x="1599" y="1118"/>
                  </a:lnTo>
                  <a:lnTo>
                    <a:pt x="1599" y="1165"/>
                  </a:lnTo>
                  <a:lnTo>
                    <a:pt x="1594" y="1211"/>
                  </a:lnTo>
                  <a:lnTo>
                    <a:pt x="1584" y="1256"/>
                  </a:lnTo>
                  <a:lnTo>
                    <a:pt x="1570" y="1301"/>
                  </a:lnTo>
                  <a:lnTo>
                    <a:pt x="1551" y="1344"/>
                  </a:lnTo>
                  <a:lnTo>
                    <a:pt x="1527" y="1385"/>
                  </a:lnTo>
                  <a:lnTo>
                    <a:pt x="1498" y="1424"/>
                  </a:lnTo>
                  <a:lnTo>
                    <a:pt x="1464" y="1461"/>
                  </a:lnTo>
                  <a:lnTo>
                    <a:pt x="1427" y="1494"/>
                  </a:lnTo>
                  <a:lnTo>
                    <a:pt x="1388" y="1523"/>
                  </a:lnTo>
                  <a:lnTo>
                    <a:pt x="1347" y="1547"/>
                  </a:lnTo>
                  <a:lnTo>
                    <a:pt x="1304" y="1565"/>
                  </a:lnTo>
                  <a:lnTo>
                    <a:pt x="1259" y="1579"/>
                  </a:lnTo>
                  <a:lnTo>
                    <a:pt x="1214" y="1589"/>
                  </a:lnTo>
                  <a:lnTo>
                    <a:pt x="1168" y="1594"/>
                  </a:lnTo>
                  <a:lnTo>
                    <a:pt x="1121" y="1594"/>
                  </a:lnTo>
                  <a:lnTo>
                    <a:pt x="1075" y="1589"/>
                  </a:lnTo>
                  <a:lnTo>
                    <a:pt x="1029" y="1579"/>
                  </a:lnTo>
                  <a:lnTo>
                    <a:pt x="985" y="1565"/>
                  </a:lnTo>
                  <a:lnTo>
                    <a:pt x="942" y="1547"/>
                  </a:lnTo>
                  <a:lnTo>
                    <a:pt x="900" y="1523"/>
                  </a:lnTo>
                  <a:lnTo>
                    <a:pt x="861" y="1494"/>
                  </a:lnTo>
                  <a:lnTo>
                    <a:pt x="824" y="1461"/>
                  </a:lnTo>
                  <a:lnTo>
                    <a:pt x="0" y="643"/>
                  </a:lnTo>
                  <a:lnTo>
                    <a:pt x="70" y="608"/>
                  </a:lnTo>
                  <a:lnTo>
                    <a:pt x="137" y="569"/>
                  </a:lnTo>
                  <a:lnTo>
                    <a:pt x="202" y="527"/>
                  </a:lnTo>
                  <a:lnTo>
                    <a:pt x="263" y="481"/>
                  </a:lnTo>
                  <a:lnTo>
                    <a:pt x="322" y="432"/>
                  </a:lnTo>
                  <a:lnTo>
                    <a:pt x="378" y="378"/>
                  </a:lnTo>
                  <a:lnTo>
                    <a:pt x="432" y="322"/>
                  </a:lnTo>
                  <a:lnTo>
                    <a:pt x="481" y="262"/>
                  </a:lnTo>
                  <a:lnTo>
                    <a:pt x="527" y="201"/>
                  </a:lnTo>
                  <a:lnTo>
                    <a:pt x="569" y="136"/>
                  </a:lnTo>
                  <a:lnTo>
                    <a:pt x="608" y="69"/>
                  </a:lnTo>
                  <a:lnTo>
                    <a:pt x="6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D5C8A032-39C0-47FA-AF82-35384C3079F5}"/>
              </a:ext>
            </a:extLst>
          </p:cNvPr>
          <p:cNvGrpSpPr/>
          <p:nvPr/>
        </p:nvGrpSpPr>
        <p:grpSpPr>
          <a:xfrm>
            <a:off x="11158720" y="5866781"/>
            <a:ext cx="310355" cy="310355"/>
            <a:chOff x="8418513" y="6161088"/>
            <a:chExt cx="382587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397" name="Freeform 772">
              <a:extLst>
                <a:ext uri="{FF2B5EF4-FFF2-40B4-BE49-F238E27FC236}">
                  <a16:creationId xmlns:a16="http://schemas.microsoft.com/office/drawing/2014/main" id="{C30BC832-D43D-4945-B870-CCF681A4D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8513" y="6161088"/>
              <a:ext cx="146050" cy="147637"/>
            </a:xfrm>
            <a:custGeom>
              <a:avLst/>
              <a:gdLst>
                <a:gd name="T0" fmla="*/ 1292 w 1292"/>
                <a:gd name="T1" fmla="*/ 0 h 1295"/>
                <a:gd name="T2" fmla="*/ 1292 w 1292"/>
                <a:gd name="T3" fmla="*/ 1295 h 1295"/>
                <a:gd name="T4" fmla="*/ 0 w 1292"/>
                <a:gd name="T5" fmla="*/ 1295 h 1295"/>
                <a:gd name="T6" fmla="*/ 4 w 1292"/>
                <a:gd name="T7" fmla="*/ 1202 h 1295"/>
                <a:gd name="T8" fmla="*/ 13 w 1292"/>
                <a:gd name="T9" fmla="*/ 1111 h 1295"/>
                <a:gd name="T10" fmla="*/ 30 w 1292"/>
                <a:gd name="T11" fmla="*/ 1022 h 1295"/>
                <a:gd name="T12" fmla="*/ 51 w 1292"/>
                <a:gd name="T13" fmla="*/ 936 h 1295"/>
                <a:gd name="T14" fmla="*/ 79 w 1292"/>
                <a:gd name="T15" fmla="*/ 852 h 1295"/>
                <a:gd name="T16" fmla="*/ 111 w 1292"/>
                <a:gd name="T17" fmla="*/ 770 h 1295"/>
                <a:gd name="T18" fmla="*/ 150 w 1292"/>
                <a:gd name="T19" fmla="*/ 691 h 1295"/>
                <a:gd name="T20" fmla="*/ 193 w 1292"/>
                <a:gd name="T21" fmla="*/ 615 h 1295"/>
                <a:gd name="T22" fmla="*/ 241 w 1292"/>
                <a:gd name="T23" fmla="*/ 543 h 1295"/>
                <a:gd name="T24" fmla="*/ 293 w 1292"/>
                <a:gd name="T25" fmla="*/ 474 h 1295"/>
                <a:gd name="T26" fmla="*/ 351 w 1292"/>
                <a:gd name="T27" fmla="*/ 410 h 1295"/>
                <a:gd name="T28" fmla="*/ 411 w 1292"/>
                <a:gd name="T29" fmla="*/ 349 h 1295"/>
                <a:gd name="T30" fmla="*/ 476 w 1292"/>
                <a:gd name="T31" fmla="*/ 291 h 1295"/>
                <a:gd name="T32" fmla="*/ 545 w 1292"/>
                <a:gd name="T33" fmla="*/ 239 h 1295"/>
                <a:gd name="T34" fmla="*/ 617 w 1292"/>
                <a:gd name="T35" fmla="*/ 191 h 1295"/>
                <a:gd name="T36" fmla="*/ 692 w 1292"/>
                <a:gd name="T37" fmla="*/ 148 h 1295"/>
                <a:gd name="T38" fmla="*/ 771 w 1292"/>
                <a:gd name="T39" fmla="*/ 110 h 1295"/>
                <a:gd name="T40" fmla="*/ 852 w 1292"/>
                <a:gd name="T41" fmla="*/ 78 h 1295"/>
                <a:gd name="T42" fmla="*/ 936 w 1292"/>
                <a:gd name="T43" fmla="*/ 50 h 1295"/>
                <a:gd name="T44" fmla="*/ 1021 w 1292"/>
                <a:gd name="T45" fmla="*/ 29 h 1295"/>
                <a:gd name="T46" fmla="*/ 1110 w 1292"/>
                <a:gd name="T47" fmla="*/ 13 h 1295"/>
                <a:gd name="T48" fmla="*/ 1200 w 1292"/>
                <a:gd name="T49" fmla="*/ 3 h 1295"/>
                <a:gd name="T50" fmla="*/ 1292 w 1292"/>
                <a:gd name="T51" fmla="*/ 0 h 1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92" h="1295">
                  <a:moveTo>
                    <a:pt x="1292" y="0"/>
                  </a:moveTo>
                  <a:lnTo>
                    <a:pt x="1292" y="1295"/>
                  </a:lnTo>
                  <a:lnTo>
                    <a:pt x="0" y="1295"/>
                  </a:lnTo>
                  <a:lnTo>
                    <a:pt x="4" y="1202"/>
                  </a:lnTo>
                  <a:lnTo>
                    <a:pt x="13" y="1111"/>
                  </a:lnTo>
                  <a:lnTo>
                    <a:pt x="30" y="1022"/>
                  </a:lnTo>
                  <a:lnTo>
                    <a:pt x="51" y="936"/>
                  </a:lnTo>
                  <a:lnTo>
                    <a:pt x="79" y="852"/>
                  </a:lnTo>
                  <a:lnTo>
                    <a:pt x="111" y="770"/>
                  </a:lnTo>
                  <a:lnTo>
                    <a:pt x="150" y="691"/>
                  </a:lnTo>
                  <a:lnTo>
                    <a:pt x="193" y="615"/>
                  </a:lnTo>
                  <a:lnTo>
                    <a:pt x="241" y="543"/>
                  </a:lnTo>
                  <a:lnTo>
                    <a:pt x="293" y="474"/>
                  </a:lnTo>
                  <a:lnTo>
                    <a:pt x="351" y="410"/>
                  </a:lnTo>
                  <a:lnTo>
                    <a:pt x="411" y="349"/>
                  </a:lnTo>
                  <a:lnTo>
                    <a:pt x="476" y="291"/>
                  </a:lnTo>
                  <a:lnTo>
                    <a:pt x="545" y="239"/>
                  </a:lnTo>
                  <a:lnTo>
                    <a:pt x="617" y="191"/>
                  </a:lnTo>
                  <a:lnTo>
                    <a:pt x="692" y="148"/>
                  </a:lnTo>
                  <a:lnTo>
                    <a:pt x="771" y="110"/>
                  </a:lnTo>
                  <a:lnTo>
                    <a:pt x="852" y="78"/>
                  </a:lnTo>
                  <a:lnTo>
                    <a:pt x="936" y="50"/>
                  </a:lnTo>
                  <a:lnTo>
                    <a:pt x="1021" y="29"/>
                  </a:lnTo>
                  <a:lnTo>
                    <a:pt x="1110" y="13"/>
                  </a:lnTo>
                  <a:lnTo>
                    <a:pt x="1200" y="3"/>
                  </a:lnTo>
                  <a:lnTo>
                    <a:pt x="12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8" name="Freeform 773">
              <a:extLst>
                <a:ext uri="{FF2B5EF4-FFF2-40B4-BE49-F238E27FC236}">
                  <a16:creationId xmlns:a16="http://schemas.microsoft.com/office/drawing/2014/main" id="{443A97C5-2289-41B0-B899-D56229605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5213" y="6294438"/>
              <a:ext cx="115887" cy="249237"/>
            </a:xfrm>
            <a:custGeom>
              <a:avLst/>
              <a:gdLst>
                <a:gd name="T0" fmla="*/ 592 w 1020"/>
                <a:gd name="T1" fmla="*/ 24 h 2200"/>
                <a:gd name="T2" fmla="*/ 653 w 1020"/>
                <a:gd name="T3" fmla="*/ 116 h 2200"/>
                <a:gd name="T4" fmla="*/ 739 w 1020"/>
                <a:gd name="T5" fmla="*/ 279 h 2200"/>
                <a:gd name="T6" fmla="*/ 882 w 1020"/>
                <a:gd name="T7" fmla="*/ 385 h 2200"/>
                <a:gd name="T8" fmla="*/ 921 w 1020"/>
                <a:gd name="T9" fmla="*/ 478 h 2200"/>
                <a:gd name="T10" fmla="*/ 893 w 1020"/>
                <a:gd name="T11" fmla="*/ 572 h 2200"/>
                <a:gd name="T12" fmla="*/ 807 w 1020"/>
                <a:gd name="T13" fmla="*/ 629 h 2200"/>
                <a:gd name="T14" fmla="*/ 710 w 1020"/>
                <a:gd name="T15" fmla="*/ 616 h 2200"/>
                <a:gd name="T16" fmla="*/ 622 w 1020"/>
                <a:gd name="T17" fmla="*/ 548 h 2200"/>
                <a:gd name="T18" fmla="*/ 510 w 1020"/>
                <a:gd name="T19" fmla="*/ 517 h 2200"/>
                <a:gd name="T20" fmla="*/ 381 w 1020"/>
                <a:gd name="T21" fmla="*/ 559 h 2200"/>
                <a:gd name="T22" fmla="*/ 302 w 1020"/>
                <a:gd name="T23" fmla="*/ 666 h 2200"/>
                <a:gd name="T24" fmla="*/ 302 w 1020"/>
                <a:gd name="T25" fmla="*/ 804 h 2200"/>
                <a:gd name="T26" fmla="*/ 381 w 1020"/>
                <a:gd name="T27" fmla="*/ 912 h 2200"/>
                <a:gd name="T28" fmla="*/ 510 w 1020"/>
                <a:gd name="T29" fmla="*/ 954 h 2200"/>
                <a:gd name="T30" fmla="*/ 676 w 1020"/>
                <a:gd name="T31" fmla="*/ 981 h 2200"/>
                <a:gd name="T32" fmla="*/ 854 w 1020"/>
                <a:gd name="T33" fmla="*/ 1088 h 2200"/>
                <a:gd name="T34" fmla="*/ 975 w 1020"/>
                <a:gd name="T35" fmla="*/ 1255 h 2200"/>
                <a:gd name="T36" fmla="*/ 1020 w 1020"/>
                <a:gd name="T37" fmla="*/ 1464 h 2200"/>
                <a:gd name="T38" fmla="*/ 972 w 1020"/>
                <a:gd name="T39" fmla="*/ 1680 h 2200"/>
                <a:gd name="T40" fmla="*/ 843 w 1020"/>
                <a:gd name="T41" fmla="*/ 1849 h 2200"/>
                <a:gd name="T42" fmla="*/ 656 w 1020"/>
                <a:gd name="T43" fmla="*/ 1953 h 2200"/>
                <a:gd name="T44" fmla="*/ 630 w 1020"/>
                <a:gd name="T45" fmla="*/ 2136 h 2200"/>
                <a:gd name="T46" fmla="*/ 539 w 1020"/>
                <a:gd name="T47" fmla="*/ 2197 h 2200"/>
                <a:gd name="T48" fmla="*/ 428 w 1020"/>
                <a:gd name="T49" fmla="*/ 2175 h 2200"/>
                <a:gd name="T50" fmla="*/ 367 w 1020"/>
                <a:gd name="T51" fmla="*/ 2083 h 2200"/>
                <a:gd name="T52" fmla="*/ 281 w 1020"/>
                <a:gd name="T53" fmla="*/ 1920 h 2200"/>
                <a:gd name="T54" fmla="*/ 138 w 1020"/>
                <a:gd name="T55" fmla="*/ 1814 h 2200"/>
                <a:gd name="T56" fmla="*/ 99 w 1020"/>
                <a:gd name="T57" fmla="*/ 1722 h 2200"/>
                <a:gd name="T58" fmla="*/ 126 w 1020"/>
                <a:gd name="T59" fmla="*/ 1626 h 2200"/>
                <a:gd name="T60" fmla="*/ 211 w 1020"/>
                <a:gd name="T61" fmla="*/ 1571 h 2200"/>
                <a:gd name="T62" fmla="*/ 309 w 1020"/>
                <a:gd name="T63" fmla="*/ 1582 h 2200"/>
                <a:gd name="T64" fmla="*/ 397 w 1020"/>
                <a:gd name="T65" fmla="*/ 1651 h 2200"/>
                <a:gd name="T66" fmla="*/ 510 w 1020"/>
                <a:gd name="T67" fmla="*/ 1683 h 2200"/>
                <a:gd name="T68" fmla="*/ 639 w 1020"/>
                <a:gd name="T69" fmla="*/ 1640 h 2200"/>
                <a:gd name="T70" fmla="*/ 717 w 1020"/>
                <a:gd name="T71" fmla="*/ 1533 h 2200"/>
                <a:gd name="T72" fmla="*/ 717 w 1020"/>
                <a:gd name="T73" fmla="*/ 1395 h 2200"/>
                <a:gd name="T74" fmla="*/ 639 w 1020"/>
                <a:gd name="T75" fmla="*/ 1288 h 2200"/>
                <a:gd name="T76" fmla="*/ 510 w 1020"/>
                <a:gd name="T77" fmla="*/ 1246 h 2200"/>
                <a:gd name="T78" fmla="*/ 343 w 1020"/>
                <a:gd name="T79" fmla="*/ 1217 h 2200"/>
                <a:gd name="T80" fmla="*/ 165 w 1020"/>
                <a:gd name="T81" fmla="*/ 1111 h 2200"/>
                <a:gd name="T82" fmla="*/ 45 w 1020"/>
                <a:gd name="T83" fmla="*/ 944 h 2200"/>
                <a:gd name="T84" fmla="*/ 0 w 1020"/>
                <a:gd name="T85" fmla="*/ 736 h 2200"/>
                <a:gd name="T86" fmla="*/ 47 w 1020"/>
                <a:gd name="T87" fmla="*/ 520 h 2200"/>
                <a:gd name="T88" fmla="*/ 175 w 1020"/>
                <a:gd name="T89" fmla="*/ 349 h 2200"/>
                <a:gd name="T90" fmla="*/ 364 w 1020"/>
                <a:gd name="T91" fmla="*/ 246 h 2200"/>
                <a:gd name="T92" fmla="*/ 389 w 1020"/>
                <a:gd name="T93" fmla="*/ 64 h 2200"/>
                <a:gd name="T94" fmla="*/ 480 w 1020"/>
                <a:gd name="T95" fmla="*/ 2 h 2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20" h="2200">
                  <a:moveTo>
                    <a:pt x="510" y="0"/>
                  </a:moveTo>
                  <a:lnTo>
                    <a:pt x="539" y="2"/>
                  </a:lnTo>
                  <a:lnTo>
                    <a:pt x="566" y="11"/>
                  </a:lnTo>
                  <a:lnTo>
                    <a:pt x="592" y="24"/>
                  </a:lnTo>
                  <a:lnTo>
                    <a:pt x="613" y="42"/>
                  </a:lnTo>
                  <a:lnTo>
                    <a:pt x="630" y="64"/>
                  </a:lnTo>
                  <a:lnTo>
                    <a:pt x="645" y="89"/>
                  </a:lnTo>
                  <a:lnTo>
                    <a:pt x="653" y="116"/>
                  </a:lnTo>
                  <a:lnTo>
                    <a:pt x="656" y="145"/>
                  </a:lnTo>
                  <a:lnTo>
                    <a:pt x="656" y="246"/>
                  </a:lnTo>
                  <a:lnTo>
                    <a:pt x="698" y="261"/>
                  </a:lnTo>
                  <a:lnTo>
                    <a:pt x="739" y="279"/>
                  </a:lnTo>
                  <a:lnTo>
                    <a:pt x="778" y="300"/>
                  </a:lnTo>
                  <a:lnTo>
                    <a:pt x="814" y="326"/>
                  </a:lnTo>
                  <a:lnTo>
                    <a:pt x="849" y="355"/>
                  </a:lnTo>
                  <a:lnTo>
                    <a:pt x="882" y="385"/>
                  </a:lnTo>
                  <a:lnTo>
                    <a:pt x="898" y="407"/>
                  </a:lnTo>
                  <a:lnTo>
                    <a:pt x="910" y="429"/>
                  </a:lnTo>
                  <a:lnTo>
                    <a:pt x="918" y="454"/>
                  </a:lnTo>
                  <a:lnTo>
                    <a:pt x="921" y="478"/>
                  </a:lnTo>
                  <a:lnTo>
                    <a:pt x="920" y="503"/>
                  </a:lnTo>
                  <a:lnTo>
                    <a:pt x="916" y="527"/>
                  </a:lnTo>
                  <a:lnTo>
                    <a:pt x="907" y="551"/>
                  </a:lnTo>
                  <a:lnTo>
                    <a:pt x="893" y="572"/>
                  </a:lnTo>
                  <a:lnTo>
                    <a:pt x="876" y="592"/>
                  </a:lnTo>
                  <a:lnTo>
                    <a:pt x="854" y="608"/>
                  </a:lnTo>
                  <a:lnTo>
                    <a:pt x="832" y="620"/>
                  </a:lnTo>
                  <a:lnTo>
                    <a:pt x="807" y="629"/>
                  </a:lnTo>
                  <a:lnTo>
                    <a:pt x="783" y="632"/>
                  </a:lnTo>
                  <a:lnTo>
                    <a:pt x="758" y="631"/>
                  </a:lnTo>
                  <a:lnTo>
                    <a:pt x="734" y="625"/>
                  </a:lnTo>
                  <a:lnTo>
                    <a:pt x="710" y="616"/>
                  </a:lnTo>
                  <a:lnTo>
                    <a:pt x="689" y="603"/>
                  </a:lnTo>
                  <a:lnTo>
                    <a:pt x="669" y="586"/>
                  </a:lnTo>
                  <a:lnTo>
                    <a:pt x="647" y="565"/>
                  </a:lnTo>
                  <a:lnTo>
                    <a:pt x="622" y="548"/>
                  </a:lnTo>
                  <a:lnTo>
                    <a:pt x="597" y="534"/>
                  </a:lnTo>
                  <a:lnTo>
                    <a:pt x="569" y="525"/>
                  </a:lnTo>
                  <a:lnTo>
                    <a:pt x="539" y="519"/>
                  </a:lnTo>
                  <a:lnTo>
                    <a:pt x="510" y="517"/>
                  </a:lnTo>
                  <a:lnTo>
                    <a:pt x="474" y="520"/>
                  </a:lnTo>
                  <a:lnTo>
                    <a:pt x="440" y="528"/>
                  </a:lnTo>
                  <a:lnTo>
                    <a:pt x="410" y="542"/>
                  </a:lnTo>
                  <a:lnTo>
                    <a:pt x="381" y="559"/>
                  </a:lnTo>
                  <a:lnTo>
                    <a:pt x="355" y="582"/>
                  </a:lnTo>
                  <a:lnTo>
                    <a:pt x="334" y="606"/>
                  </a:lnTo>
                  <a:lnTo>
                    <a:pt x="316" y="635"/>
                  </a:lnTo>
                  <a:lnTo>
                    <a:pt x="302" y="666"/>
                  </a:lnTo>
                  <a:lnTo>
                    <a:pt x="294" y="700"/>
                  </a:lnTo>
                  <a:lnTo>
                    <a:pt x="291" y="736"/>
                  </a:lnTo>
                  <a:lnTo>
                    <a:pt x="294" y="771"/>
                  </a:lnTo>
                  <a:lnTo>
                    <a:pt x="302" y="804"/>
                  </a:lnTo>
                  <a:lnTo>
                    <a:pt x="316" y="836"/>
                  </a:lnTo>
                  <a:lnTo>
                    <a:pt x="334" y="865"/>
                  </a:lnTo>
                  <a:lnTo>
                    <a:pt x="355" y="889"/>
                  </a:lnTo>
                  <a:lnTo>
                    <a:pt x="381" y="912"/>
                  </a:lnTo>
                  <a:lnTo>
                    <a:pt x="410" y="929"/>
                  </a:lnTo>
                  <a:lnTo>
                    <a:pt x="440" y="942"/>
                  </a:lnTo>
                  <a:lnTo>
                    <a:pt x="474" y="951"/>
                  </a:lnTo>
                  <a:lnTo>
                    <a:pt x="510" y="954"/>
                  </a:lnTo>
                  <a:lnTo>
                    <a:pt x="517" y="954"/>
                  </a:lnTo>
                  <a:lnTo>
                    <a:pt x="572" y="958"/>
                  </a:lnTo>
                  <a:lnTo>
                    <a:pt x="625" y="967"/>
                  </a:lnTo>
                  <a:lnTo>
                    <a:pt x="676" y="981"/>
                  </a:lnTo>
                  <a:lnTo>
                    <a:pt x="725" y="1002"/>
                  </a:lnTo>
                  <a:lnTo>
                    <a:pt x="771" y="1026"/>
                  </a:lnTo>
                  <a:lnTo>
                    <a:pt x="814" y="1055"/>
                  </a:lnTo>
                  <a:lnTo>
                    <a:pt x="854" y="1088"/>
                  </a:lnTo>
                  <a:lnTo>
                    <a:pt x="890" y="1124"/>
                  </a:lnTo>
                  <a:lnTo>
                    <a:pt x="923" y="1165"/>
                  </a:lnTo>
                  <a:lnTo>
                    <a:pt x="951" y="1208"/>
                  </a:lnTo>
                  <a:lnTo>
                    <a:pt x="975" y="1255"/>
                  </a:lnTo>
                  <a:lnTo>
                    <a:pt x="994" y="1304"/>
                  </a:lnTo>
                  <a:lnTo>
                    <a:pt x="1009" y="1355"/>
                  </a:lnTo>
                  <a:lnTo>
                    <a:pt x="1017" y="1409"/>
                  </a:lnTo>
                  <a:lnTo>
                    <a:pt x="1020" y="1464"/>
                  </a:lnTo>
                  <a:lnTo>
                    <a:pt x="1017" y="1521"/>
                  </a:lnTo>
                  <a:lnTo>
                    <a:pt x="1008" y="1576"/>
                  </a:lnTo>
                  <a:lnTo>
                    <a:pt x="992" y="1628"/>
                  </a:lnTo>
                  <a:lnTo>
                    <a:pt x="972" y="1680"/>
                  </a:lnTo>
                  <a:lnTo>
                    <a:pt x="946" y="1727"/>
                  </a:lnTo>
                  <a:lnTo>
                    <a:pt x="917" y="1772"/>
                  </a:lnTo>
                  <a:lnTo>
                    <a:pt x="882" y="1813"/>
                  </a:lnTo>
                  <a:lnTo>
                    <a:pt x="843" y="1849"/>
                  </a:lnTo>
                  <a:lnTo>
                    <a:pt x="801" y="1882"/>
                  </a:lnTo>
                  <a:lnTo>
                    <a:pt x="755" y="1911"/>
                  </a:lnTo>
                  <a:lnTo>
                    <a:pt x="707" y="1934"/>
                  </a:lnTo>
                  <a:lnTo>
                    <a:pt x="656" y="1953"/>
                  </a:lnTo>
                  <a:lnTo>
                    <a:pt x="656" y="2054"/>
                  </a:lnTo>
                  <a:lnTo>
                    <a:pt x="653" y="2083"/>
                  </a:lnTo>
                  <a:lnTo>
                    <a:pt x="645" y="2111"/>
                  </a:lnTo>
                  <a:lnTo>
                    <a:pt x="630" y="2136"/>
                  </a:lnTo>
                  <a:lnTo>
                    <a:pt x="613" y="2157"/>
                  </a:lnTo>
                  <a:lnTo>
                    <a:pt x="592" y="2175"/>
                  </a:lnTo>
                  <a:lnTo>
                    <a:pt x="566" y="2189"/>
                  </a:lnTo>
                  <a:lnTo>
                    <a:pt x="539" y="2197"/>
                  </a:lnTo>
                  <a:lnTo>
                    <a:pt x="510" y="2200"/>
                  </a:lnTo>
                  <a:lnTo>
                    <a:pt x="480" y="2197"/>
                  </a:lnTo>
                  <a:lnTo>
                    <a:pt x="453" y="2189"/>
                  </a:lnTo>
                  <a:lnTo>
                    <a:pt x="428" y="2175"/>
                  </a:lnTo>
                  <a:lnTo>
                    <a:pt x="407" y="2157"/>
                  </a:lnTo>
                  <a:lnTo>
                    <a:pt x="389" y="2136"/>
                  </a:lnTo>
                  <a:lnTo>
                    <a:pt x="375" y="2111"/>
                  </a:lnTo>
                  <a:lnTo>
                    <a:pt x="367" y="2083"/>
                  </a:lnTo>
                  <a:lnTo>
                    <a:pt x="364" y="2054"/>
                  </a:lnTo>
                  <a:lnTo>
                    <a:pt x="364" y="1953"/>
                  </a:lnTo>
                  <a:lnTo>
                    <a:pt x="322" y="1938"/>
                  </a:lnTo>
                  <a:lnTo>
                    <a:pt x="281" y="1920"/>
                  </a:lnTo>
                  <a:lnTo>
                    <a:pt x="242" y="1898"/>
                  </a:lnTo>
                  <a:lnTo>
                    <a:pt x="205" y="1874"/>
                  </a:lnTo>
                  <a:lnTo>
                    <a:pt x="170" y="1845"/>
                  </a:lnTo>
                  <a:lnTo>
                    <a:pt x="138" y="1814"/>
                  </a:lnTo>
                  <a:lnTo>
                    <a:pt x="121" y="1793"/>
                  </a:lnTo>
                  <a:lnTo>
                    <a:pt x="110" y="1771"/>
                  </a:lnTo>
                  <a:lnTo>
                    <a:pt x="102" y="1746"/>
                  </a:lnTo>
                  <a:lnTo>
                    <a:pt x="99" y="1722"/>
                  </a:lnTo>
                  <a:lnTo>
                    <a:pt x="100" y="1696"/>
                  </a:lnTo>
                  <a:lnTo>
                    <a:pt x="104" y="1672"/>
                  </a:lnTo>
                  <a:lnTo>
                    <a:pt x="113" y="1649"/>
                  </a:lnTo>
                  <a:lnTo>
                    <a:pt x="126" y="1626"/>
                  </a:lnTo>
                  <a:lnTo>
                    <a:pt x="144" y="1607"/>
                  </a:lnTo>
                  <a:lnTo>
                    <a:pt x="165" y="1591"/>
                  </a:lnTo>
                  <a:lnTo>
                    <a:pt x="188" y="1579"/>
                  </a:lnTo>
                  <a:lnTo>
                    <a:pt x="211" y="1571"/>
                  </a:lnTo>
                  <a:lnTo>
                    <a:pt x="237" y="1568"/>
                  </a:lnTo>
                  <a:lnTo>
                    <a:pt x="261" y="1568"/>
                  </a:lnTo>
                  <a:lnTo>
                    <a:pt x="286" y="1573"/>
                  </a:lnTo>
                  <a:lnTo>
                    <a:pt x="309" y="1582"/>
                  </a:lnTo>
                  <a:lnTo>
                    <a:pt x="331" y="1596"/>
                  </a:lnTo>
                  <a:lnTo>
                    <a:pt x="350" y="1613"/>
                  </a:lnTo>
                  <a:lnTo>
                    <a:pt x="373" y="1634"/>
                  </a:lnTo>
                  <a:lnTo>
                    <a:pt x="397" y="1651"/>
                  </a:lnTo>
                  <a:lnTo>
                    <a:pt x="423" y="1664"/>
                  </a:lnTo>
                  <a:lnTo>
                    <a:pt x="451" y="1674"/>
                  </a:lnTo>
                  <a:lnTo>
                    <a:pt x="480" y="1681"/>
                  </a:lnTo>
                  <a:lnTo>
                    <a:pt x="510" y="1683"/>
                  </a:lnTo>
                  <a:lnTo>
                    <a:pt x="546" y="1680"/>
                  </a:lnTo>
                  <a:lnTo>
                    <a:pt x="578" y="1671"/>
                  </a:lnTo>
                  <a:lnTo>
                    <a:pt x="610" y="1658"/>
                  </a:lnTo>
                  <a:lnTo>
                    <a:pt x="639" y="1640"/>
                  </a:lnTo>
                  <a:lnTo>
                    <a:pt x="664" y="1618"/>
                  </a:lnTo>
                  <a:lnTo>
                    <a:pt x="686" y="1593"/>
                  </a:lnTo>
                  <a:lnTo>
                    <a:pt x="704" y="1564"/>
                  </a:lnTo>
                  <a:lnTo>
                    <a:pt x="717" y="1533"/>
                  </a:lnTo>
                  <a:lnTo>
                    <a:pt x="726" y="1500"/>
                  </a:lnTo>
                  <a:lnTo>
                    <a:pt x="728" y="1464"/>
                  </a:lnTo>
                  <a:lnTo>
                    <a:pt x="726" y="1428"/>
                  </a:lnTo>
                  <a:lnTo>
                    <a:pt x="717" y="1395"/>
                  </a:lnTo>
                  <a:lnTo>
                    <a:pt x="704" y="1364"/>
                  </a:lnTo>
                  <a:lnTo>
                    <a:pt x="686" y="1335"/>
                  </a:lnTo>
                  <a:lnTo>
                    <a:pt x="664" y="1309"/>
                  </a:lnTo>
                  <a:lnTo>
                    <a:pt x="639" y="1288"/>
                  </a:lnTo>
                  <a:lnTo>
                    <a:pt x="610" y="1270"/>
                  </a:lnTo>
                  <a:lnTo>
                    <a:pt x="578" y="1256"/>
                  </a:lnTo>
                  <a:lnTo>
                    <a:pt x="546" y="1248"/>
                  </a:lnTo>
                  <a:lnTo>
                    <a:pt x="510" y="1246"/>
                  </a:lnTo>
                  <a:lnTo>
                    <a:pt x="503" y="1246"/>
                  </a:lnTo>
                  <a:lnTo>
                    <a:pt x="447" y="1242"/>
                  </a:lnTo>
                  <a:lnTo>
                    <a:pt x="394" y="1233"/>
                  </a:lnTo>
                  <a:lnTo>
                    <a:pt x="343" y="1217"/>
                  </a:lnTo>
                  <a:lnTo>
                    <a:pt x="295" y="1198"/>
                  </a:lnTo>
                  <a:lnTo>
                    <a:pt x="248" y="1173"/>
                  </a:lnTo>
                  <a:lnTo>
                    <a:pt x="205" y="1145"/>
                  </a:lnTo>
                  <a:lnTo>
                    <a:pt x="165" y="1111"/>
                  </a:lnTo>
                  <a:lnTo>
                    <a:pt x="129" y="1074"/>
                  </a:lnTo>
                  <a:lnTo>
                    <a:pt x="97" y="1034"/>
                  </a:lnTo>
                  <a:lnTo>
                    <a:pt x="68" y="990"/>
                  </a:lnTo>
                  <a:lnTo>
                    <a:pt x="45" y="944"/>
                  </a:lnTo>
                  <a:lnTo>
                    <a:pt x="25" y="895"/>
                  </a:lnTo>
                  <a:lnTo>
                    <a:pt x="11" y="844"/>
                  </a:lnTo>
                  <a:lnTo>
                    <a:pt x="3" y="790"/>
                  </a:lnTo>
                  <a:lnTo>
                    <a:pt x="0" y="736"/>
                  </a:lnTo>
                  <a:lnTo>
                    <a:pt x="3" y="679"/>
                  </a:lnTo>
                  <a:lnTo>
                    <a:pt x="12" y="623"/>
                  </a:lnTo>
                  <a:lnTo>
                    <a:pt x="27" y="570"/>
                  </a:lnTo>
                  <a:lnTo>
                    <a:pt x="47" y="520"/>
                  </a:lnTo>
                  <a:lnTo>
                    <a:pt x="72" y="472"/>
                  </a:lnTo>
                  <a:lnTo>
                    <a:pt x="103" y="428"/>
                  </a:lnTo>
                  <a:lnTo>
                    <a:pt x="138" y="387"/>
                  </a:lnTo>
                  <a:lnTo>
                    <a:pt x="175" y="349"/>
                  </a:lnTo>
                  <a:lnTo>
                    <a:pt x="218" y="317"/>
                  </a:lnTo>
                  <a:lnTo>
                    <a:pt x="263" y="288"/>
                  </a:lnTo>
                  <a:lnTo>
                    <a:pt x="312" y="265"/>
                  </a:lnTo>
                  <a:lnTo>
                    <a:pt x="364" y="246"/>
                  </a:lnTo>
                  <a:lnTo>
                    <a:pt x="364" y="145"/>
                  </a:lnTo>
                  <a:lnTo>
                    <a:pt x="367" y="116"/>
                  </a:lnTo>
                  <a:lnTo>
                    <a:pt x="375" y="89"/>
                  </a:lnTo>
                  <a:lnTo>
                    <a:pt x="389" y="64"/>
                  </a:lnTo>
                  <a:lnTo>
                    <a:pt x="407" y="42"/>
                  </a:lnTo>
                  <a:lnTo>
                    <a:pt x="428" y="24"/>
                  </a:lnTo>
                  <a:lnTo>
                    <a:pt x="453" y="11"/>
                  </a:lnTo>
                  <a:lnTo>
                    <a:pt x="480" y="2"/>
                  </a:lnTo>
                  <a:lnTo>
                    <a:pt x="5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399" name="Freeform 774">
              <a:extLst>
                <a:ext uri="{FF2B5EF4-FFF2-40B4-BE49-F238E27FC236}">
                  <a16:creationId xmlns:a16="http://schemas.microsoft.com/office/drawing/2014/main" id="{AC0A1339-C94B-4CDD-877B-C9DB2ED9C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2325" y="6184900"/>
              <a:ext cx="285750" cy="296862"/>
            </a:xfrm>
            <a:custGeom>
              <a:avLst/>
              <a:gdLst>
                <a:gd name="T0" fmla="*/ 1396 w 2516"/>
                <a:gd name="T1" fmla="*/ 3 h 2611"/>
                <a:gd name="T2" fmla="*/ 1572 w 2516"/>
                <a:gd name="T3" fmla="*/ 27 h 2611"/>
                <a:gd name="T4" fmla="*/ 1740 w 2516"/>
                <a:gd name="T5" fmla="*/ 73 h 2611"/>
                <a:gd name="T6" fmla="*/ 1897 w 2516"/>
                <a:gd name="T7" fmla="*/ 141 h 2611"/>
                <a:gd name="T8" fmla="*/ 2043 w 2516"/>
                <a:gd name="T9" fmla="*/ 228 h 2611"/>
                <a:gd name="T10" fmla="*/ 2176 w 2516"/>
                <a:gd name="T11" fmla="*/ 333 h 2611"/>
                <a:gd name="T12" fmla="*/ 2294 w 2516"/>
                <a:gd name="T13" fmla="*/ 454 h 2611"/>
                <a:gd name="T14" fmla="*/ 2396 w 2516"/>
                <a:gd name="T15" fmla="*/ 589 h 2611"/>
                <a:gd name="T16" fmla="*/ 2481 w 2516"/>
                <a:gd name="T17" fmla="*/ 736 h 2611"/>
                <a:gd name="T18" fmla="*/ 2478 w 2516"/>
                <a:gd name="T19" fmla="*/ 835 h 2611"/>
                <a:gd name="T20" fmla="*/ 2414 w 2516"/>
                <a:gd name="T21" fmla="*/ 891 h 2611"/>
                <a:gd name="T22" fmla="*/ 2366 w 2516"/>
                <a:gd name="T23" fmla="*/ 962 h 2611"/>
                <a:gd name="T24" fmla="*/ 2339 w 2516"/>
                <a:gd name="T25" fmla="*/ 1044 h 2611"/>
                <a:gd name="T26" fmla="*/ 2282 w 2516"/>
                <a:gd name="T27" fmla="*/ 1118 h 2611"/>
                <a:gd name="T28" fmla="*/ 2188 w 2516"/>
                <a:gd name="T29" fmla="*/ 1192 h 2611"/>
                <a:gd name="T30" fmla="*/ 2107 w 2516"/>
                <a:gd name="T31" fmla="*/ 1281 h 2611"/>
                <a:gd name="T32" fmla="*/ 2040 w 2516"/>
                <a:gd name="T33" fmla="*/ 1388 h 2611"/>
                <a:gd name="T34" fmla="*/ 1994 w 2516"/>
                <a:gd name="T35" fmla="*/ 1505 h 2611"/>
                <a:gd name="T36" fmla="*/ 1972 w 2516"/>
                <a:gd name="T37" fmla="*/ 1628 h 2611"/>
                <a:gd name="T38" fmla="*/ 1971 w 2516"/>
                <a:gd name="T39" fmla="*/ 1751 h 2611"/>
                <a:gd name="T40" fmla="*/ 1991 w 2516"/>
                <a:gd name="T41" fmla="*/ 1868 h 2611"/>
                <a:gd name="T42" fmla="*/ 2031 w 2516"/>
                <a:gd name="T43" fmla="*/ 1977 h 2611"/>
                <a:gd name="T44" fmla="*/ 2089 w 2516"/>
                <a:gd name="T45" fmla="*/ 2079 h 2611"/>
                <a:gd name="T46" fmla="*/ 2165 w 2516"/>
                <a:gd name="T47" fmla="*/ 2171 h 2611"/>
                <a:gd name="T48" fmla="*/ 2229 w 2516"/>
                <a:gd name="T49" fmla="*/ 2228 h 2611"/>
                <a:gd name="T50" fmla="*/ 2104 w 2516"/>
                <a:gd name="T51" fmla="*/ 2338 h 2611"/>
                <a:gd name="T52" fmla="*/ 1965 w 2516"/>
                <a:gd name="T53" fmla="*/ 2432 h 2611"/>
                <a:gd name="T54" fmla="*/ 1813 w 2516"/>
                <a:gd name="T55" fmla="*/ 2508 h 2611"/>
                <a:gd name="T56" fmla="*/ 1652 w 2516"/>
                <a:gd name="T57" fmla="*/ 2564 h 2611"/>
                <a:gd name="T58" fmla="*/ 1482 w 2516"/>
                <a:gd name="T59" fmla="*/ 2599 h 2611"/>
                <a:gd name="T60" fmla="*/ 1305 w 2516"/>
                <a:gd name="T61" fmla="*/ 2611 h 2611"/>
                <a:gd name="T62" fmla="*/ 1120 w 2516"/>
                <a:gd name="T63" fmla="*/ 2598 h 2611"/>
                <a:gd name="T64" fmla="*/ 943 w 2516"/>
                <a:gd name="T65" fmla="*/ 2560 h 2611"/>
                <a:gd name="T66" fmla="*/ 777 w 2516"/>
                <a:gd name="T67" fmla="*/ 2500 h 2611"/>
                <a:gd name="T68" fmla="*/ 621 w 2516"/>
                <a:gd name="T69" fmla="*/ 2418 h 2611"/>
                <a:gd name="T70" fmla="*/ 479 w 2516"/>
                <a:gd name="T71" fmla="*/ 2317 h 2611"/>
                <a:gd name="T72" fmla="*/ 351 w 2516"/>
                <a:gd name="T73" fmla="*/ 2197 h 2611"/>
                <a:gd name="T74" fmla="*/ 241 w 2516"/>
                <a:gd name="T75" fmla="*/ 2062 h 2611"/>
                <a:gd name="T76" fmla="*/ 149 w 2516"/>
                <a:gd name="T77" fmla="*/ 1913 h 2611"/>
                <a:gd name="T78" fmla="*/ 77 w 2516"/>
                <a:gd name="T79" fmla="*/ 1751 h 2611"/>
                <a:gd name="T80" fmla="*/ 28 w 2516"/>
                <a:gd name="T81" fmla="*/ 1579 h 2611"/>
                <a:gd name="T82" fmla="*/ 3 w 2516"/>
                <a:gd name="T83" fmla="*/ 1398 h 2611"/>
                <a:gd name="T84" fmla="*/ 0 w 2516"/>
                <a:gd name="T85" fmla="*/ 1304 h 2611"/>
                <a:gd name="T86" fmla="*/ 1306 w 2516"/>
                <a:gd name="T87" fmla="*/ 0 h 2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516" h="2611">
                  <a:moveTo>
                    <a:pt x="1306" y="0"/>
                  </a:moveTo>
                  <a:lnTo>
                    <a:pt x="1396" y="3"/>
                  </a:lnTo>
                  <a:lnTo>
                    <a:pt x="1485" y="12"/>
                  </a:lnTo>
                  <a:lnTo>
                    <a:pt x="1572" y="27"/>
                  </a:lnTo>
                  <a:lnTo>
                    <a:pt x="1657" y="48"/>
                  </a:lnTo>
                  <a:lnTo>
                    <a:pt x="1740" y="73"/>
                  </a:lnTo>
                  <a:lnTo>
                    <a:pt x="1820" y="105"/>
                  </a:lnTo>
                  <a:lnTo>
                    <a:pt x="1897" y="141"/>
                  </a:lnTo>
                  <a:lnTo>
                    <a:pt x="1972" y="183"/>
                  </a:lnTo>
                  <a:lnTo>
                    <a:pt x="2043" y="228"/>
                  </a:lnTo>
                  <a:lnTo>
                    <a:pt x="2111" y="279"/>
                  </a:lnTo>
                  <a:lnTo>
                    <a:pt x="2176" y="333"/>
                  </a:lnTo>
                  <a:lnTo>
                    <a:pt x="2237" y="391"/>
                  </a:lnTo>
                  <a:lnTo>
                    <a:pt x="2294" y="454"/>
                  </a:lnTo>
                  <a:lnTo>
                    <a:pt x="2347" y="519"/>
                  </a:lnTo>
                  <a:lnTo>
                    <a:pt x="2396" y="589"/>
                  </a:lnTo>
                  <a:lnTo>
                    <a:pt x="2441" y="661"/>
                  </a:lnTo>
                  <a:lnTo>
                    <a:pt x="2481" y="736"/>
                  </a:lnTo>
                  <a:lnTo>
                    <a:pt x="2516" y="815"/>
                  </a:lnTo>
                  <a:lnTo>
                    <a:pt x="2478" y="835"/>
                  </a:lnTo>
                  <a:lnTo>
                    <a:pt x="2444" y="862"/>
                  </a:lnTo>
                  <a:lnTo>
                    <a:pt x="2414" y="891"/>
                  </a:lnTo>
                  <a:lnTo>
                    <a:pt x="2387" y="925"/>
                  </a:lnTo>
                  <a:lnTo>
                    <a:pt x="2366" y="962"/>
                  </a:lnTo>
                  <a:lnTo>
                    <a:pt x="2349" y="1002"/>
                  </a:lnTo>
                  <a:lnTo>
                    <a:pt x="2339" y="1044"/>
                  </a:lnTo>
                  <a:lnTo>
                    <a:pt x="2334" y="1089"/>
                  </a:lnTo>
                  <a:lnTo>
                    <a:pt x="2282" y="1118"/>
                  </a:lnTo>
                  <a:lnTo>
                    <a:pt x="2234" y="1153"/>
                  </a:lnTo>
                  <a:lnTo>
                    <a:pt x="2188" y="1192"/>
                  </a:lnTo>
                  <a:lnTo>
                    <a:pt x="2146" y="1235"/>
                  </a:lnTo>
                  <a:lnTo>
                    <a:pt x="2107" y="1281"/>
                  </a:lnTo>
                  <a:lnTo>
                    <a:pt x="2071" y="1333"/>
                  </a:lnTo>
                  <a:lnTo>
                    <a:pt x="2040" y="1388"/>
                  </a:lnTo>
                  <a:lnTo>
                    <a:pt x="2015" y="1445"/>
                  </a:lnTo>
                  <a:lnTo>
                    <a:pt x="1994" y="1505"/>
                  </a:lnTo>
                  <a:lnTo>
                    <a:pt x="1980" y="1566"/>
                  </a:lnTo>
                  <a:lnTo>
                    <a:pt x="1972" y="1628"/>
                  </a:lnTo>
                  <a:lnTo>
                    <a:pt x="1969" y="1692"/>
                  </a:lnTo>
                  <a:lnTo>
                    <a:pt x="1971" y="1751"/>
                  </a:lnTo>
                  <a:lnTo>
                    <a:pt x="1979" y="1810"/>
                  </a:lnTo>
                  <a:lnTo>
                    <a:pt x="1991" y="1868"/>
                  </a:lnTo>
                  <a:lnTo>
                    <a:pt x="2009" y="1923"/>
                  </a:lnTo>
                  <a:lnTo>
                    <a:pt x="2031" y="1977"/>
                  </a:lnTo>
                  <a:lnTo>
                    <a:pt x="2058" y="2029"/>
                  </a:lnTo>
                  <a:lnTo>
                    <a:pt x="2089" y="2079"/>
                  </a:lnTo>
                  <a:lnTo>
                    <a:pt x="2125" y="2126"/>
                  </a:lnTo>
                  <a:lnTo>
                    <a:pt x="2165" y="2171"/>
                  </a:lnTo>
                  <a:lnTo>
                    <a:pt x="2197" y="2200"/>
                  </a:lnTo>
                  <a:lnTo>
                    <a:pt x="2229" y="2228"/>
                  </a:lnTo>
                  <a:lnTo>
                    <a:pt x="2168" y="2285"/>
                  </a:lnTo>
                  <a:lnTo>
                    <a:pt x="2104" y="2338"/>
                  </a:lnTo>
                  <a:lnTo>
                    <a:pt x="2035" y="2387"/>
                  </a:lnTo>
                  <a:lnTo>
                    <a:pt x="1965" y="2432"/>
                  </a:lnTo>
                  <a:lnTo>
                    <a:pt x="1890" y="2472"/>
                  </a:lnTo>
                  <a:lnTo>
                    <a:pt x="1813" y="2508"/>
                  </a:lnTo>
                  <a:lnTo>
                    <a:pt x="1735" y="2538"/>
                  </a:lnTo>
                  <a:lnTo>
                    <a:pt x="1652" y="2564"/>
                  </a:lnTo>
                  <a:lnTo>
                    <a:pt x="1568" y="2584"/>
                  </a:lnTo>
                  <a:lnTo>
                    <a:pt x="1482" y="2599"/>
                  </a:lnTo>
                  <a:lnTo>
                    <a:pt x="1394" y="2608"/>
                  </a:lnTo>
                  <a:lnTo>
                    <a:pt x="1305" y="2611"/>
                  </a:lnTo>
                  <a:lnTo>
                    <a:pt x="1211" y="2608"/>
                  </a:lnTo>
                  <a:lnTo>
                    <a:pt x="1120" y="2598"/>
                  </a:lnTo>
                  <a:lnTo>
                    <a:pt x="1031" y="2582"/>
                  </a:lnTo>
                  <a:lnTo>
                    <a:pt x="943" y="2560"/>
                  </a:lnTo>
                  <a:lnTo>
                    <a:pt x="858" y="2532"/>
                  </a:lnTo>
                  <a:lnTo>
                    <a:pt x="777" y="2500"/>
                  </a:lnTo>
                  <a:lnTo>
                    <a:pt x="697" y="2461"/>
                  </a:lnTo>
                  <a:lnTo>
                    <a:pt x="621" y="2418"/>
                  </a:lnTo>
                  <a:lnTo>
                    <a:pt x="548" y="2370"/>
                  </a:lnTo>
                  <a:lnTo>
                    <a:pt x="479" y="2317"/>
                  </a:lnTo>
                  <a:lnTo>
                    <a:pt x="413" y="2259"/>
                  </a:lnTo>
                  <a:lnTo>
                    <a:pt x="351" y="2197"/>
                  </a:lnTo>
                  <a:lnTo>
                    <a:pt x="294" y="2132"/>
                  </a:lnTo>
                  <a:lnTo>
                    <a:pt x="241" y="2062"/>
                  </a:lnTo>
                  <a:lnTo>
                    <a:pt x="193" y="1989"/>
                  </a:lnTo>
                  <a:lnTo>
                    <a:pt x="149" y="1913"/>
                  </a:lnTo>
                  <a:lnTo>
                    <a:pt x="111" y="1834"/>
                  </a:lnTo>
                  <a:lnTo>
                    <a:pt x="77" y="1751"/>
                  </a:lnTo>
                  <a:lnTo>
                    <a:pt x="50" y="1667"/>
                  </a:lnTo>
                  <a:lnTo>
                    <a:pt x="28" y="1579"/>
                  </a:lnTo>
                  <a:lnTo>
                    <a:pt x="12" y="1490"/>
                  </a:lnTo>
                  <a:lnTo>
                    <a:pt x="3" y="1398"/>
                  </a:lnTo>
                  <a:lnTo>
                    <a:pt x="0" y="1305"/>
                  </a:lnTo>
                  <a:lnTo>
                    <a:pt x="0" y="1304"/>
                  </a:lnTo>
                  <a:lnTo>
                    <a:pt x="1306" y="1304"/>
                  </a:lnTo>
                  <a:lnTo>
                    <a:pt x="13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6EDDC989-596A-4A8D-B9A0-0942EAA3CA5B}"/>
              </a:ext>
            </a:extLst>
          </p:cNvPr>
          <p:cNvGrpSpPr/>
          <p:nvPr/>
        </p:nvGrpSpPr>
        <p:grpSpPr>
          <a:xfrm>
            <a:off x="10423511" y="5866781"/>
            <a:ext cx="311643" cy="310356"/>
            <a:chOff x="7677150" y="6161088"/>
            <a:chExt cx="3841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01" name="Freeform 779">
              <a:extLst>
                <a:ext uri="{FF2B5EF4-FFF2-40B4-BE49-F238E27FC236}">
                  <a16:creationId xmlns:a16="http://schemas.microsoft.com/office/drawing/2014/main" id="{C54AE61C-F563-4C60-B24B-988E6EF0F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5263" y="6256338"/>
              <a:ext cx="233363" cy="100013"/>
            </a:xfrm>
            <a:custGeom>
              <a:avLst/>
              <a:gdLst>
                <a:gd name="T0" fmla="*/ 0 w 2049"/>
                <a:gd name="T1" fmla="*/ 0 h 875"/>
                <a:gd name="T2" fmla="*/ 2049 w 2049"/>
                <a:gd name="T3" fmla="*/ 0 h 875"/>
                <a:gd name="T4" fmla="*/ 1024 w 2049"/>
                <a:gd name="T5" fmla="*/ 875 h 875"/>
                <a:gd name="T6" fmla="*/ 0 w 2049"/>
                <a:gd name="T7" fmla="*/ 0 h 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49" h="875">
                  <a:moveTo>
                    <a:pt x="0" y="0"/>
                  </a:moveTo>
                  <a:lnTo>
                    <a:pt x="2049" y="0"/>
                  </a:lnTo>
                  <a:lnTo>
                    <a:pt x="1024" y="8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2" name="Freeform 780">
              <a:extLst>
                <a:ext uri="{FF2B5EF4-FFF2-40B4-BE49-F238E27FC236}">
                  <a16:creationId xmlns:a16="http://schemas.microsoft.com/office/drawing/2014/main" id="{82E50E28-8D8D-4FA8-A0B4-764AAB7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5125" y="6265863"/>
              <a:ext cx="76200" cy="141288"/>
            </a:xfrm>
            <a:custGeom>
              <a:avLst/>
              <a:gdLst>
                <a:gd name="T0" fmla="*/ 678 w 678"/>
                <a:gd name="T1" fmla="*/ 0 h 1236"/>
                <a:gd name="T2" fmla="*/ 678 w 678"/>
                <a:gd name="T3" fmla="*/ 1236 h 1236"/>
                <a:gd name="T4" fmla="*/ 0 w 678"/>
                <a:gd name="T5" fmla="*/ 579 h 1236"/>
                <a:gd name="T6" fmla="*/ 678 w 678"/>
                <a:gd name="T7" fmla="*/ 0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8" h="1236">
                  <a:moveTo>
                    <a:pt x="678" y="0"/>
                  </a:moveTo>
                  <a:lnTo>
                    <a:pt x="678" y="1236"/>
                  </a:lnTo>
                  <a:lnTo>
                    <a:pt x="0" y="579"/>
                  </a:lnTo>
                  <a:lnTo>
                    <a:pt x="6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3" name="Freeform 781">
              <a:extLst>
                <a:ext uri="{FF2B5EF4-FFF2-40B4-BE49-F238E27FC236}">
                  <a16:creationId xmlns:a16="http://schemas.microsoft.com/office/drawing/2014/main" id="{9EFD2E43-C01E-4C97-B087-F7552CB82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2563" y="6265863"/>
              <a:ext cx="77788" cy="141288"/>
            </a:xfrm>
            <a:custGeom>
              <a:avLst/>
              <a:gdLst>
                <a:gd name="T0" fmla="*/ 0 w 680"/>
                <a:gd name="T1" fmla="*/ 0 h 1236"/>
                <a:gd name="T2" fmla="*/ 680 w 680"/>
                <a:gd name="T3" fmla="*/ 579 h 1236"/>
                <a:gd name="T4" fmla="*/ 0 w 680"/>
                <a:gd name="T5" fmla="*/ 1236 h 1236"/>
                <a:gd name="T6" fmla="*/ 0 w 680"/>
                <a:gd name="T7" fmla="*/ 0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0" h="1236">
                  <a:moveTo>
                    <a:pt x="0" y="0"/>
                  </a:moveTo>
                  <a:lnTo>
                    <a:pt x="680" y="579"/>
                  </a:lnTo>
                  <a:lnTo>
                    <a:pt x="0" y="12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4" name="Freeform 782">
              <a:extLst>
                <a:ext uri="{FF2B5EF4-FFF2-40B4-BE49-F238E27FC236}">
                  <a16:creationId xmlns:a16="http://schemas.microsoft.com/office/drawing/2014/main" id="{DAA2BD68-7ED1-4699-B288-173828BB1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3675" y="6342063"/>
              <a:ext cx="234950" cy="76200"/>
            </a:xfrm>
            <a:custGeom>
              <a:avLst/>
              <a:gdLst>
                <a:gd name="T0" fmla="*/ 685 w 2076"/>
                <a:gd name="T1" fmla="*/ 0 h 661"/>
                <a:gd name="T2" fmla="*/ 995 w 2076"/>
                <a:gd name="T3" fmla="*/ 261 h 661"/>
                <a:gd name="T4" fmla="*/ 1008 w 2076"/>
                <a:gd name="T5" fmla="*/ 271 h 661"/>
                <a:gd name="T6" fmla="*/ 1024 w 2076"/>
                <a:gd name="T7" fmla="*/ 277 h 661"/>
                <a:gd name="T8" fmla="*/ 1040 w 2076"/>
                <a:gd name="T9" fmla="*/ 278 h 661"/>
                <a:gd name="T10" fmla="*/ 1057 w 2076"/>
                <a:gd name="T11" fmla="*/ 277 h 661"/>
                <a:gd name="T12" fmla="*/ 1072 w 2076"/>
                <a:gd name="T13" fmla="*/ 271 h 661"/>
                <a:gd name="T14" fmla="*/ 1086 w 2076"/>
                <a:gd name="T15" fmla="*/ 261 h 661"/>
                <a:gd name="T16" fmla="*/ 1392 w 2076"/>
                <a:gd name="T17" fmla="*/ 0 h 661"/>
                <a:gd name="T18" fmla="*/ 2076 w 2076"/>
                <a:gd name="T19" fmla="*/ 661 h 661"/>
                <a:gd name="T20" fmla="*/ 0 w 2076"/>
                <a:gd name="T21" fmla="*/ 661 h 661"/>
                <a:gd name="T22" fmla="*/ 685 w 2076"/>
                <a:gd name="T23" fmla="*/ 0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76" h="661">
                  <a:moveTo>
                    <a:pt x="685" y="0"/>
                  </a:moveTo>
                  <a:lnTo>
                    <a:pt x="995" y="261"/>
                  </a:lnTo>
                  <a:lnTo>
                    <a:pt x="1008" y="271"/>
                  </a:lnTo>
                  <a:lnTo>
                    <a:pt x="1024" y="277"/>
                  </a:lnTo>
                  <a:lnTo>
                    <a:pt x="1040" y="278"/>
                  </a:lnTo>
                  <a:lnTo>
                    <a:pt x="1057" y="277"/>
                  </a:lnTo>
                  <a:lnTo>
                    <a:pt x="1072" y="271"/>
                  </a:lnTo>
                  <a:lnTo>
                    <a:pt x="1086" y="261"/>
                  </a:lnTo>
                  <a:lnTo>
                    <a:pt x="1392" y="0"/>
                  </a:lnTo>
                  <a:lnTo>
                    <a:pt x="2076" y="661"/>
                  </a:lnTo>
                  <a:lnTo>
                    <a:pt x="0" y="661"/>
                  </a:lnTo>
                  <a:lnTo>
                    <a:pt x="6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5" name="Freeform 783">
              <a:extLst>
                <a:ext uri="{FF2B5EF4-FFF2-40B4-BE49-F238E27FC236}">
                  <a16:creationId xmlns:a16="http://schemas.microsoft.com/office/drawing/2014/main" id="{EEA6704C-CD88-434A-AB08-B50298A835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7150" y="6161088"/>
              <a:ext cx="250825" cy="41275"/>
            </a:xfrm>
            <a:custGeom>
              <a:avLst/>
              <a:gdLst>
                <a:gd name="T0" fmla="*/ 907 w 2213"/>
                <a:gd name="T1" fmla="*/ 116 h 368"/>
                <a:gd name="T2" fmla="*/ 888 w 2213"/>
                <a:gd name="T3" fmla="*/ 118 h 368"/>
                <a:gd name="T4" fmla="*/ 872 w 2213"/>
                <a:gd name="T5" fmla="*/ 125 h 368"/>
                <a:gd name="T6" fmla="*/ 858 w 2213"/>
                <a:gd name="T7" fmla="*/ 137 h 368"/>
                <a:gd name="T8" fmla="*/ 847 w 2213"/>
                <a:gd name="T9" fmla="*/ 151 h 368"/>
                <a:gd name="T10" fmla="*/ 840 w 2213"/>
                <a:gd name="T11" fmla="*/ 167 h 368"/>
                <a:gd name="T12" fmla="*/ 837 w 2213"/>
                <a:gd name="T13" fmla="*/ 185 h 368"/>
                <a:gd name="T14" fmla="*/ 839 w 2213"/>
                <a:gd name="T15" fmla="*/ 203 h 368"/>
                <a:gd name="T16" fmla="*/ 846 w 2213"/>
                <a:gd name="T17" fmla="*/ 220 h 368"/>
                <a:gd name="T18" fmla="*/ 856 w 2213"/>
                <a:gd name="T19" fmla="*/ 234 h 368"/>
                <a:gd name="T20" fmla="*/ 871 w 2213"/>
                <a:gd name="T21" fmla="*/ 245 h 368"/>
                <a:gd name="T22" fmla="*/ 887 w 2213"/>
                <a:gd name="T23" fmla="*/ 253 h 368"/>
                <a:gd name="T24" fmla="*/ 907 w 2213"/>
                <a:gd name="T25" fmla="*/ 255 h 368"/>
                <a:gd name="T26" fmla="*/ 1307 w 2213"/>
                <a:gd name="T27" fmla="*/ 255 h 368"/>
                <a:gd name="T28" fmla="*/ 1325 w 2213"/>
                <a:gd name="T29" fmla="*/ 253 h 368"/>
                <a:gd name="T30" fmla="*/ 1341 w 2213"/>
                <a:gd name="T31" fmla="*/ 245 h 368"/>
                <a:gd name="T32" fmla="*/ 1355 w 2213"/>
                <a:gd name="T33" fmla="*/ 234 h 368"/>
                <a:gd name="T34" fmla="*/ 1365 w 2213"/>
                <a:gd name="T35" fmla="*/ 220 h 368"/>
                <a:gd name="T36" fmla="*/ 1372 w 2213"/>
                <a:gd name="T37" fmla="*/ 203 h 368"/>
                <a:gd name="T38" fmla="*/ 1374 w 2213"/>
                <a:gd name="T39" fmla="*/ 185 h 368"/>
                <a:gd name="T40" fmla="*/ 1372 w 2213"/>
                <a:gd name="T41" fmla="*/ 167 h 368"/>
                <a:gd name="T42" fmla="*/ 1365 w 2213"/>
                <a:gd name="T43" fmla="*/ 151 h 368"/>
                <a:gd name="T44" fmla="*/ 1355 w 2213"/>
                <a:gd name="T45" fmla="*/ 137 h 368"/>
                <a:gd name="T46" fmla="*/ 1340 w 2213"/>
                <a:gd name="T47" fmla="*/ 125 h 368"/>
                <a:gd name="T48" fmla="*/ 1324 w 2213"/>
                <a:gd name="T49" fmla="*/ 118 h 368"/>
                <a:gd name="T50" fmla="*/ 1304 w 2213"/>
                <a:gd name="T51" fmla="*/ 116 h 368"/>
                <a:gd name="T52" fmla="*/ 907 w 2213"/>
                <a:gd name="T53" fmla="*/ 116 h 368"/>
                <a:gd name="T54" fmla="*/ 0 w 2213"/>
                <a:gd name="T55" fmla="*/ 0 h 368"/>
                <a:gd name="T56" fmla="*/ 2213 w 2213"/>
                <a:gd name="T57" fmla="*/ 0 h 368"/>
                <a:gd name="T58" fmla="*/ 2213 w 2213"/>
                <a:gd name="T59" fmla="*/ 368 h 368"/>
                <a:gd name="T60" fmla="*/ 0 w 2213"/>
                <a:gd name="T61" fmla="*/ 368 h 368"/>
                <a:gd name="T62" fmla="*/ 0 w 2213"/>
                <a:gd name="T63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3" h="368">
                  <a:moveTo>
                    <a:pt x="907" y="116"/>
                  </a:moveTo>
                  <a:lnTo>
                    <a:pt x="888" y="118"/>
                  </a:lnTo>
                  <a:lnTo>
                    <a:pt x="872" y="125"/>
                  </a:lnTo>
                  <a:lnTo>
                    <a:pt x="858" y="137"/>
                  </a:lnTo>
                  <a:lnTo>
                    <a:pt x="847" y="151"/>
                  </a:lnTo>
                  <a:lnTo>
                    <a:pt x="840" y="167"/>
                  </a:lnTo>
                  <a:lnTo>
                    <a:pt x="837" y="185"/>
                  </a:lnTo>
                  <a:lnTo>
                    <a:pt x="839" y="203"/>
                  </a:lnTo>
                  <a:lnTo>
                    <a:pt x="846" y="220"/>
                  </a:lnTo>
                  <a:lnTo>
                    <a:pt x="856" y="234"/>
                  </a:lnTo>
                  <a:lnTo>
                    <a:pt x="871" y="245"/>
                  </a:lnTo>
                  <a:lnTo>
                    <a:pt x="887" y="253"/>
                  </a:lnTo>
                  <a:lnTo>
                    <a:pt x="907" y="255"/>
                  </a:lnTo>
                  <a:lnTo>
                    <a:pt x="1307" y="255"/>
                  </a:lnTo>
                  <a:lnTo>
                    <a:pt x="1325" y="253"/>
                  </a:lnTo>
                  <a:lnTo>
                    <a:pt x="1341" y="245"/>
                  </a:lnTo>
                  <a:lnTo>
                    <a:pt x="1355" y="234"/>
                  </a:lnTo>
                  <a:lnTo>
                    <a:pt x="1365" y="220"/>
                  </a:lnTo>
                  <a:lnTo>
                    <a:pt x="1372" y="203"/>
                  </a:lnTo>
                  <a:lnTo>
                    <a:pt x="1374" y="185"/>
                  </a:lnTo>
                  <a:lnTo>
                    <a:pt x="1372" y="167"/>
                  </a:lnTo>
                  <a:lnTo>
                    <a:pt x="1365" y="151"/>
                  </a:lnTo>
                  <a:lnTo>
                    <a:pt x="1355" y="137"/>
                  </a:lnTo>
                  <a:lnTo>
                    <a:pt x="1340" y="125"/>
                  </a:lnTo>
                  <a:lnTo>
                    <a:pt x="1324" y="118"/>
                  </a:lnTo>
                  <a:lnTo>
                    <a:pt x="1304" y="116"/>
                  </a:lnTo>
                  <a:lnTo>
                    <a:pt x="907" y="116"/>
                  </a:lnTo>
                  <a:close/>
                  <a:moveTo>
                    <a:pt x="0" y="0"/>
                  </a:moveTo>
                  <a:lnTo>
                    <a:pt x="2213" y="0"/>
                  </a:lnTo>
                  <a:lnTo>
                    <a:pt x="2213" y="368"/>
                  </a:lnTo>
                  <a:lnTo>
                    <a:pt x="0" y="36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6" name="Freeform 784">
              <a:extLst>
                <a:ext uri="{FF2B5EF4-FFF2-40B4-BE49-F238E27FC236}">
                  <a16:creationId xmlns:a16="http://schemas.microsoft.com/office/drawing/2014/main" id="{48A67B87-B187-4DBB-9EE3-B0FCBF555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7150" y="6223001"/>
              <a:ext cx="250825" cy="244475"/>
            </a:xfrm>
            <a:custGeom>
              <a:avLst/>
              <a:gdLst>
                <a:gd name="T0" fmla="*/ 0 w 2213"/>
                <a:gd name="T1" fmla="*/ 0 h 2156"/>
                <a:gd name="T2" fmla="*/ 2213 w 2213"/>
                <a:gd name="T3" fmla="*/ 0 h 2156"/>
                <a:gd name="T4" fmla="*/ 2213 w 2213"/>
                <a:gd name="T5" fmla="*/ 121 h 2156"/>
                <a:gd name="T6" fmla="*/ 929 w 2213"/>
                <a:gd name="T7" fmla="*/ 121 h 2156"/>
                <a:gd name="T8" fmla="*/ 929 w 2213"/>
                <a:gd name="T9" fmla="*/ 1896 h 2156"/>
                <a:gd name="T10" fmla="*/ 2213 w 2213"/>
                <a:gd name="T11" fmla="*/ 1896 h 2156"/>
                <a:gd name="T12" fmla="*/ 2213 w 2213"/>
                <a:gd name="T13" fmla="*/ 2156 h 2156"/>
                <a:gd name="T14" fmla="*/ 0 w 2213"/>
                <a:gd name="T15" fmla="*/ 2156 h 2156"/>
                <a:gd name="T16" fmla="*/ 0 w 2213"/>
                <a:gd name="T17" fmla="*/ 0 h 2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13" h="2156">
                  <a:moveTo>
                    <a:pt x="0" y="0"/>
                  </a:moveTo>
                  <a:lnTo>
                    <a:pt x="2213" y="0"/>
                  </a:lnTo>
                  <a:lnTo>
                    <a:pt x="2213" y="121"/>
                  </a:lnTo>
                  <a:lnTo>
                    <a:pt x="929" y="121"/>
                  </a:lnTo>
                  <a:lnTo>
                    <a:pt x="929" y="1896"/>
                  </a:lnTo>
                  <a:lnTo>
                    <a:pt x="2213" y="1896"/>
                  </a:lnTo>
                  <a:lnTo>
                    <a:pt x="2213" y="2156"/>
                  </a:lnTo>
                  <a:lnTo>
                    <a:pt x="0" y="215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07" name="Freeform 785">
              <a:extLst>
                <a:ext uri="{FF2B5EF4-FFF2-40B4-BE49-F238E27FC236}">
                  <a16:creationId xmlns:a16="http://schemas.microsoft.com/office/drawing/2014/main" id="{226CE5B7-CA5F-44EE-87BD-12D239E32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7150" y="6488113"/>
              <a:ext cx="250825" cy="55563"/>
            </a:xfrm>
            <a:custGeom>
              <a:avLst/>
              <a:gdLst>
                <a:gd name="T0" fmla="*/ 850 w 2213"/>
                <a:gd name="T1" fmla="*/ 182 h 502"/>
                <a:gd name="T2" fmla="*/ 832 w 2213"/>
                <a:gd name="T3" fmla="*/ 186 h 502"/>
                <a:gd name="T4" fmla="*/ 815 w 2213"/>
                <a:gd name="T5" fmla="*/ 192 h 502"/>
                <a:gd name="T6" fmla="*/ 801 w 2213"/>
                <a:gd name="T7" fmla="*/ 203 h 502"/>
                <a:gd name="T8" fmla="*/ 790 w 2213"/>
                <a:gd name="T9" fmla="*/ 216 h 502"/>
                <a:gd name="T10" fmla="*/ 782 w 2213"/>
                <a:gd name="T11" fmla="*/ 234 h 502"/>
                <a:gd name="T12" fmla="*/ 780 w 2213"/>
                <a:gd name="T13" fmla="*/ 252 h 502"/>
                <a:gd name="T14" fmla="*/ 782 w 2213"/>
                <a:gd name="T15" fmla="*/ 271 h 502"/>
                <a:gd name="T16" fmla="*/ 790 w 2213"/>
                <a:gd name="T17" fmla="*/ 287 h 502"/>
                <a:gd name="T18" fmla="*/ 800 w 2213"/>
                <a:gd name="T19" fmla="*/ 302 h 502"/>
                <a:gd name="T20" fmla="*/ 814 w 2213"/>
                <a:gd name="T21" fmla="*/ 312 h 502"/>
                <a:gd name="T22" fmla="*/ 831 w 2213"/>
                <a:gd name="T23" fmla="*/ 319 h 502"/>
                <a:gd name="T24" fmla="*/ 850 w 2213"/>
                <a:gd name="T25" fmla="*/ 322 h 502"/>
                <a:gd name="T26" fmla="*/ 1361 w 2213"/>
                <a:gd name="T27" fmla="*/ 322 h 502"/>
                <a:gd name="T28" fmla="*/ 1380 w 2213"/>
                <a:gd name="T29" fmla="*/ 319 h 502"/>
                <a:gd name="T30" fmla="*/ 1398 w 2213"/>
                <a:gd name="T31" fmla="*/ 312 h 502"/>
                <a:gd name="T32" fmla="*/ 1412 w 2213"/>
                <a:gd name="T33" fmla="*/ 302 h 502"/>
                <a:gd name="T34" fmla="*/ 1423 w 2213"/>
                <a:gd name="T35" fmla="*/ 287 h 502"/>
                <a:gd name="T36" fmla="*/ 1430 w 2213"/>
                <a:gd name="T37" fmla="*/ 271 h 502"/>
                <a:gd name="T38" fmla="*/ 1431 w 2213"/>
                <a:gd name="T39" fmla="*/ 252 h 502"/>
                <a:gd name="T40" fmla="*/ 1429 w 2213"/>
                <a:gd name="T41" fmla="*/ 234 h 502"/>
                <a:gd name="T42" fmla="*/ 1422 w 2213"/>
                <a:gd name="T43" fmla="*/ 217 h 502"/>
                <a:gd name="T44" fmla="*/ 1411 w 2213"/>
                <a:gd name="T45" fmla="*/ 204 h 502"/>
                <a:gd name="T46" fmla="*/ 1397 w 2213"/>
                <a:gd name="T47" fmla="*/ 193 h 502"/>
                <a:gd name="T48" fmla="*/ 1380 w 2213"/>
                <a:gd name="T49" fmla="*/ 186 h 502"/>
                <a:gd name="T50" fmla="*/ 1361 w 2213"/>
                <a:gd name="T51" fmla="*/ 182 h 502"/>
                <a:gd name="T52" fmla="*/ 850 w 2213"/>
                <a:gd name="T53" fmla="*/ 182 h 502"/>
                <a:gd name="T54" fmla="*/ 0 w 2213"/>
                <a:gd name="T55" fmla="*/ 0 h 502"/>
                <a:gd name="T56" fmla="*/ 2213 w 2213"/>
                <a:gd name="T57" fmla="*/ 0 h 502"/>
                <a:gd name="T58" fmla="*/ 2213 w 2213"/>
                <a:gd name="T59" fmla="*/ 502 h 502"/>
                <a:gd name="T60" fmla="*/ 0 w 2213"/>
                <a:gd name="T61" fmla="*/ 502 h 502"/>
                <a:gd name="T62" fmla="*/ 0 w 2213"/>
                <a:gd name="T6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13" h="502">
                  <a:moveTo>
                    <a:pt x="850" y="182"/>
                  </a:moveTo>
                  <a:lnTo>
                    <a:pt x="832" y="186"/>
                  </a:lnTo>
                  <a:lnTo>
                    <a:pt x="815" y="192"/>
                  </a:lnTo>
                  <a:lnTo>
                    <a:pt x="801" y="203"/>
                  </a:lnTo>
                  <a:lnTo>
                    <a:pt x="790" y="216"/>
                  </a:lnTo>
                  <a:lnTo>
                    <a:pt x="782" y="234"/>
                  </a:lnTo>
                  <a:lnTo>
                    <a:pt x="780" y="252"/>
                  </a:lnTo>
                  <a:lnTo>
                    <a:pt x="782" y="271"/>
                  </a:lnTo>
                  <a:lnTo>
                    <a:pt x="790" y="287"/>
                  </a:lnTo>
                  <a:lnTo>
                    <a:pt x="800" y="302"/>
                  </a:lnTo>
                  <a:lnTo>
                    <a:pt x="814" y="312"/>
                  </a:lnTo>
                  <a:lnTo>
                    <a:pt x="831" y="319"/>
                  </a:lnTo>
                  <a:lnTo>
                    <a:pt x="850" y="322"/>
                  </a:lnTo>
                  <a:lnTo>
                    <a:pt x="1361" y="322"/>
                  </a:lnTo>
                  <a:lnTo>
                    <a:pt x="1380" y="319"/>
                  </a:lnTo>
                  <a:lnTo>
                    <a:pt x="1398" y="312"/>
                  </a:lnTo>
                  <a:lnTo>
                    <a:pt x="1412" y="302"/>
                  </a:lnTo>
                  <a:lnTo>
                    <a:pt x="1423" y="287"/>
                  </a:lnTo>
                  <a:lnTo>
                    <a:pt x="1430" y="271"/>
                  </a:lnTo>
                  <a:lnTo>
                    <a:pt x="1431" y="252"/>
                  </a:lnTo>
                  <a:lnTo>
                    <a:pt x="1429" y="234"/>
                  </a:lnTo>
                  <a:lnTo>
                    <a:pt x="1422" y="217"/>
                  </a:lnTo>
                  <a:lnTo>
                    <a:pt x="1411" y="204"/>
                  </a:lnTo>
                  <a:lnTo>
                    <a:pt x="1397" y="193"/>
                  </a:lnTo>
                  <a:lnTo>
                    <a:pt x="1380" y="186"/>
                  </a:lnTo>
                  <a:lnTo>
                    <a:pt x="1361" y="182"/>
                  </a:lnTo>
                  <a:lnTo>
                    <a:pt x="850" y="182"/>
                  </a:lnTo>
                  <a:close/>
                  <a:moveTo>
                    <a:pt x="0" y="0"/>
                  </a:moveTo>
                  <a:lnTo>
                    <a:pt x="2213" y="0"/>
                  </a:lnTo>
                  <a:lnTo>
                    <a:pt x="2213" y="502"/>
                  </a:lnTo>
                  <a:lnTo>
                    <a:pt x="0" y="5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38E430E9-9802-4094-B99A-300F5F05D155}"/>
              </a:ext>
            </a:extLst>
          </p:cNvPr>
          <p:cNvGrpSpPr/>
          <p:nvPr/>
        </p:nvGrpSpPr>
        <p:grpSpPr>
          <a:xfrm>
            <a:off x="9773294" y="5867425"/>
            <a:ext cx="226649" cy="309068"/>
            <a:chOff x="7146925" y="5921375"/>
            <a:chExt cx="279400" cy="38100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09" name="Freeform 790">
              <a:extLst>
                <a:ext uri="{FF2B5EF4-FFF2-40B4-BE49-F238E27FC236}">
                  <a16:creationId xmlns:a16="http://schemas.microsoft.com/office/drawing/2014/main" id="{979D8F9D-92C6-4FA5-8466-E4943CB61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6613" y="5921375"/>
              <a:ext cx="200025" cy="150813"/>
            </a:xfrm>
            <a:custGeom>
              <a:avLst/>
              <a:gdLst>
                <a:gd name="T0" fmla="*/ 956 w 1760"/>
                <a:gd name="T1" fmla="*/ 3 h 1324"/>
                <a:gd name="T2" fmla="*/ 1101 w 1760"/>
                <a:gd name="T3" fmla="*/ 28 h 1324"/>
                <a:gd name="T4" fmla="*/ 1239 w 1760"/>
                <a:gd name="T5" fmla="*/ 76 h 1324"/>
                <a:gd name="T6" fmla="*/ 1364 w 1760"/>
                <a:gd name="T7" fmla="*/ 144 h 1324"/>
                <a:gd name="T8" fmla="*/ 1476 w 1760"/>
                <a:gd name="T9" fmla="*/ 232 h 1324"/>
                <a:gd name="T10" fmla="*/ 1573 w 1760"/>
                <a:gd name="T11" fmla="*/ 336 h 1324"/>
                <a:gd name="T12" fmla="*/ 1652 w 1760"/>
                <a:gd name="T13" fmla="*/ 455 h 1324"/>
                <a:gd name="T14" fmla="*/ 1711 w 1760"/>
                <a:gd name="T15" fmla="*/ 586 h 1324"/>
                <a:gd name="T16" fmla="*/ 1748 w 1760"/>
                <a:gd name="T17" fmla="*/ 728 h 1324"/>
                <a:gd name="T18" fmla="*/ 1760 w 1760"/>
                <a:gd name="T19" fmla="*/ 878 h 1324"/>
                <a:gd name="T20" fmla="*/ 1327 w 1760"/>
                <a:gd name="T21" fmla="*/ 1324 h 1324"/>
                <a:gd name="T22" fmla="*/ 1324 w 1760"/>
                <a:gd name="T23" fmla="*/ 826 h 1324"/>
                <a:gd name="T24" fmla="*/ 1301 w 1760"/>
                <a:gd name="T25" fmla="*/ 728 h 1324"/>
                <a:gd name="T26" fmla="*/ 1257 w 1760"/>
                <a:gd name="T27" fmla="*/ 640 h 1324"/>
                <a:gd name="T28" fmla="*/ 1196 w 1760"/>
                <a:gd name="T29" fmla="*/ 563 h 1324"/>
                <a:gd name="T30" fmla="*/ 1120 w 1760"/>
                <a:gd name="T31" fmla="*/ 502 h 1324"/>
                <a:gd name="T32" fmla="*/ 1031 w 1760"/>
                <a:gd name="T33" fmla="*/ 458 h 1324"/>
                <a:gd name="T34" fmla="*/ 932 w 1760"/>
                <a:gd name="T35" fmla="*/ 436 h 1324"/>
                <a:gd name="T36" fmla="*/ 829 w 1760"/>
                <a:gd name="T37" fmla="*/ 436 h 1324"/>
                <a:gd name="T38" fmla="*/ 730 w 1760"/>
                <a:gd name="T39" fmla="*/ 458 h 1324"/>
                <a:gd name="T40" fmla="*/ 641 w 1760"/>
                <a:gd name="T41" fmla="*/ 502 h 1324"/>
                <a:gd name="T42" fmla="*/ 564 w 1760"/>
                <a:gd name="T43" fmla="*/ 563 h 1324"/>
                <a:gd name="T44" fmla="*/ 503 w 1760"/>
                <a:gd name="T45" fmla="*/ 639 h 1324"/>
                <a:gd name="T46" fmla="*/ 460 w 1760"/>
                <a:gd name="T47" fmla="*/ 728 h 1324"/>
                <a:gd name="T48" fmla="*/ 436 w 1760"/>
                <a:gd name="T49" fmla="*/ 826 h 1324"/>
                <a:gd name="T50" fmla="*/ 433 w 1760"/>
                <a:gd name="T51" fmla="*/ 1324 h 1324"/>
                <a:gd name="T52" fmla="*/ 0 w 1760"/>
                <a:gd name="T53" fmla="*/ 878 h 1324"/>
                <a:gd name="T54" fmla="*/ 13 w 1760"/>
                <a:gd name="T55" fmla="*/ 728 h 1324"/>
                <a:gd name="T56" fmla="*/ 50 w 1760"/>
                <a:gd name="T57" fmla="*/ 587 h 1324"/>
                <a:gd name="T58" fmla="*/ 108 w 1760"/>
                <a:gd name="T59" fmla="*/ 455 h 1324"/>
                <a:gd name="T60" fmla="*/ 187 w 1760"/>
                <a:gd name="T61" fmla="*/ 336 h 1324"/>
                <a:gd name="T62" fmla="*/ 284 w 1760"/>
                <a:gd name="T63" fmla="*/ 232 h 1324"/>
                <a:gd name="T64" fmla="*/ 396 w 1760"/>
                <a:gd name="T65" fmla="*/ 144 h 1324"/>
                <a:gd name="T66" fmla="*/ 522 w 1760"/>
                <a:gd name="T67" fmla="*/ 76 h 1324"/>
                <a:gd name="T68" fmla="*/ 659 w 1760"/>
                <a:gd name="T69" fmla="*/ 28 h 1324"/>
                <a:gd name="T70" fmla="*/ 804 w 1760"/>
                <a:gd name="T71" fmla="*/ 3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60" h="1324">
                  <a:moveTo>
                    <a:pt x="880" y="0"/>
                  </a:moveTo>
                  <a:lnTo>
                    <a:pt x="956" y="3"/>
                  </a:lnTo>
                  <a:lnTo>
                    <a:pt x="1029" y="12"/>
                  </a:lnTo>
                  <a:lnTo>
                    <a:pt x="1101" y="28"/>
                  </a:lnTo>
                  <a:lnTo>
                    <a:pt x="1171" y="49"/>
                  </a:lnTo>
                  <a:lnTo>
                    <a:pt x="1239" y="76"/>
                  </a:lnTo>
                  <a:lnTo>
                    <a:pt x="1303" y="107"/>
                  </a:lnTo>
                  <a:lnTo>
                    <a:pt x="1364" y="144"/>
                  </a:lnTo>
                  <a:lnTo>
                    <a:pt x="1422" y="186"/>
                  </a:lnTo>
                  <a:lnTo>
                    <a:pt x="1476" y="232"/>
                  </a:lnTo>
                  <a:lnTo>
                    <a:pt x="1527" y="282"/>
                  </a:lnTo>
                  <a:lnTo>
                    <a:pt x="1573" y="336"/>
                  </a:lnTo>
                  <a:lnTo>
                    <a:pt x="1615" y="394"/>
                  </a:lnTo>
                  <a:lnTo>
                    <a:pt x="1652" y="455"/>
                  </a:lnTo>
                  <a:lnTo>
                    <a:pt x="1684" y="519"/>
                  </a:lnTo>
                  <a:lnTo>
                    <a:pt x="1711" y="586"/>
                  </a:lnTo>
                  <a:lnTo>
                    <a:pt x="1733" y="656"/>
                  </a:lnTo>
                  <a:lnTo>
                    <a:pt x="1748" y="728"/>
                  </a:lnTo>
                  <a:lnTo>
                    <a:pt x="1757" y="803"/>
                  </a:lnTo>
                  <a:lnTo>
                    <a:pt x="1760" y="878"/>
                  </a:lnTo>
                  <a:lnTo>
                    <a:pt x="1760" y="1324"/>
                  </a:lnTo>
                  <a:lnTo>
                    <a:pt x="1327" y="1324"/>
                  </a:lnTo>
                  <a:lnTo>
                    <a:pt x="1327" y="878"/>
                  </a:lnTo>
                  <a:lnTo>
                    <a:pt x="1324" y="826"/>
                  </a:lnTo>
                  <a:lnTo>
                    <a:pt x="1315" y="776"/>
                  </a:lnTo>
                  <a:lnTo>
                    <a:pt x="1301" y="728"/>
                  </a:lnTo>
                  <a:lnTo>
                    <a:pt x="1282" y="683"/>
                  </a:lnTo>
                  <a:lnTo>
                    <a:pt x="1257" y="640"/>
                  </a:lnTo>
                  <a:lnTo>
                    <a:pt x="1228" y="600"/>
                  </a:lnTo>
                  <a:lnTo>
                    <a:pt x="1196" y="563"/>
                  </a:lnTo>
                  <a:lnTo>
                    <a:pt x="1160" y="531"/>
                  </a:lnTo>
                  <a:lnTo>
                    <a:pt x="1120" y="502"/>
                  </a:lnTo>
                  <a:lnTo>
                    <a:pt x="1077" y="478"/>
                  </a:lnTo>
                  <a:lnTo>
                    <a:pt x="1031" y="458"/>
                  </a:lnTo>
                  <a:lnTo>
                    <a:pt x="982" y="444"/>
                  </a:lnTo>
                  <a:lnTo>
                    <a:pt x="932" y="436"/>
                  </a:lnTo>
                  <a:lnTo>
                    <a:pt x="880" y="433"/>
                  </a:lnTo>
                  <a:lnTo>
                    <a:pt x="829" y="436"/>
                  </a:lnTo>
                  <a:lnTo>
                    <a:pt x="778" y="444"/>
                  </a:lnTo>
                  <a:lnTo>
                    <a:pt x="730" y="458"/>
                  </a:lnTo>
                  <a:lnTo>
                    <a:pt x="684" y="478"/>
                  </a:lnTo>
                  <a:lnTo>
                    <a:pt x="641" y="502"/>
                  </a:lnTo>
                  <a:lnTo>
                    <a:pt x="601" y="531"/>
                  </a:lnTo>
                  <a:lnTo>
                    <a:pt x="564" y="563"/>
                  </a:lnTo>
                  <a:lnTo>
                    <a:pt x="531" y="599"/>
                  </a:lnTo>
                  <a:lnTo>
                    <a:pt x="503" y="639"/>
                  </a:lnTo>
                  <a:lnTo>
                    <a:pt x="479" y="682"/>
                  </a:lnTo>
                  <a:lnTo>
                    <a:pt x="460" y="728"/>
                  </a:lnTo>
                  <a:lnTo>
                    <a:pt x="445" y="776"/>
                  </a:lnTo>
                  <a:lnTo>
                    <a:pt x="436" y="826"/>
                  </a:lnTo>
                  <a:lnTo>
                    <a:pt x="433" y="878"/>
                  </a:lnTo>
                  <a:lnTo>
                    <a:pt x="433" y="1324"/>
                  </a:lnTo>
                  <a:lnTo>
                    <a:pt x="0" y="1324"/>
                  </a:lnTo>
                  <a:lnTo>
                    <a:pt x="0" y="878"/>
                  </a:lnTo>
                  <a:lnTo>
                    <a:pt x="3" y="803"/>
                  </a:lnTo>
                  <a:lnTo>
                    <a:pt x="13" y="728"/>
                  </a:lnTo>
                  <a:lnTo>
                    <a:pt x="28" y="656"/>
                  </a:lnTo>
                  <a:lnTo>
                    <a:pt x="50" y="587"/>
                  </a:lnTo>
                  <a:lnTo>
                    <a:pt x="76" y="519"/>
                  </a:lnTo>
                  <a:lnTo>
                    <a:pt x="108" y="455"/>
                  </a:lnTo>
                  <a:lnTo>
                    <a:pt x="146" y="395"/>
                  </a:lnTo>
                  <a:lnTo>
                    <a:pt x="187" y="336"/>
                  </a:lnTo>
                  <a:lnTo>
                    <a:pt x="234" y="282"/>
                  </a:lnTo>
                  <a:lnTo>
                    <a:pt x="284" y="232"/>
                  </a:lnTo>
                  <a:lnTo>
                    <a:pt x="339" y="186"/>
                  </a:lnTo>
                  <a:lnTo>
                    <a:pt x="396" y="144"/>
                  </a:lnTo>
                  <a:lnTo>
                    <a:pt x="458" y="107"/>
                  </a:lnTo>
                  <a:lnTo>
                    <a:pt x="522" y="76"/>
                  </a:lnTo>
                  <a:lnTo>
                    <a:pt x="589" y="49"/>
                  </a:lnTo>
                  <a:lnTo>
                    <a:pt x="659" y="28"/>
                  </a:lnTo>
                  <a:lnTo>
                    <a:pt x="730" y="12"/>
                  </a:lnTo>
                  <a:lnTo>
                    <a:pt x="804" y="3"/>
                  </a:lnTo>
                  <a:lnTo>
                    <a:pt x="8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0" name="Freeform 791">
              <a:extLst>
                <a:ext uri="{FF2B5EF4-FFF2-40B4-BE49-F238E27FC236}">
                  <a16:creationId xmlns:a16="http://schemas.microsoft.com/office/drawing/2014/main" id="{AB0AEC47-B0CC-4E46-84EF-A470D10324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6088063"/>
              <a:ext cx="279400" cy="214313"/>
            </a:xfrm>
            <a:custGeom>
              <a:avLst/>
              <a:gdLst>
                <a:gd name="T0" fmla="*/ 1197 w 2471"/>
                <a:gd name="T1" fmla="*/ 529 h 1894"/>
                <a:gd name="T2" fmla="*/ 1127 w 2471"/>
                <a:gd name="T3" fmla="*/ 551 h 1894"/>
                <a:gd name="T4" fmla="*/ 1070 w 2471"/>
                <a:gd name="T5" fmla="*/ 594 h 1894"/>
                <a:gd name="T6" fmla="*/ 1028 w 2471"/>
                <a:gd name="T7" fmla="*/ 652 h 1894"/>
                <a:gd name="T8" fmla="*/ 1004 w 2471"/>
                <a:gd name="T9" fmla="*/ 720 h 1894"/>
                <a:gd name="T10" fmla="*/ 1004 w 2471"/>
                <a:gd name="T11" fmla="*/ 793 h 1894"/>
                <a:gd name="T12" fmla="*/ 1026 w 2471"/>
                <a:gd name="T13" fmla="*/ 858 h 1894"/>
                <a:gd name="T14" fmla="*/ 1065 w 2471"/>
                <a:gd name="T15" fmla="*/ 913 h 1894"/>
                <a:gd name="T16" fmla="*/ 1116 w 2471"/>
                <a:gd name="T17" fmla="*/ 956 h 1894"/>
                <a:gd name="T18" fmla="*/ 1430 w 2471"/>
                <a:gd name="T19" fmla="*/ 1370 h 1894"/>
                <a:gd name="T20" fmla="*/ 1380 w 2471"/>
                <a:gd name="T21" fmla="*/ 937 h 1894"/>
                <a:gd name="T22" fmla="*/ 1427 w 2471"/>
                <a:gd name="T23" fmla="*/ 888 h 1894"/>
                <a:gd name="T24" fmla="*/ 1456 w 2471"/>
                <a:gd name="T25" fmla="*/ 827 h 1894"/>
                <a:gd name="T26" fmla="*/ 1467 w 2471"/>
                <a:gd name="T27" fmla="*/ 758 h 1894"/>
                <a:gd name="T28" fmla="*/ 1455 w 2471"/>
                <a:gd name="T29" fmla="*/ 685 h 1894"/>
                <a:gd name="T30" fmla="*/ 1421 w 2471"/>
                <a:gd name="T31" fmla="*/ 621 h 1894"/>
                <a:gd name="T32" fmla="*/ 1371 w 2471"/>
                <a:gd name="T33" fmla="*/ 571 h 1894"/>
                <a:gd name="T34" fmla="*/ 1308 w 2471"/>
                <a:gd name="T35" fmla="*/ 538 h 1894"/>
                <a:gd name="T36" fmla="*/ 1234 w 2471"/>
                <a:gd name="T37" fmla="*/ 526 h 1894"/>
                <a:gd name="T38" fmla="*/ 2230 w 2471"/>
                <a:gd name="T39" fmla="*/ 0 h 1894"/>
                <a:gd name="T40" fmla="*/ 2307 w 2471"/>
                <a:gd name="T41" fmla="*/ 12 h 1894"/>
                <a:gd name="T42" fmla="*/ 2372 w 2471"/>
                <a:gd name="T43" fmla="*/ 45 h 1894"/>
                <a:gd name="T44" fmla="*/ 2425 w 2471"/>
                <a:gd name="T45" fmla="*/ 97 h 1894"/>
                <a:gd name="T46" fmla="*/ 2459 w 2471"/>
                <a:gd name="T47" fmla="*/ 163 h 1894"/>
                <a:gd name="T48" fmla="*/ 2471 w 2471"/>
                <a:gd name="T49" fmla="*/ 237 h 1894"/>
                <a:gd name="T50" fmla="*/ 2468 w 2471"/>
                <a:gd name="T51" fmla="*/ 1694 h 1894"/>
                <a:gd name="T52" fmla="*/ 2444 w 2471"/>
                <a:gd name="T53" fmla="*/ 1765 h 1894"/>
                <a:gd name="T54" fmla="*/ 2401 w 2471"/>
                <a:gd name="T55" fmla="*/ 1823 h 1894"/>
                <a:gd name="T56" fmla="*/ 2342 w 2471"/>
                <a:gd name="T57" fmla="*/ 1867 h 1894"/>
                <a:gd name="T58" fmla="*/ 2271 w 2471"/>
                <a:gd name="T59" fmla="*/ 1891 h 1894"/>
                <a:gd name="T60" fmla="*/ 238 w 2471"/>
                <a:gd name="T61" fmla="*/ 1894 h 1894"/>
                <a:gd name="T62" fmla="*/ 163 w 2471"/>
                <a:gd name="T63" fmla="*/ 1882 h 1894"/>
                <a:gd name="T64" fmla="*/ 97 w 2471"/>
                <a:gd name="T65" fmla="*/ 1848 h 1894"/>
                <a:gd name="T66" fmla="*/ 46 w 2471"/>
                <a:gd name="T67" fmla="*/ 1796 h 1894"/>
                <a:gd name="T68" fmla="*/ 12 w 2471"/>
                <a:gd name="T69" fmla="*/ 1731 h 1894"/>
                <a:gd name="T70" fmla="*/ 0 w 2471"/>
                <a:gd name="T71" fmla="*/ 1656 h 1894"/>
                <a:gd name="T72" fmla="*/ 3 w 2471"/>
                <a:gd name="T73" fmla="*/ 199 h 1894"/>
                <a:gd name="T74" fmla="*/ 27 w 2471"/>
                <a:gd name="T75" fmla="*/ 129 h 1894"/>
                <a:gd name="T76" fmla="*/ 70 w 2471"/>
                <a:gd name="T77" fmla="*/ 70 h 1894"/>
                <a:gd name="T78" fmla="*/ 128 w 2471"/>
                <a:gd name="T79" fmla="*/ 27 h 1894"/>
                <a:gd name="T80" fmla="*/ 200 w 2471"/>
                <a:gd name="T81" fmla="*/ 3 h 1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71" h="1894">
                  <a:moveTo>
                    <a:pt x="1234" y="526"/>
                  </a:moveTo>
                  <a:lnTo>
                    <a:pt x="1197" y="529"/>
                  </a:lnTo>
                  <a:lnTo>
                    <a:pt x="1161" y="538"/>
                  </a:lnTo>
                  <a:lnTo>
                    <a:pt x="1127" y="551"/>
                  </a:lnTo>
                  <a:lnTo>
                    <a:pt x="1097" y="571"/>
                  </a:lnTo>
                  <a:lnTo>
                    <a:pt x="1070" y="594"/>
                  </a:lnTo>
                  <a:lnTo>
                    <a:pt x="1046" y="621"/>
                  </a:lnTo>
                  <a:lnTo>
                    <a:pt x="1028" y="652"/>
                  </a:lnTo>
                  <a:lnTo>
                    <a:pt x="1014" y="684"/>
                  </a:lnTo>
                  <a:lnTo>
                    <a:pt x="1004" y="720"/>
                  </a:lnTo>
                  <a:lnTo>
                    <a:pt x="1001" y="758"/>
                  </a:lnTo>
                  <a:lnTo>
                    <a:pt x="1004" y="793"/>
                  </a:lnTo>
                  <a:lnTo>
                    <a:pt x="1013" y="826"/>
                  </a:lnTo>
                  <a:lnTo>
                    <a:pt x="1026" y="858"/>
                  </a:lnTo>
                  <a:lnTo>
                    <a:pt x="1043" y="888"/>
                  </a:lnTo>
                  <a:lnTo>
                    <a:pt x="1065" y="913"/>
                  </a:lnTo>
                  <a:lnTo>
                    <a:pt x="1089" y="937"/>
                  </a:lnTo>
                  <a:lnTo>
                    <a:pt x="1116" y="956"/>
                  </a:lnTo>
                  <a:lnTo>
                    <a:pt x="1039" y="1370"/>
                  </a:lnTo>
                  <a:lnTo>
                    <a:pt x="1430" y="1370"/>
                  </a:lnTo>
                  <a:lnTo>
                    <a:pt x="1352" y="956"/>
                  </a:lnTo>
                  <a:lnTo>
                    <a:pt x="1380" y="937"/>
                  </a:lnTo>
                  <a:lnTo>
                    <a:pt x="1405" y="914"/>
                  </a:lnTo>
                  <a:lnTo>
                    <a:pt x="1427" y="888"/>
                  </a:lnTo>
                  <a:lnTo>
                    <a:pt x="1444" y="859"/>
                  </a:lnTo>
                  <a:lnTo>
                    <a:pt x="1456" y="827"/>
                  </a:lnTo>
                  <a:lnTo>
                    <a:pt x="1464" y="794"/>
                  </a:lnTo>
                  <a:lnTo>
                    <a:pt x="1467" y="758"/>
                  </a:lnTo>
                  <a:lnTo>
                    <a:pt x="1463" y="720"/>
                  </a:lnTo>
                  <a:lnTo>
                    <a:pt x="1455" y="685"/>
                  </a:lnTo>
                  <a:lnTo>
                    <a:pt x="1441" y="652"/>
                  </a:lnTo>
                  <a:lnTo>
                    <a:pt x="1421" y="621"/>
                  </a:lnTo>
                  <a:lnTo>
                    <a:pt x="1399" y="594"/>
                  </a:lnTo>
                  <a:lnTo>
                    <a:pt x="1371" y="571"/>
                  </a:lnTo>
                  <a:lnTo>
                    <a:pt x="1340" y="552"/>
                  </a:lnTo>
                  <a:lnTo>
                    <a:pt x="1308" y="538"/>
                  </a:lnTo>
                  <a:lnTo>
                    <a:pt x="1272" y="529"/>
                  </a:lnTo>
                  <a:lnTo>
                    <a:pt x="1234" y="526"/>
                  </a:lnTo>
                  <a:close/>
                  <a:moveTo>
                    <a:pt x="238" y="0"/>
                  </a:moveTo>
                  <a:lnTo>
                    <a:pt x="2230" y="0"/>
                  </a:lnTo>
                  <a:lnTo>
                    <a:pt x="2270" y="3"/>
                  </a:lnTo>
                  <a:lnTo>
                    <a:pt x="2307" y="12"/>
                  </a:lnTo>
                  <a:lnTo>
                    <a:pt x="2342" y="27"/>
                  </a:lnTo>
                  <a:lnTo>
                    <a:pt x="2372" y="45"/>
                  </a:lnTo>
                  <a:lnTo>
                    <a:pt x="2401" y="70"/>
                  </a:lnTo>
                  <a:lnTo>
                    <a:pt x="2425" y="97"/>
                  </a:lnTo>
                  <a:lnTo>
                    <a:pt x="2444" y="128"/>
                  </a:lnTo>
                  <a:lnTo>
                    <a:pt x="2459" y="163"/>
                  </a:lnTo>
                  <a:lnTo>
                    <a:pt x="2468" y="199"/>
                  </a:lnTo>
                  <a:lnTo>
                    <a:pt x="2471" y="237"/>
                  </a:lnTo>
                  <a:lnTo>
                    <a:pt x="2471" y="1656"/>
                  </a:lnTo>
                  <a:lnTo>
                    <a:pt x="2468" y="1694"/>
                  </a:lnTo>
                  <a:lnTo>
                    <a:pt x="2459" y="1730"/>
                  </a:lnTo>
                  <a:lnTo>
                    <a:pt x="2444" y="1765"/>
                  </a:lnTo>
                  <a:lnTo>
                    <a:pt x="2425" y="1796"/>
                  </a:lnTo>
                  <a:lnTo>
                    <a:pt x="2401" y="1823"/>
                  </a:lnTo>
                  <a:lnTo>
                    <a:pt x="2373" y="1848"/>
                  </a:lnTo>
                  <a:lnTo>
                    <a:pt x="2342" y="1867"/>
                  </a:lnTo>
                  <a:lnTo>
                    <a:pt x="2308" y="1882"/>
                  </a:lnTo>
                  <a:lnTo>
                    <a:pt x="2271" y="1891"/>
                  </a:lnTo>
                  <a:lnTo>
                    <a:pt x="2232" y="1894"/>
                  </a:lnTo>
                  <a:lnTo>
                    <a:pt x="238" y="1894"/>
                  </a:lnTo>
                  <a:lnTo>
                    <a:pt x="200" y="1891"/>
                  </a:lnTo>
                  <a:lnTo>
                    <a:pt x="163" y="1882"/>
                  </a:lnTo>
                  <a:lnTo>
                    <a:pt x="129" y="1867"/>
                  </a:lnTo>
                  <a:lnTo>
                    <a:pt x="97" y="1848"/>
                  </a:lnTo>
                  <a:lnTo>
                    <a:pt x="70" y="1824"/>
                  </a:lnTo>
                  <a:lnTo>
                    <a:pt x="46" y="1796"/>
                  </a:lnTo>
                  <a:lnTo>
                    <a:pt x="27" y="1765"/>
                  </a:lnTo>
                  <a:lnTo>
                    <a:pt x="12" y="1731"/>
                  </a:lnTo>
                  <a:lnTo>
                    <a:pt x="3" y="1694"/>
                  </a:lnTo>
                  <a:lnTo>
                    <a:pt x="0" y="1656"/>
                  </a:lnTo>
                  <a:lnTo>
                    <a:pt x="0" y="237"/>
                  </a:lnTo>
                  <a:lnTo>
                    <a:pt x="3" y="199"/>
                  </a:lnTo>
                  <a:lnTo>
                    <a:pt x="12" y="163"/>
                  </a:lnTo>
                  <a:lnTo>
                    <a:pt x="27" y="129"/>
                  </a:lnTo>
                  <a:lnTo>
                    <a:pt x="46" y="97"/>
                  </a:lnTo>
                  <a:lnTo>
                    <a:pt x="70" y="70"/>
                  </a:lnTo>
                  <a:lnTo>
                    <a:pt x="97" y="46"/>
                  </a:lnTo>
                  <a:lnTo>
                    <a:pt x="128" y="27"/>
                  </a:lnTo>
                  <a:lnTo>
                    <a:pt x="163" y="13"/>
                  </a:lnTo>
                  <a:lnTo>
                    <a:pt x="200" y="3"/>
                  </a:lnTo>
                  <a:lnTo>
                    <a:pt x="2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EA70F606-762E-49E7-A0E5-A3DCA267FBA7}"/>
              </a:ext>
            </a:extLst>
          </p:cNvPr>
          <p:cNvGrpSpPr/>
          <p:nvPr/>
        </p:nvGrpSpPr>
        <p:grpSpPr>
          <a:xfrm>
            <a:off x="9132090" y="5866781"/>
            <a:ext cx="217636" cy="310355"/>
            <a:chOff x="6651625" y="6015038"/>
            <a:chExt cx="268288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12" name="Freeform 796">
              <a:extLst>
                <a:ext uri="{FF2B5EF4-FFF2-40B4-BE49-F238E27FC236}">
                  <a16:creationId xmlns:a16="http://schemas.microsoft.com/office/drawing/2014/main" id="{1A1B9303-D039-4BF2-816E-F94A63BF0B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1625" y="6015038"/>
              <a:ext cx="268288" cy="382587"/>
            </a:xfrm>
            <a:custGeom>
              <a:avLst/>
              <a:gdLst>
                <a:gd name="T0" fmla="*/ 982 w 2361"/>
                <a:gd name="T1" fmla="*/ 500 h 3374"/>
                <a:gd name="T2" fmla="*/ 752 w 2361"/>
                <a:gd name="T3" fmla="*/ 617 h 3374"/>
                <a:gd name="T4" fmla="*/ 580 w 2361"/>
                <a:gd name="T5" fmla="*/ 805 h 3374"/>
                <a:gd name="T6" fmla="*/ 484 w 2361"/>
                <a:gd name="T7" fmla="*/ 1047 h 3374"/>
                <a:gd name="T8" fmla="*/ 484 w 2361"/>
                <a:gd name="T9" fmla="*/ 1315 h 3374"/>
                <a:gd name="T10" fmla="*/ 580 w 2361"/>
                <a:gd name="T11" fmla="*/ 1557 h 3374"/>
                <a:gd name="T12" fmla="*/ 752 w 2361"/>
                <a:gd name="T13" fmla="*/ 1745 h 3374"/>
                <a:gd name="T14" fmla="*/ 982 w 2361"/>
                <a:gd name="T15" fmla="*/ 1862 h 3374"/>
                <a:gd name="T16" fmla="*/ 1249 w 2361"/>
                <a:gd name="T17" fmla="*/ 1887 h 3374"/>
                <a:gd name="T18" fmla="*/ 1500 w 2361"/>
                <a:gd name="T19" fmla="*/ 1814 h 3374"/>
                <a:gd name="T20" fmla="*/ 1704 w 2361"/>
                <a:gd name="T21" fmla="*/ 1658 h 3374"/>
                <a:gd name="T22" fmla="*/ 1841 w 2361"/>
                <a:gd name="T23" fmla="*/ 1442 h 3374"/>
                <a:gd name="T24" fmla="*/ 1890 w 2361"/>
                <a:gd name="T25" fmla="*/ 1181 h 3374"/>
                <a:gd name="T26" fmla="*/ 1841 w 2361"/>
                <a:gd name="T27" fmla="*/ 920 h 3374"/>
                <a:gd name="T28" fmla="*/ 1704 w 2361"/>
                <a:gd name="T29" fmla="*/ 703 h 3374"/>
                <a:gd name="T30" fmla="*/ 1500 w 2361"/>
                <a:gd name="T31" fmla="*/ 548 h 3374"/>
                <a:gd name="T32" fmla="*/ 1249 w 2361"/>
                <a:gd name="T33" fmla="*/ 475 h 3374"/>
                <a:gd name="T34" fmla="*/ 1355 w 2361"/>
                <a:gd name="T35" fmla="*/ 12 h 3374"/>
                <a:gd name="T36" fmla="*/ 1678 w 2361"/>
                <a:gd name="T37" fmla="*/ 109 h 3374"/>
                <a:gd name="T38" fmla="*/ 1955 w 2361"/>
                <a:gd name="T39" fmla="*/ 289 h 3374"/>
                <a:gd name="T40" fmla="*/ 2171 w 2361"/>
                <a:gd name="T41" fmla="*/ 538 h 3374"/>
                <a:gd name="T42" fmla="*/ 2311 w 2361"/>
                <a:gd name="T43" fmla="*/ 839 h 3374"/>
                <a:gd name="T44" fmla="*/ 2361 w 2361"/>
                <a:gd name="T45" fmla="*/ 1182 h 3374"/>
                <a:gd name="T46" fmla="*/ 2335 w 2361"/>
                <a:gd name="T47" fmla="*/ 1374 h 3374"/>
                <a:gd name="T48" fmla="*/ 2263 w 2361"/>
                <a:gd name="T49" fmla="*/ 1599 h 3374"/>
                <a:gd name="T50" fmla="*/ 2154 w 2361"/>
                <a:gd name="T51" fmla="*/ 1845 h 3374"/>
                <a:gd name="T52" fmla="*/ 2020 w 2361"/>
                <a:gd name="T53" fmla="*/ 2104 h 3374"/>
                <a:gd name="T54" fmla="*/ 1869 w 2361"/>
                <a:gd name="T55" fmla="*/ 2364 h 3374"/>
                <a:gd name="T56" fmla="*/ 1712 w 2361"/>
                <a:gd name="T57" fmla="*/ 2613 h 3374"/>
                <a:gd name="T58" fmla="*/ 1559 w 2361"/>
                <a:gd name="T59" fmla="*/ 2845 h 3374"/>
                <a:gd name="T60" fmla="*/ 1420 w 2361"/>
                <a:gd name="T61" fmla="*/ 3047 h 3374"/>
                <a:gd name="T62" fmla="*/ 1304 w 2361"/>
                <a:gd name="T63" fmla="*/ 3208 h 3374"/>
                <a:gd name="T64" fmla="*/ 1221 w 2361"/>
                <a:gd name="T65" fmla="*/ 3320 h 3374"/>
                <a:gd name="T66" fmla="*/ 1182 w 2361"/>
                <a:gd name="T67" fmla="*/ 3372 h 3374"/>
                <a:gd name="T68" fmla="*/ 1166 w 2361"/>
                <a:gd name="T69" fmla="*/ 3355 h 3374"/>
                <a:gd name="T70" fmla="*/ 1104 w 2361"/>
                <a:gd name="T71" fmla="*/ 3271 h 3374"/>
                <a:gd name="T72" fmla="*/ 1004 w 2361"/>
                <a:gd name="T73" fmla="*/ 3133 h 3374"/>
                <a:gd name="T74" fmla="*/ 875 w 2361"/>
                <a:gd name="T75" fmla="*/ 2950 h 3374"/>
                <a:gd name="T76" fmla="*/ 728 w 2361"/>
                <a:gd name="T77" fmla="*/ 2732 h 3374"/>
                <a:gd name="T78" fmla="*/ 571 w 2361"/>
                <a:gd name="T79" fmla="*/ 2491 h 3374"/>
                <a:gd name="T80" fmla="*/ 416 w 2361"/>
                <a:gd name="T81" fmla="*/ 2234 h 3374"/>
                <a:gd name="T82" fmla="*/ 272 w 2361"/>
                <a:gd name="T83" fmla="*/ 1974 h 3374"/>
                <a:gd name="T84" fmla="*/ 149 w 2361"/>
                <a:gd name="T85" fmla="*/ 1720 h 3374"/>
                <a:gd name="T86" fmla="*/ 58 w 2361"/>
                <a:gd name="T87" fmla="*/ 1483 h 3374"/>
                <a:gd name="T88" fmla="*/ 7 w 2361"/>
                <a:gd name="T89" fmla="*/ 1273 h 3374"/>
                <a:gd name="T90" fmla="*/ 13 w 2361"/>
                <a:gd name="T91" fmla="*/ 1006 h 3374"/>
                <a:gd name="T92" fmla="*/ 110 w 2361"/>
                <a:gd name="T93" fmla="*/ 683 h 3374"/>
                <a:gd name="T94" fmla="*/ 290 w 2361"/>
                <a:gd name="T95" fmla="*/ 406 h 3374"/>
                <a:gd name="T96" fmla="*/ 539 w 2361"/>
                <a:gd name="T97" fmla="*/ 190 h 3374"/>
                <a:gd name="T98" fmla="*/ 840 w 2361"/>
                <a:gd name="T99" fmla="*/ 50 h 3374"/>
                <a:gd name="T100" fmla="*/ 1180 w 2361"/>
                <a:gd name="T101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61" h="3374">
                  <a:moveTo>
                    <a:pt x="1180" y="471"/>
                  </a:moveTo>
                  <a:lnTo>
                    <a:pt x="1113" y="475"/>
                  </a:lnTo>
                  <a:lnTo>
                    <a:pt x="1047" y="485"/>
                  </a:lnTo>
                  <a:lnTo>
                    <a:pt x="982" y="500"/>
                  </a:lnTo>
                  <a:lnTo>
                    <a:pt x="921" y="521"/>
                  </a:lnTo>
                  <a:lnTo>
                    <a:pt x="862" y="548"/>
                  </a:lnTo>
                  <a:lnTo>
                    <a:pt x="805" y="580"/>
                  </a:lnTo>
                  <a:lnTo>
                    <a:pt x="752" y="617"/>
                  </a:lnTo>
                  <a:lnTo>
                    <a:pt x="703" y="657"/>
                  </a:lnTo>
                  <a:lnTo>
                    <a:pt x="658" y="703"/>
                  </a:lnTo>
                  <a:lnTo>
                    <a:pt x="617" y="753"/>
                  </a:lnTo>
                  <a:lnTo>
                    <a:pt x="580" y="805"/>
                  </a:lnTo>
                  <a:lnTo>
                    <a:pt x="549" y="861"/>
                  </a:lnTo>
                  <a:lnTo>
                    <a:pt x="521" y="920"/>
                  </a:lnTo>
                  <a:lnTo>
                    <a:pt x="501" y="983"/>
                  </a:lnTo>
                  <a:lnTo>
                    <a:pt x="484" y="1047"/>
                  </a:lnTo>
                  <a:lnTo>
                    <a:pt x="475" y="1112"/>
                  </a:lnTo>
                  <a:lnTo>
                    <a:pt x="472" y="1181"/>
                  </a:lnTo>
                  <a:lnTo>
                    <a:pt x="475" y="1249"/>
                  </a:lnTo>
                  <a:lnTo>
                    <a:pt x="484" y="1315"/>
                  </a:lnTo>
                  <a:lnTo>
                    <a:pt x="501" y="1379"/>
                  </a:lnTo>
                  <a:lnTo>
                    <a:pt x="521" y="1442"/>
                  </a:lnTo>
                  <a:lnTo>
                    <a:pt x="548" y="1501"/>
                  </a:lnTo>
                  <a:lnTo>
                    <a:pt x="580" y="1557"/>
                  </a:lnTo>
                  <a:lnTo>
                    <a:pt x="616" y="1609"/>
                  </a:lnTo>
                  <a:lnTo>
                    <a:pt x="658" y="1658"/>
                  </a:lnTo>
                  <a:lnTo>
                    <a:pt x="703" y="1704"/>
                  </a:lnTo>
                  <a:lnTo>
                    <a:pt x="752" y="1745"/>
                  </a:lnTo>
                  <a:lnTo>
                    <a:pt x="805" y="1782"/>
                  </a:lnTo>
                  <a:lnTo>
                    <a:pt x="862" y="1814"/>
                  </a:lnTo>
                  <a:lnTo>
                    <a:pt x="920" y="1840"/>
                  </a:lnTo>
                  <a:lnTo>
                    <a:pt x="982" y="1862"/>
                  </a:lnTo>
                  <a:lnTo>
                    <a:pt x="1047" y="1877"/>
                  </a:lnTo>
                  <a:lnTo>
                    <a:pt x="1113" y="1887"/>
                  </a:lnTo>
                  <a:lnTo>
                    <a:pt x="1180" y="1890"/>
                  </a:lnTo>
                  <a:lnTo>
                    <a:pt x="1249" y="1887"/>
                  </a:lnTo>
                  <a:lnTo>
                    <a:pt x="1315" y="1877"/>
                  </a:lnTo>
                  <a:lnTo>
                    <a:pt x="1380" y="1862"/>
                  </a:lnTo>
                  <a:lnTo>
                    <a:pt x="1442" y="1840"/>
                  </a:lnTo>
                  <a:lnTo>
                    <a:pt x="1500" y="1814"/>
                  </a:lnTo>
                  <a:lnTo>
                    <a:pt x="1557" y="1782"/>
                  </a:lnTo>
                  <a:lnTo>
                    <a:pt x="1610" y="1745"/>
                  </a:lnTo>
                  <a:lnTo>
                    <a:pt x="1659" y="1704"/>
                  </a:lnTo>
                  <a:lnTo>
                    <a:pt x="1704" y="1658"/>
                  </a:lnTo>
                  <a:lnTo>
                    <a:pt x="1746" y="1609"/>
                  </a:lnTo>
                  <a:lnTo>
                    <a:pt x="1781" y="1557"/>
                  </a:lnTo>
                  <a:lnTo>
                    <a:pt x="1814" y="1501"/>
                  </a:lnTo>
                  <a:lnTo>
                    <a:pt x="1841" y="1442"/>
                  </a:lnTo>
                  <a:lnTo>
                    <a:pt x="1861" y="1379"/>
                  </a:lnTo>
                  <a:lnTo>
                    <a:pt x="1877" y="1315"/>
                  </a:lnTo>
                  <a:lnTo>
                    <a:pt x="1887" y="1249"/>
                  </a:lnTo>
                  <a:lnTo>
                    <a:pt x="1890" y="1181"/>
                  </a:lnTo>
                  <a:lnTo>
                    <a:pt x="1887" y="1112"/>
                  </a:lnTo>
                  <a:lnTo>
                    <a:pt x="1877" y="1047"/>
                  </a:lnTo>
                  <a:lnTo>
                    <a:pt x="1861" y="983"/>
                  </a:lnTo>
                  <a:lnTo>
                    <a:pt x="1841" y="920"/>
                  </a:lnTo>
                  <a:lnTo>
                    <a:pt x="1813" y="861"/>
                  </a:lnTo>
                  <a:lnTo>
                    <a:pt x="1781" y="805"/>
                  </a:lnTo>
                  <a:lnTo>
                    <a:pt x="1745" y="753"/>
                  </a:lnTo>
                  <a:lnTo>
                    <a:pt x="1704" y="703"/>
                  </a:lnTo>
                  <a:lnTo>
                    <a:pt x="1659" y="657"/>
                  </a:lnTo>
                  <a:lnTo>
                    <a:pt x="1610" y="617"/>
                  </a:lnTo>
                  <a:lnTo>
                    <a:pt x="1557" y="580"/>
                  </a:lnTo>
                  <a:lnTo>
                    <a:pt x="1500" y="548"/>
                  </a:lnTo>
                  <a:lnTo>
                    <a:pt x="1441" y="521"/>
                  </a:lnTo>
                  <a:lnTo>
                    <a:pt x="1380" y="500"/>
                  </a:lnTo>
                  <a:lnTo>
                    <a:pt x="1315" y="485"/>
                  </a:lnTo>
                  <a:lnTo>
                    <a:pt x="1249" y="475"/>
                  </a:lnTo>
                  <a:lnTo>
                    <a:pt x="1180" y="471"/>
                  </a:lnTo>
                  <a:close/>
                  <a:moveTo>
                    <a:pt x="1180" y="0"/>
                  </a:moveTo>
                  <a:lnTo>
                    <a:pt x="1268" y="3"/>
                  </a:lnTo>
                  <a:lnTo>
                    <a:pt x="1355" y="12"/>
                  </a:lnTo>
                  <a:lnTo>
                    <a:pt x="1439" y="29"/>
                  </a:lnTo>
                  <a:lnTo>
                    <a:pt x="1522" y="50"/>
                  </a:lnTo>
                  <a:lnTo>
                    <a:pt x="1600" y="77"/>
                  </a:lnTo>
                  <a:lnTo>
                    <a:pt x="1678" y="109"/>
                  </a:lnTo>
                  <a:lnTo>
                    <a:pt x="1752" y="147"/>
                  </a:lnTo>
                  <a:lnTo>
                    <a:pt x="1823" y="190"/>
                  </a:lnTo>
                  <a:lnTo>
                    <a:pt x="1891" y="237"/>
                  </a:lnTo>
                  <a:lnTo>
                    <a:pt x="1955" y="289"/>
                  </a:lnTo>
                  <a:lnTo>
                    <a:pt x="2015" y="346"/>
                  </a:lnTo>
                  <a:lnTo>
                    <a:pt x="2072" y="406"/>
                  </a:lnTo>
                  <a:lnTo>
                    <a:pt x="2124" y="470"/>
                  </a:lnTo>
                  <a:lnTo>
                    <a:pt x="2171" y="538"/>
                  </a:lnTo>
                  <a:lnTo>
                    <a:pt x="2214" y="608"/>
                  </a:lnTo>
                  <a:lnTo>
                    <a:pt x="2252" y="683"/>
                  </a:lnTo>
                  <a:lnTo>
                    <a:pt x="2284" y="760"/>
                  </a:lnTo>
                  <a:lnTo>
                    <a:pt x="2311" y="839"/>
                  </a:lnTo>
                  <a:lnTo>
                    <a:pt x="2333" y="922"/>
                  </a:lnTo>
                  <a:lnTo>
                    <a:pt x="2349" y="1007"/>
                  </a:lnTo>
                  <a:lnTo>
                    <a:pt x="2358" y="1093"/>
                  </a:lnTo>
                  <a:lnTo>
                    <a:pt x="2361" y="1182"/>
                  </a:lnTo>
                  <a:lnTo>
                    <a:pt x="2360" y="1226"/>
                  </a:lnTo>
                  <a:lnTo>
                    <a:pt x="2355" y="1273"/>
                  </a:lnTo>
                  <a:lnTo>
                    <a:pt x="2347" y="1323"/>
                  </a:lnTo>
                  <a:lnTo>
                    <a:pt x="2335" y="1374"/>
                  </a:lnTo>
                  <a:lnTo>
                    <a:pt x="2321" y="1428"/>
                  </a:lnTo>
                  <a:lnTo>
                    <a:pt x="2304" y="1484"/>
                  </a:lnTo>
                  <a:lnTo>
                    <a:pt x="2284" y="1541"/>
                  </a:lnTo>
                  <a:lnTo>
                    <a:pt x="2263" y="1599"/>
                  </a:lnTo>
                  <a:lnTo>
                    <a:pt x="2238" y="1659"/>
                  </a:lnTo>
                  <a:lnTo>
                    <a:pt x="2213" y="1721"/>
                  </a:lnTo>
                  <a:lnTo>
                    <a:pt x="2184" y="1783"/>
                  </a:lnTo>
                  <a:lnTo>
                    <a:pt x="2154" y="1845"/>
                  </a:lnTo>
                  <a:lnTo>
                    <a:pt x="2123" y="1910"/>
                  </a:lnTo>
                  <a:lnTo>
                    <a:pt x="2090" y="1974"/>
                  </a:lnTo>
                  <a:lnTo>
                    <a:pt x="2055" y="2039"/>
                  </a:lnTo>
                  <a:lnTo>
                    <a:pt x="2020" y="2104"/>
                  </a:lnTo>
                  <a:lnTo>
                    <a:pt x="1983" y="2170"/>
                  </a:lnTo>
                  <a:lnTo>
                    <a:pt x="1946" y="2234"/>
                  </a:lnTo>
                  <a:lnTo>
                    <a:pt x="1908" y="2299"/>
                  </a:lnTo>
                  <a:lnTo>
                    <a:pt x="1869" y="2364"/>
                  </a:lnTo>
                  <a:lnTo>
                    <a:pt x="1830" y="2427"/>
                  </a:lnTo>
                  <a:lnTo>
                    <a:pt x="1791" y="2491"/>
                  </a:lnTo>
                  <a:lnTo>
                    <a:pt x="1752" y="2553"/>
                  </a:lnTo>
                  <a:lnTo>
                    <a:pt x="1712" y="2613"/>
                  </a:lnTo>
                  <a:lnTo>
                    <a:pt x="1673" y="2674"/>
                  </a:lnTo>
                  <a:lnTo>
                    <a:pt x="1634" y="2732"/>
                  </a:lnTo>
                  <a:lnTo>
                    <a:pt x="1596" y="2789"/>
                  </a:lnTo>
                  <a:lnTo>
                    <a:pt x="1559" y="2845"/>
                  </a:lnTo>
                  <a:lnTo>
                    <a:pt x="1523" y="2899"/>
                  </a:lnTo>
                  <a:lnTo>
                    <a:pt x="1487" y="2950"/>
                  </a:lnTo>
                  <a:lnTo>
                    <a:pt x="1452" y="3000"/>
                  </a:lnTo>
                  <a:lnTo>
                    <a:pt x="1420" y="3047"/>
                  </a:lnTo>
                  <a:lnTo>
                    <a:pt x="1388" y="3091"/>
                  </a:lnTo>
                  <a:lnTo>
                    <a:pt x="1358" y="3133"/>
                  </a:lnTo>
                  <a:lnTo>
                    <a:pt x="1330" y="3173"/>
                  </a:lnTo>
                  <a:lnTo>
                    <a:pt x="1304" y="3208"/>
                  </a:lnTo>
                  <a:lnTo>
                    <a:pt x="1280" y="3241"/>
                  </a:lnTo>
                  <a:lnTo>
                    <a:pt x="1258" y="3271"/>
                  </a:lnTo>
                  <a:lnTo>
                    <a:pt x="1239" y="3297"/>
                  </a:lnTo>
                  <a:lnTo>
                    <a:pt x="1221" y="3320"/>
                  </a:lnTo>
                  <a:lnTo>
                    <a:pt x="1207" y="3339"/>
                  </a:lnTo>
                  <a:lnTo>
                    <a:pt x="1196" y="3355"/>
                  </a:lnTo>
                  <a:lnTo>
                    <a:pt x="1188" y="3365"/>
                  </a:lnTo>
                  <a:lnTo>
                    <a:pt x="1182" y="3372"/>
                  </a:lnTo>
                  <a:lnTo>
                    <a:pt x="1180" y="3374"/>
                  </a:lnTo>
                  <a:lnTo>
                    <a:pt x="1179" y="3372"/>
                  </a:lnTo>
                  <a:lnTo>
                    <a:pt x="1174" y="3365"/>
                  </a:lnTo>
                  <a:lnTo>
                    <a:pt x="1166" y="3355"/>
                  </a:lnTo>
                  <a:lnTo>
                    <a:pt x="1155" y="3339"/>
                  </a:lnTo>
                  <a:lnTo>
                    <a:pt x="1141" y="3320"/>
                  </a:lnTo>
                  <a:lnTo>
                    <a:pt x="1123" y="3297"/>
                  </a:lnTo>
                  <a:lnTo>
                    <a:pt x="1104" y="3271"/>
                  </a:lnTo>
                  <a:lnTo>
                    <a:pt x="1082" y="3241"/>
                  </a:lnTo>
                  <a:lnTo>
                    <a:pt x="1058" y="3208"/>
                  </a:lnTo>
                  <a:lnTo>
                    <a:pt x="1032" y="3173"/>
                  </a:lnTo>
                  <a:lnTo>
                    <a:pt x="1004" y="3133"/>
                  </a:lnTo>
                  <a:lnTo>
                    <a:pt x="974" y="3091"/>
                  </a:lnTo>
                  <a:lnTo>
                    <a:pt x="942" y="3047"/>
                  </a:lnTo>
                  <a:lnTo>
                    <a:pt x="910" y="3000"/>
                  </a:lnTo>
                  <a:lnTo>
                    <a:pt x="875" y="2950"/>
                  </a:lnTo>
                  <a:lnTo>
                    <a:pt x="839" y="2899"/>
                  </a:lnTo>
                  <a:lnTo>
                    <a:pt x="803" y="2844"/>
                  </a:lnTo>
                  <a:lnTo>
                    <a:pt x="765" y="2789"/>
                  </a:lnTo>
                  <a:lnTo>
                    <a:pt x="728" y="2732"/>
                  </a:lnTo>
                  <a:lnTo>
                    <a:pt x="689" y="2674"/>
                  </a:lnTo>
                  <a:lnTo>
                    <a:pt x="650" y="2613"/>
                  </a:lnTo>
                  <a:lnTo>
                    <a:pt x="610" y="2552"/>
                  </a:lnTo>
                  <a:lnTo>
                    <a:pt x="571" y="2491"/>
                  </a:lnTo>
                  <a:lnTo>
                    <a:pt x="531" y="2427"/>
                  </a:lnTo>
                  <a:lnTo>
                    <a:pt x="493" y="2363"/>
                  </a:lnTo>
                  <a:lnTo>
                    <a:pt x="454" y="2298"/>
                  </a:lnTo>
                  <a:lnTo>
                    <a:pt x="416" y="2234"/>
                  </a:lnTo>
                  <a:lnTo>
                    <a:pt x="378" y="2169"/>
                  </a:lnTo>
                  <a:lnTo>
                    <a:pt x="342" y="2104"/>
                  </a:lnTo>
                  <a:lnTo>
                    <a:pt x="307" y="2039"/>
                  </a:lnTo>
                  <a:lnTo>
                    <a:pt x="272" y="1974"/>
                  </a:lnTo>
                  <a:lnTo>
                    <a:pt x="239" y="1910"/>
                  </a:lnTo>
                  <a:lnTo>
                    <a:pt x="207" y="1845"/>
                  </a:lnTo>
                  <a:lnTo>
                    <a:pt x="178" y="1782"/>
                  </a:lnTo>
                  <a:lnTo>
                    <a:pt x="149" y="1720"/>
                  </a:lnTo>
                  <a:lnTo>
                    <a:pt x="124" y="1658"/>
                  </a:lnTo>
                  <a:lnTo>
                    <a:pt x="99" y="1599"/>
                  </a:lnTo>
                  <a:lnTo>
                    <a:pt x="78" y="1540"/>
                  </a:lnTo>
                  <a:lnTo>
                    <a:pt x="58" y="1483"/>
                  </a:lnTo>
                  <a:lnTo>
                    <a:pt x="41" y="1427"/>
                  </a:lnTo>
                  <a:lnTo>
                    <a:pt x="27" y="1374"/>
                  </a:lnTo>
                  <a:lnTo>
                    <a:pt x="15" y="1322"/>
                  </a:lnTo>
                  <a:lnTo>
                    <a:pt x="7" y="1273"/>
                  </a:lnTo>
                  <a:lnTo>
                    <a:pt x="2" y="1226"/>
                  </a:lnTo>
                  <a:lnTo>
                    <a:pt x="0" y="1181"/>
                  </a:lnTo>
                  <a:lnTo>
                    <a:pt x="4" y="1093"/>
                  </a:lnTo>
                  <a:lnTo>
                    <a:pt x="13" y="1006"/>
                  </a:lnTo>
                  <a:lnTo>
                    <a:pt x="29" y="921"/>
                  </a:lnTo>
                  <a:lnTo>
                    <a:pt x="50" y="839"/>
                  </a:lnTo>
                  <a:lnTo>
                    <a:pt x="78" y="760"/>
                  </a:lnTo>
                  <a:lnTo>
                    <a:pt x="110" y="683"/>
                  </a:lnTo>
                  <a:lnTo>
                    <a:pt x="148" y="608"/>
                  </a:lnTo>
                  <a:lnTo>
                    <a:pt x="191" y="538"/>
                  </a:lnTo>
                  <a:lnTo>
                    <a:pt x="238" y="469"/>
                  </a:lnTo>
                  <a:lnTo>
                    <a:pt x="290" y="406"/>
                  </a:lnTo>
                  <a:lnTo>
                    <a:pt x="346" y="346"/>
                  </a:lnTo>
                  <a:lnTo>
                    <a:pt x="407" y="289"/>
                  </a:lnTo>
                  <a:lnTo>
                    <a:pt x="471" y="237"/>
                  </a:lnTo>
                  <a:lnTo>
                    <a:pt x="539" y="190"/>
                  </a:lnTo>
                  <a:lnTo>
                    <a:pt x="610" y="147"/>
                  </a:lnTo>
                  <a:lnTo>
                    <a:pt x="684" y="109"/>
                  </a:lnTo>
                  <a:lnTo>
                    <a:pt x="761" y="77"/>
                  </a:lnTo>
                  <a:lnTo>
                    <a:pt x="840" y="50"/>
                  </a:lnTo>
                  <a:lnTo>
                    <a:pt x="923" y="29"/>
                  </a:lnTo>
                  <a:lnTo>
                    <a:pt x="1007" y="12"/>
                  </a:lnTo>
                  <a:lnTo>
                    <a:pt x="1093" y="3"/>
                  </a:lnTo>
                  <a:lnTo>
                    <a:pt x="11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3" name="Freeform 797">
              <a:extLst>
                <a:ext uri="{FF2B5EF4-FFF2-40B4-BE49-F238E27FC236}">
                  <a16:creationId xmlns:a16="http://schemas.microsoft.com/office/drawing/2014/main" id="{1D6E176B-B5BD-4F67-9EE4-9904D3E8C8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413" y="6099175"/>
              <a:ext cx="114300" cy="73025"/>
            </a:xfrm>
            <a:custGeom>
              <a:avLst/>
              <a:gdLst>
                <a:gd name="T0" fmla="*/ 512 w 997"/>
                <a:gd name="T1" fmla="*/ 2 h 651"/>
                <a:gd name="T2" fmla="*/ 542 w 997"/>
                <a:gd name="T3" fmla="*/ 20 h 651"/>
                <a:gd name="T4" fmla="*/ 559 w 997"/>
                <a:gd name="T5" fmla="*/ 49 h 651"/>
                <a:gd name="T6" fmla="*/ 561 w 997"/>
                <a:gd name="T7" fmla="*/ 517 h 651"/>
                <a:gd name="T8" fmla="*/ 668 w 997"/>
                <a:gd name="T9" fmla="*/ 176 h 651"/>
                <a:gd name="T10" fmla="*/ 677 w 997"/>
                <a:gd name="T11" fmla="*/ 142 h 651"/>
                <a:gd name="T12" fmla="*/ 701 w 997"/>
                <a:gd name="T13" fmla="*/ 119 h 651"/>
                <a:gd name="T14" fmla="*/ 736 w 997"/>
                <a:gd name="T15" fmla="*/ 110 h 651"/>
                <a:gd name="T16" fmla="*/ 769 w 997"/>
                <a:gd name="T17" fmla="*/ 119 h 651"/>
                <a:gd name="T18" fmla="*/ 793 w 997"/>
                <a:gd name="T19" fmla="*/ 142 h 651"/>
                <a:gd name="T20" fmla="*/ 802 w 997"/>
                <a:gd name="T21" fmla="*/ 176 h 651"/>
                <a:gd name="T22" fmla="*/ 923 w 997"/>
                <a:gd name="T23" fmla="*/ 517 h 651"/>
                <a:gd name="T24" fmla="*/ 957 w 997"/>
                <a:gd name="T25" fmla="*/ 526 h 651"/>
                <a:gd name="T26" fmla="*/ 983 w 997"/>
                <a:gd name="T27" fmla="*/ 549 h 651"/>
                <a:gd name="T28" fmla="*/ 997 w 997"/>
                <a:gd name="T29" fmla="*/ 583 h 651"/>
                <a:gd name="T30" fmla="*/ 988 w 997"/>
                <a:gd name="T31" fmla="*/ 618 h 651"/>
                <a:gd name="T32" fmla="*/ 965 w 997"/>
                <a:gd name="T33" fmla="*/ 641 h 651"/>
                <a:gd name="T34" fmla="*/ 931 w 997"/>
                <a:gd name="T35" fmla="*/ 651 h 651"/>
                <a:gd name="T36" fmla="*/ 48 w 997"/>
                <a:gd name="T37" fmla="*/ 647 h 651"/>
                <a:gd name="T38" fmla="*/ 19 w 997"/>
                <a:gd name="T39" fmla="*/ 631 h 651"/>
                <a:gd name="T40" fmla="*/ 2 w 997"/>
                <a:gd name="T41" fmla="*/ 601 h 651"/>
                <a:gd name="T42" fmla="*/ 2 w 997"/>
                <a:gd name="T43" fmla="*/ 566 h 651"/>
                <a:gd name="T44" fmla="*/ 19 w 997"/>
                <a:gd name="T45" fmla="*/ 536 h 651"/>
                <a:gd name="T46" fmla="*/ 48 w 997"/>
                <a:gd name="T47" fmla="*/ 519 h 651"/>
                <a:gd name="T48" fmla="*/ 187 w 997"/>
                <a:gd name="T49" fmla="*/ 517 h 651"/>
                <a:gd name="T50" fmla="*/ 189 w 997"/>
                <a:gd name="T51" fmla="*/ 248 h 651"/>
                <a:gd name="T52" fmla="*/ 206 w 997"/>
                <a:gd name="T53" fmla="*/ 218 h 651"/>
                <a:gd name="T54" fmla="*/ 236 w 997"/>
                <a:gd name="T55" fmla="*/ 201 h 651"/>
                <a:gd name="T56" fmla="*/ 272 w 997"/>
                <a:gd name="T57" fmla="*/ 201 h 651"/>
                <a:gd name="T58" fmla="*/ 300 w 997"/>
                <a:gd name="T59" fmla="*/ 218 h 651"/>
                <a:gd name="T60" fmla="*/ 318 w 997"/>
                <a:gd name="T61" fmla="*/ 248 h 651"/>
                <a:gd name="T62" fmla="*/ 320 w 997"/>
                <a:gd name="T63" fmla="*/ 517 h 651"/>
                <a:gd name="T64" fmla="*/ 428 w 997"/>
                <a:gd name="T65" fmla="*/ 67 h 651"/>
                <a:gd name="T66" fmla="*/ 436 w 997"/>
                <a:gd name="T67" fmla="*/ 33 h 651"/>
                <a:gd name="T68" fmla="*/ 461 w 997"/>
                <a:gd name="T69" fmla="*/ 9 h 651"/>
                <a:gd name="T70" fmla="*/ 495 w 997"/>
                <a:gd name="T71" fmla="*/ 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97" h="651">
                  <a:moveTo>
                    <a:pt x="495" y="0"/>
                  </a:moveTo>
                  <a:lnTo>
                    <a:pt x="512" y="2"/>
                  </a:lnTo>
                  <a:lnTo>
                    <a:pt x="528" y="9"/>
                  </a:lnTo>
                  <a:lnTo>
                    <a:pt x="542" y="20"/>
                  </a:lnTo>
                  <a:lnTo>
                    <a:pt x="552" y="33"/>
                  </a:lnTo>
                  <a:lnTo>
                    <a:pt x="559" y="49"/>
                  </a:lnTo>
                  <a:lnTo>
                    <a:pt x="561" y="67"/>
                  </a:lnTo>
                  <a:lnTo>
                    <a:pt x="561" y="517"/>
                  </a:lnTo>
                  <a:lnTo>
                    <a:pt x="668" y="517"/>
                  </a:lnTo>
                  <a:lnTo>
                    <a:pt x="668" y="176"/>
                  </a:lnTo>
                  <a:lnTo>
                    <a:pt x="671" y="159"/>
                  </a:lnTo>
                  <a:lnTo>
                    <a:pt x="677" y="142"/>
                  </a:lnTo>
                  <a:lnTo>
                    <a:pt x="688" y="129"/>
                  </a:lnTo>
                  <a:lnTo>
                    <a:pt x="701" y="119"/>
                  </a:lnTo>
                  <a:lnTo>
                    <a:pt x="717" y="112"/>
                  </a:lnTo>
                  <a:lnTo>
                    <a:pt x="736" y="110"/>
                  </a:lnTo>
                  <a:lnTo>
                    <a:pt x="753" y="112"/>
                  </a:lnTo>
                  <a:lnTo>
                    <a:pt x="769" y="119"/>
                  </a:lnTo>
                  <a:lnTo>
                    <a:pt x="783" y="129"/>
                  </a:lnTo>
                  <a:lnTo>
                    <a:pt x="793" y="142"/>
                  </a:lnTo>
                  <a:lnTo>
                    <a:pt x="800" y="159"/>
                  </a:lnTo>
                  <a:lnTo>
                    <a:pt x="802" y="176"/>
                  </a:lnTo>
                  <a:lnTo>
                    <a:pt x="802" y="517"/>
                  </a:lnTo>
                  <a:lnTo>
                    <a:pt x="923" y="517"/>
                  </a:lnTo>
                  <a:lnTo>
                    <a:pt x="940" y="519"/>
                  </a:lnTo>
                  <a:lnTo>
                    <a:pt x="957" y="526"/>
                  </a:lnTo>
                  <a:lnTo>
                    <a:pt x="971" y="536"/>
                  </a:lnTo>
                  <a:lnTo>
                    <a:pt x="983" y="549"/>
                  </a:lnTo>
                  <a:lnTo>
                    <a:pt x="991" y="566"/>
                  </a:lnTo>
                  <a:lnTo>
                    <a:pt x="997" y="583"/>
                  </a:lnTo>
                  <a:lnTo>
                    <a:pt x="995" y="601"/>
                  </a:lnTo>
                  <a:lnTo>
                    <a:pt x="988" y="618"/>
                  </a:lnTo>
                  <a:lnTo>
                    <a:pt x="978" y="631"/>
                  </a:lnTo>
                  <a:lnTo>
                    <a:pt x="965" y="641"/>
                  </a:lnTo>
                  <a:lnTo>
                    <a:pt x="948" y="647"/>
                  </a:lnTo>
                  <a:lnTo>
                    <a:pt x="931" y="651"/>
                  </a:lnTo>
                  <a:lnTo>
                    <a:pt x="66" y="651"/>
                  </a:lnTo>
                  <a:lnTo>
                    <a:pt x="48" y="647"/>
                  </a:lnTo>
                  <a:lnTo>
                    <a:pt x="33" y="641"/>
                  </a:lnTo>
                  <a:lnTo>
                    <a:pt x="19" y="631"/>
                  </a:lnTo>
                  <a:lnTo>
                    <a:pt x="8" y="618"/>
                  </a:lnTo>
                  <a:lnTo>
                    <a:pt x="2" y="601"/>
                  </a:lnTo>
                  <a:lnTo>
                    <a:pt x="0" y="583"/>
                  </a:lnTo>
                  <a:lnTo>
                    <a:pt x="2" y="566"/>
                  </a:lnTo>
                  <a:lnTo>
                    <a:pt x="8" y="549"/>
                  </a:lnTo>
                  <a:lnTo>
                    <a:pt x="19" y="536"/>
                  </a:lnTo>
                  <a:lnTo>
                    <a:pt x="33" y="526"/>
                  </a:lnTo>
                  <a:lnTo>
                    <a:pt x="48" y="519"/>
                  </a:lnTo>
                  <a:lnTo>
                    <a:pt x="66" y="517"/>
                  </a:lnTo>
                  <a:lnTo>
                    <a:pt x="187" y="517"/>
                  </a:lnTo>
                  <a:lnTo>
                    <a:pt x="187" y="265"/>
                  </a:lnTo>
                  <a:lnTo>
                    <a:pt x="189" y="248"/>
                  </a:lnTo>
                  <a:lnTo>
                    <a:pt x="196" y="231"/>
                  </a:lnTo>
                  <a:lnTo>
                    <a:pt x="206" y="218"/>
                  </a:lnTo>
                  <a:lnTo>
                    <a:pt x="220" y="208"/>
                  </a:lnTo>
                  <a:lnTo>
                    <a:pt x="236" y="201"/>
                  </a:lnTo>
                  <a:lnTo>
                    <a:pt x="253" y="199"/>
                  </a:lnTo>
                  <a:lnTo>
                    <a:pt x="272" y="201"/>
                  </a:lnTo>
                  <a:lnTo>
                    <a:pt x="287" y="208"/>
                  </a:lnTo>
                  <a:lnTo>
                    <a:pt x="300" y="218"/>
                  </a:lnTo>
                  <a:lnTo>
                    <a:pt x="312" y="231"/>
                  </a:lnTo>
                  <a:lnTo>
                    <a:pt x="318" y="248"/>
                  </a:lnTo>
                  <a:lnTo>
                    <a:pt x="320" y="265"/>
                  </a:lnTo>
                  <a:lnTo>
                    <a:pt x="320" y="517"/>
                  </a:lnTo>
                  <a:lnTo>
                    <a:pt x="428" y="517"/>
                  </a:lnTo>
                  <a:lnTo>
                    <a:pt x="428" y="67"/>
                  </a:lnTo>
                  <a:lnTo>
                    <a:pt x="430" y="49"/>
                  </a:lnTo>
                  <a:lnTo>
                    <a:pt x="436" y="33"/>
                  </a:lnTo>
                  <a:lnTo>
                    <a:pt x="448" y="20"/>
                  </a:lnTo>
                  <a:lnTo>
                    <a:pt x="461" y="9"/>
                  </a:lnTo>
                  <a:lnTo>
                    <a:pt x="476" y="2"/>
                  </a:lnTo>
                  <a:lnTo>
                    <a:pt x="4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B81487A9-C3C6-4045-A660-F8F08CD9ABA0}"/>
              </a:ext>
            </a:extLst>
          </p:cNvPr>
          <p:cNvGrpSpPr/>
          <p:nvPr/>
        </p:nvGrpSpPr>
        <p:grpSpPr>
          <a:xfrm>
            <a:off x="8507627" y="5866781"/>
            <a:ext cx="200895" cy="310356"/>
            <a:chOff x="6230938" y="6035675"/>
            <a:chExt cx="247650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15" name="Freeform 802">
              <a:extLst>
                <a:ext uri="{FF2B5EF4-FFF2-40B4-BE49-F238E27FC236}">
                  <a16:creationId xmlns:a16="http://schemas.microsoft.com/office/drawing/2014/main" id="{4A8B9621-7B38-4213-8487-5FA32E77A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5876" y="6149975"/>
              <a:ext cx="52388" cy="53975"/>
            </a:xfrm>
            <a:custGeom>
              <a:avLst/>
              <a:gdLst>
                <a:gd name="T0" fmla="*/ 0 w 465"/>
                <a:gd name="T1" fmla="*/ 0 h 465"/>
                <a:gd name="T2" fmla="*/ 54 w 465"/>
                <a:gd name="T3" fmla="*/ 3 h 465"/>
                <a:gd name="T4" fmla="*/ 106 w 465"/>
                <a:gd name="T5" fmla="*/ 12 h 465"/>
                <a:gd name="T6" fmla="*/ 156 w 465"/>
                <a:gd name="T7" fmla="*/ 28 h 465"/>
                <a:gd name="T8" fmla="*/ 204 w 465"/>
                <a:gd name="T9" fmla="*/ 47 h 465"/>
                <a:gd name="T10" fmla="*/ 249 w 465"/>
                <a:gd name="T11" fmla="*/ 73 h 465"/>
                <a:gd name="T12" fmla="*/ 291 w 465"/>
                <a:gd name="T13" fmla="*/ 102 h 465"/>
                <a:gd name="T14" fmla="*/ 329 w 465"/>
                <a:gd name="T15" fmla="*/ 136 h 465"/>
                <a:gd name="T16" fmla="*/ 363 w 465"/>
                <a:gd name="T17" fmla="*/ 175 h 465"/>
                <a:gd name="T18" fmla="*/ 392 w 465"/>
                <a:gd name="T19" fmla="*/ 216 h 465"/>
                <a:gd name="T20" fmla="*/ 418 w 465"/>
                <a:gd name="T21" fmla="*/ 261 h 465"/>
                <a:gd name="T22" fmla="*/ 438 w 465"/>
                <a:gd name="T23" fmla="*/ 309 h 465"/>
                <a:gd name="T24" fmla="*/ 452 w 465"/>
                <a:gd name="T25" fmla="*/ 359 h 465"/>
                <a:gd name="T26" fmla="*/ 462 w 465"/>
                <a:gd name="T27" fmla="*/ 411 h 465"/>
                <a:gd name="T28" fmla="*/ 465 w 465"/>
                <a:gd name="T29" fmla="*/ 465 h 465"/>
                <a:gd name="T30" fmla="*/ 0 w 465"/>
                <a:gd name="T31" fmla="*/ 465 h 465"/>
                <a:gd name="T32" fmla="*/ 0 w 465"/>
                <a:gd name="T33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5" h="465">
                  <a:moveTo>
                    <a:pt x="0" y="0"/>
                  </a:moveTo>
                  <a:lnTo>
                    <a:pt x="54" y="3"/>
                  </a:lnTo>
                  <a:lnTo>
                    <a:pt x="106" y="12"/>
                  </a:lnTo>
                  <a:lnTo>
                    <a:pt x="156" y="28"/>
                  </a:lnTo>
                  <a:lnTo>
                    <a:pt x="204" y="47"/>
                  </a:lnTo>
                  <a:lnTo>
                    <a:pt x="249" y="73"/>
                  </a:lnTo>
                  <a:lnTo>
                    <a:pt x="291" y="102"/>
                  </a:lnTo>
                  <a:lnTo>
                    <a:pt x="329" y="136"/>
                  </a:lnTo>
                  <a:lnTo>
                    <a:pt x="363" y="175"/>
                  </a:lnTo>
                  <a:lnTo>
                    <a:pt x="392" y="216"/>
                  </a:lnTo>
                  <a:lnTo>
                    <a:pt x="418" y="261"/>
                  </a:lnTo>
                  <a:lnTo>
                    <a:pt x="438" y="309"/>
                  </a:lnTo>
                  <a:lnTo>
                    <a:pt x="452" y="359"/>
                  </a:lnTo>
                  <a:lnTo>
                    <a:pt x="462" y="411"/>
                  </a:lnTo>
                  <a:lnTo>
                    <a:pt x="465" y="465"/>
                  </a:lnTo>
                  <a:lnTo>
                    <a:pt x="0" y="46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6" name="Freeform 803">
              <a:extLst>
                <a:ext uri="{FF2B5EF4-FFF2-40B4-BE49-F238E27FC236}">
                  <a16:creationId xmlns:a16="http://schemas.microsoft.com/office/drawing/2014/main" id="{5E6B2FB0-24AA-4B0E-BAB9-ECB0BAE24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1263" y="6175375"/>
              <a:ext cx="104775" cy="104775"/>
            </a:xfrm>
            <a:custGeom>
              <a:avLst/>
              <a:gdLst>
                <a:gd name="T0" fmla="*/ 466 w 931"/>
                <a:gd name="T1" fmla="*/ 0 h 931"/>
                <a:gd name="T2" fmla="*/ 466 w 931"/>
                <a:gd name="T3" fmla="*/ 466 h 931"/>
                <a:gd name="T4" fmla="*/ 931 w 931"/>
                <a:gd name="T5" fmla="*/ 466 h 931"/>
                <a:gd name="T6" fmla="*/ 928 w 931"/>
                <a:gd name="T7" fmla="*/ 520 h 931"/>
                <a:gd name="T8" fmla="*/ 919 w 931"/>
                <a:gd name="T9" fmla="*/ 572 h 931"/>
                <a:gd name="T10" fmla="*/ 903 w 931"/>
                <a:gd name="T11" fmla="*/ 623 h 931"/>
                <a:gd name="T12" fmla="*/ 884 w 931"/>
                <a:gd name="T13" fmla="*/ 671 h 931"/>
                <a:gd name="T14" fmla="*/ 858 w 931"/>
                <a:gd name="T15" fmla="*/ 716 h 931"/>
                <a:gd name="T16" fmla="*/ 829 w 931"/>
                <a:gd name="T17" fmla="*/ 756 h 931"/>
                <a:gd name="T18" fmla="*/ 795 w 931"/>
                <a:gd name="T19" fmla="*/ 795 h 931"/>
                <a:gd name="T20" fmla="*/ 756 w 931"/>
                <a:gd name="T21" fmla="*/ 829 h 931"/>
                <a:gd name="T22" fmla="*/ 715 w 931"/>
                <a:gd name="T23" fmla="*/ 859 h 931"/>
                <a:gd name="T24" fmla="*/ 670 w 931"/>
                <a:gd name="T25" fmla="*/ 884 h 931"/>
                <a:gd name="T26" fmla="*/ 622 w 931"/>
                <a:gd name="T27" fmla="*/ 904 h 931"/>
                <a:gd name="T28" fmla="*/ 572 w 931"/>
                <a:gd name="T29" fmla="*/ 919 h 931"/>
                <a:gd name="T30" fmla="*/ 520 w 931"/>
                <a:gd name="T31" fmla="*/ 928 h 931"/>
                <a:gd name="T32" fmla="*/ 466 w 931"/>
                <a:gd name="T33" fmla="*/ 931 h 931"/>
                <a:gd name="T34" fmla="*/ 412 w 931"/>
                <a:gd name="T35" fmla="*/ 928 h 931"/>
                <a:gd name="T36" fmla="*/ 359 w 931"/>
                <a:gd name="T37" fmla="*/ 919 h 931"/>
                <a:gd name="T38" fmla="*/ 309 w 931"/>
                <a:gd name="T39" fmla="*/ 904 h 931"/>
                <a:gd name="T40" fmla="*/ 262 w 931"/>
                <a:gd name="T41" fmla="*/ 884 h 931"/>
                <a:gd name="T42" fmla="*/ 217 w 931"/>
                <a:gd name="T43" fmla="*/ 859 h 931"/>
                <a:gd name="T44" fmla="*/ 175 w 931"/>
                <a:gd name="T45" fmla="*/ 829 h 931"/>
                <a:gd name="T46" fmla="*/ 137 w 931"/>
                <a:gd name="T47" fmla="*/ 795 h 931"/>
                <a:gd name="T48" fmla="*/ 103 w 931"/>
                <a:gd name="T49" fmla="*/ 756 h 931"/>
                <a:gd name="T50" fmla="*/ 73 w 931"/>
                <a:gd name="T51" fmla="*/ 716 h 931"/>
                <a:gd name="T52" fmla="*/ 48 w 931"/>
                <a:gd name="T53" fmla="*/ 671 h 931"/>
                <a:gd name="T54" fmla="*/ 28 w 931"/>
                <a:gd name="T55" fmla="*/ 623 h 931"/>
                <a:gd name="T56" fmla="*/ 12 w 931"/>
                <a:gd name="T57" fmla="*/ 572 h 931"/>
                <a:gd name="T58" fmla="*/ 4 w 931"/>
                <a:gd name="T59" fmla="*/ 520 h 931"/>
                <a:gd name="T60" fmla="*/ 0 w 931"/>
                <a:gd name="T61" fmla="*/ 466 h 931"/>
                <a:gd name="T62" fmla="*/ 4 w 931"/>
                <a:gd name="T63" fmla="*/ 412 h 931"/>
                <a:gd name="T64" fmla="*/ 12 w 931"/>
                <a:gd name="T65" fmla="*/ 359 h 931"/>
                <a:gd name="T66" fmla="*/ 28 w 931"/>
                <a:gd name="T67" fmla="*/ 309 h 931"/>
                <a:gd name="T68" fmla="*/ 48 w 931"/>
                <a:gd name="T69" fmla="*/ 262 h 931"/>
                <a:gd name="T70" fmla="*/ 73 w 931"/>
                <a:gd name="T71" fmla="*/ 217 h 931"/>
                <a:gd name="T72" fmla="*/ 103 w 931"/>
                <a:gd name="T73" fmla="*/ 175 h 931"/>
                <a:gd name="T74" fmla="*/ 137 w 931"/>
                <a:gd name="T75" fmla="*/ 137 h 931"/>
                <a:gd name="T76" fmla="*/ 175 w 931"/>
                <a:gd name="T77" fmla="*/ 103 h 931"/>
                <a:gd name="T78" fmla="*/ 217 w 931"/>
                <a:gd name="T79" fmla="*/ 72 h 931"/>
                <a:gd name="T80" fmla="*/ 262 w 931"/>
                <a:gd name="T81" fmla="*/ 48 h 931"/>
                <a:gd name="T82" fmla="*/ 309 w 931"/>
                <a:gd name="T83" fmla="*/ 27 h 931"/>
                <a:gd name="T84" fmla="*/ 359 w 931"/>
                <a:gd name="T85" fmla="*/ 12 h 931"/>
                <a:gd name="T86" fmla="*/ 412 w 931"/>
                <a:gd name="T87" fmla="*/ 4 h 931"/>
                <a:gd name="T88" fmla="*/ 466 w 931"/>
                <a:gd name="T89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31" h="931">
                  <a:moveTo>
                    <a:pt x="466" y="0"/>
                  </a:moveTo>
                  <a:lnTo>
                    <a:pt x="466" y="466"/>
                  </a:lnTo>
                  <a:lnTo>
                    <a:pt x="931" y="466"/>
                  </a:lnTo>
                  <a:lnTo>
                    <a:pt x="928" y="520"/>
                  </a:lnTo>
                  <a:lnTo>
                    <a:pt x="919" y="572"/>
                  </a:lnTo>
                  <a:lnTo>
                    <a:pt x="903" y="623"/>
                  </a:lnTo>
                  <a:lnTo>
                    <a:pt x="884" y="671"/>
                  </a:lnTo>
                  <a:lnTo>
                    <a:pt x="858" y="716"/>
                  </a:lnTo>
                  <a:lnTo>
                    <a:pt x="829" y="756"/>
                  </a:lnTo>
                  <a:lnTo>
                    <a:pt x="795" y="795"/>
                  </a:lnTo>
                  <a:lnTo>
                    <a:pt x="756" y="829"/>
                  </a:lnTo>
                  <a:lnTo>
                    <a:pt x="715" y="859"/>
                  </a:lnTo>
                  <a:lnTo>
                    <a:pt x="670" y="884"/>
                  </a:lnTo>
                  <a:lnTo>
                    <a:pt x="622" y="904"/>
                  </a:lnTo>
                  <a:lnTo>
                    <a:pt x="572" y="919"/>
                  </a:lnTo>
                  <a:lnTo>
                    <a:pt x="520" y="928"/>
                  </a:lnTo>
                  <a:lnTo>
                    <a:pt x="466" y="931"/>
                  </a:lnTo>
                  <a:lnTo>
                    <a:pt x="412" y="928"/>
                  </a:lnTo>
                  <a:lnTo>
                    <a:pt x="359" y="919"/>
                  </a:lnTo>
                  <a:lnTo>
                    <a:pt x="309" y="904"/>
                  </a:lnTo>
                  <a:lnTo>
                    <a:pt x="262" y="884"/>
                  </a:lnTo>
                  <a:lnTo>
                    <a:pt x="217" y="859"/>
                  </a:lnTo>
                  <a:lnTo>
                    <a:pt x="175" y="829"/>
                  </a:lnTo>
                  <a:lnTo>
                    <a:pt x="137" y="795"/>
                  </a:lnTo>
                  <a:lnTo>
                    <a:pt x="103" y="756"/>
                  </a:lnTo>
                  <a:lnTo>
                    <a:pt x="73" y="716"/>
                  </a:lnTo>
                  <a:lnTo>
                    <a:pt x="48" y="671"/>
                  </a:lnTo>
                  <a:lnTo>
                    <a:pt x="28" y="623"/>
                  </a:lnTo>
                  <a:lnTo>
                    <a:pt x="12" y="572"/>
                  </a:lnTo>
                  <a:lnTo>
                    <a:pt x="4" y="520"/>
                  </a:lnTo>
                  <a:lnTo>
                    <a:pt x="0" y="466"/>
                  </a:lnTo>
                  <a:lnTo>
                    <a:pt x="4" y="412"/>
                  </a:lnTo>
                  <a:lnTo>
                    <a:pt x="12" y="359"/>
                  </a:lnTo>
                  <a:lnTo>
                    <a:pt x="28" y="309"/>
                  </a:lnTo>
                  <a:lnTo>
                    <a:pt x="48" y="262"/>
                  </a:lnTo>
                  <a:lnTo>
                    <a:pt x="73" y="217"/>
                  </a:lnTo>
                  <a:lnTo>
                    <a:pt x="103" y="175"/>
                  </a:lnTo>
                  <a:lnTo>
                    <a:pt x="137" y="137"/>
                  </a:lnTo>
                  <a:lnTo>
                    <a:pt x="175" y="103"/>
                  </a:lnTo>
                  <a:lnTo>
                    <a:pt x="217" y="72"/>
                  </a:lnTo>
                  <a:lnTo>
                    <a:pt x="262" y="48"/>
                  </a:lnTo>
                  <a:lnTo>
                    <a:pt x="309" y="27"/>
                  </a:lnTo>
                  <a:lnTo>
                    <a:pt x="359" y="12"/>
                  </a:lnTo>
                  <a:lnTo>
                    <a:pt x="412" y="4"/>
                  </a:lnTo>
                  <a:lnTo>
                    <a:pt x="4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17" name="Freeform 804">
              <a:extLst>
                <a:ext uri="{FF2B5EF4-FFF2-40B4-BE49-F238E27FC236}">
                  <a16:creationId xmlns:a16="http://schemas.microsoft.com/office/drawing/2014/main" id="{1D0D6D66-E86A-46C7-934C-35127177C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30938" y="6035675"/>
              <a:ext cx="247650" cy="382588"/>
            </a:xfrm>
            <a:custGeom>
              <a:avLst/>
              <a:gdLst>
                <a:gd name="T0" fmla="*/ 705 w 2181"/>
                <a:gd name="T1" fmla="*/ 3069 h 3374"/>
                <a:gd name="T2" fmla="*/ 678 w 2181"/>
                <a:gd name="T3" fmla="*/ 3089 h 3374"/>
                <a:gd name="T4" fmla="*/ 668 w 2181"/>
                <a:gd name="T5" fmla="*/ 3120 h 3374"/>
                <a:gd name="T6" fmla="*/ 678 w 2181"/>
                <a:gd name="T7" fmla="*/ 3152 h 3374"/>
                <a:gd name="T8" fmla="*/ 705 w 2181"/>
                <a:gd name="T9" fmla="*/ 3172 h 3374"/>
                <a:gd name="T10" fmla="*/ 1459 w 2181"/>
                <a:gd name="T11" fmla="*/ 3175 h 3374"/>
                <a:gd name="T12" fmla="*/ 1490 w 2181"/>
                <a:gd name="T13" fmla="*/ 3164 h 3374"/>
                <a:gd name="T14" fmla="*/ 1510 w 2181"/>
                <a:gd name="T15" fmla="*/ 3138 h 3374"/>
                <a:gd name="T16" fmla="*/ 1511 w 2181"/>
                <a:gd name="T17" fmla="*/ 3104 h 3374"/>
                <a:gd name="T18" fmla="*/ 1491 w 2181"/>
                <a:gd name="T19" fmla="*/ 3077 h 3374"/>
                <a:gd name="T20" fmla="*/ 1460 w 2181"/>
                <a:gd name="T21" fmla="*/ 3067 h 3374"/>
                <a:gd name="T22" fmla="*/ 299 w 2181"/>
                <a:gd name="T23" fmla="*/ 437 h 3374"/>
                <a:gd name="T24" fmla="*/ 1882 w 2181"/>
                <a:gd name="T25" fmla="*/ 2877 h 3374"/>
                <a:gd name="T26" fmla="*/ 299 w 2181"/>
                <a:gd name="T27" fmla="*/ 437 h 3374"/>
                <a:gd name="T28" fmla="*/ 750 w 2181"/>
                <a:gd name="T29" fmla="*/ 167 h 3374"/>
                <a:gd name="T30" fmla="*/ 723 w 2181"/>
                <a:gd name="T31" fmla="*/ 186 h 3374"/>
                <a:gd name="T32" fmla="*/ 713 w 2181"/>
                <a:gd name="T33" fmla="*/ 218 h 3374"/>
                <a:gd name="T34" fmla="*/ 723 w 2181"/>
                <a:gd name="T35" fmla="*/ 249 h 3374"/>
                <a:gd name="T36" fmla="*/ 750 w 2181"/>
                <a:gd name="T37" fmla="*/ 269 h 3374"/>
                <a:gd name="T38" fmla="*/ 1417 w 2181"/>
                <a:gd name="T39" fmla="*/ 271 h 3374"/>
                <a:gd name="T40" fmla="*/ 1449 w 2181"/>
                <a:gd name="T41" fmla="*/ 261 h 3374"/>
                <a:gd name="T42" fmla="*/ 1467 w 2181"/>
                <a:gd name="T43" fmla="*/ 234 h 3374"/>
                <a:gd name="T44" fmla="*/ 1467 w 2181"/>
                <a:gd name="T45" fmla="*/ 200 h 3374"/>
                <a:gd name="T46" fmla="*/ 1449 w 2181"/>
                <a:gd name="T47" fmla="*/ 174 h 3374"/>
                <a:gd name="T48" fmla="*/ 1417 w 2181"/>
                <a:gd name="T49" fmla="*/ 164 h 3374"/>
                <a:gd name="T50" fmla="*/ 251 w 2181"/>
                <a:gd name="T51" fmla="*/ 0 h 3374"/>
                <a:gd name="T52" fmla="*/ 1966 w 2181"/>
                <a:gd name="T53" fmla="*/ 3 h 3374"/>
                <a:gd name="T54" fmla="*/ 2036 w 2181"/>
                <a:gd name="T55" fmla="*/ 24 h 3374"/>
                <a:gd name="T56" fmla="*/ 2095 w 2181"/>
                <a:gd name="T57" fmla="*/ 61 h 3374"/>
                <a:gd name="T58" fmla="*/ 2141 w 2181"/>
                <a:gd name="T59" fmla="*/ 115 h 3374"/>
                <a:gd name="T60" fmla="*/ 2171 w 2181"/>
                <a:gd name="T61" fmla="*/ 178 h 3374"/>
                <a:gd name="T62" fmla="*/ 2181 w 2181"/>
                <a:gd name="T63" fmla="*/ 249 h 3374"/>
                <a:gd name="T64" fmla="*/ 2178 w 2181"/>
                <a:gd name="T65" fmla="*/ 3160 h 3374"/>
                <a:gd name="T66" fmla="*/ 2157 w 2181"/>
                <a:gd name="T67" fmla="*/ 3229 h 3374"/>
                <a:gd name="T68" fmla="*/ 2120 w 2181"/>
                <a:gd name="T69" fmla="*/ 3288 h 3374"/>
                <a:gd name="T70" fmla="*/ 2067 w 2181"/>
                <a:gd name="T71" fmla="*/ 3333 h 3374"/>
                <a:gd name="T72" fmla="*/ 2002 w 2181"/>
                <a:gd name="T73" fmla="*/ 3364 h 3374"/>
                <a:gd name="T74" fmla="*/ 1930 w 2181"/>
                <a:gd name="T75" fmla="*/ 3374 h 3374"/>
                <a:gd name="T76" fmla="*/ 213 w 2181"/>
                <a:gd name="T77" fmla="*/ 3371 h 3374"/>
                <a:gd name="T78" fmla="*/ 145 w 2181"/>
                <a:gd name="T79" fmla="*/ 3350 h 3374"/>
                <a:gd name="T80" fmla="*/ 86 w 2181"/>
                <a:gd name="T81" fmla="*/ 3313 h 3374"/>
                <a:gd name="T82" fmla="*/ 40 w 2181"/>
                <a:gd name="T83" fmla="*/ 3259 h 3374"/>
                <a:gd name="T84" fmla="*/ 10 w 2181"/>
                <a:gd name="T85" fmla="*/ 3195 h 3374"/>
                <a:gd name="T86" fmla="*/ 0 w 2181"/>
                <a:gd name="T87" fmla="*/ 3122 h 3374"/>
                <a:gd name="T88" fmla="*/ 3 w 2181"/>
                <a:gd name="T89" fmla="*/ 214 h 3374"/>
                <a:gd name="T90" fmla="*/ 23 w 2181"/>
                <a:gd name="T91" fmla="*/ 145 h 3374"/>
                <a:gd name="T92" fmla="*/ 61 w 2181"/>
                <a:gd name="T93" fmla="*/ 86 h 3374"/>
                <a:gd name="T94" fmla="*/ 114 w 2181"/>
                <a:gd name="T95" fmla="*/ 41 h 3374"/>
                <a:gd name="T96" fmla="*/ 179 w 2181"/>
                <a:gd name="T97" fmla="*/ 10 h 3374"/>
                <a:gd name="T98" fmla="*/ 251 w 2181"/>
                <a:gd name="T99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181" h="3374">
                  <a:moveTo>
                    <a:pt x="721" y="3067"/>
                  </a:moveTo>
                  <a:lnTo>
                    <a:pt x="705" y="3069"/>
                  </a:lnTo>
                  <a:lnTo>
                    <a:pt x="690" y="3077"/>
                  </a:lnTo>
                  <a:lnTo>
                    <a:pt x="678" y="3089"/>
                  </a:lnTo>
                  <a:lnTo>
                    <a:pt x="670" y="3104"/>
                  </a:lnTo>
                  <a:lnTo>
                    <a:pt x="668" y="3120"/>
                  </a:lnTo>
                  <a:lnTo>
                    <a:pt x="670" y="3138"/>
                  </a:lnTo>
                  <a:lnTo>
                    <a:pt x="678" y="3152"/>
                  </a:lnTo>
                  <a:lnTo>
                    <a:pt x="690" y="3164"/>
                  </a:lnTo>
                  <a:lnTo>
                    <a:pt x="705" y="3172"/>
                  </a:lnTo>
                  <a:lnTo>
                    <a:pt x="721" y="3175"/>
                  </a:lnTo>
                  <a:lnTo>
                    <a:pt x="1459" y="3175"/>
                  </a:lnTo>
                  <a:lnTo>
                    <a:pt x="1476" y="3172"/>
                  </a:lnTo>
                  <a:lnTo>
                    <a:pt x="1490" y="3164"/>
                  </a:lnTo>
                  <a:lnTo>
                    <a:pt x="1503" y="3152"/>
                  </a:lnTo>
                  <a:lnTo>
                    <a:pt x="1510" y="3138"/>
                  </a:lnTo>
                  <a:lnTo>
                    <a:pt x="1514" y="3120"/>
                  </a:lnTo>
                  <a:lnTo>
                    <a:pt x="1511" y="3104"/>
                  </a:lnTo>
                  <a:lnTo>
                    <a:pt x="1503" y="3089"/>
                  </a:lnTo>
                  <a:lnTo>
                    <a:pt x="1491" y="3077"/>
                  </a:lnTo>
                  <a:lnTo>
                    <a:pt x="1477" y="3069"/>
                  </a:lnTo>
                  <a:lnTo>
                    <a:pt x="1460" y="3067"/>
                  </a:lnTo>
                  <a:lnTo>
                    <a:pt x="721" y="3067"/>
                  </a:lnTo>
                  <a:close/>
                  <a:moveTo>
                    <a:pt x="299" y="437"/>
                  </a:moveTo>
                  <a:lnTo>
                    <a:pt x="299" y="2877"/>
                  </a:lnTo>
                  <a:lnTo>
                    <a:pt x="1882" y="2877"/>
                  </a:lnTo>
                  <a:lnTo>
                    <a:pt x="1882" y="437"/>
                  </a:lnTo>
                  <a:lnTo>
                    <a:pt x="299" y="437"/>
                  </a:lnTo>
                  <a:close/>
                  <a:moveTo>
                    <a:pt x="767" y="164"/>
                  </a:moveTo>
                  <a:lnTo>
                    <a:pt x="750" y="167"/>
                  </a:lnTo>
                  <a:lnTo>
                    <a:pt x="735" y="174"/>
                  </a:lnTo>
                  <a:lnTo>
                    <a:pt x="723" y="186"/>
                  </a:lnTo>
                  <a:lnTo>
                    <a:pt x="716" y="200"/>
                  </a:lnTo>
                  <a:lnTo>
                    <a:pt x="713" y="218"/>
                  </a:lnTo>
                  <a:lnTo>
                    <a:pt x="716" y="234"/>
                  </a:lnTo>
                  <a:lnTo>
                    <a:pt x="723" y="249"/>
                  </a:lnTo>
                  <a:lnTo>
                    <a:pt x="735" y="261"/>
                  </a:lnTo>
                  <a:lnTo>
                    <a:pt x="750" y="269"/>
                  </a:lnTo>
                  <a:lnTo>
                    <a:pt x="767" y="271"/>
                  </a:lnTo>
                  <a:lnTo>
                    <a:pt x="1417" y="271"/>
                  </a:lnTo>
                  <a:lnTo>
                    <a:pt x="1433" y="269"/>
                  </a:lnTo>
                  <a:lnTo>
                    <a:pt x="1449" y="261"/>
                  </a:lnTo>
                  <a:lnTo>
                    <a:pt x="1460" y="249"/>
                  </a:lnTo>
                  <a:lnTo>
                    <a:pt x="1467" y="234"/>
                  </a:lnTo>
                  <a:lnTo>
                    <a:pt x="1470" y="218"/>
                  </a:lnTo>
                  <a:lnTo>
                    <a:pt x="1467" y="200"/>
                  </a:lnTo>
                  <a:lnTo>
                    <a:pt x="1460" y="186"/>
                  </a:lnTo>
                  <a:lnTo>
                    <a:pt x="1449" y="174"/>
                  </a:lnTo>
                  <a:lnTo>
                    <a:pt x="1433" y="167"/>
                  </a:lnTo>
                  <a:lnTo>
                    <a:pt x="1417" y="164"/>
                  </a:lnTo>
                  <a:lnTo>
                    <a:pt x="767" y="164"/>
                  </a:lnTo>
                  <a:close/>
                  <a:moveTo>
                    <a:pt x="251" y="0"/>
                  </a:moveTo>
                  <a:lnTo>
                    <a:pt x="1930" y="0"/>
                  </a:lnTo>
                  <a:lnTo>
                    <a:pt x="1966" y="3"/>
                  </a:lnTo>
                  <a:lnTo>
                    <a:pt x="2002" y="10"/>
                  </a:lnTo>
                  <a:lnTo>
                    <a:pt x="2036" y="24"/>
                  </a:lnTo>
                  <a:lnTo>
                    <a:pt x="2067" y="41"/>
                  </a:lnTo>
                  <a:lnTo>
                    <a:pt x="2095" y="61"/>
                  </a:lnTo>
                  <a:lnTo>
                    <a:pt x="2120" y="86"/>
                  </a:lnTo>
                  <a:lnTo>
                    <a:pt x="2141" y="115"/>
                  </a:lnTo>
                  <a:lnTo>
                    <a:pt x="2157" y="145"/>
                  </a:lnTo>
                  <a:lnTo>
                    <a:pt x="2171" y="178"/>
                  </a:lnTo>
                  <a:lnTo>
                    <a:pt x="2178" y="213"/>
                  </a:lnTo>
                  <a:lnTo>
                    <a:pt x="2181" y="249"/>
                  </a:lnTo>
                  <a:lnTo>
                    <a:pt x="2181" y="3122"/>
                  </a:lnTo>
                  <a:lnTo>
                    <a:pt x="2178" y="3160"/>
                  </a:lnTo>
                  <a:lnTo>
                    <a:pt x="2170" y="3195"/>
                  </a:lnTo>
                  <a:lnTo>
                    <a:pt x="2157" y="3229"/>
                  </a:lnTo>
                  <a:lnTo>
                    <a:pt x="2140" y="3259"/>
                  </a:lnTo>
                  <a:lnTo>
                    <a:pt x="2120" y="3288"/>
                  </a:lnTo>
                  <a:lnTo>
                    <a:pt x="2094" y="3313"/>
                  </a:lnTo>
                  <a:lnTo>
                    <a:pt x="2067" y="3333"/>
                  </a:lnTo>
                  <a:lnTo>
                    <a:pt x="2036" y="3350"/>
                  </a:lnTo>
                  <a:lnTo>
                    <a:pt x="2002" y="3364"/>
                  </a:lnTo>
                  <a:lnTo>
                    <a:pt x="1966" y="3371"/>
                  </a:lnTo>
                  <a:lnTo>
                    <a:pt x="1930" y="3374"/>
                  </a:lnTo>
                  <a:lnTo>
                    <a:pt x="251" y="3374"/>
                  </a:lnTo>
                  <a:lnTo>
                    <a:pt x="213" y="3371"/>
                  </a:lnTo>
                  <a:lnTo>
                    <a:pt x="179" y="3364"/>
                  </a:lnTo>
                  <a:lnTo>
                    <a:pt x="145" y="3350"/>
                  </a:lnTo>
                  <a:lnTo>
                    <a:pt x="114" y="3333"/>
                  </a:lnTo>
                  <a:lnTo>
                    <a:pt x="86" y="3313"/>
                  </a:lnTo>
                  <a:lnTo>
                    <a:pt x="61" y="3288"/>
                  </a:lnTo>
                  <a:lnTo>
                    <a:pt x="40" y="3259"/>
                  </a:lnTo>
                  <a:lnTo>
                    <a:pt x="23" y="3229"/>
                  </a:lnTo>
                  <a:lnTo>
                    <a:pt x="10" y="3195"/>
                  </a:lnTo>
                  <a:lnTo>
                    <a:pt x="3" y="3160"/>
                  </a:lnTo>
                  <a:lnTo>
                    <a:pt x="0" y="3122"/>
                  </a:lnTo>
                  <a:lnTo>
                    <a:pt x="0" y="252"/>
                  </a:lnTo>
                  <a:lnTo>
                    <a:pt x="3" y="214"/>
                  </a:lnTo>
                  <a:lnTo>
                    <a:pt x="10" y="179"/>
                  </a:lnTo>
                  <a:lnTo>
                    <a:pt x="23" y="145"/>
                  </a:lnTo>
                  <a:lnTo>
                    <a:pt x="40" y="115"/>
                  </a:lnTo>
                  <a:lnTo>
                    <a:pt x="61" y="86"/>
                  </a:lnTo>
                  <a:lnTo>
                    <a:pt x="86" y="61"/>
                  </a:lnTo>
                  <a:lnTo>
                    <a:pt x="114" y="41"/>
                  </a:lnTo>
                  <a:lnTo>
                    <a:pt x="145" y="24"/>
                  </a:lnTo>
                  <a:lnTo>
                    <a:pt x="179" y="10"/>
                  </a:lnTo>
                  <a:lnTo>
                    <a:pt x="213" y="3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6E9DB6D3-7F3B-4396-AF27-A8525AFE1EA6}"/>
              </a:ext>
            </a:extLst>
          </p:cNvPr>
          <p:cNvGrpSpPr/>
          <p:nvPr/>
        </p:nvGrpSpPr>
        <p:grpSpPr>
          <a:xfrm>
            <a:off x="7773703" y="5871931"/>
            <a:ext cx="310356" cy="300055"/>
            <a:chOff x="5654675" y="6310313"/>
            <a:chExt cx="382588" cy="3698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19" name="Rectangle 809">
              <a:extLst>
                <a:ext uri="{FF2B5EF4-FFF2-40B4-BE49-F238E27FC236}">
                  <a16:creationId xmlns:a16="http://schemas.microsoft.com/office/drawing/2014/main" id="{D94CCF22-A956-4CDF-AFCB-A226F998B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1375" y="6664326"/>
              <a:ext cx="68263" cy="158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0" name="Rectangle 810">
              <a:extLst>
                <a:ext uri="{FF2B5EF4-FFF2-40B4-BE49-F238E27FC236}">
                  <a16:creationId xmlns:a16="http://schemas.microsoft.com/office/drawing/2014/main" id="{66296F49-964D-4E4E-A3DB-410A48CA8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2300" y="6664326"/>
              <a:ext cx="68263" cy="158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1" name="Freeform 811">
              <a:extLst>
                <a:ext uri="{FF2B5EF4-FFF2-40B4-BE49-F238E27FC236}">
                  <a16:creationId xmlns:a16="http://schemas.microsoft.com/office/drawing/2014/main" id="{56F1952F-9808-491A-89E6-B9C0724AD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4238" y="6396038"/>
              <a:ext cx="61913" cy="19050"/>
            </a:xfrm>
            <a:custGeom>
              <a:avLst/>
              <a:gdLst>
                <a:gd name="T0" fmla="*/ 84 w 537"/>
                <a:gd name="T1" fmla="*/ 0 h 167"/>
                <a:gd name="T2" fmla="*/ 454 w 537"/>
                <a:gd name="T3" fmla="*/ 0 h 167"/>
                <a:gd name="T4" fmla="*/ 475 w 537"/>
                <a:gd name="T5" fmla="*/ 3 h 167"/>
                <a:gd name="T6" fmla="*/ 496 w 537"/>
                <a:gd name="T7" fmla="*/ 11 h 167"/>
                <a:gd name="T8" fmla="*/ 512 w 537"/>
                <a:gd name="T9" fmla="*/ 25 h 167"/>
                <a:gd name="T10" fmla="*/ 526 w 537"/>
                <a:gd name="T11" fmla="*/ 41 h 167"/>
                <a:gd name="T12" fmla="*/ 534 w 537"/>
                <a:gd name="T13" fmla="*/ 62 h 167"/>
                <a:gd name="T14" fmla="*/ 537 w 537"/>
                <a:gd name="T15" fmla="*/ 83 h 167"/>
                <a:gd name="T16" fmla="*/ 534 w 537"/>
                <a:gd name="T17" fmla="*/ 106 h 167"/>
                <a:gd name="T18" fmla="*/ 526 w 537"/>
                <a:gd name="T19" fmla="*/ 125 h 167"/>
                <a:gd name="T20" fmla="*/ 512 w 537"/>
                <a:gd name="T21" fmla="*/ 142 h 167"/>
                <a:gd name="T22" fmla="*/ 495 w 537"/>
                <a:gd name="T23" fmla="*/ 156 h 167"/>
                <a:gd name="T24" fmla="*/ 475 w 537"/>
                <a:gd name="T25" fmla="*/ 164 h 167"/>
                <a:gd name="T26" fmla="*/ 454 w 537"/>
                <a:gd name="T27" fmla="*/ 167 h 167"/>
                <a:gd name="T28" fmla="*/ 84 w 537"/>
                <a:gd name="T29" fmla="*/ 167 h 167"/>
                <a:gd name="T30" fmla="*/ 61 w 537"/>
                <a:gd name="T31" fmla="*/ 164 h 167"/>
                <a:gd name="T32" fmla="*/ 42 w 537"/>
                <a:gd name="T33" fmla="*/ 155 h 167"/>
                <a:gd name="T34" fmla="*/ 25 w 537"/>
                <a:gd name="T35" fmla="*/ 142 h 167"/>
                <a:gd name="T36" fmla="*/ 11 w 537"/>
                <a:gd name="T37" fmla="*/ 125 h 167"/>
                <a:gd name="T38" fmla="*/ 3 w 537"/>
                <a:gd name="T39" fmla="*/ 106 h 167"/>
                <a:gd name="T40" fmla="*/ 0 w 537"/>
                <a:gd name="T41" fmla="*/ 83 h 167"/>
                <a:gd name="T42" fmla="*/ 3 w 537"/>
                <a:gd name="T43" fmla="*/ 62 h 167"/>
                <a:gd name="T44" fmla="*/ 12 w 537"/>
                <a:gd name="T45" fmla="*/ 41 h 167"/>
                <a:gd name="T46" fmla="*/ 25 w 537"/>
                <a:gd name="T47" fmla="*/ 25 h 167"/>
                <a:gd name="T48" fmla="*/ 42 w 537"/>
                <a:gd name="T49" fmla="*/ 11 h 167"/>
                <a:gd name="T50" fmla="*/ 61 w 537"/>
                <a:gd name="T51" fmla="*/ 3 h 167"/>
                <a:gd name="T52" fmla="*/ 84 w 537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7" h="167">
                  <a:moveTo>
                    <a:pt x="84" y="0"/>
                  </a:moveTo>
                  <a:lnTo>
                    <a:pt x="454" y="0"/>
                  </a:lnTo>
                  <a:lnTo>
                    <a:pt x="475" y="3"/>
                  </a:lnTo>
                  <a:lnTo>
                    <a:pt x="496" y="11"/>
                  </a:lnTo>
                  <a:lnTo>
                    <a:pt x="512" y="25"/>
                  </a:lnTo>
                  <a:lnTo>
                    <a:pt x="526" y="41"/>
                  </a:lnTo>
                  <a:lnTo>
                    <a:pt x="534" y="62"/>
                  </a:lnTo>
                  <a:lnTo>
                    <a:pt x="537" y="83"/>
                  </a:lnTo>
                  <a:lnTo>
                    <a:pt x="534" y="106"/>
                  </a:lnTo>
                  <a:lnTo>
                    <a:pt x="526" y="125"/>
                  </a:lnTo>
                  <a:lnTo>
                    <a:pt x="512" y="142"/>
                  </a:lnTo>
                  <a:lnTo>
                    <a:pt x="495" y="156"/>
                  </a:lnTo>
                  <a:lnTo>
                    <a:pt x="475" y="164"/>
                  </a:lnTo>
                  <a:lnTo>
                    <a:pt x="454" y="167"/>
                  </a:lnTo>
                  <a:lnTo>
                    <a:pt x="84" y="167"/>
                  </a:lnTo>
                  <a:lnTo>
                    <a:pt x="61" y="164"/>
                  </a:lnTo>
                  <a:lnTo>
                    <a:pt x="42" y="155"/>
                  </a:lnTo>
                  <a:lnTo>
                    <a:pt x="25" y="142"/>
                  </a:lnTo>
                  <a:lnTo>
                    <a:pt x="11" y="125"/>
                  </a:lnTo>
                  <a:lnTo>
                    <a:pt x="3" y="106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2" y="41"/>
                  </a:lnTo>
                  <a:lnTo>
                    <a:pt x="25" y="25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2" name="Freeform 812">
              <a:extLst>
                <a:ext uri="{FF2B5EF4-FFF2-40B4-BE49-F238E27FC236}">
                  <a16:creationId xmlns:a16="http://schemas.microsoft.com/office/drawing/2014/main" id="{598AA550-E00D-4177-8F5F-51F2EC9FF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5" y="6538913"/>
              <a:ext cx="60325" cy="19050"/>
            </a:xfrm>
            <a:custGeom>
              <a:avLst/>
              <a:gdLst>
                <a:gd name="T0" fmla="*/ 84 w 537"/>
                <a:gd name="T1" fmla="*/ 0 h 167"/>
                <a:gd name="T2" fmla="*/ 454 w 537"/>
                <a:gd name="T3" fmla="*/ 0 h 167"/>
                <a:gd name="T4" fmla="*/ 475 w 537"/>
                <a:gd name="T5" fmla="*/ 3 h 167"/>
                <a:gd name="T6" fmla="*/ 496 w 537"/>
                <a:gd name="T7" fmla="*/ 11 h 167"/>
                <a:gd name="T8" fmla="*/ 512 w 537"/>
                <a:gd name="T9" fmla="*/ 25 h 167"/>
                <a:gd name="T10" fmla="*/ 526 w 537"/>
                <a:gd name="T11" fmla="*/ 41 h 167"/>
                <a:gd name="T12" fmla="*/ 534 w 537"/>
                <a:gd name="T13" fmla="*/ 62 h 167"/>
                <a:gd name="T14" fmla="*/ 537 w 537"/>
                <a:gd name="T15" fmla="*/ 83 h 167"/>
                <a:gd name="T16" fmla="*/ 534 w 537"/>
                <a:gd name="T17" fmla="*/ 106 h 167"/>
                <a:gd name="T18" fmla="*/ 526 w 537"/>
                <a:gd name="T19" fmla="*/ 125 h 167"/>
                <a:gd name="T20" fmla="*/ 512 w 537"/>
                <a:gd name="T21" fmla="*/ 143 h 167"/>
                <a:gd name="T22" fmla="*/ 496 w 537"/>
                <a:gd name="T23" fmla="*/ 156 h 167"/>
                <a:gd name="T24" fmla="*/ 475 w 537"/>
                <a:gd name="T25" fmla="*/ 164 h 167"/>
                <a:gd name="T26" fmla="*/ 454 w 537"/>
                <a:gd name="T27" fmla="*/ 167 h 167"/>
                <a:gd name="T28" fmla="*/ 84 w 537"/>
                <a:gd name="T29" fmla="*/ 167 h 167"/>
                <a:gd name="T30" fmla="*/ 61 w 537"/>
                <a:gd name="T31" fmla="*/ 164 h 167"/>
                <a:gd name="T32" fmla="*/ 42 w 537"/>
                <a:gd name="T33" fmla="*/ 156 h 167"/>
                <a:gd name="T34" fmla="*/ 25 w 537"/>
                <a:gd name="T35" fmla="*/ 143 h 167"/>
                <a:gd name="T36" fmla="*/ 11 w 537"/>
                <a:gd name="T37" fmla="*/ 125 h 167"/>
                <a:gd name="T38" fmla="*/ 3 w 537"/>
                <a:gd name="T39" fmla="*/ 106 h 167"/>
                <a:gd name="T40" fmla="*/ 0 w 537"/>
                <a:gd name="T41" fmla="*/ 83 h 167"/>
                <a:gd name="T42" fmla="*/ 3 w 537"/>
                <a:gd name="T43" fmla="*/ 62 h 167"/>
                <a:gd name="T44" fmla="*/ 12 w 537"/>
                <a:gd name="T45" fmla="*/ 41 h 167"/>
                <a:gd name="T46" fmla="*/ 25 w 537"/>
                <a:gd name="T47" fmla="*/ 25 h 167"/>
                <a:gd name="T48" fmla="*/ 42 w 537"/>
                <a:gd name="T49" fmla="*/ 11 h 167"/>
                <a:gd name="T50" fmla="*/ 61 w 537"/>
                <a:gd name="T51" fmla="*/ 3 h 167"/>
                <a:gd name="T52" fmla="*/ 84 w 537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37" h="167">
                  <a:moveTo>
                    <a:pt x="84" y="0"/>
                  </a:moveTo>
                  <a:lnTo>
                    <a:pt x="454" y="0"/>
                  </a:lnTo>
                  <a:lnTo>
                    <a:pt x="475" y="3"/>
                  </a:lnTo>
                  <a:lnTo>
                    <a:pt x="496" y="11"/>
                  </a:lnTo>
                  <a:lnTo>
                    <a:pt x="512" y="25"/>
                  </a:lnTo>
                  <a:lnTo>
                    <a:pt x="526" y="41"/>
                  </a:lnTo>
                  <a:lnTo>
                    <a:pt x="534" y="62"/>
                  </a:lnTo>
                  <a:lnTo>
                    <a:pt x="537" y="83"/>
                  </a:lnTo>
                  <a:lnTo>
                    <a:pt x="534" y="106"/>
                  </a:lnTo>
                  <a:lnTo>
                    <a:pt x="526" y="125"/>
                  </a:lnTo>
                  <a:lnTo>
                    <a:pt x="512" y="143"/>
                  </a:lnTo>
                  <a:lnTo>
                    <a:pt x="496" y="156"/>
                  </a:lnTo>
                  <a:lnTo>
                    <a:pt x="475" y="164"/>
                  </a:lnTo>
                  <a:lnTo>
                    <a:pt x="454" y="167"/>
                  </a:lnTo>
                  <a:lnTo>
                    <a:pt x="84" y="167"/>
                  </a:lnTo>
                  <a:lnTo>
                    <a:pt x="61" y="164"/>
                  </a:lnTo>
                  <a:lnTo>
                    <a:pt x="42" y="156"/>
                  </a:lnTo>
                  <a:lnTo>
                    <a:pt x="25" y="143"/>
                  </a:lnTo>
                  <a:lnTo>
                    <a:pt x="11" y="125"/>
                  </a:lnTo>
                  <a:lnTo>
                    <a:pt x="3" y="106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2" y="41"/>
                  </a:lnTo>
                  <a:lnTo>
                    <a:pt x="25" y="25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3" name="Freeform 813">
              <a:extLst>
                <a:ext uri="{FF2B5EF4-FFF2-40B4-BE49-F238E27FC236}">
                  <a16:creationId xmlns:a16="http://schemas.microsoft.com/office/drawing/2014/main" id="{AF34C09A-C858-4BEA-AFB0-D9179F8F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3738" y="6403976"/>
              <a:ext cx="144463" cy="146050"/>
            </a:xfrm>
            <a:custGeom>
              <a:avLst/>
              <a:gdLst>
                <a:gd name="T0" fmla="*/ 701 w 1280"/>
                <a:gd name="T1" fmla="*/ 3 h 1281"/>
                <a:gd name="T2" fmla="*/ 820 w 1280"/>
                <a:gd name="T3" fmla="*/ 25 h 1281"/>
                <a:gd name="T4" fmla="*/ 928 w 1280"/>
                <a:gd name="T5" fmla="*/ 68 h 1281"/>
                <a:gd name="T6" fmla="*/ 1027 w 1280"/>
                <a:gd name="T7" fmla="*/ 131 h 1281"/>
                <a:gd name="T8" fmla="*/ 1112 w 1280"/>
                <a:gd name="T9" fmla="*/ 209 h 1281"/>
                <a:gd name="T10" fmla="*/ 1182 w 1280"/>
                <a:gd name="T11" fmla="*/ 301 h 1281"/>
                <a:gd name="T12" fmla="*/ 1235 w 1280"/>
                <a:gd name="T13" fmla="*/ 404 h 1281"/>
                <a:gd name="T14" fmla="*/ 1268 w 1280"/>
                <a:gd name="T15" fmla="*/ 519 h 1281"/>
                <a:gd name="T16" fmla="*/ 1280 w 1280"/>
                <a:gd name="T17" fmla="*/ 641 h 1281"/>
                <a:gd name="T18" fmla="*/ 1268 w 1280"/>
                <a:gd name="T19" fmla="*/ 763 h 1281"/>
                <a:gd name="T20" fmla="*/ 1235 w 1280"/>
                <a:gd name="T21" fmla="*/ 877 h 1281"/>
                <a:gd name="T22" fmla="*/ 1182 w 1280"/>
                <a:gd name="T23" fmla="*/ 981 h 1281"/>
                <a:gd name="T24" fmla="*/ 1112 w 1280"/>
                <a:gd name="T25" fmla="*/ 1073 h 1281"/>
                <a:gd name="T26" fmla="*/ 1027 w 1280"/>
                <a:gd name="T27" fmla="*/ 1151 h 1281"/>
                <a:gd name="T28" fmla="*/ 928 w 1280"/>
                <a:gd name="T29" fmla="*/ 1213 h 1281"/>
                <a:gd name="T30" fmla="*/ 820 w 1280"/>
                <a:gd name="T31" fmla="*/ 1256 h 1281"/>
                <a:gd name="T32" fmla="*/ 701 w 1280"/>
                <a:gd name="T33" fmla="*/ 1279 h 1281"/>
                <a:gd name="T34" fmla="*/ 579 w 1280"/>
                <a:gd name="T35" fmla="*/ 1279 h 1281"/>
                <a:gd name="T36" fmla="*/ 460 w 1280"/>
                <a:gd name="T37" fmla="*/ 1256 h 1281"/>
                <a:gd name="T38" fmla="*/ 352 w 1280"/>
                <a:gd name="T39" fmla="*/ 1213 h 1281"/>
                <a:gd name="T40" fmla="*/ 253 w 1280"/>
                <a:gd name="T41" fmla="*/ 1151 h 1281"/>
                <a:gd name="T42" fmla="*/ 168 w 1280"/>
                <a:gd name="T43" fmla="*/ 1073 h 1281"/>
                <a:gd name="T44" fmla="*/ 98 w 1280"/>
                <a:gd name="T45" fmla="*/ 981 h 1281"/>
                <a:gd name="T46" fmla="*/ 45 w 1280"/>
                <a:gd name="T47" fmla="*/ 877 h 1281"/>
                <a:gd name="T48" fmla="*/ 12 w 1280"/>
                <a:gd name="T49" fmla="*/ 763 h 1281"/>
                <a:gd name="T50" fmla="*/ 0 w 1280"/>
                <a:gd name="T51" fmla="*/ 641 h 1281"/>
                <a:gd name="T52" fmla="*/ 12 w 1280"/>
                <a:gd name="T53" fmla="*/ 519 h 1281"/>
                <a:gd name="T54" fmla="*/ 45 w 1280"/>
                <a:gd name="T55" fmla="*/ 404 h 1281"/>
                <a:gd name="T56" fmla="*/ 98 w 1280"/>
                <a:gd name="T57" fmla="*/ 301 h 1281"/>
                <a:gd name="T58" fmla="*/ 168 w 1280"/>
                <a:gd name="T59" fmla="*/ 209 h 1281"/>
                <a:gd name="T60" fmla="*/ 253 w 1280"/>
                <a:gd name="T61" fmla="*/ 131 h 1281"/>
                <a:gd name="T62" fmla="*/ 352 w 1280"/>
                <a:gd name="T63" fmla="*/ 68 h 1281"/>
                <a:gd name="T64" fmla="*/ 460 w 1280"/>
                <a:gd name="T65" fmla="*/ 25 h 1281"/>
                <a:gd name="T66" fmla="*/ 579 w 1280"/>
                <a:gd name="T67" fmla="*/ 3 h 1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80" h="1281">
                  <a:moveTo>
                    <a:pt x="640" y="0"/>
                  </a:moveTo>
                  <a:lnTo>
                    <a:pt x="701" y="3"/>
                  </a:lnTo>
                  <a:lnTo>
                    <a:pt x="762" y="11"/>
                  </a:lnTo>
                  <a:lnTo>
                    <a:pt x="820" y="25"/>
                  </a:lnTo>
                  <a:lnTo>
                    <a:pt x="875" y="45"/>
                  </a:lnTo>
                  <a:lnTo>
                    <a:pt x="928" y="68"/>
                  </a:lnTo>
                  <a:lnTo>
                    <a:pt x="979" y="97"/>
                  </a:lnTo>
                  <a:lnTo>
                    <a:pt x="1027" y="131"/>
                  </a:lnTo>
                  <a:lnTo>
                    <a:pt x="1071" y="168"/>
                  </a:lnTo>
                  <a:lnTo>
                    <a:pt x="1112" y="209"/>
                  </a:lnTo>
                  <a:lnTo>
                    <a:pt x="1149" y="253"/>
                  </a:lnTo>
                  <a:lnTo>
                    <a:pt x="1182" y="301"/>
                  </a:lnTo>
                  <a:lnTo>
                    <a:pt x="1211" y="351"/>
                  </a:lnTo>
                  <a:lnTo>
                    <a:pt x="1235" y="404"/>
                  </a:lnTo>
                  <a:lnTo>
                    <a:pt x="1254" y="461"/>
                  </a:lnTo>
                  <a:lnTo>
                    <a:pt x="1268" y="519"/>
                  </a:lnTo>
                  <a:lnTo>
                    <a:pt x="1277" y="579"/>
                  </a:lnTo>
                  <a:lnTo>
                    <a:pt x="1280" y="641"/>
                  </a:lnTo>
                  <a:lnTo>
                    <a:pt x="1277" y="703"/>
                  </a:lnTo>
                  <a:lnTo>
                    <a:pt x="1268" y="763"/>
                  </a:lnTo>
                  <a:lnTo>
                    <a:pt x="1254" y="820"/>
                  </a:lnTo>
                  <a:lnTo>
                    <a:pt x="1235" y="877"/>
                  </a:lnTo>
                  <a:lnTo>
                    <a:pt x="1211" y="930"/>
                  </a:lnTo>
                  <a:lnTo>
                    <a:pt x="1182" y="981"/>
                  </a:lnTo>
                  <a:lnTo>
                    <a:pt x="1149" y="1028"/>
                  </a:lnTo>
                  <a:lnTo>
                    <a:pt x="1112" y="1073"/>
                  </a:lnTo>
                  <a:lnTo>
                    <a:pt x="1071" y="1114"/>
                  </a:lnTo>
                  <a:lnTo>
                    <a:pt x="1027" y="1151"/>
                  </a:lnTo>
                  <a:lnTo>
                    <a:pt x="979" y="1184"/>
                  </a:lnTo>
                  <a:lnTo>
                    <a:pt x="928" y="1213"/>
                  </a:lnTo>
                  <a:lnTo>
                    <a:pt x="875" y="1237"/>
                  </a:lnTo>
                  <a:lnTo>
                    <a:pt x="820" y="1256"/>
                  </a:lnTo>
                  <a:lnTo>
                    <a:pt x="762" y="1270"/>
                  </a:lnTo>
                  <a:lnTo>
                    <a:pt x="701" y="1279"/>
                  </a:lnTo>
                  <a:lnTo>
                    <a:pt x="640" y="1281"/>
                  </a:lnTo>
                  <a:lnTo>
                    <a:pt x="579" y="1279"/>
                  </a:lnTo>
                  <a:lnTo>
                    <a:pt x="518" y="1270"/>
                  </a:lnTo>
                  <a:lnTo>
                    <a:pt x="460" y="1256"/>
                  </a:lnTo>
                  <a:lnTo>
                    <a:pt x="405" y="1237"/>
                  </a:lnTo>
                  <a:lnTo>
                    <a:pt x="352" y="1213"/>
                  </a:lnTo>
                  <a:lnTo>
                    <a:pt x="301" y="1184"/>
                  </a:lnTo>
                  <a:lnTo>
                    <a:pt x="253" y="1151"/>
                  </a:lnTo>
                  <a:lnTo>
                    <a:pt x="209" y="1114"/>
                  </a:lnTo>
                  <a:lnTo>
                    <a:pt x="168" y="1073"/>
                  </a:lnTo>
                  <a:lnTo>
                    <a:pt x="131" y="1028"/>
                  </a:lnTo>
                  <a:lnTo>
                    <a:pt x="98" y="981"/>
                  </a:lnTo>
                  <a:lnTo>
                    <a:pt x="69" y="930"/>
                  </a:lnTo>
                  <a:lnTo>
                    <a:pt x="45" y="877"/>
                  </a:lnTo>
                  <a:lnTo>
                    <a:pt x="26" y="820"/>
                  </a:lnTo>
                  <a:lnTo>
                    <a:pt x="12" y="763"/>
                  </a:lnTo>
                  <a:lnTo>
                    <a:pt x="3" y="703"/>
                  </a:lnTo>
                  <a:lnTo>
                    <a:pt x="0" y="641"/>
                  </a:lnTo>
                  <a:lnTo>
                    <a:pt x="3" y="579"/>
                  </a:lnTo>
                  <a:lnTo>
                    <a:pt x="12" y="519"/>
                  </a:lnTo>
                  <a:lnTo>
                    <a:pt x="26" y="461"/>
                  </a:lnTo>
                  <a:lnTo>
                    <a:pt x="45" y="404"/>
                  </a:lnTo>
                  <a:lnTo>
                    <a:pt x="69" y="351"/>
                  </a:lnTo>
                  <a:lnTo>
                    <a:pt x="98" y="301"/>
                  </a:lnTo>
                  <a:lnTo>
                    <a:pt x="131" y="253"/>
                  </a:lnTo>
                  <a:lnTo>
                    <a:pt x="168" y="209"/>
                  </a:lnTo>
                  <a:lnTo>
                    <a:pt x="209" y="168"/>
                  </a:lnTo>
                  <a:lnTo>
                    <a:pt x="253" y="131"/>
                  </a:lnTo>
                  <a:lnTo>
                    <a:pt x="301" y="97"/>
                  </a:lnTo>
                  <a:lnTo>
                    <a:pt x="352" y="68"/>
                  </a:lnTo>
                  <a:lnTo>
                    <a:pt x="405" y="45"/>
                  </a:lnTo>
                  <a:lnTo>
                    <a:pt x="460" y="25"/>
                  </a:lnTo>
                  <a:lnTo>
                    <a:pt x="518" y="11"/>
                  </a:lnTo>
                  <a:lnTo>
                    <a:pt x="579" y="3"/>
                  </a:lnTo>
                  <a:lnTo>
                    <a:pt x="6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4" name="Freeform 814">
              <a:extLst>
                <a:ext uri="{FF2B5EF4-FFF2-40B4-BE49-F238E27FC236}">
                  <a16:creationId xmlns:a16="http://schemas.microsoft.com/office/drawing/2014/main" id="{96B62632-87E0-4B73-B97E-24F831CAC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675" y="6310313"/>
              <a:ext cx="382588" cy="334963"/>
            </a:xfrm>
            <a:custGeom>
              <a:avLst/>
              <a:gdLst>
                <a:gd name="T0" fmla="*/ 0 w 3374"/>
                <a:gd name="T1" fmla="*/ 0 h 2948"/>
                <a:gd name="T2" fmla="*/ 3371 w 3374"/>
                <a:gd name="T3" fmla="*/ 0 h 2948"/>
                <a:gd name="T4" fmla="*/ 3371 w 3374"/>
                <a:gd name="T5" fmla="*/ 668 h 2948"/>
                <a:gd name="T6" fmla="*/ 3346 w 3374"/>
                <a:gd name="T7" fmla="*/ 645 h 2948"/>
                <a:gd name="T8" fmla="*/ 3319 w 3374"/>
                <a:gd name="T9" fmla="*/ 626 h 2948"/>
                <a:gd name="T10" fmla="*/ 3290 w 3374"/>
                <a:gd name="T11" fmla="*/ 611 h 2948"/>
                <a:gd name="T12" fmla="*/ 3257 w 3374"/>
                <a:gd name="T13" fmla="*/ 599 h 2948"/>
                <a:gd name="T14" fmla="*/ 3224 w 3374"/>
                <a:gd name="T15" fmla="*/ 592 h 2948"/>
                <a:gd name="T16" fmla="*/ 3189 w 3374"/>
                <a:gd name="T17" fmla="*/ 590 h 2948"/>
                <a:gd name="T18" fmla="*/ 3103 w 3374"/>
                <a:gd name="T19" fmla="*/ 590 h 2948"/>
                <a:gd name="T20" fmla="*/ 3103 w 3374"/>
                <a:gd name="T21" fmla="*/ 353 h 2948"/>
                <a:gd name="T22" fmla="*/ 3100 w 3374"/>
                <a:gd name="T23" fmla="*/ 332 h 2948"/>
                <a:gd name="T24" fmla="*/ 3092 w 3374"/>
                <a:gd name="T25" fmla="*/ 311 h 2948"/>
                <a:gd name="T26" fmla="*/ 3079 w 3374"/>
                <a:gd name="T27" fmla="*/ 295 h 2948"/>
                <a:gd name="T28" fmla="*/ 3062 w 3374"/>
                <a:gd name="T29" fmla="*/ 282 h 2948"/>
                <a:gd name="T30" fmla="*/ 3042 w 3374"/>
                <a:gd name="T31" fmla="*/ 274 h 2948"/>
                <a:gd name="T32" fmla="*/ 3020 w 3374"/>
                <a:gd name="T33" fmla="*/ 270 h 2948"/>
                <a:gd name="T34" fmla="*/ 353 w 3374"/>
                <a:gd name="T35" fmla="*/ 270 h 2948"/>
                <a:gd name="T36" fmla="*/ 331 w 3374"/>
                <a:gd name="T37" fmla="*/ 274 h 2948"/>
                <a:gd name="T38" fmla="*/ 311 w 3374"/>
                <a:gd name="T39" fmla="*/ 282 h 2948"/>
                <a:gd name="T40" fmla="*/ 294 w 3374"/>
                <a:gd name="T41" fmla="*/ 295 h 2948"/>
                <a:gd name="T42" fmla="*/ 281 w 3374"/>
                <a:gd name="T43" fmla="*/ 311 h 2948"/>
                <a:gd name="T44" fmla="*/ 273 w 3374"/>
                <a:gd name="T45" fmla="*/ 332 h 2948"/>
                <a:gd name="T46" fmla="*/ 270 w 3374"/>
                <a:gd name="T47" fmla="*/ 353 h 2948"/>
                <a:gd name="T48" fmla="*/ 270 w 3374"/>
                <a:gd name="T49" fmla="*/ 2595 h 2948"/>
                <a:gd name="T50" fmla="*/ 273 w 3374"/>
                <a:gd name="T51" fmla="*/ 2616 h 2948"/>
                <a:gd name="T52" fmla="*/ 281 w 3374"/>
                <a:gd name="T53" fmla="*/ 2637 h 2948"/>
                <a:gd name="T54" fmla="*/ 294 w 3374"/>
                <a:gd name="T55" fmla="*/ 2653 h 2948"/>
                <a:gd name="T56" fmla="*/ 312 w 3374"/>
                <a:gd name="T57" fmla="*/ 2666 h 2948"/>
                <a:gd name="T58" fmla="*/ 331 w 3374"/>
                <a:gd name="T59" fmla="*/ 2675 h 2948"/>
                <a:gd name="T60" fmla="*/ 353 w 3374"/>
                <a:gd name="T61" fmla="*/ 2678 h 2948"/>
                <a:gd name="T62" fmla="*/ 3023 w 3374"/>
                <a:gd name="T63" fmla="*/ 2678 h 2948"/>
                <a:gd name="T64" fmla="*/ 3046 w 3374"/>
                <a:gd name="T65" fmla="*/ 2675 h 2948"/>
                <a:gd name="T66" fmla="*/ 3065 w 3374"/>
                <a:gd name="T67" fmla="*/ 2666 h 2948"/>
                <a:gd name="T68" fmla="*/ 3083 w 3374"/>
                <a:gd name="T69" fmla="*/ 2653 h 2948"/>
                <a:gd name="T70" fmla="*/ 3096 w 3374"/>
                <a:gd name="T71" fmla="*/ 2637 h 2948"/>
                <a:gd name="T72" fmla="*/ 3104 w 3374"/>
                <a:gd name="T73" fmla="*/ 2616 h 2948"/>
                <a:gd name="T74" fmla="*/ 3107 w 3374"/>
                <a:gd name="T75" fmla="*/ 2595 h 2948"/>
                <a:gd name="T76" fmla="*/ 3107 w 3374"/>
                <a:gd name="T77" fmla="*/ 2358 h 2948"/>
                <a:gd name="T78" fmla="*/ 3192 w 3374"/>
                <a:gd name="T79" fmla="*/ 2358 h 2948"/>
                <a:gd name="T80" fmla="*/ 3228 w 3374"/>
                <a:gd name="T81" fmla="*/ 2356 h 2948"/>
                <a:gd name="T82" fmla="*/ 3262 w 3374"/>
                <a:gd name="T83" fmla="*/ 2349 h 2948"/>
                <a:gd name="T84" fmla="*/ 3293 w 3374"/>
                <a:gd name="T85" fmla="*/ 2338 h 2948"/>
                <a:gd name="T86" fmla="*/ 3323 w 3374"/>
                <a:gd name="T87" fmla="*/ 2322 h 2948"/>
                <a:gd name="T88" fmla="*/ 3349 w 3374"/>
                <a:gd name="T89" fmla="*/ 2303 h 2948"/>
                <a:gd name="T90" fmla="*/ 3374 w 3374"/>
                <a:gd name="T91" fmla="*/ 2280 h 2948"/>
                <a:gd name="T92" fmla="*/ 3374 w 3374"/>
                <a:gd name="T93" fmla="*/ 2948 h 2948"/>
                <a:gd name="T94" fmla="*/ 0 w 3374"/>
                <a:gd name="T95" fmla="*/ 2948 h 2948"/>
                <a:gd name="T96" fmla="*/ 0 w 3374"/>
                <a:gd name="T97" fmla="*/ 0 h 29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4" h="2948">
                  <a:moveTo>
                    <a:pt x="0" y="0"/>
                  </a:moveTo>
                  <a:lnTo>
                    <a:pt x="3371" y="0"/>
                  </a:lnTo>
                  <a:lnTo>
                    <a:pt x="3371" y="668"/>
                  </a:lnTo>
                  <a:lnTo>
                    <a:pt x="3346" y="645"/>
                  </a:lnTo>
                  <a:lnTo>
                    <a:pt x="3319" y="626"/>
                  </a:lnTo>
                  <a:lnTo>
                    <a:pt x="3290" y="611"/>
                  </a:lnTo>
                  <a:lnTo>
                    <a:pt x="3257" y="599"/>
                  </a:lnTo>
                  <a:lnTo>
                    <a:pt x="3224" y="592"/>
                  </a:lnTo>
                  <a:lnTo>
                    <a:pt x="3189" y="590"/>
                  </a:lnTo>
                  <a:lnTo>
                    <a:pt x="3103" y="590"/>
                  </a:lnTo>
                  <a:lnTo>
                    <a:pt x="3103" y="353"/>
                  </a:lnTo>
                  <a:lnTo>
                    <a:pt x="3100" y="332"/>
                  </a:lnTo>
                  <a:lnTo>
                    <a:pt x="3092" y="311"/>
                  </a:lnTo>
                  <a:lnTo>
                    <a:pt x="3079" y="295"/>
                  </a:lnTo>
                  <a:lnTo>
                    <a:pt x="3062" y="282"/>
                  </a:lnTo>
                  <a:lnTo>
                    <a:pt x="3042" y="274"/>
                  </a:lnTo>
                  <a:lnTo>
                    <a:pt x="3020" y="270"/>
                  </a:lnTo>
                  <a:lnTo>
                    <a:pt x="353" y="270"/>
                  </a:lnTo>
                  <a:lnTo>
                    <a:pt x="331" y="274"/>
                  </a:lnTo>
                  <a:lnTo>
                    <a:pt x="311" y="282"/>
                  </a:lnTo>
                  <a:lnTo>
                    <a:pt x="294" y="295"/>
                  </a:lnTo>
                  <a:lnTo>
                    <a:pt x="281" y="311"/>
                  </a:lnTo>
                  <a:lnTo>
                    <a:pt x="273" y="332"/>
                  </a:lnTo>
                  <a:lnTo>
                    <a:pt x="270" y="353"/>
                  </a:lnTo>
                  <a:lnTo>
                    <a:pt x="270" y="2595"/>
                  </a:lnTo>
                  <a:lnTo>
                    <a:pt x="273" y="2616"/>
                  </a:lnTo>
                  <a:lnTo>
                    <a:pt x="281" y="2637"/>
                  </a:lnTo>
                  <a:lnTo>
                    <a:pt x="294" y="2653"/>
                  </a:lnTo>
                  <a:lnTo>
                    <a:pt x="312" y="2666"/>
                  </a:lnTo>
                  <a:lnTo>
                    <a:pt x="331" y="2675"/>
                  </a:lnTo>
                  <a:lnTo>
                    <a:pt x="353" y="2678"/>
                  </a:lnTo>
                  <a:lnTo>
                    <a:pt x="3023" y="2678"/>
                  </a:lnTo>
                  <a:lnTo>
                    <a:pt x="3046" y="2675"/>
                  </a:lnTo>
                  <a:lnTo>
                    <a:pt x="3065" y="2666"/>
                  </a:lnTo>
                  <a:lnTo>
                    <a:pt x="3083" y="2653"/>
                  </a:lnTo>
                  <a:lnTo>
                    <a:pt x="3096" y="2637"/>
                  </a:lnTo>
                  <a:lnTo>
                    <a:pt x="3104" y="2616"/>
                  </a:lnTo>
                  <a:lnTo>
                    <a:pt x="3107" y="2595"/>
                  </a:lnTo>
                  <a:lnTo>
                    <a:pt x="3107" y="2358"/>
                  </a:lnTo>
                  <a:lnTo>
                    <a:pt x="3192" y="2358"/>
                  </a:lnTo>
                  <a:lnTo>
                    <a:pt x="3228" y="2356"/>
                  </a:lnTo>
                  <a:lnTo>
                    <a:pt x="3262" y="2349"/>
                  </a:lnTo>
                  <a:lnTo>
                    <a:pt x="3293" y="2338"/>
                  </a:lnTo>
                  <a:lnTo>
                    <a:pt x="3323" y="2322"/>
                  </a:lnTo>
                  <a:lnTo>
                    <a:pt x="3349" y="2303"/>
                  </a:lnTo>
                  <a:lnTo>
                    <a:pt x="3374" y="2280"/>
                  </a:lnTo>
                  <a:lnTo>
                    <a:pt x="3374" y="2948"/>
                  </a:lnTo>
                  <a:lnTo>
                    <a:pt x="0" y="29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5" name="Freeform 815">
              <a:extLst>
                <a:ext uri="{FF2B5EF4-FFF2-40B4-BE49-F238E27FC236}">
                  <a16:creationId xmlns:a16="http://schemas.microsoft.com/office/drawing/2014/main" id="{2D1989C2-ED38-4FF6-BF59-62B4407B8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7100" y="6426201"/>
              <a:ext cx="30163" cy="103188"/>
            </a:xfrm>
            <a:custGeom>
              <a:avLst/>
              <a:gdLst>
                <a:gd name="T0" fmla="*/ 268 w 268"/>
                <a:gd name="T1" fmla="*/ 0 h 915"/>
                <a:gd name="T2" fmla="*/ 268 w 268"/>
                <a:gd name="T3" fmla="*/ 915 h 915"/>
                <a:gd name="T4" fmla="*/ 243 w 268"/>
                <a:gd name="T5" fmla="*/ 892 h 915"/>
                <a:gd name="T6" fmla="*/ 216 w 268"/>
                <a:gd name="T7" fmla="*/ 873 h 915"/>
                <a:gd name="T8" fmla="*/ 187 w 268"/>
                <a:gd name="T9" fmla="*/ 858 h 915"/>
                <a:gd name="T10" fmla="*/ 154 w 268"/>
                <a:gd name="T11" fmla="*/ 846 h 915"/>
                <a:gd name="T12" fmla="*/ 121 w 268"/>
                <a:gd name="T13" fmla="*/ 839 h 915"/>
                <a:gd name="T14" fmla="*/ 86 w 268"/>
                <a:gd name="T15" fmla="*/ 836 h 915"/>
                <a:gd name="T16" fmla="*/ 0 w 268"/>
                <a:gd name="T17" fmla="*/ 836 h 915"/>
                <a:gd name="T18" fmla="*/ 0 w 268"/>
                <a:gd name="T19" fmla="*/ 78 h 915"/>
                <a:gd name="T20" fmla="*/ 86 w 268"/>
                <a:gd name="T21" fmla="*/ 78 h 915"/>
                <a:gd name="T22" fmla="*/ 121 w 268"/>
                <a:gd name="T23" fmla="*/ 75 h 915"/>
                <a:gd name="T24" fmla="*/ 154 w 268"/>
                <a:gd name="T25" fmla="*/ 68 h 915"/>
                <a:gd name="T26" fmla="*/ 187 w 268"/>
                <a:gd name="T27" fmla="*/ 57 h 915"/>
                <a:gd name="T28" fmla="*/ 216 w 268"/>
                <a:gd name="T29" fmla="*/ 41 h 915"/>
                <a:gd name="T30" fmla="*/ 243 w 268"/>
                <a:gd name="T31" fmla="*/ 23 h 915"/>
                <a:gd name="T32" fmla="*/ 268 w 268"/>
                <a:gd name="T33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8" h="915">
                  <a:moveTo>
                    <a:pt x="268" y="0"/>
                  </a:moveTo>
                  <a:lnTo>
                    <a:pt x="268" y="915"/>
                  </a:lnTo>
                  <a:lnTo>
                    <a:pt x="243" y="892"/>
                  </a:lnTo>
                  <a:lnTo>
                    <a:pt x="216" y="873"/>
                  </a:lnTo>
                  <a:lnTo>
                    <a:pt x="187" y="858"/>
                  </a:lnTo>
                  <a:lnTo>
                    <a:pt x="154" y="846"/>
                  </a:lnTo>
                  <a:lnTo>
                    <a:pt x="121" y="839"/>
                  </a:lnTo>
                  <a:lnTo>
                    <a:pt x="86" y="836"/>
                  </a:lnTo>
                  <a:lnTo>
                    <a:pt x="0" y="836"/>
                  </a:lnTo>
                  <a:lnTo>
                    <a:pt x="0" y="78"/>
                  </a:lnTo>
                  <a:lnTo>
                    <a:pt x="86" y="78"/>
                  </a:lnTo>
                  <a:lnTo>
                    <a:pt x="121" y="75"/>
                  </a:lnTo>
                  <a:lnTo>
                    <a:pt x="154" y="68"/>
                  </a:lnTo>
                  <a:lnTo>
                    <a:pt x="187" y="57"/>
                  </a:lnTo>
                  <a:lnTo>
                    <a:pt x="216" y="41"/>
                  </a:lnTo>
                  <a:lnTo>
                    <a:pt x="243" y="23"/>
                  </a:lnTo>
                  <a:lnTo>
                    <a:pt x="2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26" name="Freeform 816">
              <a:extLst>
                <a:ext uri="{FF2B5EF4-FFF2-40B4-BE49-F238E27FC236}">
                  <a16:creationId xmlns:a16="http://schemas.microsoft.com/office/drawing/2014/main" id="{780D82AD-34E8-4747-B0B3-A3C45D647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03888" y="6361113"/>
              <a:ext cx="284163" cy="233363"/>
            </a:xfrm>
            <a:custGeom>
              <a:avLst/>
              <a:gdLst>
                <a:gd name="T0" fmla="*/ 1110 w 2497"/>
                <a:gd name="T1" fmla="*/ 234 h 2066"/>
                <a:gd name="T2" fmla="*/ 918 w 2497"/>
                <a:gd name="T3" fmla="*/ 293 h 2066"/>
                <a:gd name="T4" fmla="*/ 750 w 2497"/>
                <a:gd name="T5" fmla="*/ 395 h 2066"/>
                <a:gd name="T6" fmla="*/ 612 w 2497"/>
                <a:gd name="T7" fmla="*/ 533 h 2066"/>
                <a:gd name="T8" fmla="*/ 511 w 2497"/>
                <a:gd name="T9" fmla="*/ 702 h 2066"/>
                <a:gd name="T10" fmla="*/ 453 w 2497"/>
                <a:gd name="T11" fmla="*/ 894 h 2066"/>
                <a:gd name="T12" fmla="*/ 443 w 2497"/>
                <a:gd name="T13" fmla="*/ 1102 h 2066"/>
                <a:gd name="T14" fmla="*/ 486 w 2497"/>
                <a:gd name="T15" fmla="*/ 1299 h 2066"/>
                <a:gd name="T16" fmla="*/ 574 w 2497"/>
                <a:gd name="T17" fmla="*/ 1477 h 2066"/>
                <a:gd name="T18" fmla="*/ 701 w 2497"/>
                <a:gd name="T19" fmla="*/ 1625 h 2066"/>
                <a:gd name="T20" fmla="*/ 860 w 2497"/>
                <a:gd name="T21" fmla="*/ 1740 h 2066"/>
                <a:gd name="T22" fmla="*/ 1044 w 2497"/>
                <a:gd name="T23" fmla="*/ 1814 h 2066"/>
                <a:gd name="T24" fmla="*/ 1247 w 2497"/>
                <a:gd name="T25" fmla="*/ 1839 h 2066"/>
                <a:gd name="T26" fmla="*/ 1450 w 2497"/>
                <a:gd name="T27" fmla="*/ 1814 h 2066"/>
                <a:gd name="T28" fmla="*/ 1634 w 2497"/>
                <a:gd name="T29" fmla="*/ 1740 h 2066"/>
                <a:gd name="T30" fmla="*/ 1793 w 2497"/>
                <a:gd name="T31" fmla="*/ 1624 h 2066"/>
                <a:gd name="T32" fmla="*/ 1920 w 2497"/>
                <a:gd name="T33" fmla="*/ 1475 h 2066"/>
                <a:gd name="T34" fmla="*/ 2008 w 2497"/>
                <a:gd name="T35" fmla="*/ 1297 h 2066"/>
                <a:gd name="T36" fmla="*/ 2051 w 2497"/>
                <a:gd name="T37" fmla="*/ 1100 h 2066"/>
                <a:gd name="T38" fmla="*/ 2041 w 2497"/>
                <a:gd name="T39" fmla="*/ 892 h 2066"/>
                <a:gd name="T40" fmla="*/ 1983 w 2497"/>
                <a:gd name="T41" fmla="*/ 700 h 2066"/>
                <a:gd name="T42" fmla="*/ 1882 w 2497"/>
                <a:gd name="T43" fmla="*/ 532 h 2066"/>
                <a:gd name="T44" fmla="*/ 1744 w 2497"/>
                <a:gd name="T45" fmla="*/ 394 h 2066"/>
                <a:gd name="T46" fmla="*/ 1576 w 2497"/>
                <a:gd name="T47" fmla="*/ 293 h 2066"/>
                <a:gd name="T48" fmla="*/ 1384 w 2497"/>
                <a:gd name="T49" fmla="*/ 234 h 2066"/>
                <a:gd name="T50" fmla="*/ 0 w 2497"/>
                <a:gd name="T51" fmla="*/ 0 h 2066"/>
                <a:gd name="T52" fmla="*/ 2383 w 2497"/>
                <a:gd name="T53" fmla="*/ 149 h 2066"/>
                <a:gd name="T54" fmla="*/ 2276 w 2497"/>
                <a:gd name="T55" fmla="*/ 173 h 2066"/>
                <a:gd name="T56" fmla="*/ 2192 w 2497"/>
                <a:gd name="T57" fmla="*/ 235 h 2066"/>
                <a:gd name="T58" fmla="*/ 2141 w 2497"/>
                <a:gd name="T59" fmla="*/ 328 h 2066"/>
                <a:gd name="T60" fmla="*/ 2133 w 2497"/>
                <a:gd name="T61" fmla="*/ 439 h 2066"/>
                <a:gd name="T62" fmla="*/ 2171 w 2497"/>
                <a:gd name="T63" fmla="*/ 539 h 2066"/>
                <a:gd name="T64" fmla="*/ 2245 w 2497"/>
                <a:gd name="T65" fmla="*/ 613 h 2066"/>
                <a:gd name="T66" fmla="*/ 2345 w 2497"/>
                <a:gd name="T67" fmla="*/ 651 h 2066"/>
                <a:gd name="T68" fmla="*/ 2497 w 2497"/>
                <a:gd name="T69" fmla="*/ 1410 h 2066"/>
                <a:gd name="T70" fmla="*/ 2309 w 2497"/>
                <a:gd name="T71" fmla="*/ 1420 h 2066"/>
                <a:gd name="T72" fmla="*/ 2217 w 2497"/>
                <a:gd name="T73" fmla="*/ 1472 h 2066"/>
                <a:gd name="T74" fmla="*/ 2154 w 2497"/>
                <a:gd name="T75" fmla="*/ 1556 h 2066"/>
                <a:gd name="T76" fmla="*/ 2130 w 2497"/>
                <a:gd name="T77" fmla="*/ 1662 h 2066"/>
                <a:gd name="T78" fmla="*/ 2154 w 2497"/>
                <a:gd name="T79" fmla="*/ 1769 h 2066"/>
                <a:gd name="T80" fmla="*/ 2217 w 2497"/>
                <a:gd name="T81" fmla="*/ 1854 h 2066"/>
                <a:gd name="T82" fmla="*/ 2309 w 2497"/>
                <a:gd name="T83" fmla="*/ 1904 h 2066"/>
                <a:gd name="T84" fmla="*/ 2497 w 2497"/>
                <a:gd name="T85" fmla="*/ 1915 h 2066"/>
                <a:gd name="T86" fmla="*/ 0 w 2497"/>
                <a:gd name="T87" fmla="*/ 0 h 2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97" h="2066">
                  <a:moveTo>
                    <a:pt x="1247" y="222"/>
                  </a:moveTo>
                  <a:lnTo>
                    <a:pt x="1177" y="225"/>
                  </a:lnTo>
                  <a:lnTo>
                    <a:pt x="1110" y="234"/>
                  </a:lnTo>
                  <a:lnTo>
                    <a:pt x="1044" y="248"/>
                  </a:lnTo>
                  <a:lnTo>
                    <a:pt x="980" y="268"/>
                  </a:lnTo>
                  <a:lnTo>
                    <a:pt x="918" y="293"/>
                  </a:lnTo>
                  <a:lnTo>
                    <a:pt x="860" y="322"/>
                  </a:lnTo>
                  <a:lnTo>
                    <a:pt x="803" y="356"/>
                  </a:lnTo>
                  <a:lnTo>
                    <a:pt x="750" y="395"/>
                  </a:lnTo>
                  <a:lnTo>
                    <a:pt x="701" y="437"/>
                  </a:lnTo>
                  <a:lnTo>
                    <a:pt x="654" y="483"/>
                  </a:lnTo>
                  <a:lnTo>
                    <a:pt x="612" y="533"/>
                  </a:lnTo>
                  <a:lnTo>
                    <a:pt x="574" y="587"/>
                  </a:lnTo>
                  <a:lnTo>
                    <a:pt x="541" y="643"/>
                  </a:lnTo>
                  <a:lnTo>
                    <a:pt x="511" y="702"/>
                  </a:lnTo>
                  <a:lnTo>
                    <a:pt x="486" y="764"/>
                  </a:lnTo>
                  <a:lnTo>
                    <a:pt x="467" y="828"/>
                  </a:lnTo>
                  <a:lnTo>
                    <a:pt x="453" y="894"/>
                  </a:lnTo>
                  <a:lnTo>
                    <a:pt x="443" y="962"/>
                  </a:lnTo>
                  <a:lnTo>
                    <a:pt x="440" y="1032"/>
                  </a:lnTo>
                  <a:lnTo>
                    <a:pt x="443" y="1102"/>
                  </a:lnTo>
                  <a:lnTo>
                    <a:pt x="453" y="1169"/>
                  </a:lnTo>
                  <a:lnTo>
                    <a:pt x="467" y="1236"/>
                  </a:lnTo>
                  <a:lnTo>
                    <a:pt x="486" y="1299"/>
                  </a:lnTo>
                  <a:lnTo>
                    <a:pt x="511" y="1361"/>
                  </a:lnTo>
                  <a:lnTo>
                    <a:pt x="541" y="1420"/>
                  </a:lnTo>
                  <a:lnTo>
                    <a:pt x="574" y="1477"/>
                  </a:lnTo>
                  <a:lnTo>
                    <a:pt x="612" y="1530"/>
                  </a:lnTo>
                  <a:lnTo>
                    <a:pt x="654" y="1579"/>
                  </a:lnTo>
                  <a:lnTo>
                    <a:pt x="701" y="1625"/>
                  </a:lnTo>
                  <a:lnTo>
                    <a:pt x="750" y="1668"/>
                  </a:lnTo>
                  <a:lnTo>
                    <a:pt x="803" y="1706"/>
                  </a:lnTo>
                  <a:lnTo>
                    <a:pt x="860" y="1740"/>
                  </a:lnTo>
                  <a:lnTo>
                    <a:pt x="918" y="1770"/>
                  </a:lnTo>
                  <a:lnTo>
                    <a:pt x="980" y="1794"/>
                  </a:lnTo>
                  <a:lnTo>
                    <a:pt x="1044" y="1814"/>
                  </a:lnTo>
                  <a:lnTo>
                    <a:pt x="1110" y="1828"/>
                  </a:lnTo>
                  <a:lnTo>
                    <a:pt x="1177" y="1836"/>
                  </a:lnTo>
                  <a:lnTo>
                    <a:pt x="1247" y="1839"/>
                  </a:lnTo>
                  <a:lnTo>
                    <a:pt x="1317" y="1836"/>
                  </a:lnTo>
                  <a:lnTo>
                    <a:pt x="1384" y="1828"/>
                  </a:lnTo>
                  <a:lnTo>
                    <a:pt x="1450" y="1814"/>
                  </a:lnTo>
                  <a:lnTo>
                    <a:pt x="1514" y="1794"/>
                  </a:lnTo>
                  <a:lnTo>
                    <a:pt x="1576" y="1770"/>
                  </a:lnTo>
                  <a:lnTo>
                    <a:pt x="1634" y="1740"/>
                  </a:lnTo>
                  <a:lnTo>
                    <a:pt x="1691" y="1705"/>
                  </a:lnTo>
                  <a:lnTo>
                    <a:pt x="1744" y="1667"/>
                  </a:lnTo>
                  <a:lnTo>
                    <a:pt x="1793" y="1624"/>
                  </a:lnTo>
                  <a:lnTo>
                    <a:pt x="1840" y="1578"/>
                  </a:lnTo>
                  <a:lnTo>
                    <a:pt x="1882" y="1528"/>
                  </a:lnTo>
                  <a:lnTo>
                    <a:pt x="1920" y="1475"/>
                  </a:lnTo>
                  <a:lnTo>
                    <a:pt x="1953" y="1418"/>
                  </a:lnTo>
                  <a:lnTo>
                    <a:pt x="1983" y="1360"/>
                  </a:lnTo>
                  <a:lnTo>
                    <a:pt x="2008" y="1297"/>
                  </a:lnTo>
                  <a:lnTo>
                    <a:pt x="2027" y="1234"/>
                  </a:lnTo>
                  <a:lnTo>
                    <a:pt x="2041" y="1167"/>
                  </a:lnTo>
                  <a:lnTo>
                    <a:pt x="2051" y="1100"/>
                  </a:lnTo>
                  <a:lnTo>
                    <a:pt x="2054" y="1030"/>
                  </a:lnTo>
                  <a:lnTo>
                    <a:pt x="2051" y="960"/>
                  </a:lnTo>
                  <a:lnTo>
                    <a:pt x="2041" y="892"/>
                  </a:lnTo>
                  <a:lnTo>
                    <a:pt x="2027" y="826"/>
                  </a:lnTo>
                  <a:lnTo>
                    <a:pt x="2008" y="762"/>
                  </a:lnTo>
                  <a:lnTo>
                    <a:pt x="1983" y="700"/>
                  </a:lnTo>
                  <a:lnTo>
                    <a:pt x="1953" y="641"/>
                  </a:lnTo>
                  <a:lnTo>
                    <a:pt x="1920" y="585"/>
                  </a:lnTo>
                  <a:lnTo>
                    <a:pt x="1882" y="532"/>
                  </a:lnTo>
                  <a:lnTo>
                    <a:pt x="1840" y="482"/>
                  </a:lnTo>
                  <a:lnTo>
                    <a:pt x="1793" y="436"/>
                  </a:lnTo>
                  <a:lnTo>
                    <a:pt x="1744" y="394"/>
                  </a:lnTo>
                  <a:lnTo>
                    <a:pt x="1691" y="355"/>
                  </a:lnTo>
                  <a:lnTo>
                    <a:pt x="1634" y="321"/>
                  </a:lnTo>
                  <a:lnTo>
                    <a:pt x="1576" y="293"/>
                  </a:lnTo>
                  <a:lnTo>
                    <a:pt x="1514" y="268"/>
                  </a:lnTo>
                  <a:lnTo>
                    <a:pt x="1450" y="247"/>
                  </a:lnTo>
                  <a:lnTo>
                    <a:pt x="1384" y="234"/>
                  </a:lnTo>
                  <a:lnTo>
                    <a:pt x="1317" y="225"/>
                  </a:lnTo>
                  <a:lnTo>
                    <a:pt x="1247" y="222"/>
                  </a:lnTo>
                  <a:close/>
                  <a:moveTo>
                    <a:pt x="0" y="0"/>
                  </a:moveTo>
                  <a:lnTo>
                    <a:pt x="2497" y="0"/>
                  </a:lnTo>
                  <a:lnTo>
                    <a:pt x="2497" y="149"/>
                  </a:lnTo>
                  <a:lnTo>
                    <a:pt x="2383" y="149"/>
                  </a:lnTo>
                  <a:lnTo>
                    <a:pt x="2345" y="151"/>
                  </a:lnTo>
                  <a:lnTo>
                    <a:pt x="2309" y="159"/>
                  </a:lnTo>
                  <a:lnTo>
                    <a:pt x="2276" y="173"/>
                  </a:lnTo>
                  <a:lnTo>
                    <a:pt x="2245" y="189"/>
                  </a:lnTo>
                  <a:lnTo>
                    <a:pt x="2217" y="211"/>
                  </a:lnTo>
                  <a:lnTo>
                    <a:pt x="2192" y="235"/>
                  </a:lnTo>
                  <a:lnTo>
                    <a:pt x="2171" y="264"/>
                  </a:lnTo>
                  <a:lnTo>
                    <a:pt x="2154" y="295"/>
                  </a:lnTo>
                  <a:lnTo>
                    <a:pt x="2141" y="328"/>
                  </a:lnTo>
                  <a:lnTo>
                    <a:pt x="2133" y="364"/>
                  </a:lnTo>
                  <a:lnTo>
                    <a:pt x="2130" y="401"/>
                  </a:lnTo>
                  <a:lnTo>
                    <a:pt x="2133" y="439"/>
                  </a:lnTo>
                  <a:lnTo>
                    <a:pt x="2142" y="475"/>
                  </a:lnTo>
                  <a:lnTo>
                    <a:pt x="2154" y="508"/>
                  </a:lnTo>
                  <a:lnTo>
                    <a:pt x="2171" y="539"/>
                  </a:lnTo>
                  <a:lnTo>
                    <a:pt x="2193" y="567"/>
                  </a:lnTo>
                  <a:lnTo>
                    <a:pt x="2217" y="592"/>
                  </a:lnTo>
                  <a:lnTo>
                    <a:pt x="2245" y="613"/>
                  </a:lnTo>
                  <a:lnTo>
                    <a:pt x="2277" y="631"/>
                  </a:lnTo>
                  <a:lnTo>
                    <a:pt x="2309" y="643"/>
                  </a:lnTo>
                  <a:lnTo>
                    <a:pt x="2345" y="651"/>
                  </a:lnTo>
                  <a:lnTo>
                    <a:pt x="2383" y="654"/>
                  </a:lnTo>
                  <a:lnTo>
                    <a:pt x="2497" y="654"/>
                  </a:lnTo>
                  <a:lnTo>
                    <a:pt x="2497" y="1410"/>
                  </a:lnTo>
                  <a:lnTo>
                    <a:pt x="2383" y="1410"/>
                  </a:lnTo>
                  <a:lnTo>
                    <a:pt x="2345" y="1412"/>
                  </a:lnTo>
                  <a:lnTo>
                    <a:pt x="2309" y="1420"/>
                  </a:lnTo>
                  <a:lnTo>
                    <a:pt x="2276" y="1434"/>
                  </a:lnTo>
                  <a:lnTo>
                    <a:pt x="2245" y="1451"/>
                  </a:lnTo>
                  <a:lnTo>
                    <a:pt x="2217" y="1472"/>
                  </a:lnTo>
                  <a:lnTo>
                    <a:pt x="2192" y="1497"/>
                  </a:lnTo>
                  <a:lnTo>
                    <a:pt x="2171" y="1525"/>
                  </a:lnTo>
                  <a:lnTo>
                    <a:pt x="2154" y="1556"/>
                  </a:lnTo>
                  <a:lnTo>
                    <a:pt x="2141" y="1589"/>
                  </a:lnTo>
                  <a:lnTo>
                    <a:pt x="2133" y="1625"/>
                  </a:lnTo>
                  <a:lnTo>
                    <a:pt x="2130" y="1662"/>
                  </a:lnTo>
                  <a:lnTo>
                    <a:pt x="2133" y="1700"/>
                  </a:lnTo>
                  <a:lnTo>
                    <a:pt x="2142" y="1736"/>
                  </a:lnTo>
                  <a:lnTo>
                    <a:pt x="2154" y="1769"/>
                  </a:lnTo>
                  <a:lnTo>
                    <a:pt x="2171" y="1800"/>
                  </a:lnTo>
                  <a:lnTo>
                    <a:pt x="2193" y="1828"/>
                  </a:lnTo>
                  <a:lnTo>
                    <a:pt x="2217" y="1854"/>
                  </a:lnTo>
                  <a:lnTo>
                    <a:pt x="2245" y="1874"/>
                  </a:lnTo>
                  <a:lnTo>
                    <a:pt x="2277" y="1892"/>
                  </a:lnTo>
                  <a:lnTo>
                    <a:pt x="2309" y="1904"/>
                  </a:lnTo>
                  <a:lnTo>
                    <a:pt x="2345" y="1912"/>
                  </a:lnTo>
                  <a:lnTo>
                    <a:pt x="2383" y="1915"/>
                  </a:lnTo>
                  <a:lnTo>
                    <a:pt x="2497" y="1915"/>
                  </a:lnTo>
                  <a:lnTo>
                    <a:pt x="2497" y="2066"/>
                  </a:lnTo>
                  <a:lnTo>
                    <a:pt x="0" y="206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427" name="Freeform 821">
            <a:extLst>
              <a:ext uri="{FF2B5EF4-FFF2-40B4-BE49-F238E27FC236}">
                <a16:creationId xmlns:a16="http://schemas.microsoft.com/office/drawing/2014/main" id="{1BA0DED4-9B02-4CDA-A3E0-A4AA618253C6}"/>
              </a:ext>
            </a:extLst>
          </p:cNvPr>
          <p:cNvSpPr>
            <a:spLocks noEditPoints="1"/>
          </p:cNvSpPr>
          <p:nvPr/>
        </p:nvSpPr>
        <p:spPr bwMode="auto">
          <a:xfrm>
            <a:off x="6425620" y="5926663"/>
            <a:ext cx="189305" cy="190592"/>
          </a:xfrm>
          <a:custGeom>
            <a:avLst/>
            <a:gdLst>
              <a:gd name="T0" fmla="*/ 444 w 2058"/>
              <a:gd name="T1" fmla="*/ 1604 h 2075"/>
              <a:gd name="T2" fmla="*/ 414 w 2058"/>
              <a:gd name="T3" fmla="*/ 1622 h 2075"/>
              <a:gd name="T4" fmla="*/ 398 w 2058"/>
              <a:gd name="T5" fmla="*/ 1650 h 2075"/>
              <a:gd name="T6" fmla="*/ 398 w 2058"/>
              <a:gd name="T7" fmla="*/ 1686 h 2075"/>
              <a:gd name="T8" fmla="*/ 415 w 2058"/>
              <a:gd name="T9" fmla="*/ 1716 h 2075"/>
              <a:gd name="T10" fmla="*/ 445 w 2058"/>
              <a:gd name="T11" fmla="*/ 1734 h 2075"/>
              <a:gd name="T12" fmla="*/ 1597 w 2058"/>
              <a:gd name="T13" fmla="*/ 1736 h 2075"/>
              <a:gd name="T14" fmla="*/ 1631 w 2058"/>
              <a:gd name="T15" fmla="*/ 1726 h 2075"/>
              <a:gd name="T16" fmla="*/ 1656 w 2058"/>
              <a:gd name="T17" fmla="*/ 1703 h 2075"/>
              <a:gd name="T18" fmla="*/ 1665 w 2058"/>
              <a:gd name="T19" fmla="*/ 1669 h 2075"/>
              <a:gd name="T20" fmla="*/ 1656 w 2058"/>
              <a:gd name="T21" fmla="*/ 1635 h 2075"/>
              <a:gd name="T22" fmla="*/ 1631 w 2058"/>
              <a:gd name="T23" fmla="*/ 1610 h 2075"/>
              <a:gd name="T24" fmla="*/ 1597 w 2058"/>
              <a:gd name="T25" fmla="*/ 1602 h 2075"/>
              <a:gd name="T26" fmla="*/ 1033 w 2058"/>
              <a:gd name="T27" fmla="*/ 772 h 2075"/>
              <a:gd name="T28" fmla="*/ 999 w 2058"/>
              <a:gd name="T29" fmla="*/ 781 h 2075"/>
              <a:gd name="T30" fmla="*/ 975 w 2058"/>
              <a:gd name="T31" fmla="*/ 804 h 2075"/>
              <a:gd name="T32" fmla="*/ 965 w 2058"/>
              <a:gd name="T33" fmla="*/ 838 h 2075"/>
              <a:gd name="T34" fmla="*/ 968 w 2058"/>
              <a:gd name="T35" fmla="*/ 1424 h 2075"/>
              <a:gd name="T36" fmla="*/ 985 w 2058"/>
              <a:gd name="T37" fmla="*/ 1453 h 2075"/>
              <a:gd name="T38" fmla="*/ 1015 w 2058"/>
              <a:gd name="T39" fmla="*/ 1471 h 2075"/>
              <a:gd name="T40" fmla="*/ 1051 w 2058"/>
              <a:gd name="T41" fmla="*/ 1471 h 2075"/>
              <a:gd name="T42" fmla="*/ 1080 w 2058"/>
              <a:gd name="T43" fmla="*/ 1453 h 2075"/>
              <a:gd name="T44" fmla="*/ 1097 w 2058"/>
              <a:gd name="T45" fmla="*/ 1424 h 2075"/>
              <a:gd name="T46" fmla="*/ 1100 w 2058"/>
              <a:gd name="T47" fmla="*/ 838 h 2075"/>
              <a:gd name="T48" fmla="*/ 1091 w 2058"/>
              <a:gd name="T49" fmla="*/ 804 h 2075"/>
              <a:gd name="T50" fmla="*/ 1067 w 2058"/>
              <a:gd name="T51" fmla="*/ 781 h 2075"/>
              <a:gd name="T52" fmla="*/ 1033 w 2058"/>
              <a:gd name="T53" fmla="*/ 772 h 2075"/>
              <a:gd name="T54" fmla="*/ 1451 w 2058"/>
              <a:gd name="T55" fmla="*/ 511 h 2075"/>
              <a:gd name="T56" fmla="*/ 1422 w 2058"/>
              <a:gd name="T57" fmla="*/ 528 h 2075"/>
              <a:gd name="T58" fmla="*/ 1404 w 2058"/>
              <a:gd name="T59" fmla="*/ 558 h 2075"/>
              <a:gd name="T60" fmla="*/ 1402 w 2058"/>
              <a:gd name="T61" fmla="*/ 1406 h 2075"/>
              <a:gd name="T62" fmla="*/ 1411 w 2058"/>
              <a:gd name="T63" fmla="*/ 1440 h 2075"/>
              <a:gd name="T64" fmla="*/ 1435 w 2058"/>
              <a:gd name="T65" fmla="*/ 1464 h 2075"/>
              <a:gd name="T66" fmla="*/ 1469 w 2058"/>
              <a:gd name="T67" fmla="*/ 1473 h 2075"/>
              <a:gd name="T68" fmla="*/ 1503 w 2058"/>
              <a:gd name="T69" fmla="*/ 1464 h 2075"/>
              <a:gd name="T70" fmla="*/ 1527 w 2058"/>
              <a:gd name="T71" fmla="*/ 1440 h 2075"/>
              <a:gd name="T72" fmla="*/ 1536 w 2058"/>
              <a:gd name="T73" fmla="*/ 1406 h 2075"/>
              <a:gd name="T74" fmla="*/ 1534 w 2058"/>
              <a:gd name="T75" fmla="*/ 558 h 2075"/>
              <a:gd name="T76" fmla="*/ 1516 w 2058"/>
              <a:gd name="T77" fmla="*/ 528 h 2075"/>
              <a:gd name="T78" fmla="*/ 1487 w 2058"/>
              <a:gd name="T79" fmla="*/ 511 h 2075"/>
              <a:gd name="T80" fmla="*/ 588 w 2058"/>
              <a:gd name="T81" fmla="*/ 340 h 2075"/>
              <a:gd name="T82" fmla="*/ 554 w 2058"/>
              <a:gd name="T83" fmla="*/ 350 h 2075"/>
              <a:gd name="T84" fmla="*/ 530 w 2058"/>
              <a:gd name="T85" fmla="*/ 373 h 2075"/>
              <a:gd name="T86" fmla="*/ 521 w 2058"/>
              <a:gd name="T87" fmla="*/ 407 h 2075"/>
              <a:gd name="T88" fmla="*/ 523 w 2058"/>
              <a:gd name="T89" fmla="*/ 1425 h 2075"/>
              <a:gd name="T90" fmla="*/ 541 w 2058"/>
              <a:gd name="T91" fmla="*/ 1454 h 2075"/>
              <a:gd name="T92" fmla="*/ 570 w 2058"/>
              <a:gd name="T93" fmla="*/ 1471 h 2075"/>
              <a:gd name="T94" fmla="*/ 606 w 2058"/>
              <a:gd name="T95" fmla="*/ 1471 h 2075"/>
              <a:gd name="T96" fmla="*/ 635 w 2058"/>
              <a:gd name="T97" fmla="*/ 1454 h 2075"/>
              <a:gd name="T98" fmla="*/ 652 w 2058"/>
              <a:gd name="T99" fmla="*/ 1425 h 2075"/>
              <a:gd name="T100" fmla="*/ 655 w 2058"/>
              <a:gd name="T101" fmla="*/ 407 h 2075"/>
              <a:gd name="T102" fmla="*/ 646 w 2058"/>
              <a:gd name="T103" fmla="*/ 373 h 2075"/>
              <a:gd name="T104" fmla="*/ 622 w 2058"/>
              <a:gd name="T105" fmla="*/ 350 h 2075"/>
              <a:gd name="T106" fmla="*/ 588 w 2058"/>
              <a:gd name="T107" fmla="*/ 340 h 2075"/>
              <a:gd name="T108" fmla="*/ 2058 w 2058"/>
              <a:gd name="T109" fmla="*/ 0 h 2075"/>
              <a:gd name="T110" fmla="*/ 0 w 2058"/>
              <a:gd name="T111" fmla="*/ 2075 h 20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58" h="2075">
                <a:moveTo>
                  <a:pt x="463" y="1602"/>
                </a:moveTo>
                <a:lnTo>
                  <a:pt x="444" y="1604"/>
                </a:lnTo>
                <a:lnTo>
                  <a:pt x="429" y="1610"/>
                </a:lnTo>
                <a:lnTo>
                  <a:pt x="414" y="1622"/>
                </a:lnTo>
                <a:lnTo>
                  <a:pt x="404" y="1635"/>
                </a:lnTo>
                <a:lnTo>
                  <a:pt x="398" y="1650"/>
                </a:lnTo>
                <a:lnTo>
                  <a:pt x="396" y="1669"/>
                </a:lnTo>
                <a:lnTo>
                  <a:pt x="398" y="1686"/>
                </a:lnTo>
                <a:lnTo>
                  <a:pt x="405" y="1703"/>
                </a:lnTo>
                <a:lnTo>
                  <a:pt x="415" y="1716"/>
                </a:lnTo>
                <a:lnTo>
                  <a:pt x="429" y="1726"/>
                </a:lnTo>
                <a:lnTo>
                  <a:pt x="445" y="1734"/>
                </a:lnTo>
                <a:lnTo>
                  <a:pt x="463" y="1736"/>
                </a:lnTo>
                <a:lnTo>
                  <a:pt x="1597" y="1736"/>
                </a:lnTo>
                <a:lnTo>
                  <a:pt x="1616" y="1734"/>
                </a:lnTo>
                <a:lnTo>
                  <a:pt x="1631" y="1726"/>
                </a:lnTo>
                <a:lnTo>
                  <a:pt x="1646" y="1716"/>
                </a:lnTo>
                <a:lnTo>
                  <a:pt x="1656" y="1703"/>
                </a:lnTo>
                <a:lnTo>
                  <a:pt x="1662" y="1686"/>
                </a:lnTo>
                <a:lnTo>
                  <a:pt x="1665" y="1669"/>
                </a:lnTo>
                <a:lnTo>
                  <a:pt x="1662" y="1650"/>
                </a:lnTo>
                <a:lnTo>
                  <a:pt x="1656" y="1635"/>
                </a:lnTo>
                <a:lnTo>
                  <a:pt x="1646" y="1622"/>
                </a:lnTo>
                <a:lnTo>
                  <a:pt x="1631" y="1610"/>
                </a:lnTo>
                <a:lnTo>
                  <a:pt x="1616" y="1604"/>
                </a:lnTo>
                <a:lnTo>
                  <a:pt x="1597" y="1602"/>
                </a:lnTo>
                <a:lnTo>
                  <a:pt x="463" y="1602"/>
                </a:lnTo>
                <a:close/>
                <a:moveTo>
                  <a:pt x="1033" y="772"/>
                </a:moveTo>
                <a:lnTo>
                  <a:pt x="1015" y="774"/>
                </a:lnTo>
                <a:lnTo>
                  <a:pt x="999" y="781"/>
                </a:lnTo>
                <a:lnTo>
                  <a:pt x="985" y="791"/>
                </a:lnTo>
                <a:lnTo>
                  <a:pt x="975" y="804"/>
                </a:lnTo>
                <a:lnTo>
                  <a:pt x="968" y="821"/>
                </a:lnTo>
                <a:lnTo>
                  <a:pt x="965" y="838"/>
                </a:lnTo>
                <a:lnTo>
                  <a:pt x="965" y="1406"/>
                </a:lnTo>
                <a:lnTo>
                  <a:pt x="968" y="1424"/>
                </a:lnTo>
                <a:lnTo>
                  <a:pt x="975" y="1440"/>
                </a:lnTo>
                <a:lnTo>
                  <a:pt x="985" y="1453"/>
                </a:lnTo>
                <a:lnTo>
                  <a:pt x="999" y="1464"/>
                </a:lnTo>
                <a:lnTo>
                  <a:pt x="1015" y="1471"/>
                </a:lnTo>
                <a:lnTo>
                  <a:pt x="1033" y="1473"/>
                </a:lnTo>
                <a:lnTo>
                  <a:pt x="1051" y="1471"/>
                </a:lnTo>
                <a:lnTo>
                  <a:pt x="1067" y="1464"/>
                </a:lnTo>
                <a:lnTo>
                  <a:pt x="1080" y="1453"/>
                </a:lnTo>
                <a:lnTo>
                  <a:pt x="1091" y="1440"/>
                </a:lnTo>
                <a:lnTo>
                  <a:pt x="1097" y="1424"/>
                </a:lnTo>
                <a:lnTo>
                  <a:pt x="1100" y="1406"/>
                </a:lnTo>
                <a:lnTo>
                  <a:pt x="1100" y="838"/>
                </a:lnTo>
                <a:lnTo>
                  <a:pt x="1097" y="821"/>
                </a:lnTo>
                <a:lnTo>
                  <a:pt x="1091" y="804"/>
                </a:lnTo>
                <a:lnTo>
                  <a:pt x="1080" y="791"/>
                </a:lnTo>
                <a:lnTo>
                  <a:pt x="1067" y="781"/>
                </a:lnTo>
                <a:lnTo>
                  <a:pt x="1051" y="774"/>
                </a:lnTo>
                <a:lnTo>
                  <a:pt x="1033" y="772"/>
                </a:lnTo>
                <a:close/>
                <a:moveTo>
                  <a:pt x="1469" y="509"/>
                </a:moveTo>
                <a:lnTo>
                  <a:pt x="1451" y="511"/>
                </a:lnTo>
                <a:lnTo>
                  <a:pt x="1435" y="518"/>
                </a:lnTo>
                <a:lnTo>
                  <a:pt x="1422" y="528"/>
                </a:lnTo>
                <a:lnTo>
                  <a:pt x="1411" y="542"/>
                </a:lnTo>
                <a:lnTo>
                  <a:pt x="1404" y="558"/>
                </a:lnTo>
                <a:lnTo>
                  <a:pt x="1402" y="576"/>
                </a:lnTo>
                <a:lnTo>
                  <a:pt x="1402" y="1406"/>
                </a:lnTo>
                <a:lnTo>
                  <a:pt x="1404" y="1424"/>
                </a:lnTo>
                <a:lnTo>
                  <a:pt x="1411" y="1440"/>
                </a:lnTo>
                <a:lnTo>
                  <a:pt x="1422" y="1453"/>
                </a:lnTo>
                <a:lnTo>
                  <a:pt x="1435" y="1464"/>
                </a:lnTo>
                <a:lnTo>
                  <a:pt x="1451" y="1471"/>
                </a:lnTo>
                <a:lnTo>
                  <a:pt x="1469" y="1473"/>
                </a:lnTo>
                <a:lnTo>
                  <a:pt x="1487" y="1471"/>
                </a:lnTo>
                <a:lnTo>
                  <a:pt x="1503" y="1464"/>
                </a:lnTo>
                <a:lnTo>
                  <a:pt x="1516" y="1453"/>
                </a:lnTo>
                <a:lnTo>
                  <a:pt x="1527" y="1440"/>
                </a:lnTo>
                <a:lnTo>
                  <a:pt x="1534" y="1424"/>
                </a:lnTo>
                <a:lnTo>
                  <a:pt x="1536" y="1406"/>
                </a:lnTo>
                <a:lnTo>
                  <a:pt x="1536" y="576"/>
                </a:lnTo>
                <a:lnTo>
                  <a:pt x="1534" y="558"/>
                </a:lnTo>
                <a:lnTo>
                  <a:pt x="1527" y="542"/>
                </a:lnTo>
                <a:lnTo>
                  <a:pt x="1516" y="528"/>
                </a:lnTo>
                <a:lnTo>
                  <a:pt x="1503" y="518"/>
                </a:lnTo>
                <a:lnTo>
                  <a:pt x="1487" y="511"/>
                </a:lnTo>
                <a:lnTo>
                  <a:pt x="1469" y="509"/>
                </a:lnTo>
                <a:close/>
                <a:moveTo>
                  <a:pt x="588" y="340"/>
                </a:moveTo>
                <a:lnTo>
                  <a:pt x="570" y="342"/>
                </a:lnTo>
                <a:lnTo>
                  <a:pt x="554" y="350"/>
                </a:lnTo>
                <a:lnTo>
                  <a:pt x="541" y="360"/>
                </a:lnTo>
                <a:lnTo>
                  <a:pt x="530" y="373"/>
                </a:lnTo>
                <a:lnTo>
                  <a:pt x="523" y="390"/>
                </a:lnTo>
                <a:lnTo>
                  <a:pt x="521" y="407"/>
                </a:lnTo>
                <a:lnTo>
                  <a:pt x="521" y="1406"/>
                </a:lnTo>
                <a:lnTo>
                  <a:pt x="523" y="1425"/>
                </a:lnTo>
                <a:lnTo>
                  <a:pt x="530" y="1440"/>
                </a:lnTo>
                <a:lnTo>
                  <a:pt x="541" y="1454"/>
                </a:lnTo>
                <a:lnTo>
                  <a:pt x="554" y="1465"/>
                </a:lnTo>
                <a:lnTo>
                  <a:pt x="570" y="1471"/>
                </a:lnTo>
                <a:lnTo>
                  <a:pt x="588" y="1474"/>
                </a:lnTo>
                <a:lnTo>
                  <a:pt x="606" y="1471"/>
                </a:lnTo>
                <a:lnTo>
                  <a:pt x="622" y="1465"/>
                </a:lnTo>
                <a:lnTo>
                  <a:pt x="635" y="1454"/>
                </a:lnTo>
                <a:lnTo>
                  <a:pt x="646" y="1440"/>
                </a:lnTo>
                <a:lnTo>
                  <a:pt x="652" y="1425"/>
                </a:lnTo>
                <a:lnTo>
                  <a:pt x="655" y="1406"/>
                </a:lnTo>
                <a:lnTo>
                  <a:pt x="655" y="407"/>
                </a:lnTo>
                <a:lnTo>
                  <a:pt x="652" y="390"/>
                </a:lnTo>
                <a:lnTo>
                  <a:pt x="646" y="373"/>
                </a:lnTo>
                <a:lnTo>
                  <a:pt x="635" y="360"/>
                </a:lnTo>
                <a:lnTo>
                  <a:pt x="622" y="350"/>
                </a:lnTo>
                <a:lnTo>
                  <a:pt x="606" y="342"/>
                </a:lnTo>
                <a:lnTo>
                  <a:pt x="588" y="340"/>
                </a:lnTo>
                <a:close/>
                <a:moveTo>
                  <a:pt x="0" y="0"/>
                </a:moveTo>
                <a:lnTo>
                  <a:pt x="2058" y="0"/>
                </a:lnTo>
                <a:lnTo>
                  <a:pt x="2058" y="2075"/>
                </a:lnTo>
                <a:lnTo>
                  <a:pt x="0" y="207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6F94F376-A8E8-4E7C-9244-EF1677905F34}"/>
              </a:ext>
            </a:extLst>
          </p:cNvPr>
          <p:cNvGrpSpPr/>
          <p:nvPr/>
        </p:nvGrpSpPr>
        <p:grpSpPr>
          <a:xfrm>
            <a:off x="5803733" y="5866781"/>
            <a:ext cx="198319" cy="310355"/>
            <a:chOff x="4624387" y="6161088"/>
            <a:chExt cx="244476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29" name="Freeform 828">
              <a:extLst>
                <a:ext uri="{FF2B5EF4-FFF2-40B4-BE49-F238E27FC236}">
                  <a16:creationId xmlns:a16="http://schemas.microsoft.com/office/drawing/2014/main" id="{65485D66-3C9E-4805-971F-0D0EEA06A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4388" y="6484938"/>
              <a:ext cx="244475" cy="58737"/>
            </a:xfrm>
            <a:custGeom>
              <a:avLst/>
              <a:gdLst>
                <a:gd name="T0" fmla="*/ 1486 w 2151"/>
                <a:gd name="T1" fmla="*/ 194 h 516"/>
                <a:gd name="T2" fmla="*/ 1457 w 2151"/>
                <a:gd name="T3" fmla="*/ 210 h 516"/>
                <a:gd name="T4" fmla="*/ 1441 w 2151"/>
                <a:gd name="T5" fmla="*/ 239 h 516"/>
                <a:gd name="T6" fmla="*/ 1441 w 2151"/>
                <a:gd name="T7" fmla="*/ 273 h 516"/>
                <a:gd name="T8" fmla="*/ 1457 w 2151"/>
                <a:gd name="T9" fmla="*/ 300 h 516"/>
                <a:gd name="T10" fmla="*/ 1485 w 2151"/>
                <a:gd name="T11" fmla="*/ 318 h 516"/>
                <a:gd name="T12" fmla="*/ 1718 w 2151"/>
                <a:gd name="T13" fmla="*/ 320 h 516"/>
                <a:gd name="T14" fmla="*/ 1750 w 2151"/>
                <a:gd name="T15" fmla="*/ 310 h 516"/>
                <a:gd name="T16" fmla="*/ 1773 w 2151"/>
                <a:gd name="T17" fmla="*/ 288 h 516"/>
                <a:gd name="T18" fmla="*/ 1783 w 2151"/>
                <a:gd name="T19" fmla="*/ 255 h 516"/>
                <a:gd name="T20" fmla="*/ 1773 w 2151"/>
                <a:gd name="T21" fmla="*/ 224 h 516"/>
                <a:gd name="T22" fmla="*/ 1751 w 2151"/>
                <a:gd name="T23" fmla="*/ 201 h 516"/>
                <a:gd name="T24" fmla="*/ 1718 w 2151"/>
                <a:gd name="T25" fmla="*/ 192 h 516"/>
                <a:gd name="T26" fmla="*/ 968 w 2151"/>
                <a:gd name="T27" fmla="*/ 192 h 516"/>
                <a:gd name="T28" fmla="*/ 934 w 2151"/>
                <a:gd name="T29" fmla="*/ 201 h 516"/>
                <a:gd name="T30" fmla="*/ 911 w 2151"/>
                <a:gd name="T31" fmla="*/ 224 h 516"/>
                <a:gd name="T32" fmla="*/ 904 w 2151"/>
                <a:gd name="T33" fmla="*/ 255 h 516"/>
                <a:gd name="T34" fmla="*/ 913 w 2151"/>
                <a:gd name="T35" fmla="*/ 288 h 516"/>
                <a:gd name="T36" fmla="*/ 936 w 2151"/>
                <a:gd name="T37" fmla="*/ 310 h 516"/>
                <a:gd name="T38" fmla="*/ 968 w 2151"/>
                <a:gd name="T39" fmla="*/ 320 h 516"/>
                <a:gd name="T40" fmla="*/ 1199 w 2151"/>
                <a:gd name="T41" fmla="*/ 318 h 516"/>
                <a:gd name="T42" fmla="*/ 1226 w 2151"/>
                <a:gd name="T43" fmla="*/ 301 h 516"/>
                <a:gd name="T44" fmla="*/ 1244 w 2151"/>
                <a:gd name="T45" fmla="*/ 273 h 516"/>
                <a:gd name="T46" fmla="*/ 1244 w 2151"/>
                <a:gd name="T47" fmla="*/ 239 h 516"/>
                <a:gd name="T48" fmla="*/ 1226 w 2151"/>
                <a:gd name="T49" fmla="*/ 210 h 516"/>
                <a:gd name="T50" fmla="*/ 1199 w 2151"/>
                <a:gd name="T51" fmla="*/ 194 h 516"/>
                <a:gd name="T52" fmla="*/ 968 w 2151"/>
                <a:gd name="T53" fmla="*/ 192 h 516"/>
                <a:gd name="T54" fmla="*/ 414 w 2151"/>
                <a:gd name="T55" fmla="*/ 194 h 516"/>
                <a:gd name="T56" fmla="*/ 386 w 2151"/>
                <a:gd name="T57" fmla="*/ 210 h 516"/>
                <a:gd name="T58" fmla="*/ 369 w 2151"/>
                <a:gd name="T59" fmla="*/ 239 h 516"/>
                <a:gd name="T60" fmla="*/ 369 w 2151"/>
                <a:gd name="T61" fmla="*/ 273 h 516"/>
                <a:gd name="T62" fmla="*/ 386 w 2151"/>
                <a:gd name="T63" fmla="*/ 300 h 516"/>
                <a:gd name="T64" fmla="*/ 414 w 2151"/>
                <a:gd name="T65" fmla="*/ 318 h 516"/>
                <a:gd name="T66" fmla="*/ 647 w 2151"/>
                <a:gd name="T67" fmla="*/ 320 h 516"/>
                <a:gd name="T68" fmla="*/ 679 w 2151"/>
                <a:gd name="T69" fmla="*/ 310 h 516"/>
                <a:gd name="T70" fmla="*/ 702 w 2151"/>
                <a:gd name="T71" fmla="*/ 288 h 516"/>
                <a:gd name="T72" fmla="*/ 711 w 2151"/>
                <a:gd name="T73" fmla="*/ 255 h 516"/>
                <a:gd name="T74" fmla="*/ 702 w 2151"/>
                <a:gd name="T75" fmla="*/ 224 h 516"/>
                <a:gd name="T76" fmla="*/ 680 w 2151"/>
                <a:gd name="T77" fmla="*/ 201 h 516"/>
                <a:gd name="T78" fmla="*/ 647 w 2151"/>
                <a:gd name="T79" fmla="*/ 192 h 516"/>
                <a:gd name="T80" fmla="*/ 0 w 2151"/>
                <a:gd name="T81" fmla="*/ 0 h 516"/>
                <a:gd name="T82" fmla="*/ 2151 w 2151"/>
                <a:gd name="T83" fmla="*/ 516 h 516"/>
                <a:gd name="T84" fmla="*/ 0 w 2151"/>
                <a:gd name="T85" fmla="*/ 0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51" h="516">
                  <a:moveTo>
                    <a:pt x="1502" y="192"/>
                  </a:moveTo>
                  <a:lnTo>
                    <a:pt x="1486" y="194"/>
                  </a:lnTo>
                  <a:lnTo>
                    <a:pt x="1470" y="201"/>
                  </a:lnTo>
                  <a:lnTo>
                    <a:pt x="1457" y="210"/>
                  </a:lnTo>
                  <a:lnTo>
                    <a:pt x="1447" y="224"/>
                  </a:lnTo>
                  <a:lnTo>
                    <a:pt x="1441" y="239"/>
                  </a:lnTo>
                  <a:lnTo>
                    <a:pt x="1438" y="255"/>
                  </a:lnTo>
                  <a:lnTo>
                    <a:pt x="1441" y="273"/>
                  </a:lnTo>
                  <a:lnTo>
                    <a:pt x="1447" y="288"/>
                  </a:lnTo>
                  <a:lnTo>
                    <a:pt x="1457" y="300"/>
                  </a:lnTo>
                  <a:lnTo>
                    <a:pt x="1470" y="310"/>
                  </a:lnTo>
                  <a:lnTo>
                    <a:pt x="1485" y="318"/>
                  </a:lnTo>
                  <a:lnTo>
                    <a:pt x="1502" y="320"/>
                  </a:lnTo>
                  <a:lnTo>
                    <a:pt x="1718" y="320"/>
                  </a:lnTo>
                  <a:lnTo>
                    <a:pt x="1736" y="318"/>
                  </a:lnTo>
                  <a:lnTo>
                    <a:pt x="1750" y="310"/>
                  </a:lnTo>
                  <a:lnTo>
                    <a:pt x="1763" y="301"/>
                  </a:lnTo>
                  <a:lnTo>
                    <a:pt x="1773" y="288"/>
                  </a:lnTo>
                  <a:lnTo>
                    <a:pt x="1780" y="273"/>
                  </a:lnTo>
                  <a:lnTo>
                    <a:pt x="1783" y="255"/>
                  </a:lnTo>
                  <a:lnTo>
                    <a:pt x="1780" y="239"/>
                  </a:lnTo>
                  <a:lnTo>
                    <a:pt x="1773" y="224"/>
                  </a:lnTo>
                  <a:lnTo>
                    <a:pt x="1763" y="210"/>
                  </a:lnTo>
                  <a:lnTo>
                    <a:pt x="1751" y="201"/>
                  </a:lnTo>
                  <a:lnTo>
                    <a:pt x="1736" y="194"/>
                  </a:lnTo>
                  <a:lnTo>
                    <a:pt x="1718" y="192"/>
                  </a:lnTo>
                  <a:lnTo>
                    <a:pt x="1502" y="192"/>
                  </a:lnTo>
                  <a:close/>
                  <a:moveTo>
                    <a:pt x="968" y="192"/>
                  </a:moveTo>
                  <a:lnTo>
                    <a:pt x="950" y="194"/>
                  </a:lnTo>
                  <a:lnTo>
                    <a:pt x="934" y="201"/>
                  </a:lnTo>
                  <a:lnTo>
                    <a:pt x="920" y="210"/>
                  </a:lnTo>
                  <a:lnTo>
                    <a:pt x="911" y="224"/>
                  </a:lnTo>
                  <a:lnTo>
                    <a:pt x="905" y="239"/>
                  </a:lnTo>
                  <a:lnTo>
                    <a:pt x="904" y="255"/>
                  </a:lnTo>
                  <a:lnTo>
                    <a:pt x="906" y="273"/>
                  </a:lnTo>
                  <a:lnTo>
                    <a:pt x="913" y="288"/>
                  </a:lnTo>
                  <a:lnTo>
                    <a:pt x="923" y="300"/>
                  </a:lnTo>
                  <a:lnTo>
                    <a:pt x="936" y="310"/>
                  </a:lnTo>
                  <a:lnTo>
                    <a:pt x="951" y="318"/>
                  </a:lnTo>
                  <a:lnTo>
                    <a:pt x="968" y="320"/>
                  </a:lnTo>
                  <a:lnTo>
                    <a:pt x="1182" y="320"/>
                  </a:lnTo>
                  <a:lnTo>
                    <a:pt x="1199" y="318"/>
                  </a:lnTo>
                  <a:lnTo>
                    <a:pt x="1213" y="310"/>
                  </a:lnTo>
                  <a:lnTo>
                    <a:pt x="1226" y="301"/>
                  </a:lnTo>
                  <a:lnTo>
                    <a:pt x="1237" y="288"/>
                  </a:lnTo>
                  <a:lnTo>
                    <a:pt x="1244" y="273"/>
                  </a:lnTo>
                  <a:lnTo>
                    <a:pt x="1246" y="255"/>
                  </a:lnTo>
                  <a:lnTo>
                    <a:pt x="1244" y="239"/>
                  </a:lnTo>
                  <a:lnTo>
                    <a:pt x="1237" y="224"/>
                  </a:lnTo>
                  <a:lnTo>
                    <a:pt x="1226" y="210"/>
                  </a:lnTo>
                  <a:lnTo>
                    <a:pt x="1214" y="201"/>
                  </a:lnTo>
                  <a:lnTo>
                    <a:pt x="1199" y="194"/>
                  </a:lnTo>
                  <a:lnTo>
                    <a:pt x="1182" y="192"/>
                  </a:lnTo>
                  <a:lnTo>
                    <a:pt x="968" y="192"/>
                  </a:lnTo>
                  <a:close/>
                  <a:moveTo>
                    <a:pt x="431" y="192"/>
                  </a:moveTo>
                  <a:lnTo>
                    <a:pt x="414" y="194"/>
                  </a:lnTo>
                  <a:lnTo>
                    <a:pt x="399" y="201"/>
                  </a:lnTo>
                  <a:lnTo>
                    <a:pt x="386" y="210"/>
                  </a:lnTo>
                  <a:lnTo>
                    <a:pt x="375" y="224"/>
                  </a:lnTo>
                  <a:lnTo>
                    <a:pt x="369" y="239"/>
                  </a:lnTo>
                  <a:lnTo>
                    <a:pt x="366" y="255"/>
                  </a:lnTo>
                  <a:lnTo>
                    <a:pt x="369" y="273"/>
                  </a:lnTo>
                  <a:lnTo>
                    <a:pt x="375" y="288"/>
                  </a:lnTo>
                  <a:lnTo>
                    <a:pt x="386" y="300"/>
                  </a:lnTo>
                  <a:lnTo>
                    <a:pt x="399" y="310"/>
                  </a:lnTo>
                  <a:lnTo>
                    <a:pt x="414" y="318"/>
                  </a:lnTo>
                  <a:lnTo>
                    <a:pt x="431" y="320"/>
                  </a:lnTo>
                  <a:lnTo>
                    <a:pt x="647" y="320"/>
                  </a:lnTo>
                  <a:lnTo>
                    <a:pt x="664" y="318"/>
                  </a:lnTo>
                  <a:lnTo>
                    <a:pt x="679" y="310"/>
                  </a:lnTo>
                  <a:lnTo>
                    <a:pt x="692" y="301"/>
                  </a:lnTo>
                  <a:lnTo>
                    <a:pt x="702" y="288"/>
                  </a:lnTo>
                  <a:lnTo>
                    <a:pt x="709" y="273"/>
                  </a:lnTo>
                  <a:lnTo>
                    <a:pt x="711" y="255"/>
                  </a:lnTo>
                  <a:lnTo>
                    <a:pt x="709" y="239"/>
                  </a:lnTo>
                  <a:lnTo>
                    <a:pt x="702" y="224"/>
                  </a:lnTo>
                  <a:lnTo>
                    <a:pt x="692" y="210"/>
                  </a:lnTo>
                  <a:lnTo>
                    <a:pt x="680" y="201"/>
                  </a:lnTo>
                  <a:lnTo>
                    <a:pt x="664" y="194"/>
                  </a:lnTo>
                  <a:lnTo>
                    <a:pt x="647" y="192"/>
                  </a:lnTo>
                  <a:lnTo>
                    <a:pt x="431" y="192"/>
                  </a:lnTo>
                  <a:close/>
                  <a:moveTo>
                    <a:pt x="0" y="0"/>
                  </a:moveTo>
                  <a:lnTo>
                    <a:pt x="2151" y="0"/>
                  </a:lnTo>
                  <a:lnTo>
                    <a:pt x="2151" y="516"/>
                  </a:lnTo>
                  <a:lnTo>
                    <a:pt x="0" y="51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0" name="Freeform 829">
              <a:extLst>
                <a:ext uri="{FF2B5EF4-FFF2-40B4-BE49-F238E27FC236}">
                  <a16:creationId xmlns:a16="http://schemas.microsoft.com/office/drawing/2014/main" id="{AD341897-3546-4998-813D-534435FF6F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4388" y="6161088"/>
              <a:ext cx="244475" cy="49212"/>
            </a:xfrm>
            <a:custGeom>
              <a:avLst/>
              <a:gdLst>
                <a:gd name="T0" fmla="*/ 1305 w 2151"/>
                <a:gd name="T1" fmla="*/ 156 h 440"/>
                <a:gd name="T2" fmla="*/ 1288 w 2151"/>
                <a:gd name="T3" fmla="*/ 158 h 440"/>
                <a:gd name="T4" fmla="*/ 1273 w 2151"/>
                <a:gd name="T5" fmla="*/ 165 h 440"/>
                <a:gd name="T6" fmla="*/ 1260 w 2151"/>
                <a:gd name="T7" fmla="*/ 175 h 440"/>
                <a:gd name="T8" fmla="*/ 1250 w 2151"/>
                <a:gd name="T9" fmla="*/ 188 h 440"/>
                <a:gd name="T10" fmla="*/ 1243 w 2151"/>
                <a:gd name="T11" fmla="*/ 203 h 440"/>
                <a:gd name="T12" fmla="*/ 1241 w 2151"/>
                <a:gd name="T13" fmla="*/ 221 h 440"/>
                <a:gd name="T14" fmla="*/ 1243 w 2151"/>
                <a:gd name="T15" fmla="*/ 237 h 440"/>
                <a:gd name="T16" fmla="*/ 1250 w 2151"/>
                <a:gd name="T17" fmla="*/ 253 h 440"/>
                <a:gd name="T18" fmla="*/ 1260 w 2151"/>
                <a:gd name="T19" fmla="*/ 265 h 440"/>
                <a:gd name="T20" fmla="*/ 1272 w 2151"/>
                <a:gd name="T21" fmla="*/ 275 h 440"/>
                <a:gd name="T22" fmla="*/ 1288 w 2151"/>
                <a:gd name="T23" fmla="*/ 282 h 440"/>
                <a:gd name="T24" fmla="*/ 1305 w 2151"/>
                <a:gd name="T25" fmla="*/ 284 h 440"/>
                <a:gd name="T26" fmla="*/ 1612 w 2151"/>
                <a:gd name="T27" fmla="*/ 284 h 440"/>
                <a:gd name="T28" fmla="*/ 1628 w 2151"/>
                <a:gd name="T29" fmla="*/ 282 h 440"/>
                <a:gd name="T30" fmla="*/ 1644 w 2151"/>
                <a:gd name="T31" fmla="*/ 276 h 440"/>
                <a:gd name="T32" fmla="*/ 1657 w 2151"/>
                <a:gd name="T33" fmla="*/ 266 h 440"/>
                <a:gd name="T34" fmla="*/ 1667 w 2151"/>
                <a:gd name="T35" fmla="*/ 254 h 440"/>
                <a:gd name="T36" fmla="*/ 1673 w 2151"/>
                <a:gd name="T37" fmla="*/ 238 h 440"/>
                <a:gd name="T38" fmla="*/ 1675 w 2151"/>
                <a:gd name="T39" fmla="*/ 221 h 440"/>
                <a:gd name="T40" fmla="*/ 1673 w 2151"/>
                <a:gd name="T41" fmla="*/ 203 h 440"/>
                <a:gd name="T42" fmla="*/ 1667 w 2151"/>
                <a:gd name="T43" fmla="*/ 188 h 440"/>
                <a:gd name="T44" fmla="*/ 1657 w 2151"/>
                <a:gd name="T45" fmla="*/ 176 h 440"/>
                <a:gd name="T46" fmla="*/ 1644 w 2151"/>
                <a:gd name="T47" fmla="*/ 166 h 440"/>
                <a:gd name="T48" fmla="*/ 1628 w 2151"/>
                <a:gd name="T49" fmla="*/ 158 h 440"/>
                <a:gd name="T50" fmla="*/ 1612 w 2151"/>
                <a:gd name="T51" fmla="*/ 156 h 440"/>
                <a:gd name="T52" fmla="*/ 1305 w 2151"/>
                <a:gd name="T53" fmla="*/ 156 h 440"/>
                <a:gd name="T54" fmla="*/ 538 w 2151"/>
                <a:gd name="T55" fmla="*/ 156 h 440"/>
                <a:gd name="T56" fmla="*/ 521 w 2151"/>
                <a:gd name="T57" fmla="*/ 158 h 440"/>
                <a:gd name="T58" fmla="*/ 506 w 2151"/>
                <a:gd name="T59" fmla="*/ 165 h 440"/>
                <a:gd name="T60" fmla="*/ 493 w 2151"/>
                <a:gd name="T61" fmla="*/ 175 h 440"/>
                <a:gd name="T62" fmla="*/ 483 w 2151"/>
                <a:gd name="T63" fmla="*/ 188 h 440"/>
                <a:gd name="T64" fmla="*/ 476 w 2151"/>
                <a:gd name="T65" fmla="*/ 203 h 440"/>
                <a:gd name="T66" fmla="*/ 474 w 2151"/>
                <a:gd name="T67" fmla="*/ 221 h 440"/>
                <a:gd name="T68" fmla="*/ 476 w 2151"/>
                <a:gd name="T69" fmla="*/ 237 h 440"/>
                <a:gd name="T70" fmla="*/ 483 w 2151"/>
                <a:gd name="T71" fmla="*/ 253 h 440"/>
                <a:gd name="T72" fmla="*/ 493 w 2151"/>
                <a:gd name="T73" fmla="*/ 265 h 440"/>
                <a:gd name="T74" fmla="*/ 506 w 2151"/>
                <a:gd name="T75" fmla="*/ 275 h 440"/>
                <a:gd name="T76" fmla="*/ 521 w 2151"/>
                <a:gd name="T77" fmla="*/ 282 h 440"/>
                <a:gd name="T78" fmla="*/ 538 w 2151"/>
                <a:gd name="T79" fmla="*/ 284 h 440"/>
                <a:gd name="T80" fmla="*/ 845 w 2151"/>
                <a:gd name="T81" fmla="*/ 284 h 440"/>
                <a:gd name="T82" fmla="*/ 863 w 2151"/>
                <a:gd name="T83" fmla="*/ 282 h 440"/>
                <a:gd name="T84" fmla="*/ 879 w 2151"/>
                <a:gd name="T85" fmla="*/ 276 h 440"/>
                <a:gd name="T86" fmla="*/ 892 w 2151"/>
                <a:gd name="T87" fmla="*/ 266 h 440"/>
                <a:gd name="T88" fmla="*/ 902 w 2151"/>
                <a:gd name="T89" fmla="*/ 254 h 440"/>
                <a:gd name="T90" fmla="*/ 908 w 2151"/>
                <a:gd name="T91" fmla="*/ 238 h 440"/>
                <a:gd name="T92" fmla="*/ 909 w 2151"/>
                <a:gd name="T93" fmla="*/ 221 h 440"/>
                <a:gd name="T94" fmla="*/ 907 w 2151"/>
                <a:gd name="T95" fmla="*/ 203 h 440"/>
                <a:gd name="T96" fmla="*/ 900 w 2151"/>
                <a:gd name="T97" fmla="*/ 188 h 440"/>
                <a:gd name="T98" fmla="*/ 890 w 2151"/>
                <a:gd name="T99" fmla="*/ 176 h 440"/>
                <a:gd name="T100" fmla="*/ 877 w 2151"/>
                <a:gd name="T101" fmla="*/ 166 h 440"/>
                <a:gd name="T102" fmla="*/ 862 w 2151"/>
                <a:gd name="T103" fmla="*/ 158 h 440"/>
                <a:gd name="T104" fmla="*/ 845 w 2151"/>
                <a:gd name="T105" fmla="*/ 156 h 440"/>
                <a:gd name="T106" fmla="*/ 538 w 2151"/>
                <a:gd name="T107" fmla="*/ 156 h 440"/>
                <a:gd name="T108" fmla="*/ 0 w 2151"/>
                <a:gd name="T109" fmla="*/ 0 h 440"/>
                <a:gd name="T110" fmla="*/ 2151 w 2151"/>
                <a:gd name="T111" fmla="*/ 0 h 440"/>
                <a:gd name="T112" fmla="*/ 2151 w 2151"/>
                <a:gd name="T113" fmla="*/ 440 h 440"/>
                <a:gd name="T114" fmla="*/ 0 w 2151"/>
                <a:gd name="T115" fmla="*/ 440 h 440"/>
                <a:gd name="T116" fmla="*/ 0 w 2151"/>
                <a:gd name="T117" fmla="*/ 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151" h="440">
                  <a:moveTo>
                    <a:pt x="1305" y="156"/>
                  </a:moveTo>
                  <a:lnTo>
                    <a:pt x="1288" y="158"/>
                  </a:lnTo>
                  <a:lnTo>
                    <a:pt x="1273" y="165"/>
                  </a:lnTo>
                  <a:lnTo>
                    <a:pt x="1260" y="175"/>
                  </a:lnTo>
                  <a:lnTo>
                    <a:pt x="1250" y="188"/>
                  </a:lnTo>
                  <a:lnTo>
                    <a:pt x="1243" y="203"/>
                  </a:lnTo>
                  <a:lnTo>
                    <a:pt x="1241" y="221"/>
                  </a:lnTo>
                  <a:lnTo>
                    <a:pt x="1243" y="237"/>
                  </a:lnTo>
                  <a:lnTo>
                    <a:pt x="1250" y="253"/>
                  </a:lnTo>
                  <a:lnTo>
                    <a:pt x="1260" y="265"/>
                  </a:lnTo>
                  <a:lnTo>
                    <a:pt x="1272" y="275"/>
                  </a:lnTo>
                  <a:lnTo>
                    <a:pt x="1288" y="282"/>
                  </a:lnTo>
                  <a:lnTo>
                    <a:pt x="1305" y="284"/>
                  </a:lnTo>
                  <a:lnTo>
                    <a:pt x="1612" y="284"/>
                  </a:lnTo>
                  <a:lnTo>
                    <a:pt x="1628" y="282"/>
                  </a:lnTo>
                  <a:lnTo>
                    <a:pt x="1644" y="276"/>
                  </a:lnTo>
                  <a:lnTo>
                    <a:pt x="1657" y="266"/>
                  </a:lnTo>
                  <a:lnTo>
                    <a:pt x="1667" y="254"/>
                  </a:lnTo>
                  <a:lnTo>
                    <a:pt x="1673" y="238"/>
                  </a:lnTo>
                  <a:lnTo>
                    <a:pt x="1675" y="221"/>
                  </a:lnTo>
                  <a:lnTo>
                    <a:pt x="1673" y="203"/>
                  </a:lnTo>
                  <a:lnTo>
                    <a:pt x="1667" y="188"/>
                  </a:lnTo>
                  <a:lnTo>
                    <a:pt x="1657" y="176"/>
                  </a:lnTo>
                  <a:lnTo>
                    <a:pt x="1644" y="166"/>
                  </a:lnTo>
                  <a:lnTo>
                    <a:pt x="1628" y="158"/>
                  </a:lnTo>
                  <a:lnTo>
                    <a:pt x="1612" y="156"/>
                  </a:lnTo>
                  <a:lnTo>
                    <a:pt x="1305" y="156"/>
                  </a:lnTo>
                  <a:close/>
                  <a:moveTo>
                    <a:pt x="538" y="156"/>
                  </a:moveTo>
                  <a:lnTo>
                    <a:pt x="521" y="158"/>
                  </a:lnTo>
                  <a:lnTo>
                    <a:pt x="506" y="165"/>
                  </a:lnTo>
                  <a:lnTo>
                    <a:pt x="493" y="175"/>
                  </a:lnTo>
                  <a:lnTo>
                    <a:pt x="483" y="188"/>
                  </a:lnTo>
                  <a:lnTo>
                    <a:pt x="476" y="203"/>
                  </a:lnTo>
                  <a:lnTo>
                    <a:pt x="474" y="221"/>
                  </a:lnTo>
                  <a:lnTo>
                    <a:pt x="476" y="237"/>
                  </a:lnTo>
                  <a:lnTo>
                    <a:pt x="483" y="253"/>
                  </a:lnTo>
                  <a:lnTo>
                    <a:pt x="493" y="265"/>
                  </a:lnTo>
                  <a:lnTo>
                    <a:pt x="506" y="275"/>
                  </a:lnTo>
                  <a:lnTo>
                    <a:pt x="521" y="282"/>
                  </a:lnTo>
                  <a:lnTo>
                    <a:pt x="538" y="284"/>
                  </a:lnTo>
                  <a:lnTo>
                    <a:pt x="845" y="284"/>
                  </a:lnTo>
                  <a:lnTo>
                    <a:pt x="863" y="282"/>
                  </a:lnTo>
                  <a:lnTo>
                    <a:pt x="879" y="276"/>
                  </a:lnTo>
                  <a:lnTo>
                    <a:pt x="892" y="266"/>
                  </a:lnTo>
                  <a:lnTo>
                    <a:pt x="902" y="254"/>
                  </a:lnTo>
                  <a:lnTo>
                    <a:pt x="908" y="238"/>
                  </a:lnTo>
                  <a:lnTo>
                    <a:pt x="909" y="221"/>
                  </a:lnTo>
                  <a:lnTo>
                    <a:pt x="907" y="203"/>
                  </a:lnTo>
                  <a:lnTo>
                    <a:pt x="900" y="188"/>
                  </a:lnTo>
                  <a:lnTo>
                    <a:pt x="890" y="176"/>
                  </a:lnTo>
                  <a:lnTo>
                    <a:pt x="877" y="166"/>
                  </a:lnTo>
                  <a:lnTo>
                    <a:pt x="862" y="158"/>
                  </a:lnTo>
                  <a:lnTo>
                    <a:pt x="845" y="156"/>
                  </a:lnTo>
                  <a:lnTo>
                    <a:pt x="538" y="156"/>
                  </a:lnTo>
                  <a:close/>
                  <a:moveTo>
                    <a:pt x="0" y="0"/>
                  </a:moveTo>
                  <a:lnTo>
                    <a:pt x="2151" y="0"/>
                  </a:lnTo>
                  <a:lnTo>
                    <a:pt x="2151" y="440"/>
                  </a:lnTo>
                  <a:lnTo>
                    <a:pt x="0" y="4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1" name="Freeform 830">
              <a:extLst>
                <a:ext uri="{FF2B5EF4-FFF2-40B4-BE49-F238E27FC236}">
                  <a16:creationId xmlns:a16="http://schemas.microsoft.com/office/drawing/2014/main" id="{888397E3-3B24-4EE8-A662-43935C22C6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24387" y="6225541"/>
              <a:ext cx="244475" cy="244475"/>
            </a:xfrm>
            <a:custGeom>
              <a:avLst/>
              <a:gdLst>
                <a:gd name="T0" fmla="*/ 388 w 2151"/>
                <a:gd name="T1" fmla="*/ 1263 h 2155"/>
                <a:gd name="T2" fmla="*/ 388 w 2151"/>
                <a:gd name="T3" fmla="*/ 1716 h 2155"/>
                <a:gd name="T4" fmla="*/ 581 w 2151"/>
                <a:gd name="T5" fmla="*/ 1716 h 2155"/>
                <a:gd name="T6" fmla="*/ 581 w 2151"/>
                <a:gd name="T7" fmla="*/ 1263 h 2155"/>
                <a:gd name="T8" fmla="*/ 388 w 2151"/>
                <a:gd name="T9" fmla="*/ 1263 h 2155"/>
                <a:gd name="T10" fmla="*/ 978 w 2151"/>
                <a:gd name="T11" fmla="*/ 918 h 2155"/>
                <a:gd name="T12" fmla="*/ 978 w 2151"/>
                <a:gd name="T13" fmla="*/ 1716 h 2155"/>
                <a:gd name="T14" fmla="*/ 1170 w 2151"/>
                <a:gd name="T15" fmla="*/ 1716 h 2155"/>
                <a:gd name="T16" fmla="*/ 1170 w 2151"/>
                <a:gd name="T17" fmla="*/ 918 h 2155"/>
                <a:gd name="T18" fmla="*/ 978 w 2151"/>
                <a:gd name="T19" fmla="*/ 918 h 2155"/>
                <a:gd name="T20" fmla="*/ 1568 w 2151"/>
                <a:gd name="T21" fmla="*/ 516 h 2155"/>
                <a:gd name="T22" fmla="*/ 1568 w 2151"/>
                <a:gd name="T23" fmla="*/ 1718 h 2155"/>
                <a:gd name="T24" fmla="*/ 1761 w 2151"/>
                <a:gd name="T25" fmla="*/ 1718 h 2155"/>
                <a:gd name="T26" fmla="*/ 1761 w 2151"/>
                <a:gd name="T27" fmla="*/ 516 h 2155"/>
                <a:gd name="T28" fmla="*/ 1568 w 2151"/>
                <a:gd name="T29" fmla="*/ 516 h 2155"/>
                <a:gd name="T30" fmla="*/ 0 w 2151"/>
                <a:gd name="T31" fmla="*/ 0 h 2155"/>
                <a:gd name="T32" fmla="*/ 2151 w 2151"/>
                <a:gd name="T33" fmla="*/ 0 h 2155"/>
                <a:gd name="T34" fmla="*/ 2151 w 2151"/>
                <a:gd name="T35" fmla="*/ 2155 h 2155"/>
                <a:gd name="T36" fmla="*/ 0 w 2151"/>
                <a:gd name="T37" fmla="*/ 2155 h 2155"/>
                <a:gd name="T38" fmla="*/ 0 w 2151"/>
                <a:gd name="T39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51" h="2155">
                  <a:moveTo>
                    <a:pt x="388" y="1263"/>
                  </a:moveTo>
                  <a:lnTo>
                    <a:pt x="388" y="1716"/>
                  </a:lnTo>
                  <a:lnTo>
                    <a:pt x="581" y="1716"/>
                  </a:lnTo>
                  <a:lnTo>
                    <a:pt x="581" y="1263"/>
                  </a:lnTo>
                  <a:lnTo>
                    <a:pt x="388" y="1263"/>
                  </a:lnTo>
                  <a:close/>
                  <a:moveTo>
                    <a:pt x="978" y="918"/>
                  </a:moveTo>
                  <a:lnTo>
                    <a:pt x="978" y="1716"/>
                  </a:lnTo>
                  <a:lnTo>
                    <a:pt x="1170" y="1716"/>
                  </a:lnTo>
                  <a:lnTo>
                    <a:pt x="1170" y="918"/>
                  </a:lnTo>
                  <a:lnTo>
                    <a:pt x="978" y="918"/>
                  </a:lnTo>
                  <a:close/>
                  <a:moveTo>
                    <a:pt x="1568" y="516"/>
                  </a:moveTo>
                  <a:lnTo>
                    <a:pt x="1568" y="1718"/>
                  </a:lnTo>
                  <a:lnTo>
                    <a:pt x="1761" y="1718"/>
                  </a:lnTo>
                  <a:lnTo>
                    <a:pt x="1761" y="516"/>
                  </a:lnTo>
                  <a:lnTo>
                    <a:pt x="1568" y="516"/>
                  </a:lnTo>
                  <a:close/>
                  <a:moveTo>
                    <a:pt x="0" y="0"/>
                  </a:moveTo>
                  <a:lnTo>
                    <a:pt x="2151" y="0"/>
                  </a:lnTo>
                  <a:lnTo>
                    <a:pt x="2151" y="2155"/>
                  </a:lnTo>
                  <a:lnTo>
                    <a:pt x="0" y="215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sp>
        <p:nvSpPr>
          <p:cNvPr id="432" name="Freeform 835">
            <a:extLst>
              <a:ext uri="{FF2B5EF4-FFF2-40B4-BE49-F238E27FC236}">
                <a16:creationId xmlns:a16="http://schemas.microsoft.com/office/drawing/2014/main" id="{5D4377C5-4E22-4862-B09A-C29ED113D88F}"/>
              </a:ext>
            </a:extLst>
          </p:cNvPr>
          <p:cNvSpPr>
            <a:spLocks/>
          </p:cNvSpPr>
          <p:nvPr/>
        </p:nvSpPr>
        <p:spPr bwMode="auto">
          <a:xfrm>
            <a:off x="5071095" y="5866781"/>
            <a:ext cx="309068" cy="310356"/>
          </a:xfrm>
          <a:custGeom>
            <a:avLst/>
            <a:gdLst>
              <a:gd name="T0" fmla="*/ 1837 w 3357"/>
              <a:gd name="T1" fmla="*/ 27 h 3377"/>
              <a:gd name="T2" fmla="*/ 2016 w 3357"/>
              <a:gd name="T3" fmla="*/ 131 h 3377"/>
              <a:gd name="T4" fmla="*/ 2138 w 3357"/>
              <a:gd name="T5" fmla="*/ 299 h 3377"/>
              <a:gd name="T6" fmla="*/ 2183 w 3357"/>
              <a:gd name="T7" fmla="*/ 507 h 3377"/>
              <a:gd name="T8" fmla="*/ 2139 w 3357"/>
              <a:gd name="T9" fmla="*/ 714 h 3377"/>
              <a:gd name="T10" fmla="*/ 2021 w 3357"/>
              <a:gd name="T11" fmla="*/ 879 h 3377"/>
              <a:gd name="T12" fmla="*/ 1847 w 3357"/>
              <a:gd name="T13" fmla="*/ 985 h 3377"/>
              <a:gd name="T14" fmla="*/ 2999 w 3357"/>
              <a:gd name="T15" fmla="*/ 1705 h 3377"/>
              <a:gd name="T16" fmla="*/ 3056 w 3357"/>
              <a:gd name="T17" fmla="*/ 1738 h 3377"/>
              <a:gd name="T18" fmla="*/ 3109 w 3357"/>
              <a:gd name="T19" fmla="*/ 2670 h 3377"/>
              <a:gd name="T20" fmla="*/ 3260 w 3357"/>
              <a:gd name="T21" fmla="*/ 2765 h 3377"/>
              <a:gd name="T22" fmla="*/ 3346 w 3357"/>
              <a:gd name="T23" fmla="*/ 2921 h 3377"/>
              <a:gd name="T24" fmla="*/ 3346 w 3357"/>
              <a:gd name="T25" fmla="*/ 3103 h 3377"/>
              <a:gd name="T26" fmla="*/ 3266 w 3357"/>
              <a:gd name="T27" fmla="*/ 3255 h 3377"/>
              <a:gd name="T28" fmla="*/ 3127 w 3357"/>
              <a:gd name="T29" fmla="*/ 3352 h 3377"/>
              <a:gd name="T30" fmla="*/ 2951 w 3357"/>
              <a:gd name="T31" fmla="*/ 3374 h 3377"/>
              <a:gd name="T32" fmla="*/ 2790 w 3357"/>
              <a:gd name="T33" fmla="*/ 3312 h 3377"/>
              <a:gd name="T34" fmla="*/ 2677 w 3357"/>
              <a:gd name="T35" fmla="*/ 3185 h 3377"/>
              <a:gd name="T36" fmla="*/ 2635 w 3357"/>
              <a:gd name="T37" fmla="*/ 3014 h 3377"/>
              <a:gd name="T38" fmla="*/ 2680 w 3357"/>
              <a:gd name="T39" fmla="*/ 2837 h 3377"/>
              <a:gd name="T40" fmla="*/ 2802 w 3357"/>
              <a:gd name="T41" fmla="*/ 2708 h 3377"/>
              <a:gd name="T42" fmla="*/ 2929 w 3357"/>
              <a:gd name="T43" fmla="*/ 1840 h 3377"/>
              <a:gd name="T44" fmla="*/ 1832 w 3357"/>
              <a:gd name="T45" fmla="*/ 2686 h 3377"/>
              <a:gd name="T46" fmla="*/ 1969 w 3357"/>
              <a:gd name="T47" fmla="*/ 2800 h 3377"/>
              <a:gd name="T48" fmla="*/ 2037 w 3357"/>
              <a:gd name="T49" fmla="*/ 2967 h 3377"/>
              <a:gd name="T50" fmla="*/ 2015 w 3357"/>
              <a:gd name="T51" fmla="*/ 3145 h 3377"/>
              <a:gd name="T52" fmla="*/ 1919 w 3357"/>
              <a:gd name="T53" fmla="*/ 3284 h 3377"/>
              <a:gd name="T54" fmla="*/ 1767 w 3357"/>
              <a:gd name="T55" fmla="*/ 3365 h 3377"/>
              <a:gd name="T56" fmla="*/ 1590 w 3357"/>
              <a:gd name="T57" fmla="*/ 3365 h 3377"/>
              <a:gd name="T58" fmla="*/ 1439 w 3357"/>
              <a:gd name="T59" fmla="*/ 3285 h 3377"/>
              <a:gd name="T60" fmla="*/ 1342 w 3357"/>
              <a:gd name="T61" fmla="*/ 3146 h 3377"/>
              <a:gd name="T62" fmla="*/ 1320 w 3357"/>
              <a:gd name="T63" fmla="*/ 2967 h 3377"/>
              <a:gd name="T64" fmla="*/ 1388 w 3357"/>
              <a:gd name="T65" fmla="*/ 2800 h 3377"/>
              <a:gd name="T66" fmla="*/ 1525 w 3357"/>
              <a:gd name="T67" fmla="*/ 2686 h 3377"/>
              <a:gd name="T68" fmla="*/ 428 w 3357"/>
              <a:gd name="T69" fmla="*/ 1840 h 3377"/>
              <a:gd name="T70" fmla="*/ 555 w 3357"/>
              <a:gd name="T71" fmla="*/ 2708 h 3377"/>
              <a:gd name="T72" fmla="*/ 676 w 3357"/>
              <a:gd name="T73" fmla="*/ 2837 h 3377"/>
              <a:gd name="T74" fmla="*/ 723 w 3357"/>
              <a:gd name="T75" fmla="*/ 3014 h 3377"/>
              <a:gd name="T76" fmla="*/ 680 w 3357"/>
              <a:gd name="T77" fmla="*/ 3184 h 3377"/>
              <a:gd name="T78" fmla="*/ 567 w 3357"/>
              <a:gd name="T79" fmla="*/ 3311 h 3377"/>
              <a:gd name="T80" fmla="*/ 406 w 3357"/>
              <a:gd name="T81" fmla="*/ 3374 h 3377"/>
              <a:gd name="T82" fmla="*/ 231 w 3357"/>
              <a:gd name="T83" fmla="*/ 3352 h 3377"/>
              <a:gd name="T84" fmla="*/ 92 w 3357"/>
              <a:gd name="T85" fmla="*/ 3256 h 3377"/>
              <a:gd name="T86" fmla="*/ 11 w 3357"/>
              <a:gd name="T87" fmla="*/ 3104 h 3377"/>
              <a:gd name="T88" fmla="*/ 12 w 3357"/>
              <a:gd name="T89" fmla="*/ 2921 h 3377"/>
              <a:gd name="T90" fmla="*/ 99 w 3357"/>
              <a:gd name="T91" fmla="*/ 2765 h 3377"/>
              <a:gd name="T92" fmla="*/ 250 w 3357"/>
              <a:gd name="T93" fmla="*/ 2669 h 3377"/>
              <a:gd name="T94" fmla="*/ 304 w 3357"/>
              <a:gd name="T95" fmla="*/ 1736 h 3377"/>
              <a:gd name="T96" fmla="*/ 361 w 3357"/>
              <a:gd name="T97" fmla="*/ 1703 h 3377"/>
              <a:gd name="T98" fmla="*/ 1509 w 3357"/>
              <a:gd name="T99" fmla="*/ 985 h 3377"/>
              <a:gd name="T100" fmla="*/ 1334 w 3357"/>
              <a:gd name="T101" fmla="*/ 879 h 3377"/>
              <a:gd name="T102" fmla="*/ 1216 w 3357"/>
              <a:gd name="T103" fmla="*/ 714 h 3377"/>
              <a:gd name="T104" fmla="*/ 1173 w 3357"/>
              <a:gd name="T105" fmla="*/ 507 h 3377"/>
              <a:gd name="T106" fmla="*/ 1218 w 3357"/>
              <a:gd name="T107" fmla="*/ 298 h 3377"/>
              <a:gd name="T108" fmla="*/ 1340 w 3357"/>
              <a:gd name="T109" fmla="*/ 131 h 3377"/>
              <a:gd name="T110" fmla="*/ 1519 w 3357"/>
              <a:gd name="T111" fmla="*/ 27 h 3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357" h="3377">
                <a:moveTo>
                  <a:pt x="1677" y="0"/>
                </a:moveTo>
                <a:lnTo>
                  <a:pt x="1733" y="3"/>
                </a:lnTo>
                <a:lnTo>
                  <a:pt x="1786" y="12"/>
                </a:lnTo>
                <a:lnTo>
                  <a:pt x="1837" y="27"/>
                </a:lnTo>
                <a:lnTo>
                  <a:pt x="1886" y="46"/>
                </a:lnTo>
                <a:lnTo>
                  <a:pt x="1932" y="70"/>
                </a:lnTo>
                <a:lnTo>
                  <a:pt x="1976" y="99"/>
                </a:lnTo>
                <a:lnTo>
                  <a:pt x="2016" y="131"/>
                </a:lnTo>
                <a:lnTo>
                  <a:pt x="2053" y="168"/>
                </a:lnTo>
                <a:lnTo>
                  <a:pt x="2086" y="208"/>
                </a:lnTo>
                <a:lnTo>
                  <a:pt x="2114" y="252"/>
                </a:lnTo>
                <a:lnTo>
                  <a:pt x="2138" y="299"/>
                </a:lnTo>
                <a:lnTo>
                  <a:pt x="2157" y="348"/>
                </a:lnTo>
                <a:lnTo>
                  <a:pt x="2172" y="399"/>
                </a:lnTo>
                <a:lnTo>
                  <a:pt x="2180" y="453"/>
                </a:lnTo>
                <a:lnTo>
                  <a:pt x="2183" y="507"/>
                </a:lnTo>
                <a:lnTo>
                  <a:pt x="2180" y="562"/>
                </a:lnTo>
                <a:lnTo>
                  <a:pt x="2172" y="614"/>
                </a:lnTo>
                <a:lnTo>
                  <a:pt x="2158" y="665"/>
                </a:lnTo>
                <a:lnTo>
                  <a:pt x="2139" y="714"/>
                </a:lnTo>
                <a:lnTo>
                  <a:pt x="2116" y="760"/>
                </a:lnTo>
                <a:lnTo>
                  <a:pt x="2089" y="803"/>
                </a:lnTo>
                <a:lnTo>
                  <a:pt x="2056" y="842"/>
                </a:lnTo>
                <a:lnTo>
                  <a:pt x="2021" y="879"/>
                </a:lnTo>
                <a:lnTo>
                  <a:pt x="1982" y="912"/>
                </a:lnTo>
                <a:lnTo>
                  <a:pt x="1939" y="941"/>
                </a:lnTo>
                <a:lnTo>
                  <a:pt x="1894" y="964"/>
                </a:lnTo>
                <a:lnTo>
                  <a:pt x="1847" y="985"/>
                </a:lnTo>
                <a:lnTo>
                  <a:pt x="1797" y="999"/>
                </a:lnTo>
                <a:lnTo>
                  <a:pt x="1745" y="1008"/>
                </a:lnTo>
                <a:lnTo>
                  <a:pt x="1745" y="1705"/>
                </a:lnTo>
                <a:lnTo>
                  <a:pt x="2999" y="1705"/>
                </a:lnTo>
                <a:lnTo>
                  <a:pt x="3016" y="1707"/>
                </a:lnTo>
                <a:lnTo>
                  <a:pt x="3032" y="1715"/>
                </a:lnTo>
                <a:lnTo>
                  <a:pt x="3046" y="1725"/>
                </a:lnTo>
                <a:lnTo>
                  <a:pt x="3056" y="1738"/>
                </a:lnTo>
                <a:lnTo>
                  <a:pt x="3063" y="1755"/>
                </a:lnTo>
                <a:lnTo>
                  <a:pt x="3065" y="1772"/>
                </a:lnTo>
                <a:lnTo>
                  <a:pt x="3065" y="2660"/>
                </a:lnTo>
                <a:lnTo>
                  <a:pt x="3109" y="2670"/>
                </a:lnTo>
                <a:lnTo>
                  <a:pt x="3151" y="2687"/>
                </a:lnTo>
                <a:lnTo>
                  <a:pt x="3191" y="2708"/>
                </a:lnTo>
                <a:lnTo>
                  <a:pt x="3227" y="2735"/>
                </a:lnTo>
                <a:lnTo>
                  <a:pt x="3260" y="2765"/>
                </a:lnTo>
                <a:lnTo>
                  <a:pt x="3288" y="2799"/>
                </a:lnTo>
                <a:lnTo>
                  <a:pt x="3312" y="2837"/>
                </a:lnTo>
                <a:lnTo>
                  <a:pt x="3331" y="2878"/>
                </a:lnTo>
                <a:lnTo>
                  <a:pt x="3346" y="2921"/>
                </a:lnTo>
                <a:lnTo>
                  <a:pt x="3355" y="2967"/>
                </a:lnTo>
                <a:lnTo>
                  <a:pt x="3357" y="3014"/>
                </a:lnTo>
                <a:lnTo>
                  <a:pt x="3354" y="3060"/>
                </a:lnTo>
                <a:lnTo>
                  <a:pt x="3346" y="3103"/>
                </a:lnTo>
                <a:lnTo>
                  <a:pt x="3332" y="3145"/>
                </a:lnTo>
                <a:lnTo>
                  <a:pt x="3315" y="3184"/>
                </a:lnTo>
                <a:lnTo>
                  <a:pt x="3292" y="3221"/>
                </a:lnTo>
                <a:lnTo>
                  <a:pt x="3266" y="3255"/>
                </a:lnTo>
                <a:lnTo>
                  <a:pt x="3236" y="3284"/>
                </a:lnTo>
                <a:lnTo>
                  <a:pt x="3202" y="3311"/>
                </a:lnTo>
                <a:lnTo>
                  <a:pt x="3167" y="3334"/>
                </a:lnTo>
                <a:lnTo>
                  <a:pt x="3127" y="3352"/>
                </a:lnTo>
                <a:lnTo>
                  <a:pt x="3086" y="3365"/>
                </a:lnTo>
                <a:lnTo>
                  <a:pt x="3042" y="3374"/>
                </a:lnTo>
                <a:lnTo>
                  <a:pt x="2996" y="3377"/>
                </a:lnTo>
                <a:lnTo>
                  <a:pt x="2951" y="3374"/>
                </a:lnTo>
                <a:lnTo>
                  <a:pt x="2908" y="3365"/>
                </a:lnTo>
                <a:lnTo>
                  <a:pt x="2866" y="3352"/>
                </a:lnTo>
                <a:lnTo>
                  <a:pt x="2827" y="3335"/>
                </a:lnTo>
                <a:lnTo>
                  <a:pt x="2790" y="3312"/>
                </a:lnTo>
                <a:lnTo>
                  <a:pt x="2757" y="3285"/>
                </a:lnTo>
                <a:lnTo>
                  <a:pt x="2726" y="3256"/>
                </a:lnTo>
                <a:lnTo>
                  <a:pt x="2700" y="3222"/>
                </a:lnTo>
                <a:lnTo>
                  <a:pt x="2677" y="3185"/>
                </a:lnTo>
                <a:lnTo>
                  <a:pt x="2659" y="3146"/>
                </a:lnTo>
                <a:lnTo>
                  <a:pt x="2646" y="3104"/>
                </a:lnTo>
                <a:lnTo>
                  <a:pt x="2637" y="3060"/>
                </a:lnTo>
                <a:lnTo>
                  <a:pt x="2635" y="3014"/>
                </a:lnTo>
                <a:lnTo>
                  <a:pt x="2638" y="2967"/>
                </a:lnTo>
                <a:lnTo>
                  <a:pt x="2647" y="2921"/>
                </a:lnTo>
                <a:lnTo>
                  <a:pt x="2661" y="2878"/>
                </a:lnTo>
                <a:lnTo>
                  <a:pt x="2680" y="2837"/>
                </a:lnTo>
                <a:lnTo>
                  <a:pt x="2705" y="2800"/>
                </a:lnTo>
                <a:lnTo>
                  <a:pt x="2734" y="2765"/>
                </a:lnTo>
                <a:lnTo>
                  <a:pt x="2766" y="2734"/>
                </a:lnTo>
                <a:lnTo>
                  <a:pt x="2802" y="2708"/>
                </a:lnTo>
                <a:lnTo>
                  <a:pt x="2842" y="2686"/>
                </a:lnTo>
                <a:lnTo>
                  <a:pt x="2884" y="2669"/>
                </a:lnTo>
                <a:lnTo>
                  <a:pt x="2929" y="2658"/>
                </a:lnTo>
                <a:lnTo>
                  <a:pt x="2929" y="1840"/>
                </a:lnTo>
                <a:lnTo>
                  <a:pt x="1745" y="1840"/>
                </a:lnTo>
                <a:lnTo>
                  <a:pt x="1745" y="2658"/>
                </a:lnTo>
                <a:lnTo>
                  <a:pt x="1790" y="2669"/>
                </a:lnTo>
                <a:lnTo>
                  <a:pt x="1832" y="2686"/>
                </a:lnTo>
                <a:lnTo>
                  <a:pt x="1872" y="2708"/>
                </a:lnTo>
                <a:lnTo>
                  <a:pt x="1908" y="2734"/>
                </a:lnTo>
                <a:lnTo>
                  <a:pt x="1940" y="2765"/>
                </a:lnTo>
                <a:lnTo>
                  <a:pt x="1969" y="2800"/>
                </a:lnTo>
                <a:lnTo>
                  <a:pt x="1994" y="2837"/>
                </a:lnTo>
                <a:lnTo>
                  <a:pt x="2013" y="2878"/>
                </a:lnTo>
                <a:lnTo>
                  <a:pt x="2027" y="2921"/>
                </a:lnTo>
                <a:lnTo>
                  <a:pt x="2037" y="2967"/>
                </a:lnTo>
                <a:lnTo>
                  <a:pt x="2040" y="3014"/>
                </a:lnTo>
                <a:lnTo>
                  <a:pt x="2037" y="3060"/>
                </a:lnTo>
                <a:lnTo>
                  <a:pt x="2028" y="3103"/>
                </a:lnTo>
                <a:lnTo>
                  <a:pt x="2015" y="3145"/>
                </a:lnTo>
                <a:lnTo>
                  <a:pt x="1998" y="3184"/>
                </a:lnTo>
                <a:lnTo>
                  <a:pt x="1975" y="3221"/>
                </a:lnTo>
                <a:lnTo>
                  <a:pt x="1949" y="3255"/>
                </a:lnTo>
                <a:lnTo>
                  <a:pt x="1919" y="3284"/>
                </a:lnTo>
                <a:lnTo>
                  <a:pt x="1885" y="3311"/>
                </a:lnTo>
                <a:lnTo>
                  <a:pt x="1849" y="3334"/>
                </a:lnTo>
                <a:lnTo>
                  <a:pt x="1809" y="3352"/>
                </a:lnTo>
                <a:lnTo>
                  <a:pt x="1767" y="3365"/>
                </a:lnTo>
                <a:lnTo>
                  <a:pt x="1724" y="3374"/>
                </a:lnTo>
                <a:lnTo>
                  <a:pt x="1678" y="3377"/>
                </a:lnTo>
                <a:lnTo>
                  <a:pt x="1633" y="3374"/>
                </a:lnTo>
                <a:lnTo>
                  <a:pt x="1590" y="3365"/>
                </a:lnTo>
                <a:lnTo>
                  <a:pt x="1548" y="3352"/>
                </a:lnTo>
                <a:lnTo>
                  <a:pt x="1510" y="3335"/>
                </a:lnTo>
                <a:lnTo>
                  <a:pt x="1473" y="3312"/>
                </a:lnTo>
                <a:lnTo>
                  <a:pt x="1439" y="3285"/>
                </a:lnTo>
                <a:lnTo>
                  <a:pt x="1409" y="3256"/>
                </a:lnTo>
                <a:lnTo>
                  <a:pt x="1383" y="3222"/>
                </a:lnTo>
                <a:lnTo>
                  <a:pt x="1360" y="3185"/>
                </a:lnTo>
                <a:lnTo>
                  <a:pt x="1342" y="3146"/>
                </a:lnTo>
                <a:lnTo>
                  <a:pt x="1328" y="3104"/>
                </a:lnTo>
                <a:lnTo>
                  <a:pt x="1320" y="3060"/>
                </a:lnTo>
                <a:lnTo>
                  <a:pt x="1317" y="3014"/>
                </a:lnTo>
                <a:lnTo>
                  <a:pt x="1320" y="2967"/>
                </a:lnTo>
                <a:lnTo>
                  <a:pt x="1329" y="2921"/>
                </a:lnTo>
                <a:lnTo>
                  <a:pt x="1344" y="2878"/>
                </a:lnTo>
                <a:lnTo>
                  <a:pt x="1363" y="2837"/>
                </a:lnTo>
                <a:lnTo>
                  <a:pt x="1388" y="2800"/>
                </a:lnTo>
                <a:lnTo>
                  <a:pt x="1416" y="2765"/>
                </a:lnTo>
                <a:lnTo>
                  <a:pt x="1449" y="2734"/>
                </a:lnTo>
                <a:lnTo>
                  <a:pt x="1485" y="2708"/>
                </a:lnTo>
                <a:lnTo>
                  <a:pt x="1525" y="2686"/>
                </a:lnTo>
                <a:lnTo>
                  <a:pt x="1567" y="2669"/>
                </a:lnTo>
                <a:lnTo>
                  <a:pt x="1612" y="2658"/>
                </a:lnTo>
                <a:lnTo>
                  <a:pt x="1612" y="1840"/>
                </a:lnTo>
                <a:lnTo>
                  <a:pt x="428" y="1840"/>
                </a:lnTo>
                <a:lnTo>
                  <a:pt x="428" y="2658"/>
                </a:lnTo>
                <a:lnTo>
                  <a:pt x="473" y="2669"/>
                </a:lnTo>
                <a:lnTo>
                  <a:pt x="515" y="2686"/>
                </a:lnTo>
                <a:lnTo>
                  <a:pt x="555" y="2708"/>
                </a:lnTo>
                <a:lnTo>
                  <a:pt x="591" y="2734"/>
                </a:lnTo>
                <a:lnTo>
                  <a:pt x="623" y="2765"/>
                </a:lnTo>
                <a:lnTo>
                  <a:pt x="652" y="2800"/>
                </a:lnTo>
                <a:lnTo>
                  <a:pt x="676" y="2837"/>
                </a:lnTo>
                <a:lnTo>
                  <a:pt x="696" y="2878"/>
                </a:lnTo>
                <a:lnTo>
                  <a:pt x="710" y="2921"/>
                </a:lnTo>
                <a:lnTo>
                  <a:pt x="719" y="2967"/>
                </a:lnTo>
                <a:lnTo>
                  <a:pt x="723" y="3014"/>
                </a:lnTo>
                <a:lnTo>
                  <a:pt x="719" y="3060"/>
                </a:lnTo>
                <a:lnTo>
                  <a:pt x="711" y="3103"/>
                </a:lnTo>
                <a:lnTo>
                  <a:pt x="698" y="3145"/>
                </a:lnTo>
                <a:lnTo>
                  <a:pt x="680" y="3184"/>
                </a:lnTo>
                <a:lnTo>
                  <a:pt x="657" y="3221"/>
                </a:lnTo>
                <a:lnTo>
                  <a:pt x="630" y="3255"/>
                </a:lnTo>
                <a:lnTo>
                  <a:pt x="601" y="3284"/>
                </a:lnTo>
                <a:lnTo>
                  <a:pt x="567" y="3311"/>
                </a:lnTo>
                <a:lnTo>
                  <a:pt x="530" y="3334"/>
                </a:lnTo>
                <a:lnTo>
                  <a:pt x="491" y="3352"/>
                </a:lnTo>
                <a:lnTo>
                  <a:pt x="449" y="3365"/>
                </a:lnTo>
                <a:lnTo>
                  <a:pt x="406" y="3374"/>
                </a:lnTo>
                <a:lnTo>
                  <a:pt x="361" y="3377"/>
                </a:lnTo>
                <a:lnTo>
                  <a:pt x="316" y="3374"/>
                </a:lnTo>
                <a:lnTo>
                  <a:pt x="273" y="3365"/>
                </a:lnTo>
                <a:lnTo>
                  <a:pt x="231" y="3352"/>
                </a:lnTo>
                <a:lnTo>
                  <a:pt x="192" y="3335"/>
                </a:lnTo>
                <a:lnTo>
                  <a:pt x="156" y="3312"/>
                </a:lnTo>
                <a:lnTo>
                  <a:pt x="122" y="3285"/>
                </a:lnTo>
                <a:lnTo>
                  <a:pt x="92" y="3256"/>
                </a:lnTo>
                <a:lnTo>
                  <a:pt x="65" y="3222"/>
                </a:lnTo>
                <a:lnTo>
                  <a:pt x="43" y="3185"/>
                </a:lnTo>
                <a:lnTo>
                  <a:pt x="25" y="3146"/>
                </a:lnTo>
                <a:lnTo>
                  <a:pt x="11" y="3104"/>
                </a:lnTo>
                <a:lnTo>
                  <a:pt x="3" y="3060"/>
                </a:lnTo>
                <a:lnTo>
                  <a:pt x="0" y="3014"/>
                </a:lnTo>
                <a:lnTo>
                  <a:pt x="3" y="2967"/>
                </a:lnTo>
                <a:lnTo>
                  <a:pt x="12" y="2921"/>
                </a:lnTo>
                <a:lnTo>
                  <a:pt x="27" y="2878"/>
                </a:lnTo>
                <a:lnTo>
                  <a:pt x="46" y="2837"/>
                </a:lnTo>
                <a:lnTo>
                  <a:pt x="71" y="2800"/>
                </a:lnTo>
                <a:lnTo>
                  <a:pt x="99" y="2765"/>
                </a:lnTo>
                <a:lnTo>
                  <a:pt x="132" y="2734"/>
                </a:lnTo>
                <a:lnTo>
                  <a:pt x="168" y="2708"/>
                </a:lnTo>
                <a:lnTo>
                  <a:pt x="208" y="2686"/>
                </a:lnTo>
                <a:lnTo>
                  <a:pt x="250" y="2669"/>
                </a:lnTo>
                <a:lnTo>
                  <a:pt x="295" y="2658"/>
                </a:lnTo>
                <a:lnTo>
                  <a:pt x="295" y="1770"/>
                </a:lnTo>
                <a:lnTo>
                  <a:pt x="297" y="1753"/>
                </a:lnTo>
                <a:lnTo>
                  <a:pt x="304" y="1736"/>
                </a:lnTo>
                <a:lnTo>
                  <a:pt x="314" y="1723"/>
                </a:lnTo>
                <a:lnTo>
                  <a:pt x="327" y="1713"/>
                </a:lnTo>
                <a:lnTo>
                  <a:pt x="344" y="1705"/>
                </a:lnTo>
                <a:lnTo>
                  <a:pt x="361" y="1703"/>
                </a:lnTo>
                <a:lnTo>
                  <a:pt x="1611" y="1703"/>
                </a:lnTo>
                <a:lnTo>
                  <a:pt x="1611" y="1008"/>
                </a:lnTo>
                <a:lnTo>
                  <a:pt x="1559" y="999"/>
                </a:lnTo>
                <a:lnTo>
                  <a:pt x="1509" y="985"/>
                </a:lnTo>
                <a:lnTo>
                  <a:pt x="1460" y="964"/>
                </a:lnTo>
                <a:lnTo>
                  <a:pt x="1415" y="941"/>
                </a:lnTo>
                <a:lnTo>
                  <a:pt x="1373" y="912"/>
                </a:lnTo>
                <a:lnTo>
                  <a:pt x="1334" y="879"/>
                </a:lnTo>
                <a:lnTo>
                  <a:pt x="1299" y="842"/>
                </a:lnTo>
                <a:lnTo>
                  <a:pt x="1267" y="803"/>
                </a:lnTo>
                <a:lnTo>
                  <a:pt x="1239" y="760"/>
                </a:lnTo>
                <a:lnTo>
                  <a:pt x="1216" y="714"/>
                </a:lnTo>
                <a:lnTo>
                  <a:pt x="1197" y="665"/>
                </a:lnTo>
                <a:lnTo>
                  <a:pt x="1184" y="614"/>
                </a:lnTo>
                <a:lnTo>
                  <a:pt x="1176" y="562"/>
                </a:lnTo>
                <a:lnTo>
                  <a:pt x="1173" y="507"/>
                </a:lnTo>
                <a:lnTo>
                  <a:pt x="1176" y="452"/>
                </a:lnTo>
                <a:lnTo>
                  <a:pt x="1184" y="398"/>
                </a:lnTo>
                <a:lnTo>
                  <a:pt x="1198" y="347"/>
                </a:lnTo>
                <a:lnTo>
                  <a:pt x="1218" y="298"/>
                </a:lnTo>
                <a:lnTo>
                  <a:pt x="1241" y="252"/>
                </a:lnTo>
                <a:lnTo>
                  <a:pt x="1270" y="208"/>
                </a:lnTo>
                <a:lnTo>
                  <a:pt x="1303" y="168"/>
                </a:lnTo>
                <a:lnTo>
                  <a:pt x="1340" y="131"/>
                </a:lnTo>
                <a:lnTo>
                  <a:pt x="1380" y="99"/>
                </a:lnTo>
                <a:lnTo>
                  <a:pt x="1424" y="70"/>
                </a:lnTo>
                <a:lnTo>
                  <a:pt x="1470" y="45"/>
                </a:lnTo>
                <a:lnTo>
                  <a:pt x="1519" y="27"/>
                </a:lnTo>
                <a:lnTo>
                  <a:pt x="1570" y="12"/>
                </a:lnTo>
                <a:lnTo>
                  <a:pt x="1623" y="3"/>
                </a:lnTo>
                <a:lnTo>
                  <a:pt x="1677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4754811E-9F85-43F9-B91D-C4E8E2E660A8}"/>
              </a:ext>
            </a:extLst>
          </p:cNvPr>
          <p:cNvGrpSpPr/>
          <p:nvPr/>
        </p:nvGrpSpPr>
        <p:grpSpPr>
          <a:xfrm>
            <a:off x="4355202" y="5867425"/>
            <a:ext cx="292327" cy="309068"/>
            <a:chOff x="3638550" y="6119813"/>
            <a:chExt cx="360363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34" name="Freeform 840">
              <a:extLst>
                <a:ext uri="{FF2B5EF4-FFF2-40B4-BE49-F238E27FC236}">
                  <a16:creationId xmlns:a16="http://schemas.microsoft.com/office/drawing/2014/main" id="{8389551B-054A-4A96-842E-049A5F01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6157913"/>
              <a:ext cx="342900" cy="342900"/>
            </a:xfrm>
            <a:custGeom>
              <a:avLst/>
              <a:gdLst>
                <a:gd name="T0" fmla="*/ 478 w 3027"/>
                <a:gd name="T1" fmla="*/ 10 h 3030"/>
                <a:gd name="T2" fmla="*/ 572 w 3027"/>
                <a:gd name="T3" fmla="*/ 59 h 3030"/>
                <a:gd name="T4" fmla="*/ 1104 w 3027"/>
                <a:gd name="T5" fmla="*/ 590 h 3030"/>
                <a:gd name="T6" fmla="*/ 1153 w 3027"/>
                <a:gd name="T7" fmla="*/ 690 h 3030"/>
                <a:gd name="T8" fmla="*/ 1159 w 3027"/>
                <a:gd name="T9" fmla="*/ 800 h 3030"/>
                <a:gd name="T10" fmla="*/ 1123 w 3027"/>
                <a:gd name="T11" fmla="*/ 904 h 3030"/>
                <a:gd name="T12" fmla="*/ 1070 w 3027"/>
                <a:gd name="T13" fmla="*/ 970 h 3030"/>
                <a:gd name="T14" fmla="*/ 999 w 3027"/>
                <a:gd name="T15" fmla="*/ 1062 h 3030"/>
                <a:gd name="T16" fmla="*/ 967 w 3027"/>
                <a:gd name="T17" fmla="*/ 1170 h 3030"/>
                <a:gd name="T18" fmla="*/ 976 w 3027"/>
                <a:gd name="T19" fmla="*/ 1280 h 3030"/>
                <a:gd name="T20" fmla="*/ 1026 w 3027"/>
                <a:gd name="T21" fmla="*/ 1381 h 3030"/>
                <a:gd name="T22" fmla="*/ 1645 w 3027"/>
                <a:gd name="T23" fmla="*/ 2005 h 3030"/>
                <a:gd name="T24" fmla="*/ 1747 w 3027"/>
                <a:gd name="T25" fmla="*/ 2055 h 3030"/>
                <a:gd name="T26" fmla="*/ 1857 w 3027"/>
                <a:gd name="T27" fmla="*/ 2063 h 3030"/>
                <a:gd name="T28" fmla="*/ 1964 w 3027"/>
                <a:gd name="T29" fmla="*/ 2032 h 3030"/>
                <a:gd name="T30" fmla="*/ 2057 w 3027"/>
                <a:gd name="T31" fmla="*/ 1960 h 3030"/>
                <a:gd name="T32" fmla="*/ 2121 w 3027"/>
                <a:gd name="T33" fmla="*/ 1906 h 3030"/>
                <a:gd name="T34" fmla="*/ 2226 w 3027"/>
                <a:gd name="T35" fmla="*/ 1870 h 3030"/>
                <a:gd name="T36" fmla="*/ 2335 w 3027"/>
                <a:gd name="T37" fmla="*/ 1878 h 3030"/>
                <a:gd name="T38" fmla="*/ 2436 w 3027"/>
                <a:gd name="T39" fmla="*/ 1926 h 3030"/>
                <a:gd name="T40" fmla="*/ 2968 w 3027"/>
                <a:gd name="T41" fmla="*/ 2457 h 3030"/>
                <a:gd name="T42" fmla="*/ 3016 w 3027"/>
                <a:gd name="T43" fmla="*/ 2551 h 3030"/>
                <a:gd name="T44" fmla="*/ 3026 w 3027"/>
                <a:gd name="T45" fmla="*/ 2654 h 3030"/>
                <a:gd name="T46" fmla="*/ 3000 w 3027"/>
                <a:gd name="T47" fmla="*/ 2754 h 3030"/>
                <a:gd name="T48" fmla="*/ 2935 w 3027"/>
                <a:gd name="T49" fmla="*/ 2839 h 3030"/>
                <a:gd name="T50" fmla="*/ 2845 w 3027"/>
                <a:gd name="T51" fmla="*/ 2906 h 3030"/>
                <a:gd name="T52" fmla="*/ 2759 w 3027"/>
                <a:gd name="T53" fmla="*/ 2949 h 3030"/>
                <a:gd name="T54" fmla="*/ 2702 w 3027"/>
                <a:gd name="T55" fmla="*/ 2969 h 3030"/>
                <a:gd name="T56" fmla="*/ 2513 w 3027"/>
                <a:gd name="T57" fmla="*/ 3013 h 3030"/>
                <a:gd name="T58" fmla="*/ 2246 w 3027"/>
                <a:gd name="T59" fmla="*/ 3030 h 3030"/>
                <a:gd name="T60" fmla="*/ 1981 w 3027"/>
                <a:gd name="T61" fmla="*/ 2995 h 3030"/>
                <a:gd name="T62" fmla="*/ 1727 w 3027"/>
                <a:gd name="T63" fmla="*/ 2911 h 3030"/>
                <a:gd name="T64" fmla="*/ 1493 w 3027"/>
                <a:gd name="T65" fmla="*/ 2780 h 3030"/>
                <a:gd name="T66" fmla="*/ 1282 w 3027"/>
                <a:gd name="T67" fmla="*/ 2606 h 3030"/>
                <a:gd name="T68" fmla="*/ 303 w 3027"/>
                <a:gd name="T69" fmla="*/ 1608 h 3030"/>
                <a:gd name="T70" fmla="*/ 158 w 3027"/>
                <a:gd name="T71" fmla="*/ 1381 h 3030"/>
                <a:gd name="T72" fmla="*/ 58 w 3027"/>
                <a:gd name="T73" fmla="*/ 1133 h 3030"/>
                <a:gd name="T74" fmla="*/ 6 w 3027"/>
                <a:gd name="T75" fmla="*/ 871 h 3030"/>
                <a:gd name="T76" fmla="*/ 5 w 3027"/>
                <a:gd name="T77" fmla="*/ 603 h 3030"/>
                <a:gd name="T78" fmla="*/ 57 w 3027"/>
                <a:gd name="T79" fmla="*/ 335 h 3030"/>
                <a:gd name="T80" fmla="*/ 66 w 3027"/>
                <a:gd name="T81" fmla="*/ 310 h 3030"/>
                <a:gd name="T82" fmla="*/ 88 w 3027"/>
                <a:gd name="T83" fmla="*/ 255 h 3030"/>
                <a:gd name="T84" fmla="*/ 124 w 3027"/>
                <a:gd name="T85" fmla="*/ 183 h 3030"/>
                <a:gd name="T86" fmla="*/ 172 w 3027"/>
                <a:gd name="T87" fmla="*/ 112 h 3030"/>
                <a:gd name="T88" fmla="*/ 245 w 3027"/>
                <a:gd name="T89" fmla="*/ 44 h 3030"/>
                <a:gd name="T90" fmla="*/ 341 w 3027"/>
                <a:gd name="T91" fmla="*/ 5 h 3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27" h="3030">
                  <a:moveTo>
                    <a:pt x="409" y="0"/>
                  </a:moveTo>
                  <a:lnTo>
                    <a:pt x="444" y="3"/>
                  </a:lnTo>
                  <a:lnTo>
                    <a:pt x="478" y="10"/>
                  </a:lnTo>
                  <a:lnTo>
                    <a:pt x="511" y="23"/>
                  </a:lnTo>
                  <a:lnTo>
                    <a:pt x="543" y="39"/>
                  </a:lnTo>
                  <a:lnTo>
                    <a:pt x="572" y="59"/>
                  </a:lnTo>
                  <a:lnTo>
                    <a:pt x="600" y="83"/>
                  </a:lnTo>
                  <a:lnTo>
                    <a:pt x="1078" y="560"/>
                  </a:lnTo>
                  <a:lnTo>
                    <a:pt x="1104" y="590"/>
                  </a:lnTo>
                  <a:lnTo>
                    <a:pt x="1125" y="622"/>
                  </a:lnTo>
                  <a:lnTo>
                    <a:pt x="1141" y="655"/>
                  </a:lnTo>
                  <a:lnTo>
                    <a:pt x="1153" y="690"/>
                  </a:lnTo>
                  <a:lnTo>
                    <a:pt x="1159" y="727"/>
                  </a:lnTo>
                  <a:lnTo>
                    <a:pt x="1162" y="763"/>
                  </a:lnTo>
                  <a:lnTo>
                    <a:pt x="1159" y="800"/>
                  </a:lnTo>
                  <a:lnTo>
                    <a:pt x="1152" y="836"/>
                  </a:lnTo>
                  <a:lnTo>
                    <a:pt x="1140" y="871"/>
                  </a:lnTo>
                  <a:lnTo>
                    <a:pt x="1123" y="904"/>
                  </a:lnTo>
                  <a:lnTo>
                    <a:pt x="1102" y="936"/>
                  </a:lnTo>
                  <a:lnTo>
                    <a:pt x="1075" y="964"/>
                  </a:lnTo>
                  <a:lnTo>
                    <a:pt x="1070" y="970"/>
                  </a:lnTo>
                  <a:lnTo>
                    <a:pt x="1042" y="997"/>
                  </a:lnTo>
                  <a:lnTo>
                    <a:pt x="1019" y="1029"/>
                  </a:lnTo>
                  <a:lnTo>
                    <a:pt x="999" y="1062"/>
                  </a:lnTo>
                  <a:lnTo>
                    <a:pt x="984" y="1097"/>
                  </a:lnTo>
                  <a:lnTo>
                    <a:pt x="974" y="1133"/>
                  </a:lnTo>
                  <a:lnTo>
                    <a:pt x="967" y="1170"/>
                  </a:lnTo>
                  <a:lnTo>
                    <a:pt x="965" y="1207"/>
                  </a:lnTo>
                  <a:lnTo>
                    <a:pt x="968" y="1244"/>
                  </a:lnTo>
                  <a:lnTo>
                    <a:pt x="976" y="1280"/>
                  </a:lnTo>
                  <a:lnTo>
                    <a:pt x="988" y="1316"/>
                  </a:lnTo>
                  <a:lnTo>
                    <a:pt x="1004" y="1350"/>
                  </a:lnTo>
                  <a:lnTo>
                    <a:pt x="1026" y="1381"/>
                  </a:lnTo>
                  <a:lnTo>
                    <a:pt x="1051" y="1411"/>
                  </a:lnTo>
                  <a:lnTo>
                    <a:pt x="1616" y="1979"/>
                  </a:lnTo>
                  <a:lnTo>
                    <a:pt x="1645" y="2005"/>
                  </a:lnTo>
                  <a:lnTo>
                    <a:pt x="1677" y="2026"/>
                  </a:lnTo>
                  <a:lnTo>
                    <a:pt x="1711" y="2043"/>
                  </a:lnTo>
                  <a:lnTo>
                    <a:pt x="1747" y="2055"/>
                  </a:lnTo>
                  <a:lnTo>
                    <a:pt x="1783" y="2062"/>
                  </a:lnTo>
                  <a:lnTo>
                    <a:pt x="1820" y="2065"/>
                  </a:lnTo>
                  <a:lnTo>
                    <a:pt x="1857" y="2063"/>
                  </a:lnTo>
                  <a:lnTo>
                    <a:pt x="1894" y="2057"/>
                  </a:lnTo>
                  <a:lnTo>
                    <a:pt x="1930" y="2047"/>
                  </a:lnTo>
                  <a:lnTo>
                    <a:pt x="1964" y="2032"/>
                  </a:lnTo>
                  <a:lnTo>
                    <a:pt x="1997" y="2012"/>
                  </a:lnTo>
                  <a:lnTo>
                    <a:pt x="2028" y="1988"/>
                  </a:lnTo>
                  <a:lnTo>
                    <a:pt x="2057" y="1960"/>
                  </a:lnTo>
                  <a:lnTo>
                    <a:pt x="2063" y="1955"/>
                  </a:lnTo>
                  <a:lnTo>
                    <a:pt x="2091" y="1928"/>
                  </a:lnTo>
                  <a:lnTo>
                    <a:pt x="2121" y="1906"/>
                  </a:lnTo>
                  <a:lnTo>
                    <a:pt x="2154" y="1890"/>
                  </a:lnTo>
                  <a:lnTo>
                    <a:pt x="2189" y="1878"/>
                  </a:lnTo>
                  <a:lnTo>
                    <a:pt x="2226" y="1870"/>
                  </a:lnTo>
                  <a:lnTo>
                    <a:pt x="2262" y="1868"/>
                  </a:lnTo>
                  <a:lnTo>
                    <a:pt x="2299" y="1870"/>
                  </a:lnTo>
                  <a:lnTo>
                    <a:pt x="2335" y="1878"/>
                  </a:lnTo>
                  <a:lnTo>
                    <a:pt x="2371" y="1889"/>
                  </a:lnTo>
                  <a:lnTo>
                    <a:pt x="2405" y="1905"/>
                  </a:lnTo>
                  <a:lnTo>
                    <a:pt x="2436" y="1926"/>
                  </a:lnTo>
                  <a:lnTo>
                    <a:pt x="2466" y="1951"/>
                  </a:lnTo>
                  <a:lnTo>
                    <a:pt x="2943" y="2429"/>
                  </a:lnTo>
                  <a:lnTo>
                    <a:pt x="2968" y="2457"/>
                  </a:lnTo>
                  <a:lnTo>
                    <a:pt x="2987" y="2488"/>
                  </a:lnTo>
                  <a:lnTo>
                    <a:pt x="3004" y="2518"/>
                  </a:lnTo>
                  <a:lnTo>
                    <a:pt x="3016" y="2551"/>
                  </a:lnTo>
                  <a:lnTo>
                    <a:pt x="3023" y="2585"/>
                  </a:lnTo>
                  <a:lnTo>
                    <a:pt x="3027" y="2620"/>
                  </a:lnTo>
                  <a:lnTo>
                    <a:pt x="3026" y="2654"/>
                  </a:lnTo>
                  <a:lnTo>
                    <a:pt x="3021" y="2688"/>
                  </a:lnTo>
                  <a:lnTo>
                    <a:pt x="3013" y="2722"/>
                  </a:lnTo>
                  <a:lnTo>
                    <a:pt x="3000" y="2754"/>
                  </a:lnTo>
                  <a:lnTo>
                    <a:pt x="2982" y="2784"/>
                  </a:lnTo>
                  <a:lnTo>
                    <a:pt x="2961" y="2813"/>
                  </a:lnTo>
                  <a:lnTo>
                    <a:pt x="2935" y="2839"/>
                  </a:lnTo>
                  <a:lnTo>
                    <a:pt x="2905" y="2864"/>
                  </a:lnTo>
                  <a:lnTo>
                    <a:pt x="2874" y="2886"/>
                  </a:lnTo>
                  <a:lnTo>
                    <a:pt x="2845" y="2906"/>
                  </a:lnTo>
                  <a:lnTo>
                    <a:pt x="2815" y="2923"/>
                  </a:lnTo>
                  <a:lnTo>
                    <a:pt x="2786" y="2937"/>
                  </a:lnTo>
                  <a:lnTo>
                    <a:pt x="2759" y="2949"/>
                  </a:lnTo>
                  <a:lnTo>
                    <a:pt x="2737" y="2958"/>
                  </a:lnTo>
                  <a:lnTo>
                    <a:pt x="2717" y="2965"/>
                  </a:lnTo>
                  <a:lnTo>
                    <a:pt x="2702" y="2969"/>
                  </a:lnTo>
                  <a:lnTo>
                    <a:pt x="2692" y="2972"/>
                  </a:lnTo>
                  <a:lnTo>
                    <a:pt x="2603" y="2996"/>
                  </a:lnTo>
                  <a:lnTo>
                    <a:pt x="2513" y="3013"/>
                  </a:lnTo>
                  <a:lnTo>
                    <a:pt x="2424" y="3025"/>
                  </a:lnTo>
                  <a:lnTo>
                    <a:pt x="2335" y="3030"/>
                  </a:lnTo>
                  <a:lnTo>
                    <a:pt x="2246" y="3030"/>
                  </a:lnTo>
                  <a:lnTo>
                    <a:pt x="2156" y="3024"/>
                  </a:lnTo>
                  <a:lnTo>
                    <a:pt x="2068" y="3011"/>
                  </a:lnTo>
                  <a:lnTo>
                    <a:pt x="1981" y="2995"/>
                  </a:lnTo>
                  <a:lnTo>
                    <a:pt x="1895" y="2972"/>
                  </a:lnTo>
                  <a:lnTo>
                    <a:pt x="1811" y="2944"/>
                  </a:lnTo>
                  <a:lnTo>
                    <a:pt x="1727" y="2911"/>
                  </a:lnTo>
                  <a:lnTo>
                    <a:pt x="1647" y="2872"/>
                  </a:lnTo>
                  <a:lnTo>
                    <a:pt x="1568" y="2828"/>
                  </a:lnTo>
                  <a:lnTo>
                    <a:pt x="1493" y="2780"/>
                  </a:lnTo>
                  <a:lnTo>
                    <a:pt x="1420" y="2727"/>
                  </a:lnTo>
                  <a:lnTo>
                    <a:pt x="1349" y="2668"/>
                  </a:lnTo>
                  <a:lnTo>
                    <a:pt x="1282" y="2606"/>
                  </a:lnTo>
                  <a:lnTo>
                    <a:pt x="424" y="1746"/>
                  </a:lnTo>
                  <a:lnTo>
                    <a:pt x="361" y="1679"/>
                  </a:lnTo>
                  <a:lnTo>
                    <a:pt x="303" y="1608"/>
                  </a:lnTo>
                  <a:lnTo>
                    <a:pt x="249" y="1536"/>
                  </a:lnTo>
                  <a:lnTo>
                    <a:pt x="201" y="1460"/>
                  </a:lnTo>
                  <a:lnTo>
                    <a:pt x="158" y="1381"/>
                  </a:lnTo>
                  <a:lnTo>
                    <a:pt x="119" y="1300"/>
                  </a:lnTo>
                  <a:lnTo>
                    <a:pt x="86" y="1217"/>
                  </a:lnTo>
                  <a:lnTo>
                    <a:pt x="58" y="1133"/>
                  </a:lnTo>
                  <a:lnTo>
                    <a:pt x="36" y="1047"/>
                  </a:lnTo>
                  <a:lnTo>
                    <a:pt x="18" y="959"/>
                  </a:lnTo>
                  <a:lnTo>
                    <a:pt x="6" y="871"/>
                  </a:lnTo>
                  <a:lnTo>
                    <a:pt x="0" y="782"/>
                  </a:lnTo>
                  <a:lnTo>
                    <a:pt x="0" y="692"/>
                  </a:lnTo>
                  <a:lnTo>
                    <a:pt x="5" y="603"/>
                  </a:lnTo>
                  <a:lnTo>
                    <a:pt x="16" y="514"/>
                  </a:lnTo>
                  <a:lnTo>
                    <a:pt x="34" y="424"/>
                  </a:lnTo>
                  <a:lnTo>
                    <a:pt x="57" y="335"/>
                  </a:lnTo>
                  <a:lnTo>
                    <a:pt x="58" y="332"/>
                  </a:lnTo>
                  <a:lnTo>
                    <a:pt x="61" y="324"/>
                  </a:lnTo>
                  <a:lnTo>
                    <a:pt x="66" y="310"/>
                  </a:lnTo>
                  <a:lnTo>
                    <a:pt x="72" y="295"/>
                  </a:lnTo>
                  <a:lnTo>
                    <a:pt x="79" y="275"/>
                  </a:lnTo>
                  <a:lnTo>
                    <a:pt x="88" y="255"/>
                  </a:lnTo>
                  <a:lnTo>
                    <a:pt x="98" y="231"/>
                  </a:lnTo>
                  <a:lnTo>
                    <a:pt x="111" y="208"/>
                  </a:lnTo>
                  <a:lnTo>
                    <a:pt x="124" y="183"/>
                  </a:lnTo>
                  <a:lnTo>
                    <a:pt x="140" y="158"/>
                  </a:lnTo>
                  <a:lnTo>
                    <a:pt x="155" y="135"/>
                  </a:lnTo>
                  <a:lnTo>
                    <a:pt x="172" y="112"/>
                  </a:lnTo>
                  <a:lnTo>
                    <a:pt x="191" y="92"/>
                  </a:lnTo>
                  <a:lnTo>
                    <a:pt x="216" y="66"/>
                  </a:lnTo>
                  <a:lnTo>
                    <a:pt x="245" y="44"/>
                  </a:lnTo>
                  <a:lnTo>
                    <a:pt x="276" y="27"/>
                  </a:lnTo>
                  <a:lnTo>
                    <a:pt x="308" y="15"/>
                  </a:lnTo>
                  <a:lnTo>
                    <a:pt x="341" y="5"/>
                  </a:lnTo>
                  <a:lnTo>
                    <a:pt x="375" y="0"/>
                  </a:lnTo>
                  <a:lnTo>
                    <a:pt x="4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5" name="Freeform 841">
              <a:extLst>
                <a:ext uri="{FF2B5EF4-FFF2-40B4-BE49-F238E27FC236}">
                  <a16:creationId xmlns:a16="http://schemas.microsoft.com/office/drawing/2014/main" id="{9EA7E5C2-A9D8-4BFD-9615-BEC8CC7B55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1113" y="6119813"/>
              <a:ext cx="177800" cy="196850"/>
            </a:xfrm>
            <a:custGeom>
              <a:avLst/>
              <a:gdLst>
                <a:gd name="T0" fmla="*/ 738 w 1568"/>
                <a:gd name="T1" fmla="*/ 288 h 1741"/>
                <a:gd name="T2" fmla="*/ 697 w 1568"/>
                <a:gd name="T3" fmla="*/ 374 h 1741"/>
                <a:gd name="T4" fmla="*/ 607 w 1568"/>
                <a:gd name="T5" fmla="*/ 461 h 1741"/>
                <a:gd name="T6" fmla="*/ 585 w 1568"/>
                <a:gd name="T7" fmla="*/ 589 h 1741"/>
                <a:gd name="T8" fmla="*/ 643 w 1568"/>
                <a:gd name="T9" fmla="*/ 700 h 1741"/>
                <a:gd name="T10" fmla="*/ 753 w 1568"/>
                <a:gd name="T11" fmla="*/ 756 h 1741"/>
                <a:gd name="T12" fmla="*/ 847 w 1568"/>
                <a:gd name="T13" fmla="*/ 784 h 1741"/>
                <a:gd name="T14" fmla="*/ 869 w 1568"/>
                <a:gd name="T15" fmla="*/ 868 h 1741"/>
                <a:gd name="T16" fmla="*/ 813 w 1568"/>
                <a:gd name="T17" fmla="*/ 929 h 1741"/>
                <a:gd name="T18" fmla="*/ 738 w 1568"/>
                <a:gd name="T19" fmla="*/ 919 h 1741"/>
                <a:gd name="T20" fmla="*/ 682 w 1568"/>
                <a:gd name="T21" fmla="*/ 887 h 1741"/>
                <a:gd name="T22" fmla="*/ 630 w 1568"/>
                <a:gd name="T23" fmla="*/ 915 h 1741"/>
                <a:gd name="T24" fmla="*/ 628 w 1568"/>
                <a:gd name="T25" fmla="*/ 972 h 1741"/>
                <a:gd name="T26" fmla="*/ 702 w 1568"/>
                <a:gd name="T27" fmla="*/ 1030 h 1741"/>
                <a:gd name="T28" fmla="*/ 738 w 1568"/>
                <a:gd name="T29" fmla="*/ 1114 h 1741"/>
                <a:gd name="T30" fmla="*/ 803 w 1568"/>
                <a:gd name="T31" fmla="*/ 1135 h 1741"/>
                <a:gd name="T32" fmla="*/ 842 w 1568"/>
                <a:gd name="T33" fmla="*/ 1081 h 1741"/>
                <a:gd name="T34" fmla="*/ 925 w 1568"/>
                <a:gd name="T35" fmla="*/ 992 h 1741"/>
                <a:gd name="T36" fmla="*/ 984 w 1568"/>
                <a:gd name="T37" fmla="*/ 880 h 1741"/>
                <a:gd name="T38" fmla="*/ 964 w 1568"/>
                <a:gd name="T39" fmla="*/ 753 h 1741"/>
                <a:gd name="T40" fmla="*/ 876 w 1568"/>
                <a:gd name="T41" fmla="*/ 666 h 1741"/>
                <a:gd name="T42" fmla="*/ 761 w 1568"/>
                <a:gd name="T43" fmla="*/ 640 h 1741"/>
                <a:gd name="T44" fmla="*/ 700 w 1568"/>
                <a:gd name="T45" fmla="*/ 579 h 1741"/>
                <a:gd name="T46" fmla="*/ 721 w 1568"/>
                <a:gd name="T47" fmla="*/ 497 h 1741"/>
                <a:gd name="T48" fmla="*/ 790 w 1568"/>
                <a:gd name="T49" fmla="*/ 470 h 1741"/>
                <a:gd name="T50" fmla="*/ 860 w 1568"/>
                <a:gd name="T51" fmla="*/ 506 h 1741"/>
                <a:gd name="T52" fmla="*/ 916 w 1568"/>
                <a:gd name="T53" fmla="*/ 509 h 1741"/>
                <a:gd name="T54" fmla="*/ 947 w 1568"/>
                <a:gd name="T55" fmla="*/ 459 h 1741"/>
                <a:gd name="T56" fmla="*/ 912 w 1568"/>
                <a:gd name="T57" fmla="*/ 400 h 1741"/>
                <a:gd name="T58" fmla="*/ 843 w 1568"/>
                <a:gd name="T59" fmla="*/ 322 h 1741"/>
                <a:gd name="T60" fmla="*/ 804 w 1568"/>
                <a:gd name="T61" fmla="*/ 267 h 1741"/>
                <a:gd name="T62" fmla="*/ 926 w 1568"/>
                <a:gd name="T63" fmla="*/ 13 h 1741"/>
                <a:gd name="T64" fmla="*/ 1180 w 1568"/>
                <a:gd name="T65" fmla="*/ 97 h 1741"/>
                <a:gd name="T66" fmla="*/ 1385 w 1568"/>
                <a:gd name="T67" fmla="*/ 252 h 1741"/>
                <a:gd name="T68" fmla="*/ 1520 w 1568"/>
                <a:gd name="T69" fmla="*/ 461 h 1741"/>
                <a:gd name="T70" fmla="*/ 1568 w 1568"/>
                <a:gd name="T71" fmla="*/ 708 h 1741"/>
                <a:gd name="T72" fmla="*/ 1519 w 1568"/>
                <a:gd name="T73" fmla="*/ 955 h 1741"/>
                <a:gd name="T74" fmla="*/ 1383 w 1568"/>
                <a:gd name="T75" fmla="*/ 1164 h 1741"/>
                <a:gd name="T76" fmla="*/ 1180 w 1568"/>
                <a:gd name="T77" fmla="*/ 1319 h 1741"/>
                <a:gd name="T78" fmla="*/ 926 w 1568"/>
                <a:gd name="T79" fmla="*/ 1403 h 1741"/>
                <a:gd name="T80" fmla="*/ 714 w 1568"/>
                <a:gd name="T81" fmla="*/ 1413 h 1741"/>
                <a:gd name="T82" fmla="*/ 337 w 1568"/>
                <a:gd name="T83" fmla="*/ 1288 h 1741"/>
                <a:gd name="T84" fmla="*/ 146 w 1568"/>
                <a:gd name="T85" fmla="*/ 1118 h 1741"/>
                <a:gd name="T86" fmla="*/ 29 w 1568"/>
                <a:gd name="T87" fmla="*/ 897 h 1741"/>
                <a:gd name="T88" fmla="*/ 3 w 1568"/>
                <a:gd name="T89" fmla="*/ 643 h 1741"/>
                <a:gd name="T90" fmla="*/ 76 w 1568"/>
                <a:gd name="T91" fmla="*/ 404 h 1741"/>
                <a:gd name="T92" fmla="*/ 230 w 1568"/>
                <a:gd name="T93" fmla="*/ 208 h 1741"/>
                <a:gd name="T94" fmla="*/ 449 w 1568"/>
                <a:gd name="T95" fmla="*/ 69 h 1741"/>
                <a:gd name="T96" fmla="*/ 713 w 1568"/>
                <a:gd name="T97" fmla="*/ 3 h 1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8" h="1741">
                  <a:moveTo>
                    <a:pt x="785" y="264"/>
                  </a:moveTo>
                  <a:lnTo>
                    <a:pt x="767" y="267"/>
                  </a:lnTo>
                  <a:lnTo>
                    <a:pt x="751" y="275"/>
                  </a:lnTo>
                  <a:lnTo>
                    <a:pt x="738" y="288"/>
                  </a:lnTo>
                  <a:lnTo>
                    <a:pt x="730" y="303"/>
                  </a:lnTo>
                  <a:lnTo>
                    <a:pt x="728" y="322"/>
                  </a:lnTo>
                  <a:lnTo>
                    <a:pt x="728" y="362"/>
                  </a:lnTo>
                  <a:lnTo>
                    <a:pt x="697" y="374"/>
                  </a:lnTo>
                  <a:lnTo>
                    <a:pt x="669" y="389"/>
                  </a:lnTo>
                  <a:lnTo>
                    <a:pt x="645" y="410"/>
                  </a:lnTo>
                  <a:lnTo>
                    <a:pt x="624" y="434"/>
                  </a:lnTo>
                  <a:lnTo>
                    <a:pt x="607" y="461"/>
                  </a:lnTo>
                  <a:lnTo>
                    <a:pt x="593" y="490"/>
                  </a:lnTo>
                  <a:lnTo>
                    <a:pt x="586" y="522"/>
                  </a:lnTo>
                  <a:lnTo>
                    <a:pt x="583" y="556"/>
                  </a:lnTo>
                  <a:lnTo>
                    <a:pt x="585" y="589"/>
                  </a:lnTo>
                  <a:lnTo>
                    <a:pt x="593" y="620"/>
                  </a:lnTo>
                  <a:lnTo>
                    <a:pt x="606" y="649"/>
                  </a:lnTo>
                  <a:lnTo>
                    <a:pt x="622" y="676"/>
                  </a:lnTo>
                  <a:lnTo>
                    <a:pt x="643" y="700"/>
                  </a:lnTo>
                  <a:lnTo>
                    <a:pt x="666" y="720"/>
                  </a:lnTo>
                  <a:lnTo>
                    <a:pt x="693" y="737"/>
                  </a:lnTo>
                  <a:lnTo>
                    <a:pt x="722" y="749"/>
                  </a:lnTo>
                  <a:lnTo>
                    <a:pt x="753" y="756"/>
                  </a:lnTo>
                  <a:lnTo>
                    <a:pt x="786" y="759"/>
                  </a:lnTo>
                  <a:lnTo>
                    <a:pt x="809" y="762"/>
                  </a:lnTo>
                  <a:lnTo>
                    <a:pt x="829" y="770"/>
                  </a:lnTo>
                  <a:lnTo>
                    <a:pt x="847" y="784"/>
                  </a:lnTo>
                  <a:lnTo>
                    <a:pt x="860" y="802"/>
                  </a:lnTo>
                  <a:lnTo>
                    <a:pt x="869" y="823"/>
                  </a:lnTo>
                  <a:lnTo>
                    <a:pt x="872" y="845"/>
                  </a:lnTo>
                  <a:lnTo>
                    <a:pt x="869" y="868"/>
                  </a:lnTo>
                  <a:lnTo>
                    <a:pt x="861" y="889"/>
                  </a:lnTo>
                  <a:lnTo>
                    <a:pt x="849" y="905"/>
                  </a:lnTo>
                  <a:lnTo>
                    <a:pt x="832" y="919"/>
                  </a:lnTo>
                  <a:lnTo>
                    <a:pt x="813" y="929"/>
                  </a:lnTo>
                  <a:lnTo>
                    <a:pt x="791" y="933"/>
                  </a:lnTo>
                  <a:lnTo>
                    <a:pt x="779" y="933"/>
                  </a:lnTo>
                  <a:lnTo>
                    <a:pt x="757" y="929"/>
                  </a:lnTo>
                  <a:lnTo>
                    <a:pt x="738" y="919"/>
                  </a:lnTo>
                  <a:lnTo>
                    <a:pt x="722" y="906"/>
                  </a:lnTo>
                  <a:lnTo>
                    <a:pt x="709" y="896"/>
                  </a:lnTo>
                  <a:lnTo>
                    <a:pt x="696" y="890"/>
                  </a:lnTo>
                  <a:lnTo>
                    <a:pt x="682" y="887"/>
                  </a:lnTo>
                  <a:lnTo>
                    <a:pt x="666" y="889"/>
                  </a:lnTo>
                  <a:lnTo>
                    <a:pt x="653" y="894"/>
                  </a:lnTo>
                  <a:lnTo>
                    <a:pt x="639" y="903"/>
                  </a:lnTo>
                  <a:lnTo>
                    <a:pt x="630" y="915"/>
                  </a:lnTo>
                  <a:lnTo>
                    <a:pt x="624" y="929"/>
                  </a:lnTo>
                  <a:lnTo>
                    <a:pt x="622" y="943"/>
                  </a:lnTo>
                  <a:lnTo>
                    <a:pt x="623" y="958"/>
                  </a:lnTo>
                  <a:lnTo>
                    <a:pt x="628" y="972"/>
                  </a:lnTo>
                  <a:lnTo>
                    <a:pt x="637" y="985"/>
                  </a:lnTo>
                  <a:lnTo>
                    <a:pt x="657" y="1003"/>
                  </a:lnTo>
                  <a:lnTo>
                    <a:pt x="678" y="1018"/>
                  </a:lnTo>
                  <a:lnTo>
                    <a:pt x="702" y="1030"/>
                  </a:lnTo>
                  <a:lnTo>
                    <a:pt x="727" y="1039"/>
                  </a:lnTo>
                  <a:lnTo>
                    <a:pt x="727" y="1081"/>
                  </a:lnTo>
                  <a:lnTo>
                    <a:pt x="730" y="1098"/>
                  </a:lnTo>
                  <a:lnTo>
                    <a:pt x="738" y="1114"/>
                  </a:lnTo>
                  <a:lnTo>
                    <a:pt x="750" y="1127"/>
                  </a:lnTo>
                  <a:lnTo>
                    <a:pt x="766" y="1135"/>
                  </a:lnTo>
                  <a:lnTo>
                    <a:pt x="784" y="1138"/>
                  </a:lnTo>
                  <a:lnTo>
                    <a:pt x="803" y="1135"/>
                  </a:lnTo>
                  <a:lnTo>
                    <a:pt x="818" y="1127"/>
                  </a:lnTo>
                  <a:lnTo>
                    <a:pt x="831" y="1114"/>
                  </a:lnTo>
                  <a:lnTo>
                    <a:pt x="840" y="1099"/>
                  </a:lnTo>
                  <a:lnTo>
                    <a:pt x="842" y="1081"/>
                  </a:lnTo>
                  <a:lnTo>
                    <a:pt x="842" y="1041"/>
                  </a:lnTo>
                  <a:lnTo>
                    <a:pt x="872" y="1028"/>
                  </a:lnTo>
                  <a:lnTo>
                    <a:pt x="900" y="1012"/>
                  </a:lnTo>
                  <a:lnTo>
                    <a:pt x="925" y="992"/>
                  </a:lnTo>
                  <a:lnTo>
                    <a:pt x="946" y="969"/>
                  </a:lnTo>
                  <a:lnTo>
                    <a:pt x="963" y="941"/>
                  </a:lnTo>
                  <a:lnTo>
                    <a:pt x="976" y="912"/>
                  </a:lnTo>
                  <a:lnTo>
                    <a:pt x="984" y="880"/>
                  </a:lnTo>
                  <a:lnTo>
                    <a:pt x="986" y="846"/>
                  </a:lnTo>
                  <a:lnTo>
                    <a:pt x="984" y="814"/>
                  </a:lnTo>
                  <a:lnTo>
                    <a:pt x="976" y="782"/>
                  </a:lnTo>
                  <a:lnTo>
                    <a:pt x="964" y="753"/>
                  </a:lnTo>
                  <a:lnTo>
                    <a:pt x="947" y="726"/>
                  </a:lnTo>
                  <a:lnTo>
                    <a:pt x="927" y="703"/>
                  </a:lnTo>
                  <a:lnTo>
                    <a:pt x="903" y="682"/>
                  </a:lnTo>
                  <a:lnTo>
                    <a:pt x="876" y="666"/>
                  </a:lnTo>
                  <a:lnTo>
                    <a:pt x="848" y="653"/>
                  </a:lnTo>
                  <a:lnTo>
                    <a:pt x="816" y="646"/>
                  </a:lnTo>
                  <a:lnTo>
                    <a:pt x="784" y="643"/>
                  </a:lnTo>
                  <a:lnTo>
                    <a:pt x="761" y="640"/>
                  </a:lnTo>
                  <a:lnTo>
                    <a:pt x="740" y="632"/>
                  </a:lnTo>
                  <a:lnTo>
                    <a:pt x="723" y="618"/>
                  </a:lnTo>
                  <a:lnTo>
                    <a:pt x="709" y="601"/>
                  </a:lnTo>
                  <a:lnTo>
                    <a:pt x="700" y="579"/>
                  </a:lnTo>
                  <a:lnTo>
                    <a:pt x="697" y="557"/>
                  </a:lnTo>
                  <a:lnTo>
                    <a:pt x="700" y="534"/>
                  </a:lnTo>
                  <a:lnTo>
                    <a:pt x="708" y="515"/>
                  </a:lnTo>
                  <a:lnTo>
                    <a:pt x="721" y="497"/>
                  </a:lnTo>
                  <a:lnTo>
                    <a:pt x="737" y="484"/>
                  </a:lnTo>
                  <a:lnTo>
                    <a:pt x="756" y="475"/>
                  </a:lnTo>
                  <a:lnTo>
                    <a:pt x="778" y="470"/>
                  </a:lnTo>
                  <a:lnTo>
                    <a:pt x="790" y="470"/>
                  </a:lnTo>
                  <a:lnTo>
                    <a:pt x="812" y="474"/>
                  </a:lnTo>
                  <a:lnTo>
                    <a:pt x="831" y="483"/>
                  </a:lnTo>
                  <a:lnTo>
                    <a:pt x="848" y="497"/>
                  </a:lnTo>
                  <a:lnTo>
                    <a:pt x="860" y="506"/>
                  </a:lnTo>
                  <a:lnTo>
                    <a:pt x="873" y="513"/>
                  </a:lnTo>
                  <a:lnTo>
                    <a:pt x="888" y="515"/>
                  </a:lnTo>
                  <a:lnTo>
                    <a:pt x="903" y="514"/>
                  </a:lnTo>
                  <a:lnTo>
                    <a:pt x="916" y="509"/>
                  </a:lnTo>
                  <a:lnTo>
                    <a:pt x="930" y="499"/>
                  </a:lnTo>
                  <a:lnTo>
                    <a:pt x="939" y="487"/>
                  </a:lnTo>
                  <a:lnTo>
                    <a:pt x="945" y="474"/>
                  </a:lnTo>
                  <a:lnTo>
                    <a:pt x="947" y="459"/>
                  </a:lnTo>
                  <a:lnTo>
                    <a:pt x="946" y="445"/>
                  </a:lnTo>
                  <a:lnTo>
                    <a:pt x="941" y="430"/>
                  </a:lnTo>
                  <a:lnTo>
                    <a:pt x="932" y="418"/>
                  </a:lnTo>
                  <a:lnTo>
                    <a:pt x="912" y="400"/>
                  </a:lnTo>
                  <a:lnTo>
                    <a:pt x="891" y="384"/>
                  </a:lnTo>
                  <a:lnTo>
                    <a:pt x="867" y="372"/>
                  </a:lnTo>
                  <a:lnTo>
                    <a:pt x="843" y="363"/>
                  </a:lnTo>
                  <a:lnTo>
                    <a:pt x="843" y="322"/>
                  </a:lnTo>
                  <a:lnTo>
                    <a:pt x="840" y="304"/>
                  </a:lnTo>
                  <a:lnTo>
                    <a:pt x="831" y="288"/>
                  </a:lnTo>
                  <a:lnTo>
                    <a:pt x="819" y="275"/>
                  </a:lnTo>
                  <a:lnTo>
                    <a:pt x="804" y="267"/>
                  </a:lnTo>
                  <a:lnTo>
                    <a:pt x="785" y="264"/>
                  </a:lnTo>
                  <a:close/>
                  <a:moveTo>
                    <a:pt x="784" y="0"/>
                  </a:moveTo>
                  <a:lnTo>
                    <a:pt x="856" y="3"/>
                  </a:lnTo>
                  <a:lnTo>
                    <a:pt x="926" y="13"/>
                  </a:lnTo>
                  <a:lnTo>
                    <a:pt x="993" y="26"/>
                  </a:lnTo>
                  <a:lnTo>
                    <a:pt x="1058" y="44"/>
                  </a:lnTo>
                  <a:lnTo>
                    <a:pt x="1121" y="69"/>
                  </a:lnTo>
                  <a:lnTo>
                    <a:pt x="1180" y="97"/>
                  </a:lnTo>
                  <a:lnTo>
                    <a:pt x="1238" y="130"/>
                  </a:lnTo>
                  <a:lnTo>
                    <a:pt x="1290" y="167"/>
                  </a:lnTo>
                  <a:lnTo>
                    <a:pt x="1339" y="208"/>
                  </a:lnTo>
                  <a:lnTo>
                    <a:pt x="1385" y="252"/>
                  </a:lnTo>
                  <a:lnTo>
                    <a:pt x="1426" y="300"/>
                  </a:lnTo>
                  <a:lnTo>
                    <a:pt x="1462" y="350"/>
                  </a:lnTo>
                  <a:lnTo>
                    <a:pt x="1494" y="405"/>
                  </a:lnTo>
                  <a:lnTo>
                    <a:pt x="1520" y="461"/>
                  </a:lnTo>
                  <a:lnTo>
                    <a:pt x="1541" y="520"/>
                  </a:lnTo>
                  <a:lnTo>
                    <a:pt x="1556" y="580"/>
                  </a:lnTo>
                  <a:lnTo>
                    <a:pt x="1565" y="643"/>
                  </a:lnTo>
                  <a:lnTo>
                    <a:pt x="1568" y="708"/>
                  </a:lnTo>
                  <a:lnTo>
                    <a:pt x="1565" y="772"/>
                  </a:lnTo>
                  <a:lnTo>
                    <a:pt x="1556" y="835"/>
                  </a:lnTo>
                  <a:lnTo>
                    <a:pt x="1540" y="896"/>
                  </a:lnTo>
                  <a:lnTo>
                    <a:pt x="1519" y="955"/>
                  </a:lnTo>
                  <a:lnTo>
                    <a:pt x="1493" y="1011"/>
                  </a:lnTo>
                  <a:lnTo>
                    <a:pt x="1461" y="1065"/>
                  </a:lnTo>
                  <a:lnTo>
                    <a:pt x="1424" y="1115"/>
                  </a:lnTo>
                  <a:lnTo>
                    <a:pt x="1383" y="1164"/>
                  </a:lnTo>
                  <a:lnTo>
                    <a:pt x="1338" y="1208"/>
                  </a:lnTo>
                  <a:lnTo>
                    <a:pt x="1289" y="1249"/>
                  </a:lnTo>
                  <a:lnTo>
                    <a:pt x="1237" y="1286"/>
                  </a:lnTo>
                  <a:lnTo>
                    <a:pt x="1180" y="1319"/>
                  </a:lnTo>
                  <a:lnTo>
                    <a:pt x="1121" y="1347"/>
                  </a:lnTo>
                  <a:lnTo>
                    <a:pt x="1058" y="1370"/>
                  </a:lnTo>
                  <a:lnTo>
                    <a:pt x="992" y="1390"/>
                  </a:lnTo>
                  <a:lnTo>
                    <a:pt x="926" y="1403"/>
                  </a:lnTo>
                  <a:lnTo>
                    <a:pt x="856" y="1412"/>
                  </a:lnTo>
                  <a:lnTo>
                    <a:pt x="784" y="1414"/>
                  </a:lnTo>
                  <a:lnTo>
                    <a:pt x="749" y="1414"/>
                  </a:lnTo>
                  <a:lnTo>
                    <a:pt x="714" y="1413"/>
                  </a:lnTo>
                  <a:lnTo>
                    <a:pt x="679" y="1409"/>
                  </a:lnTo>
                  <a:lnTo>
                    <a:pt x="361" y="1741"/>
                  </a:lnTo>
                  <a:lnTo>
                    <a:pt x="394" y="1321"/>
                  </a:lnTo>
                  <a:lnTo>
                    <a:pt x="337" y="1288"/>
                  </a:lnTo>
                  <a:lnTo>
                    <a:pt x="284" y="1251"/>
                  </a:lnTo>
                  <a:lnTo>
                    <a:pt x="233" y="1210"/>
                  </a:lnTo>
                  <a:lnTo>
                    <a:pt x="187" y="1165"/>
                  </a:lnTo>
                  <a:lnTo>
                    <a:pt x="146" y="1118"/>
                  </a:lnTo>
                  <a:lnTo>
                    <a:pt x="109" y="1066"/>
                  </a:lnTo>
                  <a:lnTo>
                    <a:pt x="77" y="1012"/>
                  </a:lnTo>
                  <a:lnTo>
                    <a:pt x="51" y="955"/>
                  </a:lnTo>
                  <a:lnTo>
                    <a:pt x="29" y="897"/>
                  </a:lnTo>
                  <a:lnTo>
                    <a:pt x="14" y="835"/>
                  </a:lnTo>
                  <a:lnTo>
                    <a:pt x="3" y="772"/>
                  </a:lnTo>
                  <a:lnTo>
                    <a:pt x="0" y="708"/>
                  </a:lnTo>
                  <a:lnTo>
                    <a:pt x="3" y="643"/>
                  </a:lnTo>
                  <a:lnTo>
                    <a:pt x="14" y="580"/>
                  </a:lnTo>
                  <a:lnTo>
                    <a:pt x="29" y="519"/>
                  </a:lnTo>
                  <a:lnTo>
                    <a:pt x="50" y="460"/>
                  </a:lnTo>
                  <a:lnTo>
                    <a:pt x="76" y="404"/>
                  </a:lnTo>
                  <a:lnTo>
                    <a:pt x="108" y="350"/>
                  </a:lnTo>
                  <a:lnTo>
                    <a:pt x="144" y="300"/>
                  </a:lnTo>
                  <a:lnTo>
                    <a:pt x="185" y="252"/>
                  </a:lnTo>
                  <a:lnTo>
                    <a:pt x="230" y="208"/>
                  </a:lnTo>
                  <a:lnTo>
                    <a:pt x="279" y="167"/>
                  </a:lnTo>
                  <a:lnTo>
                    <a:pt x="333" y="130"/>
                  </a:lnTo>
                  <a:lnTo>
                    <a:pt x="389" y="97"/>
                  </a:lnTo>
                  <a:lnTo>
                    <a:pt x="449" y="69"/>
                  </a:lnTo>
                  <a:lnTo>
                    <a:pt x="511" y="44"/>
                  </a:lnTo>
                  <a:lnTo>
                    <a:pt x="576" y="26"/>
                  </a:lnTo>
                  <a:lnTo>
                    <a:pt x="644" y="13"/>
                  </a:lnTo>
                  <a:lnTo>
                    <a:pt x="713" y="3"/>
                  </a:lnTo>
                  <a:lnTo>
                    <a:pt x="78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AEE7801C-E527-4C98-AB74-FE3B6EFBD088}"/>
              </a:ext>
            </a:extLst>
          </p:cNvPr>
          <p:cNvGrpSpPr/>
          <p:nvPr/>
        </p:nvGrpSpPr>
        <p:grpSpPr>
          <a:xfrm>
            <a:off x="3621277" y="5866781"/>
            <a:ext cx="310356" cy="310355"/>
            <a:chOff x="3098800" y="6161088"/>
            <a:chExt cx="382588" cy="382587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37" name="Freeform 846">
              <a:extLst>
                <a:ext uri="{FF2B5EF4-FFF2-40B4-BE49-F238E27FC236}">
                  <a16:creationId xmlns:a16="http://schemas.microsoft.com/office/drawing/2014/main" id="{722B8EB0-B597-45FA-BAA0-53EC3D131A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98800" y="6161088"/>
              <a:ext cx="382588" cy="382587"/>
            </a:xfrm>
            <a:custGeom>
              <a:avLst/>
              <a:gdLst>
                <a:gd name="T0" fmla="*/ 1542 w 3374"/>
                <a:gd name="T1" fmla="*/ 805 h 3374"/>
                <a:gd name="T2" fmla="*/ 1339 w 3374"/>
                <a:gd name="T3" fmla="*/ 863 h 3374"/>
                <a:gd name="T4" fmla="*/ 1159 w 3374"/>
                <a:gd name="T5" fmla="*/ 965 h 3374"/>
                <a:gd name="T6" fmla="*/ 1008 w 3374"/>
                <a:gd name="T7" fmla="*/ 1105 h 3374"/>
                <a:gd name="T8" fmla="*/ 893 w 3374"/>
                <a:gd name="T9" fmla="*/ 1276 h 3374"/>
                <a:gd name="T10" fmla="*/ 819 w 3374"/>
                <a:gd name="T11" fmla="*/ 1472 h 3374"/>
                <a:gd name="T12" fmla="*/ 792 w 3374"/>
                <a:gd name="T13" fmla="*/ 1687 h 3374"/>
                <a:gd name="T14" fmla="*/ 819 w 3374"/>
                <a:gd name="T15" fmla="*/ 1902 h 3374"/>
                <a:gd name="T16" fmla="*/ 893 w 3374"/>
                <a:gd name="T17" fmla="*/ 2098 h 3374"/>
                <a:gd name="T18" fmla="*/ 1008 w 3374"/>
                <a:gd name="T19" fmla="*/ 2269 h 3374"/>
                <a:gd name="T20" fmla="*/ 1159 w 3374"/>
                <a:gd name="T21" fmla="*/ 2409 h 3374"/>
                <a:gd name="T22" fmla="*/ 1339 w 3374"/>
                <a:gd name="T23" fmla="*/ 2511 h 3374"/>
                <a:gd name="T24" fmla="*/ 1542 w 3374"/>
                <a:gd name="T25" fmla="*/ 2569 h 3374"/>
                <a:gd name="T26" fmla="*/ 1761 w 3374"/>
                <a:gd name="T27" fmla="*/ 2579 h 3374"/>
                <a:gd name="T28" fmla="*/ 1969 w 3374"/>
                <a:gd name="T29" fmla="*/ 2536 h 3374"/>
                <a:gd name="T30" fmla="*/ 2157 w 3374"/>
                <a:gd name="T31" fmla="*/ 2448 h 3374"/>
                <a:gd name="T32" fmla="*/ 2319 w 3374"/>
                <a:gd name="T33" fmla="*/ 2319 h 3374"/>
                <a:gd name="T34" fmla="*/ 2448 w 3374"/>
                <a:gd name="T35" fmla="*/ 2157 h 3374"/>
                <a:gd name="T36" fmla="*/ 2536 w 3374"/>
                <a:gd name="T37" fmla="*/ 1969 h 3374"/>
                <a:gd name="T38" fmla="*/ 2579 w 3374"/>
                <a:gd name="T39" fmla="*/ 1761 h 3374"/>
                <a:gd name="T40" fmla="*/ 2569 w 3374"/>
                <a:gd name="T41" fmla="*/ 1542 h 3374"/>
                <a:gd name="T42" fmla="*/ 2511 w 3374"/>
                <a:gd name="T43" fmla="*/ 1339 h 3374"/>
                <a:gd name="T44" fmla="*/ 2409 w 3374"/>
                <a:gd name="T45" fmla="*/ 1159 h 3374"/>
                <a:gd name="T46" fmla="*/ 2269 w 3374"/>
                <a:gd name="T47" fmla="*/ 1008 h 3374"/>
                <a:gd name="T48" fmla="*/ 2098 w 3374"/>
                <a:gd name="T49" fmla="*/ 893 h 3374"/>
                <a:gd name="T50" fmla="*/ 1902 w 3374"/>
                <a:gd name="T51" fmla="*/ 819 h 3374"/>
                <a:gd name="T52" fmla="*/ 1687 w 3374"/>
                <a:gd name="T53" fmla="*/ 792 h 3374"/>
                <a:gd name="T54" fmla="*/ 2032 w 3374"/>
                <a:gd name="T55" fmla="*/ 339 h 3374"/>
                <a:gd name="T56" fmla="*/ 2256 w 3374"/>
                <a:gd name="T57" fmla="*/ 420 h 3374"/>
                <a:gd name="T58" fmla="*/ 2637 w 3374"/>
                <a:gd name="T59" fmla="*/ 252 h 3374"/>
                <a:gd name="T60" fmla="*/ 2917 w 3374"/>
                <a:gd name="T61" fmla="*/ 1048 h 3374"/>
                <a:gd name="T62" fmla="*/ 3009 w 3374"/>
                <a:gd name="T63" fmla="*/ 1267 h 3374"/>
                <a:gd name="T64" fmla="*/ 3374 w 3374"/>
                <a:gd name="T65" fmla="*/ 2030 h 3374"/>
                <a:gd name="T66" fmla="*/ 2982 w 3374"/>
                <a:gd name="T67" fmla="*/ 2181 h 3374"/>
                <a:gd name="T68" fmla="*/ 2879 w 3374"/>
                <a:gd name="T69" fmla="*/ 2393 h 3374"/>
                <a:gd name="T70" fmla="*/ 2395 w 3374"/>
                <a:gd name="T71" fmla="*/ 2878 h 3374"/>
                <a:gd name="T72" fmla="*/ 2183 w 3374"/>
                <a:gd name="T73" fmla="*/ 2982 h 3374"/>
                <a:gd name="T74" fmla="*/ 2031 w 3374"/>
                <a:gd name="T75" fmla="*/ 3374 h 3374"/>
                <a:gd name="T76" fmla="*/ 1268 w 3374"/>
                <a:gd name="T77" fmla="*/ 3007 h 3374"/>
                <a:gd name="T78" fmla="*/ 1049 w 3374"/>
                <a:gd name="T79" fmla="*/ 2915 h 3374"/>
                <a:gd name="T80" fmla="*/ 255 w 3374"/>
                <a:gd name="T81" fmla="*/ 2633 h 3374"/>
                <a:gd name="T82" fmla="*/ 422 w 3374"/>
                <a:gd name="T83" fmla="*/ 2253 h 3374"/>
                <a:gd name="T84" fmla="*/ 343 w 3374"/>
                <a:gd name="T85" fmla="*/ 2027 h 3374"/>
                <a:gd name="T86" fmla="*/ 339 w 3374"/>
                <a:gd name="T87" fmla="*/ 1342 h 3374"/>
                <a:gd name="T88" fmla="*/ 420 w 3374"/>
                <a:gd name="T89" fmla="*/ 1118 h 3374"/>
                <a:gd name="T90" fmla="*/ 252 w 3374"/>
                <a:gd name="T91" fmla="*/ 737 h 3374"/>
                <a:gd name="T92" fmla="*/ 1048 w 3374"/>
                <a:gd name="T93" fmla="*/ 457 h 3374"/>
                <a:gd name="T94" fmla="*/ 1267 w 3374"/>
                <a:gd name="T95" fmla="*/ 365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74" h="3374">
                  <a:moveTo>
                    <a:pt x="1687" y="792"/>
                  </a:moveTo>
                  <a:lnTo>
                    <a:pt x="1613" y="795"/>
                  </a:lnTo>
                  <a:lnTo>
                    <a:pt x="1542" y="805"/>
                  </a:lnTo>
                  <a:lnTo>
                    <a:pt x="1472" y="819"/>
                  </a:lnTo>
                  <a:lnTo>
                    <a:pt x="1405" y="838"/>
                  </a:lnTo>
                  <a:lnTo>
                    <a:pt x="1339" y="863"/>
                  </a:lnTo>
                  <a:lnTo>
                    <a:pt x="1276" y="893"/>
                  </a:lnTo>
                  <a:lnTo>
                    <a:pt x="1217" y="926"/>
                  </a:lnTo>
                  <a:lnTo>
                    <a:pt x="1159" y="965"/>
                  </a:lnTo>
                  <a:lnTo>
                    <a:pt x="1105" y="1008"/>
                  </a:lnTo>
                  <a:lnTo>
                    <a:pt x="1055" y="1055"/>
                  </a:lnTo>
                  <a:lnTo>
                    <a:pt x="1008" y="1105"/>
                  </a:lnTo>
                  <a:lnTo>
                    <a:pt x="965" y="1159"/>
                  </a:lnTo>
                  <a:lnTo>
                    <a:pt x="926" y="1217"/>
                  </a:lnTo>
                  <a:lnTo>
                    <a:pt x="893" y="1276"/>
                  </a:lnTo>
                  <a:lnTo>
                    <a:pt x="863" y="1339"/>
                  </a:lnTo>
                  <a:lnTo>
                    <a:pt x="838" y="1405"/>
                  </a:lnTo>
                  <a:lnTo>
                    <a:pt x="819" y="1472"/>
                  </a:lnTo>
                  <a:lnTo>
                    <a:pt x="805" y="1542"/>
                  </a:lnTo>
                  <a:lnTo>
                    <a:pt x="795" y="1613"/>
                  </a:lnTo>
                  <a:lnTo>
                    <a:pt x="792" y="1687"/>
                  </a:lnTo>
                  <a:lnTo>
                    <a:pt x="795" y="1761"/>
                  </a:lnTo>
                  <a:lnTo>
                    <a:pt x="805" y="1832"/>
                  </a:lnTo>
                  <a:lnTo>
                    <a:pt x="819" y="1902"/>
                  </a:lnTo>
                  <a:lnTo>
                    <a:pt x="838" y="1969"/>
                  </a:lnTo>
                  <a:lnTo>
                    <a:pt x="863" y="2035"/>
                  </a:lnTo>
                  <a:lnTo>
                    <a:pt x="893" y="2098"/>
                  </a:lnTo>
                  <a:lnTo>
                    <a:pt x="926" y="2157"/>
                  </a:lnTo>
                  <a:lnTo>
                    <a:pt x="965" y="2215"/>
                  </a:lnTo>
                  <a:lnTo>
                    <a:pt x="1008" y="2269"/>
                  </a:lnTo>
                  <a:lnTo>
                    <a:pt x="1055" y="2319"/>
                  </a:lnTo>
                  <a:lnTo>
                    <a:pt x="1105" y="2366"/>
                  </a:lnTo>
                  <a:lnTo>
                    <a:pt x="1159" y="2409"/>
                  </a:lnTo>
                  <a:lnTo>
                    <a:pt x="1217" y="2448"/>
                  </a:lnTo>
                  <a:lnTo>
                    <a:pt x="1276" y="2481"/>
                  </a:lnTo>
                  <a:lnTo>
                    <a:pt x="1339" y="2511"/>
                  </a:lnTo>
                  <a:lnTo>
                    <a:pt x="1405" y="2536"/>
                  </a:lnTo>
                  <a:lnTo>
                    <a:pt x="1472" y="2555"/>
                  </a:lnTo>
                  <a:lnTo>
                    <a:pt x="1542" y="2569"/>
                  </a:lnTo>
                  <a:lnTo>
                    <a:pt x="1613" y="2579"/>
                  </a:lnTo>
                  <a:lnTo>
                    <a:pt x="1687" y="2582"/>
                  </a:lnTo>
                  <a:lnTo>
                    <a:pt x="1761" y="2579"/>
                  </a:lnTo>
                  <a:lnTo>
                    <a:pt x="1832" y="2569"/>
                  </a:lnTo>
                  <a:lnTo>
                    <a:pt x="1902" y="2555"/>
                  </a:lnTo>
                  <a:lnTo>
                    <a:pt x="1969" y="2536"/>
                  </a:lnTo>
                  <a:lnTo>
                    <a:pt x="2035" y="2511"/>
                  </a:lnTo>
                  <a:lnTo>
                    <a:pt x="2098" y="2481"/>
                  </a:lnTo>
                  <a:lnTo>
                    <a:pt x="2157" y="2448"/>
                  </a:lnTo>
                  <a:lnTo>
                    <a:pt x="2215" y="2409"/>
                  </a:lnTo>
                  <a:lnTo>
                    <a:pt x="2269" y="2366"/>
                  </a:lnTo>
                  <a:lnTo>
                    <a:pt x="2319" y="2319"/>
                  </a:lnTo>
                  <a:lnTo>
                    <a:pt x="2366" y="2269"/>
                  </a:lnTo>
                  <a:lnTo>
                    <a:pt x="2409" y="2215"/>
                  </a:lnTo>
                  <a:lnTo>
                    <a:pt x="2448" y="2157"/>
                  </a:lnTo>
                  <a:lnTo>
                    <a:pt x="2481" y="2098"/>
                  </a:lnTo>
                  <a:lnTo>
                    <a:pt x="2511" y="2035"/>
                  </a:lnTo>
                  <a:lnTo>
                    <a:pt x="2536" y="1969"/>
                  </a:lnTo>
                  <a:lnTo>
                    <a:pt x="2555" y="1902"/>
                  </a:lnTo>
                  <a:lnTo>
                    <a:pt x="2569" y="1832"/>
                  </a:lnTo>
                  <a:lnTo>
                    <a:pt x="2579" y="1761"/>
                  </a:lnTo>
                  <a:lnTo>
                    <a:pt x="2582" y="1687"/>
                  </a:lnTo>
                  <a:lnTo>
                    <a:pt x="2579" y="1613"/>
                  </a:lnTo>
                  <a:lnTo>
                    <a:pt x="2569" y="1542"/>
                  </a:lnTo>
                  <a:lnTo>
                    <a:pt x="2555" y="1472"/>
                  </a:lnTo>
                  <a:lnTo>
                    <a:pt x="2536" y="1405"/>
                  </a:lnTo>
                  <a:lnTo>
                    <a:pt x="2511" y="1339"/>
                  </a:lnTo>
                  <a:lnTo>
                    <a:pt x="2481" y="1276"/>
                  </a:lnTo>
                  <a:lnTo>
                    <a:pt x="2448" y="1217"/>
                  </a:lnTo>
                  <a:lnTo>
                    <a:pt x="2409" y="1159"/>
                  </a:lnTo>
                  <a:lnTo>
                    <a:pt x="2366" y="1105"/>
                  </a:lnTo>
                  <a:lnTo>
                    <a:pt x="2319" y="1055"/>
                  </a:lnTo>
                  <a:lnTo>
                    <a:pt x="2269" y="1008"/>
                  </a:lnTo>
                  <a:lnTo>
                    <a:pt x="2215" y="965"/>
                  </a:lnTo>
                  <a:lnTo>
                    <a:pt x="2157" y="926"/>
                  </a:lnTo>
                  <a:lnTo>
                    <a:pt x="2098" y="893"/>
                  </a:lnTo>
                  <a:lnTo>
                    <a:pt x="2035" y="863"/>
                  </a:lnTo>
                  <a:lnTo>
                    <a:pt x="1969" y="838"/>
                  </a:lnTo>
                  <a:lnTo>
                    <a:pt x="1902" y="819"/>
                  </a:lnTo>
                  <a:lnTo>
                    <a:pt x="1832" y="805"/>
                  </a:lnTo>
                  <a:lnTo>
                    <a:pt x="1761" y="795"/>
                  </a:lnTo>
                  <a:lnTo>
                    <a:pt x="1687" y="792"/>
                  </a:lnTo>
                  <a:close/>
                  <a:moveTo>
                    <a:pt x="1344" y="0"/>
                  </a:moveTo>
                  <a:lnTo>
                    <a:pt x="2032" y="0"/>
                  </a:lnTo>
                  <a:lnTo>
                    <a:pt x="2032" y="339"/>
                  </a:lnTo>
                  <a:lnTo>
                    <a:pt x="2108" y="362"/>
                  </a:lnTo>
                  <a:lnTo>
                    <a:pt x="2184" y="390"/>
                  </a:lnTo>
                  <a:lnTo>
                    <a:pt x="2256" y="420"/>
                  </a:lnTo>
                  <a:lnTo>
                    <a:pt x="2328" y="454"/>
                  </a:lnTo>
                  <a:lnTo>
                    <a:pt x="2397" y="493"/>
                  </a:lnTo>
                  <a:lnTo>
                    <a:pt x="2637" y="252"/>
                  </a:lnTo>
                  <a:lnTo>
                    <a:pt x="3119" y="739"/>
                  </a:lnTo>
                  <a:lnTo>
                    <a:pt x="2878" y="979"/>
                  </a:lnTo>
                  <a:lnTo>
                    <a:pt x="2917" y="1048"/>
                  </a:lnTo>
                  <a:lnTo>
                    <a:pt x="2952" y="1119"/>
                  </a:lnTo>
                  <a:lnTo>
                    <a:pt x="2982" y="1191"/>
                  </a:lnTo>
                  <a:lnTo>
                    <a:pt x="3009" y="1267"/>
                  </a:lnTo>
                  <a:lnTo>
                    <a:pt x="3031" y="1344"/>
                  </a:lnTo>
                  <a:lnTo>
                    <a:pt x="3374" y="1344"/>
                  </a:lnTo>
                  <a:lnTo>
                    <a:pt x="3374" y="2030"/>
                  </a:lnTo>
                  <a:lnTo>
                    <a:pt x="3033" y="2030"/>
                  </a:lnTo>
                  <a:lnTo>
                    <a:pt x="3009" y="2106"/>
                  </a:lnTo>
                  <a:lnTo>
                    <a:pt x="2982" y="2181"/>
                  </a:lnTo>
                  <a:lnTo>
                    <a:pt x="2952" y="2253"/>
                  </a:lnTo>
                  <a:lnTo>
                    <a:pt x="2918" y="2325"/>
                  </a:lnTo>
                  <a:lnTo>
                    <a:pt x="2879" y="2393"/>
                  </a:lnTo>
                  <a:lnTo>
                    <a:pt x="3120" y="2635"/>
                  </a:lnTo>
                  <a:lnTo>
                    <a:pt x="2636" y="3119"/>
                  </a:lnTo>
                  <a:lnTo>
                    <a:pt x="2395" y="2878"/>
                  </a:lnTo>
                  <a:lnTo>
                    <a:pt x="2326" y="2917"/>
                  </a:lnTo>
                  <a:lnTo>
                    <a:pt x="2256" y="2952"/>
                  </a:lnTo>
                  <a:lnTo>
                    <a:pt x="2183" y="2982"/>
                  </a:lnTo>
                  <a:lnTo>
                    <a:pt x="2108" y="3009"/>
                  </a:lnTo>
                  <a:lnTo>
                    <a:pt x="2031" y="3031"/>
                  </a:lnTo>
                  <a:lnTo>
                    <a:pt x="2031" y="3374"/>
                  </a:lnTo>
                  <a:lnTo>
                    <a:pt x="1344" y="3374"/>
                  </a:lnTo>
                  <a:lnTo>
                    <a:pt x="1344" y="3029"/>
                  </a:lnTo>
                  <a:lnTo>
                    <a:pt x="1268" y="3007"/>
                  </a:lnTo>
                  <a:lnTo>
                    <a:pt x="1193" y="2980"/>
                  </a:lnTo>
                  <a:lnTo>
                    <a:pt x="1121" y="2950"/>
                  </a:lnTo>
                  <a:lnTo>
                    <a:pt x="1049" y="2915"/>
                  </a:lnTo>
                  <a:lnTo>
                    <a:pt x="981" y="2877"/>
                  </a:lnTo>
                  <a:lnTo>
                    <a:pt x="739" y="3117"/>
                  </a:lnTo>
                  <a:lnTo>
                    <a:pt x="255" y="2633"/>
                  </a:lnTo>
                  <a:lnTo>
                    <a:pt x="496" y="2392"/>
                  </a:lnTo>
                  <a:lnTo>
                    <a:pt x="457" y="2324"/>
                  </a:lnTo>
                  <a:lnTo>
                    <a:pt x="422" y="2253"/>
                  </a:lnTo>
                  <a:lnTo>
                    <a:pt x="392" y="2181"/>
                  </a:lnTo>
                  <a:lnTo>
                    <a:pt x="365" y="2105"/>
                  </a:lnTo>
                  <a:lnTo>
                    <a:pt x="343" y="2027"/>
                  </a:lnTo>
                  <a:lnTo>
                    <a:pt x="0" y="2027"/>
                  </a:lnTo>
                  <a:lnTo>
                    <a:pt x="0" y="1342"/>
                  </a:lnTo>
                  <a:lnTo>
                    <a:pt x="339" y="1342"/>
                  </a:lnTo>
                  <a:lnTo>
                    <a:pt x="362" y="1266"/>
                  </a:lnTo>
                  <a:lnTo>
                    <a:pt x="390" y="1190"/>
                  </a:lnTo>
                  <a:lnTo>
                    <a:pt x="420" y="1118"/>
                  </a:lnTo>
                  <a:lnTo>
                    <a:pt x="454" y="1046"/>
                  </a:lnTo>
                  <a:lnTo>
                    <a:pt x="493" y="977"/>
                  </a:lnTo>
                  <a:lnTo>
                    <a:pt x="252" y="737"/>
                  </a:lnTo>
                  <a:lnTo>
                    <a:pt x="739" y="255"/>
                  </a:lnTo>
                  <a:lnTo>
                    <a:pt x="979" y="496"/>
                  </a:lnTo>
                  <a:lnTo>
                    <a:pt x="1048" y="457"/>
                  </a:lnTo>
                  <a:lnTo>
                    <a:pt x="1119" y="422"/>
                  </a:lnTo>
                  <a:lnTo>
                    <a:pt x="1191" y="392"/>
                  </a:lnTo>
                  <a:lnTo>
                    <a:pt x="1267" y="365"/>
                  </a:lnTo>
                  <a:lnTo>
                    <a:pt x="1344" y="343"/>
                  </a:lnTo>
                  <a:lnTo>
                    <a:pt x="13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38" name="Freeform 847">
              <a:extLst>
                <a:ext uri="{FF2B5EF4-FFF2-40B4-BE49-F238E27FC236}">
                  <a16:creationId xmlns:a16="http://schemas.microsoft.com/office/drawing/2014/main" id="{786E3721-13DE-444E-B830-5D4728710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1200" y="6269038"/>
              <a:ext cx="77788" cy="166687"/>
            </a:xfrm>
            <a:custGeom>
              <a:avLst/>
              <a:gdLst>
                <a:gd name="T0" fmla="*/ 382 w 679"/>
                <a:gd name="T1" fmla="*/ 10 h 1466"/>
                <a:gd name="T2" fmla="*/ 427 w 679"/>
                <a:gd name="T3" fmla="*/ 55 h 1466"/>
                <a:gd name="T4" fmla="*/ 437 w 679"/>
                <a:gd name="T5" fmla="*/ 165 h 1466"/>
                <a:gd name="T6" fmla="*/ 532 w 679"/>
                <a:gd name="T7" fmla="*/ 212 h 1466"/>
                <a:gd name="T8" fmla="*/ 601 w 679"/>
                <a:gd name="T9" fmla="*/ 276 h 1466"/>
                <a:gd name="T10" fmla="*/ 613 w 679"/>
                <a:gd name="T11" fmla="*/ 338 h 1466"/>
                <a:gd name="T12" fmla="*/ 582 w 679"/>
                <a:gd name="T13" fmla="*/ 396 h 1466"/>
                <a:gd name="T14" fmla="*/ 524 w 679"/>
                <a:gd name="T15" fmla="*/ 421 h 1466"/>
                <a:gd name="T16" fmla="*/ 462 w 679"/>
                <a:gd name="T17" fmla="*/ 406 h 1466"/>
                <a:gd name="T18" fmla="*/ 408 w 679"/>
                <a:gd name="T19" fmla="*/ 363 h 1466"/>
                <a:gd name="T20" fmla="*/ 339 w 679"/>
                <a:gd name="T21" fmla="*/ 346 h 1466"/>
                <a:gd name="T22" fmla="*/ 258 w 679"/>
                <a:gd name="T23" fmla="*/ 370 h 1466"/>
                <a:gd name="T24" fmla="*/ 205 w 679"/>
                <a:gd name="T25" fmla="*/ 433 h 1466"/>
                <a:gd name="T26" fmla="*/ 197 w 679"/>
                <a:gd name="T27" fmla="*/ 519 h 1466"/>
                <a:gd name="T28" fmla="*/ 236 w 679"/>
                <a:gd name="T29" fmla="*/ 593 h 1466"/>
                <a:gd name="T30" fmla="*/ 309 w 679"/>
                <a:gd name="T31" fmla="*/ 633 h 1466"/>
                <a:gd name="T32" fmla="*/ 429 w 679"/>
                <a:gd name="T33" fmla="*/ 648 h 1466"/>
                <a:gd name="T34" fmla="*/ 547 w 679"/>
                <a:gd name="T35" fmla="*/ 707 h 1466"/>
                <a:gd name="T36" fmla="*/ 632 w 679"/>
                <a:gd name="T37" fmla="*/ 805 h 1466"/>
                <a:gd name="T38" fmla="*/ 676 w 679"/>
                <a:gd name="T39" fmla="*/ 930 h 1466"/>
                <a:gd name="T40" fmla="*/ 667 w 679"/>
                <a:gd name="T41" fmla="*/ 1065 h 1466"/>
                <a:gd name="T42" fmla="*/ 610 w 679"/>
                <a:gd name="T43" fmla="*/ 1181 h 1466"/>
                <a:gd name="T44" fmla="*/ 515 w 679"/>
                <a:gd name="T45" fmla="*/ 1267 h 1466"/>
                <a:gd name="T46" fmla="*/ 436 w 679"/>
                <a:gd name="T47" fmla="*/ 1369 h 1466"/>
                <a:gd name="T48" fmla="*/ 415 w 679"/>
                <a:gd name="T49" fmla="*/ 1430 h 1466"/>
                <a:gd name="T50" fmla="*/ 361 w 679"/>
                <a:gd name="T51" fmla="*/ 1464 h 1466"/>
                <a:gd name="T52" fmla="*/ 296 w 679"/>
                <a:gd name="T53" fmla="*/ 1457 h 1466"/>
                <a:gd name="T54" fmla="*/ 252 w 679"/>
                <a:gd name="T55" fmla="*/ 1412 h 1466"/>
                <a:gd name="T56" fmla="*/ 242 w 679"/>
                <a:gd name="T57" fmla="*/ 1301 h 1466"/>
                <a:gd name="T58" fmla="*/ 146 w 679"/>
                <a:gd name="T59" fmla="*/ 1255 h 1466"/>
                <a:gd name="T60" fmla="*/ 78 w 679"/>
                <a:gd name="T61" fmla="*/ 1191 h 1466"/>
                <a:gd name="T62" fmla="*/ 66 w 679"/>
                <a:gd name="T63" fmla="*/ 1129 h 1466"/>
                <a:gd name="T64" fmla="*/ 96 w 679"/>
                <a:gd name="T65" fmla="*/ 1071 h 1466"/>
                <a:gd name="T66" fmla="*/ 155 w 679"/>
                <a:gd name="T67" fmla="*/ 1045 h 1466"/>
                <a:gd name="T68" fmla="*/ 216 w 679"/>
                <a:gd name="T69" fmla="*/ 1061 h 1466"/>
                <a:gd name="T70" fmla="*/ 272 w 679"/>
                <a:gd name="T71" fmla="*/ 1104 h 1466"/>
                <a:gd name="T72" fmla="*/ 340 w 679"/>
                <a:gd name="T73" fmla="*/ 1122 h 1466"/>
                <a:gd name="T74" fmla="*/ 421 w 679"/>
                <a:gd name="T75" fmla="*/ 1096 h 1466"/>
                <a:gd name="T76" fmla="*/ 474 w 679"/>
                <a:gd name="T77" fmla="*/ 1033 h 1466"/>
                <a:gd name="T78" fmla="*/ 482 w 679"/>
                <a:gd name="T79" fmla="*/ 947 h 1466"/>
                <a:gd name="T80" fmla="*/ 442 w 679"/>
                <a:gd name="T81" fmla="*/ 873 h 1466"/>
                <a:gd name="T82" fmla="*/ 369 w 679"/>
                <a:gd name="T83" fmla="*/ 834 h 1466"/>
                <a:gd name="T84" fmla="*/ 249 w 679"/>
                <a:gd name="T85" fmla="*/ 819 h 1466"/>
                <a:gd name="T86" fmla="*/ 132 w 679"/>
                <a:gd name="T87" fmla="*/ 760 h 1466"/>
                <a:gd name="T88" fmla="*/ 47 w 679"/>
                <a:gd name="T89" fmla="*/ 662 h 1466"/>
                <a:gd name="T90" fmla="*/ 3 w 679"/>
                <a:gd name="T91" fmla="*/ 537 h 1466"/>
                <a:gd name="T92" fmla="*/ 12 w 679"/>
                <a:gd name="T93" fmla="*/ 402 h 1466"/>
                <a:gd name="T94" fmla="*/ 68 w 679"/>
                <a:gd name="T95" fmla="*/ 286 h 1466"/>
                <a:gd name="T96" fmla="*/ 163 w 679"/>
                <a:gd name="T97" fmla="*/ 200 h 1466"/>
                <a:gd name="T98" fmla="*/ 243 w 679"/>
                <a:gd name="T99" fmla="*/ 97 h 1466"/>
                <a:gd name="T100" fmla="*/ 264 w 679"/>
                <a:gd name="T101" fmla="*/ 37 h 1466"/>
                <a:gd name="T102" fmla="*/ 318 w 679"/>
                <a:gd name="T103" fmla="*/ 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9" h="1466">
                  <a:moveTo>
                    <a:pt x="340" y="0"/>
                  </a:moveTo>
                  <a:lnTo>
                    <a:pt x="361" y="3"/>
                  </a:lnTo>
                  <a:lnTo>
                    <a:pt x="382" y="10"/>
                  </a:lnTo>
                  <a:lnTo>
                    <a:pt x="400" y="21"/>
                  </a:lnTo>
                  <a:lnTo>
                    <a:pt x="416" y="37"/>
                  </a:lnTo>
                  <a:lnTo>
                    <a:pt x="427" y="55"/>
                  </a:lnTo>
                  <a:lnTo>
                    <a:pt x="434" y="76"/>
                  </a:lnTo>
                  <a:lnTo>
                    <a:pt x="437" y="97"/>
                  </a:lnTo>
                  <a:lnTo>
                    <a:pt x="437" y="165"/>
                  </a:lnTo>
                  <a:lnTo>
                    <a:pt x="470" y="177"/>
                  </a:lnTo>
                  <a:lnTo>
                    <a:pt x="503" y="192"/>
                  </a:lnTo>
                  <a:lnTo>
                    <a:pt x="532" y="212"/>
                  </a:lnTo>
                  <a:lnTo>
                    <a:pt x="561" y="233"/>
                  </a:lnTo>
                  <a:lnTo>
                    <a:pt x="586" y="258"/>
                  </a:lnTo>
                  <a:lnTo>
                    <a:pt x="601" y="276"/>
                  </a:lnTo>
                  <a:lnTo>
                    <a:pt x="609" y="296"/>
                  </a:lnTo>
                  <a:lnTo>
                    <a:pt x="613" y="317"/>
                  </a:lnTo>
                  <a:lnTo>
                    <a:pt x="613" y="338"/>
                  </a:lnTo>
                  <a:lnTo>
                    <a:pt x="607" y="359"/>
                  </a:lnTo>
                  <a:lnTo>
                    <a:pt x="598" y="378"/>
                  </a:lnTo>
                  <a:lnTo>
                    <a:pt x="582" y="396"/>
                  </a:lnTo>
                  <a:lnTo>
                    <a:pt x="565" y="409"/>
                  </a:lnTo>
                  <a:lnTo>
                    <a:pt x="545" y="418"/>
                  </a:lnTo>
                  <a:lnTo>
                    <a:pt x="524" y="421"/>
                  </a:lnTo>
                  <a:lnTo>
                    <a:pt x="503" y="421"/>
                  </a:lnTo>
                  <a:lnTo>
                    <a:pt x="481" y="416"/>
                  </a:lnTo>
                  <a:lnTo>
                    <a:pt x="462" y="406"/>
                  </a:lnTo>
                  <a:lnTo>
                    <a:pt x="445" y="392"/>
                  </a:lnTo>
                  <a:lnTo>
                    <a:pt x="427" y="375"/>
                  </a:lnTo>
                  <a:lnTo>
                    <a:pt x="408" y="363"/>
                  </a:lnTo>
                  <a:lnTo>
                    <a:pt x="386" y="353"/>
                  </a:lnTo>
                  <a:lnTo>
                    <a:pt x="363" y="348"/>
                  </a:lnTo>
                  <a:lnTo>
                    <a:pt x="339" y="346"/>
                  </a:lnTo>
                  <a:lnTo>
                    <a:pt x="309" y="349"/>
                  </a:lnTo>
                  <a:lnTo>
                    <a:pt x="283" y="357"/>
                  </a:lnTo>
                  <a:lnTo>
                    <a:pt x="258" y="370"/>
                  </a:lnTo>
                  <a:lnTo>
                    <a:pt x="237" y="387"/>
                  </a:lnTo>
                  <a:lnTo>
                    <a:pt x="218" y="409"/>
                  </a:lnTo>
                  <a:lnTo>
                    <a:pt x="205" y="433"/>
                  </a:lnTo>
                  <a:lnTo>
                    <a:pt x="197" y="461"/>
                  </a:lnTo>
                  <a:lnTo>
                    <a:pt x="194" y="491"/>
                  </a:lnTo>
                  <a:lnTo>
                    <a:pt x="197" y="519"/>
                  </a:lnTo>
                  <a:lnTo>
                    <a:pt x="205" y="547"/>
                  </a:lnTo>
                  <a:lnTo>
                    <a:pt x="218" y="571"/>
                  </a:lnTo>
                  <a:lnTo>
                    <a:pt x="236" y="593"/>
                  </a:lnTo>
                  <a:lnTo>
                    <a:pt x="257" y="611"/>
                  </a:lnTo>
                  <a:lnTo>
                    <a:pt x="283" y="625"/>
                  </a:lnTo>
                  <a:lnTo>
                    <a:pt x="309" y="633"/>
                  </a:lnTo>
                  <a:lnTo>
                    <a:pt x="339" y="636"/>
                  </a:lnTo>
                  <a:lnTo>
                    <a:pt x="385" y="639"/>
                  </a:lnTo>
                  <a:lnTo>
                    <a:pt x="429" y="648"/>
                  </a:lnTo>
                  <a:lnTo>
                    <a:pt x="471" y="662"/>
                  </a:lnTo>
                  <a:lnTo>
                    <a:pt x="511" y="683"/>
                  </a:lnTo>
                  <a:lnTo>
                    <a:pt x="547" y="707"/>
                  </a:lnTo>
                  <a:lnTo>
                    <a:pt x="579" y="736"/>
                  </a:lnTo>
                  <a:lnTo>
                    <a:pt x="608" y="769"/>
                  </a:lnTo>
                  <a:lnTo>
                    <a:pt x="632" y="805"/>
                  </a:lnTo>
                  <a:lnTo>
                    <a:pt x="652" y="843"/>
                  </a:lnTo>
                  <a:lnTo>
                    <a:pt x="667" y="885"/>
                  </a:lnTo>
                  <a:lnTo>
                    <a:pt x="676" y="930"/>
                  </a:lnTo>
                  <a:lnTo>
                    <a:pt x="679" y="976"/>
                  </a:lnTo>
                  <a:lnTo>
                    <a:pt x="676" y="1021"/>
                  </a:lnTo>
                  <a:lnTo>
                    <a:pt x="667" y="1065"/>
                  </a:lnTo>
                  <a:lnTo>
                    <a:pt x="653" y="1106"/>
                  </a:lnTo>
                  <a:lnTo>
                    <a:pt x="634" y="1145"/>
                  </a:lnTo>
                  <a:lnTo>
                    <a:pt x="610" y="1181"/>
                  </a:lnTo>
                  <a:lnTo>
                    <a:pt x="582" y="1214"/>
                  </a:lnTo>
                  <a:lnTo>
                    <a:pt x="551" y="1242"/>
                  </a:lnTo>
                  <a:lnTo>
                    <a:pt x="515" y="1267"/>
                  </a:lnTo>
                  <a:lnTo>
                    <a:pt x="477" y="1286"/>
                  </a:lnTo>
                  <a:lnTo>
                    <a:pt x="436" y="1301"/>
                  </a:lnTo>
                  <a:lnTo>
                    <a:pt x="436" y="1369"/>
                  </a:lnTo>
                  <a:lnTo>
                    <a:pt x="433" y="1391"/>
                  </a:lnTo>
                  <a:lnTo>
                    <a:pt x="426" y="1412"/>
                  </a:lnTo>
                  <a:lnTo>
                    <a:pt x="415" y="1430"/>
                  </a:lnTo>
                  <a:lnTo>
                    <a:pt x="399" y="1445"/>
                  </a:lnTo>
                  <a:lnTo>
                    <a:pt x="382" y="1457"/>
                  </a:lnTo>
                  <a:lnTo>
                    <a:pt x="361" y="1464"/>
                  </a:lnTo>
                  <a:lnTo>
                    <a:pt x="339" y="1466"/>
                  </a:lnTo>
                  <a:lnTo>
                    <a:pt x="317" y="1464"/>
                  </a:lnTo>
                  <a:lnTo>
                    <a:pt x="296" y="1457"/>
                  </a:lnTo>
                  <a:lnTo>
                    <a:pt x="279" y="1445"/>
                  </a:lnTo>
                  <a:lnTo>
                    <a:pt x="263" y="1430"/>
                  </a:lnTo>
                  <a:lnTo>
                    <a:pt x="252" y="1412"/>
                  </a:lnTo>
                  <a:lnTo>
                    <a:pt x="245" y="1391"/>
                  </a:lnTo>
                  <a:lnTo>
                    <a:pt x="242" y="1369"/>
                  </a:lnTo>
                  <a:lnTo>
                    <a:pt x="242" y="1301"/>
                  </a:lnTo>
                  <a:lnTo>
                    <a:pt x="208" y="1289"/>
                  </a:lnTo>
                  <a:lnTo>
                    <a:pt x="176" y="1274"/>
                  </a:lnTo>
                  <a:lnTo>
                    <a:pt x="146" y="1255"/>
                  </a:lnTo>
                  <a:lnTo>
                    <a:pt x="118" y="1234"/>
                  </a:lnTo>
                  <a:lnTo>
                    <a:pt x="92" y="1208"/>
                  </a:lnTo>
                  <a:lnTo>
                    <a:pt x="78" y="1191"/>
                  </a:lnTo>
                  <a:lnTo>
                    <a:pt x="69" y="1171"/>
                  </a:lnTo>
                  <a:lnTo>
                    <a:pt x="65" y="1149"/>
                  </a:lnTo>
                  <a:lnTo>
                    <a:pt x="66" y="1129"/>
                  </a:lnTo>
                  <a:lnTo>
                    <a:pt x="71" y="1107"/>
                  </a:lnTo>
                  <a:lnTo>
                    <a:pt x="81" y="1088"/>
                  </a:lnTo>
                  <a:lnTo>
                    <a:pt x="96" y="1071"/>
                  </a:lnTo>
                  <a:lnTo>
                    <a:pt x="114" y="1058"/>
                  </a:lnTo>
                  <a:lnTo>
                    <a:pt x="135" y="1049"/>
                  </a:lnTo>
                  <a:lnTo>
                    <a:pt x="155" y="1045"/>
                  </a:lnTo>
                  <a:lnTo>
                    <a:pt x="176" y="1046"/>
                  </a:lnTo>
                  <a:lnTo>
                    <a:pt x="197" y="1051"/>
                  </a:lnTo>
                  <a:lnTo>
                    <a:pt x="216" y="1061"/>
                  </a:lnTo>
                  <a:lnTo>
                    <a:pt x="234" y="1076"/>
                  </a:lnTo>
                  <a:lnTo>
                    <a:pt x="251" y="1092"/>
                  </a:lnTo>
                  <a:lnTo>
                    <a:pt x="272" y="1104"/>
                  </a:lnTo>
                  <a:lnTo>
                    <a:pt x="293" y="1113"/>
                  </a:lnTo>
                  <a:lnTo>
                    <a:pt x="315" y="1119"/>
                  </a:lnTo>
                  <a:lnTo>
                    <a:pt x="340" y="1122"/>
                  </a:lnTo>
                  <a:lnTo>
                    <a:pt x="369" y="1118"/>
                  </a:lnTo>
                  <a:lnTo>
                    <a:pt x="396" y="1110"/>
                  </a:lnTo>
                  <a:lnTo>
                    <a:pt x="421" y="1096"/>
                  </a:lnTo>
                  <a:lnTo>
                    <a:pt x="442" y="1079"/>
                  </a:lnTo>
                  <a:lnTo>
                    <a:pt x="460" y="1057"/>
                  </a:lnTo>
                  <a:lnTo>
                    <a:pt x="474" y="1033"/>
                  </a:lnTo>
                  <a:lnTo>
                    <a:pt x="482" y="1005"/>
                  </a:lnTo>
                  <a:lnTo>
                    <a:pt x="485" y="976"/>
                  </a:lnTo>
                  <a:lnTo>
                    <a:pt x="482" y="947"/>
                  </a:lnTo>
                  <a:lnTo>
                    <a:pt x="474" y="920"/>
                  </a:lnTo>
                  <a:lnTo>
                    <a:pt x="461" y="895"/>
                  </a:lnTo>
                  <a:lnTo>
                    <a:pt x="442" y="873"/>
                  </a:lnTo>
                  <a:lnTo>
                    <a:pt x="421" y="856"/>
                  </a:lnTo>
                  <a:lnTo>
                    <a:pt x="396" y="842"/>
                  </a:lnTo>
                  <a:lnTo>
                    <a:pt x="369" y="834"/>
                  </a:lnTo>
                  <a:lnTo>
                    <a:pt x="340" y="831"/>
                  </a:lnTo>
                  <a:lnTo>
                    <a:pt x="294" y="828"/>
                  </a:lnTo>
                  <a:lnTo>
                    <a:pt x="249" y="819"/>
                  </a:lnTo>
                  <a:lnTo>
                    <a:pt x="207" y="804"/>
                  </a:lnTo>
                  <a:lnTo>
                    <a:pt x="168" y="784"/>
                  </a:lnTo>
                  <a:lnTo>
                    <a:pt x="132" y="760"/>
                  </a:lnTo>
                  <a:lnTo>
                    <a:pt x="100" y="731"/>
                  </a:lnTo>
                  <a:lnTo>
                    <a:pt x="70" y="698"/>
                  </a:lnTo>
                  <a:lnTo>
                    <a:pt x="47" y="662"/>
                  </a:lnTo>
                  <a:lnTo>
                    <a:pt x="26" y="623"/>
                  </a:lnTo>
                  <a:lnTo>
                    <a:pt x="12" y="581"/>
                  </a:lnTo>
                  <a:lnTo>
                    <a:pt x="3" y="537"/>
                  </a:lnTo>
                  <a:lnTo>
                    <a:pt x="0" y="491"/>
                  </a:lnTo>
                  <a:lnTo>
                    <a:pt x="3" y="446"/>
                  </a:lnTo>
                  <a:lnTo>
                    <a:pt x="12" y="402"/>
                  </a:lnTo>
                  <a:lnTo>
                    <a:pt x="25" y="361"/>
                  </a:lnTo>
                  <a:lnTo>
                    <a:pt x="45" y="322"/>
                  </a:lnTo>
                  <a:lnTo>
                    <a:pt x="68" y="286"/>
                  </a:lnTo>
                  <a:lnTo>
                    <a:pt x="97" y="253"/>
                  </a:lnTo>
                  <a:lnTo>
                    <a:pt x="128" y="225"/>
                  </a:lnTo>
                  <a:lnTo>
                    <a:pt x="163" y="200"/>
                  </a:lnTo>
                  <a:lnTo>
                    <a:pt x="202" y="180"/>
                  </a:lnTo>
                  <a:lnTo>
                    <a:pt x="243" y="165"/>
                  </a:lnTo>
                  <a:lnTo>
                    <a:pt x="243" y="97"/>
                  </a:lnTo>
                  <a:lnTo>
                    <a:pt x="245" y="76"/>
                  </a:lnTo>
                  <a:lnTo>
                    <a:pt x="252" y="55"/>
                  </a:lnTo>
                  <a:lnTo>
                    <a:pt x="264" y="37"/>
                  </a:lnTo>
                  <a:lnTo>
                    <a:pt x="279" y="21"/>
                  </a:lnTo>
                  <a:lnTo>
                    <a:pt x="297" y="10"/>
                  </a:lnTo>
                  <a:lnTo>
                    <a:pt x="318" y="3"/>
                  </a:lnTo>
                  <a:lnTo>
                    <a:pt x="34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7E6B142-F774-4C30-8A8C-FA6057573C73}"/>
              </a:ext>
            </a:extLst>
          </p:cNvPr>
          <p:cNvGrpSpPr/>
          <p:nvPr/>
        </p:nvGrpSpPr>
        <p:grpSpPr>
          <a:xfrm>
            <a:off x="2887353" y="5870644"/>
            <a:ext cx="310355" cy="302629"/>
            <a:chOff x="2595563" y="6061075"/>
            <a:chExt cx="382587" cy="373063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40" name="Freeform 852">
              <a:extLst>
                <a:ext uri="{FF2B5EF4-FFF2-40B4-BE49-F238E27FC236}">
                  <a16:creationId xmlns:a16="http://schemas.microsoft.com/office/drawing/2014/main" id="{24C5A7F3-CCFC-46C9-B59F-4B404FF6C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563" y="6061075"/>
              <a:ext cx="193675" cy="163513"/>
            </a:xfrm>
            <a:custGeom>
              <a:avLst/>
              <a:gdLst>
                <a:gd name="T0" fmla="*/ 930 w 1714"/>
                <a:gd name="T1" fmla="*/ 3 h 1438"/>
                <a:gd name="T2" fmla="*/ 1073 w 1714"/>
                <a:gd name="T3" fmla="*/ 27 h 1438"/>
                <a:gd name="T4" fmla="*/ 1205 w 1714"/>
                <a:gd name="T5" fmla="*/ 74 h 1438"/>
                <a:gd name="T6" fmla="*/ 1327 w 1714"/>
                <a:gd name="T7" fmla="*/ 141 h 1438"/>
                <a:gd name="T8" fmla="*/ 1437 w 1714"/>
                <a:gd name="T9" fmla="*/ 227 h 1438"/>
                <a:gd name="T10" fmla="*/ 1531 w 1714"/>
                <a:gd name="T11" fmla="*/ 329 h 1438"/>
                <a:gd name="T12" fmla="*/ 1607 w 1714"/>
                <a:gd name="T13" fmla="*/ 445 h 1438"/>
                <a:gd name="T14" fmla="*/ 1665 w 1714"/>
                <a:gd name="T15" fmla="*/ 573 h 1438"/>
                <a:gd name="T16" fmla="*/ 1700 w 1714"/>
                <a:gd name="T17" fmla="*/ 711 h 1438"/>
                <a:gd name="T18" fmla="*/ 1714 w 1714"/>
                <a:gd name="T19" fmla="*/ 858 h 1438"/>
                <a:gd name="T20" fmla="*/ 1290 w 1714"/>
                <a:gd name="T21" fmla="*/ 1302 h 1438"/>
                <a:gd name="T22" fmla="*/ 1287 w 1714"/>
                <a:gd name="T23" fmla="*/ 808 h 1438"/>
                <a:gd name="T24" fmla="*/ 1265 w 1714"/>
                <a:gd name="T25" fmla="*/ 710 h 1438"/>
                <a:gd name="T26" fmla="*/ 1223 w 1714"/>
                <a:gd name="T27" fmla="*/ 624 h 1438"/>
                <a:gd name="T28" fmla="*/ 1164 w 1714"/>
                <a:gd name="T29" fmla="*/ 548 h 1438"/>
                <a:gd name="T30" fmla="*/ 1090 w 1714"/>
                <a:gd name="T31" fmla="*/ 489 h 1438"/>
                <a:gd name="T32" fmla="*/ 1004 w 1714"/>
                <a:gd name="T33" fmla="*/ 446 h 1438"/>
                <a:gd name="T34" fmla="*/ 909 w 1714"/>
                <a:gd name="T35" fmla="*/ 423 h 1438"/>
                <a:gd name="T36" fmla="*/ 809 w 1714"/>
                <a:gd name="T37" fmla="*/ 423 h 1438"/>
                <a:gd name="T38" fmla="*/ 713 w 1714"/>
                <a:gd name="T39" fmla="*/ 446 h 1438"/>
                <a:gd name="T40" fmla="*/ 626 w 1714"/>
                <a:gd name="T41" fmla="*/ 489 h 1438"/>
                <a:gd name="T42" fmla="*/ 551 w 1714"/>
                <a:gd name="T43" fmla="*/ 548 h 1438"/>
                <a:gd name="T44" fmla="*/ 491 w 1714"/>
                <a:gd name="T45" fmla="*/ 624 h 1438"/>
                <a:gd name="T46" fmla="*/ 448 w 1714"/>
                <a:gd name="T47" fmla="*/ 710 h 1438"/>
                <a:gd name="T48" fmla="*/ 425 w 1714"/>
                <a:gd name="T49" fmla="*/ 808 h 1438"/>
                <a:gd name="T50" fmla="*/ 423 w 1714"/>
                <a:gd name="T51" fmla="*/ 1438 h 1438"/>
                <a:gd name="T52" fmla="*/ 0 w 1714"/>
                <a:gd name="T53" fmla="*/ 858 h 1438"/>
                <a:gd name="T54" fmla="*/ 12 w 1714"/>
                <a:gd name="T55" fmla="*/ 712 h 1438"/>
                <a:gd name="T56" fmla="*/ 48 w 1714"/>
                <a:gd name="T57" fmla="*/ 574 h 1438"/>
                <a:gd name="T58" fmla="*/ 105 w 1714"/>
                <a:gd name="T59" fmla="*/ 446 h 1438"/>
                <a:gd name="T60" fmla="*/ 182 w 1714"/>
                <a:gd name="T61" fmla="*/ 330 h 1438"/>
                <a:gd name="T62" fmla="*/ 276 w 1714"/>
                <a:gd name="T63" fmla="*/ 228 h 1438"/>
                <a:gd name="T64" fmla="*/ 384 w 1714"/>
                <a:gd name="T65" fmla="*/ 141 h 1438"/>
                <a:gd name="T66" fmla="*/ 507 w 1714"/>
                <a:gd name="T67" fmla="*/ 75 h 1438"/>
                <a:gd name="T68" fmla="*/ 640 w 1714"/>
                <a:gd name="T69" fmla="*/ 28 h 1438"/>
                <a:gd name="T70" fmla="*/ 782 w 1714"/>
                <a:gd name="T71" fmla="*/ 3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14" h="1438">
                  <a:moveTo>
                    <a:pt x="857" y="0"/>
                  </a:moveTo>
                  <a:lnTo>
                    <a:pt x="930" y="3"/>
                  </a:lnTo>
                  <a:lnTo>
                    <a:pt x="1002" y="12"/>
                  </a:lnTo>
                  <a:lnTo>
                    <a:pt x="1073" y="27"/>
                  </a:lnTo>
                  <a:lnTo>
                    <a:pt x="1140" y="48"/>
                  </a:lnTo>
                  <a:lnTo>
                    <a:pt x="1205" y="74"/>
                  </a:lnTo>
                  <a:lnTo>
                    <a:pt x="1268" y="106"/>
                  </a:lnTo>
                  <a:lnTo>
                    <a:pt x="1327" y="141"/>
                  </a:lnTo>
                  <a:lnTo>
                    <a:pt x="1383" y="181"/>
                  </a:lnTo>
                  <a:lnTo>
                    <a:pt x="1437" y="227"/>
                  </a:lnTo>
                  <a:lnTo>
                    <a:pt x="1486" y="276"/>
                  </a:lnTo>
                  <a:lnTo>
                    <a:pt x="1531" y="329"/>
                  </a:lnTo>
                  <a:lnTo>
                    <a:pt x="1571" y="385"/>
                  </a:lnTo>
                  <a:lnTo>
                    <a:pt x="1607" y="445"/>
                  </a:lnTo>
                  <a:lnTo>
                    <a:pt x="1639" y="507"/>
                  </a:lnTo>
                  <a:lnTo>
                    <a:pt x="1665" y="573"/>
                  </a:lnTo>
                  <a:lnTo>
                    <a:pt x="1686" y="642"/>
                  </a:lnTo>
                  <a:lnTo>
                    <a:pt x="1700" y="711"/>
                  </a:lnTo>
                  <a:lnTo>
                    <a:pt x="1709" y="784"/>
                  </a:lnTo>
                  <a:lnTo>
                    <a:pt x="1714" y="858"/>
                  </a:lnTo>
                  <a:lnTo>
                    <a:pt x="1714" y="1302"/>
                  </a:lnTo>
                  <a:lnTo>
                    <a:pt x="1290" y="1302"/>
                  </a:lnTo>
                  <a:lnTo>
                    <a:pt x="1290" y="858"/>
                  </a:lnTo>
                  <a:lnTo>
                    <a:pt x="1287" y="808"/>
                  </a:lnTo>
                  <a:lnTo>
                    <a:pt x="1279" y="757"/>
                  </a:lnTo>
                  <a:lnTo>
                    <a:pt x="1265" y="710"/>
                  </a:lnTo>
                  <a:lnTo>
                    <a:pt x="1246" y="666"/>
                  </a:lnTo>
                  <a:lnTo>
                    <a:pt x="1223" y="624"/>
                  </a:lnTo>
                  <a:lnTo>
                    <a:pt x="1195" y="584"/>
                  </a:lnTo>
                  <a:lnTo>
                    <a:pt x="1164" y="548"/>
                  </a:lnTo>
                  <a:lnTo>
                    <a:pt x="1128" y="517"/>
                  </a:lnTo>
                  <a:lnTo>
                    <a:pt x="1090" y="489"/>
                  </a:lnTo>
                  <a:lnTo>
                    <a:pt x="1048" y="465"/>
                  </a:lnTo>
                  <a:lnTo>
                    <a:pt x="1004" y="446"/>
                  </a:lnTo>
                  <a:lnTo>
                    <a:pt x="958" y="432"/>
                  </a:lnTo>
                  <a:lnTo>
                    <a:pt x="909" y="423"/>
                  </a:lnTo>
                  <a:lnTo>
                    <a:pt x="859" y="420"/>
                  </a:lnTo>
                  <a:lnTo>
                    <a:pt x="809" y="423"/>
                  </a:lnTo>
                  <a:lnTo>
                    <a:pt x="760" y="432"/>
                  </a:lnTo>
                  <a:lnTo>
                    <a:pt x="713" y="446"/>
                  </a:lnTo>
                  <a:lnTo>
                    <a:pt x="668" y="465"/>
                  </a:lnTo>
                  <a:lnTo>
                    <a:pt x="626" y="489"/>
                  </a:lnTo>
                  <a:lnTo>
                    <a:pt x="586" y="517"/>
                  </a:lnTo>
                  <a:lnTo>
                    <a:pt x="551" y="548"/>
                  </a:lnTo>
                  <a:lnTo>
                    <a:pt x="518" y="584"/>
                  </a:lnTo>
                  <a:lnTo>
                    <a:pt x="491" y="624"/>
                  </a:lnTo>
                  <a:lnTo>
                    <a:pt x="467" y="666"/>
                  </a:lnTo>
                  <a:lnTo>
                    <a:pt x="448" y="710"/>
                  </a:lnTo>
                  <a:lnTo>
                    <a:pt x="435" y="757"/>
                  </a:lnTo>
                  <a:lnTo>
                    <a:pt x="425" y="808"/>
                  </a:lnTo>
                  <a:lnTo>
                    <a:pt x="423" y="858"/>
                  </a:lnTo>
                  <a:lnTo>
                    <a:pt x="423" y="1438"/>
                  </a:lnTo>
                  <a:lnTo>
                    <a:pt x="0" y="1438"/>
                  </a:lnTo>
                  <a:lnTo>
                    <a:pt x="0" y="858"/>
                  </a:lnTo>
                  <a:lnTo>
                    <a:pt x="3" y="784"/>
                  </a:lnTo>
                  <a:lnTo>
                    <a:pt x="12" y="712"/>
                  </a:lnTo>
                  <a:lnTo>
                    <a:pt x="28" y="643"/>
                  </a:lnTo>
                  <a:lnTo>
                    <a:pt x="48" y="574"/>
                  </a:lnTo>
                  <a:lnTo>
                    <a:pt x="75" y="508"/>
                  </a:lnTo>
                  <a:lnTo>
                    <a:pt x="105" y="446"/>
                  </a:lnTo>
                  <a:lnTo>
                    <a:pt x="141" y="386"/>
                  </a:lnTo>
                  <a:lnTo>
                    <a:pt x="182" y="330"/>
                  </a:lnTo>
                  <a:lnTo>
                    <a:pt x="227" y="277"/>
                  </a:lnTo>
                  <a:lnTo>
                    <a:pt x="276" y="228"/>
                  </a:lnTo>
                  <a:lnTo>
                    <a:pt x="328" y="182"/>
                  </a:lnTo>
                  <a:lnTo>
                    <a:pt x="384" y="141"/>
                  </a:lnTo>
                  <a:lnTo>
                    <a:pt x="444" y="106"/>
                  </a:lnTo>
                  <a:lnTo>
                    <a:pt x="507" y="75"/>
                  </a:lnTo>
                  <a:lnTo>
                    <a:pt x="573" y="48"/>
                  </a:lnTo>
                  <a:lnTo>
                    <a:pt x="640" y="28"/>
                  </a:lnTo>
                  <a:lnTo>
                    <a:pt x="711" y="12"/>
                  </a:lnTo>
                  <a:lnTo>
                    <a:pt x="782" y="3"/>
                  </a:lnTo>
                  <a:lnTo>
                    <a:pt x="8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1" name="Freeform 853">
              <a:extLst>
                <a:ext uri="{FF2B5EF4-FFF2-40B4-BE49-F238E27FC236}">
                  <a16:creationId xmlns:a16="http://schemas.microsoft.com/office/drawing/2014/main" id="{B599BDC1-D0EB-4E12-9E5A-6AC5CBA141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5100" y="6224588"/>
              <a:ext cx="273050" cy="209550"/>
            </a:xfrm>
            <a:custGeom>
              <a:avLst/>
              <a:gdLst>
                <a:gd name="T0" fmla="*/ 1172 w 2410"/>
                <a:gd name="T1" fmla="*/ 515 h 1857"/>
                <a:gd name="T2" fmla="*/ 1104 w 2410"/>
                <a:gd name="T3" fmla="*/ 538 h 1857"/>
                <a:gd name="T4" fmla="*/ 1047 w 2410"/>
                <a:gd name="T5" fmla="*/ 579 h 1857"/>
                <a:gd name="T6" fmla="*/ 1006 w 2410"/>
                <a:gd name="T7" fmla="*/ 635 h 1857"/>
                <a:gd name="T8" fmla="*/ 984 w 2410"/>
                <a:gd name="T9" fmla="*/ 704 h 1857"/>
                <a:gd name="T10" fmla="*/ 984 w 2410"/>
                <a:gd name="T11" fmla="*/ 776 h 1857"/>
                <a:gd name="T12" fmla="*/ 1003 w 2410"/>
                <a:gd name="T13" fmla="*/ 840 h 1857"/>
                <a:gd name="T14" fmla="*/ 1039 w 2410"/>
                <a:gd name="T15" fmla="*/ 895 h 1857"/>
                <a:gd name="T16" fmla="*/ 1090 w 2410"/>
                <a:gd name="T17" fmla="*/ 937 h 1857"/>
                <a:gd name="T18" fmla="*/ 1396 w 2410"/>
                <a:gd name="T19" fmla="*/ 1341 h 1857"/>
                <a:gd name="T20" fmla="*/ 1354 w 2410"/>
                <a:gd name="T21" fmla="*/ 917 h 1857"/>
                <a:gd name="T22" fmla="*/ 1397 w 2410"/>
                <a:gd name="T23" fmla="*/ 869 h 1857"/>
                <a:gd name="T24" fmla="*/ 1426 w 2410"/>
                <a:gd name="T25" fmla="*/ 808 h 1857"/>
                <a:gd name="T26" fmla="*/ 1437 w 2410"/>
                <a:gd name="T27" fmla="*/ 741 h 1857"/>
                <a:gd name="T28" fmla="*/ 1425 w 2410"/>
                <a:gd name="T29" fmla="*/ 668 h 1857"/>
                <a:gd name="T30" fmla="*/ 1393 w 2410"/>
                <a:gd name="T31" fmla="*/ 606 h 1857"/>
                <a:gd name="T32" fmla="*/ 1344 w 2410"/>
                <a:gd name="T33" fmla="*/ 556 h 1857"/>
                <a:gd name="T34" fmla="*/ 1281 w 2410"/>
                <a:gd name="T35" fmla="*/ 524 h 1857"/>
                <a:gd name="T36" fmla="*/ 1209 w 2410"/>
                <a:gd name="T37" fmla="*/ 512 h 1857"/>
                <a:gd name="T38" fmla="*/ 2178 w 2410"/>
                <a:gd name="T39" fmla="*/ 0 h 1857"/>
                <a:gd name="T40" fmla="*/ 2250 w 2410"/>
                <a:gd name="T41" fmla="*/ 12 h 1857"/>
                <a:gd name="T42" fmla="*/ 2315 w 2410"/>
                <a:gd name="T43" fmla="*/ 45 h 1857"/>
                <a:gd name="T44" fmla="*/ 2365 w 2410"/>
                <a:gd name="T45" fmla="*/ 95 h 1857"/>
                <a:gd name="T46" fmla="*/ 2399 w 2410"/>
                <a:gd name="T47" fmla="*/ 160 h 1857"/>
                <a:gd name="T48" fmla="*/ 2410 w 2410"/>
                <a:gd name="T49" fmla="*/ 233 h 1857"/>
                <a:gd name="T50" fmla="*/ 2407 w 2410"/>
                <a:gd name="T51" fmla="*/ 1661 h 1857"/>
                <a:gd name="T52" fmla="*/ 2384 w 2410"/>
                <a:gd name="T53" fmla="*/ 1730 h 1857"/>
                <a:gd name="T54" fmla="*/ 2342 w 2410"/>
                <a:gd name="T55" fmla="*/ 1788 h 1857"/>
                <a:gd name="T56" fmla="*/ 2284 w 2410"/>
                <a:gd name="T57" fmla="*/ 1830 h 1857"/>
                <a:gd name="T58" fmla="*/ 2216 w 2410"/>
                <a:gd name="T59" fmla="*/ 1854 h 1857"/>
                <a:gd name="T60" fmla="*/ 233 w 2410"/>
                <a:gd name="T61" fmla="*/ 1857 h 1857"/>
                <a:gd name="T62" fmla="*/ 160 w 2410"/>
                <a:gd name="T63" fmla="*/ 1845 h 1857"/>
                <a:gd name="T64" fmla="*/ 96 w 2410"/>
                <a:gd name="T65" fmla="*/ 1812 h 1857"/>
                <a:gd name="T66" fmla="*/ 45 w 2410"/>
                <a:gd name="T67" fmla="*/ 1761 h 1857"/>
                <a:gd name="T68" fmla="*/ 12 w 2410"/>
                <a:gd name="T69" fmla="*/ 1697 h 1857"/>
                <a:gd name="T70" fmla="*/ 0 w 2410"/>
                <a:gd name="T71" fmla="*/ 1623 h 1857"/>
                <a:gd name="T72" fmla="*/ 3 w 2410"/>
                <a:gd name="T73" fmla="*/ 196 h 1857"/>
                <a:gd name="T74" fmla="*/ 27 w 2410"/>
                <a:gd name="T75" fmla="*/ 126 h 1857"/>
                <a:gd name="T76" fmla="*/ 69 w 2410"/>
                <a:gd name="T77" fmla="*/ 69 h 1857"/>
                <a:gd name="T78" fmla="*/ 126 w 2410"/>
                <a:gd name="T79" fmla="*/ 26 h 1857"/>
                <a:gd name="T80" fmla="*/ 195 w 2410"/>
                <a:gd name="T81" fmla="*/ 3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10" h="1857">
                  <a:moveTo>
                    <a:pt x="1209" y="512"/>
                  </a:moveTo>
                  <a:lnTo>
                    <a:pt x="1172" y="515"/>
                  </a:lnTo>
                  <a:lnTo>
                    <a:pt x="1137" y="524"/>
                  </a:lnTo>
                  <a:lnTo>
                    <a:pt x="1104" y="538"/>
                  </a:lnTo>
                  <a:lnTo>
                    <a:pt x="1074" y="556"/>
                  </a:lnTo>
                  <a:lnTo>
                    <a:pt x="1047" y="579"/>
                  </a:lnTo>
                  <a:lnTo>
                    <a:pt x="1025" y="606"/>
                  </a:lnTo>
                  <a:lnTo>
                    <a:pt x="1006" y="635"/>
                  </a:lnTo>
                  <a:lnTo>
                    <a:pt x="993" y="668"/>
                  </a:lnTo>
                  <a:lnTo>
                    <a:pt x="984" y="704"/>
                  </a:lnTo>
                  <a:lnTo>
                    <a:pt x="981" y="741"/>
                  </a:lnTo>
                  <a:lnTo>
                    <a:pt x="984" y="776"/>
                  </a:lnTo>
                  <a:lnTo>
                    <a:pt x="991" y="808"/>
                  </a:lnTo>
                  <a:lnTo>
                    <a:pt x="1003" y="840"/>
                  </a:lnTo>
                  <a:lnTo>
                    <a:pt x="1019" y="869"/>
                  </a:lnTo>
                  <a:lnTo>
                    <a:pt x="1039" y="895"/>
                  </a:lnTo>
                  <a:lnTo>
                    <a:pt x="1063" y="917"/>
                  </a:lnTo>
                  <a:lnTo>
                    <a:pt x="1090" y="937"/>
                  </a:lnTo>
                  <a:lnTo>
                    <a:pt x="1012" y="1341"/>
                  </a:lnTo>
                  <a:lnTo>
                    <a:pt x="1396" y="1341"/>
                  </a:lnTo>
                  <a:lnTo>
                    <a:pt x="1327" y="937"/>
                  </a:lnTo>
                  <a:lnTo>
                    <a:pt x="1354" y="917"/>
                  </a:lnTo>
                  <a:lnTo>
                    <a:pt x="1377" y="895"/>
                  </a:lnTo>
                  <a:lnTo>
                    <a:pt x="1397" y="869"/>
                  </a:lnTo>
                  <a:lnTo>
                    <a:pt x="1414" y="840"/>
                  </a:lnTo>
                  <a:lnTo>
                    <a:pt x="1426" y="808"/>
                  </a:lnTo>
                  <a:lnTo>
                    <a:pt x="1434" y="776"/>
                  </a:lnTo>
                  <a:lnTo>
                    <a:pt x="1437" y="741"/>
                  </a:lnTo>
                  <a:lnTo>
                    <a:pt x="1434" y="704"/>
                  </a:lnTo>
                  <a:lnTo>
                    <a:pt x="1425" y="668"/>
                  </a:lnTo>
                  <a:lnTo>
                    <a:pt x="1411" y="635"/>
                  </a:lnTo>
                  <a:lnTo>
                    <a:pt x="1393" y="606"/>
                  </a:lnTo>
                  <a:lnTo>
                    <a:pt x="1370" y="579"/>
                  </a:lnTo>
                  <a:lnTo>
                    <a:pt x="1344" y="556"/>
                  </a:lnTo>
                  <a:lnTo>
                    <a:pt x="1314" y="538"/>
                  </a:lnTo>
                  <a:lnTo>
                    <a:pt x="1281" y="524"/>
                  </a:lnTo>
                  <a:lnTo>
                    <a:pt x="1245" y="515"/>
                  </a:lnTo>
                  <a:lnTo>
                    <a:pt x="1209" y="512"/>
                  </a:lnTo>
                  <a:close/>
                  <a:moveTo>
                    <a:pt x="233" y="0"/>
                  </a:moveTo>
                  <a:lnTo>
                    <a:pt x="2178" y="0"/>
                  </a:lnTo>
                  <a:lnTo>
                    <a:pt x="2215" y="3"/>
                  </a:lnTo>
                  <a:lnTo>
                    <a:pt x="2250" y="12"/>
                  </a:lnTo>
                  <a:lnTo>
                    <a:pt x="2284" y="25"/>
                  </a:lnTo>
                  <a:lnTo>
                    <a:pt x="2315" y="45"/>
                  </a:lnTo>
                  <a:lnTo>
                    <a:pt x="2341" y="69"/>
                  </a:lnTo>
                  <a:lnTo>
                    <a:pt x="2365" y="95"/>
                  </a:lnTo>
                  <a:lnTo>
                    <a:pt x="2384" y="126"/>
                  </a:lnTo>
                  <a:lnTo>
                    <a:pt x="2399" y="160"/>
                  </a:lnTo>
                  <a:lnTo>
                    <a:pt x="2407" y="196"/>
                  </a:lnTo>
                  <a:lnTo>
                    <a:pt x="2410" y="233"/>
                  </a:lnTo>
                  <a:lnTo>
                    <a:pt x="2410" y="1623"/>
                  </a:lnTo>
                  <a:lnTo>
                    <a:pt x="2407" y="1661"/>
                  </a:lnTo>
                  <a:lnTo>
                    <a:pt x="2399" y="1697"/>
                  </a:lnTo>
                  <a:lnTo>
                    <a:pt x="2384" y="1730"/>
                  </a:lnTo>
                  <a:lnTo>
                    <a:pt x="2365" y="1760"/>
                  </a:lnTo>
                  <a:lnTo>
                    <a:pt x="2342" y="1788"/>
                  </a:lnTo>
                  <a:lnTo>
                    <a:pt x="2315" y="1812"/>
                  </a:lnTo>
                  <a:lnTo>
                    <a:pt x="2284" y="1830"/>
                  </a:lnTo>
                  <a:lnTo>
                    <a:pt x="2251" y="1845"/>
                  </a:lnTo>
                  <a:lnTo>
                    <a:pt x="2216" y="1854"/>
                  </a:lnTo>
                  <a:lnTo>
                    <a:pt x="2178" y="1857"/>
                  </a:lnTo>
                  <a:lnTo>
                    <a:pt x="233" y="1857"/>
                  </a:lnTo>
                  <a:lnTo>
                    <a:pt x="195" y="1854"/>
                  </a:lnTo>
                  <a:lnTo>
                    <a:pt x="160" y="1845"/>
                  </a:lnTo>
                  <a:lnTo>
                    <a:pt x="126" y="1830"/>
                  </a:lnTo>
                  <a:lnTo>
                    <a:pt x="96" y="1812"/>
                  </a:lnTo>
                  <a:lnTo>
                    <a:pt x="69" y="1788"/>
                  </a:lnTo>
                  <a:lnTo>
                    <a:pt x="45" y="1761"/>
                  </a:lnTo>
                  <a:lnTo>
                    <a:pt x="27" y="1731"/>
                  </a:lnTo>
                  <a:lnTo>
                    <a:pt x="12" y="1697"/>
                  </a:lnTo>
                  <a:lnTo>
                    <a:pt x="3" y="1661"/>
                  </a:lnTo>
                  <a:lnTo>
                    <a:pt x="0" y="1623"/>
                  </a:lnTo>
                  <a:lnTo>
                    <a:pt x="0" y="233"/>
                  </a:lnTo>
                  <a:lnTo>
                    <a:pt x="3" y="196"/>
                  </a:lnTo>
                  <a:lnTo>
                    <a:pt x="12" y="160"/>
                  </a:lnTo>
                  <a:lnTo>
                    <a:pt x="27" y="126"/>
                  </a:lnTo>
                  <a:lnTo>
                    <a:pt x="45" y="95"/>
                  </a:lnTo>
                  <a:lnTo>
                    <a:pt x="69" y="69"/>
                  </a:lnTo>
                  <a:lnTo>
                    <a:pt x="95" y="45"/>
                  </a:lnTo>
                  <a:lnTo>
                    <a:pt x="126" y="26"/>
                  </a:lnTo>
                  <a:lnTo>
                    <a:pt x="160" y="12"/>
                  </a:lnTo>
                  <a:lnTo>
                    <a:pt x="195" y="3"/>
                  </a:lnTo>
                  <a:lnTo>
                    <a:pt x="2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FC3887DD-DB19-4731-8D43-ACB957293538}"/>
              </a:ext>
            </a:extLst>
          </p:cNvPr>
          <p:cNvGrpSpPr/>
          <p:nvPr/>
        </p:nvGrpSpPr>
        <p:grpSpPr>
          <a:xfrm>
            <a:off x="2162444" y="5866781"/>
            <a:ext cx="301341" cy="310356"/>
            <a:chOff x="2130425" y="6292850"/>
            <a:chExt cx="371475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43" name="Freeform 858">
              <a:extLst>
                <a:ext uri="{FF2B5EF4-FFF2-40B4-BE49-F238E27FC236}">
                  <a16:creationId xmlns:a16="http://schemas.microsoft.com/office/drawing/2014/main" id="{A5B46B03-5405-4FBD-9C58-CAE53DFBB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638" y="6292850"/>
              <a:ext cx="20638" cy="77788"/>
            </a:xfrm>
            <a:custGeom>
              <a:avLst/>
              <a:gdLst>
                <a:gd name="T0" fmla="*/ 89 w 177"/>
                <a:gd name="T1" fmla="*/ 0 h 689"/>
                <a:gd name="T2" fmla="*/ 112 w 177"/>
                <a:gd name="T3" fmla="*/ 3 h 689"/>
                <a:gd name="T4" fmla="*/ 133 w 177"/>
                <a:gd name="T5" fmla="*/ 12 h 689"/>
                <a:gd name="T6" fmla="*/ 151 w 177"/>
                <a:gd name="T7" fmla="*/ 26 h 689"/>
                <a:gd name="T8" fmla="*/ 165 w 177"/>
                <a:gd name="T9" fmla="*/ 43 h 689"/>
                <a:gd name="T10" fmla="*/ 174 w 177"/>
                <a:gd name="T11" fmla="*/ 65 h 689"/>
                <a:gd name="T12" fmla="*/ 177 w 177"/>
                <a:gd name="T13" fmla="*/ 88 h 689"/>
                <a:gd name="T14" fmla="*/ 177 w 177"/>
                <a:gd name="T15" fmla="*/ 601 h 689"/>
                <a:gd name="T16" fmla="*/ 174 w 177"/>
                <a:gd name="T17" fmla="*/ 623 h 689"/>
                <a:gd name="T18" fmla="*/ 165 w 177"/>
                <a:gd name="T19" fmla="*/ 645 h 689"/>
                <a:gd name="T20" fmla="*/ 151 w 177"/>
                <a:gd name="T21" fmla="*/ 662 h 689"/>
                <a:gd name="T22" fmla="*/ 133 w 177"/>
                <a:gd name="T23" fmla="*/ 677 h 689"/>
                <a:gd name="T24" fmla="*/ 112 w 177"/>
                <a:gd name="T25" fmla="*/ 686 h 689"/>
                <a:gd name="T26" fmla="*/ 89 w 177"/>
                <a:gd name="T27" fmla="*/ 689 h 689"/>
                <a:gd name="T28" fmla="*/ 65 w 177"/>
                <a:gd name="T29" fmla="*/ 686 h 689"/>
                <a:gd name="T30" fmla="*/ 45 w 177"/>
                <a:gd name="T31" fmla="*/ 677 h 689"/>
                <a:gd name="T32" fmla="*/ 27 w 177"/>
                <a:gd name="T33" fmla="*/ 662 h 689"/>
                <a:gd name="T34" fmla="*/ 12 w 177"/>
                <a:gd name="T35" fmla="*/ 644 h 689"/>
                <a:gd name="T36" fmla="*/ 4 w 177"/>
                <a:gd name="T37" fmla="*/ 623 h 689"/>
                <a:gd name="T38" fmla="*/ 0 w 177"/>
                <a:gd name="T39" fmla="*/ 600 h 689"/>
                <a:gd name="T40" fmla="*/ 0 w 177"/>
                <a:gd name="T41" fmla="*/ 88 h 689"/>
                <a:gd name="T42" fmla="*/ 4 w 177"/>
                <a:gd name="T43" fmla="*/ 65 h 689"/>
                <a:gd name="T44" fmla="*/ 12 w 177"/>
                <a:gd name="T45" fmla="*/ 43 h 689"/>
                <a:gd name="T46" fmla="*/ 27 w 177"/>
                <a:gd name="T47" fmla="*/ 26 h 689"/>
                <a:gd name="T48" fmla="*/ 45 w 177"/>
                <a:gd name="T49" fmla="*/ 12 h 689"/>
                <a:gd name="T50" fmla="*/ 65 w 177"/>
                <a:gd name="T51" fmla="*/ 3 h 689"/>
                <a:gd name="T52" fmla="*/ 89 w 177"/>
                <a:gd name="T53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7" h="689">
                  <a:moveTo>
                    <a:pt x="89" y="0"/>
                  </a:moveTo>
                  <a:lnTo>
                    <a:pt x="112" y="3"/>
                  </a:lnTo>
                  <a:lnTo>
                    <a:pt x="133" y="12"/>
                  </a:lnTo>
                  <a:lnTo>
                    <a:pt x="151" y="26"/>
                  </a:lnTo>
                  <a:lnTo>
                    <a:pt x="165" y="43"/>
                  </a:lnTo>
                  <a:lnTo>
                    <a:pt x="174" y="65"/>
                  </a:lnTo>
                  <a:lnTo>
                    <a:pt x="177" y="88"/>
                  </a:lnTo>
                  <a:lnTo>
                    <a:pt x="177" y="601"/>
                  </a:lnTo>
                  <a:lnTo>
                    <a:pt x="174" y="623"/>
                  </a:lnTo>
                  <a:lnTo>
                    <a:pt x="165" y="645"/>
                  </a:lnTo>
                  <a:lnTo>
                    <a:pt x="151" y="662"/>
                  </a:lnTo>
                  <a:lnTo>
                    <a:pt x="133" y="677"/>
                  </a:lnTo>
                  <a:lnTo>
                    <a:pt x="112" y="686"/>
                  </a:lnTo>
                  <a:lnTo>
                    <a:pt x="89" y="689"/>
                  </a:lnTo>
                  <a:lnTo>
                    <a:pt x="65" y="686"/>
                  </a:lnTo>
                  <a:lnTo>
                    <a:pt x="45" y="677"/>
                  </a:lnTo>
                  <a:lnTo>
                    <a:pt x="27" y="662"/>
                  </a:lnTo>
                  <a:lnTo>
                    <a:pt x="12" y="644"/>
                  </a:lnTo>
                  <a:lnTo>
                    <a:pt x="4" y="623"/>
                  </a:lnTo>
                  <a:lnTo>
                    <a:pt x="0" y="600"/>
                  </a:lnTo>
                  <a:lnTo>
                    <a:pt x="0" y="88"/>
                  </a:lnTo>
                  <a:lnTo>
                    <a:pt x="4" y="65"/>
                  </a:lnTo>
                  <a:lnTo>
                    <a:pt x="12" y="43"/>
                  </a:lnTo>
                  <a:lnTo>
                    <a:pt x="27" y="26"/>
                  </a:lnTo>
                  <a:lnTo>
                    <a:pt x="45" y="12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4" name="Freeform 859">
              <a:extLst>
                <a:ext uri="{FF2B5EF4-FFF2-40B4-BE49-F238E27FC236}">
                  <a16:creationId xmlns:a16="http://schemas.microsoft.com/office/drawing/2014/main" id="{F176A274-4FC7-4DFA-912B-A7CAD57D0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775" y="6292850"/>
              <a:ext cx="20638" cy="77788"/>
            </a:xfrm>
            <a:custGeom>
              <a:avLst/>
              <a:gdLst>
                <a:gd name="T0" fmla="*/ 88 w 176"/>
                <a:gd name="T1" fmla="*/ 0 h 689"/>
                <a:gd name="T2" fmla="*/ 111 w 176"/>
                <a:gd name="T3" fmla="*/ 3 h 689"/>
                <a:gd name="T4" fmla="*/ 132 w 176"/>
                <a:gd name="T5" fmla="*/ 12 h 689"/>
                <a:gd name="T6" fmla="*/ 150 w 176"/>
                <a:gd name="T7" fmla="*/ 26 h 689"/>
                <a:gd name="T8" fmla="*/ 163 w 176"/>
                <a:gd name="T9" fmla="*/ 43 h 689"/>
                <a:gd name="T10" fmla="*/ 172 w 176"/>
                <a:gd name="T11" fmla="*/ 65 h 689"/>
                <a:gd name="T12" fmla="*/ 176 w 176"/>
                <a:gd name="T13" fmla="*/ 88 h 689"/>
                <a:gd name="T14" fmla="*/ 176 w 176"/>
                <a:gd name="T15" fmla="*/ 601 h 689"/>
                <a:gd name="T16" fmla="*/ 172 w 176"/>
                <a:gd name="T17" fmla="*/ 623 h 689"/>
                <a:gd name="T18" fmla="*/ 163 w 176"/>
                <a:gd name="T19" fmla="*/ 645 h 689"/>
                <a:gd name="T20" fmla="*/ 150 w 176"/>
                <a:gd name="T21" fmla="*/ 662 h 689"/>
                <a:gd name="T22" fmla="*/ 132 w 176"/>
                <a:gd name="T23" fmla="*/ 677 h 689"/>
                <a:gd name="T24" fmla="*/ 111 w 176"/>
                <a:gd name="T25" fmla="*/ 686 h 689"/>
                <a:gd name="T26" fmla="*/ 88 w 176"/>
                <a:gd name="T27" fmla="*/ 689 h 689"/>
                <a:gd name="T28" fmla="*/ 65 w 176"/>
                <a:gd name="T29" fmla="*/ 686 h 689"/>
                <a:gd name="T30" fmla="*/ 44 w 176"/>
                <a:gd name="T31" fmla="*/ 677 h 689"/>
                <a:gd name="T32" fmla="*/ 26 w 176"/>
                <a:gd name="T33" fmla="*/ 662 h 689"/>
                <a:gd name="T34" fmla="*/ 12 w 176"/>
                <a:gd name="T35" fmla="*/ 644 h 689"/>
                <a:gd name="T36" fmla="*/ 3 w 176"/>
                <a:gd name="T37" fmla="*/ 623 h 689"/>
                <a:gd name="T38" fmla="*/ 0 w 176"/>
                <a:gd name="T39" fmla="*/ 600 h 689"/>
                <a:gd name="T40" fmla="*/ 0 w 176"/>
                <a:gd name="T41" fmla="*/ 88 h 689"/>
                <a:gd name="T42" fmla="*/ 3 w 176"/>
                <a:gd name="T43" fmla="*/ 65 h 689"/>
                <a:gd name="T44" fmla="*/ 12 w 176"/>
                <a:gd name="T45" fmla="*/ 43 h 689"/>
                <a:gd name="T46" fmla="*/ 26 w 176"/>
                <a:gd name="T47" fmla="*/ 26 h 689"/>
                <a:gd name="T48" fmla="*/ 44 w 176"/>
                <a:gd name="T49" fmla="*/ 12 h 689"/>
                <a:gd name="T50" fmla="*/ 65 w 176"/>
                <a:gd name="T51" fmla="*/ 3 h 689"/>
                <a:gd name="T52" fmla="*/ 88 w 176"/>
                <a:gd name="T53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6" h="689">
                  <a:moveTo>
                    <a:pt x="88" y="0"/>
                  </a:moveTo>
                  <a:lnTo>
                    <a:pt x="111" y="3"/>
                  </a:lnTo>
                  <a:lnTo>
                    <a:pt x="132" y="12"/>
                  </a:lnTo>
                  <a:lnTo>
                    <a:pt x="150" y="26"/>
                  </a:lnTo>
                  <a:lnTo>
                    <a:pt x="163" y="43"/>
                  </a:lnTo>
                  <a:lnTo>
                    <a:pt x="172" y="65"/>
                  </a:lnTo>
                  <a:lnTo>
                    <a:pt x="176" y="88"/>
                  </a:lnTo>
                  <a:lnTo>
                    <a:pt x="176" y="601"/>
                  </a:lnTo>
                  <a:lnTo>
                    <a:pt x="172" y="623"/>
                  </a:lnTo>
                  <a:lnTo>
                    <a:pt x="163" y="645"/>
                  </a:lnTo>
                  <a:lnTo>
                    <a:pt x="150" y="662"/>
                  </a:lnTo>
                  <a:lnTo>
                    <a:pt x="132" y="677"/>
                  </a:lnTo>
                  <a:lnTo>
                    <a:pt x="111" y="686"/>
                  </a:lnTo>
                  <a:lnTo>
                    <a:pt x="88" y="689"/>
                  </a:lnTo>
                  <a:lnTo>
                    <a:pt x="65" y="686"/>
                  </a:lnTo>
                  <a:lnTo>
                    <a:pt x="44" y="677"/>
                  </a:lnTo>
                  <a:lnTo>
                    <a:pt x="26" y="662"/>
                  </a:lnTo>
                  <a:lnTo>
                    <a:pt x="12" y="644"/>
                  </a:lnTo>
                  <a:lnTo>
                    <a:pt x="3" y="623"/>
                  </a:lnTo>
                  <a:lnTo>
                    <a:pt x="0" y="600"/>
                  </a:lnTo>
                  <a:lnTo>
                    <a:pt x="0" y="88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6" y="26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5" name="Freeform 860">
              <a:extLst>
                <a:ext uri="{FF2B5EF4-FFF2-40B4-BE49-F238E27FC236}">
                  <a16:creationId xmlns:a16="http://schemas.microsoft.com/office/drawing/2014/main" id="{016E7BBE-D4B5-4FCF-BC6A-A87404309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913" y="6292850"/>
              <a:ext cx="20638" cy="77788"/>
            </a:xfrm>
            <a:custGeom>
              <a:avLst/>
              <a:gdLst>
                <a:gd name="T0" fmla="*/ 88 w 176"/>
                <a:gd name="T1" fmla="*/ 0 h 689"/>
                <a:gd name="T2" fmla="*/ 111 w 176"/>
                <a:gd name="T3" fmla="*/ 3 h 689"/>
                <a:gd name="T4" fmla="*/ 132 w 176"/>
                <a:gd name="T5" fmla="*/ 12 h 689"/>
                <a:gd name="T6" fmla="*/ 150 w 176"/>
                <a:gd name="T7" fmla="*/ 26 h 689"/>
                <a:gd name="T8" fmla="*/ 164 w 176"/>
                <a:gd name="T9" fmla="*/ 43 h 689"/>
                <a:gd name="T10" fmla="*/ 173 w 176"/>
                <a:gd name="T11" fmla="*/ 65 h 689"/>
                <a:gd name="T12" fmla="*/ 176 w 176"/>
                <a:gd name="T13" fmla="*/ 88 h 689"/>
                <a:gd name="T14" fmla="*/ 176 w 176"/>
                <a:gd name="T15" fmla="*/ 601 h 689"/>
                <a:gd name="T16" fmla="*/ 173 w 176"/>
                <a:gd name="T17" fmla="*/ 623 h 689"/>
                <a:gd name="T18" fmla="*/ 164 w 176"/>
                <a:gd name="T19" fmla="*/ 645 h 689"/>
                <a:gd name="T20" fmla="*/ 150 w 176"/>
                <a:gd name="T21" fmla="*/ 662 h 689"/>
                <a:gd name="T22" fmla="*/ 132 w 176"/>
                <a:gd name="T23" fmla="*/ 677 h 689"/>
                <a:gd name="T24" fmla="*/ 111 w 176"/>
                <a:gd name="T25" fmla="*/ 686 h 689"/>
                <a:gd name="T26" fmla="*/ 88 w 176"/>
                <a:gd name="T27" fmla="*/ 689 h 689"/>
                <a:gd name="T28" fmla="*/ 65 w 176"/>
                <a:gd name="T29" fmla="*/ 686 h 689"/>
                <a:gd name="T30" fmla="*/ 44 w 176"/>
                <a:gd name="T31" fmla="*/ 677 h 689"/>
                <a:gd name="T32" fmla="*/ 26 w 176"/>
                <a:gd name="T33" fmla="*/ 662 h 689"/>
                <a:gd name="T34" fmla="*/ 13 w 176"/>
                <a:gd name="T35" fmla="*/ 644 h 689"/>
                <a:gd name="T36" fmla="*/ 3 w 176"/>
                <a:gd name="T37" fmla="*/ 623 h 689"/>
                <a:gd name="T38" fmla="*/ 0 w 176"/>
                <a:gd name="T39" fmla="*/ 600 h 689"/>
                <a:gd name="T40" fmla="*/ 0 w 176"/>
                <a:gd name="T41" fmla="*/ 88 h 689"/>
                <a:gd name="T42" fmla="*/ 3 w 176"/>
                <a:gd name="T43" fmla="*/ 65 h 689"/>
                <a:gd name="T44" fmla="*/ 13 w 176"/>
                <a:gd name="T45" fmla="*/ 43 h 689"/>
                <a:gd name="T46" fmla="*/ 26 w 176"/>
                <a:gd name="T47" fmla="*/ 26 h 689"/>
                <a:gd name="T48" fmla="*/ 44 w 176"/>
                <a:gd name="T49" fmla="*/ 12 h 689"/>
                <a:gd name="T50" fmla="*/ 65 w 176"/>
                <a:gd name="T51" fmla="*/ 3 h 689"/>
                <a:gd name="T52" fmla="*/ 88 w 176"/>
                <a:gd name="T53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6" h="689">
                  <a:moveTo>
                    <a:pt x="88" y="0"/>
                  </a:moveTo>
                  <a:lnTo>
                    <a:pt x="111" y="3"/>
                  </a:lnTo>
                  <a:lnTo>
                    <a:pt x="132" y="12"/>
                  </a:lnTo>
                  <a:lnTo>
                    <a:pt x="150" y="26"/>
                  </a:lnTo>
                  <a:lnTo>
                    <a:pt x="164" y="43"/>
                  </a:lnTo>
                  <a:lnTo>
                    <a:pt x="173" y="65"/>
                  </a:lnTo>
                  <a:lnTo>
                    <a:pt x="176" y="88"/>
                  </a:lnTo>
                  <a:lnTo>
                    <a:pt x="176" y="601"/>
                  </a:lnTo>
                  <a:lnTo>
                    <a:pt x="173" y="623"/>
                  </a:lnTo>
                  <a:lnTo>
                    <a:pt x="164" y="645"/>
                  </a:lnTo>
                  <a:lnTo>
                    <a:pt x="150" y="662"/>
                  </a:lnTo>
                  <a:lnTo>
                    <a:pt x="132" y="677"/>
                  </a:lnTo>
                  <a:lnTo>
                    <a:pt x="111" y="686"/>
                  </a:lnTo>
                  <a:lnTo>
                    <a:pt x="88" y="689"/>
                  </a:lnTo>
                  <a:lnTo>
                    <a:pt x="65" y="686"/>
                  </a:lnTo>
                  <a:lnTo>
                    <a:pt x="44" y="677"/>
                  </a:lnTo>
                  <a:lnTo>
                    <a:pt x="26" y="662"/>
                  </a:lnTo>
                  <a:lnTo>
                    <a:pt x="13" y="644"/>
                  </a:lnTo>
                  <a:lnTo>
                    <a:pt x="3" y="623"/>
                  </a:lnTo>
                  <a:lnTo>
                    <a:pt x="0" y="600"/>
                  </a:lnTo>
                  <a:lnTo>
                    <a:pt x="0" y="88"/>
                  </a:lnTo>
                  <a:lnTo>
                    <a:pt x="3" y="65"/>
                  </a:lnTo>
                  <a:lnTo>
                    <a:pt x="13" y="43"/>
                  </a:lnTo>
                  <a:lnTo>
                    <a:pt x="26" y="26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6" name="Freeform 861">
              <a:extLst>
                <a:ext uri="{FF2B5EF4-FFF2-40B4-BE49-F238E27FC236}">
                  <a16:creationId xmlns:a16="http://schemas.microsoft.com/office/drawing/2014/main" id="{D8A3E24F-ECE8-497D-901F-5EEBC8942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2050" y="6292850"/>
              <a:ext cx="20638" cy="77788"/>
            </a:xfrm>
            <a:custGeom>
              <a:avLst/>
              <a:gdLst>
                <a:gd name="T0" fmla="*/ 88 w 176"/>
                <a:gd name="T1" fmla="*/ 0 h 689"/>
                <a:gd name="T2" fmla="*/ 111 w 176"/>
                <a:gd name="T3" fmla="*/ 3 h 689"/>
                <a:gd name="T4" fmla="*/ 132 w 176"/>
                <a:gd name="T5" fmla="*/ 12 h 689"/>
                <a:gd name="T6" fmla="*/ 150 w 176"/>
                <a:gd name="T7" fmla="*/ 26 h 689"/>
                <a:gd name="T8" fmla="*/ 164 w 176"/>
                <a:gd name="T9" fmla="*/ 43 h 689"/>
                <a:gd name="T10" fmla="*/ 173 w 176"/>
                <a:gd name="T11" fmla="*/ 65 h 689"/>
                <a:gd name="T12" fmla="*/ 176 w 176"/>
                <a:gd name="T13" fmla="*/ 88 h 689"/>
                <a:gd name="T14" fmla="*/ 176 w 176"/>
                <a:gd name="T15" fmla="*/ 601 h 689"/>
                <a:gd name="T16" fmla="*/ 173 w 176"/>
                <a:gd name="T17" fmla="*/ 623 h 689"/>
                <a:gd name="T18" fmla="*/ 164 w 176"/>
                <a:gd name="T19" fmla="*/ 645 h 689"/>
                <a:gd name="T20" fmla="*/ 150 w 176"/>
                <a:gd name="T21" fmla="*/ 662 h 689"/>
                <a:gd name="T22" fmla="*/ 132 w 176"/>
                <a:gd name="T23" fmla="*/ 677 h 689"/>
                <a:gd name="T24" fmla="*/ 111 w 176"/>
                <a:gd name="T25" fmla="*/ 686 h 689"/>
                <a:gd name="T26" fmla="*/ 88 w 176"/>
                <a:gd name="T27" fmla="*/ 689 h 689"/>
                <a:gd name="T28" fmla="*/ 64 w 176"/>
                <a:gd name="T29" fmla="*/ 686 h 689"/>
                <a:gd name="T30" fmla="*/ 44 w 176"/>
                <a:gd name="T31" fmla="*/ 677 h 689"/>
                <a:gd name="T32" fmla="*/ 26 w 176"/>
                <a:gd name="T33" fmla="*/ 662 h 689"/>
                <a:gd name="T34" fmla="*/ 12 w 176"/>
                <a:gd name="T35" fmla="*/ 644 h 689"/>
                <a:gd name="T36" fmla="*/ 3 w 176"/>
                <a:gd name="T37" fmla="*/ 623 h 689"/>
                <a:gd name="T38" fmla="*/ 0 w 176"/>
                <a:gd name="T39" fmla="*/ 600 h 689"/>
                <a:gd name="T40" fmla="*/ 0 w 176"/>
                <a:gd name="T41" fmla="*/ 88 h 689"/>
                <a:gd name="T42" fmla="*/ 3 w 176"/>
                <a:gd name="T43" fmla="*/ 65 h 689"/>
                <a:gd name="T44" fmla="*/ 12 w 176"/>
                <a:gd name="T45" fmla="*/ 43 h 689"/>
                <a:gd name="T46" fmla="*/ 26 w 176"/>
                <a:gd name="T47" fmla="*/ 26 h 689"/>
                <a:gd name="T48" fmla="*/ 44 w 176"/>
                <a:gd name="T49" fmla="*/ 12 h 689"/>
                <a:gd name="T50" fmla="*/ 64 w 176"/>
                <a:gd name="T51" fmla="*/ 3 h 689"/>
                <a:gd name="T52" fmla="*/ 88 w 176"/>
                <a:gd name="T53" fmla="*/ 0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6" h="689">
                  <a:moveTo>
                    <a:pt x="88" y="0"/>
                  </a:moveTo>
                  <a:lnTo>
                    <a:pt x="111" y="3"/>
                  </a:lnTo>
                  <a:lnTo>
                    <a:pt x="132" y="12"/>
                  </a:lnTo>
                  <a:lnTo>
                    <a:pt x="150" y="26"/>
                  </a:lnTo>
                  <a:lnTo>
                    <a:pt x="164" y="43"/>
                  </a:lnTo>
                  <a:lnTo>
                    <a:pt x="173" y="65"/>
                  </a:lnTo>
                  <a:lnTo>
                    <a:pt x="176" y="88"/>
                  </a:lnTo>
                  <a:lnTo>
                    <a:pt x="176" y="601"/>
                  </a:lnTo>
                  <a:lnTo>
                    <a:pt x="173" y="623"/>
                  </a:lnTo>
                  <a:lnTo>
                    <a:pt x="164" y="645"/>
                  </a:lnTo>
                  <a:lnTo>
                    <a:pt x="150" y="662"/>
                  </a:lnTo>
                  <a:lnTo>
                    <a:pt x="132" y="677"/>
                  </a:lnTo>
                  <a:lnTo>
                    <a:pt x="111" y="686"/>
                  </a:lnTo>
                  <a:lnTo>
                    <a:pt x="88" y="689"/>
                  </a:lnTo>
                  <a:lnTo>
                    <a:pt x="64" y="686"/>
                  </a:lnTo>
                  <a:lnTo>
                    <a:pt x="44" y="677"/>
                  </a:lnTo>
                  <a:lnTo>
                    <a:pt x="26" y="662"/>
                  </a:lnTo>
                  <a:lnTo>
                    <a:pt x="12" y="644"/>
                  </a:lnTo>
                  <a:lnTo>
                    <a:pt x="3" y="623"/>
                  </a:lnTo>
                  <a:lnTo>
                    <a:pt x="0" y="600"/>
                  </a:lnTo>
                  <a:lnTo>
                    <a:pt x="0" y="88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6" y="26"/>
                  </a:lnTo>
                  <a:lnTo>
                    <a:pt x="44" y="12"/>
                  </a:lnTo>
                  <a:lnTo>
                    <a:pt x="64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7" name="Freeform 862">
              <a:extLst>
                <a:ext uri="{FF2B5EF4-FFF2-40B4-BE49-F238E27FC236}">
                  <a16:creationId xmlns:a16="http://schemas.microsoft.com/office/drawing/2014/main" id="{FC17EB09-1719-4B94-9496-DB70144FC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425" y="6334125"/>
              <a:ext cx="371475" cy="79375"/>
            </a:xfrm>
            <a:custGeom>
              <a:avLst/>
              <a:gdLst>
                <a:gd name="T0" fmla="*/ 256 w 3272"/>
                <a:gd name="T1" fmla="*/ 0 h 708"/>
                <a:gd name="T2" fmla="*/ 259 w 3272"/>
                <a:gd name="T3" fmla="*/ 284 h 708"/>
                <a:gd name="T4" fmla="*/ 281 w 3272"/>
                <a:gd name="T5" fmla="*/ 357 h 708"/>
                <a:gd name="T6" fmla="*/ 322 w 3272"/>
                <a:gd name="T7" fmla="*/ 419 h 708"/>
                <a:gd name="T8" fmla="*/ 377 w 3272"/>
                <a:gd name="T9" fmla="*/ 467 h 708"/>
                <a:gd name="T10" fmla="*/ 444 w 3272"/>
                <a:gd name="T11" fmla="*/ 499 h 708"/>
                <a:gd name="T12" fmla="*/ 521 w 3272"/>
                <a:gd name="T13" fmla="*/ 510 h 708"/>
                <a:gd name="T14" fmla="*/ 598 w 3272"/>
                <a:gd name="T15" fmla="*/ 499 h 708"/>
                <a:gd name="T16" fmla="*/ 665 w 3272"/>
                <a:gd name="T17" fmla="*/ 467 h 708"/>
                <a:gd name="T18" fmla="*/ 721 w 3272"/>
                <a:gd name="T19" fmla="*/ 419 h 708"/>
                <a:gd name="T20" fmla="*/ 761 w 3272"/>
                <a:gd name="T21" fmla="*/ 357 h 708"/>
                <a:gd name="T22" fmla="*/ 782 w 3272"/>
                <a:gd name="T23" fmla="*/ 284 h 708"/>
                <a:gd name="T24" fmla="*/ 786 w 3272"/>
                <a:gd name="T25" fmla="*/ 0 h 708"/>
                <a:gd name="T26" fmla="*/ 1001 w 3272"/>
                <a:gd name="T27" fmla="*/ 245 h 708"/>
                <a:gd name="T28" fmla="*/ 1012 w 3272"/>
                <a:gd name="T29" fmla="*/ 322 h 708"/>
                <a:gd name="T30" fmla="*/ 1044 w 3272"/>
                <a:gd name="T31" fmla="*/ 389 h 708"/>
                <a:gd name="T32" fmla="*/ 1092 w 3272"/>
                <a:gd name="T33" fmla="*/ 445 h 708"/>
                <a:gd name="T34" fmla="*/ 1153 w 3272"/>
                <a:gd name="T35" fmla="*/ 486 h 708"/>
                <a:gd name="T36" fmla="*/ 1226 w 3272"/>
                <a:gd name="T37" fmla="*/ 508 h 708"/>
                <a:gd name="T38" fmla="*/ 1304 w 3272"/>
                <a:gd name="T39" fmla="*/ 508 h 708"/>
                <a:gd name="T40" fmla="*/ 1377 w 3272"/>
                <a:gd name="T41" fmla="*/ 486 h 708"/>
                <a:gd name="T42" fmla="*/ 1439 w 3272"/>
                <a:gd name="T43" fmla="*/ 445 h 708"/>
                <a:gd name="T44" fmla="*/ 1487 w 3272"/>
                <a:gd name="T45" fmla="*/ 389 h 708"/>
                <a:gd name="T46" fmla="*/ 1519 w 3272"/>
                <a:gd name="T47" fmla="*/ 322 h 708"/>
                <a:gd name="T48" fmla="*/ 1530 w 3272"/>
                <a:gd name="T49" fmla="*/ 245 h 708"/>
                <a:gd name="T50" fmla="*/ 1743 w 3272"/>
                <a:gd name="T51" fmla="*/ 0 h 708"/>
                <a:gd name="T52" fmla="*/ 1746 w 3272"/>
                <a:gd name="T53" fmla="*/ 284 h 708"/>
                <a:gd name="T54" fmla="*/ 1767 w 3272"/>
                <a:gd name="T55" fmla="*/ 357 h 708"/>
                <a:gd name="T56" fmla="*/ 1808 w 3272"/>
                <a:gd name="T57" fmla="*/ 419 h 708"/>
                <a:gd name="T58" fmla="*/ 1863 w 3272"/>
                <a:gd name="T59" fmla="*/ 467 h 708"/>
                <a:gd name="T60" fmla="*/ 1931 w 3272"/>
                <a:gd name="T61" fmla="*/ 499 h 708"/>
                <a:gd name="T62" fmla="*/ 2007 w 3272"/>
                <a:gd name="T63" fmla="*/ 510 h 708"/>
                <a:gd name="T64" fmla="*/ 2084 w 3272"/>
                <a:gd name="T65" fmla="*/ 499 h 708"/>
                <a:gd name="T66" fmla="*/ 2151 w 3272"/>
                <a:gd name="T67" fmla="*/ 467 h 708"/>
                <a:gd name="T68" fmla="*/ 2207 w 3272"/>
                <a:gd name="T69" fmla="*/ 419 h 708"/>
                <a:gd name="T70" fmla="*/ 2247 w 3272"/>
                <a:gd name="T71" fmla="*/ 357 h 708"/>
                <a:gd name="T72" fmla="*/ 2269 w 3272"/>
                <a:gd name="T73" fmla="*/ 284 h 708"/>
                <a:gd name="T74" fmla="*/ 2272 w 3272"/>
                <a:gd name="T75" fmla="*/ 0 h 708"/>
                <a:gd name="T76" fmla="*/ 2487 w 3272"/>
                <a:gd name="T77" fmla="*/ 245 h 708"/>
                <a:gd name="T78" fmla="*/ 2499 w 3272"/>
                <a:gd name="T79" fmla="*/ 322 h 708"/>
                <a:gd name="T80" fmla="*/ 2530 w 3272"/>
                <a:gd name="T81" fmla="*/ 389 h 708"/>
                <a:gd name="T82" fmla="*/ 2578 w 3272"/>
                <a:gd name="T83" fmla="*/ 445 h 708"/>
                <a:gd name="T84" fmla="*/ 2640 w 3272"/>
                <a:gd name="T85" fmla="*/ 486 h 708"/>
                <a:gd name="T86" fmla="*/ 2713 w 3272"/>
                <a:gd name="T87" fmla="*/ 508 h 708"/>
                <a:gd name="T88" fmla="*/ 2791 w 3272"/>
                <a:gd name="T89" fmla="*/ 508 h 708"/>
                <a:gd name="T90" fmla="*/ 2863 w 3272"/>
                <a:gd name="T91" fmla="*/ 486 h 708"/>
                <a:gd name="T92" fmla="*/ 2926 w 3272"/>
                <a:gd name="T93" fmla="*/ 445 h 708"/>
                <a:gd name="T94" fmla="*/ 2974 w 3272"/>
                <a:gd name="T95" fmla="*/ 389 h 708"/>
                <a:gd name="T96" fmla="*/ 3005 w 3272"/>
                <a:gd name="T97" fmla="*/ 322 h 708"/>
                <a:gd name="T98" fmla="*/ 3017 w 3272"/>
                <a:gd name="T99" fmla="*/ 245 h 708"/>
                <a:gd name="T100" fmla="*/ 3272 w 3272"/>
                <a:gd name="T101" fmla="*/ 0 h 708"/>
                <a:gd name="T102" fmla="*/ 0 w 3272"/>
                <a:gd name="T103" fmla="*/ 708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272" h="708">
                  <a:moveTo>
                    <a:pt x="0" y="0"/>
                  </a:moveTo>
                  <a:lnTo>
                    <a:pt x="256" y="0"/>
                  </a:lnTo>
                  <a:lnTo>
                    <a:pt x="256" y="245"/>
                  </a:lnTo>
                  <a:lnTo>
                    <a:pt x="259" y="284"/>
                  </a:lnTo>
                  <a:lnTo>
                    <a:pt x="268" y="322"/>
                  </a:lnTo>
                  <a:lnTo>
                    <a:pt x="281" y="357"/>
                  </a:lnTo>
                  <a:lnTo>
                    <a:pt x="299" y="389"/>
                  </a:lnTo>
                  <a:lnTo>
                    <a:pt x="322" y="419"/>
                  </a:lnTo>
                  <a:lnTo>
                    <a:pt x="347" y="445"/>
                  </a:lnTo>
                  <a:lnTo>
                    <a:pt x="377" y="467"/>
                  </a:lnTo>
                  <a:lnTo>
                    <a:pt x="410" y="486"/>
                  </a:lnTo>
                  <a:lnTo>
                    <a:pt x="444" y="499"/>
                  </a:lnTo>
                  <a:lnTo>
                    <a:pt x="482" y="508"/>
                  </a:lnTo>
                  <a:lnTo>
                    <a:pt x="521" y="510"/>
                  </a:lnTo>
                  <a:lnTo>
                    <a:pt x="560" y="508"/>
                  </a:lnTo>
                  <a:lnTo>
                    <a:pt x="598" y="499"/>
                  </a:lnTo>
                  <a:lnTo>
                    <a:pt x="632" y="486"/>
                  </a:lnTo>
                  <a:lnTo>
                    <a:pt x="665" y="467"/>
                  </a:lnTo>
                  <a:lnTo>
                    <a:pt x="695" y="445"/>
                  </a:lnTo>
                  <a:lnTo>
                    <a:pt x="721" y="419"/>
                  </a:lnTo>
                  <a:lnTo>
                    <a:pt x="743" y="389"/>
                  </a:lnTo>
                  <a:lnTo>
                    <a:pt x="761" y="357"/>
                  </a:lnTo>
                  <a:lnTo>
                    <a:pt x="774" y="322"/>
                  </a:lnTo>
                  <a:lnTo>
                    <a:pt x="782" y="284"/>
                  </a:lnTo>
                  <a:lnTo>
                    <a:pt x="786" y="245"/>
                  </a:lnTo>
                  <a:lnTo>
                    <a:pt x="786" y="0"/>
                  </a:lnTo>
                  <a:lnTo>
                    <a:pt x="1001" y="0"/>
                  </a:lnTo>
                  <a:lnTo>
                    <a:pt x="1001" y="245"/>
                  </a:lnTo>
                  <a:lnTo>
                    <a:pt x="1004" y="284"/>
                  </a:lnTo>
                  <a:lnTo>
                    <a:pt x="1012" y="322"/>
                  </a:lnTo>
                  <a:lnTo>
                    <a:pt x="1026" y="357"/>
                  </a:lnTo>
                  <a:lnTo>
                    <a:pt x="1044" y="389"/>
                  </a:lnTo>
                  <a:lnTo>
                    <a:pt x="1065" y="419"/>
                  </a:lnTo>
                  <a:lnTo>
                    <a:pt x="1092" y="445"/>
                  </a:lnTo>
                  <a:lnTo>
                    <a:pt x="1122" y="467"/>
                  </a:lnTo>
                  <a:lnTo>
                    <a:pt x="1153" y="486"/>
                  </a:lnTo>
                  <a:lnTo>
                    <a:pt x="1189" y="499"/>
                  </a:lnTo>
                  <a:lnTo>
                    <a:pt x="1226" y="508"/>
                  </a:lnTo>
                  <a:lnTo>
                    <a:pt x="1266" y="510"/>
                  </a:lnTo>
                  <a:lnTo>
                    <a:pt x="1304" y="508"/>
                  </a:lnTo>
                  <a:lnTo>
                    <a:pt x="1342" y="499"/>
                  </a:lnTo>
                  <a:lnTo>
                    <a:pt x="1377" y="486"/>
                  </a:lnTo>
                  <a:lnTo>
                    <a:pt x="1410" y="467"/>
                  </a:lnTo>
                  <a:lnTo>
                    <a:pt x="1439" y="445"/>
                  </a:lnTo>
                  <a:lnTo>
                    <a:pt x="1465" y="419"/>
                  </a:lnTo>
                  <a:lnTo>
                    <a:pt x="1487" y="389"/>
                  </a:lnTo>
                  <a:lnTo>
                    <a:pt x="1506" y="357"/>
                  </a:lnTo>
                  <a:lnTo>
                    <a:pt x="1519" y="322"/>
                  </a:lnTo>
                  <a:lnTo>
                    <a:pt x="1527" y="284"/>
                  </a:lnTo>
                  <a:lnTo>
                    <a:pt x="1530" y="245"/>
                  </a:lnTo>
                  <a:lnTo>
                    <a:pt x="1530" y="0"/>
                  </a:lnTo>
                  <a:lnTo>
                    <a:pt x="1743" y="0"/>
                  </a:lnTo>
                  <a:lnTo>
                    <a:pt x="1743" y="245"/>
                  </a:lnTo>
                  <a:lnTo>
                    <a:pt x="1746" y="284"/>
                  </a:lnTo>
                  <a:lnTo>
                    <a:pt x="1754" y="322"/>
                  </a:lnTo>
                  <a:lnTo>
                    <a:pt x="1767" y="357"/>
                  </a:lnTo>
                  <a:lnTo>
                    <a:pt x="1786" y="389"/>
                  </a:lnTo>
                  <a:lnTo>
                    <a:pt x="1808" y="419"/>
                  </a:lnTo>
                  <a:lnTo>
                    <a:pt x="1834" y="445"/>
                  </a:lnTo>
                  <a:lnTo>
                    <a:pt x="1863" y="467"/>
                  </a:lnTo>
                  <a:lnTo>
                    <a:pt x="1896" y="486"/>
                  </a:lnTo>
                  <a:lnTo>
                    <a:pt x="1931" y="499"/>
                  </a:lnTo>
                  <a:lnTo>
                    <a:pt x="1968" y="508"/>
                  </a:lnTo>
                  <a:lnTo>
                    <a:pt x="2007" y="510"/>
                  </a:lnTo>
                  <a:lnTo>
                    <a:pt x="2046" y="508"/>
                  </a:lnTo>
                  <a:lnTo>
                    <a:pt x="2084" y="499"/>
                  </a:lnTo>
                  <a:lnTo>
                    <a:pt x="2120" y="486"/>
                  </a:lnTo>
                  <a:lnTo>
                    <a:pt x="2151" y="467"/>
                  </a:lnTo>
                  <a:lnTo>
                    <a:pt x="2181" y="445"/>
                  </a:lnTo>
                  <a:lnTo>
                    <a:pt x="2207" y="419"/>
                  </a:lnTo>
                  <a:lnTo>
                    <a:pt x="2229" y="389"/>
                  </a:lnTo>
                  <a:lnTo>
                    <a:pt x="2247" y="357"/>
                  </a:lnTo>
                  <a:lnTo>
                    <a:pt x="2261" y="322"/>
                  </a:lnTo>
                  <a:lnTo>
                    <a:pt x="2269" y="284"/>
                  </a:lnTo>
                  <a:lnTo>
                    <a:pt x="2272" y="245"/>
                  </a:lnTo>
                  <a:lnTo>
                    <a:pt x="2272" y="0"/>
                  </a:lnTo>
                  <a:lnTo>
                    <a:pt x="2487" y="0"/>
                  </a:lnTo>
                  <a:lnTo>
                    <a:pt x="2487" y="245"/>
                  </a:lnTo>
                  <a:lnTo>
                    <a:pt x="2490" y="284"/>
                  </a:lnTo>
                  <a:lnTo>
                    <a:pt x="2499" y="322"/>
                  </a:lnTo>
                  <a:lnTo>
                    <a:pt x="2512" y="357"/>
                  </a:lnTo>
                  <a:lnTo>
                    <a:pt x="2530" y="389"/>
                  </a:lnTo>
                  <a:lnTo>
                    <a:pt x="2552" y="419"/>
                  </a:lnTo>
                  <a:lnTo>
                    <a:pt x="2578" y="445"/>
                  </a:lnTo>
                  <a:lnTo>
                    <a:pt x="2608" y="467"/>
                  </a:lnTo>
                  <a:lnTo>
                    <a:pt x="2640" y="486"/>
                  </a:lnTo>
                  <a:lnTo>
                    <a:pt x="2675" y="499"/>
                  </a:lnTo>
                  <a:lnTo>
                    <a:pt x="2713" y="508"/>
                  </a:lnTo>
                  <a:lnTo>
                    <a:pt x="2752" y="510"/>
                  </a:lnTo>
                  <a:lnTo>
                    <a:pt x="2791" y="508"/>
                  </a:lnTo>
                  <a:lnTo>
                    <a:pt x="2829" y="499"/>
                  </a:lnTo>
                  <a:lnTo>
                    <a:pt x="2863" y="486"/>
                  </a:lnTo>
                  <a:lnTo>
                    <a:pt x="2896" y="467"/>
                  </a:lnTo>
                  <a:lnTo>
                    <a:pt x="2926" y="445"/>
                  </a:lnTo>
                  <a:lnTo>
                    <a:pt x="2951" y="419"/>
                  </a:lnTo>
                  <a:lnTo>
                    <a:pt x="2974" y="389"/>
                  </a:lnTo>
                  <a:lnTo>
                    <a:pt x="2992" y="357"/>
                  </a:lnTo>
                  <a:lnTo>
                    <a:pt x="3005" y="322"/>
                  </a:lnTo>
                  <a:lnTo>
                    <a:pt x="3013" y="284"/>
                  </a:lnTo>
                  <a:lnTo>
                    <a:pt x="3017" y="245"/>
                  </a:lnTo>
                  <a:lnTo>
                    <a:pt x="3017" y="0"/>
                  </a:lnTo>
                  <a:lnTo>
                    <a:pt x="3272" y="0"/>
                  </a:lnTo>
                  <a:lnTo>
                    <a:pt x="3272" y="708"/>
                  </a:lnTo>
                  <a:lnTo>
                    <a:pt x="0" y="7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48" name="Freeform 863">
              <a:extLst>
                <a:ext uri="{FF2B5EF4-FFF2-40B4-BE49-F238E27FC236}">
                  <a16:creationId xmlns:a16="http://schemas.microsoft.com/office/drawing/2014/main" id="{9C566FE7-054F-4E19-850A-AF43F1D34C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30425" y="6434138"/>
              <a:ext cx="371475" cy="241300"/>
            </a:xfrm>
            <a:custGeom>
              <a:avLst/>
              <a:gdLst>
                <a:gd name="T0" fmla="*/ 1093 w 3272"/>
                <a:gd name="T1" fmla="*/ 1408 h 2137"/>
                <a:gd name="T2" fmla="*/ 1093 w 3272"/>
                <a:gd name="T3" fmla="*/ 1750 h 2137"/>
                <a:gd name="T4" fmla="*/ 1502 w 3272"/>
                <a:gd name="T5" fmla="*/ 1750 h 2137"/>
                <a:gd name="T6" fmla="*/ 1502 w 3272"/>
                <a:gd name="T7" fmla="*/ 1408 h 2137"/>
                <a:gd name="T8" fmla="*/ 1093 w 3272"/>
                <a:gd name="T9" fmla="*/ 1408 h 2137"/>
                <a:gd name="T10" fmla="*/ 409 w 3272"/>
                <a:gd name="T11" fmla="*/ 1408 h 2137"/>
                <a:gd name="T12" fmla="*/ 409 w 3272"/>
                <a:gd name="T13" fmla="*/ 1750 h 2137"/>
                <a:gd name="T14" fmla="*/ 817 w 3272"/>
                <a:gd name="T15" fmla="*/ 1750 h 2137"/>
                <a:gd name="T16" fmla="*/ 817 w 3272"/>
                <a:gd name="T17" fmla="*/ 1408 h 2137"/>
                <a:gd name="T18" fmla="*/ 409 w 3272"/>
                <a:gd name="T19" fmla="*/ 1408 h 2137"/>
                <a:gd name="T20" fmla="*/ 2458 w 3272"/>
                <a:gd name="T21" fmla="*/ 826 h 2137"/>
                <a:gd name="T22" fmla="*/ 2458 w 3272"/>
                <a:gd name="T23" fmla="*/ 1166 h 2137"/>
                <a:gd name="T24" fmla="*/ 2866 w 3272"/>
                <a:gd name="T25" fmla="*/ 1166 h 2137"/>
                <a:gd name="T26" fmla="*/ 2866 w 3272"/>
                <a:gd name="T27" fmla="*/ 826 h 2137"/>
                <a:gd name="T28" fmla="*/ 2458 w 3272"/>
                <a:gd name="T29" fmla="*/ 826 h 2137"/>
                <a:gd name="T30" fmla="*/ 1776 w 3272"/>
                <a:gd name="T31" fmla="*/ 826 h 2137"/>
                <a:gd name="T32" fmla="*/ 1776 w 3272"/>
                <a:gd name="T33" fmla="*/ 1166 h 2137"/>
                <a:gd name="T34" fmla="*/ 2184 w 3272"/>
                <a:gd name="T35" fmla="*/ 1166 h 2137"/>
                <a:gd name="T36" fmla="*/ 2184 w 3272"/>
                <a:gd name="T37" fmla="*/ 826 h 2137"/>
                <a:gd name="T38" fmla="*/ 1776 w 3272"/>
                <a:gd name="T39" fmla="*/ 826 h 2137"/>
                <a:gd name="T40" fmla="*/ 1093 w 3272"/>
                <a:gd name="T41" fmla="*/ 826 h 2137"/>
                <a:gd name="T42" fmla="*/ 1093 w 3272"/>
                <a:gd name="T43" fmla="*/ 1166 h 2137"/>
                <a:gd name="T44" fmla="*/ 1502 w 3272"/>
                <a:gd name="T45" fmla="*/ 1166 h 2137"/>
                <a:gd name="T46" fmla="*/ 1502 w 3272"/>
                <a:gd name="T47" fmla="*/ 826 h 2137"/>
                <a:gd name="T48" fmla="*/ 1093 w 3272"/>
                <a:gd name="T49" fmla="*/ 826 h 2137"/>
                <a:gd name="T50" fmla="*/ 409 w 3272"/>
                <a:gd name="T51" fmla="*/ 826 h 2137"/>
                <a:gd name="T52" fmla="*/ 409 w 3272"/>
                <a:gd name="T53" fmla="*/ 1166 h 2137"/>
                <a:gd name="T54" fmla="*/ 817 w 3272"/>
                <a:gd name="T55" fmla="*/ 1166 h 2137"/>
                <a:gd name="T56" fmla="*/ 817 w 3272"/>
                <a:gd name="T57" fmla="*/ 826 h 2137"/>
                <a:gd name="T58" fmla="*/ 409 w 3272"/>
                <a:gd name="T59" fmla="*/ 826 h 2137"/>
                <a:gd name="T60" fmla="*/ 2458 w 3272"/>
                <a:gd name="T61" fmla="*/ 242 h 2137"/>
                <a:gd name="T62" fmla="*/ 2458 w 3272"/>
                <a:gd name="T63" fmla="*/ 584 h 2137"/>
                <a:gd name="T64" fmla="*/ 2866 w 3272"/>
                <a:gd name="T65" fmla="*/ 584 h 2137"/>
                <a:gd name="T66" fmla="*/ 2866 w 3272"/>
                <a:gd name="T67" fmla="*/ 242 h 2137"/>
                <a:gd name="T68" fmla="*/ 2458 w 3272"/>
                <a:gd name="T69" fmla="*/ 242 h 2137"/>
                <a:gd name="T70" fmla="*/ 1776 w 3272"/>
                <a:gd name="T71" fmla="*/ 242 h 2137"/>
                <a:gd name="T72" fmla="*/ 1776 w 3272"/>
                <a:gd name="T73" fmla="*/ 584 h 2137"/>
                <a:gd name="T74" fmla="*/ 2184 w 3272"/>
                <a:gd name="T75" fmla="*/ 584 h 2137"/>
                <a:gd name="T76" fmla="*/ 2184 w 3272"/>
                <a:gd name="T77" fmla="*/ 242 h 2137"/>
                <a:gd name="T78" fmla="*/ 1776 w 3272"/>
                <a:gd name="T79" fmla="*/ 242 h 2137"/>
                <a:gd name="T80" fmla="*/ 0 w 3272"/>
                <a:gd name="T81" fmla="*/ 0 h 2137"/>
                <a:gd name="T82" fmla="*/ 3272 w 3272"/>
                <a:gd name="T83" fmla="*/ 0 h 2137"/>
                <a:gd name="T84" fmla="*/ 3272 w 3272"/>
                <a:gd name="T85" fmla="*/ 2137 h 2137"/>
                <a:gd name="T86" fmla="*/ 0 w 3272"/>
                <a:gd name="T87" fmla="*/ 2137 h 2137"/>
                <a:gd name="T88" fmla="*/ 0 w 3272"/>
                <a:gd name="T89" fmla="*/ 0 h 2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72" h="2137">
                  <a:moveTo>
                    <a:pt x="1093" y="1408"/>
                  </a:moveTo>
                  <a:lnTo>
                    <a:pt x="1093" y="1750"/>
                  </a:lnTo>
                  <a:lnTo>
                    <a:pt x="1502" y="1750"/>
                  </a:lnTo>
                  <a:lnTo>
                    <a:pt x="1502" y="1408"/>
                  </a:lnTo>
                  <a:lnTo>
                    <a:pt x="1093" y="1408"/>
                  </a:lnTo>
                  <a:close/>
                  <a:moveTo>
                    <a:pt x="409" y="1408"/>
                  </a:moveTo>
                  <a:lnTo>
                    <a:pt x="409" y="1750"/>
                  </a:lnTo>
                  <a:lnTo>
                    <a:pt x="817" y="1750"/>
                  </a:lnTo>
                  <a:lnTo>
                    <a:pt x="817" y="1408"/>
                  </a:lnTo>
                  <a:lnTo>
                    <a:pt x="409" y="1408"/>
                  </a:lnTo>
                  <a:close/>
                  <a:moveTo>
                    <a:pt x="2458" y="826"/>
                  </a:moveTo>
                  <a:lnTo>
                    <a:pt x="2458" y="1166"/>
                  </a:lnTo>
                  <a:lnTo>
                    <a:pt x="2866" y="1166"/>
                  </a:lnTo>
                  <a:lnTo>
                    <a:pt x="2866" y="826"/>
                  </a:lnTo>
                  <a:lnTo>
                    <a:pt x="2458" y="826"/>
                  </a:lnTo>
                  <a:close/>
                  <a:moveTo>
                    <a:pt x="1776" y="826"/>
                  </a:moveTo>
                  <a:lnTo>
                    <a:pt x="1776" y="1166"/>
                  </a:lnTo>
                  <a:lnTo>
                    <a:pt x="2184" y="1166"/>
                  </a:lnTo>
                  <a:lnTo>
                    <a:pt x="2184" y="826"/>
                  </a:lnTo>
                  <a:lnTo>
                    <a:pt x="1776" y="826"/>
                  </a:lnTo>
                  <a:close/>
                  <a:moveTo>
                    <a:pt x="1093" y="826"/>
                  </a:moveTo>
                  <a:lnTo>
                    <a:pt x="1093" y="1166"/>
                  </a:lnTo>
                  <a:lnTo>
                    <a:pt x="1502" y="1166"/>
                  </a:lnTo>
                  <a:lnTo>
                    <a:pt x="1502" y="826"/>
                  </a:lnTo>
                  <a:lnTo>
                    <a:pt x="1093" y="826"/>
                  </a:lnTo>
                  <a:close/>
                  <a:moveTo>
                    <a:pt x="409" y="826"/>
                  </a:moveTo>
                  <a:lnTo>
                    <a:pt x="409" y="1166"/>
                  </a:lnTo>
                  <a:lnTo>
                    <a:pt x="817" y="1166"/>
                  </a:lnTo>
                  <a:lnTo>
                    <a:pt x="817" y="826"/>
                  </a:lnTo>
                  <a:lnTo>
                    <a:pt x="409" y="826"/>
                  </a:lnTo>
                  <a:close/>
                  <a:moveTo>
                    <a:pt x="2458" y="242"/>
                  </a:moveTo>
                  <a:lnTo>
                    <a:pt x="2458" y="584"/>
                  </a:lnTo>
                  <a:lnTo>
                    <a:pt x="2866" y="584"/>
                  </a:lnTo>
                  <a:lnTo>
                    <a:pt x="2866" y="242"/>
                  </a:lnTo>
                  <a:lnTo>
                    <a:pt x="2458" y="242"/>
                  </a:lnTo>
                  <a:close/>
                  <a:moveTo>
                    <a:pt x="1776" y="242"/>
                  </a:moveTo>
                  <a:lnTo>
                    <a:pt x="1776" y="584"/>
                  </a:lnTo>
                  <a:lnTo>
                    <a:pt x="2184" y="584"/>
                  </a:lnTo>
                  <a:lnTo>
                    <a:pt x="2184" y="242"/>
                  </a:lnTo>
                  <a:lnTo>
                    <a:pt x="1776" y="242"/>
                  </a:lnTo>
                  <a:close/>
                  <a:moveTo>
                    <a:pt x="0" y="0"/>
                  </a:moveTo>
                  <a:lnTo>
                    <a:pt x="3272" y="0"/>
                  </a:lnTo>
                  <a:lnTo>
                    <a:pt x="3272" y="2137"/>
                  </a:lnTo>
                  <a:lnTo>
                    <a:pt x="0" y="213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17E90244-3714-4FBA-AD4E-25BEBF9DC5C7}"/>
              </a:ext>
            </a:extLst>
          </p:cNvPr>
          <p:cNvGrpSpPr/>
          <p:nvPr/>
        </p:nvGrpSpPr>
        <p:grpSpPr>
          <a:xfrm>
            <a:off x="1428521" y="5867425"/>
            <a:ext cx="310356" cy="309068"/>
            <a:chOff x="1492250" y="6223000"/>
            <a:chExt cx="382588" cy="3810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50" name="Rectangle 868">
              <a:extLst>
                <a:ext uri="{FF2B5EF4-FFF2-40B4-BE49-F238E27FC236}">
                  <a16:creationId xmlns:a16="http://schemas.microsoft.com/office/drawing/2014/main" id="{FCEF4E88-2832-4FE6-A10F-225D5FC04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588" y="6524625"/>
              <a:ext cx="61913" cy="7937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1" name="Freeform 869">
              <a:extLst>
                <a:ext uri="{FF2B5EF4-FFF2-40B4-BE49-F238E27FC236}">
                  <a16:creationId xmlns:a16="http://schemas.microsoft.com/office/drawing/2014/main" id="{892A6FBE-077F-4346-956C-E44E6CEC69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92250" y="6223000"/>
              <a:ext cx="382588" cy="381000"/>
            </a:xfrm>
            <a:custGeom>
              <a:avLst/>
              <a:gdLst>
                <a:gd name="T0" fmla="*/ 2585 w 3373"/>
                <a:gd name="T1" fmla="*/ 2147 h 3365"/>
                <a:gd name="T2" fmla="*/ 2956 w 3373"/>
                <a:gd name="T3" fmla="*/ 1776 h 3365"/>
                <a:gd name="T4" fmla="*/ 1861 w 3373"/>
                <a:gd name="T5" fmla="*/ 1776 h 3365"/>
                <a:gd name="T6" fmla="*/ 2233 w 3373"/>
                <a:gd name="T7" fmla="*/ 2147 h 3365"/>
                <a:gd name="T8" fmla="*/ 1861 w 3373"/>
                <a:gd name="T9" fmla="*/ 1776 h 3365"/>
                <a:gd name="T10" fmla="*/ 1138 w 3373"/>
                <a:gd name="T11" fmla="*/ 2147 h 3365"/>
                <a:gd name="T12" fmla="*/ 1510 w 3373"/>
                <a:gd name="T13" fmla="*/ 1776 h 3365"/>
                <a:gd name="T14" fmla="*/ 418 w 3373"/>
                <a:gd name="T15" fmla="*/ 1776 h 3365"/>
                <a:gd name="T16" fmla="*/ 790 w 3373"/>
                <a:gd name="T17" fmla="*/ 2147 h 3365"/>
                <a:gd name="T18" fmla="*/ 418 w 3373"/>
                <a:gd name="T19" fmla="*/ 1776 h 3365"/>
                <a:gd name="T20" fmla="*/ 2585 w 3373"/>
                <a:gd name="T21" fmla="*/ 1453 h 3365"/>
                <a:gd name="T22" fmla="*/ 2956 w 3373"/>
                <a:gd name="T23" fmla="*/ 1082 h 3365"/>
                <a:gd name="T24" fmla="*/ 1861 w 3373"/>
                <a:gd name="T25" fmla="*/ 1082 h 3365"/>
                <a:gd name="T26" fmla="*/ 2233 w 3373"/>
                <a:gd name="T27" fmla="*/ 1453 h 3365"/>
                <a:gd name="T28" fmla="*/ 1861 w 3373"/>
                <a:gd name="T29" fmla="*/ 1082 h 3365"/>
                <a:gd name="T30" fmla="*/ 1138 w 3373"/>
                <a:gd name="T31" fmla="*/ 1453 h 3365"/>
                <a:gd name="T32" fmla="*/ 1510 w 3373"/>
                <a:gd name="T33" fmla="*/ 1082 h 3365"/>
                <a:gd name="T34" fmla="*/ 418 w 3373"/>
                <a:gd name="T35" fmla="*/ 1082 h 3365"/>
                <a:gd name="T36" fmla="*/ 790 w 3373"/>
                <a:gd name="T37" fmla="*/ 1453 h 3365"/>
                <a:gd name="T38" fmla="*/ 418 w 3373"/>
                <a:gd name="T39" fmla="*/ 1082 h 3365"/>
                <a:gd name="T40" fmla="*/ 2585 w 3373"/>
                <a:gd name="T41" fmla="*/ 759 h 3365"/>
                <a:gd name="T42" fmla="*/ 2956 w 3373"/>
                <a:gd name="T43" fmla="*/ 385 h 3365"/>
                <a:gd name="T44" fmla="*/ 1861 w 3373"/>
                <a:gd name="T45" fmla="*/ 385 h 3365"/>
                <a:gd name="T46" fmla="*/ 2233 w 3373"/>
                <a:gd name="T47" fmla="*/ 759 h 3365"/>
                <a:gd name="T48" fmla="*/ 1861 w 3373"/>
                <a:gd name="T49" fmla="*/ 385 h 3365"/>
                <a:gd name="T50" fmla="*/ 1138 w 3373"/>
                <a:gd name="T51" fmla="*/ 759 h 3365"/>
                <a:gd name="T52" fmla="*/ 1510 w 3373"/>
                <a:gd name="T53" fmla="*/ 385 h 3365"/>
                <a:gd name="T54" fmla="*/ 418 w 3373"/>
                <a:gd name="T55" fmla="*/ 385 h 3365"/>
                <a:gd name="T56" fmla="*/ 790 w 3373"/>
                <a:gd name="T57" fmla="*/ 759 h 3365"/>
                <a:gd name="T58" fmla="*/ 418 w 3373"/>
                <a:gd name="T59" fmla="*/ 385 h 3365"/>
                <a:gd name="T60" fmla="*/ 3373 w 3373"/>
                <a:gd name="T61" fmla="*/ 0 h 3365"/>
                <a:gd name="T62" fmla="*/ 2144 w 3373"/>
                <a:gd name="T63" fmla="*/ 3365 h 3365"/>
                <a:gd name="T64" fmla="*/ 2142 w 3373"/>
                <a:gd name="T65" fmla="*/ 2535 h 3365"/>
                <a:gd name="T66" fmla="*/ 2124 w 3373"/>
                <a:gd name="T67" fmla="*/ 2495 h 3365"/>
                <a:gd name="T68" fmla="*/ 2093 w 3373"/>
                <a:gd name="T69" fmla="*/ 2467 h 3365"/>
                <a:gd name="T70" fmla="*/ 2053 w 3373"/>
                <a:gd name="T71" fmla="*/ 2457 h 3365"/>
                <a:gd name="T72" fmla="*/ 1299 w 3373"/>
                <a:gd name="T73" fmla="*/ 2459 h 3365"/>
                <a:gd name="T74" fmla="*/ 1263 w 3373"/>
                <a:gd name="T75" fmla="*/ 2478 h 3365"/>
                <a:gd name="T76" fmla="*/ 1237 w 3373"/>
                <a:gd name="T77" fmla="*/ 2513 h 3365"/>
                <a:gd name="T78" fmla="*/ 1229 w 3373"/>
                <a:gd name="T79" fmla="*/ 2558 h 3365"/>
                <a:gd name="T80" fmla="*/ 0 w 3373"/>
                <a:gd name="T81" fmla="*/ 3365 h 3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73" h="3365">
                  <a:moveTo>
                    <a:pt x="2585" y="1776"/>
                  </a:moveTo>
                  <a:lnTo>
                    <a:pt x="2585" y="2147"/>
                  </a:lnTo>
                  <a:lnTo>
                    <a:pt x="2956" y="2147"/>
                  </a:lnTo>
                  <a:lnTo>
                    <a:pt x="2956" y="1776"/>
                  </a:lnTo>
                  <a:lnTo>
                    <a:pt x="2585" y="1776"/>
                  </a:lnTo>
                  <a:close/>
                  <a:moveTo>
                    <a:pt x="1861" y="1776"/>
                  </a:moveTo>
                  <a:lnTo>
                    <a:pt x="1861" y="2147"/>
                  </a:lnTo>
                  <a:lnTo>
                    <a:pt x="2233" y="2147"/>
                  </a:lnTo>
                  <a:lnTo>
                    <a:pt x="2233" y="1776"/>
                  </a:lnTo>
                  <a:lnTo>
                    <a:pt x="1861" y="1776"/>
                  </a:lnTo>
                  <a:close/>
                  <a:moveTo>
                    <a:pt x="1138" y="1776"/>
                  </a:moveTo>
                  <a:lnTo>
                    <a:pt x="1138" y="2147"/>
                  </a:lnTo>
                  <a:lnTo>
                    <a:pt x="1510" y="2147"/>
                  </a:lnTo>
                  <a:lnTo>
                    <a:pt x="1510" y="1776"/>
                  </a:lnTo>
                  <a:lnTo>
                    <a:pt x="1138" y="1776"/>
                  </a:lnTo>
                  <a:close/>
                  <a:moveTo>
                    <a:pt x="418" y="1776"/>
                  </a:moveTo>
                  <a:lnTo>
                    <a:pt x="418" y="2147"/>
                  </a:lnTo>
                  <a:lnTo>
                    <a:pt x="790" y="2147"/>
                  </a:lnTo>
                  <a:lnTo>
                    <a:pt x="790" y="1776"/>
                  </a:lnTo>
                  <a:lnTo>
                    <a:pt x="418" y="1776"/>
                  </a:lnTo>
                  <a:close/>
                  <a:moveTo>
                    <a:pt x="2585" y="1082"/>
                  </a:moveTo>
                  <a:lnTo>
                    <a:pt x="2585" y="1453"/>
                  </a:lnTo>
                  <a:lnTo>
                    <a:pt x="2956" y="1453"/>
                  </a:lnTo>
                  <a:lnTo>
                    <a:pt x="2956" y="1082"/>
                  </a:lnTo>
                  <a:lnTo>
                    <a:pt x="2585" y="1082"/>
                  </a:lnTo>
                  <a:close/>
                  <a:moveTo>
                    <a:pt x="1861" y="1082"/>
                  </a:moveTo>
                  <a:lnTo>
                    <a:pt x="1861" y="1453"/>
                  </a:lnTo>
                  <a:lnTo>
                    <a:pt x="2233" y="1453"/>
                  </a:lnTo>
                  <a:lnTo>
                    <a:pt x="2233" y="1082"/>
                  </a:lnTo>
                  <a:lnTo>
                    <a:pt x="1861" y="1082"/>
                  </a:lnTo>
                  <a:close/>
                  <a:moveTo>
                    <a:pt x="1138" y="1082"/>
                  </a:moveTo>
                  <a:lnTo>
                    <a:pt x="1138" y="1453"/>
                  </a:lnTo>
                  <a:lnTo>
                    <a:pt x="1510" y="1453"/>
                  </a:lnTo>
                  <a:lnTo>
                    <a:pt x="1510" y="1082"/>
                  </a:lnTo>
                  <a:lnTo>
                    <a:pt x="1138" y="1082"/>
                  </a:lnTo>
                  <a:close/>
                  <a:moveTo>
                    <a:pt x="418" y="1082"/>
                  </a:moveTo>
                  <a:lnTo>
                    <a:pt x="418" y="1453"/>
                  </a:lnTo>
                  <a:lnTo>
                    <a:pt x="790" y="1453"/>
                  </a:lnTo>
                  <a:lnTo>
                    <a:pt x="790" y="1082"/>
                  </a:lnTo>
                  <a:lnTo>
                    <a:pt x="418" y="1082"/>
                  </a:lnTo>
                  <a:close/>
                  <a:moveTo>
                    <a:pt x="2585" y="385"/>
                  </a:moveTo>
                  <a:lnTo>
                    <a:pt x="2585" y="759"/>
                  </a:lnTo>
                  <a:lnTo>
                    <a:pt x="2956" y="759"/>
                  </a:lnTo>
                  <a:lnTo>
                    <a:pt x="2956" y="385"/>
                  </a:lnTo>
                  <a:lnTo>
                    <a:pt x="2585" y="385"/>
                  </a:lnTo>
                  <a:close/>
                  <a:moveTo>
                    <a:pt x="1861" y="385"/>
                  </a:moveTo>
                  <a:lnTo>
                    <a:pt x="1861" y="759"/>
                  </a:lnTo>
                  <a:lnTo>
                    <a:pt x="2233" y="759"/>
                  </a:lnTo>
                  <a:lnTo>
                    <a:pt x="2233" y="385"/>
                  </a:lnTo>
                  <a:lnTo>
                    <a:pt x="1861" y="385"/>
                  </a:lnTo>
                  <a:close/>
                  <a:moveTo>
                    <a:pt x="1138" y="385"/>
                  </a:moveTo>
                  <a:lnTo>
                    <a:pt x="1138" y="759"/>
                  </a:lnTo>
                  <a:lnTo>
                    <a:pt x="1510" y="759"/>
                  </a:lnTo>
                  <a:lnTo>
                    <a:pt x="1510" y="385"/>
                  </a:lnTo>
                  <a:lnTo>
                    <a:pt x="1138" y="385"/>
                  </a:lnTo>
                  <a:close/>
                  <a:moveTo>
                    <a:pt x="418" y="385"/>
                  </a:moveTo>
                  <a:lnTo>
                    <a:pt x="418" y="759"/>
                  </a:lnTo>
                  <a:lnTo>
                    <a:pt x="790" y="759"/>
                  </a:lnTo>
                  <a:lnTo>
                    <a:pt x="790" y="385"/>
                  </a:lnTo>
                  <a:lnTo>
                    <a:pt x="418" y="385"/>
                  </a:lnTo>
                  <a:close/>
                  <a:moveTo>
                    <a:pt x="0" y="0"/>
                  </a:moveTo>
                  <a:lnTo>
                    <a:pt x="3373" y="0"/>
                  </a:lnTo>
                  <a:lnTo>
                    <a:pt x="3373" y="3365"/>
                  </a:lnTo>
                  <a:lnTo>
                    <a:pt x="2144" y="3365"/>
                  </a:lnTo>
                  <a:lnTo>
                    <a:pt x="2144" y="2558"/>
                  </a:lnTo>
                  <a:lnTo>
                    <a:pt x="2142" y="2535"/>
                  </a:lnTo>
                  <a:lnTo>
                    <a:pt x="2134" y="2513"/>
                  </a:lnTo>
                  <a:lnTo>
                    <a:pt x="2124" y="2495"/>
                  </a:lnTo>
                  <a:lnTo>
                    <a:pt x="2110" y="2478"/>
                  </a:lnTo>
                  <a:lnTo>
                    <a:pt x="2093" y="2467"/>
                  </a:lnTo>
                  <a:lnTo>
                    <a:pt x="2074" y="2459"/>
                  </a:lnTo>
                  <a:lnTo>
                    <a:pt x="2053" y="2457"/>
                  </a:lnTo>
                  <a:lnTo>
                    <a:pt x="1319" y="2457"/>
                  </a:lnTo>
                  <a:lnTo>
                    <a:pt x="1299" y="2459"/>
                  </a:lnTo>
                  <a:lnTo>
                    <a:pt x="1279" y="2467"/>
                  </a:lnTo>
                  <a:lnTo>
                    <a:pt x="1263" y="2478"/>
                  </a:lnTo>
                  <a:lnTo>
                    <a:pt x="1249" y="2495"/>
                  </a:lnTo>
                  <a:lnTo>
                    <a:pt x="1237" y="2513"/>
                  </a:lnTo>
                  <a:lnTo>
                    <a:pt x="1231" y="2535"/>
                  </a:lnTo>
                  <a:lnTo>
                    <a:pt x="1229" y="2558"/>
                  </a:lnTo>
                  <a:lnTo>
                    <a:pt x="1229" y="3365"/>
                  </a:lnTo>
                  <a:lnTo>
                    <a:pt x="0" y="336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D6994BAB-6349-46E2-9B46-E52CD7C11B89}"/>
              </a:ext>
            </a:extLst>
          </p:cNvPr>
          <p:cNvGrpSpPr/>
          <p:nvPr/>
        </p:nvGrpSpPr>
        <p:grpSpPr>
          <a:xfrm>
            <a:off x="722929" y="5866781"/>
            <a:ext cx="282025" cy="310356"/>
            <a:chOff x="325438" y="6203950"/>
            <a:chExt cx="347663" cy="382588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453" name="Freeform 881">
              <a:extLst>
                <a:ext uri="{FF2B5EF4-FFF2-40B4-BE49-F238E27FC236}">
                  <a16:creationId xmlns:a16="http://schemas.microsoft.com/office/drawing/2014/main" id="{209B90BB-0342-4F0E-B306-F58DA34728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438" y="6215063"/>
              <a:ext cx="131763" cy="360363"/>
            </a:xfrm>
            <a:custGeom>
              <a:avLst/>
              <a:gdLst>
                <a:gd name="T0" fmla="*/ 584 w 1167"/>
                <a:gd name="T1" fmla="*/ 2303 h 3186"/>
                <a:gd name="T2" fmla="*/ 543 w 1167"/>
                <a:gd name="T3" fmla="*/ 2305 h 3186"/>
                <a:gd name="T4" fmla="*/ 503 w 1167"/>
                <a:gd name="T5" fmla="*/ 2313 h 3186"/>
                <a:gd name="T6" fmla="*/ 465 w 1167"/>
                <a:gd name="T7" fmla="*/ 2326 h 3186"/>
                <a:gd name="T8" fmla="*/ 430 w 1167"/>
                <a:gd name="T9" fmla="*/ 2344 h 3186"/>
                <a:gd name="T10" fmla="*/ 398 w 1167"/>
                <a:gd name="T11" fmla="*/ 2366 h 3186"/>
                <a:gd name="T12" fmla="*/ 368 w 1167"/>
                <a:gd name="T13" fmla="*/ 2392 h 3186"/>
                <a:gd name="T14" fmla="*/ 342 w 1167"/>
                <a:gd name="T15" fmla="*/ 2421 h 3186"/>
                <a:gd name="T16" fmla="*/ 321 w 1167"/>
                <a:gd name="T17" fmla="*/ 2454 h 3186"/>
                <a:gd name="T18" fmla="*/ 303 w 1167"/>
                <a:gd name="T19" fmla="*/ 2489 h 3186"/>
                <a:gd name="T20" fmla="*/ 289 w 1167"/>
                <a:gd name="T21" fmla="*/ 2526 h 3186"/>
                <a:gd name="T22" fmla="*/ 282 w 1167"/>
                <a:gd name="T23" fmla="*/ 2566 h 3186"/>
                <a:gd name="T24" fmla="*/ 279 w 1167"/>
                <a:gd name="T25" fmla="*/ 2608 h 3186"/>
                <a:gd name="T26" fmla="*/ 282 w 1167"/>
                <a:gd name="T27" fmla="*/ 2649 h 3186"/>
                <a:gd name="T28" fmla="*/ 289 w 1167"/>
                <a:gd name="T29" fmla="*/ 2689 h 3186"/>
                <a:gd name="T30" fmla="*/ 303 w 1167"/>
                <a:gd name="T31" fmla="*/ 2727 h 3186"/>
                <a:gd name="T32" fmla="*/ 321 w 1167"/>
                <a:gd name="T33" fmla="*/ 2762 h 3186"/>
                <a:gd name="T34" fmla="*/ 342 w 1167"/>
                <a:gd name="T35" fmla="*/ 2794 h 3186"/>
                <a:gd name="T36" fmla="*/ 368 w 1167"/>
                <a:gd name="T37" fmla="*/ 2824 h 3186"/>
                <a:gd name="T38" fmla="*/ 398 w 1167"/>
                <a:gd name="T39" fmla="*/ 2850 h 3186"/>
                <a:gd name="T40" fmla="*/ 430 w 1167"/>
                <a:gd name="T41" fmla="*/ 2871 h 3186"/>
                <a:gd name="T42" fmla="*/ 465 w 1167"/>
                <a:gd name="T43" fmla="*/ 2889 h 3186"/>
                <a:gd name="T44" fmla="*/ 503 w 1167"/>
                <a:gd name="T45" fmla="*/ 2902 h 3186"/>
                <a:gd name="T46" fmla="*/ 543 w 1167"/>
                <a:gd name="T47" fmla="*/ 2910 h 3186"/>
                <a:gd name="T48" fmla="*/ 584 w 1167"/>
                <a:gd name="T49" fmla="*/ 2913 h 3186"/>
                <a:gd name="T50" fmla="*/ 626 w 1167"/>
                <a:gd name="T51" fmla="*/ 2910 h 3186"/>
                <a:gd name="T52" fmla="*/ 664 w 1167"/>
                <a:gd name="T53" fmla="*/ 2902 h 3186"/>
                <a:gd name="T54" fmla="*/ 702 w 1167"/>
                <a:gd name="T55" fmla="*/ 2889 h 3186"/>
                <a:gd name="T56" fmla="*/ 737 w 1167"/>
                <a:gd name="T57" fmla="*/ 2871 h 3186"/>
                <a:gd name="T58" fmla="*/ 770 w 1167"/>
                <a:gd name="T59" fmla="*/ 2850 h 3186"/>
                <a:gd name="T60" fmla="*/ 798 w 1167"/>
                <a:gd name="T61" fmla="*/ 2824 h 3186"/>
                <a:gd name="T62" fmla="*/ 824 w 1167"/>
                <a:gd name="T63" fmla="*/ 2794 h 3186"/>
                <a:gd name="T64" fmla="*/ 846 w 1167"/>
                <a:gd name="T65" fmla="*/ 2762 h 3186"/>
                <a:gd name="T66" fmla="*/ 864 w 1167"/>
                <a:gd name="T67" fmla="*/ 2727 h 3186"/>
                <a:gd name="T68" fmla="*/ 877 w 1167"/>
                <a:gd name="T69" fmla="*/ 2689 h 3186"/>
                <a:gd name="T70" fmla="*/ 885 w 1167"/>
                <a:gd name="T71" fmla="*/ 2649 h 3186"/>
                <a:gd name="T72" fmla="*/ 889 w 1167"/>
                <a:gd name="T73" fmla="*/ 2607 h 3186"/>
                <a:gd name="T74" fmla="*/ 886 w 1167"/>
                <a:gd name="T75" fmla="*/ 2565 h 3186"/>
                <a:gd name="T76" fmla="*/ 878 w 1167"/>
                <a:gd name="T77" fmla="*/ 2526 h 3186"/>
                <a:gd name="T78" fmla="*/ 865 w 1167"/>
                <a:gd name="T79" fmla="*/ 2489 h 3186"/>
                <a:gd name="T80" fmla="*/ 847 w 1167"/>
                <a:gd name="T81" fmla="*/ 2453 h 3186"/>
                <a:gd name="T82" fmla="*/ 825 w 1167"/>
                <a:gd name="T83" fmla="*/ 2421 h 3186"/>
                <a:gd name="T84" fmla="*/ 799 w 1167"/>
                <a:gd name="T85" fmla="*/ 2392 h 3186"/>
                <a:gd name="T86" fmla="*/ 771 w 1167"/>
                <a:gd name="T87" fmla="*/ 2366 h 3186"/>
                <a:gd name="T88" fmla="*/ 738 w 1167"/>
                <a:gd name="T89" fmla="*/ 2343 h 3186"/>
                <a:gd name="T90" fmla="*/ 702 w 1167"/>
                <a:gd name="T91" fmla="*/ 2326 h 3186"/>
                <a:gd name="T92" fmla="*/ 665 w 1167"/>
                <a:gd name="T93" fmla="*/ 2313 h 3186"/>
                <a:gd name="T94" fmla="*/ 626 w 1167"/>
                <a:gd name="T95" fmla="*/ 2305 h 3186"/>
                <a:gd name="T96" fmla="*/ 584 w 1167"/>
                <a:gd name="T97" fmla="*/ 2303 h 3186"/>
                <a:gd name="T98" fmla="*/ 257 w 1167"/>
                <a:gd name="T99" fmla="*/ 270 h 3186"/>
                <a:gd name="T100" fmla="*/ 257 w 1167"/>
                <a:gd name="T101" fmla="*/ 1082 h 3186"/>
                <a:gd name="T102" fmla="*/ 908 w 1167"/>
                <a:gd name="T103" fmla="*/ 1082 h 3186"/>
                <a:gd name="T104" fmla="*/ 908 w 1167"/>
                <a:gd name="T105" fmla="*/ 270 h 3186"/>
                <a:gd name="T106" fmla="*/ 257 w 1167"/>
                <a:gd name="T107" fmla="*/ 270 h 3186"/>
                <a:gd name="T108" fmla="*/ 0 w 1167"/>
                <a:gd name="T109" fmla="*/ 0 h 3186"/>
                <a:gd name="T110" fmla="*/ 1167 w 1167"/>
                <a:gd name="T111" fmla="*/ 0 h 3186"/>
                <a:gd name="T112" fmla="*/ 1167 w 1167"/>
                <a:gd name="T113" fmla="*/ 3186 h 3186"/>
                <a:gd name="T114" fmla="*/ 0 w 1167"/>
                <a:gd name="T115" fmla="*/ 3186 h 3186"/>
                <a:gd name="T116" fmla="*/ 0 w 1167"/>
                <a:gd name="T117" fmla="*/ 0 h 3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67" h="3186">
                  <a:moveTo>
                    <a:pt x="584" y="2303"/>
                  </a:moveTo>
                  <a:lnTo>
                    <a:pt x="543" y="2305"/>
                  </a:lnTo>
                  <a:lnTo>
                    <a:pt x="503" y="2313"/>
                  </a:lnTo>
                  <a:lnTo>
                    <a:pt x="465" y="2326"/>
                  </a:lnTo>
                  <a:lnTo>
                    <a:pt x="430" y="2344"/>
                  </a:lnTo>
                  <a:lnTo>
                    <a:pt x="398" y="2366"/>
                  </a:lnTo>
                  <a:lnTo>
                    <a:pt x="368" y="2392"/>
                  </a:lnTo>
                  <a:lnTo>
                    <a:pt x="342" y="2421"/>
                  </a:lnTo>
                  <a:lnTo>
                    <a:pt x="321" y="2454"/>
                  </a:lnTo>
                  <a:lnTo>
                    <a:pt x="303" y="2489"/>
                  </a:lnTo>
                  <a:lnTo>
                    <a:pt x="289" y="2526"/>
                  </a:lnTo>
                  <a:lnTo>
                    <a:pt x="282" y="2566"/>
                  </a:lnTo>
                  <a:lnTo>
                    <a:pt x="279" y="2608"/>
                  </a:lnTo>
                  <a:lnTo>
                    <a:pt x="282" y="2649"/>
                  </a:lnTo>
                  <a:lnTo>
                    <a:pt x="289" y="2689"/>
                  </a:lnTo>
                  <a:lnTo>
                    <a:pt x="303" y="2727"/>
                  </a:lnTo>
                  <a:lnTo>
                    <a:pt x="321" y="2762"/>
                  </a:lnTo>
                  <a:lnTo>
                    <a:pt x="342" y="2794"/>
                  </a:lnTo>
                  <a:lnTo>
                    <a:pt x="368" y="2824"/>
                  </a:lnTo>
                  <a:lnTo>
                    <a:pt x="398" y="2850"/>
                  </a:lnTo>
                  <a:lnTo>
                    <a:pt x="430" y="2871"/>
                  </a:lnTo>
                  <a:lnTo>
                    <a:pt x="465" y="2889"/>
                  </a:lnTo>
                  <a:lnTo>
                    <a:pt x="503" y="2902"/>
                  </a:lnTo>
                  <a:lnTo>
                    <a:pt x="543" y="2910"/>
                  </a:lnTo>
                  <a:lnTo>
                    <a:pt x="584" y="2913"/>
                  </a:lnTo>
                  <a:lnTo>
                    <a:pt x="626" y="2910"/>
                  </a:lnTo>
                  <a:lnTo>
                    <a:pt x="664" y="2902"/>
                  </a:lnTo>
                  <a:lnTo>
                    <a:pt x="702" y="2889"/>
                  </a:lnTo>
                  <a:lnTo>
                    <a:pt x="737" y="2871"/>
                  </a:lnTo>
                  <a:lnTo>
                    <a:pt x="770" y="2850"/>
                  </a:lnTo>
                  <a:lnTo>
                    <a:pt x="798" y="2824"/>
                  </a:lnTo>
                  <a:lnTo>
                    <a:pt x="824" y="2794"/>
                  </a:lnTo>
                  <a:lnTo>
                    <a:pt x="846" y="2762"/>
                  </a:lnTo>
                  <a:lnTo>
                    <a:pt x="864" y="2727"/>
                  </a:lnTo>
                  <a:lnTo>
                    <a:pt x="877" y="2689"/>
                  </a:lnTo>
                  <a:lnTo>
                    <a:pt x="885" y="2649"/>
                  </a:lnTo>
                  <a:lnTo>
                    <a:pt x="889" y="2607"/>
                  </a:lnTo>
                  <a:lnTo>
                    <a:pt x="886" y="2565"/>
                  </a:lnTo>
                  <a:lnTo>
                    <a:pt x="878" y="2526"/>
                  </a:lnTo>
                  <a:lnTo>
                    <a:pt x="865" y="2489"/>
                  </a:lnTo>
                  <a:lnTo>
                    <a:pt x="847" y="2453"/>
                  </a:lnTo>
                  <a:lnTo>
                    <a:pt x="825" y="2421"/>
                  </a:lnTo>
                  <a:lnTo>
                    <a:pt x="799" y="2392"/>
                  </a:lnTo>
                  <a:lnTo>
                    <a:pt x="771" y="2366"/>
                  </a:lnTo>
                  <a:lnTo>
                    <a:pt x="738" y="2343"/>
                  </a:lnTo>
                  <a:lnTo>
                    <a:pt x="702" y="2326"/>
                  </a:lnTo>
                  <a:lnTo>
                    <a:pt x="665" y="2313"/>
                  </a:lnTo>
                  <a:lnTo>
                    <a:pt x="626" y="2305"/>
                  </a:lnTo>
                  <a:lnTo>
                    <a:pt x="584" y="2303"/>
                  </a:lnTo>
                  <a:close/>
                  <a:moveTo>
                    <a:pt x="257" y="270"/>
                  </a:moveTo>
                  <a:lnTo>
                    <a:pt x="257" y="1082"/>
                  </a:lnTo>
                  <a:lnTo>
                    <a:pt x="908" y="1082"/>
                  </a:lnTo>
                  <a:lnTo>
                    <a:pt x="908" y="270"/>
                  </a:lnTo>
                  <a:lnTo>
                    <a:pt x="257" y="270"/>
                  </a:lnTo>
                  <a:close/>
                  <a:moveTo>
                    <a:pt x="0" y="0"/>
                  </a:moveTo>
                  <a:lnTo>
                    <a:pt x="1167" y="0"/>
                  </a:lnTo>
                  <a:lnTo>
                    <a:pt x="1167" y="3186"/>
                  </a:lnTo>
                  <a:lnTo>
                    <a:pt x="0" y="318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  <p:sp>
          <p:nvSpPr>
            <p:cNvPr id="454" name="Freeform 882">
              <a:extLst>
                <a:ext uri="{FF2B5EF4-FFF2-40B4-BE49-F238E27FC236}">
                  <a16:creationId xmlns:a16="http://schemas.microsoft.com/office/drawing/2014/main" id="{CF1706E3-BCB1-44E4-A4F4-6F867FA82B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4663" y="6203950"/>
              <a:ext cx="198438" cy="382588"/>
            </a:xfrm>
            <a:custGeom>
              <a:avLst/>
              <a:gdLst>
                <a:gd name="T0" fmla="*/ 1052 w 1753"/>
                <a:gd name="T1" fmla="*/ 2379 h 3374"/>
                <a:gd name="T2" fmla="*/ 1012 w 1753"/>
                <a:gd name="T3" fmla="*/ 2381 h 3374"/>
                <a:gd name="T4" fmla="*/ 973 w 1753"/>
                <a:gd name="T5" fmla="*/ 2388 h 3374"/>
                <a:gd name="T6" fmla="*/ 935 w 1753"/>
                <a:gd name="T7" fmla="*/ 2402 h 3374"/>
                <a:gd name="T8" fmla="*/ 899 w 1753"/>
                <a:gd name="T9" fmla="*/ 2419 h 3374"/>
                <a:gd name="T10" fmla="*/ 868 w 1753"/>
                <a:gd name="T11" fmla="*/ 2441 h 3374"/>
                <a:gd name="T12" fmla="*/ 839 w 1753"/>
                <a:gd name="T13" fmla="*/ 2465 h 3374"/>
                <a:gd name="T14" fmla="*/ 813 w 1753"/>
                <a:gd name="T15" fmla="*/ 2494 h 3374"/>
                <a:gd name="T16" fmla="*/ 792 w 1753"/>
                <a:gd name="T17" fmla="*/ 2525 h 3374"/>
                <a:gd name="T18" fmla="*/ 776 w 1753"/>
                <a:gd name="T19" fmla="*/ 2559 h 3374"/>
                <a:gd name="T20" fmla="*/ 762 w 1753"/>
                <a:gd name="T21" fmla="*/ 2595 h 3374"/>
                <a:gd name="T22" fmla="*/ 754 w 1753"/>
                <a:gd name="T23" fmla="*/ 2632 h 3374"/>
                <a:gd name="T24" fmla="*/ 751 w 1753"/>
                <a:gd name="T25" fmla="*/ 2671 h 3374"/>
                <a:gd name="T26" fmla="*/ 753 w 1753"/>
                <a:gd name="T27" fmla="*/ 2709 h 3374"/>
                <a:gd name="T28" fmla="*/ 760 w 1753"/>
                <a:gd name="T29" fmla="*/ 2748 h 3374"/>
                <a:gd name="T30" fmla="*/ 774 w 1753"/>
                <a:gd name="T31" fmla="*/ 2787 h 3374"/>
                <a:gd name="T32" fmla="*/ 791 w 1753"/>
                <a:gd name="T33" fmla="*/ 2822 h 3374"/>
                <a:gd name="T34" fmla="*/ 811 w 1753"/>
                <a:gd name="T35" fmla="*/ 2855 h 3374"/>
                <a:gd name="T36" fmla="*/ 837 w 1753"/>
                <a:gd name="T37" fmla="*/ 2883 h 3374"/>
                <a:gd name="T38" fmla="*/ 866 w 1753"/>
                <a:gd name="T39" fmla="*/ 2908 h 3374"/>
                <a:gd name="T40" fmla="*/ 897 w 1753"/>
                <a:gd name="T41" fmla="*/ 2929 h 3374"/>
                <a:gd name="T42" fmla="*/ 931 w 1753"/>
                <a:gd name="T43" fmla="*/ 2947 h 3374"/>
                <a:gd name="T44" fmla="*/ 967 w 1753"/>
                <a:gd name="T45" fmla="*/ 2959 h 3374"/>
                <a:gd name="T46" fmla="*/ 1004 w 1753"/>
                <a:gd name="T47" fmla="*/ 2967 h 3374"/>
                <a:gd name="T48" fmla="*/ 1042 w 1753"/>
                <a:gd name="T49" fmla="*/ 2970 h 3374"/>
                <a:gd name="T50" fmla="*/ 1081 w 1753"/>
                <a:gd name="T51" fmla="*/ 2968 h 3374"/>
                <a:gd name="T52" fmla="*/ 1121 w 1753"/>
                <a:gd name="T53" fmla="*/ 2961 h 3374"/>
                <a:gd name="T54" fmla="*/ 1159 w 1753"/>
                <a:gd name="T55" fmla="*/ 2949 h 3374"/>
                <a:gd name="T56" fmla="*/ 1194 w 1753"/>
                <a:gd name="T57" fmla="*/ 2931 h 3374"/>
                <a:gd name="T58" fmla="*/ 1226 w 1753"/>
                <a:gd name="T59" fmla="*/ 2910 h 3374"/>
                <a:gd name="T60" fmla="*/ 1255 w 1753"/>
                <a:gd name="T61" fmla="*/ 2884 h 3374"/>
                <a:gd name="T62" fmla="*/ 1280 w 1753"/>
                <a:gd name="T63" fmla="*/ 2857 h 3374"/>
                <a:gd name="T64" fmla="*/ 1301 w 1753"/>
                <a:gd name="T65" fmla="*/ 2825 h 3374"/>
                <a:gd name="T66" fmla="*/ 1318 w 1753"/>
                <a:gd name="T67" fmla="*/ 2791 h 3374"/>
                <a:gd name="T68" fmla="*/ 1331 w 1753"/>
                <a:gd name="T69" fmla="*/ 2755 h 3374"/>
                <a:gd name="T70" fmla="*/ 1339 w 1753"/>
                <a:gd name="T71" fmla="*/ 2718 h 3374"/>
                <a:gd name="T72" fmla="*/ 1342 w 1753"/>
                <a:gd name="T73" fmla="*/ 2680 h 3374"/>
                <a:gd name="T74" fmla="*/ 1340 w 1753"/>
                <a:gd name="T75" fmla="*/ 2640 h 3374"/>
                <a:gd name="T76" fmla="*/ 1333 w 1753"/>
                <a:gd name="T77" fmla="*/ 2601 h 3374"/>
                <a:gd name="T78" fmla="*/ 1320 w 1753"/>
                <a:gd name="T79" fmla="*/ 2562 h 3374"/>
                <a:gd name="T80" fmla="*/ 1303 w 1753"/>
                <a:gd name="T81" fmla="*/ 2527 h 3374"/>
                <a:gd name="T82" fmla="*/ 1282 w 1753"/>
                <a:gd name="T83" fmla="*/ 2496 h 3374"/>
                <a:gd name="T84" fmla="*/ 1256 w 1753"/>
                <a:gd name="T85" fmla="*/ 2467 h 3374"/>
                <a:gd name="T86" fmla="*/ 1227 w 1753"/>
                <a:gd name="T87" fmla="*/ 2442 h 3374"/>
                <a:gd name="T88" fmla="*/ 1197 w 1753"/>
                <a:gd name="T89" fmla="*/ 2420 h 3374"/>
                <a:gd name="T90" fmla="*/ 1163 w 1753"/>
                <a:gd name="T91" fmla="*/ 2404 h 3374"/>
                <a:gd name="T92" fmla="*/ 1127 w 1753"/>
                <a:gd name="T93" fmla="*/ 2390 h 3374"/>
                <a:gd name="T94" fmla="*/ 1089 w 1753"/>
                <a:gd name="T95" fmla="*/ 2382 h 3374"/>
                <a:gd name="T96" fmla="*/ 1052 w 1753"/>
                <a:gd name="T97" fmla="*/ 2379 h 3374"/>
                <a:gd name="T98" fmla="*/ 770 w 1753"/>
                <a:gd name="T99" fmla="*/ 375 h 3374"/>
                <a:gd name="T100" fmla="*/ 206 w 1753"/>
                <a:gd name="T101" fmla="*/ 514 h 3374"/>
                <a:gd name="T102" fmla="*/ 383 w 1753"/>
                <a:gd name="T103" fmla="*/ 1221 h 3374"/>
                <a:gd name="T104" fmla="*/ 948 w 1753"/>
                <a:gd name="T105" fmla="*/ 1083 h 3374"/>
                <a:gd name="T106" fmla="*/ 770 w 1753"/>
                <a:gd name="T107" fmla="*/ 375 h 3374"/>
                <a:gd name="T108" fmla="*/ 979 w 1753"/>
                <a:gd name="T109" fmla="*/ 0 h 3374"/>
                <a:gd name="T110" fmla="*/ 1753 w 1753"/>
                <a:gd name="T111" fmla="*/ 3091 h 3374"/>
                <a:gd name="T112" fmla="*/ 621 w 1753"/>
                <a:gd name="T113" fmla="*/ 3374 h 3374"/>
                <a:gd name="T114" fmla="*/ 0 w 1753"/>
                <a:gd name="T115" fmla="*/ 898 h 3374"/>
                <a:gd name="T116" fmla="*/ 0 w 1753"/>
                <a:gd name="T117" fmla="*/ 246 h 3374"/>
                <a:gd name="T118" fmla="*/ 979 w 1753"/>
                <a:gd name="T119" fmla="*/ 0 h 3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53" h="3374">
                  <a:moveTo>
                    <a:pt x="1052" y="2379"/>
                  </a:moveTo>
                  <a:lnTo>
                    <a:pt x="1012" y="2381"/>
                  </a:lnTo>
                  <a:lnTo>
                    <a:pt x="973" y="2388"/>
                  </a:lnTo>
                  <a:lnTo>
                    <a:pt x="935" y="2402"/>
                  </a:lnTo>
                  <a:lnTo>
                    <a:pt x="899" y="2419"/>
                  </a:lnTo>
                  <a:lnTo>
                    <a:pt x="868" y="2441"/>
                  </a:lnTo>
                  <a:lnTo>
                    <a:pt x="839" y="2465"/>
                  </a:lnTo>
                  <a:lnTo>
                    <a:pt x="813" y="2494"/>
                  </a:lnTo>
                  <a:lnTo>
                    <a:pt x="792" y="2525"/>
                  </a:lnTo>
                  <a:lnTo>
                    <a:pt x="776" y="2559"/>
                  </a:lnTo>
                  <a:lnTo>
                    <a:pt x="762" y="2595"/>
                  </a:lnTo>
                  <a:lnTo>
                    <a:pt x="754" y="2632"/>
                  </a:lnTo>
                  <a:lnTo>
                    <a:pt x="751" y="2671"/>
                  </a:lnTo>
                  <a:lnTo>
                    <a:pt x="753" y="2709"/>
                  </a:lnTo>
                  <a:lnTo>
                    <a:pt x="760" y="2748"/>
                  </a:lnTo>
                  <a:lnTo>
                    <a:pt x="774" y="2787"/>
                  </a:lnTo>
                  <a:lnTo>
                    <a:pt x="791" y="2822"/>
                  </a:lnTo>
                  <a:lnTo>
                    <a:pt x="811" y="2855"/>
                  </a:lnTo>
                  <a:lnTo>
                    <a:pt x="837" y="2883"/>
                  </a:lnTo>
                  <a:lnTo>
                    <a:pt x="866" y="2908"/>
                  </a:lnTo>
                  <a:lnTo>
                    <a:pt x="897" y="2929"/>
                  </a:lnTo>
                  <a:lnTo>
                    <a:pt x="931" y="2947"/>
                  </a:lnTo>
                  <a:lnTo>
                    <a:pt x="967" y="2959"/>
                  </a:lnTo>
                  <a:lnTo>
                    <a:pt x="1004" y="2967"/>
                  </a:lnTo>
                  <a:lnTo>
                    <a:pt x="1042" y="2970"/>
                  </a:lnTo>
                  <a:lnTo>
                    <a:pt x="1081" y="2968"/>
                  </a:lnTo>
                  <a:lnTo>
                    <a:pt x="1121" y="2961"/>
                  </a:lnTo>
                  <a:lnTo>
                    <a:pt x="1159" y="2949"/>
                  </a:lnTo>
                  <a:lnTo>
                    <a:pt x="1194" y="2931"/>
                  </a:lnTo>
                  <a:lnTo>
                    <a:pt x="1226" y="2910"/>
                  </a:lnTo>
                  <a:lnTo>
                    <a:pt x="1255" y="2884"/>
                  </a:lnTo>
                  <a:lnTo>
                    <a:pt x="1280" y="2857"/>
                  </a:lnTo>
                  <a:lnTo>
                    <a:pt x="1301" y="2825"/>
                  </a:lnTo>
                  <a:lnTo>
                    <a:pt x="1318" y="2791"/>
                  </a:lnTo>
                  <a:lnTo>
                    <a:pt x="1331" y="2755"/>
                  </a:lnTo>
                  <a:lnTo>
                    <a:pt x="1339" y="2718"/>
                  </a:lnTo>
                  <a:lnTo>
                    <a:pt x="1342" y="2680"/>
                  </a:lnTo>
                  <a:lnTo>
                    <a:pt x="1340" y="2640"/>
                  </a:lnTo>
                  <a:lnTo>
                    <a:pt x="1333" y="2601"/>
                  </a:lnTo>
                  <a:lnTo>
                    <a:pt x="1320" y="2562"/>
                  </a:lnTo>
                  <a:lnTo>
                    <a:pt x="1303" y="2527"/>
                  </a:lnTo>
                  <a:lnTo>
                    <a:pt x="1282" y="2496"/>
                  </a:lnTo>
                  <a:lnTo>
                    <a:pt x="1256" y="2467"/>
                  </a:lnTo>
                  <a:lnTo>
                    <a:pt x="1227" y="2442"/>
                  </a:lnTo>
                  <a:lnTo>
                    <a:pt x="1197" y="2420"/>
                  </a:lnTo>
                  <a:lnTo>
                    <a:pt x="1163" y="2404"/>
                  </a:lnTo>
                  <a:lnTo>
                    <a:pt x="1127" y="2390"/>
                  </a:lnTo>
                  <a:lnTo>
                    <a:pt x="1089" y="2382"/>
                  </a:lnTo>
                  <a:lnTo>
                    <a:pt x="1052" y="2379"/>
                  </a:lnTo>
                  <a:close/>
                  <a:moveTo>
                    <a:pt x="770" y="375"/>
                  </a:moveTo>
                  <a:lnTo>
                    <a:pt x="206" y="514"/>
                  </a:lnTo>
                  <a:lnTo>
                    <a:pt x="383" y="1221"/>
                  </a:lnTo>
                  <a:lnTo>
                    <a:pt x="948" y="1083"/>
                  </a:lnTo>
                  <a:lnTo>
                    <a:pt x="770" y="375"/>
                  </a:lnTo>
                  <a:close/>
                  <a:moveTo>
                    <a:pt x="979" y="0"/>
                  </a:moveTo>
                  <a:lnTo>
                    <a:pt x="1753" y="3091"/>
                  </a:lnTo>
                  <a:lnTo>
                    <a:pt x="621" y="3374"/>
                  </a:lnTo>
                  <a:lnTo>
                    <a:pt x="0" y="898"/>
                  </a:lnTo>
                  <a:lnTo>
                    <a:pt x="0" y="246"/>
                  </a:lnTo>
                  <a:lnTo>
                    <a:pt x="9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356884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4514</TotalTime>
  <Words>1825</Words>
  <Application>Microsoft Office PowerPoint</Application>
  <PresentationFormat>Widescreen</PresentationFormat>
  <Paragraphs>335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Lato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salim</dc:creator>
  <cp:lastModifiedBy>Sean Wu</cp:lastModifiedBy>
  <cp:revision>242</cp:revision>
  <dcterms:created xsi:type="dcterms:W3CDTF">2023-03-19T12:01:03Z</dcterms:created>
  <dcterms:modified xsi:type="dcterms:W3CDTF">2024-08-20T06:46:28Z</dcterms:modified>
</cp:coreProperties>
</file>